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acff3ce-098c-7ad8-6ec8-fc84a6a6dcf8}">
          <p14:sldIdLst>
            <p14:sldId id="256"/>
            <p14:sldId id="257"/>
          </p14:sldIdLst>
        </p14:section>
        <p14:section name="개념" id="{2f09f778-46a7-be71-9498-5eec75e91f02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f03fe810-6724-678d-9d83-1f2025ffbb21}">
          <p14:sldIdLst>
            <p14:sldId id="262"/>
            <p14:sldId id="264"/>
            <p14:sldId id="265"/>
          </p14:sldIdLst>
        </p14:section>
        <p14:section name="개념" id="{bda61922-a1e2-ec77-adfd-9ca04c864a51}">
          <p14:sldIdLst/>
        </p14:section>
        <p14:section name="연습" id="{e228b578-f03a-d287-c117-64b539b813ba}">
          <p14:sldIdLst/>
        </p14:section>
        <p14:section name="확인" id="{072d66fe-6a0e-ee23-78ed-ae3ef6e98361}">
          <p14:sldIdLst>
            <p14:sldId id="266"/>
            <p14:sldId id="267"/>
            <p14:sldId id="268"/>
          </p14:sldIdLst>
        </p14:section>
        <p14:section name="정리" id="{16e2e264-96ed-8828-99a2-aadbbf86599d}">
          <p14:sldIdLst>
            <p14:sldId id="269"/>
          </p14:sldIdLst>
        </p14:section>
        <p14:section name="보충" id="{cbe40076-5ddd-26e7-d004-78b0d959beb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분모가 달라 바로 비교하기 어려운 두 분수를 보여 주고, 분모를 같게 하면 비교할 수 있겠다는 생각을 끌어냅니다.
시간: 약 2분
이렇게 말해 보세요
- “5분의 3과 3분의 2 중 어느 쪽이 더 클까? 먼저 예상해 볼래?”
- “분모가 같으면 비교하기 쉬운데, 분모가 다를 때는 어떻게 하면 좋을까?”
예상 답
- “5분의 3이요. 5가 더 크니까요.” “3분의 2요.” “모르겠어요.”
막히면
- 답을 확인하지 않고 넘어갑니다. S08에서 같은 문제를 함께 풉니다.
주의
- 아이의 예상을 적어 두었다가 S08에서 다시 봅니다. 종이 띠 2장과 색연필을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확인(최소공배수, 크기가 같은 분수, 약분)]
목적: 통분에 필요한 최소공배수, 분모와 분자에 같은 수를 곱하기, 기약분수를 기억하는지 확인합니다.
시간: 약 3분
이렇게 말해 보세요
- “①은 4의 배수와 6의 배수 중 공통인 가장 작은 수야.”
- “②는 분모 4가 12가 되었어. 몇을 곱했지? 분자도 똑같이 하면?”
- “③은 지난 시간에 배운 약분이야. 10과 15의 최대공약수는?”
정답
- ① 12
- ② 9 (분모와 분자에 3을 곱함)
- ③ 3분의 2 (최대공약수 5로 나눔)
막히면
- ①이 흔들리면 S15(보충)를 먼저 합니다. 보충으로도 어려우면 초5 ‘최대공약수와 최소공배수’ 차시를 먼저 합니다.
- ②③이 흔들리면 ‘크기가 같은 분수’(KR22-G05-MAT-FRAC-EQUIV-L01)와 ‘약분과 기약분수’(KR22-G05-MAT-FRAC-REDUCE-L01)를 다시 봅니다.
주의
- ①의 최소공배수와 ②의 ‘분모와 분자에 같은 수 곱하기’가 오늘 통분의 두 재료입니다.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분모를 같게 하면 비교가 쉬움]
목적: 분모가 다른 두 분수를 같은 크기의 칸(6분의 1)으로 나타내면 칸 수로 바로 비교할 수 있다는 것을 띠 그림으로 봅니다.
시간: 약 2분
이렇게 말해 보세요
- “2분의 1의 한 칸을 셋으로 나누면 몇 칸 중 몇 칸이야? 3분의 1의 한 칸을 둘로 나누면?”
- “이제 둘 다 6분의 1짜리 칸이야. 어느 쪽 칸이 더 많아?”
예상 답
- “6칸 중 3칸, 6칸 중 2칸이요.” “2분의 1이 더 커요.”
막히면
- 종이 띠 두 장을 각각 6칸으로 접어(반으로 접고 셋으로 접기) 색칠해 겹쳐 봅니다.
주의
- 모든 띠의 전체 길이가 같다는 것을 먼저 확인합니다. 전체가 같아야 비교할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통분과 공통분모의 뜻(격자)]
목적: 분모를 같게 하는 것을 ‘통분’, 같게 한 분모를 ‘공통분모’라고 한다는 것을 격자 그림으로 알려 줍니다.
시간: 약 3분
이렇게 말해 보세요
- “왼쪽은 위아래 반(2분의 1)을 색칠했어. 세로선을 그어 3칸씩 나누니 몇 칸 중 몇 칸이야?”
- “오른쪽은 3칸 중 1칸(3분의 1)을 색칠했어. 가로선을 그어 2줄로 나누니?”
- “이렇게 분모를 같게 하는 것을 ‘통분한다’고 하고, 6을 ‘공통분모’라고 해.”
예상 답
- “6칸 중 3칸이요.” “6칸 중 2칸이요.”
막히면
- 공책에 네모를 그리고 직접 가로선 1개, 세로선 2개를 그어 6칸을 만들어 봅니다.
주의
- 6은 2와 3의 곱이면서 최소공배수입니다. 다음 장부터 공통분모를 정하는 두 가지 방법을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분모의 곱으로 통분하기]
목적: 두 분모의 곱을 공통분모로 하여 통분하는 방법을 격자 그림과 함께 익힙니다.
시간: 약 3분
이렇게 말해 보세요
- “3분의 2와 4분의 3을 통분해 보자. 분모 3과 4를 곱하면?”
- “3분의 2를 분모가 12인 분수로 바꾸려면 분모에 4를 곱해. 분자에도 4를 곱하면?”
- “4분의 3은 무엇을 곱해야 할까?”
예상 답
- “12요.” “12분의 8이요.” “3을 곱해서 12분의 9요.”
막히면
- 오른쪽 격자에서 색칠한 칸을 세어 확인합니다. 3분의 2는 3줄 중 2줄(8칸), 4분의 3은 4칸 줄 중 3칸 줄(9칸)입니다.
주의
- 분모에만 곱하고 분자를 그대로 두면(12분의 2) 크기가 달라집니다(M1). “칸만 잘게 나눴으니 색칠한 칸도 그만큼 늘어야지?”라고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분모의 곱과 최소공배수 두 방법 비교]
목적: 분모의 곱으로도, 최소공배수로도 통분할 수 있고, 최소공배수로 하면 수가 작아 계산이 편하다는 것을 비교합니다.
시간: 약 3분
이렇게 말해 보세요
- “왼쪽은 6 × 9 = 54를 공통분모로 했어. 6분의 5는 분모와 분자에 몇을 곱했을까?”
- “오른쪽은 6과 9의 최소공배수 18을 공통분모로 했어. 무엇을 곱했을까?”
- “54분의 45와 18분의 15는 크기가 같을까?”
예상 답
- “9를 곱했어요.” “3과 2를 곱했어요.” “같아요. 54분의 45를 3으로 약분하면 18분의 15예요.”
막히면
- 6의 배수(6, 12, 18 …)와 9의 배수(9, 18 …)를 써서 18을 함께 찾습니다.
주의
- 분모의 곱으로 통분한 답도 틀린 것이 아닙니다(M4). 수가 커서 계산할 때 실수하기 쉬우므로 최소공배수를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연습(통분하기)]
목적: 도움을 받으며 분모의 곱(①)과 최소공배수(②③)로 통분합니다.
시간: 약 3분
이렇게 말해 보세요
- “①의 공통분모 20은 4 × 5야. 4분의 1은 분모와 분자에 무엇을 곱해?”
- “②의 24는 8과 12의 최소공배수야. 8에 몇을 곱하면 24?”
- “③은 9가 3의 배수라서 3분의 2만 바꾸면 돼.”
정답
- ① 20분의 5, 20분의 8
- ② 24분의 9, 24분의 10
- ③ 9분의 6, 9분의 4
막히면
- “공통분모가 되려면 처음 분모에 몇을 곱해야 할까?”를 먼저 묻고, 같은 수를 분자에도 곱하게 합니다.
주의
- ③에서 9분의 4는 바꾸지 않아도 됩니다. 한 분모가 다른 분모의 배수이면 큰 분모가 최소공배수입니다.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통분하여 크기 비교하기]
목적: 분모가 다른 분수는 통분한 뒤 분자를 비교하여 크기를 비교한다는 것을 보여 줍니다.
시간: 약 3분
이렇게 말해 보세요
- “5분의 3과 3분의 2를 공통분모 15로 통분하면?”
- “분모가 같아졌으니 분자만 비교하면 돼. 9와 10 중 어느 것이 커?”
- “S01에서 예상한 것과 같아?”
예상 답
- “15분의 9와 15분의 10이요.” “3분의 2가 더 커요.”
막히면
- 오른쪽 띠에서 색칠한 칸을 세어 비교합니다(9칸과 10칸).
주의
- 5분의 3과 3분의 2는 차이가 15분의 1뿐이라 그림만으로는 헷갈리기 쉽습니다. 그래서 통분해서 비교하는 방법이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연습(크기 비교)]
목적: 도움을 받으며 통분하여 두 분수의 크기를 비교하고 &gt;, =, &lt;로 나타냅니다.
시간: 약 4분
이렇게 말해 보세요
- “①은 공통분모를 무엇으로 할까? 4와 6의 최소공배수는?”
- “④는 통분해 보니 어떻게 되었어?”
정답
- ① &lt; (12분의 9 &lt; 12분의 10)
- ② &lt; (35분의 20 &lt; 35분의 21)
- ③ &gt; (30분의 21 &gt; 30분의 20)
- ④ = (24분의 18 = 24분의 18, 둘 다 4분의 3)
막히면
- 공책에 두 분수를 통분한 식을 먼저 쓰고 분자에 동그라미를 쳐서 비교하게 합니다.
주의
- ④는 약분해서 둘 다 4분의 3으로 비교해도 됩니다. 크기가 같은 분수에는 =를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비교(분모·분자가 크면 큰 분수?)]
목적: 분모나 분자의 크기만 보고 분수의 크기를 판단하는 실수(M2)를 찾고, 통분으로 바로잡습니다.
시간: 약 3분
이렇게 말해 보세요
- “토끼는 7과 5가 더 크니까 7분의 5가 크다고 했어. 분모가 크면 한 칸은 어떻게 돼?”
- “곰처럼 통분해 볼까?”
예상 답
- “분모가 크면 한 칸이 작아져요.” “곰이 맞아요. 35분의 28이 더 커요.”
정답
- 곰이 맞습니다. 5분의 4 = 35분의 28, 7분의 5 = 35분의 25이고 28 &gt; 25이므로 5분의 4가 더 큽니다.
- 분모가 커지면 한 칸(단위분수)이 작아지므로, 분모와 분자의 크기만으로는 판단할 수 없습니다.
막히면
- ‘5분의 4는 1보다 5분의 1 작고, 7분의 5는 1보다 7분의 2 작다’처럼 1까지 남은 양으로 생각해 볼 수도 있습니다(선택).
주의
- S01에서 ‘5분의 3이 더 크다(5가 크니까)’고 예상했다면 이 장에서 다시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통분하고(①②, 목표 ①), 통분하여 크기를 비교하는지(③④, 목표 ②) 확인합니다.
시간: 약 5분
이렇게 말해 보세요
- “이번에는 혼자 해 볼래? ③④는 어떻게 비교했는지도 말해 줘.”
정답
- ① 24분의 20, 24분의 9 (최소공배수 24)
- ② 15분의 6, 15분의 5 (분모의 곱 15)
- ③ &lt; (36분의 20 &lt; 36분의 21)
- ④ &gt; (20분의 15 &gt; 20분의 14)
막히면
- 바로 알려 주지 말고 “공통분모를 무엇으로 할까?”라고만 묻습니다.
- 도움을 받아 해결했다면 기록표에 ‘도움’으로 표시합니다.
주의
- ③을 ‘9가 12보다 작으니 9분의 5가 크다’고 하면 M2입니다. 통분한 식을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①은 공통분모가 48이어도 맞아. 크기가 같은지 확인해 보자.”
정답
- ① 24분의 20, 24분의 9 ② 15분의 6, 15분의 5 ③ &lt; ④ &gt;
막히면
- 분모에만 곱했으면 S05의 격자로(M1), 분모만 보고 비교했으면 S10으로(M2) 돌아갑니다.
주의
- ①을 분모의 곱 48로 통분한 답(48분의 40, 48분의 18)도 맞습니다. 문제에 공통분모를 정해 주지 않았다면 정답으로 인정합니다.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확인(세 분수 비교)]
목적: 처음 보는 세 분수를 두 분수씩 통분해 비교하여 가장 큰 분수를 찾는지 확인합니다.
시간: 약 2분
이렇게 말해 보세요
- “세 분수를 한꺼번에 비교하기 어려우면 두 개씩 비교해 볼까? 가와 나부터.”
정답
- 나(5분의 3). 가와 나: 10분의 5 &lt; 10분의 6, 나와 다: 35분의 21 &gt; 35분의 20이므로 나가 가장 큽니다.
- 세 분모의 공통분모 70으로 한 번에 통분해도 됩니다(70분의 35, 70분의 42, 70분의 40).
막히면
- 가와 나만 먼저 통분하게 하고, 더 큰 것을 다와 비교하게 합니다.
주의
- 다를 고르면 분모(7)나 분자(4)가 커서 골랐는지 묻습니다(M2).
-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“통분은 무엇을 같게 하는 거였지? 공통분모는 어떻게 정했어?”
예상 답
- “분모를 같게 해요.” “분모를 곱하거나 최소공배수로 해요.”
정답
- ① 12분의 3, 12분의 2
- ② &gt; (15분의 10 &gt; 15분의 9)
- ③ &gt; (24분의 15 &gt; 24분의 14)
막히면
- S04와 S08을 다시 보여 줍니다.
주의
- 복습 세 문제는 다음 수업을 시작할 때 활동지 마지막 쪽과 함께 풉니다. 다음 차시(분모가 다른 분수의 덧셈)는 오늘의 통분으로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보충(공배수와 최소공배수)]
목적: S02 ①이 흔들리면, 통분에 필요한 공배수와 최소공배수 찾기를 다시 익힙니다.
시간: 약 5분
이렇게 말해 보세요
- “4를 1배, 2배, 3배 … 한 수를 차례로 써 볼까? 6도 써 보자.”
- “두 줄에 모두 있는 수에 동그라미를 쳐 봐. 그중 가장 작은 수는?”
정답
- 4의 배수 4, 8, 12, 16, 20, 24 … / 6의 배수 6, 12, 18, 24, 30 …
- 공배수 12, 24 …, 최소공배수 12
막히면
- 곱셈구구 4단과 6단을 함께 외우며 같은 수가 나올 때 손뼉을 칩니다.
주의
- 보충으로도 어려우면 초5 ‘최대공약수와 최소공배수’ 차시를 먼저 합니다. 분모와 분자에 같은 수를 곱하는 것이 어려우면 ‘크기가 같은 분수’(KR22-G05-MAT-FRAC-EQUIV-L01)를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통분과 크기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 3과 3분의 2 중 어느 것이 더 클까?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438896" y="140716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5" name="S01-fracbar2"/>
          <p:cNvSpPr/>
          <p:nvPr/>
        </p:nvSpPr>
        <p:spPr>
          <a:xfrm>
            <a:off x="8475472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438896" y="2139696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7" name="S01-op4"/>
          <p:cNvSpPr txBox="1"/>
          <p:nvPr/>
        </p:nvSpPr>
        <p:spPr>
          <a:xfrm>
            <a:off x="9245092" y="1407160"/>
            <a:ext cx="803656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4400" dirty="0"/>
          </a:p>
        </p:txBody>
      </p:sp>
      <p:sp>
        <p:nvSpPr>
          <p:cNvPr id="8" name="S01-num5"/>
          <p:cNvSpPr txBox="1"/>
          <p:nvPr/>
        </p:nvSpPr>
        <p:spPr>
          <a:xfrm>
            <a:off x="10158476" y="140716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400" dirty="0"/>
          </a:p>
        </p:txBody>
      </p:sp>
      <p:sp>
        <p:nvSpPr>
          <p:cNvPr id="9" name="S01-fracbar6"/>
          <p:cNvSpPr/>
          <p:nvPr/>
        </p:nvSpPr>
        <p:spPr>
          <a:xfrm>
            <a:off x="10195052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10158476" y="2139696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분모를 같게 통분해요.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통분해서 분수의 크기를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수를 말하고, ③은 기약분수로 나타내요.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1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최소공배수는?</a:t>
            </a:r>
            <a:endParaRPr lang="ko-KR" sz="2800" dirty="0"/>
          </a:p>
        </p:txBody>
      </p:sp>
      <p:sp>
        <p:nvSpPr>
          <p:cNvPr id="6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num14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2-fracbar15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2-num16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2-op17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18"/>
          <p:cNvSpPr/>
          <p:nvPr/>
        </p:nvSpPr>
        <p:spPr>
          <a:xfrm>
            <a:off x="266736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19"/>
          <p:cNvSpPr/>
          <p:nvPr/>
        </p:nvSpPr>
        <p:spPr>
          <a:xfrm>
            <a:off x="256336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num20"/>
          <p:cNvSpPr txBox="1"/>
          <p:nvPr/>
        </p:nvSpPr>
        <p:spPr>
          <a:xfrm>
            <a:off x="252679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4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5" name="S02-num22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6" name="S02-fracbar23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num24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18" name="S02-op25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6"/>
          <p:cNvSpPr/>
          <p:nvPr/>
        </p:nvSpPr>
        <p:spPr>
          <a:xfrm>
            <a:off x="271715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fracbar27"/>
          <p:cNvSpPr/>
          <p:nvPr/>
        </p:nvSpPr>
        <p:spPr>
          <a:xfrm>
            <a:off x="266293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blank28"/>
          <p:cNvSpPr/>
          <p:nvPr/>
        </p:nvSpPr>
        <p:spPr>
          <a:xfrm>
            <a:off x="2717150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칸으로 나누어요</a:t>
            </a:r>
            <a:endParaRPr lang="ko-KR" sz="4000" dirty="0"/>
          </a:p>
        </p:txBody>
      </p:sp>
      <p:sp>
        <p:nvSpPr>
          <p:cNvPr id="3" name="S03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1과 3분의 1을 똑같이 6칸으로 나누었어요.</a:t>
            </a:r>
            <a:endParaRPr lang="ko-KR" sz="2800" dirty="0"/>
          </a:p>
        </p:txBody>
      </p:sp>
      <p:sp>
        <p:nvSpPr>
          <p:cNvPr id="4" name="S03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1이 3개와 2개라서 바로 비교할 수 있어요.</a:t>
            </a:r>
            <a:endParaRPr lang="ko-KR" sz="2800" dirty="0"/>
          </a:p>
        </p:txBody>
      </p:sp>
      <p:sp>
        <p:nvSpPr>
          <p:cNvPr id="6" name="S03-num32"/>
          <p:cNvSpPr txBox="1"/>
          <p:nvPr/>
        </p:nvSpPr>
        <p:spPr>
          <a:xfrm>
            <a:off x="764286" y="2570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7" name="S03-fracbar33"/>
          <p:cNvSpPr/>
          <p:nvPr/>
        </p:nvSpPr>
        <p:spPr>
          <a:xfrm>
            <a:off x="800862" y="3026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num34"/>
          <p:cNvSpPr txBox="1"/>
          <p:nvPr/>
        </p:nvSpPr>
        <p:spPr>
          <a:xfrm>
            <a:off x="764286" y="3063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9" name="S03-cell35"/>
          <p:cNvSpPr/>
          <p:nvPr/>
        </p:nvSpPr>
        <p:spPr>
          <a:xfrm>
            <a:off x="1600200" y="2615184"/>
            <a:ext cx="21671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6"/>
          <p:cNvSpPr/>
          <p:nvPr/>
        </p:nvSpPr>
        <p:spPr>
          <a:xfrm>
            <a:off x="3767328" y="2615184"/>
            <a:ext cx="21671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figure37" descr="똑같이 2칸으로 나눈 띠, 1칸 색칠"/>
          <p:cNvSpPr/>
          <p:nvPr/>
        </p:nvSpPr>
        <p:spPr>
          <a:xfrm>
            <a:off x="1600200" y="261518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num38"/>
          <p:cNvSpPr txBox="1"/>
          <p:nvPr/>
        </p:nvSpPr>
        <p:spPr>
          <a:xfrm>
            <a:off x="764286" y="364947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3" name="S03-fracbar39"/>
          <p:cNvSpPr/>
          <p:nvPr/>
        </p:nvSpPr>
        <p:spPr>
          <a:xfrm>
            <a:off x="800862" y="410565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num40"/>
          <p:cNvSpPr txBox="1"/>
          <p:nvPr/>
        </p:nvSpPr>
        <p:spPr>
          <a:xfrm>
            <a:off x="764286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5" name="S03-cell41"/>
          <p:cNvSpPr/>
          <p:nvPr/>
        </p:nvSpPr>
        <p:spPr>
          <a:xfrm>
            <a:off x="1600200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2"/>
          <p:cNvSpPr/>
          <p:nvPr/>
        </p:nvSpPr>
        <p:spPr>
          <a:xfrm>
            <a:off x="2322576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43"/>
          <p:cNvSpPr/>
          <p:nvPr/>
        </p:nvSpPr>
        <p:spPr>
          <a:xfrm>
            <a:off x="3044952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44"/>
          <p:cNvSpPr/>
          <p:nvPr/>
        </p:nvSpPr>
        <p:spPr>
          <a:xfrm>
            <a:off x="3767328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45"/>
          <p:cNvSpPr/>
          <p:nvPr/>
        </p:nvSpPr>
        <p:spPr>
          <a:xfrm>
            <a:off x="4489704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6"/>
          <p:cNvSpPr/>
          <p:nvPr/>
        </p:nvSpPr>
        <p:spPr>
          <a:xfrm>
            <a:off x="5212080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47" descr="똑같이 6칸으로 나눈 띠, 3칸 색칠"/>
          <p:cNvSpPr/>
          <p:nvPr/>
        </p:nvSpPr>
        <p:spPr>
          <a:xfrm>
            <a:off x="1600200" y="3694176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guide48"/>
          <p:cNvSpPr/>
          <p:nvPr/>
        </p:nvSpPr>
        <p:spPr>
          <a:xfrm>
            <a:off x="3767328" y="247802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3" name="S03-num49"/>
          <p:cNvSpPr txBox="1"/>
          <p:nvPr/>
        </p:nvSpPr>
        <p:spPr>
          <a:xfrm>
            <a:off x="6470142" y="2570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4" name="S03-fracbar50"/>
          <p:cNvSpPr/>
          <p:nvPr/>
        </p:nvSpPr>
        <p:spPr>
          <a:xfrm>
            <a:off x="6506718" y="3026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3-num51"/>
          <p:cNvSpPr txBox="1"/>
          <p:nvPr/>
        </p:nvSpPr>
        <p:spPr>
          <a:xfrm>
            <a:off x="6470142" y="3063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6" name="S03-cell52"/>
          <p:cNvSpPr/>
          <p:nvPr/>
        </p:nvSpPr>
        <p:spPr>
          <a:xfrm>
            <a:off x="7306056" y="2615184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53"/>
          <p:cNvSpPr/>
          <p:nvPr/>
        </p:nvSpPr>
        <p:spPr>
          <a:xfrm>
            <a:off x="8750808" y="2615184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4"/>
          <p:cNvSpPr/>
          <p:nvPr/>
        </p:nvSpPr>
        <p:spPr>
          <a:xfrm>
            <a:off x="10195560" y="2615184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figure55" descr="똑같이 3칸으로 나눈 띠, 1칸 색칠"/>
          <p:cNvSpPr/>
          <p:nvPr/>
        </p:nvSpPr>
        <p:spPr>
          <a:xfrm>
            <a:off x="7306056" y="261518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3-num56"/>
          <p:cNvSpPr txBox="1"/>
          <p:nvPr/>
        </p:nvSpPr>
        <p:spPr>
          <a:xfrm>
            <a:off x="6470142" y="364947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03-fracbar57"/>
          <p:cNvSpPr/>
          <p:nvPr/>
        </p:nvSpPr>
        <p:spPr>
          <a:xfrm>
            <a:off x="6506718" y="410565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num58"/>
          <p:cNvSpPr txBox="1"/>
          <p:nvPr/>
        </p:nvSpPr>
        <p:spPr>
          <a:xfrm>
            <a:off x="6470142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3" name="S03-cell59"/>
          <p:cNvSpPr/>
          <p:nvPr/>
        </p:nvSpPr>
        <p:spPr>
          <a:xfrm>
            <a:off x="7306056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60"/>
          <p:cNvSpPr/>
          <p:nvPr/>
        </p:nvSpPr>
        <p:spPr>
          <a:xfrm>
            <a:off x="8028432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61"/>
          <p:cNvSpPr/>
          <p:nvPr/>
        </p:nvSpPr>
        <p:spPr>
          <a:xfrm>
            <a:off x="8750808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62"/>
          <p:cNvSpPr/>
          <p:nvPr/>
        </p:nvSpPr>
        <p:spPr>
          <a:xfrm>
            <a:off x="9473184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63"/>
          <p:cNvSpPr/>
          <p:nvPr/>
        </p:nvSpPr>
        <p:spPr>
          <a:xfrm>
            <a:off x="10195560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64"/>
          <p:cNvSpPr/>
          <p:nvPr/>
        </p:nvSpPr>
        <p:spPr>
          <a:xfrm>
            <a:off x="10917936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figure65" descr="똑같이 6칸으로 나눈 띠, 2칸 색칠"/>
          <p:cNvSpPr/>
          <p:nvPr/>
        </p:nvSpPr>
        <p:spPr>
          <a:xfrm>
            <a:off x="7306056" y="3694176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3-guide66"/>
          <p:cNvSpPr/>
          <p:nvPr/>
        </p:nvSpPr>
        <p:spPr>
          <a:xfrm>
            <a:off x="8750808" y="247802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통분과 공통분모</a:t>
            </a:r>
            <a:endParaRPr lang="ko-KR" sz="4000" dirty="0"/>
          </a:p>
        </p:txBody>
      </p:sp>
      <p:sp>
        <p:nvSpPr>
          <p:cNvPr id="3" name="S04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가로로 2줄, 세로로 3칸 나누면 6칸이 돼요.</a:t>
            </a:r>
            <a:endParaRPr lang="ko-KR" sz="2800" dirty="0"/>
          </a:p>
        </p:txBody>
      </p:sp>
      <p:sp>
        <p:nvSpPr>
          <p:cNvPr id="4" name="S04-card6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같게 하는 것이에요. 같게 한 분모 6은 공통분모예요.</a:t>
            </a:r>
            <a:endParaRPr lang="ko-KR" sz="2800" dirty="0"/>
          </a:p>
        </p:txBody>
      </p:sp>
      <p:sp>
        <p:nvSpPr>
          <p:cNvPr id="6" name="S04-cell70"/>
          <p:cNvSpPr/>
          <p:nvPr/>
        </p:nvSpPr>
        <p:spPr>
          <a:xfrm>
            <a:off x="18699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71"/>
          <p:cNvSpPr/>
          <p:nvPr/>
        </p:nvSpPr>
        <p:spPr>
          <a:xfrm>
            <a:off x="27843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72"/>
          <p:cNvSpPr/>
          <p:nvPr/>
        </p:nvSpPr>
        <p:spPr>
          <a:xfrm>
            <a:off x="36987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73"/>
          <p:cNvSpPr/>
          <p:nvPr/>
        </p:nvSpPr>
        <p:spPr>
          <a:xfrm>
            <a:off x="18699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74"/>
          <p:cNvSpPr/>
          <p:nvPr/>
        </p:nvSpPr>
        <p:spPr>
          <a:xfrm>
            <a:off x="27843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75"/>
          <p:cNvSpPr/>
          <p:nvPr/>
        </p:nvSpPr>
        <p:spPr>
          <a:xfrm>
            <a:off x="36987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76" descr="2줄 3칸 격자 6칸 중 윗줄 3칸 색칠"/>
          <p:cNvSpPr/>
          <p:nvPr/>
        </p:nvSpPr>
        <p:spPr>
          <a:xfrm>
            <a:off x="1869948" y="2270887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label77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= 6분의 3</a:t>
            </a:r>
            <a:endParaRPr lang="ko-KR" sz="2200" dirty="0"/>
          </a:p>
        </p:txBody>
      </p:sp>
      <p:sp>
        <p:nvSpPr>
          <p:cNvPr id="14" name="S04-cell78"/>
          <p:cNvSpPr/>
          <p:nvPr/>
        </p:nvSpPr>
        <p:spPr>
          <a:xfrm>
            <a:off x="7575804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79"/>
          <p:cNvSpPr/>
          <p:nvPr/>
        </p:nvSpPr>
        <p:spPr>
          <a:xfrm>
            <a:off x="8490204" y="22708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80"/>
          <p:cNvSpPr/>
          <p:nvPr/>
        </p:nvSpPr>
        <p:spPr>
          <a:xfrm>
            <a:off x="9404604" y="22708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81"/>
          <p:cNvSpPr/>
          <p:nvPr/>
        </p:nvSpPr>
        <p:spPr>
          <a:xfrm>
            <a:off x="7575804" y="31852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82"/>
          <p:cNvSpPr/>
          <p:nvPr/>
        </p:nvSpPr>
        <p:spPr>
          <a:xfrm>
            <a:off x="8490204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83"/>
          <p:cNvSpPr/>
          <p:nvPr/>
        </p:nvSpPr>
        <p:spPr>
          <a:xfrm>
            <a:off x="9404604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figure84" descr="2줄 3칸 격자 6칸 중 왼쪽 1칸 줄 2칸 색칠"/>
          <p:cNvSpPr/>
          <p:nvPr/>
        </p:nvSpPr>
        <p:spPr>
          <a:xfrm>
            <a:off x="7575804" y="2270887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8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1 = 6분의 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곱으로 통분해요</a:t>
            </a:r>
            <a:endParaRPr lang="ko-KR" sz="4000" dirty="0"/>
          </a:p>
        </p:txBody>
      </p:sp>
      <p:sp>
        <p:nvSpPr>
          <p:cNvPr id="3" name="S05-num8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" name="S05-fracbar8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5-num8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5-op89"/>
          <p:cNvSpPr txBox="1"/>
          <p:nvPr/>
        </p:nvSpPr>
        <p:spPr>
          <a:xfrm>
            <a:off x="1194816" y="138125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7" name="S05-num90"/>
          <p:cNvSpPr txBox="1"/>
          <p:nvPr/>
        </p:nvSpPr>
        <p:spPr>
          <a:xfrm>
            <a:off x="180441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5-fracbar91"/>
          <p:cNvSpPr/>
          <p:nvPr/>
        </p:nvSpPr>
        <p:spPr>
          <a:xfrm>
            <a:off x="184099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5-num92"/>
          <p:cNvSpPr txBox="1"/>
          <p:nvPr/>
        </p:nvSpPr>
        <p:spPr>
          <a:xfrm>
            <a:off x="180441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5-cell93"/>
          <p:cNvSpPr/>
          <p:nvPr/>
        </p:nvSpPr>
        <p:spPr>
          <a:xfrm>
            <a:off x="692091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94"/>
          <p:cNvSpPr/>
          <p:nvPr/>
        </p:nvSpPr>
        <p:spPr>
          <a:xfrm>
            <a:off x="747083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95"/>
          <p:cNvSpPr/>
          <p:nvPr/>
        </p:nvSpPr>
        <p:spPr>
          <a:xfrm>
            <a:off x="802075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96"/>
          <p:cNvSpPr/>
          <p:nvPr/>
        </p:nvSpPr>
        <p:spPr>
          <a:xfrm>
            <a:off x="857067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97"/>
          <p:cNvSpPr/>
          <p:nvPr/>
        </p:nvSpPr>
        <p:spPr>
          <a:xfrm>
            <a:off x="692091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98"/>
          <p:cNvSpPr/>
          <p:nvPr/>
        </p:nvSpPr>
        <p:spPr>
          <a:xfrm>
            <a:off x="747083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99"/>
          <p:cNvSpPr/>
          <p:nvPr/>
        </p:nvSpPr>
        <p:spPr>
          <a:xfrm>
            <a:off x="802075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00"/>
          <p:cNvSpPr/>
          <p:nvPr/>
        </p:nvSpPr>
        <p:spPr>
          <a:xfrm>
            <a:off x="857067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01"/>
          <p:cNvSpPr/>
          <p:nvPr/>
        </p:nvSpPr>
        <p:spPr>
          <a:xfrm>
            <a:off x="692091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02"/>
          <p:cNvSpPr/>
          <p:nvPr/>
        </p:nvSpPr>
        <p:spPr>
          <a:xfrm>
            <a:off x="747083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103"/>
          <p:cNvSpPr/>
          <p:nvPr/>
        </p:nvSpPr>
        <p:spPr>
          <a:xfrm>
            <a:off x="802075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104"/>
          <p:cNvSpPr/>
          <p:nvPr/>
        </p:nvSpPr>
        <p:spPr>
          <a:xfrm>
            <a:off x="857067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figure105" descr="3줄 4칸 격자 12칸 중 위 2줄 8칸 색칠(3분의 2)"/>
          <p:cNvSpPr/>
          <p:nvPr/>
        </p:nvSpPr>
        <p:spPr>
          <a:xfrm>
            <a:off x="6920911" y="3361929"/>
            <a:ext cx="2199681" cy="1649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5-label106"/>
          <p:cNvSpPr txBox="1"/>
          <p:nvPr/>
        </p:nvSpPr>
        <p:spPr>
          <a:xfrm>
            <a:off x="6920911" y="5840730"/>
            <a:ext cx="2199681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8</a:t>
            </a:r>
            <a:endParaRPr lang="ko-KR" sz="2200" dirty="0"/>
          </a:p>
        </p:txBody>
      </p:sp>
      <p:sp>
        <p:nvSpPr>
          <p:cNvPr id="24" name="S05-cell107"/>
          <p:cNvSpPr/>
          <p:nvPr/>
        </p:nvSpPr>
        <p:spPr>
          <a:xfrm>
            <a:off x="944063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108"/>
          <p:cNvSpPr/>
          <p:nvPr/>
        </p:nvSpPr>
        <p:spPr>
          <a:xfrm>
            <a:off x="9990552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cell109"/>
          <p:cNvSpPr/>
          <p:nvPr/>
        </p:nvSpPr>
        <p:spPr>
          <a:xfrm>
            <a:off x="10540472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cell110"/>
          <p:cNvSpPr/>
          <p:nvPr/>
        </p:nvSpPr>
        <p:spPr>
          <a:xfrm>
            <a:off x="11090392" y="336192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5-cell111"/>
          <p:cNvSpPr/>
          <p:nvPr/>
        </p:nvSpPr>
        <p:spPr>
          <a:xfrm>
            <a:off x="944063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112"/>
          <p:cNvSpPr/>
          <p:nvPr/>
        </p:nvSpPr>
        <p:spPr>
          <a:xfrm>
            <a:off x="9990552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113"/>
          <p:cNvSpPr/>
          <p:nvPr/>
        </p:nvSpPr>
        <p:spPr>
          <a:xfrm>
            <a:off x="10540472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14"/>
          <p:cNvSpPr/>
          <p:nvPr/>
        </p:nvSpPr>
        <p:spPr>
          <a:xfrm>
            <a:off x="11090392" y="391184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15"/>
          <p:cNvSpPr/>
          <p:nvPr/>
        </p:nvSpPr>
        <p:spPr>
          <a:xfrm>
            <a:off x="9440631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16"/>
          <p:cNvSpPr/>
          <p:nvPr/>
        </p:nvSpPr>
        <p:spPr>
          <a:xfrm>
            <a:off x="9990552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17"/>
          <p:cNvSpPr/>
          <p:nvPr/>
        </p:nvSpPr>
        <p:spPr>
          <a:xfrm>
            <a:off x="10540472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118"/>
          <p:cNvSpPr/>
          <p:nvPr/>
        </p:nvSpPr>
        <p:spPr>
          <a:xfrm>
            <a:off x="11090392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figure119" descr="3줄 4칸 격자 12칸 중 왼쪽 3칸 줄 9칸 색칠(4분의 3)"/>
          <p:cNvSpPr/>
          <p:nvPr/>
        </p:nvSpPr>
        <p:spPr>
          <a:xfrm>
            <a:off x="9440631" y="3361929"/>
            <a:ext cx="2199681" cy="1649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5-label120"/>
          <p:cNvSpPr txBox="1"/>
          <p:nvPr/>
        </p:nvSpPr>
        <p:spPr>
          <a:xfrm>
            <a:off x="9440631" y="5840730"/>
            <a:ext cx="2199681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9</a:t>
            </a:r>
            <a:endParaRPr lang="ko-KR" sz="2200" dirty="0"/>
          </a:p>
        </p:txBody>
      </p:sp>
      <p:sp>
        <p:nvSpPr>
          <p:cNvPr id="38" name="S05-stepno121"/>
          <p:cNvSpPr txBox="1"/>
          <p:nvPr/>
        </p:nvSpPr>
        <p:spPr>
          <a:xfrm>
            <a:off x="548640" y="29469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9" name="S05-text122"/>
          <p:cNvSpPr txBox="1"/>
          <p:nvPr/>
        </p:nvSpPr>
        <p:spPr>
          <a:xfrm>
            <a:off x="1325880" y="2901188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 곱해요.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800" dirty="0"/>
          </a:p>
        </p:txBody>
      </p:sp>
      <p:sp>
        <p:nvSpPr>
          <p:cNvPr id="40" name="S05-stepno123"/>
          <p:cNvSpPr txBox="1"/>
          <p:nvPr/>
        </p:nvSpPr>
        <p:spPr>
          <a:xfrm>
            <a:off x="548640" y="39791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1" name="S05-text124"/>
          <p:cNvSpPr txBox="1"/>
          <p:nvPr/>
        </p:nvSpPr>
        <p:spPr>
          <a:xfrm>
            <a:off x="1325880" y="393344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곱해요.</a:t>
            </a:r>
            <a:endParaRPr lang="ko-KR" sz="2800" dirty="0"/>
          </a:p>
        </p:txBody>
      </p:sp>
      <p:sp>
        <p:nvSpPr>
          <p:cNvPr id="42" name="S05-num125"/>
          <p:cNvSpPr txBox="1"/>
          <p:nvPr/>
        </p:nvSpPr>
        <p:spPr>
          <a:xfrm>
            <a:off x="4032416" y="393344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05-fracbar126"/>
          <p:cNvSpPr/>
          <p:nvPr/>
        </p:nvSpPr>
        <p:spPr>
          <a:xfrm>
            <a:off x="4068992" y="438962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27"/>
          <p:cNvSpPr txBox="1"/>
          <p:nvPr/>
        </p:nvSpPr>
        <p:spPr>
          <a:xfrm>
            <a:off x="4032416" y="44262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5" name="S05-op128"/>
          <p:cNvSpPr txBox="1"/>
          <p:nvPr/>
        </p:nvSpPr>
        <p:spPr>
          <a:xfrm>
            <a:off x="4625252" y="393344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6" name="S05-num129"/>
          <p:cNvSpPr txBox="1"/>
          <p:nvPr/>
        </p:nvSpPr>
        <p:spPr>
          <a:xfrm>
            <a:off x="5140364" y="393344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7" name="S05-fracbar130"/>
          <p:cNvSpPr/>
          <p:nvPr/>
        </p:nvSpPr>
        <p:spPr>
          <a:xfrm>
            <a:off x="5176940" y="438962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5-num131"/>
          <p:cNvSpPr txBox="1"/>
          <p:nvPr/>
        </p:nvSpPr>
        <p:spPr>
          <a:xfrm>
            <a:off x="5140364" y="442620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9" name="S05-stepno132"/>
          <p:cNvSpPr txBox="1"/>
          <p:nvPr/>
        </p:nvSpPr>
        <p:spPr>
          <a:xfrm>
            <a:off x="548640" y="5056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50" name="S05-text133"/>
          <p:cNvSpPr txBox="1"/>
          <p:nvPr/>
        </p:nvSpPr>
        <p:spPr>
          <a:xfrm>
            <a:off x="1325880" y="501040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곱해요.</a:t>
            </a:r>
            <a:endParaRPr lang="ko-KR" sz="2800" dirty="0"/>
          </a:p>
        </p:txBody>
      </p:sp>
      <p:sp>
        <p:nvSpPr>
          <p:cNvPr id="51" name="S05-num134"/>
          <p:cNvSpPr txBox="1"/>
          <p:nvPr/>
        </p:nvSpPr>
        <p:spPr>
          <a:xfrm>
            <a:off x="4032416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2" name="S05-fracbar135"/>
          <p:cNvSpPr/>
          <p:nvPr/>
        </p:nvSpPr>
        <p:spPr>
          <a:xfrm>
            <a:off x="4068992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36"/>
          <p:cNvSpPr txBox="1"/>
          <p:nvPr/>
        </p:nvSpPr>
        <p:spPr>
          <a:xfrm>
            <a:off x="4032416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4" name="S05-op137"/>
          <p:cNvSpPr txBox="1"/>
          <p:nvPr/>
        </p:nvSpPr>
        <p:spPr>
          <a:xfrm>
            <a:off x="4625252" y="501040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5" name="S05-num138"/>
          <p:cNvSpPr txBox="1"/>
          <p:nvPr/>
        </p:nvSpPr>
        <p:spPr>
          <a:xfrm>
            <a:off x="5140364" y="501040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6" name="S05-fracbar139"/>
          <p:cNvSpPr/>
          <p:nvPr/>
        </p:nvSpPr>
        <p:spPr>
          <a:xfrm>
            <a:off x="5176940" y="546658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40"/>
          <p:cNvSpPr txBox="1"/>
          <p:nvPr/>
        </p:nvSpPr>
        <p:spPr>
          <a:xfrm>
            <a:off x="5140364" y="550316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통분 방법</a:t>
            </a:r>
            <a:endParaRPr lang="ko-KR" sz="4000" dirty="0"/>
          </a:p>
        </p:txBody>
      </p:sp>
      <p:sp>
        <p:nvSpPr>
          <p:cNvPr id="3" name="S06-card1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5와 9분의 4를 통분해요.</a:t>
            </a:r>
            <a:endParaRPr lang="ko-KR" sz="2800" dirty="0"/>
          </a:p>
        </p:txBody>
      </p:sp>
      <p:sp>
        <p:nvSpPr>
          <p:cNvPr id="5" name="S06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 모두 맞아요. 어느 쪽 수가 더 작나요?</a:t>
            </a:r>
            <a:endParaRPr lang="ko-KR" sz="2800" dirty="0"/>
          </a:p>
        </p:txBody>
      </p:sp>
      <p:sp>
        <p:nvSpPr>
          <p:cNvPr id="7" name="S06-chip1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54로</a:t>
            </a:r>
            <a:endParaRPr lang="ko-KR" sz="2200" dirty="0"/>
          </a:p>
        </p:txBody>
      </p:sp>
      <p:sp>
        <p:nvSpPr>
          <p:cNvPr id="8" name="S06-num146"/>
          <p:cNvSpPr txBox="1"/>
          <p:nvPr/>
        </p:nvSpPr>
        <p:spPr>
          <a:xfrm>
            <a:off x="223443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200" dirty="0"/>
          </a:p>
        </p:txBody>
      </p:sp>
      <p:sp>
        <p:nvSpPr>
          <p:cNvPr id="9" name="S06-fracbar147"/>
          <p:cNvSpPr/>
          <p:nvPr/>
        </p:nvSpPr>
        <p:spPr>
          <a:xfrm>
            <a:off x="227101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6-num148"/>
          <p:cNvSpPr txBox="1"/>
          <p:nvPr/>
        </p:nvSpPr>
        <p:spPr>
          <a:xfrm>
            <a:off x="223443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3200" dirty="0"/>
          </a:p>
        </p:txBody>
      </p:sp>
      <p:sp>
        <p:nvSpPr>
          <p:cNvPr id="11" name="S06-op149"/>
          <p:cNvSpPr txBox="1"/>
          <p:nvPr/>
        </p:nvSpPr>
        <p:spPr>
          <a:xfrm>
            <a:off x="2980182" y="340537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12" name="S06-num150"/>
          <p:cNvSpPr txBox="1"/>
          <p:nvPr/>
        </p:nvSpPr>
        <p:spPr>
          <a:xfrm>
            <a:off x="358978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3" name="S06-fracbar151"/>
          <p:cNvSpPr/>
          <p:nvPr/>
        </p:nvSpPr>
        <p:spPr>
          <a:xfrm>
            <a:off x="362635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num152"/>
          <p:cNvSpPr txBox="1"/>
          <p:nvPr/>
        </p:nvSpPr>
        <p:spPr>
          <a:xfrm>
            <a:off x="358978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3200" dirty="0"/>
          </a:p>
        </p:txBody>
      </p:sp>
      <p:sp>
        <p:nvSpPr>
          <p:cNvPr id="15" name="S06-text153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9 = 54</a:t>
            </a:r>
            <a:endParaRPr lang="ko-KR" sz="2200" dirty="0"/>
          </a:p>
        </p:txBody>
      </p:sp>
      <p:sp>
        <p:nvSpPr>
          <p:cNvPr id="16" name="S06-chip1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18로</a:t>
            </a:r>
            <a:endParaRPr lang="ko-KR" sz="2200" dirty="0"/>
          </a:p>
        </p:txBody>
      </p:sp>
      <p:sp>
        <p:nvSpPr>
          <p:cNvPr id="17" name="S06-num155"/>
          <p:cNvSpPr txBox="1"/>
          <p:nvPr/>
        </p:nvSpPr>
        <p:spPr>
          <a:xfrm>
            <a:off x="796315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18" name="S06-fracbar156"/>
          <p:cNvSpPr/>
          <p:nvPr/>
        </p:nvSpPr>
        <p:spPr>
          <a:xfrm>
            <a:off x="799973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6-num157"/>
          <p:cNvSpPr txBox="1"/>
          <p:nvPr/>
        </p:nvSpPr>
        <p:spPr>
          <a:xfrm>
            <a:off x="796315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0" name="S06-op158"/>
          <p:cNvSpPr txBox="1"/>
          <p:nvPr/>
        </p:nvSpPr>
        <p:spPr>
          <a:xfrm>
            <a:off x="8708898" y="340537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1" name="S06-num159"/>
          <p:cNvSpPr txBox="1"/>
          <p:nvPr/>
        </p:nvSpPr>
        <p:spPr>
          <a:xfrm>
            <a:off x="931849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2" name="S06-fracbar160"/>
          <p:cNvSpPr/>
          <p:nvPr/>
        </p:nvSpPr>
        <p:spPr>
          <a:xfrm>
            <a:off x="935507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6-num161"/>
          <p:cNvSpPr txBox="1"/>
          <p:nvPr/>
        </p:nvSpPr>
        <p:spPr>
          <a:xfrm>
            <a:off x="931849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4" name="S06-text16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9의 최소공배수는 18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 보아요</a:t>
            </a:r>
            <a:endParaRPr lang="ko-KR" sz="4000" dirty="0"/>
          </a:p>
        </p:txBody>
      </p:sp>
      <p:sp>
        <p:nvSpPr>
          <p:cNvPr id="3" name="S07-text1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 통분해요.</a:t>
            </a:r>
            <a:endParaRPr lang="ko-KR" sz="2800" dirty="0"/>
          </a:p>
        </p:txBody>
      </p:sp>
      <p:sp>
        <p:nvSpPr>
          <p:cNvPr id="4" name="S07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곱이나 최소공배수를 공통분모로 해요.</a:t>
            </a:r>
            <a:endParaRPr lang="ko-KR" sz="2800" dirty="0"/>
          </a:p>
        </p:txBody>
      </p:sp>
      <p:sp>
        <p:nvSpPr>
          <p:cNvPr id="6" name="S07-chip1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num167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7-fracbar168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7-num169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07-op170"/>
          <p:cNvSpPr txBox="1"/>
          <p:nvPr/>
        </p:nvSpPr>
        <p:spPr>
          <a:xfrm>
            <a:off x="1937004" y="201269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11" name="S07-num171"/>
          <p:cNvSpPr txBox="1"/>
          <p:nvPr/>
        </p:nvSpPr>
        <p:spPr>
          <a:xfrm>
            <a:off x="251612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7-fracbar172"/>
          <p:cNvSpPr/>
          <p:nvPr/>
        </p:nvSpPr>
        <p:spPr>
          <a:xfrm>
            <a:off x="25527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num173"/>
          <p:cNvSpPr txBox="1"/>
          <p:nvPr/>
        </p:nvSpPr>
        <p:spPr>
          <a:xfrm>
            <a:off x="25161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7-op174"/>
          <p:cNvSpPr txBox="1"/>
          <p:nvPr/>
        </p:nvSpPr>
        <p:spPr>
          <a:xfrm>
            <a:off x="3108960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15" name="S07-blank175"/>
          <p:cNvSpPr/>
          <p:nvPr/>
        </p:nvSpPr>
        <p:spPr>
          <a:xfrm>
            <a:off x="3956497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7-fracbar176"/>
          <p:cNvSpPr/>
          <p:nvPr/>
        </p:nvSpPr>
        <p:spPr>
          <a:xfrm>
            <a:off x="3859784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num177"/>
          <p:cNvSpPr txBox="1"/>
          <p:nvPr/>
        </p:nvSpPr>
        <p:spPr>
          <a:xfrm>
            <a:off x="3823208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18" name="S07-op178"/>
          <p:cNvSpPr txBox="1"/>
          <p:nvPr/>
        </p:nvSpPr>
        <p:spPr>
          <a:xfrm>
            <a:off x="4510024" y="201269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19" name="S07-blank179"/>
          <p:cNvSpPr/>
          <p:nvPr/>
        </p:nvSpPr>
        <p:spPr>
          <a:xfrm>
            <a:off x="522243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7-fracbar180"/>
          <p:cNvSpPr/>
          <p:nvPr/>
        </p:nvSpPr>
        <p:spPr>
          <a:xfrm>
            <a:off x="512572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num181"/>
          <p:cNvSpPr txBox="1"/>
          <p:nvPr/>
        </p:nvSpPr>
        <p:spPr>
          <a:xfrm>
            <a:off x="508914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2" name="S07-chip1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07-num183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4" name="S07-fracbar184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num185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6" name="S07-op186"/>
          <p:cNvSpPr txBox="1"/>
          <p:nvPr/>
        </p:nvSpPr>
        <p:spPr>
          <a:xfrm>
            <a:off x="1937004" y="310997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27" name="S07-num187"/>
          <p:cNvSpPr txBox="1"/>
          <p:nvPr/>
        </p:nvSpPr>
        <p:spPr>
          <a:xfrm>
            <a:off x="2516124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8" name="S07-fracbar188"/>
          <p:cNvSpPr/>
          <p:nvPr/>
        </p:nvSpPr>
        <p:spPr>
          <a:xfrm>
            <a:off x="255270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num189"/>
          <p:cNvSpPr txBox="1"/>
          <p:nvPr/>
        </p:nvSpPr>
        <p:spPr>
          <a:xfrm>
            <a:off x="251612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0" name="S07-op190"/>
          <p:cNvSpPr txBox="1"/>
          <p:nvPr/>
        </p:nvSpPr>
        <p:spPr>
          <a:xfrm>
            <a:off x="3202940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31" name="S07-blank191"/>
          <p:cNvSpPr/>
          <p:nvPr/>
        </p:nvSpPr>
        <p:spPr>
          <a:xfrm>
            <a:off x="4050477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7-fracbar192"/>
          <p:cNvSpPr/>
          <p:nvPr/>
        </p:nvSpPr>
        <p:spPr>
          <a:xfrm>
            <a:off x="395376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num193"/>
          <p:cNvSpPr txBox="1"/>
          <p:nvPr/>
        </p:nvSpPr>
        <p:spPr>
          <a:xfrm>
            <a:off x="391718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34" name="S07-op194"/>
          <p:cNvSpPr txBox="1"/>
          <p:nvPr/>
        </p:nvSpPr>
        <p:spPr>
          <a:xfrm>
            <a:off x="4604004" y="310997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35" name="S07-blank195"/>
          <p:cNvSpPr/>
          <p:nvPr/>
        </p:nvSpPr>
        <p:spPr>
          <a:xfrm>
            <a:off x="531641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7-fracbar196"/>
          <p:cNvSpPr/>
          <p:nvPr/>
        </p:nvSpPr>
        <p:spPr>
          <a:xfrm>
            <a:off x="521970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num197"/>
          <p:cNvSpPr txBox="1"/>
          <p:nvPr/>
        </p:nvSpPr>
        <p:spPr>
          <a:xfrm>
            <a:off x="518312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38" name="S07-chip19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9" name="S07-num19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7-fracbar20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num20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2" name="S07-op202"/>
          <p:cNvSpPr txBox="1"/>
          <p:nvPr/>
        </p:nvSpPr>
        <p:spPr>
          <a:xfrm>
            <a:off x="1937004" y="420725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43" name="S07-num203"/>
          <p:cNvSpPr txBox="1"/>
          <p:nvPr/>
        </p:nvSpPr>
        <p:spPr>
          <a:xfrm>
            <a:off x="25161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7-fracbar204"/>
          <p:cNvSpPr/>
          <p:nvPr/>
        </p:nvSpPr>
        <p:spPr>
          <a:xfrm>
            <a:off x="25527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7-num205"/>
          <p:cNvSpPr txBox="1"/>
          <p:nvPr/>
        </p:nvSpPr>
        <p:spPr>
          <a:xfrm>
            <a:off x="25161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6" name="S07-op206"/>
          <p:cNvSpPr txBox="1"/>
          <p:nvPr/>
        </p:nvSpPr>
        <p:spPr>
          <a:xfrm>
            <a:off x="310896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47" name="S07-blank207"/>
          <p:cNvSpPr/>
          <p:nvPr/>
        </p:nvSpPr>
        <p:spPr>
          <a:xfrm>
            <a:off x="3909507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7-fracbar208"/>
          <p:cNvSpPr/>
          <p:nvPr/>
        </p:nvSpPr>
        <p:spPr>
          <a:xfrm>
            <a:off x="385978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7-num209"/>
          <p:cNvSpPr txBox="1"/>
          <p:nvPr/>
        </p:nvSpPr>
        <p:spPr>
          <a:xfrm>
            <a:off x="382320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0" name="S07-op210"/>
          <p:cNvSpPr txBox="1"/>
          <p:nvPr/>
        </p:nvSpPr>
        <p:spPr>
          <a:xfrm>
            <a:off x="4416044" y="420725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51" name="S07-blank211"/>
          <p:cNvSpPr/>
          <p:nvPr/>
        </p:nvSpPr>
        <p:spPr>
          <a:xfrm>
            <a:off x="50814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7-fracbar212"/>
          <p:cNvSpPr/>
          <p:nvPr/>
        </p:nvSpPr>
        <p:spPr>
          <a:xfrm>
            <a:off x="50317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7-num213"/>
          <p:cNvSpPr txBox="1"/>
          <p:nvPr/>
        </p:nvSpPr>
        <p:spPr>
          <a:xfrm>
            <a:off x="49951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크기 비교</a:t>
            </a:r>
            <a:endParaRPr lang="ko-KR" sz="4000" dirty="0"/>
          </a:p>
        </p:txBody>
      </p:sp>
      <p:sp>
        <p:nvSpPr>
          <p:cNvPr id="3" name="S08-num21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8-fracbar21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8-num21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8-op21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7" name="S08-num218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8-fracbar219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20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8-num221"/>
          <p:cNvSpPr txBox="1"/>
          <p:nvPr/>
        </p:nvSpPr>
        <p:spPr>
          <a:xfrm>
            <a:off x="7089567" y="34163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1" name="S08-fracbar222"/>
          <p:cNvSpPr/>
          <p:nvPr/>
        </p:nvSpPr>
        <p:spPr>
          <a:xfrm>
            <a:off x="7126143" y="38724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num223"/>
          <p:cNvSpPr txBox="1"/>
          <p:nvPr/>
        </p:nvSpPr>
        <p:spPr>
          <a:xfrm>
            <a:off x="7089567" y="39090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3" name="S08-cell224"/>
          <p:cNvSpPr/>
          <p:nvPr/>
        </p:nvSpPr>
        <p:spPr>
          <a:xfrm>
            <a:off x="7972471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25"/>
          <p:cNvSpPr/>
          <p:nvPr/>
        </p:nvSpPr>
        <p:spPr>
          <a:xfrm>
            <a:off x="8216993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226"/>
          <p:cNvSpPr/>
          <p:nvPr/>
        </p:nvSpPr>
        <p:spPr>
          <a:xfrm>
            <a:off x="8461516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227"/>
          <p:cNvSpPr/>
          <p:nvPr/>
        </p:nvSpPr>
        <p:spPr>
          <a:xfrm>
            <a:off x="8706039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228"/>
          <p:cNvSpPr/>
          <p:nvPr/>
        </p:nvSpPr>
        <p:spPr>
          <a:xfrm>
            <a:off x="8950562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229"/>
          <p:cNvSpPr/>
          <p:nvPr/>
        </p:nvSpPr>
        <p:spPr>
          <a:xfrm>
            <a:off x="9195084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230"/>
          <p:cNvSpPr/>
          <p:nvPr/>
        </p:nvSpPr>
        <p:spPr>
          <a:xfrm>
            <a:off x="9439607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231"/>
          <p:cNvSpPr/>
          <p:nvPr/>
        </p:nvSpPr>
        <p:spPr>
          <a:xfrm>
            <a:off x="9684130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232"/>
          <p:cNvSpPr/>
          <p:nvPr/>
        </p:nvSpPr>
        <p:spPr>
          <a:xfrm>
            <a:off x="9928653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233"/>
          <p:cNvSpPr/>
          <p:nvPr/>
        </p:nvSpPr>
        <p:spPr>
          <a:xfrm>
            <a:off x="10173175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cell234"/>
          <p:cNvSpPr/>
          <p:nvPr/>
        </p:nvSpPr>
        <p:spPr>
          <a:xfrm>
            <a:off x="10417698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cell235"/>
          <p:cNvSpPr/>
          <p:nvPr/>
        </p:nvSpPr>
        <p:spPr>
          <a:xfrm>
            <a:off x="10662221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236"/>
          <p:cNvSpPr/>
          <p:nvPr/>
        </p:nvSpPr>
        <p:spPr>
          <a:xfrm>
            <a:off x="10906744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237"/>
          <p:cNvSpPr/>
          <p:nvPr/>
        </p:nvSpPr>
        <p:spPr>
          <a:xfrm>
            <a:off x="11151266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238"/>
          <p:cNvSpPr/>
          <p:nvPr/>
        </p:nvSpPr>
        <p:spPr>
          <a:xfrm>
            <a:off x="11395789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figure239" descr="똑같이 15칸으로 나눈 띠, 9칸 색칠"/>
          <p:cNvSpPr/>
          <p:nvPr/>
        </p:nvSpPr>
        <p:spPr>
          <a:xfrm>
            <a:off x="7972471" y="3461004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8-num240"/>
          <p:cNvSpPr txBox="1"/>
          <p:nvPr/>
        </p:nvSpPr>
        <p:spPr>
          <a:xfrm>
            <a:off x="7089567" y="44952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0" name="S08-fracbar241"/>
          <p:cNvSpPr/>
          <p:nvPr/>
        </p:nvSpPr>
        <p:spPr>
          <a:xfrm>
            <a:off x="7126143" y="495147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8-num242"/>
          <p:cNvSpPr txBox="1"/>
          <p:nvPr/>
        </p:nvSpPr>
        <p:spPr>
          <a:xfrm>
            <a:off x="7089567" y="49880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32" name="S08-cell243"/>
          <p:cNvSpPr/>
          <p:nvPr/>
        </p:nvSpPr>
        <p:spPr>
          <a:xfrm>
            <a:off x="7972471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cell244"/>
          <p:cNvSpPr/>
          <p:nvPr/>
        </p:nvSpPr>
        <p:spPr>
          <a:xfrm>
            <a:off x="8216993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cell245"/>
          <p:cNvSpPr/>
          <p:nvPr/>
        </p:nvSpPr>
        <p:spPr>
          <a:xfrm>
            <a:off x="8461516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246"/>
          <p:cNvSpPr/>
          <p:nvPr/>
        </p:nvSpPr>
        <p:spPr>
          <a:xfrm>
            <a:off x="8706039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247"/>
          <p:cNvSpPr/>
          <p:nvPr/>
        </p:nvSpPr>
        <p:spPr>
          <a:xfrm>
            <a:off x="8950562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248"/>
          <p:cNvSpPr/>
          <p:nvPr/>
        </p:nvSpPr>
        <p:spPr>
          <a:xfrm>
            <a:off x="9195084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249"/>
          <p:cNvSpPr/>
          <p:nvPr/>
        </p:nvSpPr>
        <p:spPr>
          <a:xfrm>
            <a:off x="9439607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50"/>
          <p:cNvSpPr/>
          <p:nvPr/>
        </p:nvSpPr>
        <p:spPr>
          <a:xfrm>
            <a:off x="9684130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51"/>
          <p:cNvSpPr/>
          <p:nvPr/>
        </p:nvSpPr>
        <p:spPr>
          <a:xfrm>
            <a:off x="9928653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cell252"/>
          <p:cNvSpPr/>
          <p:nvPr/>
        </p:nvSpPr>
        <p:spPr>
          <a:xfrm>
            <a:off x="10173175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253"/>
          <p:cNvSpPr/>
          <p:nvPr/>
        </p:nvSpPr>
        <p:spPr>
          <a:xfrm>
            <a:off x="10417698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cell254"/>
          <p:cNvSpPr/>
          <p:nvPr/>
        </p:nvSpPr>
        <p:spPr>
          <a:xfrm>
            <a:off x="10662221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8-cell255"/>
          <p:cNvSpPr/>
          <p:nvPr/>
        </p:nvSpPr>
        <p:spPr>
          <a:xfrm>
            <a:off x="10906744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8-cell256"/>
          <p:cNvSpPr/>
          <p:nvPr/>
        </p:nvSpPr>
        <p:spPr>
          <a:xfrm>
            <a:off x="11151266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cell257"/>
          <p:cNvSpPr/>
          <p:nvPr/>
        </p:nvSpPr>
        <p:spPr>
          <a:xfrm>
            <a:off x="11395789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8-figure258" descr="똑같이 15칸으로 나눈 띠, 10칸 색칠"/>
          <p:cNvSpPr/>
          <p:nvPr/>
        </p:nvSpPr>
        <p:spPr>
          <a:xfrm>
            <a:off x="7972471" y="4539996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8" name="S08-guide259"/>
          <p:cNvSpPr/>
          <p:nvPr/>
        </p:nvSpPr>
        <p:spPr>
          <a:xfrm>
            <a:off x="10173175" y="332384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49" name="S08-stepno260"/>
          <p:cNvSpPr txBox="1"/>
          <p:nvPr/>
        </p:nvSpPr>
        <p:spPr>
          <a:xfrm>
            <a:off x="548640" y="29469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0" name="S08-text261"/>
          <p:cNvSpPr txBox="1"/>
          <p:nvPr/>
        </p:nvSpPr>
        <p:spPr>
          <a:xfrm>
            <a:off x="1325880" y="2901188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공통분모 15로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51" name="S08-num262"/>
          <p:cNvSpPr txBox="1"/>
          <p:nvPr/>
        </p:nvSpPr>
        <p:spPr>
          <a:xfrm>
            <a:off x="4032416" y="290118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2" name="S08-fracbar263"/>
          <p:cNvSpPr/>
          <p:nvPr/>
        </p:nvSpPr>
        <p:spPr>
          <a:xfrm>
            <a:off x="4068992" y="3357372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8-num264"/>
          <p:cNvSpPr txBox="1"/>
          <p:nvPr/>
        </p:nvSpPr>
        <p:spPr>
          <a:xfrm>
            <a:off x="4032416" y="339394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54" name="S08-op265"/>
          <p:cNvSpPr txBox="1"/>
          <p:nvPr/>
        </p:nvSpPr>
        <p:spPr>
          <a:xfrm>
            <a:off x="4719232" y="2901188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55" name="S08-num266"/>
          <p:cNvSpPr txBox="1"/>
          <p:nvPr/>
        </p:nvSpPr>
        <p:spPr>
          <a:xfrm>
            <a:off x="5298352" y="290118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56" name="S08-fracbar267"/>
          <p:cNvSpPr/>
          <p:nvPr/>
        </p:nvSpPr>
        <p:spPr>
          <a:xfrm>
            <a:off x="5334928" y="3357372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8-num268"/>
          <p:cNvSpPr txBox="1"/>
          <p:nvPr/>
        </p:nvSpPr>
        <p:spPr>
          <a:xfrm>
            <a:off x="5298352" y="339394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58" name="S08-stepno269"/>
          <p:cNvSpPr txBox="1"/>
          <p:nvPr/>
        </p:nvSpPr>
        <p:spPr>
          <a:xfrm>
            <a:off x="548640" y="402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9" name="S08-text270"/>
          <p:cNvSpPr txBox="1"/>
          <p:nvPr/>
        </p:nvSpPr>
        <p:spPr>
          <a:xfrm>
            <a:off x="1325880" y="3978148"/>
            <a:ext cx="270653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분자를 비교해요.</a:t>
            </a:r>
            <a:endParaRPr lang="ko-KR" sz="2800" dirty="0"/>
          </a:p>
        </p:txBody>
      </p:sp>
      <p:sp>
        <p:nvSpPr>
          <p:cNvPr id="60" name="S08-eqtext271"/>
          <p:cNvSpPr txBox="1"/>
          <p:nvPr/>
        </p:nvSpPr>
        <p:spPr>
          <a:xfrm>
            <a:off x="4032416" y="3978148"/>
            <a:ext cx="252273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&lt; 10</a:t>
            </a:r>
            <a:endParaRPr lang="ko-KR" sz="2800" dirty="0"/>
          </a:p>
        </p:txBody>
      </p:sp>
      <p:sp>
        <p:nvSpPr>
          <p:cNvPr id="61" name="S08-stepno272"/>
          <p:cNvSpPr txBox="1"/>
          <p:nvPr/>
        </p:nvSpPr>
        <p:spPr>
          <a:xfrm>
            <a:off x="548640" y="5056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62" name="S08-text273"/>
          <p:cNvSpPr txBox="1"/>
          <p:nvPr/>
        </p:nvSpPr>
        <p:spPr>
          <a:xfrm>
            <a:off x="1325880" y="501040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2800" dirty="0"/>
          </a:p>
        </p:txBody>
      </p:sp>
      <p:sp>
        <p:nvSpPr>
          <p:cNvPr id="63" name="S08-num274"/>
          <p:cNvSpPr txBox="1"/>
          <p:nvPr/>
        </p:nvSpPr>
        <p:spPr>
          <a:xfrm>
            <a:off x="4032416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64" name="S08-fracbar275"/>
          <p:cNvSpPr/>
          <p:nvPr/>
        </p:nvSpPr>
        <p:spPr>
          <a:xfrm>
            <a:off x="4068992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8-num276"/>
          <p:cNvSpPr txBox="1"/>
          <p:nvPr/>
        </p:nvSpPr>
        <p:spPr>
          <a:xfrm>
            <a:off x="4032416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66" name="S08-op277"/>
          <p:cNvSpPr txBox="1"/>
          <p:nvPr/>
        </p:nvSpPr>
        <p:spPr>
          <a:xfrm>
            <a:off x="4625252" y="501040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endParaRPr lang="ko-KR" sz="2800" dirty="0"/>
          </a:p>
        </p:txBody>
      </p:sp>
      <p:sp>
        <p:nvSpPr>
          <p:cNvPr id="67" name="S08-num278"/>
          <p:cNvSpPr txBox="1"/>
          <p:nvPr/>
        </p:nvSpPr>
        <p:spPr>
          <a:xfrm>
            <a:off x="5140364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8" name="S08-fracbar279"/>
          <p:cNvSpPr/>
          <p:nvPr/>
        </p:nvSpPr>
        <p:spPr>
          <a:xfrm>
            <a:off x="5176940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9" name="S08-num280"/>
          <p:cNvSpPr txBox="1"/>
          <p:nvPr/>
        </p:nvSpPr>
        <p:spPr>
          <a:xfrm>
            <a:off x="5140364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09-text2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=, &lt; 중 알맞은 것을 넣어요.</a:t>
            </a:r>
            <a:endParaRPr lang="ko-KR" sz="2800" dirty="0"/>
          </a:p>
        </p:txBody>
      </p:sp>
      <p:sp>
        <p:nvSpPr>
          <p:cNvPr id="4" name="S09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통분한 다음 분자를 비교해요.</a:t>
            </a:r>
            <a:endParaRPr lang="ko-KR" sz="2800" dirty="0"/>
          </a:p>
        </p:txBody>
      </p:sp>
      <p:sp>
        <p:nvSpPr>
          <p:cNvPr id="6" name="S09-chip28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num285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9-fracbar286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9-num287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9-op288"/>
          <p:cNvSpPr txBox="1"/>
          <p:nvPr/>
        </p:nvSpPr>
        <p:spPr>
          <a:xfrm>
            <a:off x="1990344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11" name="S09-num289"/>
          <p:cNvSpPr txBox="1"/>
          <p:nvPr/>
        </p:nvSpPr>
        <p:spPr>
          <a:xfrm>
            <a:off x="27543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09-fracbar290"/>
          <p:cNvSpPr/>
          <p:nvPr/>
        </p:nvSpPr>
        <p:spPr>
          <a:xfrm>
            <a:off x="27909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9-num291"/>
          <p:cNvSpPr txBox="1"/>
          <p:nvPr/>
        </p:nvSpPr>
        <p:spPr>
          <a:xfrm>
            <a:off x="27543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09-chip2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9-num293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9-fracbar294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num295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8" name="S09-op296"/>
          <p:cNvSpPr txBox="1"/>
          <p:nvPr/>
        </p:nvSpPr>
        <p:spPr>
          <a:xfrm>
            <a:off x="7719060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19" name="S09-num297"/>
          <p:cNvSpPr txBox="1"/>
          <p:nvPr/>
        </p:nvSpPr>
        <p:spPr>
          <a:xfrm>
            <a:off x="84830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0" name="S09-fracbar298"/>
          <p:cNvSpPr/>
          <p:nvPr/>
        </p:nvSpPr>
        <p:spPr>
          <a:xfrm>
            <a:off x="85196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num299"/>
          <p:cNvSpPr txBox="1"/>
          <p:nvPr/>
        </p:nvSpPr>
        <p:spPr>
          <a:xfrm>
            <a:off x="84830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2" name="S09-chip30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9-num301"/>
          <p:cNvSpPr txBox="1"/>
          <p:nvPr/>
        </p:nvSpPr>
        <p:spPr>
          <a:xfrm>
            <a:off x="1344168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4" name="S09-fracbar302"/>
          <p:cNvSpPr/>
          <p:nvPr/>
        </p:nvSpPr>
        <p:spPr>
          <a:xfrm>
            <a:off x="1380744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9-num303"/>
          <p:cNvSpPr txBox="1"/>
          <p:nvPr/>
        </p:nvSpPr>
        <p:spPr>
          <a:xfrm>
            <a:off x="1344168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6" name="S09-op304"/>
          <p:cNvSpPr txBox="1"/>
          <p:nvPr/>
        </p:nvSpPr>
        <p:spPr>
          <a:xfrm>
            <a:off x="2089912" y="3872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27" name="S09-num305"/>
          <p:cNvSpPr txBox="1"/>
          <p:nvPr/>
        </p:nvSpPr>
        <p:spPr>
          <a:xfrm>
            <a:off x="2853944" y="3872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8" name="S09-fracbar306"/>
          <p:cNvSpPr/>
          <p:nvPr/>
        </p:nvSpPr>
        <p:spPr>
          <a:xfrm>
            <a:off x="2890520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num307"/>
          <p:cNvSpPr txBox="1"/>
          <p:nvPr/>
        </p:nvSpPr>
        <p:spPr>
          <a:xfrm>
            <a:off x="2853944" y="4425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0" name="S09-chip30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1" name="S09-num309"/>
          <p:cNvSpPr txBox="1"/>
          <p:nvPr/>
        </p:nvSpPr>
        <p:spPr>
          <a:xfrm>
            <a:off x="7072884" y="3872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2" name="S09-fracbar310"/>
          <p:cNvSpPr/>
          <p:nvPr/>
        </p:nvSpPr>
        <p:spPr>
          <a:xfrm>
            <a:off x="7109460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9-num311"/>
          <p:cNvSpPr txBox="1"/>
          <p:nvPr/>
        </p:nvSpPr>
        <p:spPr>
          <a:xfrm>
            <a:off x="7072884" y="4425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4" name="S09-op312"/>
          <p:cNvSpPr txBox="1"/>
          <p:nvPr/>
        </p:nvSpPr>
        <p:spPr>
          <a:xfrm>
            <a:off x="7719060" y="3872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35" name="S09-num313"/>
          <p:cNvSpPr txBox="1"/>
          <p:nvPr/>
        </p:nvSpPr>
        <p:spPr>
          <a:xfrm>
            <a:off x="8483092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6" name="S09-fracbar314"/>
          <p:cNvSpPr/>
          <p:nvPr/>
        </p:nvSpPr>
        <p:spPr>
          <a:xfrm>
            <a:off x="8519668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9-num315"/>
          <p:cNvSpPr txBox="1"/>
          <p:nvPr/>
        </p:nvSpPr>
        <p:spPr>
          <a:xfrm>
            <a:off x="8483092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31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1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 4와 7분의 5 중 어느 것이 더 클까요?</a:t>
            </a:r>
            <a:endParaRPr lang="ko-KR" sz="2800" dirty="0"/>
          </a:p>
        </p:txBody>
      </p:sp>
      <p:sp>
        <p:nvSpPr>
          <p:cNvPr id="5" name="S10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까닭을 말해요.</a:t>
            </a:r>
            <a:endParaRPr lang="ko-KR" sz="2800" dirty="0"/>
          </a:p>
        </p:txBody>
      </p:sp>
      <p:sp>
        <p:nvSpPr>
          <p:cNvPr id="7" name="S10-chip32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7분의 5</a:t>
            </a:r>
            <a:endParaRPr lang="ko-KR" sz="2200" dirty="0"/>
          </a:p>
        </p:txBody>
      </p:sp>
      <p:sp>
        <p:nvSpPr>
          <p:cNvPr id="8" name="S10-text32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분모도 분자도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크니까요.</a:t>
            </a:r>
            <a:endParaRPr lang="ko-KR" sz="2800" dirty="0"/>
          </a:p>
        </p:txBody>
      </p:sp>
      <p:sp>
        <p:nvSpPr>
          <p:cNvPr id="9" name="S10-chip32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 4</a:t>
            </a:r>
            <a:endParaRPr lang="ko-KR" sz="2200" dirty="0"/>
          </a:p>
        </p:txBody>
      </p:sp>
      <p:sp>
        <p:nvSpPr>
          <p:cNvPr id="10" name="S10-text32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통분하면 35분의 28과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35분의 25예요.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통분하고, ③④는 ○에 &gt;, =, &lt;를 넣어요.</a:t>
            </a:r>
            <a:endParaRPr lang="ko-KR" sz="2800" dirty="0"/>
          </a:p>
        </p:txBody>
      </p:sp>
      <p:sp>
        <p:nvSpPr>
          <p:cNvPr id="4" name="S11-chip32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26"/>
          <p:cNvSpPr txBox="1"/>
          <p:nvPr/>
        </p:nvSpPr>
        <p:spPr>
          <a:xfrm>
            <a:off x="1344168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6" name="S11-fracbar327"/>
          <p:cNvSpPr/>
          <p:nvPr/>
        </p:nvSpPr>
        <p:spPr>
          <a:xfrm>
            <a:off x="1380744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7" name="S11-num328"/>
          <p:cNvSpPr txBox="1"/>
          <p:nvPr/>
        </p:nvSpPr>
        <p:spPr>
          <a:xfrm>
            <a:off x="1344168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8" name="S11-op329"/>
          <p:cNvSpPr txBox="1"/>
          <p:nvPr/>
        </p:nvSpPr>
        <p:spPr>
          <a:xfrm>
            <a:off x="1963674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9" name="S11-num330"/>
          <p:cNvSpPr txBox="1"/>
          <p:nvPr/>
        </p:nvSpPr>
        <p:spPr>
          <a:xfrm>
            <a:off x="2558034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0" name="S11-fracbar331"/>
          <p:cNvSpPr/>
          <p:nvPr/>
        </p:nvSpPr>
        <p:spPr>
          <a:xfrm>
            <a:off x="2594610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1" name="S11-num332"/>
          <p:cNvSpPr txBox="1"/>
          <p:nvPr/>
        </p:nvSpPr>
        <p:spPr>
          <a:xfrm>
            <a:off x="2558034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12" name="S11-op333"/>
          <p:cNvSpPr txBox="1"/>
          <p:nvPr/>
        </p:nvSpPr>
        <p:spPr>
          <a:xfrm>
            <a:off x="3177540" y="225704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000" dirty="0"/>
          </a:p>
        </p:txBody>
      </p:sp>
      <p:sp>
        <p:nvSpPr>
          <p:cNvPr id="13" name="S11-blank334"/>
          <p:cNvSpPr/>
          <p:nvPr/>
        </p:nvSpPr>
        <p:spPr>
          <a:xfrm>
            <a:off x="4053611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35"/>
          <p:cNvSpPr/>
          <p:nvPr/>
        </p:nvSpPr>
        <p:spPr>
          <a:xfrm>
            <a:off x="3953256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5" name="S11-num336"/>
          <p:cNvSpPr txBox="1"/>
          <p:nvPr/>
        </p:nvSpPr>
        <p:spPr>
          <a:xfrm>
            <a:off x="3916680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000" dirty="0"/>
          </a:p>
        </p:txBody>
      </p:sp>
      <p:sp>
        <p:nvSpPr>
          <p:cNvPr id="16" name="S11-op337"/>
          <p:cNvSpPr txBox="1"/>
          <p:nvPr/>
        </p:nvSpPr>
        <p:spPr>
          <a:xfrm>
            <a:off x="4632960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17" name="S11-blank338"/>
          <p:cNvSpPr/>
          <p:nvPr/>
        </p:nvSpPr>
        <p:spPr>
          <a:xfrm>
            <a:off x="5364251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1-fracbar339"/>
          <p:cNvSpPr/>
          <p:nvPr/>
        </p:nvSpPr>
        <p:spPr>
          <a:xfrm>
            <a:off x="5263896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11-num340"/>
          <p:cNvSpPr txBox="1"/>
          <p:nvPr/>
        </p:nvSpPr>
        <p:spPr>
          <a:xfrm>
            <a:off x="5227320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000" dirty="0"/>
          </a:p>
        </p:txBody>
      </p:sp>
      <p:sp>
        <p:nvSpPr>
          <p:cNvPr id="20" name="S11-chip3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num342"/>
          <p:cNvSpPr txBox="1"/>
          <p:nvPr/>
        </p:nvSpPr>
        <p:spPr>
          <a:xfrm>
            <a:off x="7072884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11-fracbar343"/>
          <p:cNvSpPr/>
          <p:nvPr/>
        </p:nvSpPr>
        <p:spPr>
          <a:xfrm>
            <a:off x="7109460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11-num344"/>
          <p:cNvSpPr txBox="1"/>
          <p:nvPr/>
        </p:nvSpPr>
        <p:spPr>
          <a:xfrm>
            <a:off x="7072884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11-op345"/>
          <p:cNvSpPr txBox="1"/>
          <p:nvPr/>
        </p:nvSpPr>
        <p:spPr>
          <a:xfrm>
            <a:off x="7692390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25" name="S11-num346"/>
          <p:cNvSpPr txBox="1"/>
          <p:nvPr/>
        </p:nvSpPr>
        <p:spPr>
          <a:xfrm>
            <a:off x="8286750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6" name="S11-fracbar347"/>
          <p:cNvSpPr/>
          <p:nvPr/>
        </p:nvSpPr>
        <p:spPr>
          <a:xfrm>
            <a:off x="8323326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11-num348"/>
          <p:cNvSpPr txBox="1"/>
          <p:nvPr/>
        </p:nvSpPr>
        <p:spPr>
          <a:xfrm>
            <a:off x="8286750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8" name="S11-op349"/>
          <p:cNvSpPr txBox="1"/>
          <p:nvPr/>
        </p:nvSpPr>
        <p:spPr>
          <a:xfrm>
            <a:off x="8906256" y="225704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000" dirty="0"/>
          </a:p>
        </p:txBody>
      </p:sp>
      <p:sp>
        <p:nvSpPr>
          <p:cNvPr id="29" name="S11-blank350"/>
          <p:cNvSpPr/>
          <p:nvPr/>
        </p:nvSpPr>
        <p:spPr>
          <a:xfrm>
            <a:off x="9782327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11-fracbar351"/>
          <p:cNvSpPr/>
          <p:nvPr/>
        </p:nvSpPr>
        <p:spPr>
          <a:xfrm>
            <a:off x="9681972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1" name="S11-num352"/>
          <p:cNvSpPr txBox="1"/>
          <p:nvPr/>
        </p:nvSpPr>
        <p:spPr>
          <a:xfrm>
            <a:off x="9645396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2" name="S11-op353"/>
          <p:cNvSpPr txBox="1"/>
          <p:nvPr/>
        </p:nvSpPr>
        <p:spPr>
          <a:xfrm>
            <a:off x="10361676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33" name="S11-blank354"/>
          <p:cNvSpPr/>
          <p:nvPr/>
        </p:nvSpPr>
        <p:spPr>
          <a:xfrm>
            <a:off x="11092967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1-fracbar355"/>
          <p:cNvSpPr/>
          <p:nvPr/>
        </p:nvSpPr>
        <p:spPr>
          <a:xfrm>
            <a:off x="10992612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11-num356"/>
          <p:cNvSpPr txBox="1"/>
          <p:nvPr/>
        </p:nvSpPr>
        <p:spPr>
          <a:xfrm>
            <a:off x="10956036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6" name="S11-chip35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11-num358"/>
          <p:cNvSpPr txBox="1"/>
          <p:nvPr/>
        </p:nvSpPr>
        <p:spPr>
          <a:xfrm>
            <a:off x="13441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8" name="S11-fracbar359"/>
          <p:cNvSpPr/>
          <p:nvPr/>
        </p:nvSpPr>
        <p:spPr>
          <a:xfrm>
            <a:off x="13807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1-num360"/>
          <p:cNvSpPr txBox="1"/>
          <p:nvPr/>
        </p:nvSpPr>
        <p:spPr>
          <a:xfrm>
            <a:off x="13441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40" name="S11-op361"/>
          <p:cNvSpPr txBox="1"/>
          <p:nvPr/>
        </p:nvSpPr>
        <p:spPr>
          <a:xfrm>
            <a:off x="1990344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41" name="S11-num362"/>
          <p:cNvSpPr txBox="1"/>
          <p:nvPr/>
        </p:nvSpPr>
        <p:spPr>
          <a:xfrm>
            <a:off x="2754376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42" name="S11-fracbar363"/>
          <p:cNvSpPr/>
          <p:nvPr/>
        </p:nvSpPr>
        <p:spPr>
          <a:xfrm>
            <a:off x="2790952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1-num364"/>
          <p:cNvSpPr txBox="1"/>
          <p:nvPr/>
        </p:nvSpPr>
        <p:spPr>
          <a:xfrm>
            <a:off x="2754376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44" name="S11-chip36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5" name="S11-num366"/>
          <p:cNvSpPr txBox="1"/>
          <p:nvPr/>
        </p:nvSpPr>
        <p:spPr>
          <a:xfrm>
            <a:off x="70728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6" name="S11-fracbar367"/>
          <p:cNvSpPr/>
          <p:nvPr/>
        </p:nvSpPr>
        <p:spPr>
          <a:xfrm>
            <a:off x="71094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num368"/>
          <p:cNvSpPr txBox="1"/>
          <p:nvPr/>
        </p:nvSpPr>
        <p:spPr>
          <a:xfrm>
            <a:off x="70728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8" name="S11-op369"/>
          <p:cNvSpPr txBox="1"/>
          <p:nvPr/>
        </p:nvSpPr>
        <p:spPr>
          <a:xfrm>
            <a:off x="7719060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49" name="S11-num370"/>
          <p:cNvSpPr txBox="1"/>
          <p:nvPr/>
        </p:nvSpPr>
        <p:spPr>
          <a:xfrm>
            <a:off x="8483092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50" name="S11-fracbar371"/>
          <p:cNvSpPr/>
          <p:nvPr/>
        </p:nvSpPr>
        <p:spPr>
          <a:xfrm>
            <a:off x="8519668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num372"/>
          <p:cNvSpPr txBox="1"/>
          <p:nvPr/>
        </p:nvSpPr>
        <p:spPr>
          <a:xfrm>
            <a:off x="8483092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통분한 식을 쓰고 분자를 비교하게 하세요.</a:t>
            </a:r>
            <a:endParaRPr lang="ko-KR" sz="2800" dirty="0"/>
          </a:p>
        </p:txBody>
      </p:sp>
      <p:sp>
        <p:nvSpPr>
          <p:cNvPr id="5" name="S12-chip3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76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24분의 20, 24분의 9</a:t>
            </a:r>
            <a:endParaRPr lang="ko-KR" sz="2800" dirty="0"/>
          </a:p>
        </p:txBody>
      </p:sp>
      <p:sp>
        <p:nvSpPr>
          <p:cNvPr id="7" name="S12-text377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15분의 6, 15분의 5</a:t>
            </a:r>
            <a:endParaRPr lang="ko-KR" sz="2800" dirty="0"/>
          </a:p>
        </p:txBody>
      </p:sp>
      <p:sp>
        <p:nvSpPr>
          <p:cNvPr id="8" name="S12-text378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9분의 5 &lt; 12분의 7</a:t>
            </a:r>
            <a:endParaRPr lang="ko-KR" sz="2800" dirty="0"/>
          </a:p>
        </p:txBody>
      </p:sp>
      <p:sp>
        <p:nvSpPr>
          <p:cNvPr id="9" name="S12-text379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4분의 3 &gt; 10분의 7</a:t>
            </a:r>
            <a:endParaRPr lang="ko-KR" sz="2800" dirty="0"/>
          </a:p>
        </p:txBody>
      </p:sp>
      <p:sp>
        <p:nvSpPr>
          <p:cNvPr id="10" name="S12-chip3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num381"/>
          <p:cNvSpPr txBox="1"/>
          <p:nvPr/>
        </p:nvSpPr>
        <p:spPr>
          <a:xfrm>
            <a:off x="6277356" y="22484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2" name="S12-fracbar382"/>
          <p:cNvSpPr/>
          <p:nvPr/>
        </p:nvSpPr>
        <p:spPr>
          <a:xfrm>
            <a:off x="6313932" y="26746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3" name="S12-num383"/>
          <p:cNvSpPr txBox="1"/>
          <p:nvPr/>
        </p:nvSpPr>
        <p:spPr>
          <a:xfrm>
            <a:off x="6277356" y="27111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4" name="S12-op384"/>
          <p:cNvSpPr txBox="1"/>
          <p:nvPr/>
        </p:nvSpPr>
        <p:spPr>
          <a:xfrm>
            <a:off x="6934708" y="2248408"/>
            <a:ext cx="45415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600" dirty="0"/>
          </a:p>
        </p:txBody>
      </p:sp>
      <p:sp>
        <p:nvSpPr>
          <p:cNvPr id="15" name="S12-num385"/>
          <p:cNvSpPr txBox="1"/>
          <p:nvPr/>
        </p:nvSpPr>
        <p:spPr>
          <a:xfrm>
            <a:off x="7498588" y="22484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6" name="S12-fracbar386"/>
          <p:cNvSpPr/>
          <p:nvPr/>
        </p:nvSpPr>
        <p:spPr>
          <a:xfrm>
            <a:off x="7535164" y="26746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7" name="S12-num387"/>
          <p:cNvSpPr txBox="1"/>
          <p:nvPr/>
        </p:nvSpPr>
        <p:spPr>
          <a:xfrm>
            <a:off x="7498588" y="27111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8" name="S12-text38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분모만 바꿈</a:t>
            </a:r>
            <a:endParaRPr lang="ko-KR" sz="2200" dirty="0"/>
          </a:p>
        </p:txBody>
      </p:sp>
      <p:sp>
        <p:nvSpPr>
          <p:cNvPr id="19" name="S12-num389"/>
          <p:cNvSpPr txBox="1"/>
          <p:nvPr/>
        </p:nvSpPr>
        <p:spPr>
          <a:xfrm>
            <a:off x="6277356" y="362000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0" name="S12-fracbar390"/>
          <p:cNvSpPr/>
          <p:nvPr/>
        </p:nvSpPr>
        <p:spPr>
          <a:xfrm>
            <a:off x="6313932" y="404622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1" name="S12-num391"/>
          <p:cNvSpPr txBox="1"/>
          <p:nvPr/>
        </p:nvSpPr>
        <p:spPr>
          <a:xfrm>
            <a:off x="6277356" y="408279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" name="S12-op392"/>
          <p:cNvSpPr txBox="1"/>
          <p:nvPr/>
        </p:nvSpPr>
        <p:spPr>
          <a:xfrm>
            <a:off x="6843522" y="362000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ko-KR" sz="2600" dirty="0"/>
          </a:p>
        </p:txBody>
      </p:sp>
      <p:sp>
        <p:nvSpPr>
          <p:cNvPr id="23" name="S12-num393"/>
          <p:cNvSpPr txBox="1"/>
          <p:nvPr/>
        </p:nvSpPr>
        <p:spPr>
          <a:xfrm>
            <a:off x="7347966" y="3620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4" name="S12-fracbar394"/>
          <p:cNvSpPr/>
          <p:nvPr/>
        </p:nvSpPr>
        <p:spPr>
          <a:xfrm>
            <a:off x="7384542" y="4046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5" name="S12-num395"/>
          <p:cNvSpPr txBox="1"/>
          <p:nvPr/>
        </p:nvSpPr>
        <p:spPr>
          <a:xfrm>
            <a:off x="7347966" y="4082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6" name="S12-text39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분모만 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분수는?</a:t>
            </a:r>
            <a:endParaRPr lang="ko-KR" sz="4000" dirty="0"/>
          </a:p>
        </p:txBody>
      </p:sp>
      <p:sp>
        <p:nvSpPr>
          <p:cNvPr id="3" name="S13-text3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분수 중 가장 큰 분수를 골라요.</a:t>
            </a:r>
            <a:endParaRPr lang="ko-KR" sz="2800" dirty="0"/>
          </a:p>
        </p:txBody>
      </p:sp>
      <p:sp>
        <p:nvSpPr>
          <p:cNvPr id="4" name="S13-card3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분수씩 통분해서 비교하고, 까닭을 말해요.</a:t>
            </a:r>
            <a:endParaRPr lang="ko-KR" sz="2800" dirty="0"/>
          </a:p>
        </p:txBody>
      </p:sp>
      <p:sp>
        <p:nvSpPr>
          <p:cNvPr id="6" name="S13-chip40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401"/>
          <p:cNvSpPr txBox="1"/>
          <p:nvPr/>
        </p:nvSpPr>
        <p:spPr>
          <a:xfrm>
            <a:off x="1927098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400" dirty="0"/>
          </a:p>
        </p:txBody>
      </p:sp>
      <p:sp>
        <p:nvSpPr>
          <p:cNvPr id="8" name="S13-fracbar402"/>
          <p:cNvSpPr/>
          <p:nvPr/>
        </p:nvSpPr>
        <p:spPr>
          <a:xfrm>
            <a:off x="1963674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9" name="S13-num403"/>
          <p:cNvSpPr txBox="1"/>
          <p:nvPr/>
        </p:nvSpPr>
        <p:spPr>
          <a:xfrm>
            <a:off x="1927098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400" dirty="0"/>
          </a:p>
        </p:txBody>
      </p:sp>
      <p:sp>
        <p:nvSpPr>
          <p:cNvPr id="10" name="S13-chip40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3-num405"/>
          <p:cNvSpPr txBox="1"/>
          <p:nvPr/>
        </p:nvSpPr>
        <p:spPr>
          <a:xfrm>
            <a:off x="5746242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12" name="S13-fracbar406"/>
          <p:cNvSpPr/>
          <p:nvPr/>
        </p:nvSpPr>
        <p:spPr>
          <a:xfrm>
            <a:off x="5782818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3" name="S13-num407"/>
          <p:cNvSpPr txBox="1"/>
          <p:nvPr/>
        </p:nvSpPr>
        <p:spPr>
          <a:xfrm>
            <a:off x="5746242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4" name="S13-chip40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5" name="S13-num409"/>
          <p:cNvSpPr txBox="1"/>
          <p:nvPr/>
        </p:nvSpPr>
        <p:spPr>
          <a:xfrm>
            <a:off x="9565386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400" dirty="0"/>
          </a:p>
        </p:txBody>
      </p:sp>
      <p:sp>
        <p:nvSpPr>
          <p:cNvPr id="16" name="S13-fracbar410"/>
          <p:cNvSpPr/>
          <p:nvPr/>
        </p:nvSpPr>
        <p:spPr>
          <a:xfrm>
            <a:off x="9601962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7" name="S13-num411"/>
          <p:cNvSpPr txBox="1"/>
          <p:nvPr/>
        </p:nvSpPr>
        <p:spPr>
          <a:xfrm>
            <a:off x="9565386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곱이나 최소공배수로 통분하고, 분자를 비교해요.</a:t>
            </a:r>
            <a:endParaRPr lang="ko-KR" sz="2800" dirty="0"/>
          </a:p>
        </p:txBody>
      </p:sp>
      <p:sp>
        <p:nvSpPr>
          <p:cNvPr id="5" name="S14-chip41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통분한 뒤 분자 비교하기</a:t>
            </a:r>
            <a:endParaRPr lang="ko-KR" sz="2200" dirty="0"/>
          </a:p>
        </p:txBody>
      </p:sp>
      <p:sp>
        <p:nvSpPr>
          <p:cNvPr id="6" name="S14-chip41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분모만 보고 비교하기</a:t>
            </a:r>
            <a:endParaRPr lang="ko-KR" sz="2200" dirty="0"/>
          </a:p>
        </p:txBody>
      </p:sp>
      <p:sp>
        <p:nvSpPr>
          <p:cNvPr id="7" name="S14-text41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41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4분의 1과 6분의 1을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최소공배수로 통분</a:t>
            </a:r>
            <a:endParaRPr lang="ko-KR" sz="2200" dirty="0"/>
          </a:p>
        </p:txBody>
      </p:sp>
      <p:sp>
        <p:nvSpPr>
          <p:cNvPr id="9" name="S14-op418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num419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1" name="S14-fracbar420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2" name="S14-num421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3" name="S14-op422"/>
          <p:cNvSpPr txBox="1"/>
          <p:nvPr/>
        </p:nvSpPr>
        <p:spPr>
          <a:xfrm>
            <a:off x="557758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600" dirty="0"/>
          </a:p>
        </p:txBody>
      </p:sp>
      <p:sp>
        <p:nvSpPr>
          <p:cNvPr id="14" name="S14-num423"/>
          <p:cNvSpPr txBox="1"/>
          <p:nvPr/>
        </p:nvSpPr>
        <p:spPr>
          <a:xfrm>
            <a:off x="626694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4-fracbar424"/>
          <p:cNvSpPr/>
          <p:nvPr/>
        </p:nvSpPr>
        <p:spPr>
          <a:xfrm>
            <a:off x="630351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6" name="S14-num425"/>
          <p:cNvSpPr txBox="1"/>
          <p:nvPr/>
        </p:nvSpPr>
        <p:spPr>
          <a:xfrm>
            <a:off x="626694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7" name="S14-op426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4-num427"/>
          <p:cNvSpPr txBox="1"/>
          <p:nvPr/>
        </p:nvSpPr>
        <p:spPr>
          <a:xfrm>
            <a:off x="8784844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4-fracbar428"/>
          <p:cNvSpPr/>
          <p:nvPr/>
        </p:nvSpPr>
        <p:spPr>
          <a:xfrm>
            <a:off x="8821420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4-num429"/>
          <p:cNvSpPr txBox="1"/>
          <p:nvPr/>
        </p:nvSpPr>
        <p:spPr>
          <a:xfrm>
            <a:off x="8784844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1" name="S14-op430"/>
          <p:cNvSpPr txBox="1"/>
          <p:nvPr/>
        </p:nvSpPr>
        <p:spPr>
          <a:xfrm>
            <a:off x="935101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600" dirty="0"/>
          </a:p>
        </p:txBody>
      </p:sp>
      <p:sp>
        <p:nvSpPr>
          <p:cNvPr id="22" name="S14-num431"/>
          <p:cNvSpPr txBox="1"/>
          <p:nvPr/>
        </p:nvSpPr>
        <p:spPr>
          <a:xfrm>
            <a:off x="10040366" y="423722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4-fracbar432"/>
          <p:cNvSpPr/>
          <p:nvPr/>
        </p:nvSpPr>
        <p:spPr>
          <a:xfrm>
            <a:off x="10076942" y="4663440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4" name="S14-num433"/>
          <p:cNvSpPr txBox="1"/>
          <p:nvPr/>
        </p:nvSpPr>
        <p:spPr>
          <a:xfrm>
            <a:off x="10040366" y="470001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14-text43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다른 분수의 덧셈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공배수와 최소공배수</a:t>
            </a:r>
            <a:endParaRPr lang="ko-KR" sz="4000" dirty="0"/>
          </a:p>
        </p:txBody>
      </p:sp>
      <p:sp>
        <p:nvSpPr>
          <p:cNvPr id="3" name="S15-text4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배수를 차례로 쓰고, 같은 수를 찾아요.</a:t>
            </a:r>
            <a:endParaRPr lang="ko-KR" sz="2800" dirty="0"/>
          </a:p>
        </p:txBody>
      </p:sp>
      <p:sp>
        <p:nvSpPr>
          <p:cNvPr id="4" name="S15-card43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3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공배수: 12, 24, …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공배수 12가 최소공배수예요.</a:t>
            </a:r>
            <a:endParaRPr lang="ko-KR" sz="2800" dirty="0"/>
          </a:p>
        </p:txBody>
      </p:sp>
      <p:graphicFrame>
        <p:nvGraphicFramePr>
          <p:cNvPr id="16" name="S15-table4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583688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 8, 12, 16, 20, 24, …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 12, 18, 24, 30, …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통분과 크기 비교</dc:title>
  <dc:subject>KR22-G05-MAT-FRAC-COMMON-L01</dc:subject>
  <dc:creator>education-ppt</dc:creator>
  <cp:lastModifiedBy>education-ppt</cp:lastModifiedBy>
  <cp:revision>1</cp:revision>
  <dcterms:created xsi:type="dcterms:W3CDTF">2026-10-26T08:29:49Z</dcterms:created>
  <dcterms:modified xsi:type="dcterms:W3CDTF">2026-10-26T08:29:49Z</dcterms:modified>
</cp:coreProperties>
</file>