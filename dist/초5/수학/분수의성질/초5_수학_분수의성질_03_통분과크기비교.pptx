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3f6a330-13e1-69c8-75b9-949f32634050}">
          <p14:sldIdLst>
            <p14:sldId id="256"/>
            <p14:sldId id="257"/>
          </p14:sldIdLst>
        </p14:section>
        <p14:section name="개념" id="{e65daf3f-5967-9783-52ae-b2b7f1518209}">
          <p14:sldIdLst>
            <p14:sldId id="258"/>
            <p14:sldId id="259"/>
            <p14:sldId id="260"/>
            <p14:sldId id="261"/>
            <p14:sldId id="263"/>
          </p14:sldIdLst>
        </p14:section>
        <p14:section name="연습" id="{48491a2f-7fc7-9c99-48c9-abfa16857602}">
          <p14:sldIdLst>
            <p14:sldId id="262"/>
            <p14:sldId id="264"/>
            <p14:sldId id="265"/>
          </p14:sldIdLst>
        </p14:section>
        <p14:section name="개념" id="{4e53d27e-91c6-954d-6abd-2d684182007c}">
          <p14:sldIdLst/>
        </p14:section>
        <p14:section name="연습" id="{d76067db-d641-f6d7-28e0-45b44b1cae7a}">
          <p14:sldIdLst/>
        </p14:section>
        <p14:section name="확인" id="{fc92d5d7-5d7c-0927-2914-716bdbf1ef69}">
          <p14:sldIdLst>
            <p14:sldId id="266"/>
            <p14:sldId id="267"/>
            <p14:sldId id="268"/>
          </p14:sldIdLst>
        </p14:section>
        <p14:section name="정리" id="{8f3cf0d6-aa31-ce3c-cf9b-fa20f7aa5564}">
          <p14:sldIdLst>
            <p14:sldId id="269"/>
          </p14:sldIdLst>
        </p14:section>
        <p14:section name="보충" id="{b39b7612-29f0-2f81-a95a-bc01764577ff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분모가 달라 바로 비교하기 어려운 두 분수를 보여 주고, 분모를 같게 하면 비교할 수 있겠다는 생각을 끌어냅니다.
시간: 약 2분
이렇게 말해 보세요
- “5분의 3과 3분의 2 중 어느 쪽이 더 클까? 먼저 예상해 볼래?”
- “분모가 같으면 비교하기 쉬운데, 분모가 다를 때는 어떻게 하면 좋을까?”
예상 답
- “5분의 3이요. 5가 더 크니까요.” “3분의 2요.” “모르겠어요.”
막히면
- 답을 확인하지 않고 넘어갑니다. S08에서 같은 문제를 함께 풉니다.
주의
- 아이의 예상을 적어 두었다가 S08에서 다시 봅니다. 종이 띠 2장과 색연필을 준비합니다.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확인(최소공배수, 크기가 같은 분수, 약분)]
목적: 통분에 필요한 최소공배수, 분모와 분자에 같은 수를 곱하기, 기약분수를 기억하는지 확인합니다.
시간: 약 3분
이렇게 말해 보세요
- “①은 4의 배수와 6의 배수 중 공통인 가장 작은 수야.”
- “②는 분모 4가 12가 되었어. 몇을 곱했지? 분자도 똑같이 하면?”
- “③은 지난 시간에 배운 약분이야. 10과 15의 최대공약수는?”
정답
- ① 12
- ② 9 (분모와 분자에 3을 곱함)
- ③ 3분의 2 (최대공약수 5로 나눔)
막히면
- ①이 흔들리면 S15(보충)를 먼저 합니다. 보충으로도 어려우면 초5 ‘최대공약수와 최소공배수’ 차시를 먼저 합니다.
- ②③이 흔들리면 ‘크기가 같은 분수’(KR22-G05-MAT-FRAC-EQUIV-L01)와 ‘약분과 기약분수’(KR22-G05-MAT-FRAC-REDUCE-L01)를 다시 봅니다.
주의
- ①의 최소공배수와 ②의 ‘분모와 분자에 같은 수 곱하기’가 오늘 통분의 두 재료입니다.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분모를 같게 하면 비교가 쉬움]
목적: 분모가 다른 두 분수를 같은 크기의 칸(6분의 1)으로 나타내면 칸 수로 바로 비교할 수 있다는 것을 띠 그림으로 봅니다.
시간: 약 2분
이렇게 말해 보세요
- “2분의 1의 한 칸을 셋으로 나누면 몇 칸 중 몇 칸이야? 3분의 1의 한 칸을 둘로 나누면?”
- “이제 둘 다 6분의 1짜리 칸이야. 어느 쪽 칸이 더 많아?”
예상 답
- “6칸 중 3칸, 6칸 중 2칸이요.” “2분의 1이 더 커요.”
막히면
- 종이 띠 두 장을 각각 6칸으로 접어(반으로 접고 셋으로 접기) 색칠해 겹쳐 봅니다.
주의
- 모든 띠의 전체 길이가 같다는 것을 먼저 확인합니다. 전체가 같아야 비교할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통분과 공통분모의 뜻(격자)]
목적: 분모를 같게 하는 것을 ‘통분’, 같게 한 분모를 ‘공통분모’라고 한다는 것을 격자 그림으로 알려 줍니다.
시간: 약 3분
이렇게 말해 보세요
- “왼쪽은 위아래 반(2분의 1)을 색칠했어. 세로선을 그어 3칸씩 나누니 몇 칸 중 몇 칸이야?”
- “오른쪽은 3칸 중 1칸(3분의 1)을 색칠했어. 가로선을 그어 2줄로 나누니?”
- “이렇게 분모를 같게 하는 것을 ‘통분한다’고 하고, 6을 ‘공통분모’라고 해.”
예상 답
- “6칸 중 3칸이요.” “6칸 중 2칸이요.”
막히면
- 공책에 네모를 그리고 직접 가로선 1개, 세로선 2개를 그어 6칸을 만들어 봅니다.
주의
- 6은 2와 3의 곱이면서 최소공배수입니다. 다음 장부터 공통분모를 정하는 두 가지 방법을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분모의 곱으로 통분하기]
목적: 두 분모의 곱을 공통분모로 하여 통분하는 방법을 격자 그림과 함께 익힙니다.
시간: 약 3분
이렇게 말해 보세요
- “3분의 2와 4분의 3을 통분해 보자. 분모 3과 4를 곱하면?”
- “3분의 2를 분모가 12인 분수로 바꾸려면 분모에 4를 곱해. 분자에도 4를 곱하면?”
- “4분의 3은 무엇을 곱해야 할까?”
예상 답
- “12요.” “12분의 8이요.” “3을 곱해서 12분의 9요.”
막히면
- 오른쪽 격자에서 색칠한 칸을 세어 확인합니다. 3분의 2는 3줄 중 2줄(8칸), 4분의 3은 4칸 줄 중 3칸 줄(9칸)입니다.
주의
- 분모에만 곱하고 분자를 그대로 두면(12분의 2) 크기가 달라집니다(M1). “칸만 잘게 나눴으니 색칠한 칸도 그만큼 늘어야지?”라고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분모의 곱과 최소공배수 두 방법 비교]
목적: 분모의 곱으로도, 최소공배수로도 통분할 수 있고, 최소공배수로 하면 수가 작아 계산이 편하다는 것을 비교합니다.
시간: 약 3분
이렇게 말해 보세요
- “왼쪽은 6 × 9 = 54를 공통분모로 했어. 6분의 5는 분모와 분자에 몇을 곱했을까?”
- “오른쪽은 6과 9의 최소공배수 18을 공통분모로 했어. 무엇을 곱했을까?”
- “54분의 45와 18분의 15는 크기가 같을까?”
예상 답
- “9를 곱했어요.” “3과 2를 곱했어요.” “같아요. 54분의 45를 3으로 약분하면 18분의 15예요.”
막히면
- 6의 배수(6, 12, 18 …)와 9의 배수(9, 18 …)를 써서 18을 함께 찾습니다.
주의
- 분모의 곱으로 통분한 답도 틀린 것이 아닙니다(M4). 수가 커서 계산할 때 실수하기 쉬우므로 최소공배수를 권합니다.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연습(통분하기)]
목적: 도움을 받으며 분모의 곱(①)과 최소공배수(②③)로 통분합니다.
시간: 약 3분
이렇게 말해 보세요
- “①의 공통분모 20은 4 × 5야. 4분의 1은 분모와 분자에 무엇을 곱해?”
- “②의 24는 8과 12의 최소공배수야. 8에 몇을 곱하면 24?”
- “③은 9가 3의 배수라서 3분의 2만 바꾸면 돼.”
정답
- ① 20분의 5, 20분의 8
- ② 24분의 9, 24분의 10
- ③ 9분의 6, 9분의 4
막히면
- “공통분모가 되려면 처음 분모에 몇을 곱해야 할까?”를 먼저 묻고, 같은 수를 분자에도 곱하게 합니다.
주의
- ③에서 9분의 4는 바꾸지 않아도 됩니다. 한 분모가 다른 분모의 배수이면 큰 분모가 최소공배수입니다.
- 지치면 여기서 쉬고, 다음에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통분하여 크기 비교하기]
목적: 분모가 다른 분수는 통분한 뒤 분자를 비교하여 크기를 비교한다는 것을 보여 줍니다.
시간: 약 3분
이렇게 말해 보세요
- “5분의 3과 3분의 2를 공통분모 15로 통분하면?”
- “분모가 같아졌으니 분자만 비교하면 돼. 9와 10 중 어느 것이 커?”
- “S01에서 예상한 것과 같아?”
예상 답
- “15분의 9와 15분의 10이요.” “3분의 2가 더 커요.”
막히면
- 오른쪽 띠에서 색칠한 칸을 세어 비교합니다(9칸과 10칸).
주의
- 5분의 3과 3분의 2는 차이가 15분의 1뿐이라 그림만으로는 헷갈리기 쉽습니다. 그래서 통분해서 비교하는 방법이 필요합니다.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연습(크기 비교)]
목적: 도움을 받으며 통분하여 두 분수의 크기를 비교하고 &gt;, =, &lt;로 나타냅니다.
시간: 약 4분
이렇게 말해 보세요
- “①은 공통분모를 무엇으로 할까? 4와 6의 최소공배수는?”
- “④는 통분해 보니 어떻게 되었어?”
정답
- ① &lt; (12분의 9 &lt; 12분의 10)
- ② &lt; (35분의 20 &lt; 35분의 21)
- ③ &gt; (30분의 21 &gt; 30분의 20)
- ④ = (24분의 18 = 24분의 18, 둘 다 4분의 3)
막히면
- 공책에 두 분수를 통분한 식을 먼저 쓰고 분자에 동그라미를 쳐서 비교하게 합니다.
주의
- ④는 약분해서 둘 다 4분의 3으로 비교해도 됩니다. 크기가 같은 분수에는 =를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비교(분모·분자가 크면 큰 분수?)]
목적: 분모나 분자의 크기만 보고 분수의 크기를 판단하는 실수(M2)를 찾고, 통분으로 바로잡습니다.
시간: 약 3분
이렇게 말해 보세요
- “토끼는 7과 5가 더 크니까 7분의 5가 크다고 했어. 분모가 크면 한 칸은 어떻게 돼?”
- “곰처럼 통분해 볼까?”
예상 답
- “분모가 크면 한 칸이 작아져요.” “곰이 맞아요. 35분의 28이 더 커요.”
정답
- 곰이 맞습니다. 5분의 4 = 35분의 28, 7분의 5 = 35분의 25이고 28 &gt; 25이므로 5분의 4가 더 큽니다.
- 분모가 커지면 한 칸(단위분수)이 작아지므로, 분모와 분자의 크기만으로는 판단할 수 없습니다.
막히면
- ‘5분의 4는 1보다 5분의 1 작고, 7분의 5는 1보다 7분의 2 작다’처럼 1까지 남은 양으로 생각해 볼 수도 있습니다(선택).
주의
- S01에서 ‘5분의 3이 더 크다(5가 크니까)’고 예상했다면 이 장에서 다시 이야기합니다.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통분하고(①②, 목표 ①), 통분하여 크기를 비교하는지(③④, 목표 ②) 확인합니다.
시간: 약 5분
이렇게 말해 보세요
- “이번에는 혼자 해 볼래? ③④는 어떻게 비교했는지도 말해 줘.”
정답
- ① 24분의 20, 24분의 9 (최소공배수 24)
- ② 15분의 6, 15분의 5 (분모의 곱 15)
- ③ &lt; (36분의 20 &lt; 36분의 21)
- ④ &gt; (20분의 15 &gt; 20분의 14)
막히면
- 바로 알려 주지 말고 “공통분모를 무엇으로 할까?”라고만 묻습니다.
- 도움을 받아 해결했다면 기록표에 ‘도움’으로 표시합니다.
주의
- ③을 ‘9가 12보다 작으니 9분의 5가 크다’고 하면 M2입니다. 통분한 식을 쓰게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①은 공통분모가 48이어도 맞아. 크기가 같은지 확인해 보자.”
정답
- ① 24분의 20, 24분의 9 ② 15분의 6, 15분의 5 ③ &lt; ④ &gt;
막히면
- 분모에만 곱했으면 S05의 격자로(M1), 분모만 보고 비교했으면 S10으로(M2) 돌아갑니다.
주의
- ①을 분모의 곱 48로 통분한 답(48분의 40, 48분의 18)도 맞습니다. 문제에 공통분모를 정해 주지 않았다면 정답으로 인정합니다.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확인(세 분수 비교)]
목적: 처음 보는 세 분수를 두 분수씩 통분해 비교하여 가장 큰 분수를 찾는지 확인합니다.
시간: 약 2분
이렇게 말해 보세요
- “세 분수를 한꺼번에 비교하기 어려우면 두 개씩 비교해 볼까? 가와 나부터.”
정답
- 나(5분의 3). 가와 나: 10분의 5 &lt; 10분의 6, 나와 다: 35분의 21 &gt; 35분의 20이므로 나가 가장 큽니다.
- 세 분모의 공통분모 70으로 한 번에 통분해도 됩니다(70분의 35, 70분의 42, 70분의 40).
막히면
- 가와 나만 먼저 통분하게 하고, 더 큰 것을 다와 비교하게 합니다.
주의
- 다를 고르면 분모(7)나 분자(4)가 커서 골랐는지 묻습니다(M2).
- 까닭까지 말하면 목표 ② 확인 완료입니다.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“통분은 무엇을 같게 하는 거였지? 공통분모는 어떻게 정했어?”
예상 답
- “분모를 같게 해요.” “분모를 곱하거나 최소공배수로 해요.”
정답
- ① 12분의 3, 12분의 2
- ② &gt; (15분의 10 &gt; 15분의 9)
- ③ &gt; (24분의 15 &gt; 24분의 14)
막히면
- S04와 S08을 다시 보여 줍니다.
주의
- 복습 세 문제는 다음 수업을 시작할 때 활동지 마지막 쪽과 함께 풉니다. 다음 차시(분모가 다른 분수의 덧셈)는 오늘의 통분으로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보충(공배수와 최소공배수)]
목적: S02 ①이 흔들리면, 통분에 필요한 공배수와 최소공배수 찾기를 다시 익힙니다.
시간: 약 5분
이렇게 말해 보세요
- “4를 1배, 2배, 3배 … 한 수를 차례로 써 볼까? 6도 써 보자.”
- “두 줄에 모두 있는 수에 동그라미를 쳐 봐. 그중 가장 작은 수는?”
정답
- 4의 배수 4, 8, 12, 16, 20, 24 … / 6의 배수 6, 12, 18, 24, 30 …
- 공배수 12, 24 …, 최소공배수 12
막히면
- 곱셈구구 4단과 6단을 함께 외우며 같은 수가 나올 때 손뼉을 칩니다.
주의
- 보충으로도 어려우면 초5 ‘최대공약수와 최소공배수’ 차시를 먼저 합니다. 분모와 분자에 같은 수를 곱하는 것이 어려우면 ‘크기가 같은 분수’(KR22-G05-MAT-FRAC-EQUIV-L01)를 다시 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분수의성질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통분과 크기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통분과 크기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통분과 크기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통분과 크기 비교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 3과 3분의 2 중 어느 것이 더 클까?</a:t>
            </a:r>
            <a:endParaRPr lang="ko-KR" sz="2800" dirty="0"/>
          </a:p>
        </p:txBody>
      </p:sp>
      <p:sp>
        <p:nvSpPr>
          <p:cNvPr id="4" name="S01-num1"/>
          <p:cNvSpPr txBox="1"/>
          <p:nvPr/>
        </p:nvSpPr>
        <p:spPr>
          <a:xfrm>
            <a:off x="8438896" y="1407160"/>
            <a:ext cx="696468" cy="65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400" dirty="0"/>
          </a:p>
        </p:txBody>
      </p:sp>
      <p:sp>
        <p:nvSpPr>
          <p:cNvPr id="5" name="S01-fracbar2"/>
          <p:cNvSpPr/>
          <p:nvPr/>
        </p:nvSpPr>
        <p:spPr>
          <a:xfrm>
            <a:off x="8475472" y="2103120"/>
            <a:ext cx="623316" cy="0"/>
          </a:xfrm>
          <a:prstGeom prst="line">
            <a:avLst/>
          </a:prstGeom>
          <a:noFill/>
          <a:ln w="34925">
            <a:solidFill>
              <a:srgbClr val="FFFFFF"/>
            </a:solidFill>
            <a:prstDash val="solid"/>
          </a:ln>
        </p:spPr>
      </p:sp>
      <p:sp>
        <p:nvSpPr>
          <p:cNvPr id="6" name="S01-num3"/>
          <p:cNvSpPr txBox="1"/>
          <p:nvPr/>
        </p:nvSpPr>
        <p:spPr>
          <a:xfrm>
            <a:off x="8438896" y="2139696"/>
            <a:ext cx="696468" cy="65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400" dirty="0"/>
          </a:p>
        </p:txBody>
      </p:sp>
      <p:sp>
        <p:nvSpPr>
          <p:cNvPr id="7" name="S01-op4"/>
          <p:cNvSpPr txBox="1"/>
          <p:nvPr/>
        </p:nvSpPr>
        <p:spPr>
          <a:xfrm>
            <a:off x="9245092" y="1407160"/>
            <a:ext cx="803656" cy="139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4400" dirty="0"/>
          </a:p>
        </p:txBody>
      </p:sp>
      <p:sp>
        <p:nvSpPr>
          <p:cNvPr id="8" name="S01-num5"/>
          <p:cNvSpPr txBox="1"/>
          <p:nvPr/>
        </p:nvSpPr>
        <p:spPr>
          <a:xfrm>
            <a:off x="10158476" y="1407160"/>
            <a:ext cx="696468" cy="65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400" dirty="0"/>
          </a:p>
        </p:txBody>
      </p:sp>
      <p:sp>
        <p:nvSpPr>
          <p:cNvPr id="9" name="S01-fracbar6"/>
          <p:cNvSpPr/>
          <p:nvPr/>
        </p:nvSpPr>
        <p:spPr>
          <a:xfrm>
            <a:off x="10195052" y="2103120"/>
            <a:ext cx="623316" cy="0"/>
          </a:xfrm>
          <a:prstGeom prst="line">
            <a:avLst/>
          </a:prstGeom>
          <a:noFill/>
          <a:ln w="34925">
            <a:solidFill>
              <a:srgbClr val="FFFFFF"/>
            </a:solidFill>
            <a:prstDash val="solid"/>
          </a:ln>
        </p:spPr>
      </p:sp>
      <p:sp>
        <p:nvSpPr>
          <p:cNvPr id="10" name="S01-num7"/>
          <p:cNvSpPr txBox="1"/>
          <p:nvPr/>
        </p:nvSpPr>
        <p:spPr>
          <a:xfrm>
            <a:off x="10158476" y="2139696"/>
            <a:ext cx="696468" cy="65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400" dirty="0"/>
          </a:p>
        </p:txBody>
      </p:sp>
      <p:sp>
        <p:nvSpPr>
          <p:cNvPr id="11" name="S01-card8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9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분모를 같게 통분해요.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통분해서 분수의 크기를 비교해요.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수를 말하고, ③은 기약분수로 나타내요.</a:t>
            </a:r>
            <a:endParaRPr lang="ko-KR" sz="2800" dirty="0"/>
          </a:p>
        </p:txBody>
      </p:sp>
      <p:sp>
        <p:nvSpPr>
          <p:cNvPr id="4" name="S02-chip1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12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6의 최소공배수는?</a:t>
            </a:r>
            <a:endParaRPr lang="ko-KR" sz="2800" dirty="0"/>
          </a:p>
        </p:txBody>
      </p:sp>
      <p:sp>
        <p:nvSpPr>
          <p:cNvPr id="6" name="S02-chip1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num14"/>
          <p:cNvSpPr txBox="1"/>
          <p:nvPr/>
        </p:nvSpPr>
        <p:spPr>
          <a:xfrm>
            <a:off x="1344168" y="35986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8" name="S02-fracbar15"/>
          <p:cNvSpPr/>
          <p:nvPr/>
        </p:nvSpPr>
        <p:spPr>
          <a:xfrm>
            <a:off x="1380744" y="41148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02-num16"/>
          <p:cNvSpPr txBox="1"/>
          <p:nvPr/>
        </p:nvSpPr>
        <p:spPr>
          <a:xfrm>
            <a:off x="1344168" y="41513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0" name="S02-op17"/>
          <p:cNvSpPr txBox="1"/>
          <p:nvPr/>
        </p:nvSpPr>
        <p:spPr>
          <a:xfrm>
            <a:off x="1990344" y="35986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1" name="S02-blank18"/>
          <p:cNvSpPr/>
          <p:nvPr/>
        </p:nvSpPr>
        <p:spPr>
          <a:xfrm>
            <a:off x="2667366" y="36610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2" name="S02-fracbar19"/>
          <p:cNvSpPr/>
          <p:nvPr/>
        </p:nvSpPr>
        <p:spPr>
          <a:xfrm>
            <a:off x="2563368" y="411480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2-num20"/>
          <p:cNvSpPr txBox="1"/>
          <p:nvPr/>
        </p:nvSpPr>
        <p:spPr>
          <a:xfrm>
            <a:off x="2526792" y="415137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14" name="S02-chip21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5" name="S02-num22"/>
          <p:cNvSpPr txBox="1"/>
          <p:nvPr/>
        </p:nvSpPr>
        <p:spPr>
          <a:xfrm>
            <a:off x="1344168" y="506171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200" dirty="0"/>
          </a:p>
        </p:txBody>
      </p:sp>
      <p:sp>
        <p:nvSpPr>
          <p:cNvPr id="16" name="S02-fracbar23"/>
          <p:cNvSpPr/>
          <p:nvPr/>
        </p:nvSpPr>
        <p:spPr>
          <a:xfrm>
            <a:off x="1380744" y="557784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2-num24"/>
          <p:cNvSpPr txBox="1"/>
          <p:nvPr/>
        </p:nvSpPr>
        <p:spPr>
          <a:xfrm>
            <a:off x="1344168" y="561441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3200" dirty="0"/>
          </a:p>
        </p:txBody>
      </p:sp>
      <p:sp>
        <p:nvSpPr>
          <p:cNvPr id="18" name="S02-op25"/>
          <p:cNvSpPr txBox="1"/>
          <p:nvPr/>
        </p:nvSpPr>
        <p:spPr>
          <a:xfrm>
            <a:off x="2089912" y="506171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9" name="S02-blank26"/>
          <p:cNvSpPr/>
          <p:nvPr/>
        </p:nvSpPr>
        <p:spPr>
          <a:xfrm>
            <a:off x="2717150" y="512405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0" name="S02-fracbar27"/>
          <p:cNvSpPr/>
          <p:nvPr/>
        </p:nvSpPr>
        <p:spPr>
          <a:xfrm>
            <a:off x="2662936" y="557784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2-blank28"/>
          <p:cNvSpPr/>
          <p:nvPr/>
        </p:nvSpPr>
        <p:spPr>
          <a:xfrm>
            <a:off x="2717150" y="567675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칸으로 나누어요</a:t>
            </a:r>
            <a:endParaRPr lang="ko-KR" sz="4000" dirty="0"/>
          </a:p>
        </p:txBody>
      </p:sp>
      <p:sp>
        <p:nvSpPr>
          <p:cNvPr id="3" name="S03-text2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2분의 1과 3분의 1을 똑같이 6칸으로 나누었어요.</a:t>
            </a:r>
            <a:endParaRPr lang="ko-KR" sz="2800" dirty="0"/>
          </a:p>
        </p:txBody>
      </p:sp>
      <p:sp>
        <p:nvSpPr>
          <p:cNvPr id="4" name="S03-card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6분의 1이 3개와 2개라서 바로 비교할 수 있어요.</a:t>
            </a:r>
            <a:endParaRPr lang="ko-KR" sz="2800" dirty="0"/>
          </a:p>
        </p:txBody>
      </p:sp>
      <p:sp>
        <p:nvSpPr>
          <p:cNvPr id="6" name="S03-num32"/>
          <p:cNvSpPr txBox="1"/>
          <p:nvPr/>
        </p:nvSpPr>
        <p:spPr>
          <a:xfrm>
            <a:off x="764286" y="257048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7" name="S03-fracbar33"/>
          <p:cNvSpPr/>
          <p:nvPr/>
        </p:nvSpPr>
        <p:spPr>
          <a:xfrm>
            <a:off x="800862" y="3026664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3-num34"/>
          <p:cNvSpPr txBox="1"/>
          <p:nvPr/>
        </p:nvSpPr>
        <p:spPr>
          <a:xfrm>
            <a:off x="764286" y="306324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9" name="S03-cell35"/>
          <p:cNvSpPr/>
          <p:nvPr/>
        </p:nvSpPr>
        <p:spPr>
          <a:xfrm>
            <a:off x="1600200" y="2615184"/>
            <a:ext cx="2167128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3-cell36"/>
          <p:cNvSpPr/>
          <p:nvPr/>
        </p:nvSpPr>
        <p:spPr>
          <a:xfrm>
            <a:off x="3767328" y="2615184"/>
            <a:ext cx="2167128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figure37" descr="똑같이 2칸으로 나눈 띠, 1칸 색칠"/>
          <p:cNvSpPr/>
          <p:nvPr/>
        </p:nvSpPr>
        <p:spPr>
          <a:xfrm>
            <a:off x="1600200" y="2615184"/>
            <a:ext cx="4334256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3-num38"/>
          <p:cNvSpPr txBox="1"/>
          <p:nvPr/>
        </p:nvSpPr>
        <p:spPr>
          <a:xfrm>
            <a:off x="764286" y="3649472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13" name="S03-fracbar39"/>
          <p:cNvSpPr/>
          <p:nvPr/>
        </p:nvSpPr>
        <p:spPr>
          <a:xfrm>
            <a:off x="800862" y="4105656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3-num40"/>
          <p:cNvSpPr txBox="1"/>
          <p:nvPr/>
        </p:nvSpPr>
        <p:spPr>
          <a:xfrm>
            <a:off x="764286" y="4142232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15" name="S03-cell41"/>
          <p:cNvSpPr/>
          <p:nvPr/>
        </p:nvSpPr>
        <p:spPr>
          <a:xfrm>
            <a:off x="1600200" y="3694176"/>
            <a:ext cx="72237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cell42"/>
          <p:cNvSpPr/>
          <p:nvPr/>
        </p:nvSpPr>
        <p:spPr>
          <a:xfrm>
            <a:off x="2322576" y="3694176"/>
            <a:ext cx="72237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cell43"/>
          <p:cNvSpPr/>
          <p:nvPr/>
        </p:nvSpPr>
        <p:spPr>
          <a:xfrm>
            <a:off x="3044952" y="3694176"/>
            <a:ext cx="72237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3-cell44"/>
          <p:cNvSpPr/>
          <p:nvPr/>
        </p:nvSpPr>
        <p:spPr>
          <a:xfrm>
            <a:off x="3767328" y="3694176"/>
            <a:ext cx="72237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3-cell45"/>
          <p:cNvSpPr/>
          <p:nvPr/>
        </p:nvSpPr>
        <p:spPr>
          <a:xfrm>
            <a:off x="4489704" y="3694176"/>
            <a:ext cx="72237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3-cell46"/>
          <p:cNvSpPr/>
          <p:nvPr/>
        </p:nvSpPr>
        <p:spPr>
          <a:xfrm>
            <a:off x="5212080" y="3694176"/>
            <a:ext cx="72237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figure47" descr="똑같이 6칸으로 나눈 띠, 3칸 색칠"/>
          <p:cNvSpPr/>
          <p:nvPr/>
        </p:nvSpPr>
        <p:spPr>
          <a:xfrm>
            <a:off x="1600200" y="3694176"/>
            <a:ext cx="4334256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3-guide48"/>
          <p:cNvSpPr/>
          <p:nvPr/>
        </p:nvSpPr>
        <p:spPr>
          <a:xfrm>
            <a:off x="3767328" y="2478024"/>
            <a:ext cx="0" cy="2176272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3" name="S03-num49"/>
          <p:cNvSpPr txBox="1"/>
          <p:nvPr/>
        </p:nvSpPr>
        <p:spPr>
          <a:xfrm>
            <a:off x="6470142" y="257048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24" name="S03-fracbar50"/>
          <p:cNvSpPr/>
          <p:nvPr/>
        </p:nvSpPr>
        <p:spPr>
          <a:xfrm>
            <a:off x="6506718" y="3026664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3-num51"/>
          <p:cNvSpPr txBox="1"/>
          <p:nvPr/>
        </p:nvSpPr>
        <p:spPr>
          <a:xfrm>
            <a:off x="6470142" y="306324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26" name="S03-cell52"/>
          <p:cNvSpPr/>
          <p:nvPr/>
        </p:nvSpPr>
        <p:spPr>
          <a:xfrm>
            <a:off x="7306056" y="2615184"/>
            <a:ext cx="1444752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3-cell53"/>
          <p:cNvSpPr/>
          <p:nvPr/>
        </p:nvSpPr>
        <p:spPr>
          <a:xfrm>
            <a:off x="8750808" y="2615184"/>
            <a:ext cx="1444752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3-cell54"/>
          <p:cNvSpPr/>
          <p:nvPr/>
        </p:nvSpPr>
        <p:spPr>
          <a:xfrm>
            <a:off x="10195560" y="2615184"/>
            <a:ext cx="1444752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3-figure55" descr="똑같이 3칸으로 나눈 띠, 1칸 색칠"/>
          <p:cNvSpPr/>
          <p:nvPr/>
        </p:nvSpPr>
        <p:spPr>
          <a:xfrm>
            <a:off x="7306056" y="2615184"/>
            <a:ext cx="4334256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0" name="S03-num56"/>
          <p:cNvSpPr txBox="1"/>
          <p:nvPr/>
        </p:nvSpPr>
        <p:spPr>
          <a:xfrm>
            <a:off x="6470142" y="3649472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31" name="S03-fracbar57"/>
          <p:cNvSpPr/>
          <p:nvPr/>
        </p:nvSpPr>
        <p:spPr>
          <a:xfrm>
            <a:off x="6506718" y="4105656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3-num58"/>
          <p:cNvSpPr txBox="1"/>
          <p:nvPr/>
        </p:nvSpPr>
        <p:spPr>
          <a:xfrm>
            <a:off x="6470142" y="4142232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33" name="S03-cell59"/>
          <p:cNvSpPr/>
          <p:nvPr/>
        </p:nvSpPr>
        <p:spPr>
          <a:xfrm>
            <a:off x="7306056" y="3694176"/>
            <a:ext cx="72237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3-cell60"/>
          <p:cNvSpPr/>
          <p:nvPr/>
        </p:nvSpPr>
        <p:spPr>
          <a:xfrm>
            <a:off x="8028432" y="3694176"/>
            <a:ext cx="72237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3-cell61"/>
          <p:cNvSpPr/>
          <p:nvPr/>
        </p:nvSpPr>
        <p:spPr>
          <a:xfrm>
            <a:off x="8750808" y="3694176"/>
            <a:ext cx="72237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cell62"/>
          <p:cNvSpPr/>
          <p:nvPr/>
        </p:nvSpPr>
        <p:spPr>
          <a:xfrm>
            <a:off x="9473184" y="3694176"/>
            <a:ext cx="72237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3-cell63"/>
          <p:cNvSpPr/>
          <p:nvPr/>
        </p:nvSpPr>
        <p:spPr>
          <a:xfrm>
            <a:off x="10195560" y="3694176"/>
            <a:ext cx="72237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3-cell64"/>
          <p:cNvSpPr/>
          <p:nvPr/>
        </p:nvSpPr>
        <p:spPr>
          <a:xfrm>
            <a:off x="10917936" y="3694176"/>
            <a:ext cx="72237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3-figure65" descr="똑같이 6칸으로 나눈 띠, 2칸 색칠"/>
          <p:cNvSpPr/>
          <p:nvPr/>
        </p:nvSpPr>
        <p:spPr>
          <a:xfrm>
            <a:off x="7306056" y="3694176"/>
            <a:ext cx="4334256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0" name="S03-guide66"/>
          <p:cNvSpPr/>
          <p:nvPr/>
        </p:nvSpPr>
        <p:spPr>
          <a:xfrm>
            <a:off x="8750808" y="2478024"/>
            <a:ext cx="0" cy="2176272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통분과 공통분모</a:t>
            </a:r>
            <a:endParaRPr lang="ko-KR" sz="4000" dirty="0"/>
          </a:p>
        </p:txBody>
      </p:sp>
      <p:sp>
        <p:nvSpPr>
          <p:cNvPr id="3" name="S04-text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가로로 2줄, 세로로 3칸 나누면 6칸이 돼요.</a:t>
            </a:r>
            <a:endParaRPr lang="ko-KR" sz="2800" dirty="0"/>
          </a:p>
        </p:txBody>
      </p:sp>
      <p:sp>
        <p:nvSpPr>
          <p:cNvPr id="4" name="S04-card68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69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분모를 같게 하는 것이에요. 같게 한 분모 6은 공통분모예요.</a:t>
            </a:r>
            <a:endParaRPr lang="ko-KR" sz="2800" dirty="0"/>
          </a:p>
        </p:txBody>
      </p:sp>
      <p:sp>
        <p:nvSpPr>
          <p:cNvPr id="6" name="S04-cell70"/>
          <p:cNvSpPr/>
          <p:nvPr/>
        </p:nvSpPr>
        <p:spPr>
          <a:xfrm>
            <a:off x="1869948" y="2270887"/>
            <a:ext cx="914400" cy="9144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4-cell71"/>
          <p:cNvSpPr/>
          <p:nvPr/>
        </p:nvSpPr>
        <p:spPr>
          <a:xfrm>
            <a:off x="2784348" y="2270887"/>
            <a:ext cx="914400" cy="9144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4-cell72"/>
          <p:cNvSpPr/>
          <p:nvPr/>
        </p:nvSpPr>
        <p:spPr>
          <a:xfrm>
            <a:off x="3698748" y="2270887"/>
            <a:ext cx="914400" cy="9144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cell73"/>
          <p:cNvSpPr/>
          <p:nvPr/>
        </p:nvSpPr>
        <p:spPr>
          <a:xfrm>
            <a:off x="1869948" y="3185287"/>
            <a:ext cx="9144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4-cell74"/>
          <p:cNvSpPr/>
          <p:nvPr/>
        </p:nvSpPr>
        <p:spPr>
          <a:xfrm>
            <a:off x="2784348" y="3185287"/>
            <a:ext cx="9144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cell75"/>
          <p:cNvSpPr/>
          <p:nvPr/>
        </p:nvSpPr>
        <p:spPr>
          <a:xfrm>
            <a:off x="3698748" y="3185287"/>
            <a:ext cx="9144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figure76" descr="2줄 3칸 격자 6칸 중 윗줄 3칸 색칠"/>
          <p:cNvSpPr/>
          <p:nvPr/>
        </p:nvSpPr>
        <p:spPr>
          <a:xfrm>
            <a:off x="1869948" y="2270887"/>
            <a:ext cx="2743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4-label77"/>
          <p:cNvSpPr txBox="1"/>
          <p:nvPr/>
        </p:nvSpPr>
        <p:spPr>
          <a:xfrm>
            <a:off x="548640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2분의 1 = 6분의 3</a:t>
            </a:r>
            <a:endParaRPr lang="ko-KR" sz="2200" dirty="0"/>
          </a:p>
        </p:txBody>
      </p:sp>
      <p:sp>
        <p:nvSpPr>
          <p:cNvPr id="14" name="S04-cell78"/>
          <p:cNvSpPr/>
          <p:nvPr/>
        </p:nvSpPr>
        <p:spPr>
          <a:xfrm>
            <a:off x="7575804" y="2270887"/>
            <a:ext cx="914400" cy="9144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cell79"/>
          <p:cNvSpPr/>
          <p:nvPr/>
        </p:nvSpPr>
        <p:spPr>
          <a:xfrm>
            <a:off x="8490204" y="2270887"/>
            <a:ext cx="9144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cell80"/>
          <p:cNvSpPr/>
          <p:nvPr/>
        </p:nvSpPr>
        <p:spPr>
          <a:xfrm>
            <a:off x="9404604" y="2270887"/>
            <a:ext cx="9144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cell81"/>
          <p:cNvSpPr/>
          <p:nvPr/>
        </p:nvSpPr>
        <p:spPr>
          <a:xfrm>
            <a:off x="7575804" y="3185287"/>
            <a:ext cx="914400" cy="9144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4-cell82"/>
          <p:cNvSpPr/>
          <p:nvPr/>
        </p:nvSpPr>
        <p:spPr>
          <a:xfrm>
            <a:off x="8490204" y="3185287"/>
            <a:ext cx="9144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4-cell83"/>
          <p:cNvSpPr/>
          <p:nvPr/>
        </p:nvSpPr>
        <p:spPr>
          <a:xfrm>
            <a:off x="9404604" y="3185287"/>
            <a:ext cx="9144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4-figure84" descr="2줄 3칸 격자 6칸 중 왼쪽 1칸 줄 2칸 색칠"/>
          <p:cNvSpPr/>
          <p:nvPr/>
        </p:nvSpPr>
        <p:spPr>
          <a:xfrm>
            <a:off x="7575804" y="2270887"/>
            <a:ext cx="2743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4-label85"/>
          <p:cNvSpPr txBox="1"/>
          <p:nvPr/>
        </p:nvSpPr>
        <p:spPr>
          <a:xfrm>
            <a:off x="6254496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 1 = 6분의 2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분모의 곱으로 통분해요</a:t>
            </a:r>
            <a:endParaRPr lang="ko-KR" sz="4000" dirty="0"/>
          </a:p>
        </p:txBody>
      </p:sp>
      <p:sp>
        <p:nvSpPr>
          <p:cNvPr id="3" name="S05-num86"/>
          <p:cNvSpPr txBox="1"/>
          <p:nvPr/>
        </p:nvSpPr>
        <p:spPr>
          <a:xfrm>
            <a:off x="548640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4" name="S05-fracbar87"/>
          <p:cNvSpPr/>
          <p:nvPr/>
        </p:nvSpPr>
        <p:spPr>
          <a:xfrm>
            <a:off x="585216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" name="S05-num88"/>
          <p:cNvSpPr txBox="1"/>
          <p:nvPr/>
        </p:nvSpPr>
        <p:spPr>
          <a:xfrm>
            <a:off x="548640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6" name="S05-op89"/>
          <p:cNvSpPr txBox="1"/>
          <p:nvPr/>
        </p:nvSpPr>
        <p:spPr>
          <a:xfrm>
            <a:off x="1194816" y="1381252"/>
            <a:ext cx="499872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3200" dirty="0"/>
          </a:p>
        </p:txBody>
      </p:sp>
      <p:sp>
        <p:nvSpPr>
          <p:cNvPr id="7" name="S05-num90"/>
          <p:cNvSpPr txBox="1"/>
          <p:nvPr/>
        </p:nvSpPr>
        <p:spPr>
          <a:xfrm>
            <a:off x="1804416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8" name="S05-fracbar91"/>
          <p:cNvSpPr/>
          <p:nvPr/>
        </p:nvSpPr>
        <p:spPr>
          <a:xfrm>
            <a:off x="1840992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05-num92"/>
          <p:cNvSpPr txBox="1"/>
          <p:nvPr/>
        </p:nvSpPr>
        <p:spPr>
          <a:xfrm>
            <a:off x="1804416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0" name="S05-cell93"/>
          <p:cNvSpPr/>
          <p:nvPr/>
        </p:nvSpPr>
        <p:spPr>
          <a:xfrm>
            <a:off x="6920911" y="3361929"/>
            <a:ext cx="549920" cy="549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5-cell94"/>
          <p:cNvSpPr/>
          <p:nvPr/>
        </p:nvSpPr>
        <p:spPr>
          <a:xfrm>
            <a:off x="7470831" y="3361929"/>
            <a:ext cx="549920" cy="549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cell95"/>
          <p:cNvSpPr/>
          <p:nvPr/>
        </p:nvSpPr>
        <p:spPr>
          <a:xfrm>
            <a:off x="8020751" y="3361929"/>
            <a:ext cx="549920" cy="549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cell96"/>
          <p:cNvSpPr/>
          <p:nvPr/>
        </p:nvSpPr>
        <p:spPr>
          <a:xfrm>
            <a:off x="8570671" y="3361929"/>
            <a:ext cx="549920" cy="549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cell97"/>
          <p:cNvSpPr/>
          <p:nvPr/>
        </p:nvSpPr>
        <p:spPr>
          <a:xfrm>
            <a:off x="6920911" y="3911849"/>
            <a:ext cx="549920" cy="549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5-cell98"/>
          <p:cNvSpPr/>
          <p:nvPr/>
        </p:nvSpPr>
        <p:spPr>
          <a:xfrm>
            <a:off x="7470831" y="3911849"/>
            <a:ext cx="549920" cy="549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5-cell99"/>
          <p:cNvSpPr/>
          <p:nvPr/>
        </p:nvSpPr>
        <p:spPr>
          <a:xfrm>
            <a:off x="8020751" y="3911849"/>
            <a:ext cx="549920" cy="549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5-cell100"/>
          <p:cNvSpPr/>
          <p:nvPr/>
        </p:nvSpPr>
        <p:spPr>
          <a:xfrm>
            <a:off x="8570671" y="3911849"/>
            <a:ext cx="549920" cy="549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cell101"/>
          <p:cNvSpPr/>
          <p:nvPr/>
        </p:nvSpPr>
        <p:spPr>
          <a:xfrm>
            <a:off x="6920911" y="4461769"/>
            <a:ext cx="549920" cy="549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5-cell102"/>
          <p:cNvSpPr/>
          <p:nvPr/>
        </p:nvSpPr>
        <p:spPr>
          <a:xfrm>
            <a:off x="7470831" y="4461769"/>
            <a:ext cx="549920" cy="549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cell103"/>
          <p:cNvSpPr/>
          <p:nvPr/>
        </p:nvSpPr>
        <p:spPr>
          <a:xfrm>
            <a:off x="8020751" y="4461769"/>
            <a:ext cx="549920" cy="549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5-cell104"/>
          <p:cNvSpPr/>
          <p:nvPr/>
        </p:nvSpPr>
        <p:spPr>
          <a:xfrm>
            <a:off x="8570671" y="4461769"/>
            <a:ext cx="549920" cy="549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5-figure105" descr="3줄 4칸 격자 12칸 중 위 2줄 8칸 색칠(3분의 2)"/>
          <p:cNvSpPr/>
          <p:nvPr/>
        </p:nvSpPr>
        <p:spPr>
          <a:xfrm>
            <a:off x="6920911" y="3361929"/>
            <a:ext cx="2199681" cy="16497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5-label106"/>
          <p:cNvSpPr txBox="1"/>
          <p:nvPr/>
        </p:nvSpPr>
        <p:spPr>
          <a:xfrm>
            <a:off x="6920911" y="5840730"/>
            <a:ext cx="2199681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12분의 8</a:t>
            </a:r>
            <a:endParaRPr lang="ko-KR" sz="2200" dirty="0"/>
          </a:p>
        </p:txBody>
      </p:sp>
      <p:sp>
        <p:nvSpPr>
          <p:cNvPr id="24" name="S05-cell107"/>
          <p:cNvSpPr/>
          <p:nvPr/>
        </p:nvSpPr>
        <p:spPr>
          <a:xfrm>
            <a:off x="9440631" y="3361929"/>
            <a:ext cx="549920" cy="549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5-cell108"/>
          <p:cNvSpPr/>
          <p:nvPr/>
        </p:nvSpPr>
        <p:spPr>
          <a:xfrm>
            <a:off x="9990552" y="3361929"/>
            <a:ext cx="549920" cy="549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5-cell109"/>
          <p:cNvSpPr/>
          <p:nvPr/>
        </p:nvSpPr>
        <p:spPr>
          <a:xfrm>
            <a:off x="10540472" y="3361929"/>
            <a:ext cx="549920" cy="549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5-cell110"/>
          <p:cNvSpPr/>
          <p:nvPr/>
        </p:nvSpPr>
        <p:spPr>
          <a:xfrm>
            <a:off x="11090392" y="3361929"/>
            <a:ext cx="549920" cy="549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5-cell111"/>
          <p:cNvSpPr/>
          <p:nvPr/>
        </p:nvSpPr>
        <p:spPr>
          <a:xfrm>
            <a:off x="9440631" y="3911849"/>
            <a:ext cx="549920" cy="549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5-cell112"/>
          <p:cNvSpPr/>
          <p:nvPr/>
        </p:nvSpPr>
        <p:spPr>
          <a:xfrm>
            <a:off x="9990552" y="3911849"/>
            <a:ext cx="549920" cy="549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5-cell113"/>
          <p:cNvSpPr/>
          <p:nvPr/>
        </p:nvSpPr>
        <p:spPr>
          <a:xfrm>
            <a:off x="10540472" y="3911849"/>
            <a:ext cx="549920" cy="549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5-cell114"/>
          <p:cNvSpPr/>
          <p:nvPr/>
        </p:nvSpPr>
        <p:spPr>
          <a:xfrm>
            <a:off x="11090392" y="3911849"/>
            <a:ext cx="549920" cy="549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5-cell115"/>
          <p:cNvSpPr/>
          <p:nvPr/>
        </p:nvSpPr>
        <p:spPr>
          <a:xfrm>
            <a:off x="9440631" y="4461769"/>
            <a:ext cx="549920" cy="549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5-cell116"/>
          <p:cNvSpPr/>
          <p:nvPr/>
        </p:nvSpPr>
        <p:spPr>
          <a:xfrm>
            <a:off x="9990552" y="4461769"/>
            <a:ext cx="549920" cy="549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5-cell117"/>
          <p:cNvSpPr/>
          <p:nvPr/>
        </p:nvSpPr>
        <p:spPr>
          <a:xfrm>
            <a:off x="10540472" y="4461769"/>
            <a:ext cx="549920" cy="549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5-cell118"/>
          <p:cNvSpPr/>
          <p:nvPr/>
        </p:nvSpPr>
        <p:spPr>
          <a:xfrm>
            <a:off x="11090392" y="4461769"/>
            <a:ext cx="549920" cy="549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5-figure119" descr="3줄 4칸 격자 12칸 중 왼쪽 3칸 줄 9칸 색칠(4분의 3)"/>
          <p:cNvSpPr/>
          <p:nvPr/>
        </p:nvSpPr>
        <p:spPr>
          <a:xfrm>
            <a:off x="9440631" y="3361929"/>
            <a:ext cx="2199681" cy="16497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7" name="S05-label120"/>
          <p:cNvSpPr txBox="1"/>
          <p:nvPr/>
        </p:nvSpPr>
        <p:spPr>
          <a:xfrm>
            <a:off x="9440631" y="5840730"/>
            <a:ext cx="2199681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12분의 9</a:t>
            </a:r>
            <a:endParaRPr lang="ko-KR" sz="2200" dirty="0"/>
          </a:p>
        </p:txBody>
      </p:sp>
      <p:sp>
        <p:nvSpPr>
          <p:cNvPr id="38" name="S05-stepno121"/>
          <p:cNvSpPr txBox="1"/>
          <p:nvPr/>
        </p:nvSpPr>
        <p:spPr>
          <a:xfrm>
            <a:off x="548640" y="29469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39" name="S05-text122"/>
          <p:cNvSpPr txBox="1"/>
          <p:nvPr/>
        </p:nvSpPr>
        <p:spPr>
          <a:xfrm>
            <a:off x="1325880" y="2901188"/>
            <a:ext cx="5229271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분모끼리 곱해요.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</a:t>
            </a:r>
            <a:endParaRPr lang="ko-KR" sz="2800" dirty="0"/>
          </a:p>
        </p:txBody>
      </p:sp>
      <p:sp>
        <p:nvSpPr>
          <p:cNvPr id="40" name="S05-stepno123"/>
          <p:cNvSpPr txBox="1"/>
          <p:nvPr/>
        </p:nvSpPr>
        <p:spPr>
          <a:xfrm>
            <a:off x="548640" y="39791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41" name="S05-text124"/>
          <p:cNvSpPr txBox="1"/>
          <p:nvPr/>
        </p:nvSpPr>
        <p:spPr>
          <a:xfrm>
            <a:off x="1325880" y="3933444"/>
            <a:ext cx="2706536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분모와 분자에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4를 곱해요.</a:t>
            </a:r>
            <a:endParaRPr lang="ko-KR" sz="2800" dirty="0"/>
          </a:p>
        </p:txBody>
      </p:sp>
      <p:sp>
        <p:nvSpPr>
          <p:cNvPr id="42" name="S05-num125"/>
          <p:cNvSpPr txBox="1"/>
          <p:nvPr/>
        </p:nvSpPr>
        <p:spPr>
          <a:xfrm>
            <a:off x="4032416" y="3933444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43" name="S05-fracbar126"/>
          <p:cNvSpPr/>
          <p:nvPr/>
        </p:nvSpPr>
        <p:spPr>
          <a:xfrm>
            <a:off x="4068992" y="4389628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05-num127"/>
          <p:cNvSpPr txBox="1"/>
          <p:nvPr/>
        </p:nvSpPr>
        <p:spPr>
          <a:xfrm>
            <a:off x="4032416" y="4426204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45" name="S05-op128"/>
          <p:cNvSpPr txBox="1"/>
          <p:nvPr/>
        </p:nvSpPr>
        <p:spPr>
          <a:xfrm>
            <a:off x="4625252" y="3933444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46" name="S05-num129"/>
          <p:cNvSpPr txBox="1"/>
          <p:nvPr/>
        </p:nvSpPr>
        <p:spPr>
          <a:xfrm>
            <a:off x="5140364" y="3933444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800" dirty="0"/>
          </a:p>
        </p:txBody>
      </p:sp>
      <p:sp>
        <p:nvSpPr>
          <p:cNvPr id="47" name="S05-fracbar130"/>
          <p:cNvSpPr/>
          <p:nvPr/>
        </p:nvSpPr>
        <p:spPr>
          <a:xfrm>
            <a:off x="5176940" y="4389628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8" name="S05-num131"/>
          <p:cNvSpPr txBox="1"/>
          <p:nvPr/>
        </p:nvSpPr>
        <p:spPr>
          <a:xfrm>
            <a:off x="5140364" y="4426204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49" name="S05-stepno132"/>
          <p:cNvSpPr txBox="1"/>
          <p:nvPr/>
        </p:nvSpPr>
        <p:spPr>
          <a:xfrm>
            <a:off x="548640" y="50561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50" name="S05-text133"/>
          <p:cNvSpPr txBox="1"/>
          <p:nvPr/>
        </p:nvSpPr>
        <p:spPr>
          <a:xfrm>
            <a:off x="1325880" y="5010404"/>
            <a:ext cx="2706536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분모와 분자에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3을 곱해요.</a:t>
            </a:r>
            <a:endParaRPr lang="ko-KR" sz="2800" dirty="0"/>
          </a:p>
        </p:txBody>
      </p:sp>
      <p:sp>
        <p:nvSpPr>
          <p:cNvPr id="51" name="S05-num134"/>
          <p:cNvSpPr txBox="1"/>
          <p:nvPr/>
        </p:nvSpPr>
        <p:spPr>
          <a:xfrm>
            <a:off x="4032416" y="5010404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52" name="S05-fracbar135"/>
          <p:cNvSpPr/>
          <p:nvPr/>
        </p:nvSpPr>
        <p:spPr>
          <a:xfrm>
            <a:off x="4068992" y="5466588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3" name="S05-num136"/>
          <p:cNvSpPr txBox="1"/>
          <p:nvPr/>
        </p:nvSpPr>
        <p:spPr>
          <a:xfrm>
            <a:off x="4032416" y="5503164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54" name="S05-op137"/>
          <p:cNvSpPr txBox="1"/>
          <p:nvPr/>
        </p:nvSpPr>
        <p:spPr>
          <a:xfrm>
            <a:off x="4625252" y="5010404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55" name="S05-num138"/>
          <p:cNvSpPr txBox="1"/>
          <p:nvPr/>
        </p:nvSpPr>
        <p:spPr>
          <a:xfrm>
            <a:off x="5140364" y="5010404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56" name="S05-fracbar139"/>
          <p:cNvSpPr/>
          <p:nvPr/>
        </p:nvSpPr>
        <p:spPr>
          <a:xfrm>
            <a:off x="5176940" y="5466588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7" name="S05-num140"/>
          <p:cNvSpPr txBox="1"/>
          <p:nvPr/>
        </p:nvSpPr>
        <p:spPr>
          <a:xfrm>
            <a:off x="5140364" y="5503164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 통분 방법</a:t>
            </a:r>
            <a:endParaRPr lang="ko-KR" sz="4000" dirty="0"/>
          </a:p>
        </p:txBody>
      </p:sp>
      <p:sp>
        <p:nvSpPr>
          <p:cNvPr id="3" name="S06-card14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14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6분의 5와 9분의 4를 통분해요.</a:t>
            </a:r>
            <a:endParaRPr lang="ko-KR" sz="2800" dirty="0"/>
          </a:p>
        </p:txBody>
      </p:sp>
      <p:sp>
        <p:nvSpPr>
          <p:cNvPr id="5" name="S06-card1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1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방법 모두 맞아요. 어느 쪽 수가 더 작나요?</a:t>
            </a:r>
            <a:endParaRPr lang="ko-KR" sz="2800" dirty="0"/>
          </a:p>
        </p:txBody>
      </p:sp>
      <p:sp>
        <p:nvSpPr>
          <p:cNvPr id="7" name="S06-chip14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분모의 곱 54로</a:t>
            </a:r>
            <a:endParaRPr lang="ko-KR" sz="2200" dirty="0"/>
          </a:p>
        </p:txBody>
      </p:sp>
      <p:sp>
        <p:nvSpPr>
          <p:cNvPr id="8" name="S06-num146"/>
          <p:cNvSpPr txBox="1"/>
          <p:nvPr/>
        </p:nvSpPr>
        <p:spPr>
          <a:xfrm>
            <a:off x="2234438" y="3405378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ko-KR" sz="3200" dirty="0"/>
          </a:p>
        </p:txBody>
      </p:sp>
      <p:sp>
        <p:nvSpPr>
          <p:cNvPr id="9" name="S06-fracbar147"/>
          <p:cNvSpPr/>
          <p:nvPr/>
        </p:nvSpPr>
        <p:spPr>
          <a:xfrm>
            <a:off x="2271014" y="3921506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" name="S06-num148"/>
          <p:cNvSpPr txBox="1"/>
          <p:nvPr/>
        </p:nvSpPr>
        <p:spPr>
          <a:xfrm>
            <a:off x="2234438" y="395808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ko-KR" sz="3200" dirty="0"/>
          </a:p>
        </p:txBody>
      </p:sp>
      <p:sp>
        <p:nvSpPr>
          <p:cNvPr id="11" name="S06-op149"/>
          <p:cNvSpPr txBox="1"/>
          <p:nvPr/>
        </p:nvSpPr>
        <p:spPr>
          <a:xfrm>
            <a:off x="2980182" y="3405378"/>
            <a:ext cx="499872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3200" dirty="0"/>
          </a:p>
        </p:txBody>
      </p:sp>
      <p:sp>
        <p:nvSpPr>
          <p:cNvPr id="12" name="S06-num150"/>
          <p:cNvSpPr txBox="1"/>
          <p:nvPr/>
        </p:nvSpPr>
        <p:spPr>
          <a:xfrm>
            <a:off x="3589782" y="3405378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3200" dirty="0"/>
          </a:p>
        </p:txBody>
      </p:sp>
      <p:sp>
        <p:nvSpPr>
          <p:cNvPr id="13" name="S06-fracbar151"/>
          <p:cNvSpPr/>
          <p:nvPr/>
        </p:nvSpPr>
        <p:spPr>
          <a:xfrm>
            <a:off x="3626358" y="3921506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06-num152"/>
          <p:cNvSpPr txBox="1"/>
          <p:nvPr/>
        </p:nvSpPr>
        <p:spPr>
          <a:xfrm>
            <a:off x="3589782" y="395808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ko-KR" sz="3200" dirty="0"/>
          </a:p>
        </p:txBody>
      </p:sp>
      <p:sp>
        <p:nvSpPr>
          <p:cNvPr id="15" name="S06-text153"/>
          <p:cNvSpPr txBox="1"/>
          <p:nvPr/>
        </p:nvSpPr>
        <p:spPr>
          <a:xfrm>
            <a:off x="548640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9 = 54</a:t>
            </a:r>
            <a:endParaRPr lang="ko-KR" sz="2200" dirty="0"/>
          </a:p>
        </p:txBody>
      </p:sp>
      <p:sp>
        <p:nvSpPr>
          <p:cNvPr id="16" name="S06-chip15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최소공배수 18로</a:t>
            </a:r>
            <a:endParaRPr lang="ko-KR" sz="2200" dirty="0"/>
          </a:p>
        </p:txBody>
      </p:sp>
      <p:sp>
        <p:nvSpPr>
          <p:cNvPr id="17" name="S06-num155"/>
          <p:cNvSpPr txBox="1"/>
          <p:nvPr/>
        </p:nvSpPr>
        <p:spPr>
          <a:xfrm>
            <a:off x="7963154" y="3405378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3200" dirty="0"/>
          </a:p>
        </p:txBody>
      </p:sp>
      <p:sp>
        <p:nvSpPr>
          <p:cNvPr id="18" name="S06-fracbar156"/>
          <p:cNvSpPr/>
          <p:nvPr/>
        </p:nvSpPr>
        <p:spPr>
          <a:xfrm>
            <a:off x="7999730" y="3921506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" name="S06-num157"/>
          <p:cNvSpPr txBox="1"/>
          <p:nvPr/>
        </p:nvSpPr>
        <p:spPr>
          <a:xfrm>
            <a:off x="7963154" y="395808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3200" dirty="0"/>
          </a:p>
        </p:txBody>
      </p:sp>
      <p:sp>
        <p:nvSpPr>
          <p:cNvPr id="20" name="S06-op158"/>
          <p:cNvSpPr txBox="1"/>
          <p:nvPr/>
        </p:nvSpPr>
        <p:spPr>
          <a:xfrm>
            <a:off x="8708898" y="3405378"/>
            <a:ext cx="499872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3200" dirty="0"/>
          </a:p>
        </p:txBody>
      </p:sp>
      <p:sp>
        <p:nvSpPr>
          <p:cNvPr id="21" name="S06-num159"/>
          <p:cNvSpPr txBox="1"/>
          <p:nvPr/>
        </p:nvSpPr>
        <p:spPr>
          <a:xfrm>
            <a:off x="9318498" y="3405378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22" name="S06-fracbar160"/>
          <p:cNvSpPr/>
          <p:nvPr/>
        </p:nvSpPr>
        <p:spPr>
          <a:xfrm>
            <a:off x="9355074" y="3921506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6-num161"/>
          <p:cNvSpPr txBox="1"/>
          <p:nvPr/>
        </p:nvSpPr>
        <p:spPr>
          <a:xfrm>
            <a:off x="9318498" y="395808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3200" dirty="0"/>
          </a:p>
        </p:txBody>
      </p:sp>
      <p:sp>
        <p:nvSpPr>
          <p:cNvPr id="24" name="S06-text162"/>
          <p:cNvSpPr txBox="1"/>
          <p:nvPr/>
        </p:nvSpPr>
        <p:spPr>
          <a:xfrm>
            <a:off x="6277356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9의 최소공배수는 18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통분해 보아요</a:t>
            </a:r>
            <a:endParaRPr lang="ko-KR" sz="4000" dirty="0"/>
          </a:p>
        </p:txBody>
      </p:sp>
      <p:sp>
        <p:nvSpPr>
          <p:cNvPr id="3" name="S07-text1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□를 채워 통분해요.</a:t>
            </a:r>
            <a:endParaRPr lang="ko-KR" sz="2800" dirty="0"/>
          </a:p>
        </p:txBody>
      </p:sp>
      <p:sp>
        <p:nvSpPr>
          <p:cNvPr id="4" name="S07-card1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1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분모의 곱이나 최소공배수를 공통분모로 해요.</a:t>
            </a:r>
            <a:endParaRPr lang="ko-KR" sz="2800" dirty="0"/>
          </a:p>
        </p:txBody>
      </p:sp>
      <p:sp>
        <p:nvSpPr>
          <p:cNvPr id="6" name="S07-chip16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7-num167"/>
          <p:cNvSpPr txBox="1"/>
          <p:nvPr/>
        </p:nvSpPr>
        <p:spPr>
          <a:xfrm>
            <a:off x="1344168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8" name="S07-fracbar168"/>
          <p:cNvSpPr/>
          <p:nvPr/>
        </p:nvSpPr>
        <p:spPr>
          <a:xfrm>
            <a:off x="1380744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7-num169"/>
          <p:cNvSpPr txBox="1"/>
          <p:nvPr/>
        </p:nvSpPr>
        <p:spPr>
          <a:xfrm>
            <a:off x="1344168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0" name="S07-op170"/>
          <p:cNvSpPr txBox="1"/>
          <p:nvPr/>
        </p:nvSpPr>
        <p:spPr>
          <a:xfrm>
            <a:off x="1937004" y="2012696"/>
            <a:ext cx="469392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2800" dirty="0"/>
          </a:p>
        </p:txBody>
      </p:sp>
      <p:sp>
        <p:nvSpPr>
          <p:cNvPr id="11" name="S07-num171"/>
          <p:cNvSpPr txBox="1"/>
          <p:nvPr/>
        </p:nvSpPr>
        <p:spPr>
          <a:xfrm>
            <a:off x="2516124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12" name="S07-fracbar172"/>
          <p:cNvSpPr/>
          <p:nvPr/>
        </p:nvSpPr>
        <p:spPr>
          <a:xfrm>
            <a:off x="2552700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7-num173"/>
          <p:cNvSpPr txBox="1"/>
          <p:nvPr/>
        </p:nvSpPr>
        <p:spPr>
          <a:xfrm>
            <a:off x="2516124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14" name="S07-op174"/>
          <p:cNvSpPr txBox="1"/>
          <p:nvPr/>
        </p:nvSpPr>
        <p:spPr>
          <a:xfrm>
            <a:off x="3108960" y="201269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2800" dirty="0"/>
          </a:p>
        </p:txBody>
      </p:sp>
      <p:sp>
        <p:nvSpPr>
          <p:cNvPr id="15" name="S07-blank175"/>
          <p:cNvSpPr/>
          <p:nvPr/>
        </p:nvSpPr>
        <p:spPr>
          <a:xfrm>
            <a:off x="3956497" y="206724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6" name="S07-fracbar176"/>
          <p:cNvSpPr/>
          <p:nvPr/>
        </p:nvSpPr>
        <p:spPr>
          <a:xfrm>
            <a:off x="3859784" y="246888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7-num177"/>
          <p:cNvSpPr txBox="1"/>
          <p:nvPr/>
        </p:nvSpPr>
        <p:spPr>
          <a:xfrm>
            <a:off x="3823208" y="250545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800" dirty="0"/>
          </a:p>
        </p:txBody>
      </p:sp>
      <p:sp>
        <p:nvSpPr>
          <p:cNvPr id="18" name="S07-op178"/>
          <p:cNvSpPr txBox="1"/>
          <p:nvPr/>
        </p:nvSpPr>
        <p:spPr>
          <a:xfrm>
            <a:off x="4510024" y="2012696"/>
            <a:ext cx="469392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2800" dirty="0"/>
          </a:p>
        </p:txBody>
      </p:sp>
      <p:sp>
        <p:nvSpPr>
          <p:cNvPr id="19" name="S07-blank179"/>
          <p:cNvSpPr/>
          <p:nvPr/>
        </p:nvSpPr>
        <p:spPr>
          <a:xfrm>
            <a:off x="5222433" y="206724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0" name="S07-fracbar180"/>
          <p:cNvSpPr/>
          <p:nvPr/>
        </p:nvSpPr>
        <p:spPr>
          <a:xfrm>
            <a:off x="5125720" y="246888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7-num181"/>
          <p:cNvSpPr txBox="1"/>
          <p:nvPr/>
        </p:nvSpPr>
        <p:spPr>
          <a:xfrm>
            <a:off x="5089144" y="250545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800" dirty="0"/>
          </a:p>
        </p:txBody>
      </p:sp>
      <p:sp>
        <p:nvSpPr>
          <p:cNvPr id="22" name="S07-chip18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3" name="S07-num183"/>
          <p:cNvSpPr txBox="1"/>
          <p:nvPr/>
        </p:nvSpPr>
        <p:spPr>
          <a:xfrm>
            <a:off x="1344168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24" name="S07-fracbar184"/>
          <p:cNvSpPr/>
          <p:nvPr/>
        </p:nvSpPr>
        <p:spPr>
          <a:xfrm>
            <a:off x="1380744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7-num185"/>
          <p:cNvSpPr txBox="1"/>
          <p:nvPr/>
        </p:nvSpPr>
        <p:spPr>
          <a:xfrm>
            <a:off x="1344168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800" dirty="0"/>
          </a:p>
        </p:txBody>
      </p:sp>
      <p:sp>
        <p:nvSpPr>
          <p:cNvPr id="26" name="S07-op186"/>
          <p:cNvSpPr txBox="1"/>
          <p:nvPr/>
        </p:nvSpPr>
        <p:spPr>
          <a:xfrm>
            <a:off x="1937004" y="3109976"/>
            <a:ext cx="469392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2800" dirty="0"/>
          </a:p>
        </p:txBody>
      </p:sp>
      <p:sp>
        <p:nvSpPr>
          <p:cNvPr id="27" name="S07-num187"/>
          <p:cNvSpPr txBox="1"/>
          <p:nvPr/>
        </p:nvSpPr>
        <p:spPr>
          <a:xfrm>
            <a:off x="2516124" y="310997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28" name="S07-fracbar188"/>
          <p:cNvSpPr/>
          <p:nvPr/>
        </p:nvSpPr>
        <p:spPr>
          <a:xfrm>
            <a:off x="2552700" y="356616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7-num189"/>
          <p:cNvSpPr txBox="1"/>
          <p:nvPr/>
        </p:nvSpPr>
        <p:spPr>
          <a:xfrm>
            <a:off x="2516124" y="360273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30" name="S07-op190"/>
          <p:cNvSpPr txBox="1"/>
          <p:nvPr/>
        </p:nvSpPr>
        <p:spPr>
          <a:xfrm>
            <a:off x="3202940" y="310997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2800" dirty="0"/>
          </a:p>
        </p:txBody>
      </p:sp>
      <p:sp>
        <p:nvSpPr>
          <p:cNvPr id="31" name="S07-blank191"/>
          <p:cNvSpPr/>
          <p:nvPr/>
        </p:nvSpPr>
        <p:spPr>
          <a:xfrm>
            <a:off x="4050477" y="316452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2" name="S07-fracbar192"/>
          <p:cNvSpPr/>
          <p:nvPr/>
        </p:nvSpPr>
        <p:spPr>
          <a:xfrm>
            <a:off x="3953764" y="356616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3" name="S07-num193"/>
          <p:cNvSpPr txBox="1"/>
          <p:nvPr/>
        </p:nvSpPr>
        <p:spPr>
          <a:xfrm>
            <a:off x="3917188" y="360273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2800" dirty="0"/>
          </a:p>
        </p:txBody>
      </p:sp>
      <p:sp>
        <p:nvSpPr>
          <p:cNvPr id="34" name="S07-op194"/>
          <p:cNvSpPr txBox="1"/>
          <p:nvPr/>
        </p:nvSpPr>
        <p:spPr>
          <a:xfrm>
            <a:off x="4604004" y="3109976"/>
            <a:ext cx="469392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2800" dirty="0"/>
          </a:p>
        </p:txBody>
      </p:sp>
      <p:sp>
        <p:nvSpPr>
          <p:cNvPr id="35" name="S07-blank195"/>
          <p:cNvSpPr/>
          <p:nvPr/>
        </p:nvSpPr>
        <p:spPr>
          <a:xfrm>
            <a:off x="5316413" y="316452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6" name="S07-fracbar196"/>
          <p:cNvSpPr/>
          <p:nvPr/>
        </p:nvSpPr>
        <p:spPr>
          <a:xfrm>
            <a:off x="5219700" y="356616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07-num197"/>
          <p:cNvSpPr txBox="1"/>
          <p:nvPr/>
        </p:nvSpPr>
        <p:spPr>
          <a:xfrm>
            <a:off x="5183124" y="360273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2800" dirty="0"/>
          </a:p>
        </p:txBody>
      </p:sp>
      <p:sp>
        <p:nvSpPr>
          <p:cNvPr id="38" name="S07-chip19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9" name="S07-num199"/>
          <p:cNvSpPr txBox="1"/>
          <p:nvPr/>
        </p:nvSpPr>
        <p:spPr>
          <a:xfrm>
            <a:off x="1344168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40" name="S07-fracbar200"/>
          <p:cNvSpPr/>
          <p:nvPr/>
        </p:nvSpPr>
        <p:spPr>
          <a:xfrm>
            <a:off x="1380744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1" name="S07-num201"/>
          <p:cNvSpPr txBox="1"/>
          <p:nvPr/>
        </p:nvSpPr>
        <p:spPr>
          <a:xfrm>
            <a:off x="1344168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42" name="S07-op202"/>
          <p:cNvSpPr txBox="1"/>
          <p:nvPr/>
        </p:nvSpPr>
        <p:spPr>
          <a:xfrm>
            <a:off x="1937004" y="4207256"/>
            <a:ext cx="469392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2800" dirty="0"/>
          </a:p>
        </p:txBody>
      </p:sp>
      <p:sp>
        <p:nvSpPr>
          <p:cNvPr id="43" name="S07-num203"/>
          <p:cNvSpPr txBox="1"/>
          <p:nvPr/>
        </p:nvSpPr>
        <p:spPr>
          <a:xfrm>
            <a:off x="2516124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44" name="S07-fracbar204"/>
          <p:cNvSpPr/>
          <p:nvPr/>
        </p:nvSpPr>
        <p:spPr>
          <a:xfrm>
            <a:off x="2552700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5" name="S07-num205"/>
          <p:cNvSpPr txBox="1"/>
          <p:nvPr/>
        </p:nvSpPr>
        <p:spPr>
          <a:xfrm>
            <a:off x="2516124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46" name="S07-op206"/>
          <p:cNvSpPr txBox="1"/>
          <p:nvPr/>
        </p:nvSpPr>
        <p:spPr>
          <a:xfrm>
            <a:off x="3108960" y="420725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2800" dirty="0"/>
          </a:p>
        </p:txBody>
      </p:sp>
      <p:sp>
        <p:nvSpPr>
          <p:cNvPr id="47" name="S07-blank207"/>
          <p:cNvSpPr/>
          <p:nvPr/>
        </p:nvSpPr>
        <p:spPr>
          <a:xfrm>
            <a:off x="3909507" y="426180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8" name="S07-fracbar208"/>
          <p:cNvSpPr/>
          <p:nvPr/>
        </p:nvSpPr>
        <p:spPr>
          <a:xfrm>
            <a:off x="3859784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9" name="S07-num209"/>
          <p:cNvSpPr txBox="1"/>
          <p:nvPr/>
        </p:nvSpPr>
        <p:spPr>
          <a:xfrm>
            <a:off x="3823208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50" name="S07-op210"/>
          <p:cNvSpPr txBox="1"/>
          <p:nvPr/>
        </p:nvSpPr>
        <p:spPr>
          <a:xfrm>
            <a:off x="4416044" y="4207256"/>
            <a:ext cx="469392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2800" dirty="0"/>
          </a:p>
        </p:txBody>
      </p:sp>
      <p:sp>
        <p:nvSpPr>
          <p:cNvPr id="51" name="S07-blank211"/>
          <p:cNvSpPr/>
          <p:nvPr/>
        </p:nvSpPr>
        <p:spPr>
          <a:xfrm>
            <a:off x="5081463" y="426180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52" name="S07-fracbar212"/>
          <p:cNvSpPr/>
          <p:nvPr/>
        </p:nvSpPr>
        <p:spPr>
          <a:xfrm>
            <a:off x="5031740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3" name="S07-num213"/>
          <p:cNvSpPr txBox="1"/>
          <p:nvPr/>
        </p:nvSpPr>
        <p:spPr>
          <a:xfrm>
            <a:off x="4995164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통분해서 크기 비교</a:t>
            </a:r>
            <a:endParaRPr lang="ko-KR" sz="4000" dirty="0"/>
          </a:p>
        </p:txBody>
      </p:sp>
      <p:sp>
        <p:nvSpPr>
          <p:cNvPr id="3" name="S08-num214"/>
          <p:cNvSpPr txBox="1"/>
          <p:nvPr/>
        </p:nvSpPr>
        <p:spPr>
          <a:xfrm>
            <a:off x="548640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4" name="S08-fracbar215"/>
          <p:cNvSpPr/>
          <p:nvPr/>
        </p:nvSpPr>
        <p:spPr>
          <a:xfrm>
            <a:off x="585216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" name="S08-num216"/>
          <p:cNvSpPr txBox="1"/>
          <p:nvPr/>
        </p:nvSpPr>
        <p:spPr>
          <a:xfrm>
            <a:off x="548640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6" name="S08-op217"/>
          <p:cNvSpPr txBox="1"/>
          <p:nvPr/>
        </p:nvSpPr>
        <p:spPr>
          <a:xfrm>
            <a:off x="1194816" y="138125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3200" dirty="0"/>
          </a:p>
        </p:txBody>
      </p:sp>
      <p:sp>
        <p:nvSpPr>
          <p:cNvPr id="7" name="S08-num218"/>
          <p:cNvSpPr txBox="1"/>
          <p:nvPr/>
        </p:nvSpPr>
        <p:spPr>
          <a:xfrm>
            <a:off x="1958848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8" name="S08-fracbar219"/>
          <p:cNvSpPr/>
          <p:nvPr/>
        </p:nvSpPr>
        <p:spPr>
          <a:xfrm>
            <a:off x="1995424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08-num220"/>
          <p:cNvSpPr txBox="1"/>
          <p:nvPr/>
        </p:nvSpPr>
        <p:spPr>
          <a:xfrm>
            <a:off x="1958848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0" name="S08-num221"/>
          <p:cNvSpPr txBox="1"/>
          <p:nvPr/>
        </p:nvSpPr>
        <p:spPr>
          <a:xfrm>
            <a:off x="7089567" y="3416300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11" name="S08-fracbar222"/>
          <p:cNvSpPr/>
          <p:nvPr/>
        </p:nvSpPr>
        <p:spPr>
          <a:xfrm>
            <a:off x="7126143" y="3872484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8-num223"/>
          <p:cNvSpPr txBox="1"/>
          <p:nvPr/>
        </p:nvSpPr>
        <p:spPr>
          <a:xfrm>
            <a:off x="7089567" y="3909060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800" dirty="0"/>
          </a:p>
        </p:txBody>
      </p:sp>
      <p:sp>
        <p:nvSpPr>
          <p:cNvPr id="13" name="S08-cell224"/>
          <p:cNvSpPr/>
          <p:nvPr/>
        </p:nvSpPr>
        <p:spPr>
          <a:xfrm>
            <a:off x="7972471" y="3461004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cell225"/>
          <p:cNvSpPr/>
          <p:nvPr/>
        </p:nvSpPr>
        <p:spPr>
          <a:xfrm>
            <a:off x="8216993" y="3461004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8-cell226"/>
          <p:cNvSpPr/>
          <p:nvPr/>
        </p:nvSpPr>
        <p:spPr>
          <a:xfrm>
            <a:off x="8461516" y="3461004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8-cell227"/>
          <p:cNvSpPr/>
          <p:nvPr/>
        </p:nvSpPr>
        <p:spPr>
          <a:xfrm>
            <a:off x="8706039" y="3461004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8-cell228"/>
          <p:cNvSpPr/>
          <p:nvPr/>
        </p:nvSpPr>
        <p:spPr>
          <a:xfrm>
            <a:off x="8950562" y="3461004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8-cell229"/>
          <p:cNvSpPr/>
          <p:nvPr/>
        </p:nvSpPr>
        <p:spPr>
          <a:xfrm>
            <a:off x="9195084" y="3461004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8-cell230"/>
          <p:cNvSpPr/>
          <p:nvPr/>
        </p:nvSpPr>
        <p:spPr>
          <a:xfrm>
            <a:off x="9439607" y="3461004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8-cell231"/>
          <p:cNvSpPr/>
          <p:nvPr/>
        </p:nvSpPr>
        <p:spPr>
          <a:xfrm>
            <a:off x="9684130" y="3461004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8-cell232"/>
          <p:cNvSpPr/>
          <p:nvPr/>
        </p:nvSpPr>
        <p:spPr>
          <a:xfrm>
            <a:off x="9928653" y="3461004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8-cell233"/>
          <p:cNvSpPr/>
          <p:nvPr/>
        </p:nvSpPr>
        <p:spPr>
          <a:xfrm>
            <a:off x="10173175" y="3461004"/>
            <a:ext cx="24452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8-cell234"/>
          <p:cNvSpPr/>
          <p:nvPr/>
        </p:nvSpPr>
        <p:spPr>
          <a:xfrm>
            <a:off x="10417698" y="3461004"/>
            <a:ext cx="24452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8-cell235"/>
          <p:cNvSpPr/>
          <p:nvPr/>
        </p:nvSpPr>
        <p:spPr>
          <a:xfrm>
            <a:off x="10662221" y="3461004"/>
            <a:ext cx="24452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8-cell236"/>
          <p:cNvSpPr/>
          <p:nvPr/>
        </p:nvSpPr>
        <p:spPr>
          <a:xfrm>
            <a:off x="10906744" y="3461004"/>
            <a:ext cx="24452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8-cell237"/>
          <p:cNvSpPr/>
          <p:nvPr/>
        </p:nvSpPr>
        <p:spPr>
          <a:xfrm>
            <a:off x="11151266" y="3461004"/>
            <a:ext cx="24452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8-cell238"/>
          <p:cNvSpPr/>
          <p:nvPr/>
        </p:nvSpPr>
        <p:spPr>
          <a:xfrm>
            <a:off x="11395789" y="3461004"/>
            <a:ext cx="24452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8-figure239" descr="똑같이 15칸으로 나눈 띠, 9칸 색칠"/>
          <p:cNvSpPr/>
          <p:nvPr/>
        </p:nvSpPr>
        <p:spPr>
          <a:xfrm>
            <a:off x="7972471" y="3461004"/>
            <a:ext cx="3667841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08-num240"/>
          <p:cNvSpPr txBox="1"/>
          <p:nvPr/>
        </p:nvSpPr>
        <p:spPr>
          <a:xfrm>
            <a:off x="7089567" y="4495292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30" name="S08-fracbar241"/>
          <p:cNvSpPr/>
          <p:nvPr/>
        </p:nvSpPr>
        <p:spPr>
          <a:xfrm>
            <a:off x="7126143" y="4951476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8-num242"/>
          <p:cNvSpPr txBox="1"/>
          <p:nvPr/>
        </p:nvSpPr>
        <p:spPr>
          <a:xfrm>
            <a:off x="7089567" y="4988052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800" dirty="0"/>
          </a:p>
        </p:txBody>
      </p:sp>
      <p:sp>
        <p:nvSpPr>
          <p:cNvPr id="32" name="S08-cell243"/>
          <p:cNvSpPr/>
          <p:nvPr/>
        </p:nvSpPr>
        <p:spPr>
          <a:xfrm>
            <a:off x="7972471" y="4539996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8-cell244"/>
          <p:cNvSpPr/>
          <p:nvPr/>
        </p:nvSpPr>
        <p:spPr>
          <a:xfrm>
            <a:off x="8216993" y="4539996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8-cell245"/>
          <p:cNvSpPr/>
          <p:nvPr/>
        </p:nvSpPr>
        <p:spPr>
          <a:xfrm>
            <a:off x="8461516" y="4539996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8-cell246"/>
          <p:cNvSpPr/>
          <p:nvPr/>
        </p:nvSpPr>
        <p:spPr>
          <a:xfrm>
            <a:off x="8706039" y="4539996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8-cell247"/>
          <p:cNvSpPr/>
          <p:nvPr/>
        </p:nvSpPr>
        <p:spPr>
          <a:xfrm>
            <a:off x="8950562" y="4539996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8-cell248"/>
          <p:cNvSpPr/>
          <p:nvPr/>
        </p:nvSpPr>
        <p:spPr>
          <a:xfrm>
            <a:off x="9195084" y="4539996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8-cell249"/>
          <p:cNvSpPr/>
          <p:nvPr/>
        </p:nvSpPr>
        <p:spPr>
          <a:xfrm>
            <a:off x="9439607" y="4539996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8-cell250"/>
          <p:cNvSpPr/>
          <p:nvPr/>
        </p:nvSpPr>
        <p:spPr>
          <a:xfrm>
            <a:off x="9684130" y="4539996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8-cell251"/>
          <p:cNvSpPr/>
          <p:nvPr/>
        </p:nvSpPr>
        <p:spPr>
          <a:xfrm>
            <a:off x="9928653" y="4539996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8-cell252"/>
          <p:cNvSpPr/>
          <p:nvPr/>
        </p:nvSpPr>
        <p:spPr>
          <a:xfrm>
            <a:off x="10173175" y="4539996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8-cell253"/>
          <p:cNvSpPr/>
          <p:nvPr/>
        </p:nvSpPr>
        <p:spPr>
          <a:xfrm>
            <a:off x="10417698" y="4539996"/>
            <a:ext cx="24452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8-cell254"/>
          <p:cNvSpPr/>
          <p:nvPr/>
        </p:nvSpPr>
        <p:spPr>
          <a:xfrm>
            <a:off x="10662221" y="4539996"/>
            <a:ext cx="24452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8-cell255"/>
          <p:cNvSpPr/>
          <p:nvPr/>
        </p:nvSpPr>
        <p:spPr>
          <a:xfrm>
            <a:off x="10906744" y="4539996"/>
            <a:ext cx="24452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8-cell256"/>
          <p:cNvSpPr/>
          <p:nvPr/>
        </p:nvSpPr>
        <p:spPr>
          <a:xfrm>
            <a:off x="11151266" y="4539996"/>
            <a:ext cx="24452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8-cell257"/>
          <p:cNvSpPr/>
          <p:nvPr/>
        </p:nvSpPr>
        <p:spPr>
          <a:xfrm>
            <a:off x="11395789" y="4539996"/>
            <a:ext cx="24452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8-figure258" descr="똑같이 15칸으로 나눈 띠, 10칸 색칠"/>
          <p:cNvSpPr/>
          <p:nvPr/>
        </p:nvSpPr>
        <p:spPr>
          <a:xfrm>
            <a:off x="7972471" y="4539996"/>
            <a:ext cx="3667841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8" name="S08-guide259"/>
          <p:cNvSpPr/>
          <p:nvPr/>
        </p:nvSpPr>
        <p:spPr>
          <a:xfrm>
            <a:off x="10173175" y="3323844"/>
            <a:ext cx="0" cy="2176272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49" name="S08-stepno260"/>
          <p:cNvSpPr txBox="1"/>
          <p:nvPr/>
        </p:nvSpPr>
        <p:spPr>
          <a:xfrm>
            <a:off x="548640" y="29469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50" name="S08-text261"/>
          <p:cNvSpPr txBox="1"/>
          <p:nvPr/>
        </p:nvSpPr>
        <p:spPr>
          <a:xfrm>
            <a:off x="1325880" y="2901188"/>
            <a:ext cx="2706536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공통분모 15로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통분해요.</a:t>
            </a:r>
            <a:endParaRPr lang="ko-KR" sz="2800" dirty="0"/>
          </a:p>
        </p:txBody>
      </p:sp>
      <p:sp>
        <p:nvSpPr>
          <p:cNvPr id="51" name="S08-num262"/>
          <p:cNvSpPr txBox="1"/>
          <p:nvPr/>
        </p:nvSpPr>
        <p:spPr>
          <a:xfrm>
            <a:off x="4032416" y="2901188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52" name="S08-fracbar263"/>
          <p:cNvSpPr/>
          <p:nvPr/>
        </p:nvSpPr>
        <p:spPr>
          <a:xfrm>
            <a:off x="4068992" y="3357372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3" name="S08-num264"/>
          <p:cNvSpPr txBox="1"/>
          <p:nvPr/>
        </p:nvSpPr>
        <p:spPr>
          <a:xfrm>
            <a:off x="4032416" y="3393948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800" dirty="0"/>
          </a:p>
        </p:txBody>
      </p:sp>
      <p:sp>
        <p:nvSpPr>
          <p:cNvPr id="54" name="S08-op265"/>
          <p:cNvSpPr txBox="1"/>
          <p:nvPr/>
        </p:nvSpPr>
        <p:spPr>
          <a:xfrm>
            <a:off x="4719232" y="2901188"/>
            <a:ext cx="469392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2800" dirty="0"/>
          </a:p>
        </p:txBody>
      </p:sp>
      <p:sp>
        <p:nvSpPr>
          <p:cNvPr id="55" name="S08-num266"/>
          <p:cNvSpPr txBox="1"/>
          <p:nvPr/>
        </p:nvSpPr>
        <p:spPr>
          <a:xfrm>
            <a:off x="5298352" y="2901188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56" name="S08-fracbar267"/>
          <p:cNvSpPr/>
          <p:nvPr/>
        </p:nvSpPr>
        <p:spPr>
          <a:xfrm>
            <a:off x="5334928" y="3357372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7" name="S08-num268"/>
          <p:cNvSpPr txBox="1"/>
          <p:nvPr/>
        </p:nvSpPr>
        <p:spPr>
          <a:xfrm>
            <a:off x="5298352" y="3393948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800" dirty="0"/>
          </a:p>
        </p:txBody>
      </p:sp>
      <p:sp>
        <p:nvSpPr>
          <p:cNvPr id="58" name="S08-stepno269"/>
          <p:cNvSpPr txBox="1"/>
          <p:nvPr/>
        </p:nvSpPr>
        <p:spPr>
          <a:xfrm>
            <a:off x="548640" y="40238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59" name="S08-text270"/>
          <p:cNvSpPr txBox="1"/>
          <p:nvPr/>
        </p:nvSpPr>
        <p:spPr>
          <a:xfrm>
            <a:off x="1325880" y="3978148"/>
            <a:ext cx="2706536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분자를 비교해요.</a:t>
            </a:r>
            <a:endParaRPr lang="ko-KR" sz="2800" dirty="0"/>
          </a:p>
        </p:txBody>
      </p:sp>
      <p:sp>
        <p:nvSpPr>
          <p:cNvPr id="60" name="S08-eqtext271"/>
          <p:cNvSpPr txBox="1"/>
          <p:nvPr/>
        </p:nvSpPr>
        <p:spPr>
          <a:xfrm>
            <a:off x="4032416" y="3978148"/>
            <a:ext cx="2522735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&lt; 10</a:t>
            </a:r>
            <a:endParaRPr lang="ko-KR" sz="2800" dirty="0"/>
          </a:p>
        </p:txBody>
      </p:sp>
      <p:sp>
        <p:nvSpPr>
          <p:cNvPr id="61" name="S08-stepno272"/>
          <p:cNvSpPr txBox="1"/>
          <p:nvPr/>
        </p:nvSpPr>
        <p:spPr>
          <a:xfrm>
            <a:off x="548640" y="50561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62" name="S08-text273"/>
          <p:cNvSpPr txBox="1"/>
          <p:nvPr/>
        </p:nvSpPr>
        <p:spPr>
          <a:xfrm>
            <a:off x="1325880" y="5010404"/>
            <a:ext cx="2706536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</a:t>
            </a:r>
            <a:endParaRPr lang="ko-KR" sz="2800" dirty="0"/>
          </a:p>
        </p:txBody>
      </p:sp>
      <p:sp>
        <p:nvSpPr>
          <p:cNvPr id="63" name="S08-num274"/>
          <p:cNvSpPr txBox="1"/>
          <p:nvPr/>
        </p:nvSpPr>
        <p:spPr>
          <a:xfrm>
            <a:off x="4032416" y="5010404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64" name="S08-fracbar275"/>
          <p:cNvSpPr/>
          <p:nvPr/>
        </p:nvSpPr>
        <p:spPr>
          <a:xfrm>
            <a:off x="4068992" y="5466588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5" name="S08-num276"/>
          <p:cNvSpPr txBox="1"/>
          <p:nvPr/>
        </p:nvSpPr>
        <p:spPr>
          <a:xfrm>
            <a:off x="4032416" y="5503164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66" name="S08-op277"/>
          <p:cNvSpPr txBox="1"/>
          <p:nvPr/>
        </p:nvSpPr>
        <p:spPr>
          <a:xfrm>
            <a:off x="4625252" y="5010404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&lt;</a:t>
            </a:r>
            <a:endParaRPr lang="ko-KR" sz="2800" dirty="0"/>
          </a:p>
        </p:txBody>
      </p:sp>
      <p:sp>
        <p:nvSpPr>
          <p:cNvPr id="67" name="S08-num278"/>
          <p:cNvSpPr txBox="1"/>
          <p:nvPr/>
        </p:nvSpPr>
        <p:spPr>
          <a:xfrm>
            <a:off x="5140364" y="5010404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68" name="S08-fracbar279"/>
          <p:cNvSpPr/>
          <p:nvPr/>
        </p:nvSpPr>
        <p:spPr>
          <a:xfrm>
            <a:off x="5176940" y="5466588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9" name="S08-num280"/>
          <p:cNvSpPr txBox="1"/>
          <p:nvPr/>
        </p:nvSpPr>
        <p:spPr>
          <a:xfrm>
            <a:off x="5140364" y="5503164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크기를 비교해요</a:t>
            </a:r>
            <a:endParaRPr lang="ko-KR" sz="4000" dirty="0"/>
          </a:p>
        </p:txBody>
      </p:sp>
      <p:sp>
        <p:nvSpPr>
          <p:cNvPr id="3" name="S09-text2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안에 &gt;, =, &lt; 중 알맞은 것을 넣어요.</a:t>
            </a:r>
            <a:endParaRPr lang="ko-KR" sz="2800" dirty="0"/>
          </a:p>
        </p:txBody>
      </p:sp>
      <p:sp>
        <p:nvSpPr>
          <p:cNvPr id="4" name="S09-card2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2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통분한 다음 분자를 비교해요.</a:t>
            </a:r>
            <a:endParaRPr lang="ko-KR" sz="2800" dirty="0"/>
          </a:p>
        </p:txBody>
      </p:sp>
      <p:sp>
        <p:nvSpPr>
          <p:cNvPr id="6" name="S09-chip28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num285"/>
          <p:cNvSpPr txBox="1"/>
          <p:nvPr/>
        </p:nvSpPr>
        <p:spPr>
          <a:xfrm>
            <a:off x="1344168" y="22270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8" name="S09-fracbar286"/>
          <p:cNvSpPr/>
          <p:nvPr/>
        </p:nvSpPr>
        <p:spPr>
          <a:xfrm>
            <a:off x="1380744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09-num287"/>
          <p:cNvSpPr txBox="1"/>
          <p:nvPr/>
        </p:nvSpPr>
        <p:spPr>
          <a:xfrm>
            <a:off x="1344168" y="27797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0" name="S09-op288"/>
          <p:cNvSpPr txBox="1"/>
          <p:nvPr/>
        </p:nvSpPr>
        <p:spPr>
          <a:xfrm>
            <a:off x="1990344" y="222707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3200" dirty="0"/>
          </a:p>
        </p:txBody>
      </p:sp>
      <p:sp>
        <p:nvSpPr>
          <p:cNvPr id="11" name="S09-num289"/>
          <p:cNvSpPr txBox="1"/>
          <p:nvPr/>
        </p:nvSpPr>
        <p:spPr>
          <a:xfrm>
            <a:off x="2754376" y="22270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12" name="S09-fracbar290"/>
          <p:cNvSpPr/>
          <p:nvPr/>
        </p:nvSpPr>
        <p:spPr>
          <a:xfrm>
            <a:off x="2790952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9-num291"/>
          <p:cNvSpPr txBox="1"/>
          <p:nvPr/>
        </p:nvSpPr>
        <p:spPr>
          <a:xfrm>
            <a:off x="2754376" y="27797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14" name="S09-chip29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5" name="S09-num293"/>
          <p:cNvSpPr txBox="1"/>
          <p:nvPr/>
        </p:nvSpPr>
        <p:spPr>
          <a:xfrm>
            <a:off x="7072884" y="22270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6" name="S09-fracbar294"/>
          <p:cNvSpPr/>
          <p:nvPr/>
        </p:nvSpPr>
        <p:spPr>
          <a:xfrm>
            <a:off x="7109460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9-num295"/>
          <p:cNvSpPr txBox="1"/>
          <p:nvPr/>
        </p:nvSpPr>
        <p:spPr>
          <a:xfrm>
            <a:off x="7072884" y="27797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18" name="S09-op296"/>
          <p:cNvSpPr txBox="1"/>
          <p:nvPr/>
        </p:nvSpPr>
        <p:spPr>
          <a:xfrm>
            <a:off x="7719060" y="222707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3200" dirty="0"/>
          </a:p>
        </p:txBody>
      </p:sp>
      <p:sp>
        <p:nvSpPr>
          <p:cNvPr id="19" name="S09-num297"/>
          <p:cNvSpPr txBox="1"/>
          <p:nvPr/>
        </p:nvSpPr>
        <p:spPr>
          <a:xfrm>
            <a:off x="8483092" y="22270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0" name="S09-fracbar298"/>
          <p:cNvSpPr/>
          <p:nvPr/>
        </p:nvSpPr>
        <p:spPr>
          <a:xfrm>
            <a:off x="8519668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9-num299"/>
          <p:cNvSpPr txBox="1"/>
          <p:nvPr/>
        </p:nvSpPr>
        <p:spPr>
          <a:xfrm>
            <a:off x="8483092" y="27797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22" name="S09-chip300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3" name="S09-num301"/>
          <p:cNvSpPr txBox="1"/>
          <p:nvPr/>
        </p:nvSpPr>
        <p:spPr>
          <a:xfrm>
            <a:off x="1344168" y="387299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24" name="S09-fracbar302"/>
          <p:cNvSpPr/>
          <p:nvPr/>
        </p:nvSpPr>
        <p:spPr>
          <a:xfrm>
            <a:off x="1380744" y="438912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" name="S09-num303"/>
          <p:cNvSpPr txBox="1"/>
          <p:nvPr/>
        </p:nvSpPr>
        <p:spPr>
          <a:xfrm>
            <a:off x="1344168" y="442569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200" dirty="0"/>
          </a:p>
        </p:txBody>
      </p:sp>
      <p:sp>
        <p:nvSpPr>
          <p:cNvPr id="26" name="S09-op304"/>
          <p:cNvSpPr txBox="1"/>
          <p:nvPr/>
        </p:nvSpPr>
        <p:spPr>
          <a:xfrm>
            <a:off x="2089912" y="387299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3200" dirty="0"/>
          </a:p>
        </p:txBody>
      </p:sp>
      <p:sp>
        <p:nvSpPr>
          <p:cNvPr id="27" name="S09-num305"/>
          <p:cNvSpPr txBox="1"/>
          <p:nvPr/>
        </p:nvSpPr>
        <p:spPr>
          <a:xfrm>
            <a:off x="2853944" y="387299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28" name="S09-fracbar306"/>
          <p:cNvSpPr/>
          <p:nvPr/>
        </p:nvSpPr>
        <p:spPr>
          <a:xfrm>
            <a:off x="2890520" y="438912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" name="S09-num307"/>
          <p:cNvSpPr txBox="1"/>
          <p:nvPr/>
        </p:nvSpPr>
        <p:spPr>
          <a:xfrm>
            <a:off x="2853944" y="442569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30" name="S09-chip308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31" name="S09-num309"/>
          <p:cNvSpPr txBox="1"/>
          <p:nvPr/>
        </p:nvSpPr>
        <p:spPr>
          <a:xfrm>
            <a:off x="7072884" y="387299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32" name="S09-fracbar310"/>
          <p:cNvSpPr/>
          <p:nvPr/>
        </p:nvSpPr>
        <p:spPr>
          <a:xfrm>
            <a:off x="7109460" y="438912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9-num311"/>
          <p:cNvSpPr txBox="1"/>
          <p:nvPr/>
        </p:nvSpPr>
        <p:spPr>
          <a:xfrm>
            <a:off x="7072884" y="442569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34" name="S09-op312"/>
          <p:cNvSpPr txBox="1"/>
          <p:nvPr/>
        </p:nvSpPr>
        <p:spPr>
          <a:xfrm>
            <a:off x="7719060" y="387299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3200" dirty="0"/>
          </a:p>
        </p:txBody>
      </p:sp>
      <p:sp>
        <p:nvSpPr>
          <p:cNvPr id="35" name="S09-num313"/>
          <p:cNvSpPr txBox="1"/>
          <p:nvPr/>
        </p:nvSpPr>
        <p:spPr>
          <a:xfrm>
            <a:off x="8483092" y="387299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200" dirty="0"/>
          </a:p>
        </p:txBody>
      </p:sp>
      <p:sp>
        <p:nvSpPr>
          <p:cNvPr id="36" name="S09-fracbar314"/>
          <p:cNvSpPr/>
          <p:nvPr/>
        </p:nvSpPr>
        <p:spPr>
          <a:xfrm>
            <a:off x="8519668" y="438912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9-num315"/>
          <p:cNvSpPr txBox="1"/>
          <p:nvPr/>
        </p:nvSpPr>
        <p:spPr>
          <a:xfrm>
            <a:off x="8483092" y="442569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10-card31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31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 4와 7분의 5 중 어느 것이 더 클까요?</a:t>
            </a:r>
            <a:endParaRPr lang="ko-KR" sz="2800" dirty="0"/>
          </a:p>
        </p:txBody>
      </p:sp>
      <p:sp>
        <p:nvSpPr>
          <p:cNvPr id="5" name="S10-card3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3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까닭을 말해요.</a:t>
            </a:r>
            <a:endParaRPr lang="ko-KR" sz="2800" dirty="0"/>
          </a:p>
        </p:txBody>
      </p:sp>
      <p:sp>
        <p:nvSpPr>
          <p:cNvPr id="7" name="S10-chip32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7분의 5</a:t>
            </a:r>
            <a:endParaRPr lang="ko-KR" sz="2200" dirty="0"/>
          </a:p>
        </p:txBody>
      </p:sp>
      <p:sp>
        <p:nvSpPr>
          <p:cNvPr id="8" name="S10-text32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분모도 분자도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크니까요.</a:t>
            </a:r>
            <a:endParaRPr lang="ko-KR" sz="2800" dirty="0"/>
          </a:p>
        </p:txBody>
      </p:sp>
      <p:sp>
        <p:nvSpPr>
          <p:cNvPr id="9" name="S10-chip32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5분의 4</a:t>
            </a:r>
            <a:endParaRPr lang="ko-KR" sz="2200" dirty="0"/>
          </a:p>
        </p:txBody>
      </p:sp>
      <p:sp>
        <p:nvSpPr>
          <p:cNvPr id="10" name="S10-text32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통분하면 35분의 28과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35분의 25예요.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3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통분하고, ③④는 ○에 &gt;, =, &lt;를 넣어요.</a:t>
            </a:r>
            <a:endParaRPr lang="ko-KR" sz="2800" dirty="0"/>
          </a:p>
        </p:txBody>
      </p:sp>
      <p:sp>
        <p:nvSpPr>
          <p:cNvPr id="4" name="S11-chip32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1-num326"/>
          <p:cNvSpPr txBox="1"/>
          <p:nvPr/>
        </p:nvSpPr>
        <p:spPr>
          <a:xfrm>
            <a:off x="1344168" y="2257044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000" dirty="0"/>
          </a:p>
        </p:txBody>
      </p:sp>
      <p:sp>
        <p:nvSpPr>
          <p:cNvPr id="6" name="S11-fracbar327"/>
          <p:cNvSpPr/>
          <p:nvPr/>
        </p:nvSpPr>
        <p:spPr>
          <a:xfrm>
            <a:off x="1380744" y="2743200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7" name="S11-num328"/>
          <p:cNvSpPr txBox="1"/>
          <p:nvPr/>
        </p:nvSpPr>
        <p:spPr>
          <a:xfrm>
            <a:off x="1344168" y="2779776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000" dirty="0"/>
          </a:p>
        </p:txBody>
      </p:sp>
      <p:sp>
        <p:nvSpPr>
          <p:cNvPr id="8" name="S11-op329"/>
          <p:cNvSpPr txBox="1"/>
          <p:nvPr/>
        </p:nvSpPr>
        <p:spPr>
          <a:xfrm>
            <a:off x="1963674" y="2257044"/>
            <a:ext cx="48463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3000" dirty="0"/>
          </a:p>
        </p:txBody>
      </p:sp>
      <p:sp>
        <p:nvSpPr>
          <p:cNvPr id="9" name="S11-num330"/>
          <p:cNvSpPr txBox="1"/>
          <p:nvPr/>
        </p:nvSpPr>
        <p:spPr>
          <a:xfrm>
            <a:off x="2558034" y="2257044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10" name="S11-fracbar331"/>
          <p:cNvSpPr/>
          <p:nvPr/>
        </p:nvSpPr>
        <p:spPr>
          <a:xfrm>
            <a:off x="2594610" y="2743200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11" name="S11-num332"/>
          <p:cNvSpPr txBox="1"/>
          <p:nvPr/>
        </p:nvSpPr>
        <p:spPr>
          <a:xfrm>
            <a:off x="2558034" y="2779776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000" dirty="0"/>
          </a:p>
        </p:txBody>
      </p:sp>
      <p:sp>
        <p:nvSpPr>
          <p:cNvPr id="12" name="S11-op333"/>
          <p:cNvSpPr txBox="1"/>
          <p:nvPr/>
        </p:nvSpPr>
        <p:spPr>
          <a:xfrm>
            <a:off x="3177540" y="2257044"/>
            <a:ext cx="62941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3000" dirty="0"/>
          </a:p>
        </p:txBody>
      </p:sp>
      <p:sp>
        <p:nvSpPr>
          <p:cNvPr id="13" name="S11-blank334"/>
          <p:cNvSpPr/>
          <p:nvPr/>
        </p:nvSpPr>
        <p:spPr>
          <a:xfrm>
            <a:off x="4053611" y="2315489"/>
            <a:ext cx="332689" cy="332689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4" name="S11-fracbar335"/>
          <p:cNvSpPr/>
          <p:nvPr/>
        </p:nvSpPr>
        <p:spPr>
          <a:xfrm>
            <a:off x="3953256" y="2743200"/>
            <a:ext cx="533400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15" name="S11-num336"/>
          <p:cNvSpPr txBox="1"/>
          <p:nvPr/>
        </p:nvSpPr>
        <p:spPr>
          <a:xfrm>
            <a:off x="3916680" y="2779776"/>
            <a:ext cx="606552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3000" dirty="0"/>
          </a:p>
        </p:txBody>
      </p:sp>
      <p:sp>
        <p:nvSpPr>
          <p:cNvPr id="16" name="S11-op337"/>
          <p:cNvSpPr txBox="1"/>
          <p:nvPr/>
        </p:nvSpPr>
        <p:spPr>
          <a:xfrm>
            <a:off x="4632960" y="2257044"/>
            <a:ext cx="48463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3000" dirty="0"/>
          </a:p>
        </p:txBody>
      </p:sp>
      <p:sp>
        <p:nvSpPr>
          <p:cNvPr id="17" name="S11-blank338"/>
          <p:cNvSpPr/>
          <p:nvPr/>
        </p:nvSpPr>
        <p:spPr>
          <a:xfrm>
            <a:off x="5364251" y="2315489"/>
            <a:ext cx="332689" cy="332689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8" name="S11-fracbar339"/>
          <p:cNvSpPr/>
          <p:nvPr/>
        </p:nvSpPr>
        <p:spPr>
          <a:xfrm>
            <a:off x="5263896" y="2743200"/>
            <a:ext cx="533400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19" name="S11-num340"/>
          <p:cNvSpPr txBox="1"/>
          <p:nvPr/>
        </p:nvSpPr>
        <p:spPr>
          <a:xfrm>
            <a:off x="5227320" y="2779776"/>
            <a:ext cx="606552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3000" dirty="0"/>
          </a:p>
        </p:txBody>
      </p:sp>
      <p:sp>
        <p:nvSpPr>
          <p:cNvPr id="20" name="S11-chip34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1" name="S11-num342"/>
          <p:cNvSpPr txBox="1"/>
          <p:nvPr/>
        </p:nvSpPr>
        <p:spPr>
          <a:xfrm>
            <a:off x="7072884" y="2257044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000" dirty="0"/>
          </a:p>
        </p:txBody>
      </p:sp>
      <p:sp>
        <p:nvSpPr>
          <p:cNvPr id="22" name="S11-fracbar343"/>
          <p:cNvSpPr/>
          <p:nvPr/>
        </p:nvSpPr>
        <p:spPr>
          <a:xfrm>
            <a:off x="7109460" y="2743200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23" name="S11-num344"/>
          <p:cNvSpPr txBox="1"/>
          <p:nvPr/>
        </p:nvSpPr>
        <p:spPr>
          <a:xfrm>
            <a:off x="7072884" y="2779776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000" dirty="0"/>
          </a:p>
        </p:txBody>
      </p:sp>
      <p:sp>
        <p:nvSpPr>
          <p:cNvPr id="24" name="S11-op345"/>
          <p:cNvSpPr txBox="1"/>
          <p:nvPr/>
        </p:nvSpPr>
        <p:spPr>
          <a:xfrm>
            <a:off x="7692390" y="2257044"/>
            <a:ext cx="48463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3000" dirty="0"/>
          </a:p>
        </p:txBody>
      </p:sp>
      <p:sp>
        <p:nvSpPr>
          <p:cNvPr id="25" name="S11-num346"/>
          <p:cNvSpPr txBox="1"/>
          <p:nvPr/>
        </p:nvSpPr>
        <p:spPr>
          <a:xfrm>
            <a:off x="8286750" y="2257044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000" dirty="0"/>
          </a:p>
        </p:txBody>
      </p:sp>
      <p:sp>
        <p:nvSpPr>
          <p:cNvPr id="26" name="S11-fracbar347"/>
          <p:cNvSpPr/>
          <p:nvPr/>
        </p:nvSpPr>
        <p:spPr>
          <a:xfrm>
            <a:off x="8323326" y="2743200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27" name="S11-num348"/>
          <p:cNvSpPr txBox="1"/>
          <p:nvPr/>
        </p:nvSpPr>
        <p:spPr>
          <a:xfrm>
            <a:off x="8286750" y="2779776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28" name="S11-op349"/>
          <p:cNvSpPr txBox="1"/>
          <p:nvPr/>
        </p:nvSpPr>
        <p:spPr>
          <a:xfrm>
            <a:off x="8906256" y="2257044"/>
            <a:ext cx="62941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3000" dirty="0"/>
          </a:p>
        </p:txBody>
      </p:sp>
      <p:sp>
        <p:nvSpPr>
          <p:cNvPr id="29" name="S11-blank350"/>
          <p:cNvSpPr/>
          <p:nvPr/>
        </p:nvSpPr>
        <p:spPr>
          <a:xfrm>
            <a:off x="9782327" y="2315489"/>
            <a:ext cx="332689" cy="332689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0" name="S11-fracbar351"/>
          <p:cNvSpPr/>
          <p:nvPr/>
        </p:nvSpPr>
        <p:spPr>
          <a:xfrm>
            <a:off x="9681972" y="2743200"/>
            <a:ext cx="533400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31" name="S11-num352"/>
          <p:cNvSpPr txBox="1"/>
          <p:nvPr/>
        </p:nvSpPr>
        <p:spPr>
          <a:xfrm>
            <a:off x="9645396" y="2779776"/>
            <a:ext cx="606552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3000" dirty="0"/>
          </a:p>
        </p:txBody>
      </p:sp>
      <p:sp>
        <p:nvSpPr>
          <p:cNvPr id="32" name="S11-op353"/>
          <p:cNvSpPr txBox="1"/>
          <p:nvPr/>
        </p:nvSpPr>
        <p:spPr>
          <a:xfrm>
            <a:off x="10361676" y="2257044"/>
            <a:ext cx="48463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3000" dirty="0"/>
          </a:p>
        </p:txBody>
      </p:sp>
      <p:sp>
        <p:nvSpPr>
          <p:cNvPr id="33" name="S11-blank354"/>
          <p:cNvSpPr/>
          <p:nvPr/>
        </p:nvSpPr>
        <p:spPr>
          <a:xfrm>
            <a:off x="11092967" y="2315489"/>
            <a:ext cx="332689" cy="332689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4" name="S11-fracbar355"/>
          <p:cNvSpPr/>
          <p:nvPr/>
        </p:nvSpPr>
        <p:spPr>
          <a:xfrm>
            <a:off x="10992612" y="2743200"/>
            <a:ext cx="533400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35" name="S11-num356"/>
          <p:cNvSpPr txBox="1"/>
          <p:nvPr/>
        </p:nvSpPr>
        <p:spPr>
          <a:xfrm>
            <a:off x="10956036" y="2779776"/>
            <a:ext cx="606552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3000" dirty="0"/>
          </a:p>
        </p:txBody>
      </p:sp>
      <p:sp>
        <p:nvSpPr>
          <p:cNvPr id="36" name="S11-chip357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7" name="S11-num358"/>
          <p:cNvSpPr txBox="1"/>
          <p:nvPr/>
        </p:nvSpPr>
        <p:spPr>
          <a:xfrm>
            <a:off x="1344168" y="44216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38" name="S11-fracbar359"/>
          <p:cNvSpPr/>
          <p:nvPr/>
        </p:nvSpPr>
        <p:spPr>
          <a:xfrm>
            <a:off x="1380744" y="4937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9" name="S11-num360"/>
          <p:cNvSpPr txBox="1"/>
          <p:nvPr/>
        </p:nvSpPr>
        <p:spPr>
          <a:xfrm>
            <a:off x="1344168" y="4974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200" dirty="0"/>
          </a:p>
        </p:txBody>
      </p:sp>
      <p:sp>
        <p:nvSpPr>
          <p:cNvPr id="40" name="S11-op361"/>
          <p:cNvSpPr txBox="1"/>
          <p:nvPr/>
        </p:nvSpPr>
        <p:spPr>
          <a:xfrm>
            <a:off x="1990344" y="442163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3200" dirty="0"/>
          </a:p>
        </p:txBody>
      </p:sp>
      <p:sp>
        <p:nvSpPr>
          <p:cNvPr id="41" name="S11-num362"/>
          <p:cNvSpPr txBox="1"/>
          <p:nvPr/>
        </p:nvSpPr>
        <p:spPr>
          <a:xfrm>
            <a:off x="2754376" y="442163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42" name="S11-fracbar363"/>
          <p:cNvSpPr/>
          <p:nvPr/>
        </p:nvSpPr>
        <p:spPr>
          <a:xfrm>
            <a:off x="2790952" y="493776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11-num364"/>
          <p:cNvSpPr txBox="1"/>
          <p:nvPr/>
        </p:nvSpPr>
        <p:spPr>
          <a:xfrm>
            <a:off x="2754376" y="497433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44" name="S11-chip365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45" name="S11-num366"/>
          <p:cNvSpPr txBox="1"/>
          <p:nvPr/>
        </p:nvSpPr>
        <p:spPr>
          <a:xfrm>
            <a:off x="7072884" y="44216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46" name="S11-fracbar367"/>
          <p:cNvSpPr/>
          <p:nvPr/>
        </p:nvSpPr>
        <p:spPr>
          <a:xfrm>
            <a:off x="7109460" y="4937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11-num368"/>
          <p:cNvSpPr txBox="1"/>
          <p:nvPr/>
        </p:nvSpPr>
        <p:spPr>
          <a:xfrm>
            <a:off x="7072884" y="4974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48" name="S11-op369"/>
          <p:cNvSpPr txBox="1"/>
          <p:nvPr/>
        </p:nvSpPr>
        <p:spPr>
          <a:xfrm>
            <a:off x="7719060" y="442163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3200" dirty="0"/>
          </a:p>
        </p:txBody>
      </p:sp>
      <p:sp>
        <p:nvSpPr>
          <p:cNvPr id="49" name="S11-num370"/>
          <p:cNvSpPr txBox="1"/>
          <p:nvPr/>
        </p:nvSpPr>
        <p:spPr>
          <a:xfrm>
            <a:off x="8483092" y="442163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50" name="S11-fracbar371"/>
          <p:cNvSpPr/>
          <p:nvPr/>
        </p:nvSpPr>
        <p:spPr>
          <a:xfrm>
            <a:off x="8519668" y="493776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11-num372"/>
          <p:cNvSpPr txBox="1"/>
          <p:nvPr/>
        </p:nvSpPr>
        <p:spPr>
          <a:xfrm>
            <a:off x="8483092" y="497433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3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3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통분한 식을 쓰고 분자를 비교하게 하세요.</a:t>
            </a:r>
            <a:endParaRPr lang="ko-KR" sz="2800" dirty="0"/>
          </a:p>
        </p:txBody>
      </p:sp>
      <p:sp>
        <p:nvSpPr>
          <p:cNvPr id="5" name="S12-chip37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376"/>
          <p:cNvSpPr txBox="1"/>
          <p:nvPr/>
        </p:nvSpPr>
        <p:spPr>
          <a:xfrm>
            <a:off x="548640" y="20574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24분의 20, 24분의 9</a:t>
            </a:r>
            <a:endParaRPr lang="ko-KR" sz="2800" dirty="0"/>
          </a:p>
        </p:txBody>
      </p:sp>
      <p:sp>
        <p:nvSpPr>
          <p:cNvPr id="7" name="S12-text377"/>
          <p:cNvSpPr txBox="1"/>
          <p:nvPr/>
        </p:nvSpPr>
        <p:spPr>
          <a:xfrm>
            <a:off x="548640" y="28575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15분의 6, 15분의 5</a:t>
            </a:r>
            <a:endParaRPr lang="ko-KR" sz="2800" dirty="0"/>
          </a:p>
        </p:txBody>
      </p:sp>
      <p:sp>
        <p:nvSpPr>
          <p:cNvPr id="8" name="S12-text378"/>
          <p:cNvSpPr txBox="1"/>
          <p:nvPr/>
        </p:nvSpPr>
        <p:spPr>
          <a:xfrm>
            <a:off x="548640" y="36576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9분의 5 &lt; 12분의 7</a:t>
            </a:r>
            <a:endParaRPr lang="ko-KR" sz="2800" dirty="0"/>
          </a:p>
        </p:txBody>
      </p:sp>
      <p:sp>
        <p:nvSpPr>
          <p:cNvPr id="9" name="S12-text379"/>
          <p:cNvSpPr txBox="1"/>
          <p:nvPr/>
        </p:nvSpPr>
        <p:spPr>
          <a:xfrm>
            <a:off x="548640" y="44577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4분의 3 &gt; 10분의 7</a:t>
            </a:r>
            <a:endParaRPr lang="ko-KR" sz="2800" dirty="0"/>
          </a:p>
        </p:txBody>
      </p:sp>
      <p:sp>
        <p:nvSpPr>
          <p:cNvPr id="10" name="S12-chip38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1" name="S12-num381"/>
          <p:cNvSpPr txBox="1"/>
          <p:nvPr/>
        </p:nvSpPr>
        <p:spPr>
          <a:xfrm>
            <a:off x="6277356" y="2248408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2" name="S12-fracbar382"/>
          <p:cNvSpPr/>
          <p:nvPr/>
        </p:nvSpPr>
        <p:spPr>
          <a:xfrm>
            <a:off x="6313932" y="2674620"/>
            <a:ext cx="474472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13" name="S12-num383"/>
          <p:cNvSpPr txBox="1"/>
          <p:nvPr/>
        </p:nvSpPr>
        <p:spPr>
          <a:xfrm>
            <a:off x="6277356" y="2711196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2600" dirty="0"/>
          </a:p>
        </p:txBody>
      </p:sp>
      <p:sp>
        <p:nvSpPr>
          <p:cNvPr id="14" name="S12-op384"/>
          <p:cNvSpPr txBox="1"/>
          <p:nvPr/>
        </p:nvSpPr>
        <p:spPr>
          <a:xfrm>
            <a:off x="6934708" y="2248408"/>
            <a:ext cx="454152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2600" dirty="0"/>
          </a:p>
        </p:txBody>
      </p:sp>
      <p:sp>
        <p:nvSpPr>
          <p:cNvPr id="15" name="S12-num385"/>
          <p:cNvSpPr txBox="1"/>
          <p:nvPr/>
        </p:nvSpPr>
        <p:spPr>
          <a:xfrm>
            <a:off x="7498588" y="2248408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6" name="S12-fracbar386"/>
          <p:cNvSpPr/>
          <p:nvPr/>
        </p:nvSpPr>
        <p:spPr>
          <a:xfrm>
            <a:off x="7535164" y="2674620"/>
            <a:ext cx="474472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17" name="S12-num387"/>
          <p:cNvSpPr txBox="1"/>
          <p:nvPr/>
        </p:nvSpPr>
        <p:spPr>
          <a:xfrm>
            <a:off x="7498588" y="2711196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2600" dirty="0"/>
          </a:p>
        </p:txBody>
      </p:sp>
      <p:sp>
        <p:nvSpPr>
          <p:cNvPr id="18" name="S12-text388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분모만 바꿈</a:t>
            </a:r>
            <a:endParaRPr lang="ko-KR" sz="2200" dirty="0"/>
          </a:p>
        </p:txBody>
      </p:sp>
      <p:sp>
        <p:nvSpPr>
          <p:cNvPr id="19" name="S12-num389"/>
          <p:cNvSpPr txBox="1"/>
          <p:nvPr/>
        </p:nvSpPr>
        <p:spPr>
          <a:xfrm>
            <a:off x="6277356" y="362000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0" name="S12-fracbar390"/>
          <p:cNvSpPr/>
          <p:nvPr/>
        </p:nvSpPr>
        <p:spPr>
          <a:xfrm>
            <a:off x="6313932" y="4046220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21" name="S12-num391"/>
          <p:cNvSpPr txBox="1"/>
          <p:nvPr/>
        </p:nvSpPr>
        <p:spPr>
          <a:xfrm>
            <a:off x="6277356" y="408279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2" name="S12-op392"/>
          <p:cNvSpPr txBox="1"/>
          <p:nvPr/>
        </p:nvSpPr>
        <p:spPr>
          <a:xfrm>
            <a:off x="6843522" y="3620008"/>
            <a:ext cx="39471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&gt;</a:t>
            </a:r>
            <a:endParaRPr lang="ko-KR" sz="2600" dirty="0"/>
          </a:p>
        </p:txBody>
      </p:sp>
      <p:sp>
        <p:nvSpPr>
          <p:cNvPr id="23" name="S12-num393"/>
          <p:cNvSpPr txBox="1"/>
          <p:nvPr/>
        </p:nvSpPr>
        <p:spPr>
          <a:xfrm>
            <a:off x="7347966" y="3620008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4" name="S12-fracbar394"/>
          <p:cNvSpPr/>
          <p:nvPr/>
        </p:nvSpPr>
        <p:spPr>
          <a:xfrm>
            <a:off x="7384542" y="4046220"/>
            <a:ext cx="474472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25" name="S12-num395"/>
          <p:cNvSpPr txBox="1"/>
          <p:nvPr/>
        </p:nvSpPr>
        <p:spPr>
          <a:xfrm>
            <a:off x="7347966" y="4082796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26" name="S12-text39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분모만 봄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분수는?</a:t>
            </a:r>
            <a:endParaRPr lang="ko-KR" sz="4000" dirty="0"/>
          </a:p>
        </p:txBody>
      </p:sp>
      <p:sp>
        <p:nvSpPr>
          <p:cNvPr id="3" name="S13-text39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분수 중 가장 큰 분수를 골라요.</a:t>
            </a:r>
            <a:endParaRPr lang="ko-KR" sz="2800" dirty="0"/>
          </a:p>
        </p:txBody>
      </p:sp>
      <p:sp>
        <p:nvSpPr>
          <p:cNvPr id="4" name="S13-card3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3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분수씩 통분해서 비교하고, 까닭을 말해요.</a:t>
            </a:r>
            <a:endParaRPr lang="ko-KR" sz="2800" dirty="0"/>
          </a:p>
        </p:txBody>
      </p:sp>
      <p:sp>
        <p:nvSpPr>
          <p:cNvPr id="6" name="S13-chip40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3-num401"/>
          <p:cNvSpPr txBox="1"/>
          <p:nvPr/>
        </p:nvSpPr>
        <p:spPr>
          <a:xfrm>
            <a:off x="1927098" y="3222244"/>
            <a:ext cx="696468" cy="65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400" dirty="0"/>
          </a:p>
        </p:txBody>
      </p:sp>
      <p:sp>
        <p:nvSpPr>
          <p:cNvPr id="8" name="S13-fracbar402"/>
          <p:cNvSpPr/>
          <p:nvPr/>
        </p:nvSpPr>
        <p:spPr>
          <a:xfrm>
            <a:off x="1963674" y="3918204"/>
            <a:ext cx="623316" cy="0"/>
          </a:xfrm>
          <a:prstGeom prst="line">
            <a:avLst/>
          </a:prstGeom>
          <a:noFill/>
          <a:ln w="34925">
            <a:solidFill>
              <a:srgbClr val="1F2937"/>
            </a:solidFill>
            <a:prstDash val="solid"/>
          </a:ln>
        </p:spPr>
      </p:sp>
      <p:sp>
        <p:nvSpPr>
          <p:cNvPr id="9" name="S13-num403"/>
          <p:cNvSpPr txBox="1"/>
          <p:nvPr/>
        </p:nvSpPr>
        <p:spPr>
          <a:xfrm>
            <a:off x="1927098" y="3954780"/>
            <a:ext cx="696468" cy="65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400" dirty="0"/>
          </a:p>
        </p:txBody>
      </p:sp>
      <p:sp>
        <p:nvSpPr>
          <p:cNvPr id="10" name="S13-chip404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1" name="S13-num405"/>
          <p:cNvSpPr txBox="1"/>
          <p:nvPr/>
        </p:nvSpPr>
        <p:spPr>
          <a:xfrm>
            <a:off x="5746242" y="3222244"/>
            <a:ext cx="696468" cy="65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400" dirty="0"/>
          </a:p>
        </p:txBody>
      </p:sp>
      <p:sp>
        <p:nvSpPr>
          <p:cNvPr id="12" name="S13-fracbar406"/>
          <p:cNvSpPr/>
          <p:nvPr/>
        </p:nvSpPr>
        <p:spPr>
          <a:xfrm>
            <a:off x="5782818" y="3918204"/>
            <a:ext cx="623316" cy="0"/>
          </a:xfrm>
          <a:prstGeom prst="line">
            <a:avLst/>
          </a:prstGeom>
          <a:noFill/>
          <a:ln w="34925">
            <a:solidFill>
              <a:srgbClr val="1F2937"/>
            </a:solidFill>
            <a:prstDash val="solid"/>
          </a:ln>
        </p:spPr>
      </p:sp>
      <p:sp>
        <p:nvSpPr>
          <p:cNvPr id="13" name="S13-num407"/>
          <p:cNvSpPr txBox="1"/>
          <p:nvPr/>
        </p:nvSpPr>
        <p:spPr>
          <a:xfrm>
            <a:off x="5746242" y="3954780"/>
            <a:ext cx="696468" cy="65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400" dirty="0"/>
          </a:p>
        </p:txBody>
      </p:sp>
      <p:sp>
        <p:nvSpPr>
          <p:cNvPr id="14" name="S13-chip408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5" name="S13-num409"/>
          <p:cNvSpPr txBox="1"/>
          <p:nvPr/>
        </p:nvSpPr>
        <p:spPr>
          <a:xfrm>
            <a:off x="9565386" y="3222244"/>
            <a:ext cx="696468" cy="65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400" dirty="0"/>
          </a:p>
        </p:txBody>
      </p:sp>
      <p:sp>
        <p:nvSpPr>
          <p:cNvPr id="16" name="S13-fracbar410"/>
          <p:cNvSpPr/>
          <p:nvPr/>
        </p:nvSpPr>
        <p:spPr>
          <a:xfrm>
            <a:off x="9601962" y="3918204"/>
            <a:ext cx="623316" cy="0"/>
          </a:xfrm>
          <a:prstGeom prst="line">
            <a:avLst/>
          </a:prstGeom>
          <a:noFill/>
          <a:ln w="34925">
            <a:solidFill>
              <a:srgbClr val="1F2937"/>
            </a:solidFill>
            <a:prstDash val="solid"/>
          </a:ln>
        </p:spPr>
      </p:sp>
      <p:sp>
        <p:nvSpPr>
          <p:cNvPr id="17" name="S13-num411"/>
          <p:cNvSpPr txBox="1"/>
          <p:nvPr/>
        </p:nvSpPr>
        <p:spPr>
          <a:xfrm>
            <a:off x="9565386" y="3954780"/>
            <a:ext cx="696468" cy="65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41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41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분모의 곱이나 최소공배수로 통분하고, 분자를 비교해요.</a:t>
            </a:r>
            <a:endParaRPr lang="ko-KR" sz="2800" dirty="0"/>
          </a:p>
        </p:txBody>
      </p:sp>
      <p:sp>
        <p:nvSpPr>
          <p:cNvPr id="5" name="S14-chip414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통분한 뒤 분자 비교하기</a:t>
            </a:r>
            <a:endParaRPr lang="ko-KR" sz="2200" dirty="0"/>
          </a:p>
        </p:txBody>
      </p:sp>
      <p:sp>
        <p:nvSpPr>
          <p:cNvPr id="6" name="S14-chip415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분모만 보고 비교하기</a:t>
            </a:r>
            <a:endParaRPr lang="ko-KR" sz="2200" dirty="0"/>
          </a:p>
        </p:txBody>
      </p:sp>
      <p:sp>
        <p:nvSpPr>
          <p:cNvPr id="7" name="S14-text416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417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4분의 1과 6분의 1을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최소공배수로 통분</a:t>
            </a:r>
            <a:endParaRPr lang="ko-KR" sz="2200" dirty="0"/>
          </a:p>
        </p:txBody>
      </p:sp>
      <p:sp>
        <p:nvSpPr>
          <p:cNvPr id="9" name="S14-op418"/>
          <p:cNvSpPr txBox="1"/>
          <p:nvPr/>
        </p:nvSpPr>
        <p:spPr>
          <a:xfrm>
            <a:off x="4322064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0" name="S14-num419"/>
          <p:cNvSpPr txBox="1"/>
          <p:nvPr/>
        </p:nvSpPr>
        <p:spPr>
          <a:xfrm>
            <a:off x="5011420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1" name="S14-fracbar420"/>
          <p:cNvSpPr/>
          <p:nvPr/>
        </p:nvSpPr>
        <p:spPr>
          <a:xfrm>
            <a:off x="5047996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2" name="S14-num421"/>
          <p:cNvSpPr txBox="1"/>
          <p:nvPr/>
        </p:nvSpPr>
        <p:spPr>
          <a:xfrm>
            <a:off x="5011420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3" name="S14-op422"/>
          <p:cNvSpPr txBox="1"/>
          <p:nvPr/>
        </p:nvSpPr>
        <p:spPr>
          <a:xfrm>
            <a:off x="5577586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2600" dirty="0"/>
          </a:p>
        </p:txBody>
      </p:sp>
      <p:sp>
        <p:nvSpPr>
          <p:cNvPr id="14" name="S14-num423"/>
          <p:cNvSpPr txBox="1"/>
          <p:nvPr/>
        </p:nvSpPr>
        <p:spPr>
          <a:xfrm>
            <a:off x="6266942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5" name="S14-fracbar424"/>
          <p:cNvSpPr/>
          <p:nvPr/>
        </p:nvSpPr>
        <p:spPr>
          <a:xfrm>
            <a:off x="6303518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6" name="S14-num425"/>
          <p:cNvSpPr txBox="1"/>
          <p:nvPr/>
        </p:nvSpPr>
        <p:spPr>
          <a:xfrm>
            <a:off x="6266942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7" name="S14-op426"/>
          <p:cNvSpPr txBox="1"/>
          <p:nvPr/>
        </p:nvSpPr>
        <p:spPr>
          <a:xfrm>
            <a:off x="8095488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8" name="S14-num427"/>
          <p:cNvSpPr txBox="1"/>
          <p:nvPr/>
        </p:nvSpPr>
        <p:spPr>
          <a:xfrm>
            <a:off x="8784844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9" name="S14-fracbar428"/>
          <p:cNvSpPr/>
          <p:nvPr/>
        </p:nvSpPr>
        <p:spPr>
          <a:xfrm>
            <a:off x="8821420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20" name="S14-num429"/>
          <p:cNvSpPr txBox="1"/>
          <p:nvPr/>
        </p:nvSpPr>
        <p:spPr>
          <a:xfrm>
            <a:off x="8784844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1" name="S14-op430"/>
          <p:cNvSpPr txBox="1"/>
          <p:nvPr/>
        </p:nvSpPr>
        <p:spPr>
          <a:xfrm>
            <a:off x="9351010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2600" dirty="0"/>
          </a:p>
        </p:txBody>
      </p:sp>
      <p:sp>
        <p:nvSpPr>
          <p:cNvPr id="22" name="S14-num431"/>
          <p:cNvSpPr txBox="1"/>
          <p:nvPr/>
        </p:nvSpPr>
        <p:spPr>
          <a:xfrm>
            <a:off x="10040366" y="4237228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3" name="S14-fracbar432"/>
          <p:cNvSpPr/>
          <p:nvPr/>
        </p:nvSpPr>
        <p:spPr>
          <a:xfrm>
            <a:off x="10076942" y="4663440"/>
            <a:ext cx="474472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24" name="S14-num433"/>
          <p:cNvSpPr txBox="1"/>
          <p:nvPr/>
        </p:nvSpPr>
        <p:spPr>
          <a:xfrm>
            <a:off x="10040366" y="4700016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25" name="S14-text43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분모가 다른 분수의 덧셈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공배수와 최소공배수</a:t>
            </a:r>
            <a:endParaRPr lang="ko-KR" sz="4000" dirty="0"/>
          </a:p>
        </p:txBody>
      </p:sp>
      <p:sp>
        <p:nvSpPr>
          <p:cNvPr id="3" name="S15-text4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수의 배수를 차례로 쓰고, 같은 수를 찾아요.</a:t>
            </a:r>
            <a:endParaRPr lang="ko-KR" sz="2800" dirty="0"/>
          </a:p>
        </p:txBody>
      </p:sp>
      <p:sp>
        <p:nvSpPr>
          <p:cNvPr id="4" name="S15-card436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437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공배수: 12, 24, …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작은 공배수 12가 최소공배수예요.</a:t>
            </a:r>
            <a:endParaRPr lang="ko-KR" sz="2800" dirty="0"/>
          </a:p>
        </p:txBody>
      </p:sp>
      <p:graphicFrame>
        <p:nvGraphicFramePr>
          <p:cNvPr id="16" name="S15-table4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583688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617220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배수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 8, 12, 16, 20, 24, …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 12, 18, 24, 30, …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통분과 크기 비교</dc:title>
  <dc:subject>KR22-G05-MAT-FRAC-COMMON-L01</dc:subject>
  <dc:creator>education-ppt</dc:creator>
  <cp:lastModifiedBy>education-ppt</cp:lastModifiedBy>
  <cp:revision>1</cp:revision>
  <dcterms:created xsi:type="dcterms:W3CDTF">2026-10-26T08:19:56Z</dcterms:created>
  <dcterms:modified xsi:type="dcterms:W3CDTF">2026-10-26T08:19:56Z</dcterms:modified>
</cp:coreProperties>
</file>