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59f97dd-0402-dccf-efcd-47883eb8dadc}">
          <p14:sldIdLst>
            <p14:sldId id="256"/>
            <p14:sldId id="257"/>
          </p14:sldIdLst>
        </p14:section>
        <p14:section name="개념" id="{74a4352a-72ce-86d2-0cb5-6e7540c614c4}">
          <p14:sldIdLst>
            <p14:sldId id="258"/>
            <p14:sldId id="259"/>
            <p14:sldId id="261"/>
            <p14:sldId id="262"/>
          </p14:sldIdLst>
        </p14:section>
        <p14:section name="연습" id="{bd888441-6148-d2f6-2347-e397a9d87631}">
          <p14:sldIdLst>
            <p14:sldId id="260"/>
            <p14:sldId id="263"/>
            <p14:sldId id="264"/>
          </p14:sldIdLst>
        </p14:section>
        <p14:section name="개념" id="{8a1851bf-aa8b-7826-0b71-597fe07d0dd1}">
          <p14:sldIdLst/>
        </p14:section>
        <p14:section name="연습" id="{3e2e7840-8f37-f9e4-84de-89a143bf30b4}">
          <p14:sldIdLst/>
        </p14:section>
        <p14:section name="확인" id="{65e38914-10c7-30b9-ab39-a144058c02ba}">
          <p14:sldIdLst>
            <p14:sldId id="265"/>
            <p14:sldId id="266"/>
            <p14:sldId id="267"/>
          </p14:sldIdLst>
        </p14:section>
        <p14:section name="정리" id="{d21d20cc-5556-346b-e8f8-dbf9083f7c11}">
          <p14:sldIdLst>
            <p14:sldId id="268"/>
          </p14:sldIdLst>
        </p14:section>
        <p14:section name="보충" id="{1f302cd0-ac5b-7f43-8b14-cdec5b2d57a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지난 시간의 ‘크기가 같은 분수’를 떠올리며, 분수를 더 간단하게 나타내는 방법이 궁금하게 합니다.
시간: 약 2분
이렇게 말해 보세요
- “18분의 12와 크기가 같으면서 분모와 분자가 더 작은 분수가 있을까? 먼저 생각나는 대로 말해 볼래?”
- “오늘은 분수를 간단하게 만드는 ‘약분’과 가장 간단한 분수인 ‘기약분수’를 배울 거야.”
예상 답
- “9분의 6이요.” “6분의 4요.” “모르겠어요.”
막히면
- 답을 확인하지 않고 넘어갑니다. S03~S04에서 함께 찾습니다.
주의
- 아이가 말한 분수를 종이에 적어 두고 S04에서 다시 봅니다. 종이 띠 두 장과 색연필을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확인(크기가 같은 분수, 공약수·최대공약수)]
목적: 오늘 꼭 필요한 ‘분모와 분자를 같은 수로 나누기’(크기가 같은 분수)와 공약수·최대공약수를 기억하는지 확인합니다.
시간: 약 3분
이렇게 말해 보세요
- “①은 분모 8이 4가 됐어. 무엇으로 나눈 거야? 분자도 똑같이 하면?”
- “②는 12도 나누어떨어지고 18도 나누어떨어지게 하는 수를 모두 찾아볼래?”
- “③은 16과 24의 공약수 중 가장 큰 수야.”
정답
- ① 3 (분모와 분자를 2로 나눔)
- ② 1, 2, 3, 6
- ③ 8
막히면
- ②③이 흔들리면 S14(보충)를 먼저 합니다. 보충으로도 어려우면 초5 ‘최대공약수와 최소공배수’ 차시를 먼저 합니다.
- ①이 흔들리면 ‘크기가 같은 분수’(KR22-G05-MAT-FRAC-EQUIV-L01)의 띠 그림을 다시 봅니다.
주의
- ②의 공약수 1, 2, 3, 6은 S04에서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띠 그림으로 약분의 뜻]
목적: 칸을 2칸씩, 3칸씩, 6칸씩 묶으면 분모와 분자가 작아져도 색칠한 양은 그대로라는 것을 띠 그림으로 봅니다.
시간: 약 3분
이렇게 말해 보세요
- “맨 위 띠를 2칸씩 묶으면 묶음은 모두 몇 개, 색칠한 묶음은 몇 개야?”
- “3칸씩 묶으면? 6칸씩 묶으면?”
- “색칠한 끝이 점선에서 만나지? 양이 줄었어, 그대로야?”
예상 답
- “9개 중 6개요.” “6개 중 4개, 3개 중 2개요.” “그대로예요.”
막히면
- 종이 띠를 6칸으로 접어 4칸을 색칠하고, 2칸씩 묶어 3칸 중 2칸이 되는 것을 직접 봅니다(작은 경우로 먼저).
주의
- 약분하면 분수가 작아진다고 생각하는 아이가 많습니다(M4). 점선에서 색칠한 끝이 만난다는 것을 꼭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공약수로 나누는 약분]
목적: S03의 칸 묶기가 ‘분모와 분자를 공약수로 나누기’와 같다는 것을 식으로 연결하고, ‘약분’이라는 말을 알려 줍니다.
시간: 약 3분
이렇게 말해 보세요
- “2칸씩 묶은 것은 분모와 분자를 2로 나눈 것과 같아. 3칸씩, 6칸씩은?”
- “2, 3, 6은 12와 18의 무엇이었지?”
- “분모와 분자를 공약수로 나누어 간단히 하는 것을 ‘약분한다’고 해.”
예상 답
- “3으로, 6으로 나눈 거예요.” “공약수요.”
막히면
- S02 ②에서 찾은 공약수를 다시 보여 주고, 공약수마다 분모와 분자를 하나씩 나누어 봅니다.
주의
- 공약수 1로 나누면 처음 분수 그대로이므로 약분에서는 1을 쓰지 않습니다.
- S01에서 아이가 말한 분수가 이 세 분수 중에 있으면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연습(약분한 분수 모두 찾기)]
목적: 도움을 받으며 공약수를 찾고, 공약수마다 분모와 분자를 나누어 약분한 분수를 모두 찾습니다.
시간: 약 4분
이렇게 말해 보세요
- “①의 8과 12의 공약수는 무엇이 있어? 1은 빼고.”
- “②는 6과 15를 함께 나누는 수가 무엇일까?”
- “③은 분모가 15, 6, 3이 되었어. 30을 무엇으로 나누었는지 보면 분자도 알 수 있어.”
정답
- ① 6분의 4, 3분의 2 (공약수 2, 4로 나눔)
- ② 5분의 2 (공약수 3으로 나눔)
- ③ 15분의 10, 6분의 4, 3분의 2 (공약수 2, 5, 10으로 나눔)
막히면
- 8과 12의 약수를 각각 써서 같은 수에 동그라미를 칩니다(8: 1, 2, 4, 8 / 12: 1, 2, 3, 4, 6, 12).
- ③에서 분자를 바로 못 찾으면 “30을 15로 만들려면 무엇으로 나눠? 20도 같은 수로 나누면?”이라고 묻습니다.
주의
- 정답을 말한 뒤에는 “어떤 수로 나누었어?”라고 꼭 묻습니다.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기약분수의 뜻]
목적: 분모와 분자의 공약수가 1뿐이라 더 약분할 수 없는 분수를 ‘기약분수’라고 한다는 것을 압니다.
시간: 약 3분
이렇게 말해 보세요
- “3분의 2를 더 약분할 수 있을까? 2와 3을 함께 나누는 수가 1 말고 있어?”
- “6분의 4는 어때? 4와 6의 공약수는?”
- “분모와 분자의 공약수가 1뿐인 분수를 ‘기약분수’라고 해.”
예상 답
- “1밖에 없어요. 더 못 해요.” “6분의 4는 2로 나눌 수 있어요.”
막히면
- S03의 맨 아래 띠(3칸 중 2칸)를 보여 주고 “이 띠의 칸을 똑같이 묶을 수 있어?”라고 묻습니다.
주의
- 18분의 12를 약분한 분수(9분의 6, 6분의 4, 3분의 2) 중 기약분수는 3분의 2 하나입니다.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기약분수로 나타내는 두 방법]
목적: 공약수로 여러 번 나누어도, 최대공약수로 한 번에 나누어도 같은 기약분수가 된다는 것을 비교합니다.
시간: 약 4분
이렇게 말해 보세요
- “왼쪽은 2로 나누고, 또 2로 나누고, 3으로 나눴어. 18분의 12, 9분의 6에서 멈추면 안 되는 까닭은?”
- “오른쪽은 24와 36의 최대공약수 12로 한 번에 나눴어. 답이 같아?”
- “2 × 2 × 3은 얼마야?”
예상 답
- “더 약분할 수 있어서요.” “둘 다 3분의 2예요.” “12요. 그래서 한 번에 돼요.”
막히면
- 24와 36의 공약수(1, 2, 3, 4, 6, 12)를 함께 써 보고 가장 큰 수가 12인 것을 확인합니다.
주의
- 여러 번 나누는 방법도 맞는 방법입니다. 최대공약수를 찾기 어려워하면 아는 공약수로 계속 나누게 합니다. 단, 공약수가 1뿐일 때까지 나누어야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연습(기약분수로 나타내기)]
목적: 도움을 받으며 최대공약수(또는 공약수 여러 번)로 나누어 기약분수로 나타냅니다.
시간: 약 4분
이렇게 말해 보세요
- “①의 6과 9의 최대공약수는? 그 수로 분모와 분자를 나누면?”
- “③의 16과 40은 무엇으로 나누면 한 번에 될까?”
- “답이 기약분수인지 어떻게 확인할 수 있을까?”
정답
- ① 3분의 2 (최대공약수 3)
- ② 5분의 2 (최대공약수 5)
- ③ 5분의 2 (최대공약수 8)
- ④ 4분의 3 (최대공약수 6)
막히면
- ③을 2로 나누어 20분의 8에서 멈추면 “8과 20의 공약수가 1뿐이야?”라고 묻고 더 나누게 합니다(40분의 16 → 20분의 8 → 10분의 4 → 5분의 2).
주의
- 답을 확인할 때는 분모와 분자의 공약수가 1뿐인지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비교(한 번만 약분하고 멈추기)]
목적: 한 번 약분하고 기약분수라고 생각하는 실수(M3)를 찾고, 공약수가 1뿐인지로 판단합니다.
시간: 약 3분
이렇게 말해 보세요
- “토끼의 20분의 12는 40분의 24와 크기가 같아? 그런데 기약분수야?”
- “12와 20의 공약수를 찾아볼래?”
예상 답
- “크기는 같아요.” “12와 20은 4로 나눌 수 있어서 기약분수가 아니에요. 곰이 맞아요.”
정답
- 곰이 맞습니다. 24와 40의 최대공약수는 8이므로 40분의 24 = 5분의 3이고, 3과 5의 공약수는 1뿐입니다.
- 토끼의 20분의 12는 크기는 같지만(약분은 바르게 함) 12와 20의 공약수 2, 4가 있어 기약분수가 아닙니다. 20분의 12 = 5분의 3.
막히면
- 12와 20의 약수를 각각 써서(12: 1, 2, 3, 4, 6, 12 / 20: 1, 2, 4, 5, 10, 20) 공약수를 찾게 합니다.
주의
- 토끼의 답을 ‘틀렸다’고만 하지 말고 ‘약분은 맞았는데 끝까지 하지 않았다’고 구별해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약분한 분수를 찾고(①②, 목표 ①), 기약분수로 나타내는지(③④, 목표 ②) 확인합니다.
시간: 약 5분
이렇게 말해 보세요
- “이번에는 혼자 해 볼래? 다 하면 어떤 수로 나누었는지 말해 줘.”
정답
- ① 3분의 2 (5로 나눔)
- ② 12분의 8, 6분의 4, 3분의 2 (2, 4, 8로 나눔)
- ③ 4분의 3 (최대공약수 7)
- ④ 4분의 3 (최대공약수 12)
막히면
- 바로 알려 주지 말고 “두 수를 함께 나누는 수가 무엇이 있을까?”라고만 묻습니다.
- 도움을 받아 해결했다면 기록표에 ‘도움’으로 표시합니다.
주의
- ④를 24분의 18이나 12분의 9로 쓰면 크기는 같지만 기약분수가 아닙니다. 공약수가 1뿐인지 다시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어떤 수로 나누었는지 비교해 보자.”
정답
- ① 3분의 2 ② 12분의 8, 6분의 4, 3분의 2 ③ 4분의 3 ④ 4분의 3
막히면
- 분자만 나누었으면 S03의 띠 그림으로(M1), 중간에 멈추었으면 S09로(M3) 돌아갑니다.
주의
- 48분의 36 = 24분의 18은 약분 자체는 맞습니다. ‘기약분수로’라는 조건만 채우지 못한 것이니 이어서 약분하게 합니다.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확인(기약분수 찾기)]
목적: 처음 보는 분수에서 분모와 분자의 공약수를 찾아 기약분수인지 판단하는지 확인합니다.
시간: 약 2분
이렇게 말해 보세요
- “네 분수 중 더 약분할 수 없는 분수는 어느 것일까? 분모와 분자의 공약수를 찾아봐.”
정답
- 나(9분의 4), 라(12분의 7). 4와 9, 7과 12는 공약수가 1뿐입니다.
- 가(15분의 9)는 3으로 약분되어 5분의 3, 다(21분의 14)는 7로 약분되어 3분의 2입니다.
막히면
- 분수마다 분모와 분자를 함께 나누는 수가 있는지 2, 3, 5, 7 순서로 나누어 봅니다.
주의
- ‘분모와 분자가 둘 다 홀수라서 기약분수’(가를 고름)나 ‘4와 9는 약수가 많아서 약분된다’(나를 빼먹음)처럼 짐작하지 않고 공약수를 실제로 찾았는지 봅니다(M5).
- 까닭까지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“약분은 무엇으로 나누는 거였지? 기약분수는 어떤 분수야?”
예상 답
- “공약수로 나눠요.” “분모와 분자의 공약수가 1뿐인 분수예요.”
정답
- ① 3
- ② 5분의 2 (최대공약수 7)
- ③ 예. 8과 15의 공약수는 1뿐입니다.
막히면
- S04와 S06을 다시 보여 줍니다.
주의
- 복습 세 문제는 다음 수업을 시작할 때 활동지 마지막 쪽과 함께 풉니다. 다음 차시(통분)에서는 오늘의 약분과 앞에서 배운 최소공배수를 함께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보충(공약수와 최대공약수)]
목적: S02 ②③이 흔들리면, 약분에 필요한 공약수와 최대공약수 찾기를 다시 익힙니다.
시간: 약 5분
이렇게 말해 보세요
- “12를 나누어떨어지게 하는 수를 1부터 차례로 찾아볼까? 18은?”
- “두 줄에 모두 있는 수에 동그라미를 쳐 봐. 그중 가장 큰 수는?”
정답
- 12의 약수 1, 2, 3, 4, 6, 12 / 18의 약수 1, 2, 3, 6, 9, 18
- 공약수 1, 2, 3, 6, 최대공약수 6
막히면
- 바둑돌 12개를 똑같이 나누어 보며(2묶음, 3묶음, 4묶음, 6묶음) 약수를 찾습니다.
주의
- 보충으로도 어려우면 초5 ‘최대공약수와 최소공배수’ 차시를 먼저 합니다. 분모와 분자를 같은 수로 나누는 것이 어려우면 ‘크기가 같은 분수’(KR22-G05-MAT-FRAC-EQUIV-L01)를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분수의성질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약분과 기약분수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약분과 기약분수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약분과 기약분수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약분과 기약분수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18분의 12를 더 간단한 분수로 나타낼 수 있을까?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537194" y="1407160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400" dirty="0"/>
          </a:p>
        </p:txBody>
      </p:sp>
      <p:sp>
        <p:nvSpPr>
          <p:cNvPr id="5" name="S01-fracbar2"/>
          <p:cNvSpPr/>
          <p:nvPr/>
        </p:nvSpPr>
        <p:spPr>
          <a:xfrm>
            <a:off x="8573770" y="2103120"/>
            <a:ext cx="739648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537194" y="2139696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4400" dirty="0"/>
          </a:p>
        </p:txBody>
      </p:sp>
      <p:sp>
        <p:nvSpPr>
          <p:cNvPr id="7" name="S01-op4"/>
          <p:cNvSpPr txBox="1"/>
          <p:nvPr/>
        </p:nvSpPr>
        <p:spPr>
          <a:xfrm>
            <a:off x="9459722" y="1407160"/>
            <a:ext cx="490728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400" dirty="0"/>
          </a:p>
        </p:txBody>
      </p:sp>
      <p:sp>
        <p:nvSpPr>
          <p:cNvPr id="8" name="S01-blank5"/>
          <p:cNvSpPr/>
          <p:nvPr/>
        </p:nvSpPr>
        <p:spPr>
          <a:xfrm>
            <a:off x="10164440" y="1492880"/>
            <a:ext cx="487944" cy="487944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9" name="S01-fracbar6"/>
          <p:cNvSpPr/>
          <p:nvPr/>
        </p:nvSpPr>
        <p:spPr>
          <a:xfrm>
            <a:off x="10096754" y="2103120"/>
            <a:ext cx="623316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S01-blank7"/>
          <p:cNvSpPr/>
          <p:nvPr/>
        </p:nvSpPr>
        <p:spPr>
          <a:xfrm>
            <a:off x="10164440" y="2225416"/>
            <a:ext cx="487944" cy="487944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분모와 분자를 공약수로 나누어 약분해요.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분수를 기약분수로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□를 채우고, ②③은 수를 말해요.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2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2-fracbar13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4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8" name="S02-op15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2-blank16"/>
          <p:cNvSpPr/>
          <p:nvPr/>
        </p:nvSpPr>
        <p:spPr>
          <a:xfrm>
            <a:off x="2617582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2-fracbar17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8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2" name="S02-chip1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02-text2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공약수를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말해요.</a:t>
            </a:r>
            <a:endParaRPr lang="ko-KR" sz="2800" dirty="0"/>
          </a:p>
        </p:txBody>
      </p:sp>
      <p:sp>
        <p:nvSpPr>
          <p:cNvPr id="14" name="S02-chip2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5" name="S02-text2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24의 최대공약수는?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묶어 간단하게</a:t>
            </a:r>
            <a:endParaRPr lang="ko-KR" sz="4000" dirty="0"/>
          </a:p>
        </p:txBody>
      </p:sp>
      <p:sp>
        <p:nvSpPr>
          <p:cNvPr id="3" name="S03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18칸 중 12칸을 색칠한 띠의 칸을 묶었어요.</a:t>
            </a:r>
            <a:endParaRPr lang="ko-KR" sz="2800" dirty="0"/>
          </a:p>
        </p:txBody>
      </p:sp>
      <p:sp>
        <p:nvSpPr>
          <p:cNvPr id="4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묶어도 색칠한 양은 그대로예요.</a:t>
            </a:r>
            <a:endParaRPr lang="ko-KR" sz="2800" dirty="0"/>
          </a:p>
        </p:txBody>
      </p:sp>
      <p:sp>
        <p:nvSpPr>
          <p:cNvPr id="6" name="S03-num26"/>
          <p:cNvSpPr txBox="1"/>
          <p:nvPr/>
        </p:nvSpPr>
        <p:spPr>
          <a:xfrm>
            <a:off x="768858" y="2055876"/>
            <a:ext cx="473964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" name="S03-fracbar27"/>
          <p:cNvSpPr/>
          <p:nvPr/>
        </p:nvSpPr>
        <p:spPr>
          <a:xfrm>
            <a:off x="805434" y="2407158"/>
            <a:ext cx="400812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3-num28"/>
          <p:cNvSpPr txBox="1"/>
          <p:nvPr/>
        </p:nvSpPr>
        <p:spPr>
          <a:xfrm>
            <a:off x="768858" y="2443734"/>
            <a:ext cx="473964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100" dirty="0"/>
          </a:p>
        </p:txBody>
      </p:sp>
      <p:sp>
        <p:nvSpPr>
          <p:cNvPr id="9" name="S03-cell29"/>
          <p:cNvSpPr/>
          <p:nvPr/>
        </p:nvSpPr>
        <p:spPr>
          <a:xfrm>
            <a:off x="1600200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30"/>
          <p:cNvSpPr/>
          <p:nvPr/>
        </p:nvSpPr>
        <p:spPr>
          <a:xfrm>
            <a:off x="2157984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31"/>
          <p:cNvSpPr/>
          <p:nvPr/>
        </p:nvSpPr>
        <p:spPr>
          <a:xfrm>
            <a:off x="2715768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32"/>
          <p:cNvSpPr/>
          <p:nvPr/>
        </p:nvSpPr>
        <p:spPr>
          <a:xfrm>
            <a:off x="3273552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33"/>
          <p:cNvSpPr/>
          <p:nvPr/>
        </p:nvSpPr>
        <p:spPr>
          <a:xfrm>
            <a:off x="3831336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34"/>
          <p:cNvSpPr/>
          <p:nvPr/>
        </p:nvSpPr>
        <p:spPr>
          <a:xfrm>
            <a:off x="4389120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35"/>
          <p:cNvSpPr/>
          <p:nvPr/>
        </p:nvSpPr>
        <p:spPr>
          <a:xfrm>
            <a:off x="4946904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36"/>
          <p:cNvSpPr/>
          <p:nvPr/>
        </p:nvSpPr>
        <p:spPr>
          <a:xfrm>
            <a:off x="5504688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37"/>
          <p:cNvSpPr/>
          <p:nvPr/>
        </p:nvSpPr>
        <p:spPr>
          <a:xfrm>
            <a:off x="6062472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38"/>
          <p:cNvSpPr/>
          <p:nvPr/>
        </p:nvSpPr>
        <p:spPr>
          <a:xfrm>
            <a:off x="6620256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39"/>
          <p:cNvSpPr/>
          <p:nvPr/>
        </p:nvSpPr>
        <p:spPr>
          <a:xfrm>
            <a:off x="7178040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0"/>
          <p:cNvSpPr/>
          <p:nvPr/>
        </p:nvSpPr>
        <p:spPr>
          <a:xfrm>
            <a:off x="7735824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41"/>
          <p:cNvSpPr/>
          <p:nvPr/>
        </p:nvSpPr>
        <p:spPr>
          <a:xfrm>
            <a:off x="8293608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42"/>
          <p:cNvSpPr/>
          <p:nvPr/>
        </p:nvSpPr>
        <p:spPr>
          <a:xfrm>
            <a:off x="8851392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43"/>
          <p:cNvSpPr/>
          <p:nvPr/>
        </p:nvSpPr>
        <p:spPr>
          <a:xfrm>
            <a:off x="9409176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44"/>
          <p:cNvSpPr/>
          <p:nvPr/>
        </p:nvSpPr>
        <p:spPr>
          <a:xfrm>
            <a:off x="9966960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45"/>
          <p:cNvSpPr/>
          <p:nvPr/>
        </p:nvSpPr>
        <p:spPr>
          <a:xfrm>
            <a:off x="10524744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46"/>
          <p:cNvSpPr/>
          <p:nvPr/>
        </p:nvSpPr>
        <p:spPr>
          <a:xfrm>
            <a:off x="11082528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figure47" descr="똑같이 18칸으로 나눈 띠, 12칸 색칠"/>
          <p:cNvSpPr/>
          <p:nvPr/>
        </p:nvSpPr>
        <p:spPr>
          <a:xfrm>
            <a:off x="1600200" y="2148840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3-num48"/>
          <p:cNvSpPr txBox="1"/>
          <p:nvPr/>
        </p:nvSpPr>
        <p:spPr>
          <a:xfrm>
            <a:off x="810959" y="2828544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29" name="S03-fracbar49"/>
          <p:cNvSpPr/>
          <p:nvPr/>
        </p:nvSpPr>
        <p:spPr>
          <a:xfrm>
            <a:off x="847535" y="3179826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3-num50"/>
          <p:cNvSpPr txBox="1"/>
          <p:nvPr/>
        </p:nvSpPr>
        <p:spPr>
          <a:xfrm>
            <a:off x="810959" y="321640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31" name="S03-cell51"/>
          <p:cNvSpPr/>
          <p:nvPr/>
        </p:nvSpPr>
        <p:spPr>
          <a:xfrm>
            <a:off x="1600200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52"/>
          <p:cNvSpPr/>
          <p:nvPr/>
        </p:nvSpPr>
        <p:spPr>
          <a:xfrm>
            <a:off x="2715768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53"/>
          <p:cNvSpPr/>
          <p:nvPr/>
        </p:nvSpPr>
        <p:spPr>
          <a:xfrm>
            <a:off x="3831336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54"/>
          <p:cNvSpPr/>
          <p:nvPr/>
        </p:nvSpPr>
        <p:spPr>
          <a:xfrm>
            <a:off x="4946904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55"/>
          <p:cNvSpPr/>
          <p:nvPr/>
        </p:nvSpPr>
        <p:spPr>
          <a:xfrm>
            <a:off x="6062472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56"/>
          <p:cNvSpPr/>
          <p:nvPr/>
        </p:nvSpPr>
        <p:spPr>
          <a:xfrm>
            <a:off x="7178040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57"/>
          <p:cNvSpPr/>
          <p:nvPr/>
        </p:nvSpPr>
        <p:spPr>
          <a:xfrm>
            <a:off x="8293608" y="2921508"/>
            <a:ext cx="111556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58"/>
          <p:cNvSpPr/>
          <p:nvPr/>
        </p:nvSpPr>
        <p:spPr>
          <a:xfrm>
            <a:off x="9409176" y="2921508"/>
            <a:ext cx="111556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59"/>
          <p:cNvSpPr/>
          <p:nvPr/>
        </p:nvSpPr>
        <p:spPr>
          <a:xfrm>
            <a:off x="10524744" y="2921508"/>
            <a:ext cx="111556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figure60" descr="똑같이 9칸으로 나눈 띠, 6칸 색칠"/>
          <p:cNvSpPr/>
          <p:nvPr/>
        </p:nvSpPr>
        <p:spPr>
          <a:xfrm>
            <a:off x="1600200" y="2921508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3-num61"/>
          <p:cNvSpPr txBox="1"/>
          <p:nvPr/>
        </p:nvSpPr>
        <p:spPr>
          <a:xfrm>
            <a:off x="810959" y="360121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42" name="S03-fracbar62"/>
          <p:cNvSpPr/>
          <p:nvPr/>
        </p:nvSpPr>
        <p:spPr>
          <a:xfrm>
            <a:off x="847535" y="3952494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03-num63"/>
          <p:cNvSpPr txBox="1"/>
          <p:nvPr/>
        </p:nvSpPr>
        <p:spPr>
          <a:xfrm>
            <a:off x="810959" y="398907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44" name="S03-cell64"/>
          <p:cNvSpPr/>
          <p:nvPr/>
        </p:nvSpPr>
        <p:spPr>
          <a:xfrm>
            <a:off x="1600200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65"/>
          <p:cNvSpPr/>
          <p:nvPr/>
        </p:nvSpPr>
        <p:spPr>
          <a:xfrm>
            <a:off x="3273552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66"/>
          <p:cNvSpPr/>
          <p:nvPr/>
        </p:nvSpPr>
        <p:spPr>
          <a:xfrm>
            <a:off x="4946904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67"/>
          <p:cNvSpPr/>
          <p:nvPr/>
        </p:nvSpPr>
        <p:spPr>
          <a:xfrm>
            <a:off x="6620256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68"/>
          <p:cNvSpPr/>
          <p:nvPr/>
        </p:nvSpPr>
        <p:spPr>
          <a:xfrm>
            <a:off x="8293608" y="3694176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69"/>
          <p:cNvSpPr/>
          <p:nvPr/>
        </p:nvSpPr>
        <p:spPr>
          <a:xfrm>
            <a:off x="9966960" y="3694176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figure70" descr="똑같이 6칸으로 나눈 띠, 4칸 색칠"/>
          <p:cNvSpPr/>
          <p:nvPr/>
        </p:nvSpPr>
        <p:spPr>
          <a:xfrm>
            <a:off x="1600200" y="3694176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1" name="S03-num71"/>
          <p:cNvSpPr txBox="1"/>
          <p:nvPr/>
        </p:nvSpPr>
        <p:spPr>
          <a:xfrm>
            <a:off x="810959" y="437388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52" name="S03-fracbar72"/>
          <p:cNvSpPr/>
          <p:nvPr/>
        </p:nvSpPr>
        <p:spPr>
          <a:xfrm>
            <a:off x="847535" y="4725162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3" name="S03-num73"/>
          <p:cNvSpPr txBox="1"/>
          <p:nvPr/>
        </p:nvSpPr>
        <p:spPr>
          <a:xfrm>
            <a:off x="810959" y="4761738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54" name="S03-cell74"/>
          <p:cNvSpPr/>
          <p:nvPr/>
        </p:nvSpPr>
        <p:spPr>
          <a:xfrm>
            <a:off x="1600200" y="4466844"/>
            <a:ext cx="334670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3-cell75"/>
          <p:cNvSpPr/>
          <p:nvPr/>
        </p:nvSpPr>
        <p:spPr>
          <a:xfrm>
            <a:off x="4946904" y="4466844"/>
            <a:ext cx="334670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cell76"/>
          <p:cNvSpPr/>
          <p:nvPr/>
        </p:nvSpPr>
        <p:spPr>
          <a:xfrm>
            <a:off x="8293608" y="4466844"/>
            <a:ext cx="334670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figure77" descr="똑같이 3칸으로 나눈 띠, 2칸 색칠"/>
          <p:cNvSpPr/>
          <p:nvPr/>
        </p:nvSpPr>
        <p:spPr>
          <a:xfrm>
            <a:off x="1600200" y="4466844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8" name="S03-guide78"/>
          <p:cNvSpPr/>
          <p:nvPr/>
        </p:nvSpPr>
        <p:spPr>
          <a:xfrm>
            <a:off x="8293608" y="2011680"/>
            <a:ext cx="0" cy="310896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나누어요</a:t>
            </a:r>
            <a:endParaRPr lang="ko-KR" sz="4000" dirty="0"/>
          </a:p>
        </p:txBody>
      </p:sp>
      <p:sp>
        <p:nvSpPr>
          <p:cNvPr id="3" name="S04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공약수 2, 3, 6으로 나누어요.</a:t>
            </a:r>
            <a:endParaRPr lang="ko-KR" sz="2800" dirty="0"/>
          </a:p>
        </p:txBody>
      </p:sp>
      <p:sp>
        <p:nvSpPr>
          <p:cNvPr id="4" name="S04-card8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공약수로 나누어 간단히 하는 것</a:t>
            </a:r>
            <a:endParaRPr lang="ko-KR" sz="2800" dirty="0"/>
          </a:p>
        </p:txBody>
      </p:sp>
      <p:sp>
        <p:nvSpPr>
          <p:cNvPr id="6" name="S04-num82"/>
          <p:cNvSpPr txBox="1"/>
          <p:nvPr/>
        </p:nvSpPr>
        <p:spPr>
          <a:xfrm>
            <a:off x="1381252" y="2894330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7" name="S04-fracbar83"/>
          <p:cNvSpPr/>
          <p:nvPr/>
        </p:nvSpPr>
        <p:spPr>
          <a:xfrm>
            <a:off x="1417828" y="3410458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4-num84"/>
          <p:cNvSpPr txBox="1"/>
          <p:nvPr/>
        </p:nvSpPr>
        <p:spPr>
          <a:xfrm>
            <a:off x="1381252" y="3447034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9" name="S04-op85"/>
          <p:cNvSpPr txBox="1"/>
          <p:nvPr/>
        </p:nvSpPr>
        <p:spPr>
          <a:xfrm>
            <a:off x="2126996" y="289433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0" name="S04-num86"/>
          <p:cNvSpPr txBox="1"/>
          <p:nvPr/>
        </p:nvSpPr>
        <p:spPr>
          <a:xfrm>
            <a:off x="2663444" y="289433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1" name="S04-fracbar87"/>
          <p:cNvSpPr/>
          <p:nvPr/>
        </p:nvSpPr>
        <p:spPr>
          <a:xfrm>
            <a:off x="2700020" y="341045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4-num88"/>
          <p:cNvSpPr txBox="1"/>
          <p:nvPr/>
        </p:nvSpPr>
        <p:spPr>
          <a:xfrm>
            <a:off x="2663444" y="344703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3" name="S04-arrow89"/>
          <p:cNvSpPr/>
          <p:nvPr/>
        </p:nvSpPr>
        <p:spPr>
          <a:xfrm>
            <a:off x="1699260" y="2748026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4-oplabel90"/>
          <p:cNvSpPr txBox="1"/>
          <p:nvPr/>
        </p:nvSpPr>
        <p:spPr>
          <a:xfrm>
            <a:off x="1699260" y="238048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15" name="S04-arrow91"/>
          <p:cNvSpPr/>
          <p:nvPr/>
        </p:nvSpPr>
        <p:spPr>
          <a:xfrm>
            <a:off x="1699260" y="4072890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4-oplabel92"/>
          <p:cNvSpPr txBox="1"/>
          <p:nvPr/>
        </p:nvSpPr>
        <p:spPr>
          <a:xfrm>
            <a:off x="1699260" y="409117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17" name="S04-num93"/>
          <p:cNvSpPr txBox="1"/>
          <p:nvPr/>
        </p:nvSpPr>
        <p:spPr>
          <a:xfrm>
            <a:off x="5185156" y="2894330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8" name="S04-fracbar94"/>
          <p:cNvSpPr/>
          <p:nvPr/>
        </p:nvSpPr>
        <p:spPr>
          <a:xfrm>
            <a:off x="5221732" y="3410458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4-num95"/>
          <p:cNvSpPr txBox="1"/>
          <p:nvPr/>
        </p:nvSpPr>
        <p:spPr>
          <a:xfrm>
            <a:off x="5185156" y="3447034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20" name="S04-op96"/>
          <p:cNvSpPr txBox="1"/>
          <p:nvPr/>
        </p:nvSpPr>
        <p:spPr>
          <a:xfrm>
            <a:off x="5930900" y="289433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4-num97"/>
          <p:cNvSpPr txBox="1"/>
          <p:nvPr/>
        </p:nvSpPr>
        <p:spPr>
          <a:xfrm>
            <a:off x="6467348" y="289433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2" name="S04-fracbar98"/>
          <p:cNvSpPr/>
          <p:nvPr/>
        </p:nvSpPr>
        <p:spPr>
          <a:xfrm>
            <a:off x="6503924" y="341045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4-num99"/>
          <p:cNvSpPr txBox="1"/>
          <p:nvPr/>
        </p:nvSpPr>
        <p:spPr>
          <a:xfrm>
            <a:off x="6467348" y="344703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04-arrow100"/>
          <p:cNvSpPr/>
          <p:nvPr/>
        </p:nvSpPr>
        <p:spPr>
          <a:xfrm>
            <a:off x="5503164" y="2748026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04-oplabel101"/>
          <p:cNvSpPr txBox="1"/>
          <p:nvPr/>
        </p:nvSpPr>
        <p:spPr>
          <a:xfrm>
            <a:off x="5503164" y="238048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÷3</a:t>
            </a:r>
            <a:endParaRPr lang="ko-KR" sz="2200" dirty="0"/>
          </a:p>
        </p:txBody>
      </p:sp>
      <p:sp>
        <p:nvSpPr>
          <p:cNvPr id="26" name="S04-arrow102"/>
          <p:cNvSpPr/>
          <p:nvPr/>
        </p:nvSpPr>
        <p:spPr>
          <a:xfrm>
            <a:off x="5503164" y="4072890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7" name="S04-oplabel103"/>
          <p:cNvSpPr txBox="1"/>
          <p:nvPr/>
        </p:nvSpPr>
        <p:spPr>
          <a:xfrm>
            <a:off x="5503164" y="409117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÷3</a:t>
            </a:r>
            <a:endParaRPr lang="ko-KR" sz="2200" dirty="0"/>
          </a:p>
        </p:txBody>
      </p:sp>
      <p:sp>
        <p:nvSpPr>
          <p:cNvPr id="28" name="S04-num104"/>
          <p:cNvSpPr txBox="1"/>
          <p:nvPr/>
        </p:nvSpPr>
        <p:spPr>
          <a:xfrm>
            <a:off x="8989060" y="2894330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9" name="S04-fracbar105"/>
          <p:cNvSpPr/>
          <p:nvPr/>
        </p:nvSpPr>
        <p:spPr>
          <a:xfrm>
            <a:off x="9025636" y="3410458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4-num106"/>
          <p:cNvSpPr txBox="1"/>
          <p:nvPr/>
        </p:nvSpPr>
        <p:spPr>
          <a:xfrm>
            <a:off x="8989060" y="3447034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31" name="S04-op107"/>
          <p:cNvSpPr txBox="1"/>
          <p:nvPr/>
        </p:nvSpPr>
        <p:spPr>
          <a:xfrm>
            <a:off x="9734804" y="289433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2" name="S04-num108"/>
          <p:cNvSpPr txBox="1"/>
          <p:nvPr/>
        </p:nvSpPr>
        <p:spPr>
          <a:xfrm>
            <a:off x="10271252" y="289433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3" name="S04-fracbar109"/>
          <p:cNvSpPr/>
          <p:nvPr/>
        </p:nvSpPr>
        <p:spPr>
          <a:xfrm>
            <a:off x="10307828" y="341045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4-num110"/>
          <p:cNvSpPr txBox="1"/>
          <p:nvPr/>
        </p:nvSpPr>
        <p:spPr>
          <a:xfrm>
            <a:off x="10271252" y="344703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5" name="S04-arrow111"/>
          <p:cNvSpPr/>
          <p:nvPr/>
        </p:nvSpPr>
        <p:spPr>
          <a:xfrm>
            <a:off x="9307068" y="2748026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4-oplabel112"/>
          <p:cNvSpPr txBox="1"/>
          <p:nvPr/>
        </p:nvSpPr>
        <p:spPr>
          <a:xfrm>
            <a:off x="9307068" y="238048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÷6</a:t>
            </a:r>
            <a:endParaRPr lang="ko-KR" sz="2200" dirty="0"/>
          </a:p>
        </p:txBody>
      </p:sp>
      <p:sp>
        <p:nvSpPr>
          <p:cNvPr id="37" name="S04-arrow113"/>
          <p:cNvSpPr/>
          <p:nvPr/>
        </p:nvSpPr>
        <p:spPr>
          <a:xfrm>
            <a:off x="9307068" y="4072890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8" name="S04-oplabel114"/>
          <p:cNvSpPr txBox="1"/>
          <p:nvPr/>
        </p:nvSpPr>
        <p:spPr>
          <a:xfrm>
            <a:off x="9307068" y="409117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÷6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약분해 보아요</a:t>
            </a:r>
            <a:endParaRPr lang="ko-KR" sz="4000" dirty="0"/>
          </a:p>
        </p:txBody>
      </p:sp>
      <p:sp>
        <p:nvSpPr>
          <p:cNvPr id="3" name="S05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나누어 □를 채워요.</a:t>
            </a:r>
            <a:endParaRPr lang="ko-KR" sz="2800" dirty="0"/>
          </a:p>
        </p:txBody>
      </p:sp>
      <p:sp>
        <p:nvSpPr>
          <p:cNvPr id="4" name="S05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분자의 공약수부터 찾아요.</a:t>
            </a:r>
            <a:endParaRPr lang="ko-KR" sz="2800" dirty="0"/>
          </a:p>
        </p:txBody>
      </p:sp>
      <p:sp>
        <p:nvSpPr>
          <p:cNvPr id="6" name="S05-chip1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num119"/>
          <p:cNvSpPr txBox="1"/>
          <p:nvPr/>
        </p:nvSpPr>
        <p:spPr>
          <a:xfrm>
            <a:off x="1344168" y="20126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8" name="S05-fracbar120"/>
          <p:cNvSpPr/>
          <p:nvPr/>
        </p:nvSpPr>
        <p:spPr>
          <a:xfrm>
            <a:off x="1380744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21"/>
          <p:cNvSpPr txBox="1"/>
          <p:nvPr/>
        </p:nvSpPr>
        <p:spPr>
          <a:xfrm>
            <a:off x="1344168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0" name="S05-op122"/>
          <p:cNvSpPr txBox="1"/>
          <p:nvPr/>
        </p:nvSpPr>
        <p:spPr>
          <a:xfrm>
            <a:off x="203098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1" name="S05-blank123"/>
          <p:cNvSpPr/>
          <p:nvPr/>
        </p:nvSpPr>
        <p:spPr>
          <a:xfrm>
            <a:off x="2632395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5-fracbar124"/>
          <p:cNvSpPr/>
          <p:nvPr/>
        </p:nvSpPr>
        <p:spPr>
          <a:xfrm>
            <a:off x="258267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25"/>
          <p:cNvSpPr txBox="1"/>
          <p:nvPr/>
        </p:nvSpPr>
        <p:spPr>
          <a:xfrm>
            <a:off x="254609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4" name="S05-op126"/>
          <p:cNvSpPr txBox="1"/>
          <p:nvPr/>
        </p:nvSpPr>
        <p:spPr>
          <a:xfrm>
            <a:off x="313893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27"/>
          <p:cNvSpPr/>
          <p:nvPr/>
        </p:nvSpPr>
        <p:spPr>
          <a:xfrm>
            <a:off x="374034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28"/>
          <p:cNvSpPr/>
          <p:nvPr/>
        </p:nvSpPr>
        <p:spPr>
          <a:xfrm>
            <a:off x="369062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29"/>
          <p:cNvSpPr txBox="1"/>
          <p:nvPr/>
        </p:nvSpPr>
        <p:spPr>
          <a:xfrm>
            <a:off x="365404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8" name="S05-chip1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9" name="S05-num131"/>
          <p:cNvSpPr txBox="1"/>
          <p:nvPr/>
        </p:nvSpPr>
        <p:spPr>
          <a:xfrm>
            <a:off x="1344168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0" name="S05-fracbar132"/>
          <p:cNvSpPr/>
          <p:nvPr/>
        </p:nvSpPr>
        <p:spPr>
          <a:xfrm>
            <a:off x="1380744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33"/>
          <p:cNvSpPr txBox="1"/>
          <p:nvPr/>
        </p:nvSpPr>
        <p:spPr>
          <a:xfrm>
            <a:off x="1344168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2" name="S05-op134"/>
          <p:cNvSpPr txBox="1"/>
          <p:nvPr/>
        </p:nvSpPr>
        <p:spPr>
          <a:xfrm>
            <a:off x="203098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5-blank135"/>
          <p:cNvSpPr/>
          <p:nvPr/>
        </p:nvSpPr>
        <p:spPr>
          <a:xfrm>
            <a:off x="2632395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5-fracbar136"/>
          <p:cNvSpPr/>
          <p:nvPr/>
        </p:nvSpPr>
        <p:spPr>
          <a:xfrm>
            <a:off x="258267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37"/>
          <p:cNvSpPr txBox="1"/>
          <p:nvPr/>
        </p:nvSpPr>
        <p:spPr>
          <a:xfrm>
            <a:off x="254609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6" name="S05-chip13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05-num139"/>
          <p:cNvSpPr txBox="1"/>
          <p:nvPr/>
        </p:nvSpPr>
        <p:spPr>
          <a:xfrm>
            <a:off x="1344168" y="42072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8" name="S05-fracbar140"/>
          <p:cNvSpPr/>
          <p:nvPr/>
        </p:nvSpPr>
        <p:spPr>
          <a:xfrm>
            <a:off x="1380744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41"/>
          <p:cNvSpPr txBox="1"/>
          <p:nvPr/>
        </p:nvSpPr>
        <p:spPr>
          <a:xfrm>
            <a:off x="1344168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800" dirty="0"/>
          </a:p>
        </p:txBody>
      </p:sp>
      <p:sp>
        <p:nvSpPr>
          <p:cNvPr id="30" name="S05-op142"/>
          <p:cNvSpPr txBox="1"/>
          <p:nvPr/>
        </p:nvSpPr>
        <p:spPr>
          <a:xfrm>
            <a:off x="203098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1" name="S05-num143"/>
          <p:cNvSpPr txBox="1"/>
          <p:nvPr/>
        </p:nvSpPr>
        <p:spPr>
          <a:xfrm>
            <a:off x="2546096" y="42072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2" name="S05-fracbar144"/>
          <p:cNvSpPr/>
          <p:nvPr/>
        </p:nvSpPr>
        <p:spPr>
          <a:xfrm>
            <a:off x="2582672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blank145"/>
          <p:cNvSpPr/>
          <p:nvPr/>
        </p:nvSpPr>
        <p:spPr>
          <a:xfrm>
            <a:off x="2679385" y="475456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5-op146"/>
          <p:cNvSpPr txBox="1"/>
          <p:nvPr/>
        </p:nvSpPr>
        <p:spPr>
          <a:xfrm>
            <a:off x="323291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5" name="S05-num147"/>
          <p:cNvSpPr txBox="1"/>
          <p:nvPr/>
        </p:nvSpPr>
        <p:spPr>
          <a:xfrm>
            <a:off x="37480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6" name="S05-fracbar148"/>
          <p:cNvSpPr/>
          <p:nvPr/>
        </p:nvSpPr>
        <p:spPr>
          <a:xfrm>
            <a:off x="37846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blank149"/>
          <p:cNvSpPr/>
          <p:nvPr/>
        </p:nvSpPr>
        <p:spPr>
          <a:xfrm>
            <a:off x="3834323" y="475456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05-op150"/>
          <p:cNvSpPr txBox="1"/>
          <p:nvPr/>
        </p:nvSpPr>
        <p:spPr>
          <a:xfrm>
            <a:off x="43408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5-num151"/>
          <p:cNvSpPr txBox="1"/>
          <p:nvPr/>
        </p:nvSpPr>
        <p:spPr>
          <a:xfrm>
            <a:off x="485597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5-fracbar152"/>
          <p:cNvSpPr/>
          <p:nvPr/>
        </p:nvSpPr>
        <p:spPr>
          <a:xfrm>
            <a:off x="489254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blank153"/>
          <p:cNvSpPr/>
          <p:nvPr/>
        </p:nvSpPr>
        <p:spPr>
          <a:xfrm>
            <a:off x="4942271" y="475456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</a:t>
            </a:r>
            <a:endParaRPr lang="ko-KR" sz="4000" dirty="0"/>
          </a:p>
        </p:txBody>
      </p:sp>
      <p:sp>
        <p:nvSpPr>
          <p:cNvPr id="3" name="S06-text1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2는 더 약분할 수 없어요.</a:t>
            </a:r>
            <a:endParaRPr lang="ko-KR" sz="2800" dirty="0"/>
          </a:p>
        </p:txBody>
      </p:sp>
      <p:sp>
        <p:nvSpPr>
          <p:cNvPr id="4" name="S06-card15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분자의 공약수가 1뿐인 분수</a:t>
            </a:r>
            <a:endParaRPr lang="ko-KR" sz="2800" dirty="0"/>
          </a:p>
        </p:txBody>
      </p:sp>
      <p:sp>
        <p:nvSpPr>
          <p:cNvPr id="6" name="S06-card157"/>
          <p:cNvSpPr/>
          <p:nvPr/>
        </p:nvSpPr>
        <p:spPr>
          <a:xfrm>
            <a:off x="548640" y="3629152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58"/>
          <p:cNvSpPr txBox="1"/>
          <p:nvPr/>
        </p:nvSpPr>
        <p:spPr>
          <a:xfrm>
            <a:off x="822960" y="3766312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기약분수예요.</a:t>
            </a:r>
            <a:endParaRPr lang="ko-KR" sz="2800" dirty="0"/>
          </a:p>
        </p:txBody>
      </p:sp>
      <p:sp>
        <p:nvSpPr>
          <p:cNvPr id="8" name="S06-card159"/>
          <p:cNvSpPr/>
          <p:nvPr/>
        </p:nvSpPr>
        <p:spPr>
          <a:xfrm>
            <a:off x="6208776" y="3629152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60"/>
          <p:cNvSpPr txBox="1"/>
          <p:nvPr/>
        </p:nvSpPr>
        <p:spPr>
          <a:xfrm>
            <a:off x="6483096" y="3766312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4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2로 더 약분돼요.</a:t>
            </a:r>
            <a:endParaRPr lang="ko-KR" sz="2800" dirty="0"/>
          </a:p>
        </p:txBody>
      </p:sp>
      <p:sp>
        <p:nvSpPr>
          <p:cNvPr id="10" name="S06-num161"/>
          <p:cNvSpPr txBox="1"/>
          <p:nvPr/>
        </p:nvSpPr>
        <p:spPr>
          <a:xfrm>
            <a:off x="2999994" y="202476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1" name="S06-fracbar162"/>
          <p:cNvSpPr/>
          <p:nvPr/>
        </p:nvSpPr>
        <p:spPr>
          <a:xfrm>
            <a:off x="3036570" y="2480945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num163"/>
          <p:cNvSpPr txBox="1"/>
          <p:nvPr/>
        </p:nvSpPr>
        <p:spPr>
          <a:xfrm>
            <a:off x="2999994" y="251752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3" name="S06-label164"/>
          <p:cNvSpPr txBox="1"/>
          <p:nvPr/>
        </p:nvSpPr>
        <p:spPr>
          <a:xfrm>
            <a:off x="548640" y="302336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3의 공약수: 1</a:t>
            </a:r>
            <a:endParaRPr lang="ko-KR" sz="2200" dirty="0"/>
          </a:p>
        </p:txBody>
      </p:sp>
      <p:sp>
        <p:nvSpPr>
          <p:cNvPr id="14" name="S06-num165"/>
          <p:cNvSpPr txBox="1"/>
          <p:nvPr/>
        </p:nvSpPr>
        <p:spPr>
          <a:xfrm>
            <a:off x="8705850" y="202476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5" name="S06-fracbar166"/>
          <p:cNvSpPr/>
          <p:nvPr/>
        </p:nvSpPr>
        <p:spPr>
          <a:xfrm>
            <a:off x="8742426" y="2480945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num167"/>
          <p:cNvSpPr txBox="1"/>
          <p:nvPr/>
        </p:nvSpPr>
        <p:spPr>
          <a:xfrm>
            <a:off x="8705850" y="251752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7" name="S06-label168"/>
          <p:cNvSpPr txBox="1"/>
          <p:nvPr/>
        </p:nvSpPr>
        <p:spPr>
          <a:xfrm>
            <a:off x="6254496" y="302336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공약수: 1,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 나타내는 방법</a:t>
            </a:r>
            <a:endParaRPr lang="ko-KR" sz="4000" dirty="0"/>
          </a:p>
        </p:txBody>
      </p:sp>
      <p:sp>
        <p:nvSpPr>
          <p:cNvPr id="3" name="S07-card1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7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36분의 24를 기약분수로 나타내요.</a:t>
            </a:r>
            <a:endParaRPr lang="ko-KR" sz="2800" dirty="0"/>
          </a:p>
        </p:txBody>
      </p:sp>
      <p:sp>
        <p:nvSpPr>
          <p:cNvPr id="5" name="S07-card1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방법의 답이 같나요? 어느 쪽이 빠를까요?</a:t>
            </a:r>
            <a:endParaRPr lang="ko-KR" sz="2800" dirty="0"/>
          </a:p>
        </p:txBody>
      </p:sp>
      <p:sp>
        <p:nvSpPr>
          <p:cNvPr id="7" name="S07-chip17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여러 번</a:t>
            </a:r>
            <a:endParaRPr lang="ko-KR" sz="2200" dirty="0"/>
          </a:p>
        </p:txBody>
      </p:sp>
      <p:sp>
        <p:nvSpPr>
          <p:cNvPr id="8" name="S07-num174"/>
          <p:cNvSpPr txBox="1"/>
          <p:nvPr/>
        </p:nvSpPr>
        <p:spPr>
          <a:xfrm>
            <a:off x="1088390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9" name="S07-fracbar175"/>
          <p:cNvSpPr/>
          <p:nvPr/>
        </p:nvSpPr>
        <p:spPr>
          <a:xfrm>
            <a:off x="1124966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7-num176"/>
          <p:cNvSpPr txBox="1"/>
          <p:nvPr/>
        </p:nvSpPr>
        <p:spPr>
          <a:xfrm>
            <a:off x="1088390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200" dirty="0"/>
          </a:p>
        </p:txBody>
      </p:sp>
      <p:sp>
        <p:nvSpPr>
          <p:cNvPr id="11" name="S07-op177"/>
          <p:cNvSpPr txBox="1"/>
          <p:nvPr/>
        </p:nvSpPr>
        <p:spPr>
          <a:xfrm>
            <a:off x="183413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7-num178"/>
          <p:cNvSpPr txBox="1"/>
          <p:nvPr/>
        </p:nvSpPr>
        <p:spPr>
          <a:xfrm>
            <a:off x="237058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3" name="S07-fracbar179"/>
          <p:cNvSpPr/>
          <p:nvPr/>
        </p:nvSpPr>
        <p:spPr>
          <a:xfrm>
            <a:off x="240715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7-num180"/>
          <p:cNvSpPr txBox="1"/>
          <p:nvPr/>
        </p:nvSpPr>
        <p:spPr>
          <a:xfrm>
            <a:off x="237058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15" name="S07-op181"/>
          <p:cNvSpPr txBox="1"/>
          <p:nvPr/>
        </p:nvSpPr>
        <p:spPr>
          <a:xfrm>
            <a:off x="3116326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7-num182"/>
          <p:cNvSpPr txBox="1"/>
          <p:nvPr/>
        </p:nvSpPr>
        <p:spPr>
          <a:xfrm>
            <a:off x="3652774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7" name="S07-fracbar183"/>
          <p:cNvSpPr/>
          <p:nvPr/>
        </p:nvSpPr>
        <p:spPr>
          <a:xfrm>
            <a:off x="3689350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num184"/>
          <p:cNvSpPr txBox="1"/>
          <p:nvPr/>
        </p:nvSpPr>
        <p:spPr>
          <a:xfrm>
            <a:off x="3652774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9" name="S07-op185"/>
          <p:cNvSpPr txBox="1"/>
          <p:nvPr/>
        </p:nvSpPr>
        <p:spPr>
          <a:xfrm>
            <a:off x="429895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0" name="S07-num186"/>
          <p:cNvSpPr txBox="1"/>
          <p:nvPr/>
        </p:nvSpPr>
        <p:spPr>
          <a:xfrm>
            <a:off x="4835398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1" name="S07-fracbar187"/>
          <p:cNvSpPr/>
          <p:nvPr/>
        </p:nvSpPr>
        <p:spPr>
          <a:xfrm>
            <a:off x="4871974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7-num188"/>
          <p:cNvSpPr txBox="1"/>
          <p:nvPr/>
        </p:nvSpPr>
        <p:spPr>
          <a:xfrm>
            <a:off x="4835398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3" name="S07-text189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2로, 2로, 3으로 나누었어요.</a:t>
            </a:r>
            <a:endParaRPr lang="ko-KR" sz="2200" dirty="0"/>
          </a:p>
        </p:txBody>
      </p:sp>
      <p:sp>
        <p:nvSpPr>
          <p:cNvPr id="24" name="S07-chip1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최대공약수로 한 번에</a:t>
            </a:r>
            <a:endParaRPr lang="ko-KR" sz="2200" dirty="0"/>
          </a:p>
        </p:txBody>
      </p:sp>
      <p:sp>
        <p:nvSpPr>
          <p:cNvPr id="25" name="S07-num191"/>
          <p:cNvSpPr txBox="1"/>
          <p:nvPr/>
        </p:nvSpPr>
        <p:spPr>
          <a:xfrm>
            <a:off x="804951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26" name="S07-fracbar192"/>
          <p:cNvSpPr/>
          <p:nvPr/>
        </p:nvSpPr>
        <p:spPr>
          <a:xfrm>
            <a:off x="808609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7-num193"/>
          <p:cNvSpPr txBox="1"/>
          <p:nvPr/>
        </p:nvSpPr>
        <p:spPr>
          <a:xfrm>
            <a:off x="804951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200" dirty="0"/>
          </a:p>
        </p:txBody>
      </p:sp>
      <p:sp>
        <p:nvSpPr>
          <p:cNvPr id="28" name="S07-op194"/>
          <p:cNvSpPr txBox="1"/>
          <p:nvPr/>
        </p:nvSpPr>
        <p:spPr>
          <a:xfrm>
            <a:off x="879525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7-num195"/>
          <p:cNvSpPr txBox="1"/>
          <p:nvPr/>
        </p:nvSpPr>
        <p:spPr>
          <a:xfrm>
            <a:off x="9331706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0" name="S07-fracbar196"/>
          <p:cNvSpPr/>
          <p:nvPr/>
        </p:nvSpPr>
        <p:spPr>
          <a:xfrm>
            <a:off x="9368282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7-num197"/>
          <p:cNvSpPr txBox="1"/>
          <p:nvPr/>
        </p:nvSpPr>
        <p:spPr>
          <a:xfrm>
            <a:off x="9331706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2" name="S07-text198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 12로 나누었어요.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 나타내요</a:t>
            </a:r>
            <a:endParaRPr lang="ko-KR" sz="4000" dirty="0"/>
          </a:p>
        </p:txBody>
      </p:sp>
      <p:sp>
        <p:nvSpPr>
          <p:cNvPr id="3" name="S08-text1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최대공약수로 나누어요.</a:t>
            </a:r>
            <a:endParaRPr lang="ko-KR" sz="2800" dirty="0"/>
          </a:p>
        </p:txBody>
      </p:sp>
      <p:sp>
        <p:nvSpPr>
          <p:cNvPr id="4" name="S08-card2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최대공약수를 모르면 공약수로 여러 번 나눠도 돼요.</a:t>
            </a:r>
            <a:endParaRPr lang="ko-KR" sz="2800" dirty="0"/>
          </a:p>
        </p:txBody>
      </p:sp>
      <p:sp>
        <p:nvSpPr>
          <p:cNvPr id="6" name="S08-chip20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num203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8" name="S08-fracbar204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num205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0" name="S08-op206"/>
          <p:cNvSpPr txBox="1"/>
          <p:nvPr/>
        </p:nvSpPr>
        <p:spPr>
          <a:xfrm>
            <a:off x="19903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8-blank207"/>
          <p:cNvSpPr/>
          <p:nvPr/>
        </p:nvSpPr>
        <p:spPr>
          <a:xfrm>
            <a:off x="2617582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8-fracbar208"/>
          <p:cNvSpPr/>
          <p:nvPr/>
        </p:nvSpPr>
        <p:spPr>
          <a:xfrm>
            <a:off x="25633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blank209"/>
          <p:cNvSpPr/>
          <p:nvPr/>
        </p:nvSpPr>
        <p:spPr>
          <a:xfrm>
            <a:off x="2617582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8-chip21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8-num211"/>
          <p:cNvSpPr txBox="1"/>
          <p:nvPr/>
        </p:nvSpPr>
        <p:spPr>
          <a:xfrm>
            <a:off x="7072884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6" name="S08-fracbar212"/>
          <p:cNvSpPr/>
          <p:nvPr/>
        </p:nvSpPr>
        <p:spPr>
          <a:xfrm>
            <a:off x="7109460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num213"/>
          <p:cNvSpPr txBox="1"/>
          <p:nvPr/>
        </p:nvSpPr>
        <p:spPr>
          <a:xfrm>
            <a:off x="7072884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200" dirty="0"/>
          </a:p>
        </p:txBody>
      </p:sp>
      <p:sp>
        <p:nvSpPr>
          <p:cNvPr id="18" name="S08-op214"/>
          <p:cNvSpPr txBox="1"/>
          <p:nvPr/>
        </p:nvSpPr>
        <p:spPr>
          <a:xfrm>
            <a:off x="78186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8-blank215"/>
          <p:cNvSpPr/>
          <p:nvPr/>
        </p:nvSpPr>
        <p:spPr>
          <a:xfrm>
            <a:off x="8445866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8-fracbar216"/>
          <p:cNvSpPr/>
          <p:nvPr/>
        </p:nvSpPr>
        <p:spPr>
          <a:xfrm>
            <a:off x="83916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8-blank217"/>
          <p:cNvSpPr/>
          <p:nvPr/>
        </p:nvSpPr>
        <p:spPr>
          <a:xfrm>
            <a:off x="8445866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8-chip21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08-num219"/>
          <p:cNvSpPr txBox="1"/>
          <p:nvPr/>
        </p:nvSpPr>
        <p:spPr>
          <a:xfrm>
            <a:off x="1344168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3200" dirty="0"/>
          </a:p>
        </p:txBody>
      </p:sp>
      <p:sp>
        <p:nvSpPr>
          <p:cNvPr id="24" name="S08-fracbar220"/>
          <p:cNvSpPr/>
          <p:nvPr/>
        </p:nvSpPr>
        <p:spPr>
          <a:xfrm>
            <a:off x="1380744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8-num221"/>
          <p:cNvSpPr txBox="1"/>
          <p:nvPr/>
        </p:nvSpPr>
        <p:spPr>
          <a:xfrm>
            <a:off x="1344168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3200" dirty="0"/>
          </a:p>
        </p:txBody>
      </p:sp>
      <p:sp>
        <p:nvSpPr>
          <p:cNvPr id="26" name="S08-op222"/>
          <p:cNvSpPr txBox="1"/>
          <p:nvPr/>
        </p:nvSpPr>
        <p:spPr>
          <a:xfrm>
            <a:off x="2089912" y="38729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7" name="S08-blank223"/>
          <p:cNvSpPr/>
          <p:nvPr/>
        </p:nvSpPr>
        <p:spPr>
          <a:xfrm>
            <a:off x="2717150" y="39353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8-fracbar224"/>
          <p:cNvSpPr/>
          <p:nvPr/>
        </p:nvSpPr>
        <p:spPr>
          <a:xfrm>
            <a:off x="2662936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8-blank225"/>
          <p:cNvSpPr/>
          <p:nvPr/>
        </p:nvSpPr>
        <p:spPr>
          <a:xfrm>
            <a:off x="2717150" y="44880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8-chip22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1" name="S08-num227"/>
          <p:cNvSpPr txBox="1"/>
          <p:nvPr/>
        </p:nvSpPr>
        <p:spPr>
          <a:xfrm>
            <a:off x="7072884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32" name="S08-fracbar228"/>
          <p:cNvSpPr/>
          <p:nvPr/>
        </p:nvSpPr>
        <p:spPr>
          <a:xfrm>
            <a:off x="7109460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8-num229"/>
          <p:cNvSpPr txBox="1"/>
          <p:nvPr/>
        </p:nvSpPr>
        <p:spPr>
          <a:xfrm>
            <a:off x="7072884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34" name="S08-op230"/>
          <p:cNvSpPr txBox="1"/>
          <p:nvPr/>
        </p:nvSpPr>
        <p:spPr>
          <a:xfrm>
            <a:off x="7818628" y="38729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5" name="S08-blank231"/>
          <p:cNvSpPr/>
          <p:nvPr/>
        </p:nvSpPr>
        <p:spPr>
          <a:xfrm>
            <a:off x="8445866" y="39353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8-fracbar232"/>
          <p:cNvSpPr/>
          <p:nvPr/>
        </p:nvSpPr>
        <p:spPr>
          <a:xfrm>
            <a:off x="8391652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8-blank233"/>
          <p:cNvSpPr/>
          <p:nvPr/>
        </p:nvSpPr>
        <p:spPr>
          <a:xfrm>
            <a:off x="8445866" y="44880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2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40분의 24를 기약분수로 나타냈어요.</a:t>
            </a:r>
            <a:endParaRPr lang="ko-KR" sz="2800" dirty="0"/>
          </a:p>
        </p:txBody>
      </p:sp>
      <p:sp>
        <p:nvSpPr>
          <p:cNvPr id="5" name="S09-card2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기약분수로 나타냈을까요? 까닭을 말해요.</a:t>
            </a:r>
            <a:endParaRPr lang="ko-KR" sz="2800" dirty="0"/>
          </a:p>
        </p:txBody>
      </p:sp>
      <p:sp>
        <p:nvSpPr>
          <p:cNvPr id="7" name="S09-chip2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20분의 12</a:t>
            </a:r>
            <a:endParaRPr lang="ko-KR" sz="2200" dirty="0"/>
          </a:p>
        </p:txBody>
      </p:sp>
      <p:sp>
        <p:nvSpPr>
          <p:cNvPr id="8" name="S09-text2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2로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나누었어요.</a:t>
            </a:r>
            <a:endParaRPr lang="ko-KR" sz="2800" dirty="0"/>
          </a:p>
        </p:txBody>
      </p:sp>
      <p:sp>
        <p:nvSpPr>
          <p:cNvPr id="9" name="S09-chip2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5분의 3</a:t>
            </a:r>
            <a:endParaRPr lang="ko-KR" sz="2200" dirty="0"/>
          </a:p>
        </p:txBody>
      </p:sp>
      <p:sp>
        <p:nvSpPr>
          <p:cNvPr id="10" name="S09-text2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8로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기약분수로 나타내고, 어떤 수로 나누었는지 말해요.</a:t>
            </a:r>
            <a:endParaRPr lang="ko-KR" sz="2800" dirty="0"/>
          </a:p>
        </p:txBody>
      </p:sp>
      <p:sp>
        <p:nvSpPr>
          <p:cNvPr id="4" name="S10-chip2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num244"/>
          <p:cNvSpPr txBox="1"/>
          <p:nvPr/>
        </p:nvSpPr>
        <p:spPr>
          <a:xfrm>
            <a:off x="1344168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6" name="S10-fracbar245"/>
          <p:cNvSpPr/>
          <p:nvPr/>
        </p:nvSpPr>
        <p:spPr>
          <a:xfrm>
            <a:off x="1380744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0-num246"/>
          <p:cNvSpPr txBox="1"/>
          <p:nvPr/>
        </p:nvSpPr>
        <p:spPr>
          <a:xfrm>
            <a:off x="1344168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8" name="S10-op247"/>
          <p:cNvSpPr txBox="1"/>
          <p:nvPr/>
        </p:nvSpPr>
        <p:spPr>
          <a:xfrm>
            <a:off x="208991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10-blank248"/>
          <p:cNvSpPr/>
          <p:nvPr/>
        </p:nvSpPr>
        <p:spPr>
          <a:xfrm>
            <a:off x="271715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0-fracbar249"/>
          <p:cNvSpPr/>
          <p:nvPr/>
        </p:nvSpPr>
        <p:spPr>
          <a:xfrm>
            <a:off x="266293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0-num250"/>
          <p:cNvSpPr txBox="1"/>
          <p:nvPr/>
        </p:nvSpPr>
        <p:spPr>
          <a:xfrm>
            <a:off x="2626360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0-chip25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10-num252"/>
          <p:cNvSpPr txBox="1"/>
          <p:nvPr/>
        </p:nvSpPr>
        <p:spPr>
          <a:xfrm>
            <a:off x="7072884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3200" dirty="0"/>
          </a:p>
        </p:txBody>
      </p:sp>
      <p:sp>
        <p:nvSpPr>
          <p:cNvPr id="14" name="S10-fracbar253"/>
          <p:cNvSpPr/>
          <p:nvPr/>
        </p:nvSpPr>
        <p:spPr>
          <a:xfrm>
            <a:off x="7109460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0-num254"/>
          <p:cNvSpPr txBox="1"/>
          <p:nvPr/>
        </p:nvSpPr>
        <p:spPr>
          <a:xfrm>
            <a:off x="7072884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6" name="S10-op255"/>
          <p:cNvSpPr txBox="1"/>
          <p:nvPr/>
        </p:nvSpPr>
        <p:spPr>
          <a:xfrm>
            <a:off x="78186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10-blank256"/>
          <p:cNvSpPr/>
          <p:nvPr/>
        </p:nvSpPr>
        <p:spPr>
          <a:xfrm>
            <a:off x="849565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0-fracbar257"/>
          <p:cNvSpPr/>
          <p:nvPr/>
        </p:nvSpPr>
        <p:spPr>
          <a:xfrm>
            <a:off x="8391652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0-num258"/>
          <p:cNvSpPr txBox="1"/>
          <p:nvPr/>
        </p:nvSpPr>
        <p:spPr>
          <a:xfrm>
            <a:off x="8355076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0" name="S10-op259"/>
          <p:cNvSpPr txBox="1"/>
          <p:nvPr/>
        </p:nvSpPr>
        <p:spPr>
          <a:xfrm>
            <a:off x="9100820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10-blank260"/>
          <p:cNvSpPr/>
          <p:nvPr/>
        </p:nvSpPr>
        <p:spPr>
          <a:xfrm>
            <a:off x="9728058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10-fracbar261"/>
          <p:cNvSpPr/>
          <p:nvPr/>
        </p:nvSpPr>
        <p:spPr>
          <a:xfrm>
            <a:off x="96738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0-num262"/>
          <p:cNvSpPr txBox="1"/>
          <p:nvPr/>
        </p:nvSpPr>
        <p:spPr>
          <a:xfrm>
            <a:off x="96372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10-op263"/>
          <p:cNvSpPr txBox="1"/>
          <p:nvPr/>
        </p:nvSpPr>
        <p:spPr>
          <a:xfrm>
            <a:off x="102834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10-blank264"/>
          <p:cNvSpPr/>
          <p:nvPr/>
        </p:nvSpPr>
        <p:spPr>
          <a:xfrm>
            <a:off x="10910682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fracbar265"/>
          <p:cNvSpPr/>
          <p:nvPr/>
        </p:nvSpPr>
        <p:spPr>
          <a:xfrm>
            <a:off x="108564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0-num266"/>
          <p:cNvSpPr txBox="1"/>
          <p:nvPr/>
        </p:nvSpPr>
        <p:spPr>
          <a:xfrm>
            <a:off x="108198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10-chip26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10-num268"/>
          <p:cNvSpPr txBox="1"/>
          <p:nvPr/>
        </p:nvSpPr>
        <p:spPr>
          <a:xfrm>
            <a:off x="1344168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3200" dirty="0"/>
          </a:p>
        </p:txBody>
      </p:sp>
      <p:sp>
        <p:nvSpPr>
          <p:cNvPr id="30" name="S10-fracbar269"/>
          <p:cNvSpPr/>
          <p:nvPr/>
        </p:nvSpPr>
        <p:spPr>
          <a:xfrm>
            <a:off x="1380744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10-num270"/>
          <p:cNvSpPr txBox="1"/>
          <p:nvPr/>
        </p:nvSpPr>
        <p:spPr>
          <a:xfrm>
            <a:off x="1344168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3200" dirty="0"/>
          </a:p>
        </p:txBody>
      </p:sp>
      <p:sp>
        <p:nvSpPr>
          <p:cNvPr id="32" name="S10-op271"/>
          <p:cNvSpPr txBox="1"/>
          <p:nvPr/>
        </p:nvSpPr>
        <p:spPr>
          <a:xfrm>
            <a:off x="2089912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3" name="S10-blank272"/>
          <p:cNvSpPr/>
          <p:nvPr/>
        </p:nvSpPr>
        <p:spPr>
          <a:xfrm>
            <a:off x="2717150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0-fracbar273"/>
          <p:cNvSpPr/>
          <p:nvPr/>
        </p:nvSpPr>
        <p:spPr>
          <a:xfrm>
            <a:off x="2662936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0-blank274"/>
          <p:cNvSpPr/>
          <p:nvPr/>
        </p:nvSpPr>
        <p:spPr>
          <a:xfrm>
            <a:off x="2717150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10-chip27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7" name="S10-num276"/>
          <p:cNvSpPr txBox="1"/>
          <p:nvPr/>
        </p:nvSpPr>
        <p:spPr>
          <a:xfrm>
            <a:off x="7072884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200" dirty="0"/>
          </a:p>
        </p:txBody>
      </p:sp>
      <p:sp>
        <p:nvSpPr>
          <p:cNvPr id="38" name="S10-fracbar277"/>
          <p:cNvSpPr/>
          <p:nvPr/>
        </p:nvSpPr>
        <p:spPr>
          <a:xfrm>
            <a:off x="7109460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0-num278"/>
          <p:cNvSpPr txBox="1"/>
          <p:nvPr/>
        </p:nvSpPr>
        <p:spPr>
          <a:xfrm>
            <a:off x="7072884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3200" dirty="0"/>
          </a:p>
        </p:txBody>
      </p:sp>
      <p:sp>
        <p:nvSpPr>
          <p:cNvPr id="40" name="S10-op279"/>
          <p:cNvSpPr txBox="1"/>
          <p:nvPr/>
        </p:nvSpPr>
        <p:spPr>
          <a:xfrm>
            <a:off x="781862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1" name="S10-blank280"/>
          <p:cNvSpPr/>
          <p:nvPr/>
        </p:nvSpPr>
        <p:spPr>
          <a:xfrm>
            <a:off x="8445866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2" name="S10-fracbar281"/>
          <p:cNvSpPr/>
          <p:nvPr/>
        </p:nvSpPr>
        <p:spPr>
          <a:xfrm>
            <a:off x="839165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0-blank282"/>
          <p:cNvSpPr/>
          <p:nvPr/>
        </p:nvSpPr>
        <p:spPr>
          <a:xfrm>
            <a:off x="8445866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2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같아도 공약수가 1뿐일 때까지 나누어야 기약분수예요.</a:t>
            </a:r>
            <a:endParaRPr lang="ko-KR" sz="2800" dirty="0"/>
          </a:p>
        </p:txBody>
      </p:sp>
      <p:sp>
        <p:nvSpPr>
          <p:cNvPr id="5" name="S11-chip28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286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3분의 2</a:t>
            </a:r>
            <a:endParaRPr lang="ko-KR" sz="2800" dirty="0"/>
          </a:p>
        </p:txBody>
      </p:sp>
      <p:sp>
        <p:nvSpPr>
          <p:cNvPr id="7" name="S11-text287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5로 나눔</a:t>
            </a:r>
            <a:endParaRPr lang="ko-KR" sz="2200" dirty="0"/>
          </a:p>
        </p:txBody>
      </p:sp>
      <p:sp>
        <p:nvSpPr>
          <p:cNvPr id="8" name="S11-text288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12분의 8, 6분의 4, 3분의 2</a:t>
            </a:r>
            <a:endParaRPr lang="ko-KR" sz="2800" dirty="0"/>
          </a:p>
        </p:txBody>
      </p:sp>
      <p:sp>
        <p:nvSpPr>
          <p:cNvPr id="9" name="S11-text289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4분의 3</a:t>
            </a:r>
            <a:endParaRPr lang="ko-KR" sz="2800" dirty="0"/>
          </a:p>
        </p:txBody>
      </p:sp>
      <p:sp>
        <p:nvSpPr>
          <p:cNvPr id="10" name="S11-text290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7로 나눔</a:t>
            </a:r>
            <a:endParaRPr lang="ko-KR" sz="2200" dirty="0"/>
          </a:p>
        </p:txBody>
      </p:sp>
      <p:sp>
        <p:nvSpPr>
          <p:cNvPr id="11" name="S11-text291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4분의 3</a:t>
            </a:r>
            <a:endParaRPr lang="ko-KR" sz="2800" dirty="0"/>
          </a:p>
        </p:txBody>
      </p:sp>
      <p:sp>
        <p:nvSpPr>
          <p:cNvPr id="12" name="S11-text292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12로 나눔</a:t>
            </a:r>
            <a:endParaRPr lang="ko-KR" sz="2200" dirty="0"/>
          </a:p>
        </p:txBody>
      </p:sp>
      <p:sp>
        <p:nvSpPr>
          <p:cNvPr id="13" name="S11-chip29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4" name="S11-num294"/>
          <p:cNvSpPr txBox="1"/>
          <p:nvPr/>
        </p:nvSpPr>
        <p:spPr>
          <a:xfrm>
            <a:off x="6277356" y="22484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600" dirty="0"/>
          </a:p>
        </p:txBody>
      </p:sp>
      <p:sp>
        <p:nvSpPr>
          <p:cNvPr id="15" name="S11-fracbar295"/>
          <p:cNvSpPr/>
          <p:nvPr/>
        </p:nvSpPr>
        <p:spPr>
          <a:xfrm>
            <a:off x="6313932" y="26746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6" name="S11-num296"/>
          <p:cNvSpPr txBox="1"/>
          <p:nvPr/>
        </p:nvSpPr>
        <p:spPr>
          <a:xfrm>
            <a:off x="6277356" y="27111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2600" dirty="0"/>
          </a:p>
        </p:txBody>
      </p:sp>
      <p:sp>
        <p:nvSpPr>
          <p:cNvPr id="17" name="S11-op297"/>
          <p:cNvSpPr txBox="1"/>
          <p:nvPr/>
        </p:nvSpPr>
        <p:spPr>
          <a:xfrm>
            <a:off x="6934708" y="224840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18" name="S11-num298"/>
          <p:cNvSpPr txBox="1"/>
          <p:nvPr/>
        </p:nvSpPr>
        <p:spPr>
          <a:xfrm>
            <a:off x="7439152" y="22484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19" name="S11-fracbar299"/>
          <p:cNvSpPr/>
          <p:nvPr/>
        </p:nvSpPr>
        <p:spPr>
          <a:xfrm>
            <a:off x="7475728" y="26746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0" name="S11-num300"/>
          <p:cNvSpPr txBox="1"/>
          <p:nvPr/>
        </p:nvSpPr>
        <p:spPr>
          <a:xfrm>
            <a:off x="7439152" y="27111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21" name="S11-text30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약분돼요</a:t>
            </a:r>
            <a:endParaRPr lang="ko-KR" sz="2200" dirty="0"/>
          </a:p>
        </p:txBody>
      </p:sp>
      <p:sp>
        <p:nvSpPr>
          <p:cNvPr id="22" name="S11-num302"/>
          <p:cNvSpPr txBox="1"/>
          <p:nvPr/>
        </p:nvSpPr>
        <p:spPr>
          <a:xfrm>
            <a:off x="6277356" y="36200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2600" dirty="0"/>
          </a:p>
        </p:txBody>
      </p:sp>
      <p:sp>
        <p:nvSpPr>
          <p:cNvPr id="23" name="S11-fracbar303"/>
          <p:cNvSpPr/>
          <p:nvPr/>
        </p:nvSpPr>
        <p:spPr>
          <a:xfrm>
            <a:off x="6313932" y="40462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4" name="S11-num304"/>
          <p:cNvSpPr txBox="1"/>
          <p:nvPr/>
        </p:nvSpPr>
        <p:spPr>
          <a:xfrm>
            <a:off x="6277356" y="40827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2600" dirty="0"/>
          </a:p>
        </p:txBody>
      </p:sp>
      <p:sp>
        <p:nvSpPr>
          <p:cNvPr id="25" name="S11-op305"/>
          <p:cNvSpPr txBox="1"/>
          <p:nvPr/>
        </p:nvSpPr>
        <p:spPr>
          <a:xfrm>
            <a:off x="6934708" y="362000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6" name="S11-num306"/>
          <p:cNvSpPr txBox="1"/>
          <p:nvPr/>
        </p:nvSpPr>
        <p:spPr>
          <a:xfrm>
            <a:off x="7439152" y="36200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7" name="S11-fracbar307"/>
          <p:cNvSpPr/>
          <p:nvPr/>
        </p:nvSpPr>
        <p:spPr>
          <a:xfrm>
            <a:off x="7475728" y="40462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8" name="S11-num308"/>
          <p:cNvSpPr txBox="1"/>
          <p:nvPr/>
        </p:nvSpPr>
        <p:spPr>
          <a:xfrm>
            <a:off x="7439152" y="40827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2600" dirty="0"/>
          </a:p>
        </p:txBody>
      </p:sp>
      <p:sp>
        <p:nvSpPr>
          <p:cNvPr id="29" name="S11-text30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분자만 나눔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기약분수를 찾아요</a:t>
            </a:r>
            <a:endParaRPr lang="ko-KR" sz="4000" dirty="0"/>
          </a:p>
        </p:txBody>
      </p:sp>
      <p:sp>
        <p:nvSpPr>
          <p:cNvPr id="3" name="S12-text3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기약분수를 모두 골라요.</a:t>
            </a:r>
            <a:endParaRPr lang="ko-KR" sz="2800" dirty="0"/>
          </a:p>
        </p:txBody>
      </p:sp>
      <p:sp>
        <p:nvSpPr>
          <p:cNvPr id="4" name="S12-card3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공약수로 말해요.</a:t>
            </a:r>
            <a:endParaRPr lang="ko-KR" sz="2800" dirty="0"/>
          </a:p>
        </p:txBody>
      </p:sp>
      <p:sp>
        <p:nvSpPr>
          <p:cNvPr id="6" name="S12-chip313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num314"/>
          <p:cNvSpPr txBox="1"/>
          <p:nvPr/>
        </p:nvSpPr>
        <p:spPr>
          <a:xfrm>
            <a:off x="3250946" y="2084324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000" dirty="0"/>
          </a:p>
        </p:txBody>
      </p:sp>
      <p:sp>
        <p:nvSpPr>
          <p:cNvPr id="8" name="S12-fracbar315"/>
          <p:cNvSpPr/>
          <p:nvPr/>
        </p:nvSpPr>
        <p:spPr>
          <a:xfrm>
            <a:off x="3287522" y="2720340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2-num316"/>
          <p:cNvSpPr txBox="1"/>
          <p:nvPr/>
        </p:nvSpPr>
        <p:spPr>
          <a:xfrm>
            <a:off x="3250946" y="2756916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4000" dirty="0"/>
          </a:p>
        </p:txBody>
      </p:sp>
      <p:sp>
        <p:nvSpPr>
          <p:cNvPr id="10" name="S12-chip317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12-num318"/>
          <p:cNvSpPr txBox="1"/>
          <p:nvPr/>
        </p:nvSpPr>
        <p:spPr>
          <a:xfrm>
            <a:off x="9035034" y="208432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2" name="S12-fracbar319"/>
          <p:cNvSpPr/>
          <p:nvPr/>
        </p:nvSpPr>
        <p:spPr>
          <a:xfrm>
            <a:off x="9071610" y="2720340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12-num320"/>
          <p:cNvSpPr txBox="1"/>
          <p:nvPr/>
        </p:nvSpPr>
        <p:spPr>
          <a:xfrm>
            <a:off x="9035034" y="275691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000" dirty="0"/>
          </a:p>
        </p:txBody>
      </p:sp>
      <p:sp>
        <p:nvSpPr>
          <p:cNvPr id="14" name="S12-chip321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5" name="S12-num322"/>
          <p:cNvSpPr txBox="1"/>
          <p:nvPr/>
        </p:nvSpPr>
        <p:spPr>
          <a:xfrm>
            <a:off x="3250946" y="3775964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16" name="S12-fracbar323"/>
          <p:cNvSpPr/>
          <p:nvPr/>
        </p:nvSpPr>
        <p:spPr>
          <a:xfrm>
            <a:off x="3287522" y="4411980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7" name="S12-num324"/>
          <p:cNvSpPr txBox="1"/>
          <p:nvPr/>
        </p:nvSpPr>
        <p:spPr>
          <a:xfrm>
            <a:off x="3250946" y="4448556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4000" dirty="0"/>
          </a:p>
        </p:txBody>
      </p:sp>
      <p:sp>
        <p:nvSpPr>
          <p:cNvPr id="18" name="S12-chip32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9" name="S12-num326"/>
          <p:cNvSpPr txBox="1"/>
          <p:nvPr/>
        </p:nvSpPr>
        <p:spPr>
          <a:xfrm>
            <a:off x="8979662" y="3775964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20" name="S12-fracbar327"/>
          <p:cNvSpPr/>
          <p:nvPr/>
        </p:nvSpPr>
        <p:spPr>
          <a:xfrm>
            <a:off x="9016238" y="4411980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1" name="S12-num328"/>
          <p:cNvSpPr txBox="1"/>
          <p:nvPr/>
        </p:nvSpPr>
        <p:spPr>
          <a:xfrm>
            <a:off x="8979662" y="4448556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2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3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공약수로 나누면 약분, 공약수가 1뿐이면 기약분수예요.</a:t>
            </a:r>
            <a:endParaRPr lang="ko-KR" sz="2800" dirty="0"/>
          </a:p>
        </p:txBody>
      </p:sp>
      <p:sp>
        <p:nvSpPr>
          <p:cNvPr id="5" name="S13-chip33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최대공약수로 한 번에 나누기</a:t>
            </a:r>
            <a:endParaRPr lang="ko-KR" sz="2200" dirty="0"/>
          </a:p>
        </p:txBody>
      </p:sp>
      <p:sp>
        <p:nvSpPr>
          <p:cNvPr id="6" name="S13-chip33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분자만 나누기</a:t>
            </a:r>
            <a:endParaRPr lang="ko-KR" sz="2200" dirty="0"/>
          </a:p>
        </p:txBody>
      </p:sp>
      <p:sp>
        <p:nvSpPr>
          <p:cNvPr id="7" name="S13-text33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op334"/>
          <p:cNvSpPr txBox="1"/>
          <p:nvPr/>
        </p:nvSpPr>
        <p:spPr>
          <a:xfrm>
            <a:off x="548640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3-num335"/>
          <p:cNvSpPr txBox="1"/>
          <p:nvPr/>
        </p:nvSpPr>
        <p:spPr>
          <a:xfrm>
            <a:off x="1237996" y="4401312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0" name="S13-fracbar336"/>
          <p:cNvSpPr/>
          <p:nvPr/>
        </p:nvSpPr>
        <p:spPr>
          <a:xfrm>
            <a:off x="1274572" y="4827524"/>
            <a:ext cx="474472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3-num337"/>
          <p:cNvSpPr txBox="1"/>
          <p:nvPr/>
        </p:nvSpPr>
        <p:spPr>
          <a:xfrm>
            <a:off x="1237996" y="4864100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2" name="S13-op338"/>
          <p:cNvSpPr txBox="1"/>
          <p:nvPr/>
        </p:nvSpPr>
        <p:spPr>
          <a:xfrm>
            <a:off x="1895348" y="4401312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13" name="S13-blank339"/>
          <p:cNvSpPr/>
          <p:nvPr/>
        </p:nvSpPr>
        <p:spPr>
          <a:xfrm>
            <a:off x="2483846" y="445196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4" name="S13-fracbar340"/>
          <p:cNvSpPr/>
          <p:nvPr/>
        </p:nvSpPr>
        <p:spPr>
          <a:xfrm>
            <a:off x="2436368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3-num341"/>
          <p:cNvSpPr txBox="1"/>
          <p:nvPr/>
        </p:nvSpPr>
        <p:spPr>
          <a:xfrm>
            <a:off x="2399792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6" name="S13-text34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35분의 14를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</a:t>
            </a:r>
            <a:endParaRPr lang="ko-KR" sz="2200" dirty="0"/>
          </a:p>
        </p:txBody>
      </p:sp>
      <p:sp>
        <p:nvSpPr>
          <p:cNvPr id="17" name="S13-text34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15분의 8은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기약분수일까요?</a:t>
            </a:r>
            <a:endParaRPr lang="ko-KR" sz="2200" dirty="0"/>
          </a:p>
        </p:txBody>
      </p:sp>
      <p:sp>
        <p:nvSpPr>
          <p:cNvPr id="18" name="S13-text34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통분과 크기 비교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공약수와 최대공약수</a:t>
            </a:r>
            <a:endParaRPr lang="ko-KR" sz="4000" dirty="0"/>
          </a:p>
        </p:txBody>
      </p:sp>
      <p:sp>
        <p:nvSpPr>
          <p:cNvPr id="3" name="S14-text3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약수를 모두 쓰고, 같은 수를 찾아요.</a:t>
            </a:r>
            <a:endParaRPr lang="ko-KR" sz="2800" dirty="0"/>
          </a:p>
        </p:txBody>
      </p:sp>
      <p:sp>
        <p:nvSpPr>
          <p:cNvPr id="4" name="S14-card346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347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공약수: 1, 2, 3,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공약수 6이 최대공약수예요.</a:t>
            </a:r>
            <a:endParaRPr lang="ko-KR" sz="2800" dirty="0"/>
          </a:p>
        </p:txBody>
      </p:sp>
      <p:graphicFrame>
        <p:nvGraphicFramePr>
          <p:cNvPr id="15" name="S14-table3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583688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1, 2, 3, 4, 6, 12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1, 2, 3, 6, 9, 18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약분과 기약분수</dc:title>
  <dc:subject>KR22-G05-MAT-FRAC-REDUCE-L01</dc:subject>
  <dc:creator>education-ppt</dc:creator>
  <cp:lastModifiedBy>education-ppt</cp:lastModifiedBy>
  <cp:revision>1</cp:revision>
  <dcterms:created xsi:type="dcterms:W3CDTF">2026-10-26T08:29:46Z</dcterms:created>
  <dcterms:modified xsi:type="dcterms:W3CDTF">2026-10-26T08:29:46Z</dcterms:modified>
</cp:coreProperties>
</file>