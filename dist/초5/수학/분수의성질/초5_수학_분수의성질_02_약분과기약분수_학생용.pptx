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81219c1-d15e-bdcd-ad1a-6dc0cf553343}">
          <p14:sldIdLst>
            <p14:sldId id="256"/>
            <p14:sldId id="257"/>
          </p14:sldIdLst>
        </p14:section>
        <p14:section name="개념" id="{e22d6012-b5d1-8b86-4a3b-122937a23777}">
          <p14:sldIdLst>
            <p14:sldId id="258"/>
            <p14:sldId id="259"/>
            <p14:sldId id="261"/>
            <p14:sldId id="262"/>
          </p14:sldIdLst>
        </p14:section>
        <p14:section name="연습" id="{23f9e9c3-cfaa-0309-5745-ada0341db126}">
          <p14:sldIdLst>
            <p14:sldId id="260"/>
            <p14:sldId id="263"/>
            <p14:sldId id="264"/>
          </p14:sldIdLst>
        </p14:section>
        <p14:section name="개념" id="{261dc266-b30e-a5b9-3568-0e01a424b670}">
          <p14:sldIdLst/>
        </p14:section>
        <p14:section name="연습" id="{a3ce0b04-707d-73ce-01df-2219f3495d20}">
          <p14:sldIdLst/>
        </p14:section>
        <p14:section name="확인" id="{b5429551-353a-f980-6699-f5fa28d4b000}">
          <p14:sldIdLst>
            <p14:sldId id="265"/>
            <p14:sldId id="266"/>
          </p14:sldIdLst>
        </p14:section>
        <p14:section name="정리" id="{5829ffaa-fb1d-6cc9-db86-90324f8e7075}">
          <p14:sldIdLst>
            <p14:sldId id="267"/>
          </p14:sldIdLst>
        </p14:section>
        <p14:section name="보충" id="{e93a9f59-6cb2-9083-5abb-4bd9638b9c3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분수의성질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약분과 기약분수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약분과 기약분수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약분과 기약분수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약분과 기약분수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18분의 12를 더 간단한 분수로 나타낼 수 있을까?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8537194" y="1407160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400" dirty="0"/>
          </a:p>
        </p:txBody>
      </p:sp>
      <p:sp>
        <p:nvSpPr>
          <p:cNvPr id="5" name="S01-fracbar2"/>
          <p:cNvSpPr/>
          <p:nvPr/>
        </p:nvSpPr>
        <p:spPr>
          <a:xfrm>
            <a:off x="8573770" y="2103120"/>
            <a:ext cx="739648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8537194" y="2139696"/>
            <a:ext cx="8128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4400" dirty="0"/>
          </a:p>
        </p:txBody>
      </p:sp>
      <p:sp>
        <p:nvSpPr>
          <p:cNvPr id="7" name="S01-op4"/>
          <p:cNvSpPr txBox="1"/>
          <p:nvPr/>
        </p:nvSpPr>
        <p:spPr>
          <a:xfrm>
            <a:off x="9459722" y="1407160"/>
            <a:ext cx="490728" cy="139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400" dirty="0"/>
          </a:p>
        </p:txBody>
      </p:sp>
      <p:sp>
        <p:nvSpPr>
          <p:cNvPr id="8" name="S01-blank5"/>
          <p:cNvSpPr/>
          <p:nvPr/>
        </p:nvSpPr>
        <p:spPr>
          <a:xfrm>
            <a:off x="10164440" y="1492880"/>
            <a:ext cx="487944" cy="487944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9" name="S01-fracbar6"/>
          <p:cNvSpPr/>
          <p:nvPr/>
        </p:nvSpPr>
        <p:spPr>
          <a:xfrm>
            <a:off x="10096754" y="2103120"/>
            <a:ext cx="623316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0" name="S01-blank7"/>
          <p:cNvSpPr/>
          <p:nvPr/>
        </p:nvSpPr>
        <p:spPr>
          <a:xfrm>
            <a:off x="10164440" y="2225416"/>
            <a:ext cx="487944" cy="487944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분모와 분자를 공약수로 나누어 약분해요.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분수를 기약분수로 나타내요.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□를 채우고, ②③은 수를 말해요.</a:t>
            </a:r>
            <a:endParaRPr lang="ko-KR" sz="2800" dirty="0"/>
          </a:p>
        </p:txBody>
      </p:sp>
      <p:sp>
        <p:nvSpPr>
          <p:cNvPr id="4" name="S02-chip1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2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6" name="S02-fracbar13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4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8" name="S02-op15"/>
          <p:cNvSpPr txBox="1"/>
          <p:nvPr/>
        </p:nvSpPr>
        <p:spPr>
          <a:xfrm>
            <a:off x="1990344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02-blank16"/>
          <p:cNvSpPr/>
          <p:nvPr/>
        </p:nvSpPr>
        <p:spPr>
          <a:xfrm>
            <a:off x="2617582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2-fracbar17"/>
          <p:cNvSpPr/>
          <p:nvPr/>
        </p:nvSpPr>
        <p:spPr>
          <a:xfrm>
            <a:off x="2563368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18"/>
          <p:cNvSpPr txBox="1"/>
          <p:nvPr/>
        </p:nvSpPr>
        <p:spPr>
          <a:xfrm>
            <a:off x="2526792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2" name="S02-chip1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02-text20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18의 공약수를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말해요.</a:t>
            </a:r>
            <a:endParaRPr lang="ko-KR" sz="2800" dirty="0"/>
          </a:p>
        </p:txBody>
      </p:sp>
      <p:sp>
        <p:nvSpPr>
          <p:cNvPr id="14" name="S02-chip2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5" name="S02-text2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16과 24의 최대공약수는?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묶어 간단하게</a:t>
            </a:r>
            <a:endParaRPr lang="ko-KR" sz="4000" dirty="0"/>
          </a:p>
        </p:txBody>
      </p:sp>
      <p:sp>
        <p:nvSpPr>
          <p:cNvPr id="3" name="S03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18칸 중 12칸을 색칠한 띠의 칸을 묶었어요.</a:t>
            </a:r>
            <a:endParaRPr lang="ko-KR" sz="2800" dirty="0"/>
          </a:p>
        </p:txBody>
      </p:sp>
      <p:sp>
        <p:nvSpPr>
          <p:cNvPr id="4" name="S03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묶어도 색칠한 양은 그대로예요.</a:t>
            </a:r>
            <a:endParaRPr lang="ko-KR" sz="2800" dirty="0"/>
          </a:p>
        </p:txBody>
      </p:sp>
      <p:sp>
        <p:nvSpPr>
          <p:cNvPr id="6" name="S03-num26"/>
          <p:cNvSpPr txBox="1"/>
          <p:nvPr/>
        </p:nvSpPr>
        <p:spPr>
          <a:xfrm>
            <a:off x="768858" y="2055876"/>
            <a:ext cx="473964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100" dirty="0"/>
          </a:p>
        </p:txBody>
      </p:sp>
      <p:sp>
        <p:nvSpPr>
          <p:cNvPr id="7" name="S03-fracbar27"/>
          <p:cNvSpPr/>
          <p:nvPr/>
        </p:nvSpPr>
        <p:spPr>
          <a:xfrm>
            <a:off x="805434" y="2407158"/>
            <a:ext cx="400812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03-num28"/>
          <p:cNvSpPr txBox="1"/>
          <p:nvPr/>
        </p:nvSpPr>
        <p:spPr>
          <a:xfrm>
            <a:off x="768858" y="2443734"/>
            <a:ext cx="473964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100" dirty="0"/>
          </a:p>
        </p:txBody>
      </p:sp>
      <p:sp>
        <p:nvSpPr>
          <p:cNvPr id="9" name="S03-cell29"/>
          <p:cNvSpPr/>
          <p:nvPr/>
        </p:nvSpPr>
        <p:spPr>
          <a:xfrm>
            <a:off x="1600200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30"/>
          <p:cNvSpPr/>
          <p:nvPr/>
        </p:nvSpPr>
        <p:spPr>
          <a:xfrm>
            <a:off x="2157984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31"/>
          <p:cNvSpPr/>
          <p:nvPr/>
        </p:nvSpPr>
        <p:spPr>
          <a:xfrm>
            <a:off x="2715768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32"/>
          <p:cNvSpPr/>
          <p:nvPr/>
        </p:nvSpPr>
        <p:spPr>
          <a:xfrm>
            <a:off x="3273552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33"/>
          <p:cNvSpPr/>
          <p:nvPr/>
        </p:nvSpPr>
        <p:spPr>
          <a:xfrm>
            <a:off x="3831336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34"/>
          <p:cNvSpPr/>
          <p:nvPr/>
        </p:nvSpPr>
        <p:spPr>
          <a:xfrm>
            <a:off x="4389120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35"/>
          <p:cNvSpPr/>
          <p:nvPr/>
        </p:nvSpPr>
        <p:spPr>
          <a:xfrm>
            <a:off x="4946904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36"/>
          <p:cNvSpPr/>
          <p:nvPr/>
        </p:nvSpPr>
        <p:spPr>
          <a:xfrm>
            <a:off x="5504688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37"/>
          <p:cNvSpPr/>
          <p:nvPr/>
        </p:nvSpPr>
        <p:spPr>
          <a:xfrm>
            <a:off x="6062472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38"/>
          <p:cNvSpPr/>
          <p:nvPr/>
        </p:nvSpPr>
        <p:spPr>
          <a:xfrm>
            <a:off x="6620256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39"/>
          <p:cNvSpPr/>
          <p:nvPr/>
        </p:nvSpPr>
        <p:spPr>
          <a:xfrm>
            <a:off x="7178040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40"/>
          <p:cNvSpPr/>
          <p:nvPr/>
        </p:nvSpPr>
        <p:spPr>
          <a:xfrm>
            <a:off x="7735824" y="2148840"/>
            <a:ext cx="55778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cell41"/>
          <p:cNvSpPr/>
          <p:nvPr/>
        </p:nvSpPr>
        <p:spPr>
          <a:xfrm>
            <a:off x="8293608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3-cell42"/>
          <p:cNvSpPr/>
          <p:nvPr/>
        </p:nvSpPr>
        <p:spPr>
          <a:xfrm>
            <a:off x="8851392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43"/>
          <p:cNvSpPr/>
          <p:nvPr/>
        </p:nvSpPr>
        <p:spPr>
          <a:xfrm>
            <a:off x="9409176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44"/>
          <p:cNvSpPr/>
          <p:nvPr/>
        </p:nvSpPr>
        <p:spPr>
          <a:xfrm>
            <a:off x="9966960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cell45"/>
          <p:cNvSpPr/>
          <p:nvPr/>
        </p:nvSpPr>
        <p:spPr>
          <a:xfrm>
            <a:off x="10524744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46"/>
          <p:cNvSpPr/>
          <p:nvPr/>
        </p:nvSpPr>
        <p:spPr>
          <a:xfrm>
            <a:off x="11082528" y="2148840"/>
            <a:ext cx="55778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figure47" descr="똑같이 18칸으로 나눈 띠, 12칸 색칠"/>
          <p:cNvSpPr/>
          <p:nvPr/>
        </p:nvSpPr>
        <p:spPr>
          <a:xfrm>
            <a:off x="1600200" y="2148840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3-num48"/>
          <p:cNvSpPr txBox="1"/>
          <p:nvPr/>
        </p:nvSpPr>
        <p:spPr>
          <a:xfrm>
            <a:off x="810959" y="2828544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29" name="S03-fracbar49"/>
          <p:cNvSpPr/>
          <p:nvPr/>
        </p:nvSpPr>
        <p:spPr>
          <a:xfrm>
            <a:off x="847535" y="3179826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3-num50"/>
          <p:cNvSpPr txBox="1"/>
          <p:nvPr/>
        </p:nvSpPr>
        <p:spPr>
          <a:xfrm>
            <a:off x="810959" y="3216402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100" dirty="0"/>
          </a:p>
        </p:txBody>
      </p:sp>
      <p:sp>
        <p:nvSpPr>
          <p:cNvPr id="31" name="S03-cell51"/>
          <p:cNvSpPr/>
          <p:nvPr/>
        </p:nvSpPr>
        <p:spPr>
          <a:xfrm>
            <a:off x="1600200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52"/>
          <p:cNvSpPr/>
          <p:nvPr/>
        </p:nvSpPr>
        <p:spPr>
          <a:xfrm>
            <a:off x="2715768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53"/>
          <p:cNvSpPr/>
          <p:nvPr/>
        </p:nvSpPr>
        <p:spPr>
          <a:xfrm>
            <a:off x="3831336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54"/>
          <p:cNvSpPr/>
          <p:nvPr/>
        </p:nvSpPr>
        <p:spPr>
          <a:xfrm>
            <a:off x="4946904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55"/>
          <p:cNvSpPr/>
          <p:nvPr/>
        </p:nvSpPr>
        <p:spPr>
          <a:xfrm>
            <a:off x="6062472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56"/>
          <p:cNvSpPr/>
          <p:nvPr/>
        </p:nvSpPr>
        <p:spPr>
          <a:xfrm>
            <a:off x="7178040" y="2921508"/>
            <a:ext cx="1115568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57"/>
          <p:cNvSpPr/>
          <p:nvPr/>
        </p:nvSpPr>
        <p:spPr>
          <a:xfrm>
            <a:off x="8293608" y="2921508"/>
            <a:ext cx="111556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58"/>
          <p:cNvSpPr/>
          <p:nvPr/>
        </p:nvSpPr>
        <p:spPr>
          <a:xfrm>
            <a:off x="9409176" y="2921508"/>
            <a:ext cx="111556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cell59"/>
          <p:cNvSpPr/>
          <p:nvPr/>
        </p:nvSpPr>
        <p:spPr>
          <a:xfrm>
            <a:off x="10524744" y="2921508"/>
            <a:ext cx="1115568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3-figure60" descr="똑같이 9칸으로 나눈 띠, 6칸 색칠"/>
          <p:cNvSpPr/>
          <p:nvPr/>
        </p:nvSpPr>
        <p:spPr>
          <a:xfrm>
            <a:off x="1600200" y="2921508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3-num61"/>
          <p:cNvSpPr txBox="1"/>
          <p:nvPr/>
        </p:nvSpPr>
        <p:spPr>
          <a:xfrm>
            <a:off x="810959" y="3601212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100" dirty="0"/>
          </a:p>
        </p:txBody>
      </p:sp>
      <p:sp>
        <p:nvSpPr>
          <p:cNvPr id="42" name="S03-fracbar62"/>
          <p:cNvSpPr/>
          <p:nvPr/>
        </p:nvSpPr>
        <p:spPr>
          <a:xfrm>
            <a:off x="847535" y="3952494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3" name="S03-num63"/>
          <p:cNvSpPr txBox="1"/>
          <p:nvPr/>
        </p:nvSpPr>
        <p:spPr>
          <a:xfrm>
            <a:off x="810959" y="3989070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100" dirty="0"/>
          </a:p>
        </p:txBody>
      </p:sp>
      <p:sp>
        <p:nvSpPr>
          <p:cNvPr id="44" name="S03-cell64"/>
          <p:cNvSpPr/>
          <p:nvPr/>
        </p:nvSpPr>
        <p:spPr>
          <a:xfrm>
            <a:off x="1600200" y="3694176"/>
            <a:ext cx="1673352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cell65"/>
          <p:cNvSpPr/>
          <p:nvPr/>
        </p:nvSpPr>
        <p:spPr>
          <a:xfrm>
            <a:off x="3273552" y="3694176"/>
            <a:ext cx="1673352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cell66"/>
          <p:cNvSpPr/>
          <p:nvPr/>
        </p:nvSpPr>
        <p:spPr>
          <a:xfrm>
            <a:off x="4946904" y="3694176"/>
            <a:ext cx="1673352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cell67"/>
          <p:cNvSpPr/>
          <p:nvPr/>
        </p:nvSpPr>
        <p:spPr>
          <a:xfrm>
            <a:off x="6620256" y="3694176"/>
            <a:ext cx="1673352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cell68"/>
          <p:cNvSpPr/>
          <p:nvPr/>
        </p:nvSpPr>
        <p:spPr>
          <a:xfrm>
            <a:off x="8293608" y="3694176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cell69"/>
          <p:cNvSpPr/>
          <p:nvPr/>
        </p:nvSpPr>
        <p:spPr>
          <a:xfrm>
            <a:off x="9966960" y="3694176"/>
            <a:ext cx="1673352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figure70" descr="똑같이 6칸으로 나눈 띠, 4칸 색칠"/>
          <p:cNvSpPr/>
          <p:nvPr/>
        </p:nvSpPr>
        <p:spPr>
          <a:xfrm>
            <a:off x="1600200" y="3694176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1" name="S03-num71"/>
          <p:cNvSpPr txBox="1"/>
          <p:nvPr/>
        </p:nvSpPr>
        <p:spPr>
          <a:xfrm>
            <a:off x="810959" y="4373880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100" dirty="0"/>
          </a:p>
        </p:txBody>
      </p:sp>
      <p:sp>
        <p:nvSpPr>
          <p:cNvPr id="52" name="S03-fracbar72"/>
          <p:cNvSpPr/>
          <p:nvPr/>
        </p:nvSpPr>
        <p:spPr>
          <a:xfrm>
            <a:off x="847535" y="4725162"/>
            <a:ext cx="316611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3" name="S03-num73"/>
          <p:cNvSpPr txBox="1"/>
          <p:nvPr/>
        </p:nvSpPr>
        <p:spPr>
          <a:xfrm>
            <a:off x="810959" y="4761738"/>
            <a:ext cx="389763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100" dirty="0"/>
          </a:p>
        </p:txBody>
      </p:sp>
      <p:sp>
        <p:nvSpPr>
          <p:cNvPr id="54" name="S03-cell74"/>
          <p:cNvSpPr/>
          <p:nvPr/>
        </p:nvSpPr>
        <p:spPr>
          <a:xfrm>
            <a:off x="1600200" y="4466844"/>
            <a:ext cx="334670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3-cell75"/>
          <p:cNvSpPr/>
          <p:nvPr/>
        </p:nvSpPr>
        <p:spPr>
          <a:xfrm>
            <a:off x="4946904" y="4466844"/>
            <a:ext cx="3346704" cy="516636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3-cell76"/>
          <p:cNvSpPr/>
          <p:nvPr/>
        </p:nvSpPr>
        <p:spPr>
          <a:xfrm>
            <a:off x="8293608" y="4466844"/>
            <a:ext cx="3346704" cy="5166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3-figure77" descr="똑같이 3칸으로 나눈 띠, 2칸 색칠"/>
          <p:cNvSpPr/>
          <p:nvPr/>
        </p:nvSpPr>
        <p:spPr>
          <a:xfrm>
            <a:off x="1600200" y="4466844"/>
            <a:ext cx="10040112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8" name="S03-guide78"/>
          <p:cNvSpPr/>
          <p:nvPr/>
        </p:nvSpPr>
        <p:spPr>
          <a:xfrm>
            <a:off x="8293608" y="2011680"/>
            <a:ext cx="0" cy="3108960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공약수로 나누어요</a:t>
            </a:r>
            <a:endParaRPr lang="ko-KR" sz="4000" dirty="0"/>
          </a:p>
        </p:txBody>
      </p:sp>
      <p:sp>
        <p:nvSpPr>
          <p:cNvPr id="3" name="S04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18의 공약수 2, 3, 6으로 나누어요.</a:t>
            </a:r>
            <a:endParaRPr lang="ko-KR" sz="2800" dirty="0"/>
          </a:p>
        </p:txBody>
      </p:sp>
      <p:sp>
        <p:nvSpPr>
          <p:cNvPr id="4" name="S04-card8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공약수로 나누어 간단히 하는 것</a:t>
            </a:r>
            <a:endParaRPr lang="ko-KR" sz="2800" dirty="0"/>
          </a:p>
        </p:txBody>
      </p:sp>
      <p:sp>
        <p:nvSpPr>
          <p:cNvPr id="6" name="S04-num82"/>
          <p:cNvSpPr txBox="1"/>
          <p:nvPr/>
        </p:nvSpPr>
        <p:spPr>
          <a:xfrm>
            <a:off x="1381252" y="2894330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7" name="S04-fracbar83"/>
          <p:cNvSpPr/>
          <p:nvPr/>
        </p:nvSpPr>
        <p:spPr>
          <a:xfrm>
            <a:off x="1417828" y="3410458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4-num84"/>
          <p:cNvSpPr txBox="1"/>
          <p:nvPr/>
        </p:nvSpPr>
        <p:spPr>
          <a:xfrm>
            <a:off x="1381252" y="3447034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9" name="S04-op85"/>
          <p:cNvSpPr txBox="1"/>
          <p:nvPr/>
        </p:nvSpPr>
        <p:spPr>
          <a:xfrm>
            <a:off x="2126996" y="289433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0" name="S04-num86"/>
          <p:cNvSpPr txBox="1"/>
          <p:nvPr/>
        </p:nvSpPr>
        <p:spPr>
          <a:xfrm>
            <a:off x="2663444" y="289433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1" name="S04-fracbar87"/>
          <p:cNvSpPr/>
          <p:nvPr/>
        </p:nvSpPr>
        <p:spPr>
          <a:xfrm>
            <a:off x="2700020" y="341045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4-num88"/>
          <p:cNvSpPr txBox="1"/>
          <p:nvPr/>
        </p:nvSpPr>
        <p:spPr>
          <a:xfrm>
            <a:off x="2663444" y="344703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3" name="S04-arrow89"/>
          <p:cNvSpPr/>
          <p:nvPr/>
        </p:nvSpPr>
        <p:spPr>
          <a:xfrm>
            <a:off x="1699260" y="2748026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4-oplabel90"/>
          <p:cNvSpPr txBox="1"/>
          <p:nvPr/>
        </p:nvSpPr>
        <p:spPr>
          <a:xfrm>
            <a:off x="1699260" y="238048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÷2</a:t>
            </a:r>
            <a:endParaRPr lang="ko-KR" sz="2200" dirty="0"/>
          </a:p>
        </p:txBody>
      </p:sp>
      <p:sp>
        <p:nvSpPr>
          <p:cNvPr id="15" name="S04-arrow91"/>
          <p:cNvSpPr/>
          <p:nvPr/>
        </p:nvSpPr>
        <p:spPr>
          <a:xfrm>
            <a:off x="1699260" y="4072890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4-oplabel92"/>
          <p:cNvSpPr txBox="1"/>
          <p:nvPr/>
        </p:nvSpPr>
        <p:spPr>
          <a:xfrm>
            <a:off x="1699260" y="409117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÷2</a:t>
            </a:r>
            <a:endParaRPr lang="ko-KR" sz="2200" dirty="0"/>
          </a:p>
        </p:txBody>
      </p:sp>
      <p:sp>
        <p:nvSpPr>
          <p:cNvPr id="17" name="S04-num93"/>
          <p:cNvSpPr txBox="1"/>
          <p:nvPr/>
        </p:nvSpPr>
        <p:spPr>
          <a:xfrm>
            <a:off x="5185156" y="2894330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18" name="S04-fracbar94"/>
          <p:cNvSpPr/>
          <p:nvPr/>
        </p:nvSpPr>
        <p:spPr>
          <a:xfrm>
            <a:off x="5221732" y="3410458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4-num95"/>
          <p:cNvSpPr txBox="1"/>
          <p:nvPr/>
        </p:nvSpPr>
        <p:spPr>
          <a:xfrm>
            <a:off x="5185156" y="3447034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20" name="S04-op96"/>
          <p:cNvSpPr txBox="1"/>
          <p:nvPr/>
        </p:nvSpPr>
        <p:spPr>
          <a:xfrm>
            <a:off x="5930900" y="289433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1" name="S04-num97"/>
          <p:cNvSpPr txBox="1"/>
          <p:nvPr/>
        </p:nvSpPr>
        <p:spPr>
          <a:xfrm>
            <a:off x="6467348" y="289433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2" name="S04-fracbar98"/>
          <p:cNvSpPr/>
          <p:nvPr/>
        </p:nvSpPr>
        <p:spPr>
          <a:xfrm>
            <a:off x="6503924" y="341045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4-num99"/>
          <p:cNvSpPr txBox="1"/>
          <p:nvPr/>
        </p:nvSpPr>
        <p:spPr>
          <a:xfrm>
            <a:off x="6467348" y="344703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4" name="S04-arrow100"/>
          <p:cNvSpPr/>
          <p:nvPr/>
        </p:nvSpPr>
        <p:spPr>
          <a:xfrm>
            <a:off x="5503164" y="2748026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04-oplabel101"/>
          <p:cNvSpPr txBox="1"/>
          <p:nvPr/>
        </p:nvSpPr>
        <p:spPr>
          <a:xfrm>
            <a:off x="5503164" y="238048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÷3</a:t>
            </a:r>
            <a:endParaRPr lang="ko-KR" sz="2200" dirty="0"/>
          </a:p>
        </p:txBody>
      </p:sp>
      <p:sp>
        <p:nvSpPr>
          <p:cNvPr id="26" name="S04-arrow102"/>
          <p:cNvSpPr/>
          <p:nvPr/>
        </p:nvSpPr>
        <p:spPr>
          <a:xfrm>
            <a:off x="5503164" y="4072890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7" name="S04-oplabel103"/>
          <p:cNvSpPr txBox="1"/>
          <p:nvPr/>
        </p:nvSpPr>
        <p:spPr>
          <a:xfrm>
            <a:off x="5503164" y="409117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÷3</a:t>
            </a:r>
            <a:endParaRPr lang="ko-KR" sz="2200" dirty="0"/>
          </a:p>
        </p:txBody>
      </p:sp>
      <p:sp>
        <p:nvSpPr>
          <p:cNvPr id="28" name="S04-num104"/>
          <p:cNvSpPr txBox="1"/>
          <p:nvPr/>
        </p:nvSpPr>
        <p:spPr>
          <a:xfrm>
            <a:off x="8989060" y="2894330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9" name="S04-fracbar105"/>
          <p:cNvSpPr/>
          <p:nvPr/>
        </p:nvSpPr>
        <p:spPr>
          <a:xfrm>
            <a:off x="9025636" y="3410458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4-num106"/>
          <p:cNvSpPr txBox="1"/>
          <p:nvPr/>
        </p:nvSpPr>
        <p:spPr>
          <a:xfrm>
            <a:off x="8989060" y="3447034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31" name="S04-op107"/>
          <p:cNvSpPr txBox="1"/>
          <p:nvPr/>
        </p:nvSpPr>
        <p:spPr>
          <a:xfrm>
            <a:off x="9734804" y="2894330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2" name="S04-num108"/>
          <p:cNvSpPr txBox="1"/>
          <p:nvPr/>
        </p:nvSpPr>
        <p:spPr>
          <a:xfrm>
            <a:off x="10271252" y="2894330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3" name="S04-fracbar109"/>
          <p:cNvSpPr/>
          <p:nvPr/>
        </p:nvSpPr>
        <p:spPr>
          <a:xfrm>
            <a:off x="10307828" y="3410458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04-num110"/>
          <p:cNvSpPr txBox="1"/>
          <p:nvPr/>
        </p:nvSpPr>
        <p:spPr>
          <a:xfrm>
            <a:off x="10271252" y="344703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5" name="S04-arrow111"/>
          <p:cNvSpPr/>
          <p:nvPr/>
        </p:nvSpPr>
        <p:spPr>
          <a:xfrm>
            <a:off x="9307068" y="2748026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4-oplabel112"/>
          <p:cNvSpPr txBox="1"/>
          <p:nvPr/>
        </p:nvSpPr>
        <p:spPr>
          <a:xfrm>
            <a:off x="9307068" y="238048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÷6</a:t>
            </a:r>
            <a:endParaRPr lang="ko-KR" sz="2200" dirty="0"/>
          </a:p>
        </p:txBody>
      </p:sp>
      <p:sp>
        <p:nvSpPr>
          <p:cNvPr id="37" name="S04-arrow113"/>
          <p:cNvSpPr/>
          <p:nvPr/>
        </p:nvSpPr>
        <p:spPr>
          <a:xfrm>
            <a:off x="9307068" y="4072890"/>
            <a:ext cx="123240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8" name="S04-oplabel114"/>
          <p:cNvSpPr txBox="1"/>
          <p:nvPr/>
        </p:nvSpPr>
        <p:spPr>
          <a:xfrm>
            <a:off x="9307068" y="4091178"/>
            <a:ext cx="12324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÷6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약분해 보아요</a:t>
            </a:r>
            <a:endParaRPr lang="ko-KR" sz="4000" dirty="0"/>
          </a:p>
        </p:txBody>
      </p:sp>
      <p:sp>
        <p:nvSpPr>
          <p:cNvPr id="3" name="S05-text1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공약수로 나누어 □를 채워요.</a:t>
            </a:r>
            <a:endParaRPr lang="ko-KR" sz="2800" dirty="0"/>
          </a:p>
        </p:txBody>
      </p:sp>
      <p:sp>
        <p:nvSpPr>
          <p:cNvPr id="4" name="S05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분자의 공약수부터 찾아요.</a:t>
            </a:r>
            <a:endParaRPr lang="ko-KR" sz="2800" dirty="0"/>
          </a:p>
        </p:txBody>
      </p:sp>
      <p:sp>
        <p:nvSpPr>
          <p:cNvPr id="6" name="S05-chip11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num119"/>
          <p:cNvSpPr txBox="1"/>
          <p:nvPr/>
        </p:nvSpPr>
        <p:spPr>
          <a:xfrm>
            <a:off x="1344168" y="20126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8" name="S05-fracbar120"/>
          <p:cNvSpPr/>
          <p:nvPr/>
        </p:nvSpPr>
        <p:spPr>
          <a:xfrm>
            <a:off x="1380744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num121"/>
          <p:cNvSpPr txBox="1"/>
          <p:nvPr/>
        </p:nvSpPr>
        <p:spPr>
          <a:xfrm>
            <a:off x="1344168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0" name="S05-op122"/>
          <p:cNvSpPr txBox="1"/>
          <p:nvPr/>
        </p:nvSpPr>
        <p:spPr>
          <a:xfrm>
            <a:off x="203098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1" name="S05-blank123"/>
          <p:cNvSpPr/>
          <p:nvPr/>
        </p:nvSpPr>
        <p:spPr>
          <a:xfrm>
            <a:off x="2632395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5-fracbar124"/>
          <p:cNvSpPr/>
          <p:nvPr/>
        </p:nvSpPr>
        <p:spPr>
          <a:xfrm>
            <a:off x="258267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125"/>
          <p:cNvSpPr txBox="1"/>
          <p:nvPr/>
        </p:nvSpPr>
        <p:spPr>
          <a:xfrm>
            <a:off x="254609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4" name="S05-op126"/>
          <p:cNvSpPr txBox="1"/>
          <p:nvPr/>
        </p:nvSpPr>
        <p:spPr>
          <a:xfrm>
            <a:off x="313893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5-blank127"/>
          <p:cNvSpPr/>
          <p:nvPr/>
        </p:nvSpPr>
        <p:spPr>
          <a:xfrm>
            <a:off x="374034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fracbar128"/>
          <p:cNvSpPr/>
          <p:nvPr/>
        </p:nvSpPr>
        <p:spPr>
          <a:xfrm>
            <a:off x="369062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num129"/>
          <p:cNvSpPr txBox="1"/>
          <p:nvPr/>
        </p:nvSpPr>
        <p:spPr>
          <a:xfrm>
            <a:off x="365404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8" name="S05-chip13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9" name="S05-num131"/>
          <p:cNvSpPr txBox="1"/>
          <p:nvPr/>
        </p:nvSpPr>
        <p:spPr>
          <a:xfrm>
            <a:off x="1344168" y="31099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0" name="S05-fracbar132"/>
          <p:cNvSpPr/>
          <p:nvPr/>
        </p:nvSpPr>
        <p:spPr>
          <a:xfrm>
            <a:off x="1380744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num133"/>
          <p:cNvSpPr txBox="1"/>
          <p:nvPr/>
        </p:nvSpPr>
        <p:spPr>
          <a:xfrm>
            <a:off x="1344168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22" name="S05-op134"/>
          <p:cNvSpPr txBox="1"/>
          <p:nvPr/>
        </p:nvSpPr>
        <p:spPr>
          <a:xfrm>
            <a:off x="203098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05-blank135"/>
          <p:cNvSpPr/>
          <p:nvPr/>
        </p:nvSpPr>
        <p:spPr>
          <a:xfrm>
            <a:off x="2632395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5-fracbar136"/>
          <p:cNvSpPr/>
          <p:nvPr/>
        </p:nvSpPr>
        <p:spPr>
          <a:xfrm>
            <a:off x="258267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num137"/>
          <p:cNvSpPr txBox="1"/>
          <p:nvPr/>
        </p:nvSpPr>
        <p:spPr>
          <a:xfrm>
            <a:off x="254609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6" name="S05-chip13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7" name="S05-num139"/>
          <p:cNvSpPr txBox="1"/>
          <p:nvPr/>
        </p:nvSpPr>
        <p:spPr>
          <a:xfrm>
            <a:off x="1344168" y="42072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28" name="S05-fracbar140"/>
          <p:cNvSpPr/>
          <p:nvPr/>
        </p:nvSpPr>
        <p:spPr>
          <a:xfrm>
            <a:off x="1380744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num141"/>
          <p:cNvSpPr txBox="1"/>
          <p:nvPr/>
        </p:nvSpPr>
        <p:spPr>
          <a:xfrm>
            <a:off x="1344168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800" dirty="0"/>
          </a:p>
        </p:txBody>
      </p:sp>
      <p:sp>
        <p:nvSpPr>
          <p:cNvPr id="30" name="S05-op142"/>
          <p:cNvSpPr txBox="1"/>
          <p:nvPr/>
        </p:nvSpPr>
        <p:spPr>
          <a:xfrm>
            <a:off x="203098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1" name="S05-num143"/>
          <p:cNvSpPr txBox="1"/>
          <p:nvPr/>
        </p:nvSpPr>
        <p:spPr>
          <a:xfrm>
            <a:off x="2546096" y="42072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2" name="S05-fracbar144"/>
          <p:cNvSpPr/>
          <p:nvPr/>
        </p:nvSpPr>
        <p:spPr>
          <a:xfrm>
            <a:off x="2582672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blank145"/>
          <p:cNvSpPr/>
          <p:nvPr/>
        </p:nvSpPr>
        <p:spPr>
          <a:xfrm>
            <a:off x="2679385" y="475456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5-op146"/>
          <p:cNvSpPr txBox="1"/>
          <p:nvPr/>
        </p:nvSpPr>
        <p:spPr>
          <a:xfrm>
            <a:off x="323291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5" name="S05-num147"/>
          <p:cNvSpPr txBox="1"/>
          <p:nvPr/>
        </p:nvSpPr>
        <p:spPr>
          <a:xfrm>
            <a:off x="37480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36" name="S05-fracbar148"/>
          <p:cNvSpPr/>
          <p:nvPr/>
        </p:nvSpPr>
        <p:spPr>
          <a:xfrm>
            <a:off x="37846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5-blank149"/>
          <p:cNvSpPr/>
          <p:nvPr/>
        </p:nvSpPr>
        <p:spPr>
          <a:xfrm>
            <a:off x="3834323" y="475456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8" name="S05-op150"/>
          <p:cNvSpPr txBox="1"/>
          <p:nvPr/>
        </p:nvSpPr>
        <p:spPr>
          <a:xfrm>
            <a:off x="434086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5-num151"/>
          <p:cNvSpPr txBox="1"/>
          <p:nvPr/>
        </p:nvSpPr>
        <p:spPr>
          <a:xfrm>
            <a:off x="485597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0" name="S05-fracbar152"/>
          <p:cNvSpPr/>
          <p:nvPr/>
        </p:nvSpPr>
        <p:spPr>
          <a:xfrm>
            <a:off x="4892548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5-blank153"/>
          <p:cNvSpPr/>
          <p:nvPr/>
        </p:nvSpPr>
        <p:spPr>
          <a:xfrm>
            <a:off x="4942271" y="475456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</a:t>
            </a:r>
            <a:endParaRPr lang="ko-KR" sz="4000" dirty="0"/>
          </a:p>
        </p:txBody>
      </p:sp>
      <p:sp>
        <p:nvSpPr>
          <p:cNvPr id="3" name="S06-text1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 2는 더 약분할 수 없어요.</a:t>
            </a:r>
            <a:endParaRPr lang="ko-KR" sz="2800" dirty="0"/>
          </a:p>
        </p:txBody>
      </p:sp>
      <p:sp>
        <p:nvSpPr>
          <p:cNvPr id="4" name="S06-card15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분자의 공약수가 1뿐인 분수</a:t>
            </a:r>
            <a:endParaRPr lang="ko-KR" sz="2800" dirty="0"/>
          </a:p>
        </p:txBody>
      </p:sp>
      <p:sp>
        <p:nvSpPr>
          <p:cNvPr id="6" name="S06-card157"/>
          <p:cNvSpPr/>
          <p:nvPr/>
        </p:nvSpPr>
        <p:spPr>
          <a:xfrm>
            <a:off x="548640" y="3629152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58"/>
          <p:cNvSpPr txBox="1"/>
          <p:nvPr/>
        </p:nvSpPr>
        <p:spPr>
          <a:xfrm>
            <a:off x="822960" y="3766312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 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기약분수예요.</a:t>
            </a:r>
            <a:endParaRPr lang="ko-KR" sz="2800" dirty="0"/>
          </a:p>
        </p:txBody>
      </p:sp>
      <p:sp>
        <p:nvSpPr>
          <p:cNvPr id="8" name="S06-card159"/>
          <p:cNvSpPr/>
          <p:nvPr/>
        </p:nvSpPr>
        <p:spPr>
          <a:xfrm>
            <a:off x="6208776" y="3629152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160"/>
          <p:cNvSpPr txBox="1"/>
          <p:nvPr/>
        </p:nvSpPr>
        <p:spPr>
          <a:xfrm>
            <a:off x="6483096" y="3766312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4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2로 더 약분돼요.</a:t>
            </a:r>
            <a:endParaRPr lang="ko-KR" sz="2800" dirty="0"/>
          </a:p>
        </p:txBody>
      </p:sp>
      <p:sp>
        <p:nvSpPr>
          <p:cNvPr id="10" name="S06-num161"/>
          <p:cNvSpPr txBox="1"/>
          <p:nvPr/>
        </p:nvSpPr>
        <p:spPr>
          <a:xfrm>
            <a:off x="2999994" y="2024761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1" name="S06-fracbar162"/>
          <p:cNvSpPr/>
          <p:nvPr/>
        </p:nvSpPr>
        <p:spPr>
          <a:xfrm>
            <a:off x="3036570" y="2480945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num163"/>
          <p:cNvSpPr txBox="1"/>
          <p:nvPr/>
        </p:nvSpPr>
        <p:spPr>
          <a:xfrm>
            <a:off x="2999994" y="2517521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3" name="S06-label164"/>
          <p:cNvSpPr txBox="1"/>
          <p:nvPr/>
        </p:nvSpPr>
        <p:spPr>
          <a:xfrm>
            <a:off x="548640" y="302336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3의 공약수: 1</a:t>
            </a:r>
            <a:endParaRPr lang="ko-KR" sz="2200" dirty="0"/>
          </a:p>
        </p:txBody>
      </p:sp>
      <p:sp>
        <p:nvSpPr>
          <p:cNvPr id="14" name="S06-num165"/>
          <p:cNvSpPr txBox="1"/>
          <p:nvPr/>
        </p:nvSpPr>
        <p:spPr>
          <a:xfrm>
            <a:off x="8705850" y="2024761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5" name="S06-fracbar166"/>
          <p:cNvSpPr/>
          <p:nvPr/>
        </p:nvSpPr>
        <p:spPr>
          <a:xfrm>
            <a:off x="8742426" y="2480945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num167"/>
          <p:cNvSpPr txBox="1"/>
          <p:nvPr/>
        </p:nvSpPr>
        <p:spPr>
          <a:xfrm>
            <a:off x="8705850" y="2517521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7" name="S06-label168"/>
          <p:cNvSpPr txBox="1"/>
          <p:nvPr/>
        </p:nvSpPr>
        <p:spPr>
          <a:xfrm>
            <a:off x="6254496" y="3023362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6의 공약수: 1, 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기약분수로 나타내는 방법</a:t>
            </a:r>
            <a:endParaRPr lang="ko-KR" sz="4000" dirty="0"/>
          </a:p>
        </p:txBody>
      </p:sp>
      <p:sp>
        <p:nvSpPr>
          <p:cNvPr id="3" name="S07-card16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7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36분의 24를 기약분수로 나타내요.</a:t>
            </a:r>
            <a:endParaRPr lang="ko-KR" sz="2800" dirty="0"/>
          </a:p>
        </p:txBody>
      </p:sp>
      <p:sp>
        <p:nvSpPr>
          <p:cNvPr id="5" name="S07-card1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방법의 답이 같나요? 어느 쪽이 빠를까요?</a:t>
            </a:r>
            <a:endParaRPr lang="ko-KR" sz="2800" dirty="0"/>
          </a:p>
        </p:txBody>
      </p:sp>
      <p:sp>
        <p:nvSpPr>
          <p:cNvPr id="7" name="S07-chip17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공약수로 여러 번</a:t>
            </a:r>
            <a:endParaRPr lang="ko-KR" sz="2200" dirty="0"/>
          </a:p>
        </p:txBody>
      </p:sp>
      <p:sp>
        <p:nvSpPr>
          <p:cNvPr id="8" name="S07-num174"/>
          <p:cNvSpPr txBox="1"/>
          <p:nvPr/>
        </p:nvSpPr>
        <p:spPr>
          <a:xfrm>
            <a:off x="1088390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9" name="S07-fracbar175"/>
          <p:cNvSpPr/>
          <p:nvPr/>
        </p:nvSpPr>
        <p:spPr>
          <a:xfrm>
            <a:off x="1124966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7-num176"/>
          <p:cNvSpPr txBox="1"/>
          <p:nvPr/>
        </p:nvSpPr>
        <p:spPr>
          <a:xfrm>
            <a:off x="1088390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3200" dirty="0"/>
          </a:p>
        </p:txBody>
      </p:sp>
      <p:sp>
        <p:nvSpPr>
          <p:cNvPr id="11" name="S07-op177"/>
          <p:cNvSpPr txBox="1"/>
          <p:nvPr/>
        </p:nvSpPr>
        <p:spPr>
          <a:xfrm>
            <a:off x="1834134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2" name="S07-num178"/>
          <p:cNvSpPr txBox="1"/>
          <p:nvPr/>
        </p:nvSpPr>
        <p:spPr>
          <a:xfrm>
            <a:off x="2370582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13" name="S07-fracbar179"/>
          <p:cNvSpPr/>
          <p:nvPr/>
        </p:nvSpPr>
        <p:spPr>
          <a:xfrm>
            <a:off x="2407158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7-num180"/>
          <p:cNvSpPr txBox="1"/>
          <p:nvPr/>
        </p:nvSpPr>
        <p:spPr>
          <a:xfrm>
            <a:off x="2370582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15" name="S07-op181"/>
          <p:cNvSpPr txBox="1"/>
          <p:nvPr/>
        </p:nvSpPr>
        <p:spPr>
          <a:xfrm>
            <a:off x="3116326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07-num182"/>
          <p:cNvSpPr txBox="1"/>
          <p:nvPr/>
        </p:nvSpPr>
        <p:spPr>
          <a:xfrm>
            <a:off x="3652774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7" name="S07-fracbar183"/>
          <p:cNvSpPr/>
          <p:nvPr/>
        </p:nvSpPr>
        <p:spPr>
          <a:xfrm>
            <a:off x="3689350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7-num184"/>
          <p:cNvSpPr txBox="1"/>
          <p:nvPr/>
        </p:nvSpPr>
        <p:spPr>
          <a:xfrm>
            <a:off x="3652774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9" name="S07-op185"/>
          <p:cNvSpPr txBox="1"/>
          <p:nvPr/>
        </p:nvSpPr>
        <p:spPr>
          <a:xfrm>
            <a:off x="4298950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0" name="S07-num186"/>
          <p:cNvSpPr txBox="1"/>
          <p:nvPr/>
        </p:nvSpPr>
        <p:spPr>
          <a:xfrm>
            <a:off x="4835398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1" name="S07-fracbar187"/>
          <p:cNvSpPr/>
          <p:nvPr/>
        </p:nvSpPr>
        <p:spPr>
          <a:xfrm>
            <a:off x="4871974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7-num188"/>
          <p:cNvSpPr txBox="1"/>
          <p:nvPr/>
        </p:nvSpPr>
        <p:spPr>
          <a:xfrm>
            <a:off x="4835398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3" name="S07-text189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2로, 2로, 3으로 나누었어요.</a:t>
            </a:r>
            <a:endParaRPr lang="ko-KR" sz="2200" dirty="0"/>
          </a:p>
        </p:txBody>
      </p:sp>
      <p:sp>
        <p:nvSpPr>
          <p:cNvPr id="24" name="S07-chip19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최대공약수로 한 번에</a:t>
            </a:r>
            <a:endParaRPr lang="ko-KR" sz="2200" dirty="0"/>
          </a:p>
        </p:txBody>
      </p:sp>
      <p:sp>
        <p:nvSpPr>
          <p:cNvPr id="25" name="S07-num191"/>
          <p:cNvSpPr txBox="1"/>
          <p:nvPr/>
        </p:nvSpPr>
        <p:spPr>
          <a:xfrm>
            <a:off x="8049514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26" name="S07-fracbar192"/>
          <p:cNvSpPr/>
          <p:nvPr/>
        </p:nvSpPr>
        <p:spPr>
          <a:xfrm>
            <a:off x="8086090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7-num193"/>
          <p:cNvSpPr txBox="1"/>
          <p:nvPr/>
        </p:nvSpPr>
        <p:spPr>
          <a:xfrm>
            <a:off x="8049514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3200" dirty="0"/>
          </a:p>
        </p:txBody>
      </p:sp>
      <p:sp>
        <p:nvSpPr>
          <p:cNvPr id="28" name="S07-op194"/>
          <p:cNvSpPr txBox="1"/>
          <p:nvPr/>
        </p:nvSpPr>
        <p:spPr>
          <a:xfrm>
            <a:off x="8795258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07-num195"/>
          <p:cNvSpPr txBox="1"/>
          <p:nvPr/>
        </p:nvSpPr>
        <p:spPr>
          <a:xfrm>
            <a:off x="9331706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0" name="S07-fracbar196"/>
          <p:cNvSpPr/>
          <p:nvPr/>
        </p:nvSpPr>
        <p:spPr>
          <a:xfrm>
            <a:off x="9368282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7-num197"/>
          <p:cNvSpPr txBox="1"/>
          <p:nvPr/>
        </p:nvSpPr>
        <p:spPr>
          <a:xfrm>
            <a:off x="9331706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2" name="S07-text198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 12로 나누었어요.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기약분수로 나타내요</a:t>
            </a:r>
            <a:endParaRPr lang="ko-KR" sz="4000" dirty="0"/>
          </a:p>
        </p:txBody>
      </p:sp>
      <p:sp>
        <p:nvSpPr>
          <p:cNvPr id="3" name="S08-text19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최대공약수로 나누어요.</a:t>
            </a:r>
            <a:endParaRPr lang="ko-KR" sz="2800" dirty="0"/>
          </a:p>
        </p:txBody>
      </p:sp>
      <p:sp>
        <p:nvSpPr>
          <p:cNvPr id="4" name="S08-card2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2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최대공약수를 모르면 공약수로 여러 번 나눠도 돼요.</a:t>
            </a:r>
            <a:endParaRPr lang="ko-KR" sz="2800" dirty="0"/>
          </a:p>
        </p:txBody>
      </p:sp>
      <p:sp>
        <p:nvSpPr>
          <p:cNvPr id="6" name="S08-chip20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num203"/>
          <p:cNvSpPr txBox="1"/>
          <p:nvPr/>
        </p:nvSpPr>
        <p:spPr>
          <a:xfrm>
            <a:off x="1344168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8" name="S08-fracbar204"/>
          <p:cNvSpPr/>
          <p:nvPr/>
        </p:nvSpPr>
        <p:spPr>
          <a:xfrm>
            <a:off x="13807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8-num205"/>
          <p:cNvSpPr txBox="1"/>
          <p:nvPr/>
        </p:nvSpPr>
        <p:spPr>
          <a:xfrm>
            <a:off x="13441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0" name="S08-op206"/>
          <p:cNvSpPr txBox="1"/>
          <p:nvPr/>
        </p:nvSpPr>
        <p:spPr>
          <a:xfrm>
            <a:off x="1990344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8-blank207"/>
          <p:cNvSpPr/>
          <p:nvPr/>
        </p:nvSpPr>
        <p:spPr>
          <a:xfrm>
            <a:off x="2617582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8-fracbar208"/>
          <p:cNvSpPr/>
          <p:nvPr/>
        </p:nvSpPr>
        <p:spPr>
          <a:xfrm>
            <a:off x="2563368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8-blank209"/>
          <p:cNvSpPr/>
          <p:nvPr/>
        </p:nvSpPr>
        <p:spPr>
          <a:xfrm>
            <a:off x="2617582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8-chip21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08-num211"/>
          <p:cNvSpPr txBox="1"/>
          <p:nvPr/>
        </p:nvSpPr>
        <p:spPr>
          <a:xfrm>
            <a:off x="7072884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6" name="S08-fracbar212"/>
          <p:cNvSpPr/>
          <p:nvPr/>
        </p:nvSpPr>
        <p:spPr>
          <a:xfrm>
            <a:off x="7109460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8-num213"/>
          <p:cNvSpPr txBox="1"/>
          <p:nvPr/>
        </p:nvSpPr>
        <p:spPr>
          <a:xfrm>
            <a:off x="7072884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3200" dirty="0"/>
          </a:p>
        </p:txBody>
      </p:sp>
      <p:sp>
        <p:nvSpPr>
          <p:cNvPr id="18" name="S08-op214"/>
          <p:cNvSpPr txBox="1"/>
          <p:nvPr/>
        </p:nvSpPr>
        <p:spPr>
          <a:xfrm>
            <a:off x="781862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08-blank215"/>
          <p:cNvSpPr/>
          <p:nvPr/>
        </p:nvSpPr>
        <p:spPr>
          <a:xfrm>
            <a:off x="8445866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8-fracbar216"/>
          <p:cNvSpPr/>
          <p:nvPr/>
        </p:nvSpPr>
        <p:spPr>
          <a:xfrm>
            <a:off x="839165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8-blank217"/>
          <p:cNvSpPr/>
          <p:nvPr/>
        </p:nvSpPr>
        <p:spPr>
          <a:xfrm>
            <a:off x="8445866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08-chip21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3" name="S08-num219"/>
          <p:cNvSpPr txBox="1"/>
          <p:nvPr/>
        </p:nvSpPr>
        <p:spPr>
          <a:xfrm>
            <a:off x="1344168" y="387299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3200" dirty="0"/>
          </a:p>
        </p:txBody>
      </p:sp>
      <p:sp>
        <p:nvSpPr>
          <p:cNvPr id="24" name="S08-fracbar220"/>
          <p:cNvSpPr/>
          <p:nvPr/>
        </p:nvSpPr>
        <p:spPr>
          <a:xfrm>
            <a:off x="1380744" y="438912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8-num221"/>
          <p:cNvSpPr txBox="1"/>
          <p:nvPr/>
        </p:nvSpPr>
        <p:spPr>
          <a:xfrm>
            <a:off x="1344168" y="442569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3200" dirty="0"/>
          </a:p>
        </p:txBody>
      </p:sp>
      <p:sp>
        <p:nvSpPr>
          <p:cNvPr id="26" name="S08-op222"/>
          <p:cNvSpPr txBox="1"/>
          <p:nvPr/>
        </p:nvSpPr>
        <p:spPr>
          <a:xfrm>
            <a:off x="2089912" y="38729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7" name="S08-blank223"/>
          <p:cNvSpPr/>
          <p:nvPr/>
        </p:nvSpPr>
        <p:spPr>
          <a:xfrm>
            <a:off x="2717150" y="39353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8-fracbar224"/>
          <p:cNvSpPr/>
          <p:nvPr/>
        </p:nvSpPr>
        <p:spPr>
          <a:xfrm>
            <a:off x="2662936" y="43891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8-blank225"/>
          <p:cNvSpPr/>
          <p:nvPr/>
        </p:nvSpPr>
        <p:spPr>
          <a:xfrm>
            <a:off x="2717150" y="44880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8-chip22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1" name="S08-num227"/>
          <p:cNvSpPr txBox="1"/>
          <p:nvPr/>
        </p:nvSpPr>
        <p:spPr>
          <a:xfrm>
            <a:off x="7072884" y="387299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32" name="S08-fracbar228"/>
          <p:cNvSpPr/>
          <p:nvPr/>
        </p:nvSpPr>
        <p:spPr>
          <a:xfrm>
            <a:off x="7109460" y="438912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8-num229"/>
          <p:cNvSpPr txBox="1"/>
          <p:nvPr/>
        </p:nvSpPr>
        <p:spPr>
          <a:xfrm>
            <a:off x="7072884" y="442569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34" name="S08-op230"/>
          <p:cNvSpPr txBox="1"/>
          <p:nvPr/>
        </p:nvSpPr>
        <p:spPr>
          <a:xfrm>
            <a:off x="7818628" y="387299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5" name="S08-blank231"/>
          <p:cNvSpPr/>
          <p:nvPr/>
        </p:nvSpPr>
        <p:spPr>
          <a:xfrm>
            <a:off x="8445866" y="393533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08-fracbar232"/>
          <p:cNvSpPr/>
          <p:nvPr/>
        </p:nvSpPr>
        <p:spPr>
          <a:xfrm>
            <a:off x="8391652" y="43891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8-blank233"/>
          <p:cNvSpPr/>
          <p:nvPr/>
        </p:nvSpPr>
        <p:spPr>
          <a:xfrm>
            <a:off x="8445866" y="448803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23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3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40분의 24를 기약분수로 나타냈어요.</a:t>
            </a:r>
            <a:endParaRPr lang="ko-KR" sz="2800" dirty="0"/>
          </a:p>
        </p:txBody>
      </p:sp>
      <p:sp>
        <p:nvSpPr>
          <p:cNvPr id="5" name="S09-card2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기약분수로 나타냈을까요? 까닭을 말해요.</a:t>
            </a:r>
            <a:endParaRPr lang="ko-KR" sz="2800" dirty="0"/>
          </a:p>
        </p:txBody>
      </p:sp>
      <p:sp>
        <p:nvSpPr>
          <p:cNvPr id="7" name="S09-chip23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20분의 12</a:t>
            </a:r>
            <a:endParaRPr lang="ko-KR" sz="2200" dirty="0"/>
          </a:p>
        </p:txBody>
      </p:sp>
      <p:sp>
        <p:nvSpPr>
          <p:cNvPr id="8" name="S09-text23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2로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나누었어요.</a:t>
            </a:r>
            <a:endParaRPr lang="ko-KR" sz="2800" dirty="0"/>
          </a:p>
        </p:txBody>
      </p:sp>
      <p:sp>
        <p:nvSpPr>
          <p:cNvPr id="9" name="S09-chip2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5분의 3</a:t>
            </a:r>
            <a:endParaRPr lang="ko-KR" sz="2200" dirty="0"/>
          </a:p>
        </p:txBody>
      </p:sp>
      <p:sp>
        <p:nvSpPr>
          <p:cNvPr id="10" name="S09-text24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8로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2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기약분수로 나타내고, 어떤 수로 나누었는지 말해요.</a:t>
            </a:r>
            <a:endParaRPr lang="ko-KR" sz="2800" dirty="0"/>
          </a:p>
        </p:txBody>
      </p:sp>
      <p:sp>
        <p:nvSpPr>
          <p:cNvPr id="4" name="S10-chip24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num244"/>
          <p:cNvSpPr txBox="1"/>
          <p:nvPr/>
        </p:nvSpPr>
        <p:spPr>
          <a:xfrm>
            <a:off x="1344168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6" name="S10-fracbar245"/>
          <p:cNvSpPr/>
          <p:nvPr/>
        </p:nvSpPr>
        <p:spPr>
          <a:xfrm>
            <a:off x="1380744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0-num246"/>
          <p:cNvSpPr txBox="1"/>
          <p:nvPr/>
        </p:nvSpPr>
        <p:spPr>
          <a:xfrm>
            <a:off x="1344168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8" name="S10-op247"/>
          <p:cNvSpPr txBox="1"/>
          <p:nvPr/>
        </p:nvSpPr>
        <p:spPr>
          <a:xfrm>
            <a:off x="2089912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9" name="S10-blank248"/>
          <p:cNvSpPr/>
          <p:nvPr/>
        </p:nvSpPr>
        <p:spPr>
          <a:xfrm>
            <a:off x="2717150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0-fracbar249"/>
          <p:cNvSpPr/>
          <p:nvPr/>
        </p:nvSpPr>
        <p:spPr>
          <a:xfrm>
            <a:off x="2662936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0-num250"/>
          <p:cNvSpPr txBox="1"/>
          <p:nvPr/>
        </p:nvSpPr>
        <p:spPr>
          <a:xfrm>
            <a:off x="2626360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10-chip25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10-num252"/>
          <p:cNvSpPr txBox="1"/>
          <p:nvPr/>
        </p:nvSpPr>
        <p:spPr>
          <a:xfrm>
            <a:off x="7072884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3200" dirty="0"/>
          </a:p>
        </p:txBody>
      </p:sp>
      <p:sp>
        <p:nvSpPr>
          <p:cNvPr id="14" name="S10-fracbar253"/>
          <p:cNvSpPr/>
          <p:nvPr/>
        </p:nvSpPr>
        <p:spPr>
          <a:xfrm>
            <a:off x="7109460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10-num254"/>
          <p:cNvSpPr txBox="1"/>
          <p:nvPr/>
        </p:nvSpPr>
        <p:spPr>
          <a:xfrm>
            <a:off x="7072884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6" name="S10-op255"/>
          <p:cNvSpPr txBox="1"/>
          <p:nvPr/>
        </p:nvSpPr>
        <p:spPr>
          <a:xfrm>
            <a:off x="781862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10-blank256"/>
          <p:cNvSpPr/>
          <p:nvPr/>
        </p:nvSpPr>
        <p:spPr>
          <a:xfrm>
            <a:off x="8495650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10-fracbar257"/>
          <p:cNvSpPr/>
          <p:nvPr/>
        </p:nvSpPr>
        <p:spPr>
          <a:xfrm>
            <a:off x="8391652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0-num258"/>
          <p:cNvSpPr txBox="1"/>
          <p:nvPr/>
        </p:nvSpPr>
        <p:spPr>
          <a:xfrm>
            <a:off x="8355076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0" name="S10-op259"/>
          <p:cNvSpPr txBox="1"/>
          <p:nvPr/>
        </p:nvSpPr>
        <p:spPr>
          <a:xfrm>
            <a:off x="9100820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1" name="S10-blank260"/>
          <p:cNvSpPr/>
          <p:nvPr/>
        </p:nvSpPr>
        <p:spPr>
          <a:xfrm>
            <a:off x="9728058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10-fracbar261"/>
          <p:cNvSpPr/>
          <p:nvPr/>
        </p:nvSpPr>
        <p:spPr>
          <a:xfrm>
            <a:off x="96738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0-num262"/>
          <p:cNvSpPr txBox="1"/>
          <p:nvPr/>
        </p:nvSpPr>
        <p:spPr>
          <a:xfrm>
            <a:off x="96372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4" name="S10-op263"/>
          <p:cNvSpPr txBox="1"/>
          <p:nvPr/>
        </p:nvSpPr>
        <p:spPr>
          <a:xfrm>
            <a:off x="10283444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10-blank264"/>
          <p:cNvSpPr/>
          <p:nvPr/>
        </p:nvSpPr>
        <p:spPr>
          <a:xfrm>
            <a:off x="10910682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0-fracbar265"/>
          <p:cNvSpPr/>
          <p:nvPr/>
        </p:nvSpPr>
        <p:spPr>
          <a:xfrm>
            <a:off x="10856468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0-num266"/>
          <p:cNvSpPr txBox="1"/>
          <p:nvPr/>
        </p:nvSpPr>
        <p:spPr>
          <a:xfrm>
            <a:off x="10819892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8" name="S10-chip26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9" name="S10-num268"/>
          <p:cNvSpPr txBox="1"/>
          <p:nvPr/>
        </p:nvSpPr>
        <p:spPr>
          <a:xfrm>
            <a:off x="1344168" y="4421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3200" dirty="0"/>
          </a:p>
        </p:txBody>
      </p:sp>
      <p:sp>
        <p:nvSpPr>
          <p:cNvPr id="30" name="S10-fracbar269"/>
          <p:cNvSpPr/>
          <p:nvPr/>
        </p:nvSpPr>
        <p:spPr>
          <a:xfrm>
            <a:off x="1380744" y="4937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10-num270"/>
          <p:cNvSpPr txBox="1"/>
          <p:nvPr/>
        </p:nvSpPr>
        <p:spPr>
          <a:xfrm>
            <a:off x="1344168" y="4974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3200" dirty="0"/>
          </a:p>
        </p:txBody>
      </p:sp>
      <p:sp>
        <p:nvSpPr>
          <p:cNvPr id="32" name="S10-op271"/>
          <p:cNvSpPr txBox="1"/>
          <p:nvPr/>
        </p:nvSpPr>
        <p:spPr>
          <a:xfrm>
            <a:off x="2089912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3" name="S10-blank272"/>
          <p:cNvSpPr/>
          <p:nvPr/>
        </p:nvSpPr>
        <p:spPr>
          <a:xfrm>
            <a:off x="2717150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10-fracbar273"/>
          <p:cNvSpPr/>
          <p:nvPr/>
        </p:nvSpPr>
        <p:spPr>
          <a:xfrm>
            <a:off x="2662936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10-blank274"/>
          <p:cNvSpPr/>
          <p:nvPr/>
        </p:nvSpPr>
        <p:spPr>
          <a:xfrm>
            <a:off x="2717150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10-chip27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7" name="S10-num276"/>
          <p:cNvSpPr txBox="1"/>
          <p:nvPr/>
        </p:nvSpPr>
        <p:spPr>
          <a:xfrm>
            <a:off x="7072884" y="4421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3200" dirty="0"/>
          </a:p>
        </p:txBody>
      </p:sp>
      <p:sp>
        <p:nvSpPr>
          <p:cNvPr id="38" name="S10-fracbar277"/>
          <p:cNvSpPr/>
          <p:nvPr/>
        </p:nvSpPr>
        <p:spPr>
          <a:xfrm>
            <a:off x="7109460" y="4937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10-num278"/>
          <p:cNvSpPr txBox="1"/>
          <p:nvPr/>
        </p:nvSpPr>
        <p:spPr>
          <a:xfrm>
            <a:off x="7072884" y="4974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3200" dirty="0"/>
          </a:p>
        </p:txBody>
      </p:sp>
      <p:sp>
        <p:nvSpPr>
          <p:cNvPr id="40" name="S10-op279"/>
          <p:cNvSpPr txBox="1"/>
          <p:nvPr/>
        </p:nvSpPr>
        <p:spPr>
          <a:xfrm>
            <a:off x="781862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41" name="S10-blank280"/>
          <p:cNvSpPr/>
          <p:nvPr/>
        </p:nvSpPr>
        <p:spPr>
          <a:xfrm>
            <a:off x="8445866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2" name="S10-fracbar281"/>
          <p:cNvSpPr/>
          <p:nvPr/>
        </p:nvSpPr>
        <p:spPr>
          <a:xfrm>
            <a:off x="8391652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0-blank282"/>
          <p:cNvSpPr/>
          <p:nvPr/>
        </p:nvSpPr>
        <p:spPr>
          <a:xfrm>
            <a:off x="8445866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기약분수를 찾아요</a:t>
            </a:r>
            <a:endParaRPr lang="ko-KR" sz="4000" dirty="0"/>
          </a:p>
        </p:txBody>
      </p:sp>
      <p:sp>
        <p:nvSpPr>
          <p:cNvPr id="3" name="S12-text2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기약분수를 모두 골라요.</a:t>
            </a:r>
            <a:endParaRPr lang="ko-KR" sz="2800" dirty="0"/>
          </a:p>
        </p:txBody>
      </p:sp>
      <p:sp>
        <p:nvSpPr>
          <p:cNvPr id="4" name="S12-card2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2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공약수로 말해요.</a:t>
            </a:r>
            <a:endParaRPr lang="ko-KR" sz="2800" dirty="0"/>
          </a:p>
        </p:txBody>
      </p:sp>
      <p:sp>
        <p:nvSpPr>
          <p:cNvPr id="6" name="S12-chip286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2-num287"/>
          <p:cNvSpPr txBox="1"/>
          <p:nvPr/>
        </p:nvSpPr>
        <p:spPr>
          <a:xfrm>
            <a:off x="3250946" y="2084324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4000" dirty="0"/>
          </a:p>
        </p:txBody>
      </p:sp>
      <p:sp>
        <p:nvSpPr>
          <p:cNvPr id="8" name="S12-fracbar288"/>
          <p:cNvSpPr/>
          <p:nvPr/>
        </p:nvSpPr>
        <p:spPr>
          <a:xfrm>
            <a:off x="3287522" y="2720340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12-num289"/>
          <p:cNvSpPr txBox="1"/>
          <p:nvPr/>
        </p:nvSpPr>
        <p:spPr>
          <a:xfrm>
            <a:off x="3250946" y="2756916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4000" dirty="0"/>
          </a:p>
        </p:txBody>
      </p:sp>
      <p:sp>
        <p:nvSpPr>
          <p:cNvPr id="10" name="S12-chip290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1" name="S12-num291"/>
          <p:cNvSpPr txBox="1"/>
          <p:nvPr/>
        </p:nvSpPr>
        <p:spPr>
          <a:xfrm>
            <a:off x="9035034" y="208432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2" name="S12-fracbar292"/>
          <p:cNvSpPr/>
          <p:nvPr/>
        </p:nvSpPr>
        <p:spPr>
          <a:xfrm>
            <a:off x="9071610" y="2720340"/>
            <a:ext cx="569976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12-num293"/>
          <p:cNvSpPr txBox="1"/>
          <p:nvPr/>
        </p:nvSpPr>
        <p:spPr>
          <a:xfrm>
            <a:off x="9035034" y="275691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4000" dirty="0"/>
          </a:p>
        </p:txBody>
      </p:sp>
      <p:sp>
        <p:nvSpPr>
          <p:cNvPr id="14" name="S12-chip29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5" name="S12-num295"/>
          <p:cNvSpPr txBox="1"/>
          <p:nvPr/>
        </p:nvSpPr>
        <p:spPr>
          <a:xfrm>
            <a:off x="3250946" y="3775964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4000" dirty="0"/>
          </a:p>
        </p:txBody>
      </p:sp>
      <p:sp>
        <p:nvSpPr>
          <p:cNvPr id="16" name="S12-fracbar296"/>
          <p:cNvSpPr/>
          <p:nvPr/>
        </p:nvSpPr>
        <p:spPr>
          <a:xfrm>
            <a:off x="3287522" y="4411980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7" name="S12-num297"/>
          <p:cNvSpPr txBox="1"/>
          <p:nvPr/>
        </p:nvSpPr>
        <p:spPr>
          <a:xfrm>
            <a:off x="3250946" y="4448556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4000" dirty="0"/>
          </a:p>
        </p:txBody>
      </p:sp>
      <p:sp>
        <p:nvSpPr>
          <p:cNvPr id="18" name="S12-chip298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9" name="S12-num299"/>
          <p:cNvSpPr txBox="1"/>
          <p:nvPr/>
        </p:nvSpPr>
        <p:spPr>
          <a:xfrm>
            <a:off x="8979662" y="3775964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000" dirty="0"/>
          </a:p>
        </p:txBody>
      </p:sp>
      <p:sp>
        <p:nvSpPr>
          <p:cNvPr id="20" name="S12-fracbar300"/>
          <p:cNvSpPr/>
          <p:nvPr/>
        </p:nvSpPr>
        <p:spPr>
          <a:xfrm>
            <a:off x="9016238" y="4411980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1" name="S12-num301"/>
          <p:cNvSpPr txBox="1"/>
          <p:nvPr/>
        </p:nvSpPr>
        <p:spPr>
          <a:xfrm>
            <a:off x="8979662" y="4448556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30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30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분자를 공약수로 나누면 약분, 공약수가 1뿐이면 기약분수예요.</a:t>
            </a:r>
            <a:endParaRPr lang="ko-KR" sz="2800" dirty="0"/>
          </a:p>
        </p:txBody>
      </p:sp>
      <p:sp>
        <p:nvSpPr>
          <p:cNvPr id="5" name="S13-chip30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최대공약수로 한 번에 나누기</a:t>
            </a:r>
            <a:endParaRPr lang="ko-KR" sz="2200" dirty="0"/>
          </a:p>
        </p:txBody>
      </p:sp>
      <p:sp>
        <p:nvSpPr>
          <p:cNvPr id="6" name="S13-chip30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분자만 나누기</a:t>
            </a:r>
            <a:endParaRPr lang="ko-KR" sz="2200" dirty="0"/>
          </a:p>
        </p:txBody>
      </p:sp>
      <p:sp>
        <p:nvSpPr>
          <p:cNvPr id="7" name="S13-text30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op307"/>
          <p:cNvSpPr txBox="1"/>
          <p:nvPr/>
        </p:nvSpPr>
        <p:spPr>
          <a:xfrm>
            <a:off x="548640" y="4401312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3-num308"/>
          <p:cNvSpPr txBox="1"/>
          <p:nvPr/>
        </p:nvSpPr>
        <p:spPr>
          <a:xfrm>
            <a:off x="1237996" y="4401312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0" name="S13-fracbar309"/>
          <p:cNvSpPr/>
          <p:nvPr/>
        </p:nvSpPr>
        <p:spPr>
          <a:xfrm>
            <a:off x="1274572" y="4827524"/>
            <a:ext cx="474472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3-num310"/>
          <p:cNvSpPr txBox="1"/>
          <p:nvPr/>
        </p:nvSpPr>
        <p:spPr>
          <a:xfrm>
            <a:off x="1237996" y="4864100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2" name="S13-op311"/>
          <p:cNvSpPr txBox="1"/>
          <p:nvPr/>
        </p:nvSpPr>
        <p:spPr>
          <a:xfrm>
            <a:off x="1895348" y="4401312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13" name="S13-blank312"/>
          <p:cNvSpPr/>
          <p:nvPr/>
        </p:nvSpPr>
        <p:spPr>
          <a:xfrm>
            <a:off x="2483846" y="445196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4" name="S13-fracbar313"/>
          <p:cNvSpPr/>
          <p:nvPr/>
        </p:nvSpPr>
        <p:spPr>
          <a:xfrm>
            <a:off x="2436368" y="4827524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3-num314"/>
          <p:cNvSpPr txBox="1"/>
          <p:nvPr/>
        </p:nvSpPr>
        <p:spPr>
          <a:xfrm>
            <a:off x="2399792" y="4864100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6" name="S13-text31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35분의 14를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기약분수로</a:t>
            </a:r>
            <a:endParaRPr lang="ko-KR" sz="2200" dirty="0"/>
          </a:p>
        </p:txBody>
      </p:sp>
      <p:sp>
        <p:nvSpPr>
          <p:cNvPr id="17" name="S13-text31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15분의 8은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기약분수일까요?</a:t>
            </a:r>
            <a:endParaRPr lang="ko-KR" sz="2200" dirty="0"/>
          </a:p>
        </p:txBody>
      </p:sp>
      <p:sp>
        <p:nvSpPr>
          <p:cNvPr id="18" name="S13-text31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통분과 크기 비교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공약수와 최대공약수</a:t>
            </a:r>
            <a:endParaRPr lang="ko-KR" sz="4000" dirty="0"/>
          </a:p>
        </p:txBody>
      </p:sp>
      <p:sp>
        <p:nvSpPr>
          <p:cNvPr id="3" name="S14-text3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약수를 모두 쓰고, 같은 수를 찾아요.</a:t>
            </a:r>
            <a:endParaRPr lang="ko-KR" sz="2800" dirty="0"/>
          </a:p>
        </p:txBody>
      </p:sp>
      <p:sp>
        <p:nvSpPr>
          <p:cNvPr id="4" name="S14-card31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32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공약수: 1, 2, 3,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공약수 6이 최대공약수예요.</a:t>
            </a:r>
            <a:endParaRPr lang="ko-KR" sz="2800" dirty="0"/>
          </a:p>
        </p:txBody>
      </p:sp>
      <p:graphicFrame>
        <p:nvGraphicFramePr>
          <p:cNvPr id="14" name="S14-table3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583688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1, 2, 3, 4, 6, 12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1, 2, 3, 6, 9, 18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약분과 기약분수</dc:title>
  <dc:subject>KR22-G05-MAT-FRAC-REDUCE-L01</dc:subject>
  <dc:creator>education-ppt</dc:creator>
  <cp:lastModifiedBy>education-ppt</cp:lastModifiedBy>
  <cp:revision>1</cp:revision>
  <dcterms:created xsi:type="dcterms:W3CDTF">2026-10-26T08:15:59Z</dcterms:created>
  <dcterms:modified xsi:type="dcterms:W3CDTF">2026-10-26T08:15:59Z</dcterms:modified>
</cp:coreProperties>
</file>