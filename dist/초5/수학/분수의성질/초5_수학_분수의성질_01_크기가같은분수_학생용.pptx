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1ed48ed-1149-321b-1ab3-8b79f78e7f4a}">
          <p14:sldIdLst>
            <p14:sldId id="256"/>
            <p14:sldId id="257"/>
          </p14:sldIdLst>
        </p14:section>
        <p14:section name="개념" id="{1661abe4-548d-75c2-ab3b-717122962a73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e7c9ba66-587d-c358-6706-b5f21ef2f1c9}">
          <p14:sldIdLst>
            <p14:sldId id="264"/>
            <p14:sldId id="265"/>
          </p14:sldIdLst>
        </p14:section>
        <p14:section name="확인" id="{2dc3a787-fed7-8e18-f29b-9889449f1bd4}">
          <p14:sldIdLst>
            <p14:sldId id="266"/>
            <p14:sldId id="267"/>
          </p14:sldIdLst>
        </p14:section>
        <p14:section name="정리" id="{4e5ad4d1-aa67-95ba-403a-7081d8d4ce19}">
          <p14:sldIdLst>
            <p14:sldId id="268"/>
          </p14:sldIdLst>
        </p14:section>
        <p14:section name="보충" id="{834c9711-ec5c-eb97-900f-24f8fc6525d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분수의성질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크기가 같은 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크기가 같은 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크기가 같은 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같은 분수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다른 두 분수가 같은 양일 수 있을까?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7589520" y="1371600"/>
            <a:ext cx="9098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6000" dirty="0"/>
          </a:p>
        </p:txBody>
      </p:sp>
      <p:sp>
        <p:nvSpPr>
          <p:cNvPr id="5" name="S01-fracbar2"/>
          <p:cNvSpPr/>
          <p:nvPr/>
        </p:nvSpPr>
        <p:spPr>
          <a:xfrm>
            <a:off x="7626096" y="2307336"/>
            <a:ext cx="836676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7589520" y="2343912"/>
            <a:ext cx="9098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6000" dirty="0"/>
          </a:p>
        </p:txBody>
      </p:sp>
      <p:sp>
        <p:nvSpPr>
          <p:cNvPr id="7" name="S01-op4"/>
          <p:cNvSpPr txBox="1"/>
          <p:nvPr/>
        </p:nvSpPr>
        <p:spPr>
          <a:xfrm>
            <a:off x="8609076" y="1371600"/>
            <a:ext cx="896112" cy="1871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=?</a:t>
            </a:r>
            <a:endParaRPr lang="ko-KR" sz="6000" dirty="0"/>
          </a:p>
        </p:txBody>
      </p:sp>
      <p:sp>
        <p:nvSpPr>
          <p:cNvPr id="8" name="S01-num5"/>
          <p:cNvSpPr txBox="1"/>
          <p:nvPr/>
        </p:nvSpPr>
        <p:spPr>
          <a:xfrm>
            <a:off x="9614916" y="1371600"/>
            <a:ext cx="9098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6000" dirty="0"/>
          </a:p>
        </p:txBody>
      </p:sp>
      <p:sp>
        <p:nvSpPr>
          <p:cNvPr id="9" name="S01-fracbar6"/>
          <p:cNvSpPr/>
          <p:nvPr/>
        </p:nvSpPr>
        <p:spPr>
          <a:xfrm>
            <a:off x="9651492" y="2307336"/>
            <a:ext cx="836676" cy="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</a:ln>
        </p:spPr>
      </p:sp>
      <p:sp>
        <p:nvSpPr>
          <p:cNvPr id="10" name="S01-num7"/>
          <p:cNvSpPr txBox="1"/>
          <p:nvPr/>
        </p:nvSpPr>
        <p:spPr>
          <a:xfrm>
            <a:off x="9614916" y="2343912"/>
            <a:ext cx="9098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6000" dirty="0"/>
          </a:p>
        </p:txBody>
      </p:sp>
      <p:sp>
        <p:nvSpPr>
          <p:cNvPr id="11" name="S01-card8"/>
          <p:cNvSpPr/>
          <p:nvPr/>
        </p:nvSpPr>
        <p:spPr>
          <a:xfrm>
            <a:off x="731520" y="3931920"/>
            <a:ext cx="10698480" cy="2103120"/>
          </a:xfrm>
          <a:prstGeom prst="roundRect">
            <a:avLst>
              <a:gd name="adj" fmla="val 52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069080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그림을 보고 2분의 1과 4분의 2가 왜 같은 양인지 말할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크기가 같은 분수를 직접 만들고 방법을 설명할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나누어진 띠는 어느 것일까요?</a:t>
            </a:r>
            <a:endParaRPr lang="ko-KR" sz="4000" dirty="0"/>
          </a:p>
        </p:txBody>
      </p:sp>
      <p:sp>
        <p:nvSpPr>
          <p:cNvPr id="3" name="S02-text10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나누어진 띠를 모두 고르세요.</a:t>
            </a:r>
            <a:endParaRPr lang="ko-KR" sz="2800" dirty="0"/>
          </a:p>
        </p:txBody>
      </p:sp>
      <p:sp>
        <p:nvSpPr>
          <p:cNvPr id="4" name="S02-chip11"/>
          <p:cNvSpPr txBox="1"/>
          <p:nvPr/>
        </p:nvSpPr>
        <p:spPr>
          <a:xfrm>
            <a:off x="548640" y="224028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5" name="S02-cell12"/>
          <p:cNvSpPr/>
          <p:nvPr/>
        </p:nvSpPr>
        <p:spPr>
          <a:xfrm>
            <a:off x="1417320" y="2194560"/>
            <a:ext cx="110871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cell13"/>
          <p:cNvSpPr/>
          <p:nvPr/>
        </p:nvSpPr>
        <p:spPr>
          <a:xfrm>
            <a:off x="2526030" y="2194560"/>
            <a:ext cx="110871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cell14"/>
          <p:cNvSpPr/>
          <p:nvPr/>
        </p:nvSpPr>
        <p:spPr>
          <a:xfrm>
            <a:off x="3634740" y="2194560"/>
            <a:ext cx="110871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cell15"/>
          <p:cNvSpPr/>
          <p:nvPr/>
        </p:nvSpPr>
        <p:spPr>
          <a:xfrm>
            <a:off x="4743450" y="2194560"/>
            <a:ext cx="110871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figure16" descr="띠 가: 똑같이 4칸, 1칸 색칠"/>
          <p:cNvSpPr/>
          <p:nvPr/>
        </p:nvSpPr>
        <p:spPr>
          <a:xfrm>
            <a:off x="1417320" y="2194560"/>
            <a:ext cx="44348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2-chip17"/>
          <p:cNvSpPr txBox="1"/>
          <p:nvPr/>
        </p:nvSpPr>
        <p:spPr>
          <a:xfrm>
            <a:off x="6309360" y="224028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1" name="S02-cell18"/>
          <p:cNvSpPr/>
          <p:nvPr/>
        </p:nvSpPr>
        <p:spPr>
          <a:xfrm>
            <a:off x="7178040" y="2194560"/>
            <a:ext cx="1773936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2-cell19"/>
          <p:cNvSpPr/>
          <p:nvPr/>
        </p:nvSpPr>
        <p:spPr>
          <a:xfrm>
            <a:off x="8951976" y="2194560"/>
            <a:ext cx="886968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2-cell20"/>
          <p:cNvSpPr/>
          <p:nvPr/>
        </p:nvSpPr>
        <p:spPr>
          <a:xfrm>
            <a:off x="9838944" y="2194560"/>
            <a:ext cx="886968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2-cell21"/>
          <p:cNvSpPr/>
          <p:nvPr/>
        </p:nvSpPr>
        <p:spPr>
          <a:xfrm>
            <a:off x="10725912" y="2194560"/>
            <a:ext cx="886968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2-figure22" descr="띠 나: 크기가 다른 4칸, 가장 큰 칸 색칠"/>
          <p:cNvSpPr/>
          <p:nvPr/>
        </p:nvSpPr>
        <p:spPr>
          <a:xfrm>
            <a:off x="7178040" y="2194560"/>
            <a:ext cx="44348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2-chip23"/>
          <p:cNvSpPr txBox="1"/>
          <p:nvPr/>
        </p:nvSpPr>
        <p:spPr>
          <a:xfrm>
            <a:off x="548640" y="352044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7" name="S02-cell24"/>
          <p:cNvSpPr/>
          <p:nvPr/>
        </p:nvSpPr>
        <p:spPr>
          <a:xfrm>
            <a:off x="1417320" y="3474720"/>
            <a:ext cx="221742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2-cell25"/>
          <p:cNvSpPr/>
          <p:nvPr/>
        </p:nvSpPr>
        <p:spPr>
          <a:xfrm>
            <a:off x="3634740" y="3474720"/>
            <a:ext cx="1330452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2-cell26"/>
          <p:cNvSpPr/>
          <p:nvPr/>
        </p:nvSpPr>
        <p:spPr>
          <a:xfrm>
            <a:off x="4965192" y="3474720"/>
            <a:ext cx="886968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2-figure27" descr="띠 다: 크기가 다른 3칸, 2칸 색칠"/>
          <p:cNvSpPr/>
          <p:nvPr/>
        </p:nvSpPr>
        <p:spPr>
          <a:xfrm>
            <a:off x="1417320" y="3474720"/>
            <a:ext cx="44348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2-chip28"/>
          <p:cNvSpPr txBox="1"/>
          <p:nvPr/>
        </p:nvSpPr>
        <p:spPr>
          <a:xfrm>
            <a:off x="6309360" y="352044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22" name="S02-cell29"/>
          <p:cNvSpPr/>
          <p:nvPr/>
        </p:nvSpPr>
        <p:spPr>
          <a:xfrm>
            <a:off x="7178040" y="3474720"/>
            <a:ext cx="147828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2-cell30"/>
          <p:cNvSpPr/>
          <p:nvPr/>
        </p:nvSpPr>
        <p:spPr>
          <a:xfrm>
            <a:off x="8656320" y="3474720"/>
            <a:ext cx="147828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2-cell31"/>
          <p:cNvSpPr/>
          <p:nvPr/>
        </p:nvSpPr>
        <p:spPr>
          <a:xfrm>
            <a:off x="10134600" y="3474720"/>
            <a:ext cx="14782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2-figure32" descr="띠 라: 똑같이 3칸, 2칸 색칠"/>
          <p:cNvSpPr/>
          <p:nvPr/>
        </p:nvSpPr>
        <p:spPr>
          <a:xfrm>
            <a:off x="7178040" y="3474720"/>
            <a:ext cx="44348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6" name="S02-card33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02-cardtext34"/>
          <p:cNvSpPr txBox="1"/>
          <p:nvPr/>
        </p:nvSpPr>
        <p:spPr>
          <a:xfrm>
            <a:off x="822960" y="48920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띠에서 색칠한 부분은 전체의 얼마인지 분수로 말해 보세요.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길이의 종이 띠 두 장</a:t>
            </a:r>
            <a:endParaRPr lang="ko-KR" sz="4000" dirty="0"/>
          </a:p>
        </p:txBody>
      </p:sp>
      <p:sp>
        <p:nvSpPr>
          <p:cNvPr id="3" name="S03-text35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길이가 똑같은 종이 띠 두 장을 각각 똑같이 나누었어요.</a:t>
            </a:r>
            <a:endParaRPr lang="ko-KR" sz="2800" dirty="0"/>
          </a:p>
        </p:txBody>
      </p:sp>
      <p:sp>
        <p:nvSpPr>
          <p:cNvPr id="4" name="S03-chip36"/>
          <p:cNvSpPr txBox="1"/>
          <p:nvPr/>
        </p:nvSpPr>
        <p:spPr>
          <a:xfrm>
            <a:off x="548640" y="214884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5" name="S03-cell37"/>
          <p:cNvSpPr/>
          <p:nvPr/>
        </p:nvSpPr>
        <p:spPr>
          <a:xfrm>
            <a:off x="1463040" y="2103120"/>
            <a:ext cx="50749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3-cell38"/>
          <p:cNvSpPr/>
          <p:nvPr/>
        </p:nvSpPr>
        <p:spPr>
          <a:xfrm>
            <a:off x="6537960" y="2103120"/>
            <a:ext cx="50749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figure39" descr="띠 가: 똑같이 2칸, 색칠 없음"/>
          <p:cNvSpPr/>
          <p:nvPr/>
        </p:nvSpPr>
        <p:spPr>
          <a:xfrm>
            <a:off x="1463040" y="2103120"/>
            <a:ext cx="101498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3-text40"/>
          <p:cNvSpPr txBox="1"/>
          <p:nvPr/>
        </p:nvSpPr>
        <p:spPr>
          <a:xfrm>
            <a:off x="1463040" y="29260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2칸으로 나눈 띠</a:t>
            </a:r>
            <a:endParaRPr lang="ko-KR" sz="2200" dirty="0"/>
          </a:p>
        </p:txBody>
      </p:sp>
      <p:sp>
        <p:nvSpPr>
          <p:cNvPr id="9" name="S03-chip41"/>
          <p:cNvSpPr txBox="1"/>
          <p:nvPr/>
        </p:nvSpPr>
        <p:spPr>
          <a:xfrm>
            <a:off x="548640" y="3566160"/>
            <a:ext cx="685800" cy="685800"/>
          </a:xfrm>
          <a:prstGeom prst="roundRect">
            <a:avLst>
              <a:gd name="adj" fmla="val 21333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03-cell42"/>
          <p:cNvSpPr/>
          <p:nvPr/>
        </p:nvSpPr>
        <p:spPr>
          <a:xfrm>
            <a:off x="1463040" y="3520440"/>
            <a:ext cx="25374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43"/>
          <p:cNvSpPr/>
          <p:nvPr/>
        </p:nvSpPr>
        <p:spPr>
          <a:xfrm>
            <a:off x="4000500" y="3520440"/>
            <a:ext cx="25374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44"/>
          <p:cNvSpPr/>
          <p:nvPr/>
        </p:nvSpPr>
        <p:spPr>
          <a:xfrm>
            <a:off x="6537960" y="3520440"/>
            <a:ext cx="25374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45"/>
          <p:cNvSpPr/>
          <p:nvPr/>
        </p:nvSpPr>
        <p:spPr>
          <a:xfrm>
            <a:off x="9075420" y="3520440"/>
            <a:ext cx="25374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figure46" descr="띠 나: 똑같이 4칸, 색칠 없음"/>
          <p:cNvSpPr/>
          <p:nvPr/>
        </p:nvSpPr>
        <p:spPr>
          <a:xfrm>
            <a:off x="1463040" y="3520440"/>
            <a:ext cx="101498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3-text47"/>
          <p:cNvSpPr txBox="1"/>
          <p:nvPr/>
        </p:nvSpPr>
        <p:spPr>
          <a:xfrm>
            <a:off x="1463040" y="43434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4칸으로 나눈 띠</a:t>
            </a:r>
            <a:endParaRPr lang="ko-KR" sz="2200" dirty="0"/>
          </a:p>
        </p:txBody>
      </p:sp>
      <p:sp>
        <p:nvSpPr>
          <p:cNvPr id="16" name="S03-card48"/>
          <p:cNvSpPr/>
          <p:nvPr/>
        </p:nvSpPr>
        <p:spPr>
          <a:xfrm>
            <a:off x="548640" y="493776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7" name="S03-cardtext49"/>
          <p:cNvSpPr txBox="1"/>
          <p:nvPr/>
        </p:nvSpPr>
        <p:spPr>
          <a:xfrm>
            <a:off x="822960" y="5074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1칸, 나는 2칸을 색칠하면 색칠한 길이는 어떻게 될까요? 먼저 예상해 보세요.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만들어 보기</a:t>
            </a:r>
            <a:endParaRPr lang="ko-KR" sz="4000" dirty="0"/>
          </a:p>
        </p:txBody>
      </p:sp>
      <p:sp>
        <p:nvSpPr>
          <p:cNvPr id="3" name="S04-stepno50"/>
          <p:cNvSpPr txBox="1"/>
          <p:nvPr/>
        </p:nvSpPr>
        <p:spPr>
          <a:xfrm>
            <a:off x="548640" y="1408176"/>
            <a:ext cx="566928" cy="566928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" name="S04-steptext51"/>
          <p:cNvSpPr txBox="1"/>
          <p:nvPr/>
        </p:nvSpPr>
        <p:spPr>
          <a:xfrm>
            <a:off x="1344168" y="1371600"/>
            <a:ext cx="5513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 한 장을 반으로 접었다 펴고,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칸을 색칠해요.</a:t>
            </a:r>
            <a:endParaRPr lang="ko-KR" sz="2800" dirty="0"/>
          </a:p>
        </p:txBody>
      </p:sp>
      <p:sp>
        <p:nvSpPr>
          <p:cNvPr id="5" name="S04-stepno52"/>
          <p:cNvSpPr txBox="1"/>
          <p:nvPr/>
        </p:nvSpPr>
        <p:spPr>
          <a:xfrm>
            <a:off x="548640" y="2487168"/>
            <a:ext cx="566928" cy="566928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6" name="S04-steptext53"/>
          <p:cNvSpPr txBox="1"/>
          <p:nvPr/>
        </p:nvSpPr>
        <p:spPr>
          <a:xfrm>
            <a:off x="1344168" y="2450592"/>
            <a:ext cx="5513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띠는 반으로 두 번 접었다 펴요.</a:t>
            </a:r>
            <a:endParaRPr lang="ko-KR" sz="2800" dirty="0"/>
          </a:p>
        </p:txBody>
      </p:sp>
      <p:sp>
        <p:nvSpPr>
          <p:cNvPr id="7" name="S04-stepno54"/>
          <p:cNvSpPr txBox="1"/>
          <p:nvPr/>
        </p:nvSpPr>
        <p:spPr>
          <a:xfrm>
            <a:off x="548640" y="3566160"/>
            <a:ext cx="566928" cy="566928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8" name="S04-steptext55"/>
          <p:cNvSpPr txBox="1"/>
          <p:nvPr/>
        </p:nvSpPr>
        <p:spPr>
          <a:xfrm>
            <a:off x="1344168" y="3529584"/>
            <a:ext cx="5513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4칸 중에서 2칸을 색칠해요.</a:t>
            </a:r>
            <a:endParaRPr lang="ko-KR" sz="2800" dirty="0"/>
          </a:p>
        </p:txBody>
      </p:sp>
      <p:sp>
        <p:nvSpPr>
          <p:cNvPr id="9" name="S04-stepno56"/>
          <p:cNvSpPr txBox="1"/>
          <p:nvPr/>
        </p:nvSpPr>
        <p:spPr>
          <a:xfrm>
            <a:off x="548640" y="4645152"/>
            <a:ext cx="566928" cy="566928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0" name="S04-steptext57"/>
          <p:cNvSpPr txBox="1"/>
          <p:nvPr/>
        </p:nvSpPr>
        <p:spPr>
          <a:xfrm>
            <a:off x="1344168" y="4608576"/>
            <a:ext cx="5513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띠를 나란히 놓고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끝을 비교해요.</a:t>
            </a:r>
            <a:endParaRPr lang="ko-KR" sz="2800" dirty="0"/>
          </a:p>
        </p:txBody>
      </p:sp>
      <p:sp>
        <p:nvSpPr>
          <p:cNvPr id="11" name="S04-cell58"/>
          <p:cNvSpPr/>
          <p:nvPr/>
        </p:nvSpPr>
        <p:spPr>
          <a:xfrm>
            <a:off x="7315200" y="1481328"/>
            <a:ext cx="214884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cell59"/>
          <p:cNvSpPr/>
          <p:nvPr/>
        </p:nvSpPr>
        <p:spPr>
          <a:xfrm>
            <a:off x="9464040" y="1481328"/>
            <a:ext cx="21488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figure60" descr="2칸 중 1칸 색칠한 띠"/>
          <p:cNvSpPr/>
          <p:nvPr/>
        </p:nvSpPr>
        <p:spPr>
          <a:xfrm>
            <a:off x="7315200" y="1481328"/>
            <a:ext cx="429768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4-cell61"/>
          <p:cNvSpPr/>
          <p:nvPr/>
        </p:nvSpPr>
        <p:spPr>
          <a:xfrm>
            <a:off x="7315200" y="2560320"/>
            <a:ext cx="10744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cell62"/>
          <p:cNvSpPr/>
          <p:nvPr/>
        </p:nvSpPr>
        <p:spPr>
          <a:xfrm>
            <a:off x="8389620" y="2560320"/>
            <a:ext cx="10744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cell63"/>
          <p:cNvSpPr/>
          <p:nvPr/>
        </p:nvSpPr>
        <p:spPr>
          <a:xfrm>
            <a:off x="9464040" y="2560320"/>
            <a:ext cx="10744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64"/>
          <p:cNvSpPr/>
          <p:nvPr/>
        </p:nvSpPr>
        <p:spPr>
          <a:xfrm>
            <a:off x="10538460" y="2560320"/>
            <a:ext cx="10744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figure65" descr="4칸으로 접은 띠"/>
          <p:cNvSpPr/>
          <p:nvPr/>
        </p:nvSpPr>
        <p:spPr>
          <a:xfrm>
            <a:off x="7315200" y="2560320"/>
            <a:ext cx="429768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4-cell66"/>
          <p:cNvSpPr/>
          <p:nvPr/>
        </p:nvSpPr>
        <p:spPr>
          <a:xfrm>
            <a:off x="7315200" y="3639312"/>
            <a:ext cx="107442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67"/>
          <p:cNvSpPr/>
          <p:nvPr/>
        </p:nvSpPr>
        <p:spPr>
          <a:xfrm>
            <a:off x="8389620" y="3639312"/>
            <a:ext cx="1074420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cell68"/>
          <p:cNvSpPr/>
          <p:nvPr/>
        </p:nvSpPr>
        <p:spPr>
          <a:xfrm>
            <a:off x="9464040" y="3639312"/>
            <a:ext cx="10744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cell69"/>
          <p:cNvSpPr/>
          <p:nvPr/>
        </p:nvSpPr>
        <p:spPr>
          <a:xfrm>
            <a:off x="10538460" y="3639312"/>
            <a:ext cx="10744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4-figure70" descr="4칸 중 2칸 색칠한 띠"/>
          <p:cNvSpPr/>
          <p:nvPr/>
        </p:nvSpPr>
        <p:spPr>
          <a:xfrm>
            <a:off x="7315200" y="3639312"/>
            <a:ext cx="429768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4-chip71"/>
          <p:cNvSpPr txBox="1"/>
          <p:nvPr/>
        </p:nvSpPr>
        <p:spPr>
          <a:xfrm>
            <a:off x="7315200" y="4690872"/>
            <a:ext cx="4297680" cy="685800"/>
          </a:xfrm>
          <a:prstGeom prst="roundRect">
            <a:avLst>
              <a:gd name="adj" fmla="val 21333"/>
            </a:avLst>
          </a:prstGeom>
          <a:solidFill>
            <a:srgbClr val="FDEBDD"/>
          </a:solidFill>
          <a:ln>
            <a:solidFill>
              <a:srgbClr val="FDEBDD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끝이 맞을까요?</a:t>
            </a:r>
            <a:endParaRPr lang="ko-KR" sz="2200" dirty="0"/>
          </a:p>
        </p:txBody>
      </p:sp>
      <p:sp>
        <p:nvSpPr>
          <p:cNvPr id="25" name="S04-text72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준비물: 길이가 같은 종이 띠 2장, 색연필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선을 더 그어도 색칠한 양은 그대로</a:t>
            </a:r>
            <a:endParaRPr lang="ko-KR" sz="4000" dirty="0"/>
          </a:p>
        </p:txBody>
      </p:sp>
      <p:sp>
        <p:nvSpPr>
          <p:cNvPr id="3" name="S05-num73"/>
          <p:cNvSpPr txBox="1"/>
          <p:nvPr/>
        </p:nvSpPr>
        <p:spPr>
          <a:xfrm>
            <a:off x="685800" y="146304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4" name="S05-fracbar74"/>
          <p:cNvSpPr/>
          <p:nvPr/>
        </p:nvSpPr>
        <p:spPr>
          <a:xfrm>
            <a:off x="722376" y="191922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" name="S05-num75"/>
          <p:cNvSpPr txBox="1"/>
          <p:nvPr/>
        </p:nvSpPr>
        <p:spPr>
          <a:xfrm>
            <a:off x="685800" y="195580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6" name="S05-cell76"/>
          <p:cNvSpPr/>
          <p:nvPr/>
        </p:nvSpPr>
        <p:spPr>
          <a:xfrm>
            <a:off x="1920240" y="1508760"/>
            <a:ext cx="4846320" cy="8686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cell77"/>
          <p:cNvSpPr/>
          <p:nvPr/>
        </p:nvSpPr>
        <p:spPr>
          <a:xfrm>
            <a:off x="6766560" y="1508760"/>
            <a:ext cx="48463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figure78" descr="2칸 중 1칸 색칠: 2분의 1"/>
          <p:cNvSpPr/>
          <p:nvPr/>
        </p:nvSpPr>
        <p:spPr>
          <a:xfrm>
            <a:off x="1920240" y="1508760"/>
            <a:ext cx="969264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5-num79"/>
          <p:cNvSpPr txBox="1"/>
          <p:nvPr/>
        </p:nvSpPr>
        <p:spPr>
          <a:xfrm>
            <a:off x="685800" y="269748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0" name="S05-fracbar80"/>
          <p:cNvSpPr/>
          <p:nvPr/>
        </p:nvSpPr>
        <p:spPr>
          <a:xfrm>
            <a:off x="722376" y="315366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5-num81"/>
          <p:cNvSpPr txBox="1"/>
          <p:nvPr/>
        </p:nvSpPr>
        <p:spPr>
          <a:xfrm>
            <a:off x="685800" y="319024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2" name="S05-cell82"/>
          <p:cNvSpPr/>
          <p:nvPr/>
        </p:nvSpPr>
        <p:spPr>
          <a:xfrm>
            <a:off x="1920240" y="2743200"/>
            <a:ext cx="2423160" cy="8686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83"/>
          <p:cNvSpPr/>
          <p:nvPr/>
        </p:nvSpPr>
        <p:spPr>
          <a:xfrm>
            <a:off x="4343400" y="2743200"/>
            <a:ext cx="2423160" cy="8686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cell84"/>
          <p:cNvSpPr/>
          <p:nvPr/>
        </p:nvSpPr>
        <p:spPr>
          <a:xfrm>
            <a:off x="6766560" y="2743200"/>
            <a:ext cx="24231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cell85"/>
          <p:cNvSpPr/>
          <p:nvPr/>
        </p:nvSpPr>
        <p:spPr>
          <a:xfrm>
            <a:off x="9189720" y="2743200"/>
            <a:ext cx="24231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figure86" descr="4칸 중 2칸 색칠: 4분의 2"/>
          <p:cNvSpPr/>
          <p:nvPr/>
        </p:nvSpPr>
        <p:spPr>
          <a:xfrm>
            <a:off x="1920240" y="2743200"/>
            <a:ext cx="969264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5-guide87"/>
          <p:cNvSpPr/>
          <p:nvPr/>
        </p:nvSpPr>
        <p:spPr>
          <a:xfrm>
            <a:off x="6766560" y="1325880"/>
            <a:ext cx="0" cy="246888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18" name="S05-card88"/>
          <p:cNvSpPr/>
          <p:nvPr/>
        </p:nvSpPr>
        <p:spPr>
          <a:xfrm>
            <a:off x="548640" y="4160520"/>
            <a:ext cx="3502152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05-cardtext89"/>
          <p:cNvSpPr txBox="1"/>
          <p:nvPr/>
        </p:nvSpPr>
        <p:spPr>
          <a:xfrm>
            <a:off x="822960" y="4297680"/>
            <a:ext cx="2953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수는 2배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2칸 → 4칸</a:t>
            </a:r>
            <a:endParaRPr lang="ko-KR" sz="2800" dirty="0"/>
          </a:p>
        </p:txBody>
      </p:sp>
      <p:sp>
        <p:nvSpPr>
          <p:cNvPr id="20" name="S05-card90"/>
          <p:cNvSpPr/>
          <p:nvPr/>
        </p:nvSpPr>
        <p:spPr>
          <a:xfrm>
            <a:off x="4325112" y="4160520"/>
            <a:ext cx="3502152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05-cardtext91"/>
          <p:cNvSpPr txBox="1"/>
          <p:nvPr/>
        </p:nvSpPr>
        <p:spPr>
          <a:xfrm>
            <a:off x="4599432" y="4297680"/>
            <a:ext cx="2953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칸은 절반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잘게 나뉘어요</a:t>
            </a:r>
            <a:endParaRPr lang="ko-KR" sz="2800" dirty="0"/>
          </a:p>
        </p:txBody>
      </p:sp>
      <p:sp>
        <p:nvSpPr>
          <p:cNvPr id="22" name="S05-card92"/>
          <p:cNvSpPr/>
          <p:nvPr/>
        </p:nvSpPr>
        <p:spPr>
          <a:xfrm>
            <a:off x="8101584" y="4160520"/>
            <a:ext cx="351129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23" name="S05-cardtext93"/>
          <p:cNvSpPr txBox="1"/>
          <p:nvPr/>
        </p:nvSpPr>
        <p:spPr>
          <a:xfrm>
            <a:off x="8375904" y="4297680"/>
            <a:ext cx="29626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양은 그대로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크기가 같아요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같은 분수</a:t>
            </a:r>
            <a:endParaRPr lang="ko-KR" sz="4000" dirty="0"/>
          </a:p>
        </p:txBody>
      </p:sp>
      <p:sp>
        <p:nvSpPr>
          <p:cNvPr id="3" name="S06-num94"/>
          <p:cNvSpPr txBox="1"/>
          <p:nvPr/>
        </p:nvSpPr>
        <p:spPr>
          <a:xfrm>
            <a:off x="685800" y="132588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4" name="S06-fracbar95"/>
          <p:cNvSpPr/>
          <p:nvPr/>
        </p:nvSpPr>
        <p:spPr>
          <a:xfrm>
            <a:off x="722376" y="1752092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5" name="S06-num96"/>
          <p:cNvSpPr txBox="1"/>
          <p:nvPr/>
        </p:nvSpPr>
        <p:spPr>
          <a:xfrm>
            <a:off x="685800" y="178866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" name="S06-cell97"/>
          <p:cNvSpPr/>
          <p:nvPr/>
        </p:nvSpPr>
        <p:spPr>
          <a:xfrm>
            <a:off x="1920240" y="1371600"/>
            <a:ext cx="484632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cell98"/>
          <p:cNvSpPr/>
          <p:nvPr/>
        </p:nvSpPr>
        <p:spPr>
          <a:xfrm>
            <a:off x="6766560" y="1371600"/>
            <a:ext cx="48463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figure99" descr="2분의 1"/>
          <p:cNvSpPr/>
          <p:nvPr/>
        </p:nvSpPr>
        <p:spPr>
          <a:xfrm>
            <a:off x="1920240" y="1371600"/>
            <a:ext cx="96926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6-num100"/>
          <p:cNvSpPr txBox="1"/>
          <p:nvPr/>
        </p:nvSpPr>
        <p:spPr>
          <a:xfrm>
            <a:off x="685800" y="237744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0" name="S06-fracbar101"/>
          <p:cNvSpPr/>
          <p:nvPr/>
        </p:nvSpPr>
        <p:spPr>
          <a:xfrm>
            <a:off x="722376" y="2803652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11" name="S06-num102"/>
          <p:cNvSpPr txBox="1"/>
          <p:nvPr/>
        </p:nvSpPr>
        <p:spPr>
          <a:xfrm>
            <a:off x="685800" y="2840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2" name="S06-cell103"/>
          <p:cNvSpPr/>
          <p:nvPr/>
        </p:nvSpPr>
        <p:spPr>
          <a:xfrm>
            <a:off x="1920240" y="2423160"/>
            <a:ext cx="242316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04"/>
          <p:cNvSpPr/>
          <p:nvPr/>
        </p:nvSpPr>
        <p:spPr>
          <a:xfrm>
            <a:off x="4343400" y="2423160"/>
            <a:ext cx="242316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105"/>
          <p:cNvSpPr/>
          <p:nvPr/>
        </p:nvSpPr>
        <p:spPr>
          <a:xfrm>
            <a:off x="6766560" y="2423160"/>
            <a:ext cx="24231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106"/>
          <p:cNvSpPr/>
          <p:nvPr/>
        </p:nvSpPr>
        <p:spPr>
          <a:xfrm>
            <a:off x="9189720" y="2423160"/>
            <a:ext cx="242316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figure107" descr="4분의 2"/>
          <p:cNvSpPr/>
          <p:nvPr/>
        </p:nvSpPr>
        <p:spPr>
          <a:xfrm>
            <a:off x="1920240" y="2423160"/>
            <a:ext cx="96926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6-num108"/>
          <p:cNvSpPr txBox="1"/>
          <p:nvPr/>
        </p:nvSpPr>
        <p:spPr>
          <a:xfrm>
            <a:off x="685800" y="34290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8" name="S06-fracbar109"/>
          <p:cNvSpPr/>
          <p:nvPr/>
        </p:nvSpPr>
        <p:spPr>
          <a:xfrm>
            <a:off x="722376" y="3855212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19" name="S06-num110"/>
          <p:cNvSpPr txBox="1"/>
          <p:nvPr/>
        </p:nvSpPr>
        <p:spPr>
          <a:xfrm>
            <a:off x="685800" y="389178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0" name="S06-cell111"/>
          <p:cNvSpPr/>
          <p:nvPr/>
        </p:nvSpPr>
        <p:spPr>
          <a:xfrm>
            <a:off x="1920240" y="3474720"/>
            <a:ext cx="161544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112"/>
          <p:cNvSpPr/>
          <p:nvPr/>
        </p:nvSpPr>
        <p:spPr>
          <a:xfrm>
            <a:off x="3535680" y="3474720"/>
            <a:ext cx="161544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13"/>
          <p:cNvSpPr/>
          <p:nvPr/>
        </p:nvSpPr>
        <p:spPr>
          <a:xfrm>
            <a:off x="5151120" y="3474720"/>
            <a:ext cx="1615440" cy="7772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cell114"/>
          <p:cNvSpPr/>
          <p:nvPr/>
        </p:nvSpPr>
        <p:spPr>
          <a:xfrm>
            <a:off x="6766560" y="3474720"/>
            <a:ext cx="16154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6-cell115"/>
          <p:cNvSpPr/>
          <p:nvPr/>
        </p:nvSpPr>
        <p:spPr>
          <a:xfrm>
            <a:off x="8382000" y="3474720"/>
            <a:ext cx="16154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cell116"/>
          <p:cNvSpPr/>
          <p:nvPr/>
        </p:nvSpPr>
        <p:spPr>
          <a:xfrm>
            <a:off x="9997440" y="3474720"/>
            <a:ext cx="16154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figure117" descr="6분의 3"/>
          <p:cNvSpPr/>
          <p:nvPr/>
        </p:nvSpPr>
        <p:spPr>
          <a:xfrm>
            <a:off x="1920240" y="3474720"/>
            <a:ext cx="969264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06-guide118"/>
          <p:cNvSpPr/>
          <p:nvPr/>
        </p:nvSpPr>
        <p:spPr>
          <a:xfrm>
            <a:off x="6766560" y="1234440"/>
            <a:ext cx="0" cy="315468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8" name="S06-num119"/>
          <p:cNvSpPr txBox="1"/>
          <p:nvPr/>
        </p:nvSpPr>
        <p:spPr>
          <a:xfrm>
            <a:off x="822960" y="466344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29" name="S06-fracbar120"/>
          <p:cNvSpPr/>
          <p:nvPr/>
        </p:nvSpPr>
        <p:spPr>
          <a:xfrm>
            <a:off x="859536" y="520954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0" name="S06-num121"/>
          <p:cNvSpPr txBox="1"/>
          <p:nvPr/>
        </p:nvSpPr>
        <p:spPr>
          <a:xfrm>
            <a:off x="822960" y="524611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31" name="S06-op122"/>
          <p:cNvSpPr txBox="1"/>
          <p:nvPr/>
        </p:nvSpPr>
        <p:spPr>
          <a:xfrm>
            <a:off x="1495806" y="466344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32" name="S06-num123"/>
          <p:cNvSpPr txBox="1"/>
          <p:nvPr/>
        </p:nvSpPr>
        <p:spPr>
          <a:xfrm>
            <a:off x="2042922" y="466344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33" name="S06-fracbar124"/>
          <p:cNvSpPr/>
          <p:nvPr/>
        </p:nvSpPr>
        <p:spPr>
          <a:xfrm>
            <a:off x="2079498" y="520954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4" name="S06-num125"/>
          <p:cNvSpPr txBox="1"/>
          <p:nvPr/>
        </p:nvSpPr>
        <p:spPr>
          <a:xfrm>
            <a:off x="2042922" y="524611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35" name="S06-op126"/>
          <p:cNvSpPr txBox="1"/>
          <p:nvPr/>
        </p:nvSpPr>
        <p:spPr>
          <a:xfrm>
            <a:off x="2715768" y="466344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36" name="S06-num127"/>
          <p:cNvSpPr txBox="1"/>
          <p:nvPr/>
        </p:nvSpPr>
        <p:spPr>
          <a:xfrm>
            <a:off x="3262884" y="466344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37" name="S06-fracbar128"/>
          <p:cNvSpPr/>
          <p:nvPr/>
        </p:nvSpPr>
        <p:spPr>
          <a:xfrm>
            <a:off x="3299460" y="520954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38" name="S06-num129"/>
          <p:cNvSpPr txBox="1"/>
          <p:nvPr/>
        </p:nvSpPr>
        <p:spPr>
          <a:xfrm>
            <a:off x="3262884" y="524611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39" name="S06-card130"/>
          <p:cNvSpPr/>
          <p:nvPr/>
        </p:nvSpPr>
        <p:spPr>
          <a:xfrm>
            <a:off x="5486400" y="4663440"/>
            <a:ext cx="6126480" cy="13716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0" name="S06-cardtext131"/>
          <p:cNvSpPr txBox="1"/>
          <p:nvPr/>
        </p:nvSpPr>
        <p:spPr>
          <a:xfrm>
            <a:off x="5760720" y="48006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나타내는 양이 같은 분수를 ‘크기가 같은 분수’라고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분모에 같은 수를 곱하면</a:t>
            </a:r>
            <a:endParaRPr lang="ko-KR" sz="4000" dirty="0"/>
          </a:p>
        </p:txBody>
      </p:sp>
      <p:sp>
        <p:nvSpPr>
          <p:cNvPr id="3" name="S07-cell132"/>
          <p:cNvSpPr/>
          <p:nvPr/>
        </p:nvSpPr>
        <p:spPr>
          <a:xfrm>
            <a:off x="548640" y="1508760"/>
            <a:ext cx="265176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7-cell133"/>
          <p:cNvSpPr/>
          <p:nvPr/>
        </p:nvSpPr>
        <p:spPr>
          <a:xfrm>
            <a:off x="3200400" y="1508760"/>
            <a:ext cx="26517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7-figure134" descr="2분의 1"/>
          <p:cNvSpPr/>
          <p:nvPr/>
        </p:nvSpPr>
        <p:spPr>
          <a:xfrm>
            <a:off x="548640" y="1508760"/>
            <a:ext cx="53035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7-text135"/>
          <p:cNvSpPr txBox="1"/>
          <p:nvPr/>
        </p:nvSpPr>
        <p:spPr>
          <a:xfrm>
            <a:off x="548640" y="2377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한 칸을 똑같이 둘로 나누면</a:t>
            </a:r>
            <a:endParaRPr lang="ko-KR" sz="2200" dirty="0"/>
          </a:p>
        </p:txBody>
      </p:sp>
      <p:sp>
        <p:nvSpPr>
          <p:cNvPr id="7" name="S07-cell136"/>
          <p:cNvSpPr/>
          <p:nvPr/>
        </p:nvSpPr>
        <p:spPr>
          <a:xfrm>
            <a:off x="548640" y="2971800"/>
            <a:ext cx="13258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cell137"/>
          <p:cNvSpPr/>
          <p:nvPr/>
        </p:nvSpPr>
        <p:spPr>
          <a:xfrm>
            <a:off x="1874520" y="2971800"/>
            <a:ext cx="13258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cell138"/>
          <p:cNvSpPr/>
          <p:nvPr/>
        </p:nvSpPr>
        <p:spPr>
          <a:xfrm>
            <a:off x="3200400" y="2971800"/>
            <a:ext cx="13258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cell139"/>
          <p:cNvSpPr/>
          <p:nvPr/>
        </p:nvSpPr>
        <p:spPr>
          <a:xfrm>
            <a:off x="4526280" y="2971800"/>
            <a:ext cx="13258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7-figure140" descr="4분의 2"/>
          <p:cNvSpPr/>
          <p:nvPr/>
        </p:nvSpPr>
        <p:spPr>
          <a:xfrm>
            <a:off x="548640" y="2971800"/>
            <a:ext cx="53035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7-num141"/>
          <p:cNvSpPr txBox="1"/>
          <p:nvPr/>
        </p:nvSpPr>
        <p:spPr>
          <a:xfrm>
            <a:off x="6629400" y="182880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3" name="S07-fracbar142"/>
          <p:cNvSpPr/>
          <p:nvPr/>
        </p:nvSpPr>
        <p:spPr>
          <a:xfrm>
            <a:off x="6665976" y="234492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7-num143"/>
          <p:cNvSpPr txBox="1"/>
          <p:nvPr/>
        </p:nvSpPr>
        <p:spPr>
          <a:xfrm>
            <a:off x="6629400" y="238150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5" name="S07-op144"/>
          <p:cNvSpPr txBox="1"/>
          <p:nvPr/>
        </p:nvSpPr>
        <p:spPr>
          <a:xfrm>
            <a:off x="7275576" y="1828800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6" name="S07-num145"/>
          <p:cNvSpPr txBox="1"/>
          <p:nvPr/>
        </p:nvSpPr>
        <p:spPr>
          <a:xfrm>
            <a:off x="7812024" y="182880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7" name="S07-fracbar146"/>
          <p:cNvSpPr/>
          <p:nvPr/>
        </p:nvSpPr>
        <p:spPr>
          <a:xfrm>
            <a:off x="7848600" y="234492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7-num147"/>
          <p:cNvSpPr txBox="1"/>
          <p:nvPr/>
        </p:nvSpPr>
        <p:spPr>
          <a:xfrm>
            <a:off x="7812024" y="238150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9" name="S07-arrow148"/>
          <p:cNvSpPr/>
          <p:nvPr/>
        </p:nvSpPr>
        <p:spPr>
          <a:xfrm>
            <a:off x="6897624" y="1682496"/>
            <a:ext cx="118262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0" name="S07-oplabel149"/>
          <p:cNvSpPr txBox="1"/>
          <p:nvPr/>
        </p:nvSpPr>
        <p:spPr>
          <a:xfrm>
            <a:off x="6897624" y="1314958"/>
            <a:ext cx="11826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×2</a:t>
            </a:r>
            <a:endParaRPr lang="ko-KR" sz="2200" dirty="0"/>
          </a:p>
        </p:txBody>
      </p:sp>
      <p:sp>
        <p:nvSpPr>
          <p:cNvPr id="21" name="S07-arrow150"/>
          <p:cNvSpPr/>
          <p:nvPr/>
        </p:nvSpPr>
        <p:spPr>
          <a:xfrm>
            <a:off x="6897624" y="3007360"/>
            <a:ext cx="118262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2" name="S07-oplabel151"/>
          <p:cNvSpPr txBox="1"/>
          <p:nvPr/>
        </p:nvSpPr>
        <p:spPr>
          <a:xfrm>
            <a:off x="6897624" y="3025648"/>
            <a:ext cx="11826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×2</a:t>
            </a:r>
            <a:endParaRPr lang="ko-KR" sz="2200" dirty="0"/>
          </a:p>
        </p:txBody>
      </p:sp>
      <p:sp>
        <p:nvSpPr>
          <p:cNvPr id="23" name="S07-num152"/>
          <p:cNvSpPr txBox="1"/>
          <p:nvPr/>
        </p:nvSpPr>
        <p:spPr>
          <a:xfrm>
            <a:off x="9326880" y="182880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4" name="S07-fracbar153"/>
          <p:cNvSpPr/>
          <p:nvPr/>
        </p:nvSpPr>
        <p:spPr>
          <a:xfrm>
            <a:off x="9363456" y="234492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07-num154"/>
          <p:cNvSpPr txBox="1"/>
          <p:nvPr/>
        </p:nvSpPr>
        <p:spPr>
          <a:xfrm>
            <a:off x="9326880" y="238150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6" name="S07-op155"/>
          <p:cNvSpPr txBox="1"/>
          <p:nvPr/>
        </p:nvSpPr>
        <p:spPr>
          <a:xfrm>
            <a:off x="9973056" y="1828800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7" name="S07-num156"/>
          <p:cNvSpPr txBox="1"/>
          <p:nvPr/>
        </p:nvSpPr>
        <p:spPr>
          <a:xfrm>
            <a:off x="10509504" y="182880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8" name="S07-fracbar157"/>
          <p:cNvSpPr/>
          <p:nvPr/>
        </p:nvSpPr>
        <p:spPr>
          <a:xfrm>
            <a:off x="10546080" y="234492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07-num158"/>
          <p:cNvSpPr txBox="1"/>
          <p:nvPr/>
        </p:nvSpPr>
        <p:spPr>
          <a:xfrm>
            <a:off x="10509504" y="238150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30" name="S07-arrow159"/>
          <p:cNvSpPr/>
          <p:nvPr/>
        </p:nvSpPr>
        <p:spPr>
          <a:xfrm>
            <a:off x="9595104" y="1682496"/>
            <a:ext cx="118262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1" name="S07-oplabel160"/>
          <p:cNvSpPr txBox="1"/>
          <p:nvPr/>
        </p:nvSpPr>
        <p:spPr>
          <a:xfrm>
            <a:off x="9595104" y="1314958"/>
            <a:ext cx="11826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×3</a:t>
            </a:r>
            <a:endParaRPr lang="ko-KR" sz="2200" dirty="0"/>
          </a:p>
        </p:txBody>
      </p:sp>
      <p:sp>
        <p:nvSpPr>
          <p:cNvPr id="32" name="S07-arrow161"/>
          <p:cNvSpPr/>
          <p:nvPr/>
        </p:nvSpPr>
        <p:spPr>
          <a:xfrm>
            <a:off x="9595104" y="3007360"/>
            <a:ext cx="118262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7-oplabel162"/>
          <p:cNvSpPr txBox="1"/>
          <p:nvPr/>
        </p:nvSpPr>
        <p:spPr>
          <a:xfrm>
            <a:off x="9595104" y="3025648"/>
            <a:ext cx="11826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×3</a:t>
            </a:r>
            <a:endParaRPr lang="ko-KR" sz="2200" dirty="0"/>
          </a:p>
        </p:txBody>
      </p:sp>
      <p:sp>
        <p:nvSpPr>
          <p:cNvPr id="34" name="S07-card163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5" name="S07-cardtext164"/>
          <p:cNvSpPr txBox="1"/>
          <p:nvPr/>
        </p:nvSpPr>
        <p:spPr>
          <a:xfrm>
            <a:off x="822960" y="4389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분모에 0이 아닌 같은 수를 곱하면 크기가 같은 분수가 돼요.</a:t>
            </a:r>
            <a:endParaRPr lang="ko-KR" sz="2800" dirty="0"/>
          </a:p>
        </p:txBody>
      </p:sp>
      <p:sp>
        <p:nvSpPr>
          <p:cNvPr id="36" name="S07-text165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수(분모)도 2배, 색칠한 칸 수(분자)도 2배 → 양은 그대로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분모를 같은 수로 나누면</a:t>
            </a:r>
            <a:endParaRPr lang="ko-KR" sz="4000" dirty="0"/>
          </a:p>
        </p:txBody>
      </p:sp>
      <p:sp>
        <p:nvSpPr>
          <p:cNvPr id="3" name="S08-cell166"/>
          <p:cNvSpPr/>
          <p:nvPr/>
        </p:nvSpPr>
        <p:spPr>
          <a:xfrm>
            <a:off x="548640" y="1508760"/>
            <a:ext cx="66294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8-cell167"/>
          <p:cNvSpPr/>
          <p:nvPr/>
        </p:nvSpPr>
        <p:spPr>
          <a:xfrm>
            <a:off x="1211580" y="1508760"/>
            <a:ext cx="66294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8-cell168"/>
          <p:cNvSpPr/>
          <p:nvPr/>
        </p:nvSpPr>
        <p:spPr>
          <a:xfrm>
            <a:off x="1874520" y="1508760"/>
            <a:ext cx="66294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8-cell169"/>
          <p:cNvSpPr/>
          <p:nvPr/>
        </p:nvSpPr>
        <p:spPr>
          <a:xfrm>
            <a:off x="2537460" y="1508760"/>
            <a:ext cx="66294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8-cell170"/>
          <p:cNvSpPr/>
          <p:nvPr/>
        </p:nvSpPr>
        <p:spPr>
          <a:xfrm>
            <a:off x="3200400" y="1508760"/>
            <a:ext cx="66294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cell171"/>
          <p:cNvSpPr/>
          <p:nvPr/>
        </p:nvSpPr>
        <p:spPr>
          <a:xfrm>
            <a:off x="3863340" y="1508760"/>
            <a:ext cx="66294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cell172"/>
          <p:cNvSpPr/>
          <p:nvPr/>
        </p:nvSpPr>
        <p:spPr>
          <a:xfrm>
            <a:off x="4526280" y="1508760"/>
            <a:ext cx="6629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173"/>
          <p:cNvSpPr/>
          <p:nvPr/>
        </p:nvSpPr>
        <p:spPr>
          <a:xfrm>
            <a:off x="5189220" y="1508760"/>
            <a:ext cx="6629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figure174" descr="8분의 6"/>
          <p:cNvSpPr/>
          <p:nvPr/>
        </p:nvSpPr>
        <p:spPr>
          <a:xfrm>
            <a:off x="548640" y="1508760"/>
            <a:ext cx="53035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8-text175"/>
          <p:cNvSpPr txBox="1"/>
          <p:nvPr/>
        </p:nvSpPr>
        <p:spPr>
          <a:xfrm>
            <a:off x="548640" y="2377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2칸씩 묶으면</a:t>
            </a:r>
            <a:endParaRPr lang="ko-KR" sz="2200" dirty="0"/>
          </a:p>
        </p:txBody>
      </p:sp>
      <p:sp>
        <p:nvSpPr>
          <p:cNvPr id="13" name="S08-cell176"/>
          <p:cNvSpPr/>
          <p:nvPr/>
        </p:nvSpPr>
        <p:spPr>
          <a:xfrm>
            <a:off x="548640" y="2971800"/>
            <a:ext cx="13258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cell177"/>
          <p:cNvSpPr/>
          <p:nvPr/>
        </p:nvSpPr>
        <p:spPr>
          <a:xfrm>
            <a:off x="1874520" y="2971800"/>
            <a:ext cx="13258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cell178"/>
          <p:cNvSpPr/>
          <p:nvPr/>
        </p:nvSpPr>
        <p:spPr>
          <a:xfrm>
            <a:off x="3200400" y="2971800"/>
            <a:ext cx="13258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8-cell179"/>
          <p:cNvSpPr/>
          <p:nvPr/>
        </p:nvSpPr>
        <p:spPr>
          <a:xfrm>
            <a:off x="4526280" y="2971800"/>
            <a:ext cx="13258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figure180" descr="4분의 3"/>
          <p:cNvSpPr/>
          <p:nvPr/>
        </p:nvSpPr>
        <p:spPr>
          <a:xfrm>
            <a:off x="548640" y="2971800"/>
            <a:ext cx="53035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8-num181"/>
          <p:cNvSpPr txBox="1"/>
          <p:nvPr/>
        </p:nvSpPr>
        <p:spPr>
          <a:xfrm>
            <a:off x="7680960" y="182880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9" name="S08-fracbar182"/>
          <p:cNvSpPr/>
          <p:nvPr/>
        </p:nvSpPr>
        <p:spPr>
          <a:xfrm>
            <a:off x="7717536" y="234492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8-num183"/>
          <p:cNvSpPr txBox="1"/>
          <p:nvPr/>
        </p:nvSpPr>
        <p:spPr>
          <a:xfrm>
            <a:off x="7680960" y="238150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1" name="S08-op184"/>
          <p:cNvSpPr txBox="1"/>
          <p:nvPr/>
        </p:nvSpPr>
        <p:spPr>
          <a:xfrm>
            <a:off x="8327136" y="1828800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2" name="S08-num185"/>
          <p:cNvSpPr txBox="1"/>
          <p:nvPr/>
        </p:nvSpPr>
        <p:spPr>
          <a:xfrm>
            <a:off x="8863584" y="182880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3" name="S08-fracbar186"/>
          <p:cNvSpPr/>
          <p:nvPr/>
        </p:nvSpPr>
        <p:spPr>
          <a:xfrm>
            <a:off x="8900160" y="234492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08-num187"/>
          <p:cNvSpPr txBox="1"/>
          <p:nvPr/>
        </p:nvSpPr>
        <p:spPr>
          <a:xfrm>
            <a:off x="8863584" y="238150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5" name="S08-arrow188"/>
          <p:cNvSpPr/>
          <p:nvPr/>
        </p:nvSpPr>
        <p:spPr>
          <a:xfrm>
            <a:off x="7949184" y="1682496"/>
            <a:ext cx="118262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6" name="S08-oplabel189"/>
          <p:cNvSpPr txBox="1"/>
          <p:nvPr/>
        </p:nvSpPr>
        <p:spPr>
          <a:xfrm>
            <a:off x="7949184" y="1314958"/>
            <a:ext cx="11826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÷2</a:t>
            </a:r>
            <a:endParaRPr lang="ko-KR" sz="2200" dirty="0"/>
          </a:p>
        </p:txBody>
      </p:sp>
      <p:sp>
        <p:nvSpPr>
          <p:cNvPr id="27" name="S08-arrow190"/>
          <p:cNvSpPr/>
          <p:nvPr/>
        </p:nvSpPr>
        <p:spPr>
          <a:xfrm>
            <a:off x="7949184" y="3007360"/>
            <a:ext cx="118262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8" name="S08-oplabel191"/>
          <p:cNvSpPr txBox="1"/>
          <p:nvPr/>
        </p:nvSpPr>
        <p:spPr>
          <a:xfrm>
            <a:off x="7949184" y="3025648"/>
            <a:ext cx="11826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÷2</a:t>
            </a:r>
            <a:endParaRPr lang="ko-KR" sz="2200" dirty="0"/>
          </a:p>
        </p:txBody>
      </p:sp>
      <p:sp>
        <p:nvSpPr>
          <p:cNvPr id="29" name="S08-card192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0" name="S08-cardtext193"/>
          <p:cNvSpPr txBox="1"/>
          <p:nvPr/>
        </p:nvSpPr>
        <p:spPr>
          <a:xfrm>
            <a:off x="822960" y="4389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분모를 둘 다 나누어떨어지게 하는 같은 수로 나누어요.</a:t>
            </a:r>
            <a:endParaRPr lang="ko-KR" sz="2800" dirty="0"/>
          </a:p>
        </p:txBody>
      </p:sp>
      <p:sp>
        <p:nvSpPr>
          <p:cNvPr id="31" name="S08-chip194"/>
          <p:cNvSpPr txBox="1"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2285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8분의 6은 3으로 나눌 수 없어요. 8 ÷ 3이 나누어떨어지지 않아요.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풀어 봐요</a:t>
            </a:r>
            <a:endParaRPr lang="ko-KR" sz="4000" dirty="0"/>
          </a:p>
        </p:txBody>
      </p:sp>
      <p:sp>
        <p:nvSpPr>
          <p:cNvPr id="3" name="S09-chip195"/>
          <p:cNvSpPr txBox="1"/>
          <p:nvPr/>
        </p:nvSpPr>
        <p:spPr>
          <a:xfrm>
            <a:off x="548640" y="160020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800" dirty="0"/>
          </a:p>
        </p:txBody>
      </p:sp>
      <p:sp>
        <p:nvSpPr>
          <p:cNvPr id="4" name="S09-num196"/>
          <p:cNvSpPr txBox="1"/>
          <p:nvPr/>
        </p:nvSpPr>
        <p:spPr>
          <a:xfrm>
            <a:off x="1463040" y="137160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5" name="S09-fracbar197"/>
          <p:cNvSpPr/>
          <p:nvPr/>
        </p:nvSpPr>
        <p:spPr>
          <a:xfrm>
            <a:off x="1499616" y="1857756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6" name="S09-num198"/>
          <p:cNvSpPr txBox="1"/>
          <p:nvPr/>
        </p:nvSpPr>
        <p:spPr>
          <a:xfrm>
            <a:off x="1463040" y="189433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7" name="S09-op199"/>
          <p:cNvSpPr txBox="1"/>
          <p:nvPr/>
        </p:nvSpPr>
        <p:spPr>
          <a:xfrm>
            <a:off x="2082546" y="1371600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8" name="S09-blank200"/>
          <p:cNvSpPr/>
          <p:nvPr/>
        </p:nvSpPr>
        <p:spPr>
          <a:xfrm>
            <a:off x="2696870" y="1430045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09-fracbar201"/>
          <p:cNvSpPr/>
          <p:nvPr/>
        </p:nvSpPr>
        <p:spPr>
          <a:xfrm>
            <a:off x="2644902" y="1857756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0" name="S09-num202"/>
          <p:cNvSpPr txBox="1"/>
          <p:nvPr/>
        </p:nvSpPr>
        <p:spPr>
          <a:xfrm>
            <a:off x="2608326" y="189433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000" dirty="0"/>
          </a:p>
        </p:txBody>
      </p:sp>
      <p:sp>
        <p:nvSpPr>
          <p:cNvPr id="11" name="S09-chip203"/>
          <p:cNvSpPr txBox="1"/>
          <p:nvPr/>
        </p:nvSpPr>
        <p:spPr>
          <a:xfrm>
            <a:off x="548640" y="301752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800" dirty="0"/>
          </a:p>
        </p:txBody>
      </p:sp>
      <p:sp>
        <p:nvSpPr>
          <p:cNvPr id="12" name="S09-num204"/>
          <p:cNvSpPr txBox="1"/>
          <p:nvPr/>
        </p:nvSpPr>
        <p:spPr>
          <a:xfrm>
            <a:off x="1463040" y="27889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13" name="S09-fracbar205"/>
          <p:cNvSpPr/>
          <p:nvPr/>
        </p:nvSpPr>
        <p:spPr>
          <a:xfrm>
            <a:off x="1499616" y="3275076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4" name="S09-num206"/>
          <p:cNvSpPr txBox="1"/>
          <p:nvPr/>
        </p:nvSpPr>
        <p:spPr>
          <a:xfrm>
            <a:off x="1463040" y="331165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15" name="S09-op207"/>
          <p:cNvSpPr txBox="1"/>
          <p:nvPr/>
        </p:nvSpPr>
        <p:spPr>
          <a:xfrm>
            <a:off x="2082546" y="2788920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16" name="S09-num208"/>
          <p:cNvSpPr txBox="1"/>
          <p:nvPr/>
        </p:nvSpPr>
        <p:spPr>
          <a:xfrm>
            <a:off x="2608326" y="278892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17" name="S09-fracbar209"/>
          <p:cNvSpPr/>
          <p:nvPr/>
        </p:nvSpPr>
        <p:spPr>
          <a:xfrm>
            <a:off x="2644902" y="3275076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8" name="S09-blank210"/>
          <p:cNvSpPr/>
          <p:nvPr/>
        </p:nvSpPr>
        <p:spPr>
          <a:xfrm>
            <a:off x="2696870" y="3370097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9-chip211"/>
          <p:cNvSpPr txBox="1"/>
          <p:nvPr/>
        </p:nvSpPr>
        <p:spPr>
          <a:xfrm>
            <a:off x="548640" y="443484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800" dirty="0"/>
          </a:p>
        </p:txBody>
      </p:sp>
      <p:sp>
        <p:nvSpPr>
          <p:cNvPr id="20" name="S09-num212"/>
          <p:cNvSpPr txBox="1"/>
          <p:nvPr/>
        </p:nvSpPr>
        <p:spPr>
          <a:xfrm>
            <a:off x="1463040" y="420624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21" name="S09-fracbar213"/>
          <p:cNvSpPr/>
          <p:nvPr/>
        </p:nvSpPr>
        <p:spPr>
          <a:xfrm>
            <a:off x="1499616" y="4692396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2" name="S09-num214"/>
          <p:cNvSpPr txBox="1"/>
          <p:nvPr/>
        </p:nvSpPr>
        <p:spPr>
          <a:xfrm>
            <a:off x="1463040" y="4728972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000" dirty="0"/>
          </a:p>
        </p:txBody>
      </p:sp>
      <p:sp>
        <p:nvSpPr>
          <p:cNvPr id="23" name="S09-op215"/>
          <p:cNvSpPr txBox="1"/>
          <p:nvPr/>
        </p:nvSpPr>
        <p:spPr>
          <a:xfrm>
            <a:off x="2082546" y="4206240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4" name="S09-num216"/>
          <p:cNvSpPr txBox="1"/>
          <p:nvPr/>
        </p:nvSpPr>
        <p:spPr>
          <a:xfrm>
            <a:off x="2608326" y="4206240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25" name="S09-fracbar217"/>
          <p:cNvSpPr/>
          <p:nvPr/>
        </p:nvSpPr>
        <p:spPr>
          <a:xfrm>
            <a:off x="2644902" y="4692396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6" name="S09-blank218"/>
          <p:cNvSpPr/>
          <p:nvPr/>
        </p:nvSpPr>
        <p:spPr>
          <a:xfrm>
            <a:off x="2696870" y="4787417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9-card219"/>
          <p:cNvSpPr/>
          <p:nvPr/>
        </p:nvSpPr>
        <p:spPr>
          <a:xfrm>
            <a:off x="5486400" y="1371600"/>
            <a:ext cx="6126480" cy="3246120"/>
          </a:xfrm>
          <a:prstGeom prst="roundRect">
            <a:avLst>
              <a:gd name="adj" fmla="val 338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09-cardtext220"/>
          <p:cNvSpPr txBox="1"/>
          <p:nvPr/>
        </p:nvSpPr>
        <p:spPr>
          <a:xfrm>
            <a:off x="5760720" y="1508760"/>
            <a:ext cx="5577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그림으로 확인하기</a:t>
            </a:r>
            <a:endParaRPr lang="ko-KR" sz="2800" dirty="0"/>
          </a:p>
        </p:txBody>
      </p:sp>
      <p:sp>
        <p:nvSpPr>
          <p:cNvPr id="29" name="S09-cell221"/>
          <p:cNvSpPr/>
          <p:nvPr/>
        </p:nvSpPr>
        <p:spPr>
          <a:xfrm>
            <a:off x="5852160" y="2194560"/>
            <a:ext cx="179832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9-cell222"/>
          <p:cNvSpPr/>
          <p:nvPr/>
        </p:nvSpPr>
        <p:spPr>
          <a:xfrm>
            <a:off x="7650480" y="2194560"/>
            <a:ext cx="179832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9-cell223"/>
          <p:cNvSpPr/>
          <p:nvPr/>
        </p:nvSpPr>
        <p:spPr>
          <a:xfrm>
            <a:off x="9448800" y="2194560"/>
            <a:ext cx="17983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9-figure224" descr="3분의 2"/>
          <p:cNvSpPr/>
          <p:nvPr/>
        </p:nvSpPr>
        <p:spPr>
          <a:xfrm>
            <a:off x="5852160" y="2194560"/>
            <a:ext cx="539496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3" name="S09-cell225"/>
          <p:cNvSpPr/>
          <p:nvPr/>
        </p:nvSpPr>
        <p:spPr>
          <a:xfrm>
            <a:off x="5852160" y="3154680"/>
            <a:ext cx="899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9-cell226"/>
          <p:cNvSpPr/>
          <p:nvPr/>
        </p:nvSpPr>
        <p:spPr>
          <a:xfrm>
            <a:off x="6751320" y="3154680"/>
            <a:ext cx="899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9-cell227"/>
          <p:cNvSpPr/>
          <p:nvPr/>
        </p:nvSpPr>
        <p:spPr>
          <a:xfrm>
            <a:off x="7650480" y="3154680"/>
            <a:ext cx="899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9-cell228"/>
          <p:cNvSpPr/>
          <p:nvPr/>
        </p:nvSpPr>
        <p:spPr>
          <a:xfrm>
            <a:off x="8549640" y="3154680"/>
            <a:ext cx="899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9-cell229"/>
          <p:cNvSpPr/>
          <p:nvPr/>
        </p:nvSpPr>
        <p:spPr>
          <a:xfrm>
            <a:off x="9448800" y="3154680"/>
            <a:ext cx="899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9-cell230"/>
          <p:cNvSpPr/>
          <p:nvPr/>
        </p:nvSpPr>
        <p:spPr>
          <a:xfrm>
            <a:off x="10347960" y="3154680"/>
            <a:ext cx="899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9-figure231" descr="6칸 띠, 색칠 없음"/>
          <p:cNvSpPr/>
          <p:nvPr/>
        </p:nvSpPr>
        <p:spPr>
          <a:xfrm>
            <a:off x="5852160" y="3154680"/>
            <a:ext cx="539496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9-text232"/>
          <p:cNvSpPr txBox="1"/>
          <p:nvPr/>
        </p:nvSpPr>
        <p:spPr>
          <a:xfrm>
            <a:off x="5852160" y="3931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띠에 같은 양을 색칠해 보세요.</a:t>
            </a:r>
            <a:endParaRPr lang="ko-KR" sz="2200" dirty="0"/>
          </a:p>
        </p:txBody>
      </p:sp>
      <p:sp>
        <p:nvSpPr>
          <p:cNvPr id="41" name="S09-chip233"/>
          <p:cNvSpPr txBox="1"/>
          <p:nvPr/>
        </p:nvSpPr>
        <p:spPr>
          <a:xfrm>
            <a:off x="5486400" y="4892040"/>
            <a:ext cx="6126480" cy="1051560"/>
          </a:xfrm>
          <a:prstGeom prst="roundRect">
            <a:avLst>
              <a:gd name="adj" fmla="val 13913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도움말: 분모가 몇 배가 되었나요? 분자도 똑같이 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분모에 1씩 더해도 될까?</a:t>
            </a:r>
            <a:endParaRPr lang="ko-KR" sz="4000" dirty="0"/>
          </a:p>
        </p:txBody>
      </p:sp>
      <p:sp>
        <p:nvSpPr>
          <p:cNvPr id="3" name="S10-card234"/>
          <p:cNvSpPr/>
          <p:nvPr/>
        </p:nvSpPr>
        <p:spPr>
          <a:xfrm>
            <a:off x="548640" y="132588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35"/>
          <p:cNvSpPr txBox="1"/>
          <p:nvPr/>
        </p:nvSpPr>
        <p:spPr>
          <a:xfrm>
            <a:off x="822960" y="14630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친구의 주장: “분자와 분모에 똑같이 1을 더해도 크기가 같은 분수가 돼요.”</a:t>
            </a:r>
            <a:endParaRPr lang="ko-KR" sz="2200" dirty="0"/>
          </a:p>
        </p:txBody>
      </p:sp>
      <p:sp>
        <p:nvSpPr>
          <p:cNvPr id="5" name="S10-num236"/>
          <p:cNvSpPr txBox="1"/>
          <p:nvPr/>
        </p:nvSpPr>
        <p:spPr>
          <a:xfrm>
            <a:off x="822960" y="301752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6" name="S10-fracbar237"/>
          <p:cNvSpPr/>
          <p:nvPr/>
        </p:nvSpPr>
        <p:spPr>
          <a:xfrm>
            <a:off x="859536" y="353364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0-num238"/>
          <p:cNvSpPr txBox="1"/>
          <p:nvPr/>
        </p:nvSpPr>
        <p:spPr>
          <a:xfrm>
            <a:off x="822960" y="357022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8" name="S10-op239"/>
          <p:cNvSpPr txBox="1"/>
          <p:nvPr/>
        </p:nvSpPr>
        <p:spPr>
          <a:xfrm>
            <a:off x="1469136" y="3017520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3200" dirty="0"/>
          </a:p>
        </p:txBody>
      </p:sp>
      <p:sp>
        <p:nvSpPr>
          <p:cNvPr id="9" name="S10-num240"/>
          <p:cNvSpPr txBox="1"/>
          <p:nvPr/>
        </p:nvSpPr>
        <p:spPr>
          <a:xfrm>
            <a:off x="2233168" y="301752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10-fracbar241"/>
          <p:cNvSpPr/>
          <p:nvPr/>
        </p:nvSpPr>
        <p:spPr>
          <a:xfrm>
            <a:off x="2269744" y="353364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10-num242"/>
          <p:cNvSpPr txBox="1"/>
          <p:nvPr/>
        </p:nvSpPr>
        <p:spPr>
          <a:xfrm>
            <a:off x="2233168" y="357022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2" name="S10-arrow243"/>
          <p:cNvSpPr/>
          <p:nvPr/>
        </p:nvSpPr>
        <p:spPr>
          <a:xfrm>
            <a:off x="1091184" y="2871216"/>
            <a:ext cx="14102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3" name="S10-oplabel244"/>
          <p:cNvSpPr txBox="1"/>
          <p:nvPr/>
        </p:nvSpPr>
        <p:spPr>
          <a:xfrm>
            <a:off x="1091184" y="2503678"/>
            <a:ext cx="14102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</a:t>
            </a:r>
            <a:endParaRPr lang="ko-KR" sz="2200" dirty="0"/>
          </a:p>
        </p:txBody>
      </p:sp>
      <p:sp>
        <p:nvSpPr>
          <p:cNvPr id="14" name="S10-arrow245"/>
          <p:cNvSpPr/>
          <p:nvPr/>
        </p:nvSpPr>
        <p:spPr>
          <a:xfrm>
            <a:off x="1091184" y="4196080"/>
            <a:ext cx="14102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10-oplabel246"/>
          <p:cNvSpPr txBox="1"/>
          <p:nvPr/>
        </p:nvSpPr>
        <p:spPr>
          <a:xfrm>
            <a:off x="1091184" y="4214368"/>
            <a:ext cx="14102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</a:t>
            </a:r>
            <a:endParaRPr lang="ko-KR" sz="2200" dirty="0"/>
          </a:p>
        </p:txBody>
      </p:sp>
      <p:sp>
        <p:nvSpPr>
          <p:cNvPr id="16" name="S10-num247"/>
          <p:cNvSpPr txBox="1"/>
          <p:nvPr/>
        </p:nvSpPr>
        <p:spPr>
          <a:xfrm>
            <a:off x="3886200" y="2697480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7" name="S10-fracbar248"/>
          <p:cNvSpPr/>
          <p:nvPr/>
        </p:nvSpPr>
        <p:spPr>
          <a:xfrm>
            <a:off x="3922776" y="3093720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10-num249"/>
          <p:cNvSpPr txBox="1"/>
          <p:nvPr/>
        </p:nvSpPr>
        <p:spPr>
          <a:xfrm>
            <a:off x="3886200" y="313029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9" name="S10-cell250"/>
          <p:cNvSpPr/>
          <p:nvPr/>
        </p:nvSpPr>
        <p:spPr>
          <a:xfrm>
            <a:off x="4846320" y="2743200"/>
            <a:ext cx="33832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0-cell251"/>
          <p:cNvSpPr/>
          <p:nvPr/>
        </p:nvSpPr>
        <p:spPr>
          <a:xfrm>
            <a:off x="8229600" y="2743200"/>
            <a:ext cx="33832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0-figure252" descr="2분의 1"/>
          <p:cNvSpPr/>
          <p:nvPr/>
        </p:nvSpPr>
        <p:spPr>
          <a:xfrm>
            <a:off x="4846320" y="2743200"/>
            <a:ext cx="676656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0-num253"/>
          <p:cNvSpPr txBox="1"/>
          <p:nvPr/>
        </p:nvSpPr>
        <p:spPr>
          <a:xfrm>
            <a:off x="3886200" y="3703320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3" name="S10-fracbar254"/>
          <p:cNvSpPr/>
          <p:nvPr/>
        </p:nvSpPr>
        <p:spPr>
          <a:xfrm>
            <a:off x="3922776" y="4099560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10-num255"/>
          <p:cNvSpPr txBox="1"/>
          <p:nvPr/>
        </p:nvSpPr>
        <p:spPr>
          <a:xfrm>
            <a:off x="3886200" y="4136136"/>
            <a:ext cx="4297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5" name="S10-cell256"/>
          <p:cNvSpPr/>
          <p:nvPr/>
        </p:nvSpPr>
        <p:spPr>
          <a:xfrm>
            <a:off x="4846320" y="3749040"/>
            <a:ext cx="2255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0-cell257"/>
          <p:cNvSpPr/>
          <p:nvPr/>
        </p:nvSpPr>
        <p:spPr>
          <a:xfrm>
            <a:off x="7101840" y="3749040"/>
            <a:ext cx="2255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0-cell258"/>
          <p:cNvSpPr/>
          <p:nvPr/>
        </p:nvSpPr>
        <p:spPr>
          <a:xfrm>
            <a:off x="9357360" y="3749040"/>
            <a:ext cx="2255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0-figure259" descr="3분의 2"/>
          <p:cNvSpPr/>
          <p:nvPr/>
        </p:nvSpPr>
        <p:spPr>
          <a:xfrm>
            <a:off x="4846320" y="3749040"/>
            <a:ext cx="676656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10-guide260"/>
          <p:cNvSpPr/>
          <p:nvPr/>
        </p:nvSpPr>
        <p:spPr>
          <a:xfrm>
            <a:off x="8229600" y="2606040"/>
            <a:ext cx="0" cy="201168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30" name="S10-card261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31" name="S10-cardtext262"/>
          <p:cNvSpPr txBox="1"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띠의 색칠한 길이가 같나요? 이 주장은 항상 맞을까요?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63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3과 크기가 같은 분수를 두 개 만들어 보세요.</a:t>
            </a:r>
            <a:endParaRPr lang="ko-KR" sz="2800" dirty="0"/>
          </a:p>
        </p:txBody>
      </p:sp>
      <p:sp>
        <p:nvSpPr>
          <p:cNvPr id="4" name="S11-num264"/>
          <p:cNvSpPr txBox="1"/>
          <p:nvPr/>
        </p:nvSpPr>
        <p:spPr>
          <a:xfrm>
            <a:off x="822960" y="224028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5" name="S11-fracbar265"/>
          <p:cNvSpPr/>
          <p:nvPr/>
        </p:nvSpPr>
        <p:spPr>
          <a:xfrm>
            <a:off x="859536" y="2876296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6" name="S11-num266"/>
          <p:cNvSpPr txBox="1"/>
          <p:nvPr/>
        </p:nvSpPr>
        <p:spPr>
          <a:xfrm>
            <a:off x="822960" y="2912872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7" name="S11-op267"/>
          <p:cNvSpPr txBox="1"/>
          <p:nvPr/>
        </p:nvSpPr>
        <p:spPr>
          <a:xfrm>
            <a:off x="1575816" y="2240280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8" name="S11-blank268"/>
          <p:cNvSpPr/>
          <p:nvPr/>
        </p:nvSpPr>
        <p:spPr>
          <a:xfrm>
            <a:off x="2254707" y="2318207"/>
            <a:ext cx="443586" cy="443586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11-fracbar269"/>
          <p:cNvSpPr/>
          <p:nvPr/>
        </p:nvSpPr>
        <p:spPr>
          <a:xfrm>
            <a:off x="2191512" y="2876296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0" name="S11-blank270"/>
          <p:cNvSpPr/>
          <p:nvPr/>
        </p:nvSpPr>
        <p:spPr>
          <a:xfrm>
            <a:off x="2254707" y="2990799"/>
            <a:ext cx="443586" cy="443586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11-op271"/>
          <p:cNvSpPr txBox="1"/>
          <p:nvPr/>
        </p:nvSpPr>
        <p:spPr>
          <a:xfrm>
            <a:off x="2907792" y="2240280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2" name="S11-blank272"/>
          <p:cNvSpPr/>
          <p:nvPr/>
        </p:nvSpPr>
        <p:spPr>
          <a:xfrm>
            <a:off x="3586683" y="2318207"/>
            <a:ext cx="443586" cy="443586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11-fracbar273"/>
          <p:cNvSpPr/>
          <p:nvPr/>
        </p:nvSpPr>
        <p:spPr>
          <a:xfrm>
            <a:off x="3523488" y="2876296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11-blank274"/>
          <p:cNvSpPr/>
          <p:nvPr/>
        </p:nvSpPr>
        <p:spPr>
          <a:xfrm>
            <a:off x="3586683" y="2990799"/>
            <a:ext cx="443586" cy="443586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11-cell275"/>
          <p:cNvSpPr/>
          <p:nvPr/>
        </p:nvSpPr>
        <p:spPr>
          <a:xfrm>
            <a:off x="6766560" y="2560320"/>
            <a:ext cx="12115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1-cell276"/>
          <p:cNvSpPr/>
          <p:nvPr/>
        </p:nvSpPr>
        <p:spPr>
          <a:xfrm>
            <a:off x="7978140" y="2560320"/>
            <a:ext cx="12115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1-cell277"/>
          <p:cNvSpPr/>
          <p:nvPr/>
        </p:nvSpPr>
        <p:spPr>
          <a:xfrm>
            <a:off x="9189720" y="2560320"/>
            <a:ext cx="121158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1-cell278"/>
          <p:cNvSpPr/>
          <p:nvPr/>
        </p:nvSpPr>
        <p:spPr>
          <a:xfrm>
            <a:off x="10401300" y="2560320"/>
            <a:ext cx="12115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1-figure279" descr="4분의 3"/>
          <p:cNvSpPr/>
          <p:nvPr/>
        </p:nvSpPr>
        <p:spPr>
          <a:xfrm>
            <a:off x="6766560" y="2560320"/>
            <a:ext cx="48463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1-card280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21" name="S11-cardtext281"/>
          <p:cNvSpPr txBox="1"/>
          <p:nvPr/>
        </p:nvSpPr>
        <p:spPr>
          <a:xfrm>
            <a:off x="822960" y="4389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만들었는지 한 가지 방법을 말하거나 써 보세요.</a:t>
            </a:r>
            <a:endParaRPr lang="ko-KR" sz="2800" dirty="0"/>
          </a:p>
        </p:txBody>
      </p:sp>
      <p:sp>
        <p:nvSpPr>
          <p:cNvPr id="22" name="S11-chip282"/>
          <p:cNvSpPr txBox="1"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22857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점검: 분자와 분모에 같은 수를 곱했나요?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 확인</a:t>
            </a:r>
            <a:endParaRPr lang="ko-KR" sz="4000" dirty="0"/>
          </a:p>
        </p:txBody>
      </p:sp>
      <p:sp>
        <p:nvSpPr>
          <p:cNvPr id="3" name="S13-text283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1과 같은 양을 나타내는 그림을 고르고, 이유를 말해 보세요.</a:t>
            </a:r>
            <a:endParaRPr lang="ko-KR" sz="2800" dirty="0"/>
          </a:p>
        </p:txBody>
      </p:sp>
      <p:sp>
        <p:nvSpPr>
          <p:cNvPr id="4" name="S13-num284"/>
          <p:cNvSpPr txBox="1"/>
          <p:nvPr/>
        </p:nvSpPr>
        <p:spPr>
          <a:xfrm>
            <a:off x="3063240" y="210312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5" name="S13-fracbar285"/>
          <p:cNvSpPr/>
          <p:nvPr/>
        </p:nvSpPr>
        <p:spPr>
          <a:xfrm>
            <a:off x="3099816" y="2529332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6" name="S13-num286"/>
          <p:cNvSpPr txBox="1"/>
          <p:nvPr/>
        </p:nvSpPr>
        <p:spPr>
          <a:xfrm>
            <a:off x="3063240" y="256590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7" name="S13-cell287"/>
          <p:cNvSpPr/>
          <p:nvPr/>
        </p:nvSpPr>
        <p:spPr>
          <a:xfrm>
            <a:off x="4206240" y="2148840"/>
            <a:ext cx="1371600" cy="8686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3-cell288"/>
          <p:cNvSpPr/>
          <p:nvPr/>
        </p:nvSpPr>
        <p:spPr>
          <a:xfrm>
            <a:off x="5577840" y="2148840"/>
            <a:ext cx="1371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289"/>
          <p:cNvSpPr/>
          <p:nvPr/>
        </p:nvSpPr>
        <p:spPr>
          <a:xfrm>
            <a:off x="6949440" y="2148840"/>
            <a:ext cx="1371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figure290" descr="기준: 3칸 중 1칸 색칠, 3분의 1"/>
          <p:cNvSpPr/>
          <p:nvPr/>
        </p:nvSpPr>
        <p:spPr>
          <a:xfrm>
            <a:off x="4206240" y="2148840"/>
            <a:ext cx="411480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3-chip291"/>
          <p:cNvSpPr txBox="1"/>
          <p:nvPr/>
        </p:nvSpPr>
        <p:spPr>
          <a:xfrm>
            <a:off x="685800" y="352044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12" name="S13-cell292"/>
          <p:cNvSpPr/>
          <p:nvPr/>
        </p:nvSpPr>
        <p:spPr>
          <a:xfrm>
            <a:off x="685800" y="4297680"/>
            <a:ext cx="1066800" cy="8001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cell293"/>
          <p:cNvSpPr/>
          <p:nvPr/>
        </p:nvSpPr>
        <p:spPr>
          <a:xfrm>
            <a:off x="1752600" y="4297680"/>
            <a:ext cx="10668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cell294"/>
          <p:cNvSpPr/>
          <p:nvPr/>
        </p:nvSpPr>
        <p:spPr>
          <a:xfrm>
            <a:off x="2819400" y="4297680"/>
            <a:ext cx="10668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cell295"/>
          <p:cNvSpPr/>
          <p:nvPr/>
        </p:nvSpPr>
        <p:spPr>
          <a:xfrm>
            <a:off x="685800" y="5097780"/>
            <a:ext cx="1066800" cy="8001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3-cell296"/>
          <p:cNvSpPr/>
          <p:nvPr/>
        </p:nvSpPr>
        <p:spPr>
          <a:xfrm>
            <a:off x="1752600" y="5097780"/>
            <a:ext cx="10668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cell297"/>
          <p:cNvSpPr/>
          <p:nvPr/>
        </p:nvSpPr>
        <p:spPr>
          <a:xfrm>
            <a:off x="2819400" y="5097780"/>
            <a:ext cx="10668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3-figure298" descr="가: 6칸 중 왼쪽 열 2칸 색칠"/>
          <p:cNvSpPr/>
          <p:nvPr/>
        </p:nvSpPr>
        <p:spPr>
          <a:xfrm>
            <a:off x="685800" y="4297680"/>
            <a:ext cx="3200400" cy="1600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13-chip299"/>
          <p:cNvSpPr txBox="1"/>
          <p:nvPr/>
        </p:nvSpPr>
        <p:spPr>
          <a:xfrm>
            <a:off x="4498848" y="352044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20" name="S13-cell300"/>
          <p:cNvSpPr/>
          <p:nvPr/>
        </p:nvSpPr>
        <p:spPr>
          <a:xfrm>
            <a:off x="4498848" y="4297680"/>
            <a:ext cx="1066800" cy="8001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3-cell301"/>
          <p:cNvSpPr/>
          <p:nvPr/>
        </p:nvSpPr>
        <p:spPr>
          <a:xfrm>
            <a:off x="5565648" y="4297680"/>
            <a:ext cx="1066800" cy="8001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3-cell302"/>
          <p:cNvSpPr/>
          <p:nvPr/>
        </p:nvSpPr>
        <p:spPr>
          <a:xfrm>
            <a:off x="6632448" y="4297680"/>
            <a:ext cx="1066800" cy="8001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3-cell303"/>
          <p:cNvSpPr/>
          <p:nvPr/>
        </p:nvSpPr>
        <p:spPr>
          <a:xfrm>
            <a:off x="4498848" y="5097780"/>
            <a:ext cx="10668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3-cell304"/>
          <p:cNvSpPr/>
          <p:nvPr/>
        </p:nvSpPr>
        <p:spPr>
          <a:xfrm>
            <a:off x="5565648" y="5097780"/>
            <a:ext cx="10668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3-cell305"/>
          <p:cNvSpPr/>
          <p:nvPr/>
        </p:nvSpPr>
        <p:spPr>
          <a:xfrm>
            <a:off x="6632448" y="5097780"/>
            <a:ext cx="1066800" cy="8001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3-figure306" descr="나: 6칸 중 윗줄 3칸 색칠"/>
          <p:cNvSpPr/>
          <p:nvPr/>
        </p:nvSpPr>
        <p:spPr>
          <a:xfrm>
            <a:off x="4498848" y="4297680"/>
            <a:ext cx="3200400" cy="1600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7" name="S13-chip307"/>
          <p:cNvSpPr txBox="1"/>
          <p:nvPr/>
        </p:nvSpPr>
        <p:spPr>
          <a:xfrm>
            <a:off x="8321040" y="352044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28" name="S13-cell308"/>
          <p:cNvSpPr/>
          <p:nvPr/>
        </p:nvSpPr>
        <p:spPr>
          <a:xfrm>
            <a:off x="8321040" y="4297680"/>
            <a:ext cx="800100" cy="16002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3-cell309"/>
          <p:cNvSpPr/>
          <p:nvPr/>
        </p:nvSpPr>
        <p:spPr>
          <a:xfrm>
            <a:off x="9121140" y="4297680"/>
            <a:ext cx="8001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3-cell310"/>
          <p:cNvSpPr/>
          <p:nvPr/>
        </p:nvSpPr>
        <p:spPr>
          <a:xfrm>
            <a:off x="9921240" y="4297680"/>
            <a:ext cx="8001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3-cell311"/>
          <p:cNvSpPr/>
          <p:nvPr/>
        </p:nvSpPr>
        <p:spPr>
          <a:xfrm>
            <a:off x="10721340" y="4297680"/>
            <a:ext cx="8001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3-figure312" descr="다: 4칸 중 1칸 색칠"/>
          <p:cNvSpPr/>
          <p:nvPr/>
        </p:nvSpPr>
        <p:spPr>
          <a:xfrm>
            <a:off x="8321040" y="4297680"/>
            <a:ext cx="3200400" cy="16002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13"/>
          <p:cNvSpPr/>
          <p:nvPr/>
        </p:nvSpPr>
        <p:spPr>
          <a:xfrm>
            <a:off x="731520" y="1417320"/>
            <a:ext cx="10698480" cy="1188720"/>
          </a:xfrm>
          <a:prstGeom prst="roundRect">
            <a:avLst>
              <a:gd name="adj" fmla="val 9231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14"/>
          <p:cNvSpPr txBox="1"/>
          <p:nvPr/>
        </p:nvSpPr>
        <p:spPr>
          <a:xfrm>
            <a:off x="1005840" y="15544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분모에 0이 아닌 같은 수를 곱하거나 나누어도 분수의 크기는 같아요.</a:t>
            </a:r>
            <a:endParaRPr lang="ko-KR" sz="2800" dirty="0"/>
          </a:p>
        </p:txBody>
      </p:sp>
      <p:sp>
        <p:nvSpPr>
          <p:cNvPr id="5" name="S14-chip315"/>
          <p:cNvSpPr txBox="1"/>
          <p:nvPr/>
        </p:nvSpPr>
        <p:spPr>
          <a:xfrm>
            <a:off x="731520" y="2834640"/>
            <a:ext cx="5212080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수로 곱하기·나누기</a:t>
            </a:r>
            <a:endParaRPr lang="ko-KR" sz="2200" dirty="0"/>
          </a:p>
        </p:txBody>
      </p:sp>
      <p:sp>
        <p:nvSpPr>
          <p:cNvPr id="6" name="S14-chip316"/>
          <p:cNvSpPr txBox="1"/>
          <p:nvPr/>
        </p:nvSpPr>
        <p:spPr>
          <a:xfrm>
            <a:off x="6217920" y="2834640"/>
            <a:ext cx="5212080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더하기·빼기</a:t>
            </a:r>
            <a:endParaRPr lang="ko-KR" sz="2200" dirty="0"/>
          </a:p>
        </p:txBody>
      </p:sp>
      <p:sp>
        <p:nvSpPr>
          <p:cNvPr id="7" name="S14-text317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op318"/>
          <p:cNvSpPr txBox="1"/>
          <p:nvPr/>
        </p:nvSpPr>
        <p:spPr>
          <a:xfrm>
            <a:off x="822960" y="4206240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14-num319"/>
          <p:cNvSpPr txBox="1"/>
          <p:nvPr/>
        </p:nvSpPr>
        <p:spPr>
          <a:xfrm>
            <a:off x="1512316" y="420624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0" name="S14-fracbar320"/>
          <p:cNvSpPr/>
          <p:nvPr/>
        </p:nvSpPr>
        <p:spPr>
          <a:xfrm>
            <a:off x="1548892" y="4632452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1" name="S14-num321"/>
          <p:cNvSpPr txBox="1"/>
          <p:nvPr/>
        </p:nvSpPr>
        <p:spPr>
          <a:xfrm>
            <a:off x="1512316" y="46690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2" name="S14-op322"/>
          <p:cNvSpPr txBox="1"/>
          <p:nvPr/>
        </p:nvSpPr>
        <p:spPr>
          <a:xfrm>
            <a:off x="2078482" y="4206240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13" name="S14-blank323"/>
          <p:cNvSpPr/>
          <p:nvPr/>
        </p:nvSpPr>
        <p:spPr>
          <a:xfrm>
            <a:off x="2666980" y="4256893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4" name="S14-fracbar324"/>
          <p:cNvSpPr/>
          <p:nvPr/>
        </p:nvSpPr>
        <p:spPr>
          <a:xfrm>
            <a:off x="2619502" y="4632452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5" name="S14-num325"/>
          <p:cNvSpPr txBox="1"/>
          <p:nvPr/>
        </p:nvSpPr>
        <p:spPr>
          <a:xfrm>
            <a:off x="2582926" y="46690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6" name="S14-op326"/>
          <p:cNvSpPr txBox="1"/>
          <p:nvPr/>
        </p:nvSpPr>
        <p:spPr>
          <a:xfrm>
            <a:off x="4206240" y="4206240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7" name="S14-num327"/>
          <p:cNvSpPr txBox="1"/>
          <p:nvPr/>
        </p:nvSpPr>
        <p:spPr>
          <a:xfrm>
            <a:off x="4895596" y="4206240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8" name="S14-fracbar328"/>
          <p:cNvSpPr/>
          <p:nvPr/>
        </p:nvSpPr>
        <p:spPr>
          <a:xfrm>
            <a:off x="4932172" y="4632452"/>
            <a:ext cx="474472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9" name="S14-num329"/>
          <p:cNvSpPr txBox="1"/>
          <p:nvPr/>
        </p:nvSpPr>
        <p:spPr>
          <a:xfrm>
            <a:off x="4895596" y="466902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600" dirty="0"/>
          </a:p>
        </p:txBody>
      </p:sp>
      <p:sp>
        <p:nvSpPr>
          <p:cNvPr id="20" name="S14-op330"/>
          <p:cNvSpPr txBox="1"/>
          <p:nvPr/>
        </p:nvSpPr>
        <p:spPr>
          <a:xfrm>
            <a:off x="5552948" y="4206240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21" name="S14-num331"/>
          <p:cNvSpPr txBox="1"/>
          <p:nvPr/>
        </p:nvSpPr>
        <p:spPr>
          <a:xfrm>
            <a:off x="6057392" y="420624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2" name="S14-fracbar332"/>
          <p:cNvSpPr/>
          <p:nvPr/>
        </p:nvSpPr>
        <p:spPr>
          <a:xfrm>
            <a:off x="6093968" y="4632452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3" name="S14-blank333"/>
          <p:cNvSpPr/>
          <p:nvPr/>
        </p:nvSpPr>
        <p:spPr>
          <a:xfrm>
            <a:off x="6141446" y="4719681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4" name="S14-text334"/>
          <p:cNvSpPr txBox="1"/>
          <p:nvPr/>
        </p:nvSpPr>
        <p:spPr>
          <a:xfrm>
            <a:off x="7680960" y="43434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5분의 2와 크기가 같은 분수 하나</a:t>
            </a:r>
            <a:endParaRPr lang="ko-KR" sz="2200" dirty="0"/>
          </a:p>
        </p:txBody>
      </p:sp>
      <p:sp>
        <p:nvSpPr>
          <p:cNvPr id="25" name="S14-text335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약분 — 크기가 같은 분수 중에서 가장 간단한 분수 찾기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똑같이 나누기와 분수</a:t>
            </a:r>
            <a:endParaRPr lang="ko-KR" sz="4000" dirty="0"/>
          </a:p>
        </p:txBody>
      </p:sp>
      <p:sp>
        <p:nvSpPr>
          <p:cNvPr id="3" name="S15-cell336"/>
          <p:cNvSpPr/>
          <p:nvPr/>
        </p:nvSpPr>
        <p:spPr>
          <a:xfrm>
            <a:off x="548640" y="1554480"/>
            <a:ext cx="1417320" cy="8686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15-cell337"/>
          <p:cNvSpPr/>
          <p:nvPr/>
        </p:nvSpPr>
        <p:spPr>
          <a:xfrm>
            <a:off x="1965960" y="1554480"/>
            <a:ext cx="14173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5-cell338"/>
          <p:cNvSpPr/>
          <p:nvPr/>
        </p:nvSpPr>
        <p:spPr>
          <a:xfrm>
            <a:off x="3383280" y="1554480"/>
            <a:ext cx="14173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5-cell339"/>
          <p:cNvSpPr/>
          <p:nvPr/>
        </p:nvSpPr>
        <p:spPr>
          <a:xfrm>
            <a:off x="4800600" y="1554480"/>
            <a:ext cx="14173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figure340" descr="똑같이 4칸, 1칸 색칠"/>
          <p:cNvSpPr/>
          <p:nvPr/>
        </p:nvSpPr>
        <p:spPr>
          <a:xfrm>
            <a:off x="548640" y="1554480"/>
            <a:ext cx="566928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5-text341"/>
          <p:cNvSpPr txBox="1"/>
          <p:nvPr/>
        </p:nvSpPr>
        <p:spPr>
          <a:xfrm>
            <a:off x="548640" y="2560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똑같이 4로 나눈 것 중의 1</a:t>
            </a:r>
            <a:endParaRPr lang="ko-KR" sz="2800" dirty="0"/>
          </a:p>
        </p:txBody>
      </p:sp>
      <p:sp>
        <p:nvSpPr>
          <p:cNvPr id="9" name="S15-num342"/>
          <p:cNvSpPr txBox="1"/>
          <p:nvPr/>
        </p:nvSpPr>
        <p:spPr>
          <a:xfrm>
            <a:off x="6629400" y="1463040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000" dirty="0"/>
          </a:p>
        </p:txBody>
      </p:sp>
      <p:sp>
        <p:nvSpPr>
          <p:cNvPr id="10" name="S15-fracbar343"/>
          <p:cNvSpPr/>
          <p:nvPr/>
        </p:nvSpPr>
        <p:spPr>
          <a:xfrm>
            <a:off x="6665976" y="2099056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1" name="S15-num344"/>
          <p:cNvSpPr txBox="1"/>
          <p:nvPr/>
        </p:nvSpPr>
        <p:spPr>
          <a:xfrm>
            <a:off x="6629400" y="2135632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12" name="S15-text345"/>
          <p:cNvSpPr txBox="1"/>
          <p:nvPr/>
        </p:nvSpPr>
        <p:spPr>
          <a:xfrm>
            <a:off x="7589520" y="1554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분자: 색칠한 칸 수</a:t>
            </a:r>
            <a:endParaRPr lang="ko-KR" sz="2200" dirty="0"/>
          </a:p>
        </p:txBody>
      </p:sp>
      <p:sp>
        <p:nvSpPr>
          <p:cNvPr id="13" name="S15-text346"/>
          <p:cNvSpPr txBox="1"/>
          <p:nvPr/>
        </p:nvSpPr>
        <p:spPr>
          <a:xfrm>
            <a:off x="7589520" y="23317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분모: 똑같이 나눈 칸 수</a:t>
            </a:r>
            <a:endParaRPr lang="ko-KR" sz="2200" dirty="0"/>
          </a:p>
        </p:txBody>
      </p:sp>
      <p:sp>
        <p:nvSpPr>
          <p:cNvPr id="14" name="S15-chip347"/>
          <p:cNvSpPr txBox="1"/>
          <p:nvPr/>
        </p:nvSpPr>
        <p:spPr>
          <a:xfrm>
            <a:off x="548640" y="3703320"/>
            <a:ext cx="2926080" cy="548640"/>
          </a:xfrm>
          <a:prstGeom prst="roundRect">
            <a:avLst>
              <a:gd name="adj" fmla="val 26667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해 보기</a:t>
            </a:r>
            <a:endParaRPr lang="ko-KR" sz="2200" dirty="0"/>
          </a:p>
        </p:txBody>
      </p:sp>
      <p:sp>
        <p:nvSpPr>
          <p:cNvPr id="15" name="S15-cell348"/>
          <p:cNvSpPr/>
          <p:nvPr/>
        </p:nvSpPr>
        <p:spPr>
          <a:xfrm>
            <a:off x="548640" y="4526280"/>
            <a:ext cx="128016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5-cell349"/>
          <p:cNvSpPr/>
          <p:nvPr/>
        </p:nvSpPr>
        <p:spPr>
          <a:xfrm>
            <a:off x="1828800" y="4526280"/>
            <a:ext cx="128016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5-cell350"/>
          <p:cNvSpPr/>
          <p:nvPr/>
        </p:nvSpPr>
        <p:spPr>
          <a:xfrm>
            <a:off x="3108960" y="4526280"/>
            <a:ext cx="1280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5-figure351" descr="똑같이 3칸, 2칸 색칠"/>
          <p:cNvSpPr/>
          <p:nvPr/>
        </p:nvSpPr>
        <p:spPr>
          <a:xfrm>
            <a:off x="548640" y="4526280"/>
            <a:ext cx="384048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15-op352"/>
          <p:cNvSpPr txBox="1"/>
          <p:nvPr/>
        </p:nvSpPr>
        <p:spPr>
          <a:xfrm>
            <a:off x="4572000" y="4343400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600" dirty="0"/>
          </a:p>
        </p:txBody>
      </p:sp>
      <p:sp>
        <p:nvSpPr>
          <p:cNvPr id="20" name="S15-blank353"/>
          <p:cNvSpPr/>
          <p:nvPr/>
        </p:nvSpPr>
        <p:spPr>
          <a:xfrm>
            <a:off x="5345410" y="4394053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1" name="S15-fracbar354"/>
          <p:cNvSpPr/>
          <p:nvPr/>
        </p:nvSpPr>
        <p:spPr>
          <a:xfrm>
            <a:off x="5297932" y="4769612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2" name="S15-blank355"/>
          <p:cNvSpPr/>
          <p:nvPr/>
        </p:nvSpPr>
        <p:spPr>
          <a:xfrm>
            <a:off x="5345410" y="4856841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3" name="S15-cell356"/>
          <p:cNvSpPr/>
          <p:nvPr/>
        </p:nvSpPr>
        <p:spPr>
          <a:xfrm>
            <a:off x="6400800" y="4526280"/>
            <a:ext cx="768096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5-cell357"/>
          <p:cNvSpPr/>
          <p:nvPr/>
        </p:nvSpPr>
        <p:spPr>
          <a:xfrm>
            <a:off x="7168896" y="4526280"/>
            <a:ext cx="768096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5-cell358"/>
          <p:cNvSpPr/>
          <p:nvPr/>
        </p:nvSpPr>
        <p:spPr>
          <a:xfrm>
            <a:off x="7936992" y="4526280"/>
            <a:ext cx="768096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5-cell359"/>
          <p:cNvSpPr/>
          <p:nvPr/>
        </p:nvSpPr>
        <p:spPr>
          <a:xfrm>
            <a:off x="8705088" y="4526280"/>
            <a:ext cx="768096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5-cell360"/>
          <p:cNvSpPr/>
          <p:nvPr/>
        </p:nvSpPr>
        <p:spPr>
          <a:xfrm>
            <a:off x="9473184" y="4526280"/>
            <a:ext cx="768096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5-figure361" descr="똑같이 5칸, 2칸 색칠"/>
          <p:cNvSpPr/>
          <p:nvPr/>
        </p:nvSpPr>
        <p:spPr>
          <a:xfrm>
            <a:off x="6400800" y="4526280"/>
            <a:ext cx="384048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15-op362"/>
          <p:cNvSpPr txBox="1"/>
          <p:nvPr/>
        </p:nvSpPr>
        <p:spPr>
          <a:xfrm>
            <a:off x="10424160" y="4343400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600" dirty="0"/>
          </a:p>
        </p:txBody>
      </p:sp>
      <p:sp>
        <p:nvSpPr>
          <p:cNvPr id="30" name="S15-blank363"/>
          <p:cNvSpPr/>
          <p:nvPr/>
        </p:nvSpPr>
        <p:spPr>
          <a:xfrm>
            <a:off x="11197570" y="4394053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15-fracbar364"/>
          <p:cNvSpPr/>
          <p:nvPr/>
        </p:nvSpPr>
        <p:spPr>
          <a:xfrm>
            <a:off x="11150092" y="4769612"/>
            <a:ext cx="383286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32" name="S15-blank365"/>
          <p:cNvSpPr/>
          <p:nvPr/>
        </p:nvSpPr>
        <p:spPr>
          <a:xfrm>
            <a:off x="11197570" y="4856841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크기가 같은 분수</dc:title>
  <dc:subject>KR22-G05-MAT-FRAC-EQUIV-L01</dc:subject>
  <dc:creator>education-ppt</dc:creator>
  <cp:lastModifiedBy>education-ppt</cp:lastModifiedBy>
  <cp:revision>1</cp:revision>
  <dcterms:created xsi:type="dcterms:W3CDTF">2026-10-26T06:37:59Z</dcterms:created>
  <dcterms:modified xsi:type="dcterms:W3CDTF">2026-10-26T06:37:59Z</dcterms:modified>
</cp:coreProperties>
</file>