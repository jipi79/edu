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4464577-24cc-44b7-22f6-5a195626a493}">
          <p14:sldIdLst>
            <p14:sldId id="256"/>
            <p14:sldId id="257"/>
          </p14:sldIdLst>
        </p14:section>
        <p14:section name="개념" id="{16920c1f-22c7-9106-efd1-3748d12d263d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69149501-4dcd-0ae4-c1c1-80aa05a90964}">
          <p14:sldIdLst>
            <p14:sldId id="261"/>
            <p14:sldId id="264"/>
            <p14:sldId id="265"/>
          </p14:sldIdLst>
        </p14:section>
        <p14:section name="개념" id="{c4fc228d-7a4d-f541-0e56-dcb747edfaeb}">
          <p14:sldIdLst/>
        </p14:section>
        <p14:section name="연습" id="{8501bb8b-68ff-4387-61ef-eb34000c79a7}">
          <p14:sldIdLst/>
        </p14:section>
        <p14:section name="확인" id="{d46d73e9-0bda-0815-95ed-5a76cdf0e182}">
          <p14:sldIdLst>
            <p14:sldId id="266"/>
            <p14:sldId id="267"/>
            <p14:sldId id="268"/>
          </p14:sldIdLst>
        </p14:section>
        <p14:section name="정리" id="{4592f1a9-9afe-21e5-6f81-f5f3fb2d6996}">
          <p14:sldIdLst>
            <p14:sldId id="269"/>
          </p14:sldIdLst>
        </p14:section>
        <p14:section name="보충" id="{d71775f3-c7b7-ac29-ef5d-4a7dc1136c1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두 수에 함께 쓰이는 약수와 배수를 찾는다는 오늘의 질문을 알려 줍니다.
시간: 약 2분
이렇게 말해 보세요
- “12와 18을 둘 다 나누어떨어지게 하는 수가 있을까? 그중 가장 큰 수는 무엇일까?”
- “반대로 12의 배수이면서 18의 배수인 수도 있을까? 오늘은 이런 수들을 찾아볼 거야.”
예상 답
- “2요.” “6이요.” “모르겠어요.” 어떤 답이든 괜찮습니다.
막히면
- 답을 확인하지 않고 넘어갑니다. S03에서 표로 찾습니다.
주의
- 답은 6입니다(12와 18의 최대공약수). 지금은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확인(약수와 배수)]
목적: 지난 시간에 배운 약수와 배수를 구하고 관계를 말할 수 있는지 확인합니다.
시간: 약 3분
이렇게 말해 보세요
- “18의 약수를 모두 말해 볼래? 짝을 지어 찾아도 돼.”
- “6의 배수를 작은 수부터 3개 말해 봐.”
- “24 = 4 × 6에서 약수와 배수를 말해 볼래?”
정답
- ① 1, 2, 3, 6, 9, 18
- ② 6, 12, 18
- ③ 4와 6은 24의 약수, 24는 4와 6의 배수
막히면
- 약수나 배수를 구하지 못하면 S15(보충)를 먼저 합니다. 보충으로도 어려우면 앞 차시 ‘약수와 배수’를 다시 합니다.
주의
- 약수를 빠뜨리지 않고 모두 쓰는지가 중요합니다. 오늘은 두 수의 약수를 모두 써서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공약수와 최대공약수의 뜻]
목적: 두 수의 약수를 모두 써서 공통인 약수(공약수)와 그중 가장 큰 수(최대공약수)를 찾고, 공약수는 최대공약수의 약수와 같다는 것을 압니다.
시간: 약 3분
이렇게 말해 보세요
- “12의 약수와 18의 약수에 ○를 했어. 둘 다 ○인 수는 무엇이야?”
- “이런 수를 12와 18의 공약수라고 해. 그중 가장 큰 수는?”
- “최대공약수 6의 약수를 써 볼래? 공약수와 비교하면 어때?”
예상 답
- “1, 2, 3, 6이에요.” “가장 큰 것은 6이에요.” “6의 약수랑 공약수가 똑같아요.”
막히면
- 12와 18을 각각 공약수로 나누어 보게 합니다(12 ÷ 6 = 2, 18 ÷ 6 = 3).
주의
- ‘공약수는 최대공약수의 약수’라는 성질 덕분에 최대공약수만 구하면 공약수를 모두 알 수 있습니다.
- 1은 모든 두 수의 공약수입니다.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곱셈식으로 최대공약수 구하기]
목적: 두 수를 더 이상 나눌 수 없는 수의 곱으로 나타내고, 공통인 부분의 곱이 최대공약수임을 압니다.
시간: 약 3분
이렇게 말해 보세요
- “12를 2 × 6으로 쓸 수 있지? 6을 또 2 × 3으로 쓰면 12 = 2 × 2 × 3이야.”
- “18은 어떻게 쓸 수 있을까?”
- “두 곱셈식에 똑같이 들어 있는 수는 무엇과 무엇이야? 곱하면?”
예상 답
- “18 = 2 × 3 × 3이에요.” “2와 3이 같아요. 2 × 3 = 6이에요.”
막히면
- 12 = 2 × 6, 18 = 3 × 6처럼 큰 공통 부분 6을 먼저 보여 주어도 됩니다.
주의
- 공통인 2와 3에 같은 색으로 동그라미를 치게 하면 잘 보입니다. ‘소인수분해’라는 말은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공약수로 나누어 최대공약수 구하기(시범)]
목적: 두 수를 공약수로 계속 나누는 방법(거꾸로 된 나눗셈)으로 최대공약수를 구하는 방법을 보여 줍니다.
시간: 약 3분
이렇게 말해 보세요
- “12와 18을 둘 다 나누어떨어지게 하는 수 2로 나누면 몫은?”
- “6과 9를 또 함께 나눌 수 있는 수는? 3으로 나누면?”
- “2와 3은 1 말고 함께 나눌 수 있는 수가 없지? 여기서 멈추고 왼쪽 수를 곱해.”
예상 답
- “6과 9요.” “2와 3이요.” “2 × 3 = 6이에요.”
막히면
- 공책에 실제로 거꾸로 된 나눗셈 모양(12  18 위에 2 ) 를 쓰고 아래에 몫)을 함께 써 봅니다.
주의
- 화면의 표는 공책에 쓰는 거꾸로 된 나눗셈을 옮긴 것입니다. 왼쪽 칸이 나눈 공약수, 오른쪽 두 칸이 수와 몫입니다.
- 처음에 6으로 바로 나누어도 됩니다(몫 2와 3). 어떤 공약수로 나누어도 왼쪽 수의 곱은 같습니다.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연습(최대공약수와 공약수)]
목적: 도움을 받으며 공약수로 나누기나 곱셈식으로 최대공약수를 구하고, 최대공약수의 약수로 공약수를 모두 구합니다.
시간: 약 3분
이렇게 말해 보세요
- “오른쪽 표에서 8과 12를 함께 나눌 수 있는 수는? 몫을 써 볼래?”
- “더 나눌 수 없을 때 왼쪽 수를 곱하면?”
- “③은 ①에서 구한 최대공약수를 쓰면 쉬워. 8의 약수는?”
정답
- ① 8 (2 × 2 × 2, 표: 2) 8 12 → 2) 4 6 → 2 3)
- ② 10 (2 × 5 또는 10으로 한 번에)
- ③ 1, 2, 4, 8(최대공약수 8의 약수)
막히면
- 16과 24의 약수를 모두 써서 S03처럼 ○를 하게 합니다.
주의
- ②에서 10으로 한 번에 나누어도 됩니다(몫 2와 3). 표의 빈칸 수와 다르게 나누어도 왼쪽 수의 곱이 8이면 정답입니다.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공배수와 최소공배수의 뜻]
목적: 두 수의 배수를 써서 공통인 배수(공배수)와 그중 가장 작은 수(최소공배수)를 찾고, 공배수는 최소공배수의 배수라는 것을 압니다.
시간: 약 3분
이렇게 말해 보세요
- “4의 배수와 6의 배수에 ○를 했어. 둘 다 ○인 수는?”
- “이런 수를 공배수라고 해. 가장 작은 공배수는? 가장 큰 공배수도 있을까?”
- “12, 24, 36은 12의 무엇이야?”
예상 답
- “12, 24, 36이에요.” “가장 작은 것은 12예요.” “가장 큰 것은 없어요. 끝없이 있어요.” “12의 배수예요.”
막히면
- 4단과 6단 곱셈구구를 나란히 써서 같은 수를 찾게 합니다.
주의
- 공배수는 끝없이 많아 ‘최대공배수’는 없습니다. 표는 36까지만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공약수로 나누어 최소공배수 구하기(시범)]
목적: 공약수로 나누기 표에서 나눈 공약수와 맨 아래 몫을 모두 곱하면 최소공배수가 된다는 것을 보여 주고, 배수를 써서 확인합니다.
시간: 약 3분
이렇게 말해 보세요
- “S05에서 만든 표야. 최대공약수는 왼쪽 수만 곱했지? 최소공배수는 왼쪽 수와 맨 아래 몫까지 모두 곱해.”
- “곱셈식으로 보면 12 = 2 × 2 × 3, 18 = 2 × 3 × 3이야. 공통인 2 × 3에 남은 2와 3을 곱해도 36이지?”
- “2 × 3 × 2 × 3은?”
- “12의 배수와 18의 배수를 써서 36이 가장 작은 공배수인지 확인해 볼까?”
예상 답
- “36이에요.” “12, 24, 36과 18, 36에서 처음 같은 수가 36이에요.”
막히면
- 12의 배수(12, 24, 36)와 18의 배수(18, 36)를 나란히 써서 확인합니다.
주의
- 최대공약수 6 × 2 × 3 = 36처럼 ‘최대공약수 × 맨 아래 두 몫’으로 기억해도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연습(최소공배수와 공배수)]
목적: 도움을 받으며 최소공배수를 구하고, 공배수는 최소공배수의 배수임을 이용해 공배수를 씁니다.
시간: 약 3분
이렇게 말해 보세요
- “6과 8을 함께 나눌 수 있는 수는? 몫은? 모두 곱하면?”
- “6과 8의 공배수는 최소공배수의 배수야. 작은 수부터 3개는?”
- “10과 15는 어떤 공약수로 나눌까?”
정답
- ① 24 (2) 6 8 → 3 4, 2 × 3 × 4)
- ② 24, 48, 72
- ③ 30 (5) 10 15 → 2 3, 5 × 2 × 3)
막히면
- 6의 배수와 8의 배수를 나란히 써서 처음 같아지는 수를 찾게 합니다.
주의
- ②에서 48과 72도 6과 8로 나누어떨어지는지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비교(두 수를 곱하면 최소공배수)]
목적: 두 수를 곱하면 항상 최소공배수가 된다고 생각하는 실수(M2)를 배수를 써서 반박합니다.
시간: 약 3분
이렇게 말해 보세요
- “4의 배수와 6의 배수를 써 볼래? 처음 같아지는 수는?”
- “24도 공배수이긴 해. 그런데 가장 작은 공배수일까?”
- “두 수를 곱한 것이 최소공배수가 되는 때도 있을까?”
예상 답
- “곰이요. 12가 더 작아요.”
정답
- 곰이 맞습니다. 4의 배수 4, 8, 12 …와 6의 배수 6, 12 …에서 처음 같아지는 수가 12입니다.
- 24는 공배수이지만 가장 작지 않습니다. 4와 6은 공약수 2가 있어서 곱하면 2를 한 번 더 곱하게 됩니다.
- 두 수의 공약수가 1뿐일 때(예: 4와 5)는 곱 20이 최소공배수입니다.
막히면
- S07의 표를 다시 보여 줍니다.
주의
- ‘곱하면 공배수’는 맞지만 ‘곱하면 최소공배수’는 항상 맞지는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공약수로 나누기(또는 다른 방법)로 최대공약수·공약수(A)와 최소공배수(B)를 구하는지 확인합니다.
시간: 약 4분
이렇게 말해 보세요
- “이번에는 혼자 해 볼래? 종이에 공약수로 나누는 표를 그려서 해도 돼. 어떻게 구했는지 말해 줘.”
정답
- ① 6 (2) 18 24 → 3) 9 12 → 3 4, 2 × 3)
- ② 1, 2, 3, 6(6의 약수)
- ③ 72 (2 × 3 × 3 × 4)
막히면
- 바로 알려 주지 말고 “18과 24를 함께 나눌 수 있는 수부터 찾아볼까?”라고만 묻습니다.
- 도움을 받아 해결했다면 기록표에 ‘도움’으로 표시합니다.
주의
-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최대공약수와 최소공배수를 혼동하거나 두 수를 곱하기만 하는 실수를 바로잡습니다. 수업용에만 있는 장입니다.
시간: 약 2분
이렇게 말해 보세요
- “네 답과 같은지 볼까? 72 ÷ 18과 72 ÷ 24는 나누어떨어져?”
정답
- ① 6 ② 1, 2, 3, 6 ③ 72
막히면
- ③을 432라고 했다면 S10으로 돌아갑니다(M2).
- 최대공약수와 최소공배수를 바꾸어 썼다면 ‘약수는 작고 배수는 크다’를 다시 말해 봅니다(M1).
주의
- 72 ÷ 18 = 4, 72 ÷ 24 = 3입니다.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확인(생활 문제에 쓰기)]
목적: 처음 보는 생활 문제에서 최대공약수와 최소공배수 중 무엇을 구해야 하는지 판단하고 해결하는지 확인합니다.
시간: 약 3분
이렇게 말해 보세요
- “①은 두 수를 모두 나누어떨어지게 하는 수를 찾는 문제일까, 두 수의 배수를 찾는 문제일까?”
- “②는 4분, 8분, 12분 …과 6분, 12분 …에서 처음 같아지는 때를 찾는 거야.”
정답
- ① 12명(24와 36의 최대공약수). 한 명에게 사탕 2개, 초콜릿 3개
- ② 9시 12분(4와 6의 최소공배수 12분 뒤)
막히면
- ①은 바둑돌로 작은 수(사탕 4개, 초콜릿 6개)를 먼저 나누어 보게 합니다.
주의
- 무엇을 구하는 문제인지(최대공약수인지 최소공배수인지) 까닭을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“최대공약수와 최소공배수를 한 문장씩 설명해 볼래?”
- “다음 수업을 시작할 때 이 세 문제를 먼저 풀 거야.”
예상 답
- “공약수 중에서 가장 큰 수예요.” “공배수 중에서 가장 작은 수예요.”
정답
- ① 4 ② 24 ③ 1, 3
막히면
- S05의 공약수로 나누기 표를 다시 보여 줍니다.
주의
- 복습 세 문제는 다음 수업을 시작할 때 활동지 마지막 쪽과 함께 풉니다.
- 최대공약수는 분수의 약분, 최소공배수는 통분에 쓰입니다. S11·S13 결과를 기록표에 적어 두면 분수 차시로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보충(약수와 배수 다시 보기)]
목적: S02에서 약수나 배수를 구하지 못하면, 곱셈 짝으로 약수를, 곱셈구구로 배수를 찾는 방법을 다시 합니다.
시간: 약 5분
이렇게 말해 보세요
- “12를 두 수의 곱으로 나타내 볼까? 1 × 12, 2 × 6 … 또 있어?”
- “4를 1배, 2배, 3배 하면?”
- “이번에는 18의 약수와 6의 배수를 같은 방법으로 찾아볼래?”
정답
- 18의 약수: 1, 2, 3, 6, 9, 18
- 6의 배수: 6, 12, 18 …
막히면
- 바둑돌 12개로 직사각형을 만들어 봅니다.
주의
- 보충으로도 어려우면 앞 차시 ‘약수와 배수’를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자연수의계산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최대공약수와 최소공배수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최대공약수와 최소공배수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최대공약수와 최소공배수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최대공약수와 최소공배수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18을 모두 나누어떨어지게 하는 가장 큰 수는?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공약수와 최대공약수를 구해요.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공배수와 최소공배수를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18의 약수를 모두 써요.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배수를 작은 수부터 3개 써요.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= 4 × 6에서 약수와 배수는?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공약수와 최대공약수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공통인 약수를 공약수, 그중 가장 큰 수를 최대공약수라고 해요.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공약수: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1, 2, 3, 6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최대공약수: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약수도 1, 2, 3, 6</a:t>
            </a:r>
            <a:endParaRPr lang="ko-KR" sz="2800" dirty="0"/>
          </a:p>
        </p:txBody>
      </p:sp>
      <p:graphicFrame>
        <p:nvGraphicFramePr>
          <p:cNvPr id="4" name="S03-table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01572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12의 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18의 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구해요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곱셈식에 공통으로 들어 있는 수를 곱하면 최대공약수예요.</a:t>
            </a:r>
            <a:endParaRPr lang="ko-KR" sz="2800" dirty="0"/>
          </a:p>
        </p:txBody>
      </p:sp>
      <p:sp>
        <p:nvSpPr>
          <p:cNvPr id="5" name="S04-text18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최대공약수를 구해요.</a:t>
            </a:r>
            <a:endParaRPr lang="ko-KR" sz="2800" dirty="0"/>
          </a:p>
        </p:txBody>
      </p:sp>
      <p:sp>
        <p:nvSpPr>
          <p:cNvPr id="6" name="S04-stepno19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4-text20"/>
          <p:cNvSpPr txBox="1"/>
          <p:nvPr/>
        </p:nvSpPr>
        <p:spPr>
          <a:xfrm>
            <a:off x="1325880" y="2875788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곱으로</a:t>
            </a:r>
            <a:endParaRPr lang="ko-KR" sz="2800" dirty="0"/>
          </a:p>
        </p:txBody>
      </p:sp>
      <p:sp>
        <p:nvSpPr>
          <p:cNvPr id="8" name="S04-eqtext21"/>
          <p:cNvSpPr txBox="1"/>
          <p:nvPr/>
        </p:nvSpPr>
        <p:spPr>
          <a:xfrm>
            <a:off x="6981810" y="2875788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= 2 × 2 × 3</a:t>
            </a:r>
            <a:endParaRPr lang="ko-KR" sz="2800" dirty="0"/>
          </a:p>
        </p:txBody>
      </p:sp>
      <p:sp>
        <p:nvSpPr>
          <p:cNvPr id="9" name="S04-stepno22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23"/>
          <p:cNvSpPr txBox="1"/>
          <p:nvPr/>
        </p:nvSpPr>
        <p:spPr>
          <a:xfrm>
            <a:off x="1325880" y="3589020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18을 곱으로</a:t>
            </a:r>
            <a:endParaRPr lang="ko-KR" sz="2800" dirty="0"/>
          </a:p>
        </p:txBody>
      </p:sp>
      <p:sp>
        <p:nvSpPr>
          <p:cNvPr id="11" name="S04-eqtext24"/>
          <p:cNvSpPr txBox="1"/>
          <p:nvPr/>
        </p:nvSpPr>
        <p:spPr>
          <a:xfrm>
            <a:off x="6981810" y="3589020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= 2 × 3 × 3</a:t>
            </a:r>
            <a:endParaRPr lang="ko-KR" sz="2800" dirty="0"/>
          </a:p>
        </p:txBody>
      </p:sp>
      <p:sp>
        <p:nvSpPr>
          <p:cNvPr id="12" name="S04-stepno25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3" name="S04-text26"/>
          <p:cNvSpPr txBox="1"/>
          <p:nvPr/>
        </p:nvSpPr>
        <p:spPr>
          <a:xfrm>
            <a:off x="1325880" y="4302252"/>
            <a:ext cx="56559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공통인 부분</a:t>
            </a:r>
            <a:endParaRPr lang="ko-KR" sz="2800" dirty="0"/>
          </a:p>
        </p:txBody>
      </p:sp>
      <p:sp>
        <p:nvSpPr>
          <p:cNvPr id="14" name="S04-eqtext27"/>
          <p:cNvSpPr txBox="1"/>
          <p:nvPr/>
        </p:nvSpPr>
        <p:spPr>
          <a:xfrm>
            <a:off x="6981810" y="4302252"/>
            <a:ext cx="465850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나누어 구해요</a:t>
            </a:r>
            <a:endParaRPr lang="ko-KR" sz="4000" dirty="0"/>
          </a:p>
        </p:txBody>
      </p:sp>
      <p:sp>
        <p:nvSpPr>
          <p:cNvPr id="3" name="S05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나눈 공약수들을 모두 곱하면 최대공약수예요.</a:t>
            </a:r>
            <a:endParaRPr lang="ko-KR" sz="2800" dirty="0"/>
          </a:p>
        </p:txBody>
      </p:sp>
      <p:graphicFrame>
        <p:nvGraphicFramePr>
          <p:cNvPr id="6" name="S05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16027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5-stepno31"/>
          <p:cNvSpPr txBox="1"/>
          <p:nvPr/>
        </p:nvSpPr>
        <p:spPr>
          <a:xfrm>
            <a:off x="548640" y="1719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5-text32"/>
          <p:cNvSpPr txBox="1"/>
          <p:nvPr/>
        </p:nvSpPr>
        <p:spPr>
          <a:xfrm>
            <a:off x="1325880" y="171958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18을 공약수 2로 나눠요.</a:t>
            </a:r>
            <a:endParaRPr lang="ko-KR" sz="2800" dirty="0"/>
          </a:p>
        </p:txBody>
      </p:sp>
      <p:sp>
        <p:nvSpPr>
          <p:cNvPr id="8" name="S05-stepno33"/>
          <p:cNvSpPr txBox="1"/>
          <p:nvPr/>
        </p:nvSpPr>
        <p:spPr>
          <a:xfrm>
            <a:off x="548640" y="2432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5-text34"/>
          <p:cNvSpPr txBox="1"/>
          <p:nvPr/>
        </p:nvSpPr>
        <p:spPr>
          <a:xfrm>
            <a:off x="1325880" y="243281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6과 9를 공약수 3으로 나눠요.</a:t>
            </a:r>
            <a:endParaRPr lang="ko-KR" sz="2800" dirty="0"/>
          </a:p>
        </p:txBody>
      </p:sp>
      <p:sp>
        <p:nvSpPr>
          <p:cNvPr id="10" name="S05-stepno35"/>
          <p:cNvSpPr txBox="1"/>
          <p:nvPr/>
        </p:nvSpPr>
        <p:spPr>
          <a:xfrm>
            <a:off x="548640" y="3146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5-text36"/>
          <p:cNvSpPr txBox="1"/>
          <p:nvPr/>
        </p:nvSpPr>
        <p:spPr>
          <a:xfrm>
            <a:off x="1325880" y="314604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 2와 3은 1 말고 공약수가 없어요.</a:t>
            </a:r>
            <a:endParaRPr lang="ko-KR" sz="2800" dirty="0"/>
          </a:p>
        </p:txBody>
      </p:sp>
      <p:sp>
        <p:nvSpPr>
          <p:cNvPr id="12" name="S05-stepno37"/>
          <p:cNvSpPr txBox="1"/>
          <p:nvPr/>
        </p:nvSpPr>
        <p:spPr>
          <a:xfrm>
            <a:off x="548640" y="39049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05-text38"/>
          <p:cNvSpPr txBox="1"/>
          <p:nvPr/>
        </p:nvSpPr>
        <p:spPr>
          <a:xfrm>
            <a:off x="1325880" y="3859276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왼쪽의 수를 곱해요.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최대공약수를 구해 봐요</a:t>
            </a:r>
            <a:endParaRPr lang="ko-KR" sz="4000" dirty="0"/>
          </a:p>
        </p:txBody>
      </p:sp>
      <p:sp>
        <p:nvSpPr>
          <p:cNvPr id="3" name="S06-card39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0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공약수로 나누어요</a:t>
            </a:r>
            <a:endParaRPr lang="ko-KR" sz="2800" dirty="0"/>
          </a:p>
        </p:txBody>
      </p:sp>
      <p:graphicFrame>
        <p:nvGraphicFramePr>
          <p:cNvPr id="7" name="S06-table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84226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)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6-chip4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text4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24의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800" dirty="0"/>
          </a:p>
        </p:txBody>
      </p:sp>
      <p:sp>
        <p:nvSpPr>
          <p:cNvPr id="8" name="S06-chip4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6-text4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20과 30의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800" dirty="0"/>
          </a:p>
        </p:txBody>
      </p:sp>
      <p:sp>
        <p:nvSpPr>
          <p:cNvPr id="10" name="S06-chip4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6-text4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16과 24의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모두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공배수와 최소공배수</a:t>
            </a:r>
            <a:endParaRPr lang="ko-KR" sz="4000" dirty="0"/>
          </a:p>
        </p:txBody>
      </p:sp>
      <p:sp>
        <p:nvSpPr>
          <p:cNvPr id="3" name="S07-card48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9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공통인 배수를 공배수, 그중 가장 작은 수를 최소공배수라고 해요.</a:t>
            </a:r>
            <a:endParaRPr lang="ko-KR" sz="2800" dirty="0"/>
          </a:p>
        </p:txBody>
      </p:sp>
      <p:sp>
        <p:nvSpPr>
          <p:cNvPr id="5" name="S07-card50"/>
          <p:cNvSpPr/>
          <p:nvPr/>
        </p:nvSpPr>
        <p:spPr>
          <a:xfrm>
            <a:off x="548640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1"/>
          <p:cNvSpPr txBox="1"/>
          <p:nvPr/>
        </p:nvSpPr>
        <p:spPr>
          <a:xfrm>
            <a:off x="822960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공배수: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 24, 36 …</a:t>
            </a:r>
            <a:endParaRPr lang="ko-KR" sz="2800" dirty="0"/>
          </a:p>
        </p:txBody>
      </p:sp>
      <p:sp>
        <p:nvSpPr>
          <p:cNvPr id="7" name="S07-card52"/>
          <p:cNvSpPr/>
          <p:nvPr/>
        </p:nvSpPr>
        <p:spPr>
          <a:xfrm>
            <a:off x="6208776" y="3595624"/>
            <a:ext cx="543153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3"/>
          <p:cNvSpPr txBox="1"/>
          <p:nvPr/>
        </p:nvSpPr>
        <p:spPr>
          <a:xfrm>
            <a:off x="6483096" y="3732784"/>
            <a:ext cx="488289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최소공배수: 12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공배수는 12의 배수</a:t>
            </a:r>
            <a:endParaRPr lang="ko-KR" sz="2800" dirty="0"/>
          </a:p>
        </p:txBody>
      </p:sp>
      <p:graphicFrame>
        <p:nvGraphicFramePr>
          <p:cNvPr id="8" name="S07-table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0312"/>
          <a:ext cx="11091672" cy="914400"/>
        </p:xfrm>
        <a:graphic>
          <a:graphicData uri="http://schemas.openxmlformats.org/drawingml/2006/table">
            <a:tbl>
              <a:tblPr/>
              <a:tblGrid>
                <a:gridCol w="1774668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  <a:gridCol w="776417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4의 배수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6의 배수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공배수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구하기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배수로 확인해요: 12, 24, 36 / 18, 36</a:t>
            </a:r>
            <a:endParaRPr lang="ko-KR" sz="2800" dirty="0"/>
          </a:p>
        </p:txBody>
      </p:sp>
      <p:sp>
        <p:nvSpPr>
          <p:cNvPr id="5" name="S08-text57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12와 18의 최소공배수를 구해요.</a:t>
            </a:r>
            <a:endParaRPr lang="ko-KR" sz="2800" dirty="0"/>
          </a:p>
        </p:txBody>
      </p:sp>
      <p:graphicFrame>
        <p:nvGraphicFramePr>
          <p:cNvPr id="9" name="S08-table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80035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3 )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59"/>
          <p:cNvSpPr txBox="1"/>
          <p:nvPr/>
        </p:nvSpPr>
        <p:spPr>
          <a:xfrm>
            <a:off x="548640" y="271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ext60"/>
          <p:cNvSpPr txBox="1"/>
          <p:nvPr/>
        </p:nvSpPr>
        <p:spPr>
          <a:xfrm>
            <a:off x="1325880" y="2716276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공약수로 끝까지 나눠요.</a:t>
            </a:r>
            <a:endParaRPr lang="ko-KR" sz="2800" dirty="0"/>
          </a:p>
        </p:txBody>
      </p:sp>
      <p:sp>
        <p:nvSpPr>
          <p:cNvPr id="9" name="S08-stepno61"/>
          <p:cNvSpPr txBox="1"/>
          <p:nvPr/>
        </p:nvSpPr>
        <p:spPr>
          <a:xfrm>
            <a:off x="548640" y="3475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ext62"/>
          <p:cNvSpPr txBox="1"/>
          <p:nvPr/>
        </p:nvSpPr>
        <p:spPr>
          <a:xfrm>
            <a:off x="1325880" y="3429508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왼쪽의 수와 맨 아래 몫을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곱해요.</a:t>
            </a:r>
            <a:endParaRPr lang="ko-KR" sz="2800" dirty="0"/>
          </a:p>
        </p:txBody>
      </p:sp>
      <p:sp>
        <p:nvSpPr>
          <p:cNvPr id="11" name="S08-stepno63"/>
          <p:cNvSpPr txBox="1"/>
          <p:nvPr/>
        </p:nvSpPr>
        <p:spPr>
          <a:xfrm>
            <a:off x="548640" y="446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8-text64"/>
          <p:cNvSpPr txBox="1"/>
          <p:nvPr/>
        </p:nvSpPr>
        <p:spPr>
          <a:xfrm>
            <a:off x="1325880" y="4461764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× 2 × 3 = 36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최소공배수를 구해 봐요</a:t>
            </a:r>
            <a:endParaRPr lang="ko-KR" sz="4000" dirty="0"/>
          </a:p>
        </p:txBody>
      </p:sp>
      <p:sp>
        <p:nvSpPr>
          <p:cNvPr id="3" name="S09-card65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6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공약수로 나누어요</a:t>
            </a:r>
            <a:endParaRPr lang="ko-KR" sz="2800" dirty="0"/>
          </a:p>
        </p:txBody>
      </p:sp>
      <p:graphicFrame>
        <p:nvGraphicFramePr>
          <p:cNvPr id="10" name="S09-table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339344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 )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9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chip6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8의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800" dirty="0"/>
          </a:p>
        </p:txBody>
      </p:sp>
      <p:sp>
        <p:nvSpPr>
          <p:cNvPr id="8" name="S09-chip7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7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8의 공배수를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수부터 3개</a:t>
            </a:r>
            <a:endParaRPr lang="ko-KR" sz="2800" dirty="0"/>
          </a:p>
        </p:txBody>
      </p:sp>
      <p:sp>
        <p:nvSpPr>
          <p:cNvPr id="10" name="S09-chip7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7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15의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0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최소공배수를 구했어요.</a:t>
            </a:r>
            <a:endParaRPr lang="ko-KR" sz="2800" dirty="0"/>
          </a:p>
        </p:txBody>
      </p:sp>
      <p:sp>
        <p:nvSpPr>
          <p:cNvPr id="5" name="S10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배수를 써서 확인해요.</a:t>
            </a:r>
            <a:endParaRPr lang="ko-KR" sz="2800" dirty="0"/>
          </a:p>
        </p:txBody>
      </p:sp>
      <p:sp>
        <p:nvSpPr>
          <p:cNvPr id="7" name="S10-chip7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24</a:t>
            </a:r>
            <a:endParaRPr lang="ko-KR" sz="2200" dirty="0"/>
          </a:p>
        </p:txBody>
      </p:sp>
      <p:sp>
        <p:nvSpPr>
          <p:cNvPr id="8" name="S10-text7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곱하면 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6 = 24</a:t>
            </a:r>
            <a:endParaRPr lang="ko-KR" sz="2800" dirty="0"/>
          </a:p>
        </p:txBody>
      </p:sp>
      <p:sp>
        <p:nvSpPr>
          <p:cNvPr id="9" name="S10-chip8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12</a:t>
            </a:r>
            <a:endParaRPr lang="ko-KR" sz="2200" dirty="0"/>
          </a:p>
        </p:txBody>
      </p:sp>
      <p:sp>
        <p:nvSpPr>
          <p:cNvPr id="10" name="S10-text8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공배수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작은 수는 12예요.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24를 공약수로 나누어 구해요.</a:t>
            </a:r>
            <a:endParaRPr lang="ko-KR" sz="2800" dirty="0"/>
          </a:p>
        </p:txBody>
      </p:sp>
      <p:sp>
        <p:nvSpPr>
          <p:cNvPr id="4" name="S11-chip8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84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800" dirty="0"/>
          </a:p>
        </p:txBody>
      </p:sp>
      <p:sp>
        <p:nvSpPr>
          <p:cNvPr id="6" name="S11-chip8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86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모두</a:t>
            </a:r>
            <a:endParaRPr lang="ko-KR" sz="2800" dirty="0"/>
          </a:p>
        </p:txBody>
      </p:sp>
      <p:sp>
        <p:nvSpPr>
          <p:cNvPr id="8" name="S11-chip8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88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8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③이 틀렸다면 72가 18과 24로 나누어떨어지는지, 더 작은 공배수는 없는지 확인하게 하세요.</a:t>
            </a:r>
            <a:endParaRPr lang="ko-KR" sz="2800" dirty="0"/>
          </a:p>
        </p:txBody>
      </p:sp>
      <p:sp>
        <p:nvSpPr>
          <p:cNvPr id="5" name="S12-chip9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92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</a:t>
            </a:r>
            <a:endParaRPr lang="ko-KR" sz="2800" dirty="0"/>
          </a:p>
        </p:txBody>
      </p:sp>
      <p:sp>
        <p:nvSpPr>
          <p:cNvPr id="7" name="S12-text93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</a:t>
            </a:r>
            <a:endParaRPr lang="ko-KR" sz="2200" dirty="0"/>
          </a:p>
        </p:txBody>
      </p:sp>
      <p:sp>
        <p:nvSpPr>
          <p:cNvPr id="8" name="S12-text94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1, 2, 3, 6</a:t>
            </a:r>
            <a:endParaRPr lang="ko-KR" sz="2800" dirty="0"/>
          </a:p>
        </p:txBody>
      </p:sp>
      <p:sp>
        <p:nvSpPr>
          <p:cNvPr id="9" name="S12-text95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6의 약수</a:t>
            </a:r>
            <a:endParaRPr lang="ko-KR" sz="2200" dirty="0"/>
          </a:p>
        </p:txBody>
      </p:sp>
      <p:sp>
        <p:nvSpPr>
          <p:cNvPr id="10" name="S12-text96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72</a:t>
            </a:r>
            <a:endParaRPr lang="ko-KR" sz="2800" dirty="0"/>
          </a:p>
        </p:txBody>
      </p:sp>
      <p:sp>
        <p:nvSpPr>
          <p:cNvPr id="11" name="S12-text97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× 3 × 4</a:t>
            </a:r>
            <a:endParaRPr lang="ko-KR" sz="2200" dirty="0"/>
          </a:p>
        </p:txBody>
      </p:sp>
      <p:sp>
        <p:nvSpPr>
          <p:cNvPr id="12" name="S12-chip9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9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432</a:t>
            </a:r>
            <a:endParaRPr lang="ko-KR" sz="2800" dirty="0"/>
          </a:p>
        </p:txBody>
      </p:sp>
      <p:sp>
        <p:nvSpPr>
          <p:cNvPr id="14" name="S12-text10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곱함</a:t>
            </a:r>
            <a:endParaRPr lang="ko-KR" sz="2200" dirty="0"/>
          </a:p>
        </p:txBody>
      </p:sp>
      <p:sp>
        <p:nvSpPr>
          <p:cNvPr id="15" name="S12-text10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</a:t>
            </a:r>
            <a:endParaRPr lang="ko-KR" sz="2800" dirty="0"/>
          </a:p>
        </p:txBody>
      </p:sp>
      <p:sp>
        <p:nvSpPr>
          <p:cNvPr id="16" name="S12-text10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최대공약수와 혼동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0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0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24개와 초콜릿 36개를 최대한 많은 친구에게 남김없이 똑같이 나누어 주려면 몇 명에게 줄 수 있을까요?</a:t>
            </a:r>
            <a:endParaRPr lang="ko-KR" sz="2800" dirty="0"/>
          </a:p>
        </p:txBody>
      </p:sp>
      <p:sp>
        <p:nvSpPr>
          <p:cNvPr id="5" name="S13-chip10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0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4분마다, 6분마다 출발하는 두 버스가 9시에 함께 출발했어요. 다음에 함께 출발하는 시각은?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0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0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최대공약수는 공약수 중 가장 큰 수, 최소공배수는 공배수 중 가장 작은 수예요.</a:t>
            </a:r>
            <a:endParaRPr lang="ko-KR" sz="2800" dirty="0"/>
          </a:p>
        </p:txBody>
      </p:sp>
      <p:sp>
        <p:nvSpPr>
          <p:cNvPr id="5" name="S14-chip10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공약수로 나누어 한 번에 구하기</a:t>
            </a:r>
            <a:endParaRPr lang="ko-KR" sz="2200" dirty="0"/>
          </a:p>
        </p:txBody>
      </p:sp>
      <p:sp>
        <p:nvSpPr>
          <p:cNvPr id="6" name="S14-chip11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수를 곱하면 최소공배수라고 생각하기</a:t>
            </a:r>
            <a:endParaRPr lang="ko-KR" sz="2000" dirty="0"/>
          </a:p>
        </p:txBody>
      </p:sp>
      <p:sp>
        <p:nvSpPr>
          <p:cNvPr id="7" name="S14-text11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1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8과 12의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최대공약수</a:t>
            </a:r>
            <a:endParaRPr lang="ko-KR" sz="2200" dirty="0"/>
          </a:p>
        </p:txBody>
      </p:sp>
      <p:sp>
        <p:nvSpPr>
          <p:cNvPr id="9" name="S14-text11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8과 12의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</a:t>
            </a:r>
            <a:endParaRPr lang="ko-KR" sz="2200" dirty="0"/>
          </a:p>
        </p:txBody>
      </p:sp>
      <p:sp>
        <p:nvSpPr>
          <p:cNvPr id="10" name="S14-text11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9와 12의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공약수 모두</a:t>
            </a:r>
            <a:endParaRPr lang="ko-KR" sz="2200" dirty="0"/>
          </a:p>
        </p:txBody>
      </p:sp>
      <p:sp>
        <p:nvSpPr>
          <p:cNvPr id="11" name="S14-text11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크기가 같은 분수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약수와 배수 다시 보기</a:t>
            </a:r>
            <a:endParaRPr lang="ko-KR" sz="4000" dirty="0"/>
          </a:p>
        </p:txBody>
      </p:sp>
      <p:sp>
        <p:nvSpPr>
          <p:cNvPr id="3" name="S15-text1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 짝으로 약수를, 곱셈구구로 배수를 찾아요.</a:t>
            </a:r>
            <a:endParaRPr lang="ko-KR" sz="2800" dirty="0"/>
          </a:p>
        </p:txBody>
      </p:sp>
      <p:sp>
        <p:nvSpPr>
          <p:cNvPr id="4" name="S15-card1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약수는 나누어떨어지게 하는 수, 배수는 1배, 2배, 3배 … 한 수예요.</a:t>
            </a:r>
            <a:endParaRPr lang="ko-KR" sz="2800" dirty="0"/>
          </a:p>
        </p:txBody>
      </p:sp>
      <p:graphicFrame>
        <p:nvGraphicFramePr>
          <p:cNvPr id="16" name="S15-table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693416"/>
          <a:ext cx="10515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16552"/>
                <a:gridCol w="399592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찾을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답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12의 약수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× 12, 2 × 6, 3 × 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1, 2, 3, 4, 6, 12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4의 배수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1, 4 × 2, 4 × 3 …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 8, 12 …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최대공약수와 최소공배수</dc:title>
  <dc:subject>KR22-G05-MAT-GCDLCM-L01</dc:subject>
  <dc:creator>education-ppt</dc:creator>
  <cp:lastModifiedBy>education-ppt</cp:lastModifiedBy>
  <cp:revision>1</cp:revision>
  <dcterms:created xsi:type="dcterms:W3CDTF">2026-10-26T08:24:43Z</dcterms:created>
  <dcterms:modified xsi:type="dcterms:W3CDTF">2026-10-26T08:24:43Z</dcterms:modified>
</cp:coreProperties>
</file>