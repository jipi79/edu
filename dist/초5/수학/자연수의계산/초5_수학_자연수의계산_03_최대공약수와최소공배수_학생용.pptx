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08a366a-f2b3-c8ed-2d84-753d80678ad9}">
          <p14:sldIdLst>
            <p14:sldId id="256"/>
            <p14:sldId id="257"/>
          </p14:sldIdLst>
        </p14:section>
        <p14:section name="개념" id="{aa793f7d-335b-c284-a427-5dfd5bf26e61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f4887814-bc1b-9b1c-f9b2-663747858b3b}">
          <p14:sldIdLst>
            <p14:sldId id="261"/>
            <p14:sldId id="264"/>
            <p14:sldId id="265"/>
          </p14:sldIdLst>
        </p14:section>
        <p14:section name="개념" id="{256ddbf2-5ab1-4004-f801-2b627a4fde3c}">
          <p14:sldIdLst/>
        </p14:section>
        <p14:section name="연습" id="{03b7aab4-20dc-c97b-822e-27aa30924008}">
          <p14:sldIdLst/>
        </p14:section>
        <p14:section name="확인" id="{9ca99041-f560-b766-b137-0a57bd82c20d}">
          <p14:sldIdLst>
            <p14:sldId id="266"/>
            <p14:sldId id="267"/>
          </p14:sldIdLst>
        </p14:section>
        <p14:section name="정리" id="{f4a975c1-5d2b-6d2c-1b7e-f0cafc8957b6}">
          <p14:sldIdLst>
            <p14:sldId id="268"/>
          </p14:sldIdLst>
        </p14:section>
        <p14:section name="보충" id="{d08adeac-c9b4-7030-30ef-280a9e5fcdb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자연수의계산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최대공약수와 최소공배수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최대공약수와 최소공배수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최대공약수와 최소공배수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최대공약수와 최소공배수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18을 모두 나누어떨어지게 하는 가장 큰 수는?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공약수와 최대공약수를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공배수와 최소공배수를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18의 약수를 모두 써요.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배수를 작은 수부터 3개 써요.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= 4 × 6에서 약수와 배수는?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공약수와 최대공약수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공통인 약수를 공약수, 그중 가장 큰 수를 최대공약수라고 해요.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3595624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3732784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공약수: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1, 2, 3, 6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6208776" y="3595624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3732784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최대공약수: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약수도 1, 2, 3, 6</a:t>
            </a:r>
            <a:endParaRPr lang="ko-KR" sz="2800" dirty="0"/>
          </a:p>
        </p:txBody>
      </p:sp>
      <p:graphicFrame>
        <p:nvGraphicFramePr>
          <p:cNvPr id="4" name="S03-table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01572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12의 약수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18의 약수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공약수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구해요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곱셈식에 공통으로 들어 있는 수를 곱하면 최대공약수예요.</a:t>
            </a:r>
            <a:endParaRPr lang="ko-KR" sz="2800" dirty="0"/>
          </a:p>
        </p:txBody>
      </p:sp>
      <p:sp>
        <p:nvSpPr>
          <p:cNvPr id="5" name="S04-text18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최대공약수를 구해요.</a:t>
            </a:r>
            <a:endParaRPr lang="ko-KR" sz="2800" dirty="0"/>
          </a:p>
        </p:txBody>
      </p:sp>
      <p:sp>
        <p:nvSpPr>
          <p:cNvPr id="6" name="S04-stepno19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20"/>
          <p:cNvSpPr txBox="1"/>
          <p:nvPr/>
        </p:nvSpPr>
        <p:spPr>
          <a:xfrm>
            <a:off x="1325880" y="287578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곱으로</a:t>
            </a:r>
            <a:endParaRPr lang="ko-KR" sz="2800" dirty="0"/>
          </a:p>
        </p:txBody>
      </p:sp>
      <p:sp>
        <p:nvSpPr>
          <p:cNvPr id="8" name="S04-eqtext21"/>
          <p:cNvSpPr txBox="1"/>
          <p:nvPr/>
        </p:nvSpPr>
        <p:spPr>
          <a:xfrm>
            <a:off x="6981810" y="287578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= 2 × 2 × 3</a:t>
            </a:r>
            <a:endParaRPr lang="ko-KR" sz="2800" dirty="0"/>
          </a:p>
        </p:txBody>
      </p:sp>
      <p:sp>
        <p:nvSpPr>
          <p:cNvPr id="9" name="S04-stepno22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23"/>
          <p:cNvSpPr txBox="1"/>
          <p:nvPr/>
        </p:nvSpPr>
        <p:spPr>
          <a:xfrm>
            <a:off x="1325880" y="358902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18을 곱으로</a:t>
            </a:r>
            <a:endParaRPr lang="ko-KR" sz="2800" dirty="0"/>
          </a:p>
        </p:txBody>
      </p:sp>
      <p:sp>
        <p:nvSpPr>
          <p:cNvPr id="11" name="S04-eqtext24"/>
          <p:cNvSpPr txBox="1"/>
          <p:nvPr/>
        </p:nvSpPr>
        <p:spPr>
          <a:xfrm>
            <a:off x="6981810" y="358902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= 2 × 3 × 3</a:t>
            </a:r>
            <a:endParaRPr lang="ko-KR" sz="2800" dirty="0"/>
          </a:p>
        </p:txBody>
      </p:sp>
      <p:sp>
        <p:nvSpPr>
          <p:cNvPr id="12" name="S04-stepno25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4-text26"/>
          <p:cNvSpPr txBox="1"/>
          <p:nvPr/>
        </p:nvSpPr>
        <p:spPr>
          <a:xfrm>
            <a:off x="1325880" y="4302252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공통인 부분</a:t>
            </a:r>
            <a:endParaRPr lang="ko-KR" sz="2800" dirty="0"/>
          </a:p>
        </p:txBody>
      </p:sp>
      <p:sp>
        <p:nvSpPr>
          <p:cNvPr id="14" name="S04-eqtext27"/>
          <p:cNvSpPr txBox="1"/>
          <p:nvPr/>
        </p:nvSpPr>
        <p:spPr>
          <a:xfrm>
            <a:off x="6981810" y="4302252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나누어 구해요</a:t>
            </a:r>
            <a:endParaRPr lang="ko-KR" sz="4000" dirty="0"/>
          </a:p>
        </p:txBody>
      </p:sp>
      <p:sp>
        <p:nvSpPr>
          <p:cNvPr id="3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공약수들을 모두 곱하면 최대공약수예요.</a:t>
            </a:r>
            <a:endParaRPr lang="ko-KR" sz="2800" dirty="0"/>
          </a:p>
        </p:txBody>
      </p:sp>
      <p:graphicFrame>
        <p:nvGraphicFramePr>
          <p:cNvPr id="6" name="S05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16027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2 )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3 )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5-stepno31"/>
          <p:cNvSpPr txBox="1"/>
          <p:nvPr/>
        </p:nvSpPr>
        <p:spPr>
          <a:xfrm>
            <a:off x="548640" y="1719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5-text32"/>
          <p:cNvSpPr txBox="1"/>
          <p:nvPr/>
        </p:nvSpPr>
        <p:spPr>
          <a:xfrm>
            <a:off x="1325880" y="171958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18을 공약수 2로 나눠요.</a:t>
            </a:r>
            <a:endParaRPr lang="ko-KR" sz="2800" dirty="0"/>
          </a:p>
        </p:txBody>
      </p:sp>
      <p:sp>
        <p:nvSpPr>
          <p:cNvPr id="8" name="S05-stepno33"/>
          <p:cNvSpPr txBox="1"/>
          <p:nvPr/>
        </p:nvSpPr>
        <p:spPr>
          <a:xfrm>
            <a:off x="548640" y="2432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5-text34"/>
          <p:cNvSpPr txBox="1"/>
          <p:nvPr/>
        </p:nvSpPr>
        <p:spPr>
          <a:xfrm>
            <a:off x="1325880" y="243281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6과 9를 공약수 3으로 나눠요.</a:t>
            </a:r>
            <a:endParaRPr lang="ko-KR" sz="2800" dirty="0"/>
          </a:p>
        </p:txBody>
      </p:sp>
      <p:sp>
        <p:nvSpPr>
          <p:cNvPr id="10" name="S05-stepno35"/>
          <p:cNvSpPr txBox="1"/>
          <p:nvPr/>
        </p:nvSpPr>
        <p:spPr>
          <a:xfrm>
            <a:off x="548640" y="3146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5-text36"/>
          <p:cNvSpPr txBox="1"/>
          <p:nvPr/>
        </p:nvSpPr>
        <p:spPr>
          <a:xfrm>
            <a:off x="1325880" y="314604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2와 3은 1 말고 공약수가 없어요.</a:t>
            </a:r>
            <a:endParaRPr lang="ko-KR" sz="2800" dirty="0"/>
          </a:p>
        </p:txBody>
      </p:sp>
      <p:sp>
        <p:nvSpPr>
          <p:cNvPr id="12" name="S05-stepno37"/>
          <p:cNvSpPr txBox="1"/>
          <p:nvPr/>
        </p:nvSpPr>
        <p:spPr>
          <a:xfrm>
            <a:off x="548640" y="3904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05-text38"/>
          <p:cNvSpPr txBox="1"/>
          <p:nvPr/>
        </p:nvSpPr>
        <p:spPr>
          <a:xfrm>
            <a:off x="1325880" y="3859276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왼쪽의 수를 곱해요.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최대공약수를 구해 봐요</a:t>
            </a:r>
            <a:endParaRPr lang="ko-KR" sz="4000" dirty="0"/>
          </a:p>
        </p:txBody>
      </p:sp>
      <p:sp>
        <p:nvSpPr>
          <p:cNvPr id="3" name="S06-card39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공약수로 나누어요</a:t>
            </a:r>
            <a:endParaRPr lang="ko-KR" sz="2800" dirty="0"/>
          </a:p>
        </p:txBody>
      </p:sp>
      <p:graphicFrame>
        <p:nvGraphicFramePr>
          <p:cNvPr id="7" name="S06-table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84226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6-chip4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4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24의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</a:t>
            </a:r>
            <a:endParaRPr lang="ko-KR" sz="2800" dirty="0"/>
          </a:p>
        </p:txBody>
      </p:sp>
      <p:sp>
        <p:nvSpPr>
          <p:cNvPr id="8" name="S06-chip4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20과 30의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</a:t>
            </a:r>
            <a:endParaRPr lang="ko-KR" sz="2800" dirty="0"/>
          </a:p>
        </p:txBody>
      </p:sp>
      <p:sp>
        <p:nvSpPr>
          <p:cNvPr id="10" name="S06-chip4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4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24의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 모두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공배수와 최소공배수</a:t>
            </a:r>
            <a:endParaRPr lang="ko-KR" sz="4000" dirty="0"/>
          </a:p>
        </p:txBody>
      </p:sp>
      <p:sp>
        <p:nvSpPr>
          <p:cNvPr id="3" name="S07-card48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9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공통인 배수를 공배수, 그중 가장 작은 수를 최소공배수라고 해요.</a:t>
            </a:r>
            <a:endParaRPr lang="ko-KR" sz="2800" dirty="0"/>
          </a:p>
        </p:txBody>
      </p:sp>
      <p:sp>
        <p:nvSpPr>
          <p:cNvPr id="5" name="S07-card50"/>
          <p:cNvSpPr/>
          <p:nvPr/>
        </p:nvSpPr>
        <p:spPr>
          <a:xfrm>
            <a:off x="548640" y="3595624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1"/>
          <p:cNvSpPr txBox="1"/>
          <p:nvPr/>
        </p:nvSpPr>
        <p:spPr>
          <a:xfrm>
            <a:off x="822960" y="3732784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공배수: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12, 24, 36 …</a:t>
            </a:r>
            <a:endParaRPr lang="ko-KR" sz="2800" dirty="0"/>
          </a:p>
        </p:txBody>
      </p:sp>
      <p:sp>
        <p:nvSpPr>
          <p:cNvPr id="7" name="S07-card52"/>
          <p:cNvSpPr/>
          <p:nvPr/>
        </p:nvSpPr>
        <p:spPr>
          <a:xfrm>
            <a:off x="6208776" y="3595624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3"/>
          <p:cNvSpPr txBox="1"/>
          <p:nvPr/>
        </p:nvSpPr>
        <p:spPr>
          <a:xfrm>
            <a:off x="6483096" y="3732784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최소공배수: 12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공배수는 12의 배수</a:t>
            </a:r>
            <a:endParaRPr lang="ko-KR" sz="2800" dirty="0"/>
          </a:p>
        </p:txBody>
      </p:sp>
      <p:graphicFrame>
        <p:nvGraphicFramePr>
          <p:cNvPr id="8" name="S07-table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0312"/>
          <a:ext cx="11091672" cy="914400"/>
        </p:xfrm>
        <a:graphic>
          <a:graphicData uri="http://schemas.openxmlformats.org/drawingml/2006/table">
            <a:tbl>
              <a:tblPr/>
              <a:tblGrid>
                <a:gridCol w="1774668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4의 배수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6의 배수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공배수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 구하기</a:t>
            </a:r>
            <a:endParaRPr lang="ko-KR" sz="4000" dirty="0"/>
          </a:p>
        </p:txBody>
      </p:sp>
      <p:sp>
        <p:nvSpPr>
          <p:cNvPr id="3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배수로 확인해요: 12, 24, 36 / 18, 36</a:t>
            </a:r>
            <a:endParaRPr lang="ko-KR" sz="2800" dirty="0"/>
          </a:p>
        </p:txBody>
      </p:sp>
      <p:sp>
        <p:nvSpPr>
          <p:cNvPr id="5" name="S08-text5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최소공배수를 구해요.</a:t>
            </a:r>
            <a:endParaRPr lang="ko-KR" sz="2800" dirty="0"/>
          </a:p>
        </p:txBody>
      </p:sp>
      <p:graphicFrame>
        <p:nvGraphicFramePr>
          <p:cNvPr id="9" name="S08-table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80035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2 )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3 )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59"/>
          <p:cNvSpPr txBox="1"/>
          <p:nvPr/>
        </p:nvSpPr>
        <p:spPr>
          <a:xfrm>
            <a:off x="548640" y="271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ext60"/>
          <p:cNvSpPr txBox="1"/>
          <p:nvPr/>
        </p:nvSpPr>
        <p:spPr>
          <a:xfrm>
            <a:off x="1325880" y="271627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끝까지 나눠요.</a:t>
            </a:r>
            <a:endParaRPr lang="ko-KR" sz="2800" dirty="0"/>
          </a:p>
        </p:txBody>
      </p:sp>
      <p:sp>
        <p:nvSpPr>
          <p:cNvPr id="9" name="S08-stepno61"/>
          <p:cNvSpPr txBox="1"/>
          <p:nvPr/>
        </p:nvSpPr>
        <p:spPr>
          <a:xfrm>
            <a:off x="548640" y="34752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ext62"/>
          <p:cNvSpPr txBox="1"/>
          <p:nvPr/>
        </p:nvSpPr>
        <p:spPr>
          <a:xfrm>
            <a:off x="1325880" y="3429508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왼쪽의 수와 맨 아래 몫을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곱해요.</a:t>
            </a:r>
            <a:endParaRPr lang="ko-KR" sz="2800" dirty="0"/>
          </a:p>
        </p:txBody>
      </p:sp>
      <p:sp>
        <p:nvSpPr>
          <p:cNvPr id="11" name="S08-stepno63"/>
          <p:cNvSpPr txBox="1"/>
          <p:nvPr/>
        </p:nvSpPr>
        <p:spPr>
          <a:xfrm>
            <a:off x="548640" y="4461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8-text64"/>
          <p:cNvSpPr txBox="1"/>
          <p:nvPr/>
        </p:nvSpPr>
        <p:spPr>
          <a:xfrm>
            <a:off x="1325880" y="446176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× 2 × 3 = 36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최소공배수를 구해 봐요</a:t>
            </a:r>
            <a:endParaRPr lang="ko-KR" sz="4000" dirty="0"/>
          </a:p>
        </p:txBody>
      </p:sp>
      <p:sp>
        <p:nvSpPr>
          <p:cNvPr id="3" name="S09-card65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6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공약수로 나누어요</a:t>
            </a:r>
            <a:endParaRPr lang="ko-KR" sz="2800" dirty="0"/>
          </a:p>
        </p:txBody>
      </p:sp>
      <p:graphicFrame>
        <p:nvGraphicFramePr>
          <p:cNvPr id="10" name="S09-table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339344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)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9-chip6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6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8의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</a:t>
            </a:r>
            <a:endParaRPr lang="ko-KR" sz="2800" dirty="0"/>
          </a:p>
        </p:txBody>
      </p:sp>
      <p:sp>
        <p:nvSpPr>
          <p:cNvPr id="8" name="S09-chip7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7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8의 공배수를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수부터 3개</a:t>
            </a:r>
            <a:endParaRPr lang="ko-KR" sz="2800" dirty="0"/>
          </a:p>
        </p:txBody>
      </p:sp>
      <p:sp>
        <p:nvSpPr>
          <p:cNvPr id="10" name="S09-chip7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7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15의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0-card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최소공배수를 구했어요.</a:t>
            </a:r>
            <a:endParaRPr lang="ko-KR" sz="2800" dirty="0"/>
          </a:p>
        </p:txBody>
      </p:sp>
      <p:sp>
        <p:nvSpPr>
          <p:cNvPr id="5" name="S10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배수를 써서 확인해요.</a:t>
            </a:r>
            <a:endParaRPr lang="ko-KR" sz="2800" dirty="0"/>
          </a:p>
        </p:txBody>
      </p:sp>
      <p:sp>
        <p:nvSpPr>
          <p:cNvPr id="7" name="S10-chip7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24</a:t>
            </a:r>
            <a:endParaRPr lang="ko-KR" sz="2200" dirty="0"/>
          </a:p>
        </p:txBody>
      </p:sp>
      <p:sp>
        <p:nvSpPr>
          <p:cNvPr id="8" name="S10-text7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곱하면 돼요.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 = 24</a:t>
            </a:r>
            <a:endParaRPr lang="ko-KR" sz="2800" dirty="0"/>
          </a:p>
        </p:txBody>
      </p:sp>
      <p:sp>
        <p:nvSpPr>
          <p:cNvPr id="9" name="S10-chip8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12</a:t>
            </a:r>
            <a:endParaRPr lang="ko-KR" sz="2200" dirty="0"/>
          </a:p>
        </p:txBody>
      </p:sp>
      <p:sp>
        <p:nvSpPr>
          <p:cNvPr id="10" name="S10-text8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공배수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작은 수는 12예요.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18과 24를 공약수로 나누어 구해요.</a:t>
            </a:r>
            <a:endParaRPr lang="ko-KR" sz="2800" dirty="0"/>
          </a:p>
        </p:txBody>
      </p:sp>
      <p:sp>
        <p:nvSpPr>
          <p:cNvPr id="4" name="S11-chip8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8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</a:t>
            </a:r>
            <a:endParaRPr lang="ko-KR" sz="2800" dirty="0"/>
          </a:p>
        </p:txBody>
      </p:sp>
      <p:sp>
        <p:nvSpPr>
          <p:cNvPr id="6" name="S11-chip8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8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 모두</a:t>
            </a:r>
            <a:endParaRPr lang="ko-KR" sz="2800" dirty="0"/>
          </a:p>
        </p:txBody>
      </p:sp>
      <p:sp>
        <p:nvSpPr>
          <p:cNvPr id="8" name="S11-chip8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8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</a:t>
            </a:r>
            <a:endParaRPr lang="ko-KR" sz="4000" dirty="0"/>
          </a:p>
        </p:txBody>
      </p:sp>
      <p:sp>
        <p:nvSpPr>
          <p:cNvPr id="3" name="S13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9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24개와 초콜릿 36개를 최대한 많은 친구에게 남김없이 똑같이 나누어 주려면 몇 명에게 줄 수 있을까요?</a:t>
            </a:r>
            <a:endParaRPr lang="ko-KR" sz="2800" dirty="0"/>
          </a:p>
        </p:txBody>
      </p:sp>
      <p:sp>
        <p:nvSpPr>
          <p:cNvPr id="5" name="S13-chip9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92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4분마다, 6분마다 출발하는 두 버스가 9시에 함께 출발했어요. 다음에 함께 출발하는 시각은?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최대공약수는 공약수 중 가장 큰 수, 최소공배수는 공배수 중 가장 작은 수예요.</a:t>
            </a:r>
            <a:endParaRPr lang="ko-KR" sz="2800" dirty="0"/>
          </a:p>
        </p:txBody>
      </p:sp>
      <p:sp>
        <p:nvSpPr>
          <p:cNvPr id="5" name="S14-chip9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공약수로 나누어 한 번에 구하기</a:t>
            </a:r>
            <a:endParaRPr lang="ko-KR" sz="2200" dirty="0"/>
          </a:p>
        </p:txBody>
      </p:sp>
      <p:sp>
        <p:nvSpPr>
          <p:cNvPr id="6" name="S14-chip9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두 수를 곱하면 최소공배수라고 생각하기</a:t>
            </a:r>
            <a:endParaRPr lang="ko-KR" sz="2000" dirty="0"/>
          </a:p>
        </p:txBody>
      </p:sp>
      <p:sp>
        <p:nvSpPr>
          <p:cNvPr id="7" name="S14-text9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8과 12의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</a:t>
            </a:r>
            <a:endParaRPr lang="ko-KR" sz="2200" dirty="0"/>
          </a:p>
        </p:txBody>
      </p:sp>
      <p:sp>
        <p:nvSpPr>
          <p:cNvPr id="9" name="S14-text9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8과 12의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</a:t>
            </a:r>
            <a:endParaRPr lang="ko-KR" sz="2200" dirty="0"/>
          </a:p>
        </p:txBody>
      </p:sp>
      <p:sp>
        <p:nvSpPr>
          <p:cNvPr id="10" name="S14-text10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9와 12의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 모두</a:t>
            </a:r>
            <a:endParaRPr lang="ko-KR" sz="2200" dirty="0"/>
          </a:p>
        </p:txBody>
      </p:sp>
      <p:sp>
        <p:nvSpPr>
          <p:cNvPr id="11" name="S14-text1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크기가 같은 분수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약수와 배수 다시 보기</a:t>
            </a:r>
            <a:endParaRPr lang="ko-KR" sz="4000" dirty="0"/>
          </a:p>
        </p:txBody>
      </p:sp>
      <p:sp>
        <p:nvSpPr>
          <p:cNvPr id="3" name="S15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 짝으로 약수를, 곱셈구구로 배수를 찾아요.</a:t>
            </a:r>
            <a:endParaRPr lang="ko-KR" sz="2800" dirty="0"/>
          </a:p>
        </p:txBody>
      </p:sp>
      <p:sp>
        <p:nvSpPr>
          <p:cNvPr id="4" name="S15-card10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약수는 나누어떨어지게 하는 수, 배수는 1배, 2배, 3배 … 한 수예요.</a:t>
            </a:r>
            <a:endParaRPr lang="ko-KR" sz="2800" dirty="0"/>
          </a:p>
        </p:txBody>
      </p:sp>
      <p:graphicFrame>
        <p:nvGraphicFramePr>
          <p:cNvPr id="15" name="S15-table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93416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16552"/>
                <a:gridCol w="399592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찾을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12의 약수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× 12, 2 × 6, 3 × 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1, 2, 3, 4, 6, 12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4의 배수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1, 4 × 2, 4 × 3 …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 8, 12 …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최대공약수와 최소공배수</dc:title>
  <dc:subject>KR22-G05-MAT-GCDLCM-L01</dc:subject>
  <dc:creator>education-ppt</dc:creator>
  <cp:lastModifiedBy>education-ppt</cp:lastModifiedBy>
  <cp:revision>1</cp:revision>
  <dcterms:created xsi:type="dcterms:W3CDTF">2026-10-26T08:24:43Z</dcterms:created>
  <dcterms:modified xsi:type="dcterms:W3CDTF">2026-10-26T08:24:43Z</dcterms:modified>
</cp:coreProperties>
</file>