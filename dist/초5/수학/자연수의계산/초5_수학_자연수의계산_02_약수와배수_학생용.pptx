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9d61bc2-a44f-aab1-0421-b3c4991dcacc}">
          <p14:sldIdLst>
            <p14:sldId id="256"/>
            <p14:sldId id="257"/>
          </p14:sldIdLst>
        </p14:section>
        <p14:section name="개념" id="{a462d56a-c0f2-43c3-4055-95bd1fdae72f}">
          <p14:sldIdLst>
            <p14:sldId id="258"/>
            <p14:sldId id="259"/>
            <p14:sldId id="260"/>
            <p14:sldId id="262"/>
            <p14:sldId id="264"/>
          </p14:sldIdLst>
        </p14:section>
        <p14:section name="연습" id="{0320c36c-377e-d378-4c04-87701f6bffb9}">
          <p14:sldIdLst>
            <p14:sldId id="261"/>
            <p14:sldId id="263"/>
            <p14:sldId id="265"/>
          </p14:sldIdLst>
        </p14:section>
        <p14:section name="개념" id="{3a118006-8692-34d0-e154-319ae2e5a415}">
          <p14:sldIdLst/>
        </p14:section>
        <p14:section name="연습" id="{a347ee55-3d06-9243-f977-705d0ff65632}">
          <p14:sldIdLst/>
        </p14:section>
        <p14:section name="개념" id="{67b816d2-3840-4f2f-5e61-7580303e3352}">
          <p14:sldIdLst/>
        </p14:section>
        <p14:section name="연습" id="{684b2d9b-ff69-0e61-b8bc-16931e62ac11}">
          <p14:sldIdLst/>
        </p14:section>
        <p14:section name="확인" id="{8757f8f2-2d9a-53dc-b1a4-6b8f4bdfaf4b}">
          <p14:sldIdLst>
            <p14:sldId id="266"/>
            <p14:sldId id="267"/>
          </p14:sldIdLst>
        </p14:section>
        <p14:section name="정리" id="{d262cdbf-f0dd-4338-06c6-27e0eefd9c67}">
          <p14:sldIdLst>
            <p14:sldId id="268"/>
          </p14:sldIdLst>
        </p14:section>
        <p14:section name="보충" id="{dd99ee64-f6af-ee6c-3f65-8607f21a3b5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자연수의계산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약수와 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약수와 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약수와 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약수와 배수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12개를 남김없이 똑같이 나누어 담으려면?</a:t>
            </a:r>
            <a:endParaRPr lang="ko-KR" sz="2800" dirty="0"/>
          </a:p>
        </p:txBody>
      </p:sp>
      <p:sp>
        <p:nvSpPr>
          <p:cNvPr id="4" name="S01-dot1"/>
          <p:cNvSpPr/>
          <p:nvPr/>
        </p:nvSpPr>
        <p:spPr>
          <a:xfrm>
            <a:off x="8653882" y="1384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9202522" y="1384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751162" y="1384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10299802" y="1384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865388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20252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975116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1029980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8653882" y="24816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202522" y="24816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9751162" y="24816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10299802" y="24816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group13"/>
          <p:cNvSpPr/>
          <p:nvPr/>
        </p:nvSpPr>
        <p:spPr>
          <a:xfrm>
            <a:off x="8577072" y="131673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1-group14"/>
          <p:cNvSpPr/>
          <p:nvPr/>
        </p:nvSpPr>
        <p:spPr>
          <a:xfrm>
            <a:off x="8577072" y="186537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1-group15"/>
          <p:cNvSpPr/>
          <p:nvPr/>
        </p:nvSpPr>
        <p:spPr>
          <a:xfrm>
            <a:off x="8577072" y="241401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1-figure16" descr="바둑돌 12개를 4개씩 3줄로 묶은 배열"/>
          <p:cNvSpPr/>
          <p:nvPr/>
        </p:nvSpPr>
        <p:spPr>
          <a:xfrm>
            <a:off x="8549640" y="1280160"/>
            <a:ext cx="219456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1-card17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1" name="S01-cardtext18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어떤 수의 약수를 모두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배수를 구하고 약수와 배수의 관계를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몫과 나머지를 구해요.</a:t>
            </a:r>
            <a:endParaRPr lang="ko-KR" sz="2800" dirty="0"/>
          </a:p>
        </p:txBody>
      </p:sp>
      <p:sp>
        <p:nvSpPr>
          <p:cNvPr id="4" name="S02-chip2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eqtext2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□ … □</a:t>
            </a:r>
            <a:endParaRPr lang="ko-KR" sz="3200" dirty="0"/>
          </a:p>
        </p:txBody>
      </p:sp>
      <p:sp>
        <p:nvSpPr>
          <p:cNvPr id="6" name="S02-chip2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eqtext2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÷ 4 = □ … □</a:t>
            </a:r>
            <a:endParaRPr lang="ko-KR" sz="3200" dirty="0"/>
          </a:p>
        </p:txBody>
      </p:sp>
      <p:sp>
        <p:nvSpPr>
          <p:cNvPr id="8" name="S02-chip2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eqtext2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□ = 18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약수의 뜻</a:t>
            </a:r>
            <a:endParaRPr lang="ko-KR" sz="4000" dirty="0"/>
          </a:p>
        </p:txBody>
      </p:sp>
      <p:sp>
        <p:nvSpPr>
          <p:cNvPr id="3" name="S03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12개를 몇 개씩 묶어 볼까요?</a:t>
            </a:r>
            <a:endParaRPr lang="ko-KR" sz="2800" dirty="0"/>
          </a:p>
        </p:txBody>
      </p:sp>
      <p:sp>
        <p:nvSpPr>
          <p:cNvPr id="4" name="S03-card27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8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수를 나누어떨어지게 하는 수를 그 수의 약수라고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4는 12의 약수이고, 5는 12의 약수가 아니에요.</a:t>
            </a:r>
            <a:endParaRPr lang="ko-KR" sz="2800" dirty="0"/>
          </a:p>
        </p:txBody>
      </p:sp>
      <p:sp>
        <p:nvSpPr>
          <p:cNvPr id="6" name="S03-dot29"/>
          <p:cNvSpPr/>
          <p:nvPr/>
        </p:nvSpPr>
        <p:spPr>
          <a:xfrm>
            <a:off x="2414016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30"/>
          <p:cNvSpPr/>
          <p:nvPr/>
        </p:nvSpPr>
        <p:spPr>
          <a:xfrm>
            <a:off x="2871216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31"/>
          <p:cNvSpPr/>
          <p:nvPr/>
        </p:nvSpPr>
        <p:spPr>
          <a:xfrm>
            <a:off x="3328416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32"/>
          <p:cNvSpPr/>
          <p:nvPr/>
        </p:nvSpPr>
        <p:spPr>
          <a:xfrm>
            <a:off x="3785616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33"/>
          <p:cNvSpPr/>
          <p:nvPr/>
        </p:nvSpPr>
        <p:spPr>
          <a:xfrm>
            <a:off x="2414016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34"/>
          <p:cNvSpPr/>
          <p:nvPr/>
        </p:nvSpPr>
        <p:spPr>
          <a:xfrm>
            <a:off x="2871216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35"/>
          <p:cNvSpPr/>
          <p:nvPr/>
        </p:nvSpPr>
        <p:spPr>
          <a:xfrm>
            <a:off x="3328416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36"/>
          <p:cNvSpPr/>
          <p:nvPr/>
        </p:nvSpPr>
        <p:spPr>
          <a:xfrm>
            <a:off x="3785616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37"/>
          <p:cNvSpPr/>
          <p:nvPr/>
        </p:nvSpPr>
        <p:spPr>
          <a:xfrm>
            <a:off x="2414016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38"/>
          <p:cNvSpPr/>
          <p:nvPr/>
        </p:nvSpPr>
        <p:spPr>
          <a:xfrm>
            <a:off x="2871216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39"/>
          <p:cNvSpPr/>
          <p:nvPr/>
        </p:nvSpPr>
        <p:spPr>
          <a:xfrm>
            <a:off x="3328416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40"/>
          <p:cNvSpPr/>
          <p:nvPr/>
        </p:nvSpPr>
        <p:spPr>
          <a:xfrm>
            <a:off x="3785616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41"/>
          <p:cNvSpPr/>
          <p:nvPr/>
        </p:nvSpPr>
        <p:spPr>
          <a:xfrm>
            <a:off x="2354580" y="2536063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42"/>
          <p:cNvSpPr/>
          <p:nvPr/>
        </p:nvSpPr>
        <p:spPr>
          <a:xfrm>
            <a:off x="2354580" y="2993263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group43"/>
          <p:cNvSpPr/>
          <p:nvPr/>
        </p:nvSpPr>
        <p:spPr>
          <a:xfrm>
            <a:off x="2354580" y="3450463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figure44" descr="바둑돌 12개를 4개씩 3묶음으로 묶은 배열(남는 것 없음)"/>
          <p:cNvSpPr/>
          <p:nvPr/>
        </p:nvSpPr>
        <p:spPr>
          <a:xfrm>
            <a:off x="2327148" y="2499487"/>
            <a:ext cx="18288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label45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3묶음</a:t>
            </a:r>
            <a:endParaRPr lang="ko-KR" sz="2200" dirty="0"/>
          </a:p>
        </p:txBody>
      </p:sp>
      <p:sp>
        <p:nvSpPr>
          <p:cNvPr id="23" name="S03-dot46"/>
          <p:cNvSpPr/>
          <p:nvPr/>
        </p:nvSpPr>
        <p:spPr>
          <a:xfrm>
            <a:off x="7891272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47"/>
          <p:cNvSpPr/>
          <p:nvPr/>
        </p:nvSpPr>
        <p:spPr>
          <a:xfrm>
            <a:off x="8348472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dot48"/>
          <p:cNvSpPr/>
          <p:nvPr/>
        </p:nvSpPr>
        <p:spPr>
          <a:xfrm>
            <a:off x="8805672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dot49"/>
          <p:cNvSpPr/>
          <p:nvPr/>
        </p:nvSpPr>
        <p:spPr>
          <a:xfrm>
            <a:off x="9262872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dot50"/>
          <p:cNvSpPr/>
          <p:nvPr/>
        </p:nvSpPr>
        <p:spPr>
          <a:xfrm>
            <a:off x="9720072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dot51"/>
          <p:cNvSpPr/>
          <p:nvPr/>
        </p:nvSpPr>
        <p:spPr>
          <a:xfrm>
            <a:off x="7891272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dot52"/>
          <p:cNvSpPr/>
          <p:nvPr/>
        </p:nvSpPr>
        <p:spPr>
          <a:xfrm>
            <a:off x="8348472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dot53"/>
          <p:cNvSpPr/>
          <p:nvPr/>
        </p:nvSpPr>
        <p:spPr>
          <a:xfrm>
            <a:off x="8805672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dot54"/>
          <p:cNvSpPr/>
          <p:nvPr/>
        </p:nvSpPr>
        <p:spPr>
          <a:xfrm>
            <a:off x="9262872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3-dot55"/>
          <p:cNvSpPr/>
          <p:nvPr/>
        </p:nvSpPr>
        <p:spPr>
          <a:xfrm>
            <a:off x="9720072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3-dot56"/>
          <p:cNvSpPr/>
          <p:nvPr/>
        </p:nvSpPr>
        <p:spPr>
          <a:xfrm>
            <a:off x="7891272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3-dot57"/>
          <p:cNvSpPr/>
          <p:nvPr/>
        </p:nvSpPr>
        <p:spPr>
          <a:xfrm>
            <a:off x="8348472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3-group58"/>
          <p:cNvSpPr/>
          <p:nvPr/>
        </p:nvSpPr>
        <p:spPr>
          <a:xfrm>
            <a:off x="7831836" y="2536063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6" name="S03-group59"/>
          <p:cNvSpPr/>
          <p:nvPr/>
        </p:nvSpPr>
        <p:spPr>
          <a:xfrm>
            <a:off x="7831836" y="2993263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3-figure60" descr="바둑돌 12개를 5개씩 묶으면 2묶음이고 2개가 남는 배열"/>
          <p:cNvSpPr/>
          <p:nvPr/>
        </p:nvSpPr>
        <p:spPr>
          <a:xfrm>
            <a:off x="7804404" y="2499487"/>
            <a:ext cx="2286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3-label61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5개씩 2묶음, 2개 남음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약수를 모두 구해요</a:t>
            </a:r>
            <a:endParaRPr lang="ko-KR" sz="4000" dirty="0"/>
          </a:p>
        </p:txBody>
      </p:sp>
      <p:sp>
        <p:nvSpPr>
          <p:cNvPr id="3" name="S04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12를 1부터 12까지의 수로 나누어 나머지를 봐요.</a:t>
            </a:r>
            <a:endParaRPr lang="ko-KR" sz="2800" dirty="0"/>
          </a:p>
        </p:txBody>
      </p:sp>
      <p:sp>
        <p:nvSpPr>
          <p:cNvPr id="4" name="S04-card63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4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 약수: 1, 2, 3, 4, 6, 12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자기 자신(12)은 언제나 약수예요.</a:t>
            </a:r>
            <a:endParaRPr lang="ko-KR" sz="2800" dirty="0"/>
          </a:p>
        </p:txBody>
      </p:sp>
      <p:graphicFrame>
        <p:nvGraphicFramePr>
          <p:cNvPr id="5" name="S04-table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42743"/>
          <a:ext cx="11091672" cy="914400"/>
        </p:xfrm>
        <a:graphic>
          <a:graphicData uri="http://schemas.openxmlformats.org/drawingml/2006/table">
            <a:tbl>
              <a:tblPr/>
              <a:tblGrid>
                <a:gridCol w="1774668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나누는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직사각형으로 찾아요</a:t>
            </a:r>
            <a:endParaRPr lang="ko-KR" sz="4000" dirty="0"/>
          </a:p>
        </p:txBody>
      </p:sp>
      <p:sp>
        <p:nvSpPr>
          <p:cNvPr id="3" name="S05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12개로 만들 수 있는 직사각형이에요.</a:t>
            </a:r>
            <a:endParaRPr lang="ko-KR" sz="2800" dirty="0"/>
          </a:p>
        </p:txBody>
      </p:sp>
      <p:sp>
        <p:nvSpPr>
          <p:cNvPr id="4" name="S05-card67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68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곱해서 12가 되는 두 수가 모두 12의 약수예요.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12, 2와 6, 3과 4 → 1, 2, 3, 4, 6, 12</a:t>
            </a:r>
            <a:endParaRPr lang="ko-KR" sz="2800" dirty="0"/>
          </a:p>
        </p:txBody>
      </p:sp>
      <p:sp>
        <p:nvSpPr>
          <p:cNvPr id="6" name="S05-dot69"/>
          <p:cNvSpPr/>
          <p:nvPr/>
        </p:nvSpPr>
        <p:spPr>
          <a:xfrm>
            <a:off x="603801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70"/>
          <p:cNvSpPr/>
          <p:nvPr/>
        </p:nvSpPr>
        <p:spPr>
          <a:xfrm>
            <a:off x="894123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71"/>
          <p:cNvSpPr/>
          <p:nvPr/>
        </p:nvSpPr>
        <p:spPr>
          <a:xfrm>
            <a:off x="1184445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72"/>
          <p:cNvSpPr/>
          <p:nvPr/>
        </p:nvSpPr>
        <p:spPr>
          <a:xfrm>
            <a:off x="1474767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73"/>
          <p:cNvSpPr/>
          <p:nvPr/>
        </p:nvSpPr>
        <p:spPr>
          <a:xfrm>
            <a:off x="1765089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74"/>
          <p:cNvSpPr/>
          <p:nvPr/>
        </p:nvSpPr>
        <p:spPr>
          <a:xfrm>
            <a:off x="2055411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75"/>
          <p:cNvSpPr/>
          <p:nvPr/>
        </p:nvSpPr>
        <p:spPr>
          <a:xfrm>
            <a:off x="2345733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dot76"/>
          <p:cNvSpPr/>
          <p:nvPr/>
        </p:nvSpPr>
        <p:spPr>
          <a:xfrm>
            <a:off x="2636055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dot77"/>
          <p:cNvSpPr/>
          <p:nvPr/>
        </p:nvSpPr>
        <p:spPr>
          <a:xfrm>
            <a:off x="2926377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dot78"/>
          <p:cNvSpPr/>
          <p:nvPr/>
        </p:nvSpPr>
        <p:spPr>
          <a:xfrm>
            <a:off x="3216699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dot79"/>
          <p:cNvSpPr/>
          <p:nvPr/>
        </p:nvSpPr>
        <p:spPr>
          <a:xfrm>
            <a:off x="3507021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dot80"/>
          <p:cNvSpPr/>
          <p:nvPr/>
        </p:nvSpPr>
        <p:spPr>
          <a:xfrm>
            <a:off x="3797343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5-figure81" descr="바둑돌 12개를 1줄에 12개 놓은 배열"/>
          <p:cNvSpPr/>
          <p:nvPr/>
        </p:nvSpPr>
        <p:spPr>
          <a:xfrm>
            <a:off x="548640" y="3040126"/>
            <a:ext cx="3483864" cy="29032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5-label82"/>
          <p:cNvSpPr txBox="1"/>
          <p:nvPr/>
        </p:nvSpPr>
        <p:spPr>
          <a:xfrm>
            <a:off x="548640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× 12</a:t>
            </a:r>
            <a:endParaRPr lang="ko-KR" sz="2200" dirty="0"/>
          </a:p>
        </p:txBody>
      </p:sp>
      <p:sp>
        <p:nvSpPr>
          <p:cNvPr id="20" name="S05-dot83"/>
          <p:cNvSpPr/>
          <p:nvPr/>
        </p:nvSpPr>
        <p:spPr>
          <a:xfrm>
            <a:off x="5169469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dot84"/>
          <p:cNvSpPr/>
          <p:nvPr/>
        </p:nvSpPr>
        <p:spPr>
          <a:xfrm>
            <a:off x="5498653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dot85"/>
          <p:cNvSpPr/>
          <p:nvPr/>
        </p:nvSpPr>
        <p:spPr>
          <a:xfrm>
            <a:off x="5827837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5-dot86"/>
          <p:cNvSpPr/>
          <p:nvPr/>
        </p:nvSpPr>
        <p:spPr>
          <a:xfrm>
            <a:off x="6157021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dot87"/>
          <p:cNvSpPr/>
          <p:nvPr/>
        </p:nvSpPr>
        <p:spPr>
          <a:xfrm>
            <a:off x="6486205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dot88"/>
          <p:cNvSpPr/>
          <p:nvPr/>
        </p:nvSpPr>
        <p:spPr>
          <a:xfrm>
            <a:off x="6815389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dot89"/>
          <p:cNvSpPr/>
          <p:nvPr/>
        </p:nvSpPr>
        <p:spPr>
          <a:xfrm>
            <a:off x="5169469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5-dot90"/>
          <p:cNvSpPr/>
          <p:nvPr/>
        </p:nvSpPr>
        <p:spPr>
          <a:xfrm>
            <a:off x="5498653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dot91"/>
          <p:cNvSpPr/>
          <p:nvPr/>
        </p:nvSpPr>
        <p:spPr>
          <a:xfrm>
            <a:off x="5827837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5-dot92"/>
          <p:cNvSpPr/>
          <p:nvPr/>
        </p:nvSpPr>
        <p:spPr>
          <a:xfrm>
            <a:off x="6157021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5-dot93"/>
          <p:cNvSpPr/>
          <p:nvPr/>
        </p:nvSpPr>
        <p:spPr>
          <a:xfrm>
            <a:off x="6486205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dot94"/>
          <p:cNvSpPr/>
          <p:nvPr/>
        </p:nvSpPr>
        <p:spPr>
          <a:xfrm>
            <a:off x="6815389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5-figure95" descr="바둑돌 12개를 2줄에 6개씩 놓은 배열"/>
          <p:cNvSpPr/>
          <p:nvPr/>
        </p:nvSpPr>
        <p:spPr>
          <a:xfrm>
            <a:off x="5106924" y="2856103"/>
            <a:ext cx="1975104" cy="6583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5-label96"/>
          <p:cNvSpPr txBox="1"/>
          <p:nvPr/>
        </p:nvSpPr>
        <p:spPr>
          <a:xfrm>
            <a:off x="4352544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6</a:t>
            </a:r>
            <a:endParaRPr lang="ko-KR" sz="2200" dirty="0"/>
          </a:p>
        </p:txBody>
      </p:sp>
      <p:sp>
        <p:nvSpPr>
          <p:cNvPr id="34" name="S05-dot97"/>
          <p:cNvSpPr/>
          <p:nvPr/>
        </p:nvSpPr>
        <p:spPr>
          <a:xfrm>
            <a:off x="9302557" y="2754056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5-dot98"/>
          <p:cNvSpPr/>
          <p:nvPr/>
        </p:nvSpPr>
        <p:spPr>
          <a:xfrm>
            <a:off x="9631741" y="2754056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5-dot99"/>
          <p:cNvSpPr/>
          <p:nvPr/>
        </p:nvSpPr>
        <p:spPr>
          <a:xfrm>
            <a:off x="9960925" y="2754056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5-dot100"/>
          <p:cNvSpPr/>
          <p:nvPr/>
        </p:nvSpPr>
        <p:spPr>
          <a:xfrm>
            <a:off x="10290109" y="2754056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5-dot101"/>
          <p:cNvSpPr/>
          <p:nvPr/>
        </p:nvSpPr>
        <p:spPr>
          <a:xfrm>
            <a:off x="9302557" y="308324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5-dot102"/>
          <p:cNvSpPr/>
          <p:nvPr/>
        </p:nvSpPr>
        <p:spPr>
          <a:xfrm>
            <a:off x="9631741" y="308324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5-dot103"/>
          <p:cNvSpPr/>
          <p:nvPr/>
        </p:nvSpPr>
        <p:spPr>
          <a:xfrm>
            <a:off x="9960925" y="308324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5-dot104"/>
          <p:cNvSpPr/>
          <p:nvPr/>
        </p:nvSpPr>
        <p:spPr>
          <a:xfrm>
            <a:off x="10290109" y="308324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5-dot105"/>
          <p:cNvSpPr/>
          <p:nvPr/>
        </p:nvSpPr>
        <p:spPr>
          <a:xfrm>
            <a:off x="9302557" y="341242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5-dot106"/>
          <p:cNvSpPr/>
          <p:nvPr/>
        </p:nvSpPr>
        <p:spPr>
          <a:xfrm>
            <a:off x="9631741" y="341242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5-dot107"/>
          <p:cNvSpPr/>
          <p:nvPr/>
        </p:nvSpPr>
        <p:spPr>
          <a:xfrm>
            <a:off x="9960925" y="341242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5-dot108"/>
          <p:cNvSpPr/>
          <p:nvPr/>
        </p:nvSpPr>
        <p:spPr>
          <a:xfrm>
            <a:off x="10290109" y="341242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5-figure109" descr="바둑돌 12개를 3줄에 4개씩 놓은 배열"/>
          <p:cNvSpPr/>
          <p:nvPr/>
        </p:nvSpPr>
        <p:spPr>
          <a:xfrm>
            <a:off x="9240012" y="2691511"/>
            <a:ext cx="1316736" cy="9875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05-label110"/>
          <p:cNvSpPr txBox="1"/>
          <p:nvPr/>
        </p:nvSpPr>
        <p:spPr>
          <a:xfrm>
            <a:off x="8156448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약수를 구해 봐요</a:t>
            </a:r>
            <a:endParaRPr lang="ko-KR" sz="4000" dirty="0"/>
          </a:p>
        </p:txBody>
      </p:sp>
      <p:sp>
        <p:nvSpPr>
          <p:cNvPr id="3" name="S06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약수를 모두 써요.</a:t>
            </a:r>
            <a:endParaRPr lang="ko-KR" sz="2800" dirty="0"/>
          </a:p>
        </p:txBody>
      </p:sp>
      <p:sp>
        <p:nvSpPr>
          <p:cNvPr id="4" name="S06-card1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1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곱해서 그 수가 되는 두 수를 짝지어 찾아요.</a:t>
            </a:r>
            <a:endParaRPr lang="ko-KR" sz="2800" dirty="0"/>
          </a:p>
        </p:txBody>
      </p:sp>
      <p:sp>
        <p:nvSpPr>
          <p:cNvPr id="6" name="S06-chip11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11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18의 약수</a:t>
            </a:r>
            <a:endParaRPr lang="ko-KR" sz="2800" dirty="0"/>
          </a:p>
        </p:txBody>
      </p:sp>
      <p:sp>
        <p:nvSpPr>
          <p:cNvPr id="8" name="S06-chip1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11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20의 약수</a:t>
            </a:r>
            <a:endParaRPr lang="ko-KR" sz="2800" dirty="0"/>
          </a:p>
        </p:txBody>
      </p:sp>
      <p:sp>
        <p:nvSpPr>
          <p:cNvPr id="10" name="S06-chip11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11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7의 약수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배수의 뜻</a:t>
            </a:r>
            <a:endParaRPr lang="ko-KR" sz="4000" dirty="0"/>
          </a:p>
        </p:txBody>
      </p:sp>
      <p:sp>
        <p:nvSpPr>
          <p:cNvPr id="3" name="S07-text1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4를 1배, 2배, 3배 … 한 수를 찾아요.</a:t>
            </a:r>
            <a:endParaRPr lang="ko-KR" sz="2800" dirty="0"/>
          </a:p>
        </p:txBody>
      </p:sp>
      <p:sp>
        <p:nvSpPr>
          <p:cNvPr id="4" name="S07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수를 1배, 2배, 3배 … 한 수를 그 수의 배수라고 해요.</a:t>
            </a:r>
            <a:endParaRPr lang="ko-KR" sz="2800" dirty="0"/>
          </a:p>
        </p:txBody>
      </p:sp>
      <p:sp>
        <p:nvSpPr>
          <p:cNvPr id="6" name="S07-card123"/>
          <p:cNvSpPr/>
          <p:nvPr/>
        </p:nvSpPr>
        <p:spPr>
          <a:xfrm>
            <a:off x="548640" y="392379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124"/>
          <p:cNvSpPr txBox="1"/>
          <p:nvPr/>
        </p:nvSpPr>
        <p:spPr>
          <a:xfrm>
            <a:off x="822960" y="406095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1 = 4, 4 × 2 = 8,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 …</a:t>
            </a:r>
            <a:endParaRPr lang="ko-KR" sz="2800" dirty="0"/>
          </a:p>
        </p:txBody>
      </p:sp>
      <p:sp>
        <p:nvSpPr>
          <p:cNvPr id="8" name="S07-card125"/>
          <p:cNvSpPr/>
          <p:nvPr/>
        </p:nvSpPr>
        <p:spPr>
          <a:xfrm>
            <a:off x="6208776" y="392379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126"/>
          <p:cNvSpPr txBox="1"/>
          <p:nvPr/>
        </p:nvSpPr>
        <p:spPr>
          <a:xfrm>
            <a:off x="6483096" y="406095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4의 배수: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 8, 12, 16, 20, 24 …</a:t>
            </a:r>
            <a:endParaRPr lang="ko-KR" sz="2800" dirty="0"/>
          </a:p>
        </p:txBody>
      </p:sp>
      <p:sp>
        <p:nvSpPr>
          <p:cNvPr id="10" name="S07-line127"/>
          <p:cNvSpPr/>
          <p:nvPr/>
        </p:nvSpPr>
        <p:spPr>
          <a:xfrm>
            <a:off x="685800" y="2999232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7-line128"/>
          <p:cNvSpPr/>
          <p:nvPr/>
        </p:nvSpPr>
        <p:spPr>
          <a:xfrm>
            <a:off x="960120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129"/>
          <p:cNvSpPr txBox="1"/>
          <p:nvPr/>
        </p:nvSpPr>
        <p:spPr>
          <a:xfrm>
            <a:off x="502920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000" dirty="0"/>
          </a:p>
        </p:txBody>
      </p:sp>
      <p:sp>
        <p:nvSpPr>
          <p:cNvPr id="13" name="S07-line130"/>
          <p:cNvSpPr/>
          <p:nvPr/>
        </p:nvSpPr>
        <p:spPr>
          <a:xfrm>
            <a:off x="1387983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ine131"/>
          <p:cNvSpPr/>
          <p:nvPr/>
        </p:nvSpPr>
        <p:spPr>
          <a:xfrm>
            <a:off x="1815846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7-line132"/>
          <p:cNvSpPr/>
          <p:nvPr/>
        </p:nvSpPr>
        <p:spPr>
          <a:xfrm>
            <a:off x="2243709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ine133"/>
          <p:cNvSpPr/>
          <p:nvPr/>
        </p:nvSpPr>
        <p:spPr>
          <a:xfrm>
            <a:off x="2671572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label134"/>
          <p:cNvSpPr txBox="1"/>
          <p:nvPr/>
        </p:nvSpPr>
        <p:spPr>
          <a:xfrm>
            <a:off x="2214372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18" name="S07-line135"/>
          <p:cNvSpPr/>
          <p:nvPr/>
        </p:nvSpPr>
        <p:spPr>
          <a:xfrm>
            <a:off x="3099435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7-line136"/>
          <p:cNvSpPr/>
          <p:nvPr/>
        </p:nvSpPr>
        <p:spPr>
          <a:xfrm>
            <a:off x="3527298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ine137"/>
          <p:cNvSpPr/>
          <p:nvPr/>
        </p:nvSpPr>
        <p:spPr>
          <a:xfrm>
            <a:off x="3955161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7-line138"/>
          <p:cNvSpPr/>
          <p:nvPr/>
        </p:nvSpPr>
        <p:spPr>
          <a:xfrm>
            <a:off x="4383024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139"/>
          <p:cNvSpPr txBox="1"/>
          <p:nvPr/>
        </p:nvSpPr>
        <p:spPr>
          <a:xfrm>
            <a:off x="3925824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23" name="S07-line140"/>
          <p:cNvSpPr/>
          <p:nvPr/>
        </p:nvSpPr>
        <p:spPr>
          <a:xfrm>
            <a:off x="4810887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ine141"/>
          <p:cNvSpPr/>
          <p:nvPr/>
        </p:nvSpPr>
        <p:spPr>
          <a:xfrm>
            <a:off x="5238750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7-line142"/>
          <p:cNvSpPr/>
          <p:nvPr/>
        </p:nvSpPr>
        <p:spPr>
          <a:xfrm>
            <a:off x="5666613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ine143"/>
          <p:cNvSpPr/>
          <p:nvPr/>
        </p:nvSpPr>
        <p:spPr>
          <a:xfrm>
            <a:off x="6094476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7-label144"/>
          <p:cNvSpPr txBox="1"/>
          <p:nvPr/>
        </p:nvSpPr>
        <p:spPr>
          <a:xfrm>
            <a:off x="5637276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000" dirty="0"/>
          </a:p>
        </p:txBody>
      </p:sp>
      <p:sp>
        <p:nvSpPr>
          <p:cNvPr id="28" name="S07-line145"/>
          <p:cNvSpPr/>
          <p:nvPr/>
        </p:nvSpPr>
        <p:spPr>
          <a:xfrm>
            <a:off x="6522339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line146"/>
          <p:cNvSpPr/>
          <p:nvPr/>
        </p:nvSpPr>
        <p:spPr>
          <a:xfrm>
            <a:off x="6950202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7-line147"/>
          <p:cNvSpPr/>
          <p:nvPr/>
        </p:nvSpPr>
        <p:spPr>
          <a:xfrm>
            <a:off x="7378065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7-line148"/>
          <p:cNvSpPr/>
          <p:nvPr/>
        </p:nvSpPr>
        <p:spPr>
          <a:xfrm>
            <a:off x="7805928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7-label149"/>
          <p:cNvSpPr txBox="1"/>
          <p:nvPr/>
        </p:nvSpPr>
        <p:spPr>
          <a:xfrm>
            <a:off x="7348728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000" dirty="0"/>
          </a:p>
        </p:txBody>
      </p:sp>
      <p:sp>
        <p:nvSpPr>
          <p:cNvPr id="33" name="S07-line150"/>
          <p:cNvSpPr/>
          <p:nvPr/>
        </p:nvSpPr>
        <p:spPr>
          <a:xfrm>
            <a:off x="8233791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7-line151"/>
          <p:cNvSpPr/>
          <p:nvPr/>
        </p:nvSpPr>
        <p:spPr>
          <a:xfrm>
            <a:off x="8661654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7-line152"/>
          <p:cNvSpPr/>
          <p:nvPr/>
        </p:nvSpPr>
        <p:spPr>
          <a:xfrm>
            <a:off x="9089517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7-line153"/>
          <p:cNvSpPr/>
          <p:nvPr/>
        </p:nvSpPr>
        <p:spPr>
          <a:xfrm>
            <a:off x="9517380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7-label154"/>
          <p:cNvSpPr txBox="1"/>
          <p:nvPr/>
        </p:nvSpPr>
        <p:spPr>
          <a:xfrm>
            <a:off x="9060180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000" dirty="0"/>
          </a:p>
        </p:txBody>
      </p:sp>
      <p:sp>
        <p:nvSpPr>
          <p:cNvPr id="38" name="S07-line155"/>
          <p:cNvSpPr/>
          <p:nvPr/>
        </p:nvSpPr>
        <p:spPr>
          <a:xfrm>
            <a:off x="9945243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7-line156"/>
          <p:cNvSpPr/>
          <p:nvPr/>
        </p:nvSpPr>
        <p:spPr>
          <a:xfrm>
            <a:off x="10373106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7-line157"/>
          <p:cNvSpPr/>
          <p:nvPr/>
        </p:nvSpPr>
        <p:spPr>
          <a:xfrm>
            <a:off x="10800969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7-line158"/>
          <p:cNvSpPr/>
          <p:nvPr/>
        </p:nvSpPr>
        <p:spPr>
          <a:xfrm>
            <a:off x="11228832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7-label159"/>
          <p:cNvSpPr txBox="1"/>
          <p:nvPr/>
        </p:nvSpPr>
        <p:spPr>
          <a:xfrm>
            <a:off x="10771632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000" dirty="0"/>
          </a:p>
        </p:txBody>
      </p:sp>
      <p:sp>
        <p:nvSpPr>
          <p:cNvPr id="43" name="S07-mark160"/>
          <p:cNvSpPr/>
          <p:nvPr/>
        </p:nvSpPr>
        <p:spPr>
          <a:xfrm>
            <a:off x="2580132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4" name="S07-mark161"/>
          <p:cNvSpPr/>
          <p:nvPr/>
        </p:nvSpPr>
        <p:spPr>
          <a:xfrm>
            <a:off x="4291584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5" name="S07-mark162"/>
          <p:cNvSpPr/>
          <p:nvPr/>
        </p:nvSpPr>
        <p:spPr>
          <a:xfrm>
            <a:off x="6003036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6" name="S07-mark163"/>
          <p:cNvSpPr/>
          <p:nvPr/>
        </p:nvSpPr>
        <p:spPr>
          <a:xfrm>
            <a:off x="7714488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7" name="S07-mark164"/>
          <p:cNvSpPr/>
          <p:nvPr/>
        </p:nvSpPr>
        <p:spPr>
          <a:xfrm>
            <a:off x="9425940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8" name="S07-mark165"/>
          <p:cNvSpPr/>
          <p:nvPr/>
        </p:nvSpPr>
        <p:spPr>
          <a:xfrm>
            <a:off x="11137392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9" name="S07-line166"/>
          <p:cNvSpPr/>
          <p:nvPr/>
        </p:nvSpPr>
        <p:spPr>
          <a:xfrm flipV="1">
            <a:off x="960120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7-line167"/>
          <p:cNvSpPr/>
          <p:nvPr/>
        </p:nvSpPr>
        <p:spPr>
          <a:xfrm>
            <a:off x="960120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7-line168"/>
          <p:cNvSpPr/>
          <p:nvPr/>
        </p:nvSpPr>
        <p:spPr>
          <a:xfrm flipV="1">
            <a:off x="2671572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2" name="S07-line169"/>
          <p:cNvSpPr/>
          <p:nvPr/>
        </p:nvSpPr>
        <p:spPr>
          <a:xfrm>
            <a:off x="2671572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3" name="S07-line170"/>
          <p:cNvSpPr/>
          <p:nvPr/>
        </p:nvSpPr>
        <p:spPr>
          <a:xfrm flipV="1">
            <a:off x="4383024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4" name="S07-line171"/>
          <p:cNvSpPr/>
          <p:nvPr/>
        </p:nvSpPr>
        <p:spPr>
          <a:xfrm>
            <a:off x="4383024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5" name="S07-line172"/>
          <p:cNvSpPr/>
          <p:nvPr/>
        </p:nvSpPr>
        <p:spPr>
          <a:xfrm flipV="1">
            <a:off x="6094476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6" name="S07-line173"/>
          <p:cNvSpPr/>
          <p:nvPr/>
        </p:nvSpPr>
        <p:spPr>
          <a:xfrm>
            <a:off x="6094476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7" name="S07-line174"/>
          <p:cNvSpPr/>
          <p:nvPr/>
        </p:nvSpPr>
        <p:spPr>
          <a:xfrm flipV="1">
            <a:off x="7805928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8" name="S07-line175"/>
          <p:cNvSpPr/>
          <p:nvPr/>
        </p:nvSpPr>
        <p:spPr>
          <a:xfrm>
            <a:off x="7805928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9" name="S07-line176"/>
          <p:cNvSpPr/>
          <p:nvPr/>
        </p:nvSpPr>
        <p:spPr>
          <a:xfrm flipV="1">
            <a:off x="9517380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0" name="S07-line177"/>
          <p:cNvSpPr/>
          <p:nvPr/>
        </p:nvSpPr>
        <p:spPr>
          <a:xfrm>
            <a:off x="9517380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1" name="S07-figure178" descr="0부터 24까지의 수직선에서 4씩 뛰어 4, 8, 12, 16, 20, 24에 점을 찍은 그림"/>
          <p:cNvSpPr/>
          <p:nvPr/>
        </p:nvSpPr>
        <p:spPr>
          <a:xfrm>
            <a:off x="685800" y="2816352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배수를 구해 봐요</a:t>
            </a:r>
            <a:endParaRPr lang="ko-KR" sz="4000" dirty="0"/>
          </a:p>
        </p:txBody>
      </p:sp>
      <p:sp>
        <p:nvSpPr>
          <p:cNvPr id="3" name="S08-card1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1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3의 배수는 3으로 나누어떨어지는 수예요.</a:t>
            </a:r>
            <a:endParaRPr lang="ko-KR" sz="2800" dirty="0"/>
          </a:p>
        </p:txBody>
      </p:sp>
      <p:sp>
        <p:nvSpPr>
          <p:cNvPr id="5" name="S08-chip181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8-text182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6의 배수를 작은 수부터 5개 써요.</a:t>
            </a:r>
            <a:endParaRPr lang="ko-KR" sz="2800" dirty="0"/>
          </a:p>
        </p:txBody>
      </p:sp>
      <p:sp>
        <p:nvSpPr>
          <p:cNvPr id="7" name="S08-chip183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8-text184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50보다 작은 7의 배수 중 가장 큰 수는?</a:t>
            </a:r>
            <a:endParaRPr lang="ko-KR" sz="2800" dirty="0"/>
          </a:p>
        </p:txBody>
      </p:sp>
      <p:sp>
        <p:nvSpPr>
          <p:cNvPr id="9" name="S08-chip185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8-text186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21, 25, 30 중 3의 배수를 모두 골라요.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약수와 배수의 관계</a:t>
            </a:r>
            <a:endParaRPr lang="ko-KR" sz="4000" dirty="0"/>
          </a:p>
        </p:txBody>
      </p:sp>
      <p:sp>
        <p:nvSpPr>
          <p:cNvPr id="3" name="S09-card1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= ▲ × ● 이면 ▲와 ●는 ■의 약수, ■는 ▲와 ●의 배수예요.</a:t>
            </a:r>
            <a:endParaRPr lang="ko-KR" sz="2800" dirty="0"/>
          </a:p>
        </p:txBody>
      </p:sp>
      <p:sp>
        <p:nvSpPr>
          <p:cNvPr id="5" name="S09-card189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190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4는 12의 약수예요.</a:t>
            </a:r>
            <a:endParaRPr lang="ko-KR" sz="2800" dirty="0"/>
          </a:p>
        </p:txBody>
      </p:sp>
      <p:sp>
        <p:nvSpPr>
          <p:cNvPr id="7" name="S09-card191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192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12는 3과 4의 배수예요.</a:t>
            </a:r>
            <a:endParaRPr lang="ko-KR" sz="2800" dirty="0"/>
          </a:p>
        </p:txBody>
      </p:sp>
      <p:sp>
        <p:nvSpPr>
          <p:cNvPr id="9" name="S09-dot193"/>
          <p:cNvSpPr/>
          <p:nvPr/>
        </p:nvSpPr>
        <p:spPr>
          <a:xfrm>
            <a:off x="2331263" y="201579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194"/>
          <p:cNvSpPr/>
          <p:nvPr/>
        </p:nvSpPr>
        <p:spPr>
          <a:xfrm>
            <a:off x="2834183" y="201579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195"/>
          <p:cNvSpPr/>
          <p:nvPr/>
        </p:nvSpPr>
        <p:spPr>
          <a:xfrm>
            <a:off x="3337103" y="201579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196"/>
          <p:cNvSpPr/>
          <p:nvPr/>
        </p:nvSpPr>
        <p:spPr>
          <a:xfrm>
            <a:off x="3840023" y="201579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197"/>
          <p:cNvSpPr/>
          <p:nvPr/>
        </p:nvSpPr>
        <p:spPr>
          <a:xfrm>
            <a:off x="2331263" y="251871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198"/>
          <p:cNvSpPr/>
          <p:nvPr/>
        </p:nvSpPr>
        <p:spPr>
          <a:xfrm>
            <a:off x="2834183" y="251871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dot199"/>
          <p:cNvSpPr/>
          <p:nvPr/>
        </p:nvSpPr>
        <p:spPr>
          <a:xfrm>
            <a:off x="3337103" y="251871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200"/>
          <p:cNvSpPr/>
          <p:nvPr/>
        </p:nvSpPr>
        <p:spPr>
          <a:xfrm>
            <a:off x="3840023" y="251871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201"/>
          <p:cNvSpPr/>
          <p:nvPr/>
        </p:nvSpPr>
        <p:spPr>
          <a:xfrm>
            <a:off x="2331263" y="302163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dot202"/>
          <p:cNvSpPr/>
          <p:nvPr/>
        </p:nvSpPr>
        <p:spPr>
          <a:xfrm>
            <a:off x="2834183" y="302163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dot203"/>
          <p:cNvSpPr/>
          <p:nvPr/>
        </p:nvSpPr>
        <p:spPr>
          <a:xfrm>
            <a:off x="3337103" y="302163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dot204"/>
          <p:cNvSpPr/>
          <p:nvPr/>
        </p:nvSpPr>
        <p:spPr>
          <a:xfrm>
            <a:off x="3840023" y="302163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figure205" descr="바둑돌 12개를 3줄에 4개씩 놓은 배열"/>
          <p:cNvSpPr/>
          <p:nvPr/>
        </p:nvSpPr>
        <p:spPr>
          <a:xfrm>
            <a:off x="2235708" y="1920240"/>
            <a:ext cx="201168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9-eqtext206"/>
          <p:cNvSpPr txBox="1"/>
          <p:nvPr/>
        </p:nvSpPr>
        <p:spPr>
          <a:xfrm>
            <a:off x="6254496" y="1325880"/>
            <a:ext cx="53858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= 3 × 4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0-card20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0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= 3 × 4</a:t>
            </a:r>
            <a:endParaRPr lang="ko-KR" sz="2800" dirty="0"/>
          </a:p>
        </p:txBody>
      </p:sp>
      <p:sp>
        <p:nvSpPr>
          <p:cNvPr id="5" name="S10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나눗셈으로 확인해요.</a:t>
            </a:r>
            <a:endParaRPr lang="ko-KR" sz="2800" dirty="0"/>
          </a:p>
        </p:txBody>
      </p:sp>
      <p:sp>
        <p:nvSpPr>
          <p:cNvPr id="7" name="S10-chip21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0-text21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12의 배수예요.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12는 3의 약수예요.</a:t>
            </a:r>
            <a:endParaRPr lang="ko-KR" sz="2800" dirty="0"/>
          </a:p>
        </p:txBody>
      </p:sp>
      <p:sp>
        <p:nvSpPr>
          <p:cNvPr id="9" name="S10-chip21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0-text21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12의 약수예요.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12는 3의 배수예요.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2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21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16의 약수를 모두 써요.</a:t>
            </a:r>
            <a:endParaRPr lang="ko-KR" sz="2800" dirty="0"/>
          </a:p>
        </p:txBody>
      </p:sp>
      <p:sp>
        <p:nvSpPr>
          <p:cNvPr id="5" name="S11-chip21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21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9의 배수를 작은 수부터 4개 써요.</a:t>
            </a:r>
            <a:endParaRPr lang="ko-KR" sz="2800" dirty="0"/>
          </a:p>
        </p:txBody>
      </p:sp>
      <p:sp>
        <p:nvSpPr>
          <p:cNvPr id="7" name="S11-chip21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22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= 4 × 6을 보고 약수와 배수의 관계를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chip22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222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15의 약수를 모두 쓰고, 몇 개인지 세어요.</a:t>
            </a:r>
            <a:endParaRPr lang="ko-KR" sz="2800" dirty="0"/>
          </a:p>
        </p:txBody>
      </p:sp>
      <p:sp>
        <p:nvSpPr>
          <p:cNvPr id="5" name="S13-chip22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224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6의 배수이면서 30의 약수인 수를 모두 찾아요.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2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2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약수는 어떤 수를 나누어떨어지게 하는 수,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배수는 어떤 수를 1배, 2배, 3배 … 한 수예요.</a:t>
            </a:r>
            <a:endParaRPr lang="ko-KR" sz="2800" dirty="0"/>
          </a:p>
        </p:txBody>
      </p:sp>
      <p:sp>
        <p:nvSpPr>
          <p:cNvPr id="5" name="S14-chip22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곱셈 짝으로 약수 빠짐없이 찾기</a:t>
            </a:r>
            <a:endParaRPr lang="ko-KR" sz="2200" dirty="0"/>
          </a:p>
        </p:txBody>
      </p:sp>
      <p:sp>
        <p:nvSpPr>
          <p:cNvPr id="6" name="S14-chip22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약수와 배수를 거꾸로 말하기</a:t>
            </a:r>
            <a:endParaRPr lang="ko-KR" sz="2200" dirty="0"/>
          </a:p>
        </p:txBody>
      </p:sp>
      <p:sp>
        <p:nvSpPr>
          <p:cNvPr id="7" name="S14-text22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23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20의 약수를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써요.</a:t>
            </a:r>
            <a:endParaRPr lang="ko-KR" sz="2200" dirty="0"/>
          </a:p>
        </p:txBody>
      </p:sp>
      <p:sp>
        <p:nvSpPr>
          <p:cNvPr id="9" name="S14-text23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8의 배수를 작은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수부터 3개 써요.</a:t>
            </a:r>
            <a:endParaRPr lang="ko-KR" sz="2200" dirty="0"/>
          </a:p>
        </p:txBody>
      </p:sp>
      <p:sp>
        <p:nvSpPr>
          <p:cNvPr id="10" name="S14-text23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35 = 5 × 7에서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약수와 배수는?</a:t>
            </a:r>
            <a:endParaRPr lang="ko-KR" sz="2200" dirty="0"/>
          </a:p>
        </p:txBody>
      </p:sp>
      <p:sp>
        <p:nvSpPr>
          <p:cNvPr id="11" name="S14-text23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최대공약수와 최소공배수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나누어떨어질까요?</a:t>
            </a:r>
            <a:endParaRPr lang="ko-KR" sz="4000" dirty="0"/>
          </a:p>
        </p:txBody>
      </p:sp>
      <p:sp>
        <p:nvSpPr>
          <p:cNvPr id="3" name="S15-text2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14개를 4개씩 묶어요.</a:t>
            </a:r>
            <a:endParaRPr lang="ko-KR" sz="2800" dirty="0"/>
          </a:p>
        </p:txBody>
      </p:sp>
      <p:sp>
        <p:nvSpPr>
          <p:cNvPr id="4" name="S15-card2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2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것이 없으면 ‘나누어떨어진다’고 해요.</a:t>
            </a:r>
            <a:endParaRPr lang="ko-KR" sz="2800" dirty="0"/>
          </a:p>
        </p:txBody>
      </p:sp>
      <p:sp>
        <p:nvSpPr>
          <p:cNvPr id="6" name="S15-dot237"/>
          <p:cNvSpPr/>
          <p:nvPr/>
        </p:nvSpPr>
        <p:spPr>
          <a:xfrm>
            <a:off x="2237080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238"/>
          <p:cNvSpPr/>
          <p:nvPr/>
        </p:nvSpPr>
        <p:spPr>
          <a:xfrm>
            <a:off x="2785720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239"/>
          <p:cNvSpPr/>
          <p:nvPr/>
        </p:nvSpPr>
        <p:spPr>
          <a:xfrm>
            <a:off x="3334360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240"/>
          <p:cNvSpPr/>
          <p:nvPr/>
        </p:nvSpPr>
        <p:spPr>
          <a:xfrm>
            <a:off x="3883000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241"/>
          <p:cNvSpPr/>
          <p:nvPr/>
        </p:nvSpPr>
        <p:spPr>
          <a:xfrm>
            <a:off x="2237080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242"/>
          <p:cNvSpPr/>
          <p:nvPr/>
        </p:nvSpPr>
        <p:spPr>
          <a:xfrm>
            <a:off x="2785720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243"/>
          <p:cNvSpPr/>
          <p:nvPr/>
        </p:nvSpPr>
        <p:spPr>
          <a:xfrm>
            <a:off x="3334360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dot244"/>
          <p:cNvSpPr/>
          <p:nvPr/>
        </p:nvSpPr>
        <p:spPr>
          <a:xfrm>
            <a:off x="3883000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dot245"/>
          <p:cNvSpPr/>
          <p:nvPr/>
        </p:nvSpPr>
        <p:spPr>
          <a:xfrm>
            <a:off x="2237080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5-dot246"/>
          <p:cNvSpPr/>
          <p:nvPr/>
        </p:nvSpPr>
        <p:spPr>
          <a:xfrm>
            <a:off x="2785720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dot247"/>
          <p:cNvSpPr/>
          <p:nvPr/>
        </p:nvSpPr>
        <p:spPr>
          <a:xfrm>
            <a:off x="3334360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248"/>
          <p:cNvSpPr/>
          <p:nvPr/>
        </p:nvSpPr>
        <p:spPr>
          <a:xfrm>
            <a:off x="3883000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dot249"/>
          <p:cNvSpPr/>
          <p:nvPr/>
        </p:nvSpPr>
        <p:spPr>
          <a:xfrm>
            <a:off x="2237080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5-dot250"/>
          <p:cNvSpPr/>
          <p:nvPr/>
        </p:nvSpPr>
        <p:spPr>
          <a:xfrm>
            <a:off x="2785720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group251"/>
          <p:cNvSpPr/>
          <p:nvPr/>
        </p:nvSpPr>
        <p:spPr>
          <a:xfrm>
            <a:off x="2160270" y="250545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15-group252"/>
          <p:cNvSpPr/>
          <p:nvPr/>
        </p:nvSpPr>
        <p:spPr>
          <a:xfrm>
            <a:off x="2160270" y="305409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15-group253"/>
          <p:cNvSpPr/>
          <p:nvPr/>
        </p:nvSpPr>
        <p:spPr>
          <a:xfrm>
            <a:off x="2160270" y="360273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15-figure254" descr="바둑돌 14개를 4개씩 묶으면 3묶음이고 2개가 남는 배열"/>
          <p:cNvSpPr/>
          <p:nvPr/>
        </p:nvSpPr>
        <p:spPr>
          <a:xfrm>
            <a:off x="2132838" y="2468880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15-card255"/>
          <p:cNvSpPr/>
          <p:nvPr/>
        </p:nvSpPr>
        <p:spPr>
          <a:xfrm>
            <a:off x="6277356" y="2419096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15-cardtext256"/>
          <p:cNvSpPr txBox="1"/>
          <p:nvPr/>
        </p:nvSpPr>
        <p:spPr>
          <a:xfrm>
            <a:off x="6551676" y="2556256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3묶음,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2개가 남아요.</a:t>
            </a:r>
            <a:endParaRPr lang="ko-KR" sz="2800" dirty="0"/>
          </a:p>
        </p:txBody>
      </p:sp>
      <p:sp>
        <p:nvSpPr>
          <p:cNvPr id="26" name="S15-card257"/>
          <p:cNvSpPr/>
          <p:nvPr/>
        </p:nvSpPr>
        <p:spPr>
          <a:xfrm>
            <a:off x="6277356" y="3844544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15-cardtext258"/>
          <p:cNvSpPr txBox="1"/>
          <p:nvPr/>
        </p:nvSpPr>
        <p:spPr>
          <a:xfrm>
            <a:off x="6551676" y="3981704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÷ 4 = 3 … 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약수와 배수</dc:title>
  <dc:subject>KR22-G05-MAT-FACTOR-L01</dc:subject>
  <dc:creator>education-ppt</dc:creator>
  <cp:lastModifiedBy>education-ppt</cp:lastModifiedBy>
  <cp:revision>1</cp:revision>
  <dcterms:created xsi:type="dcterms:W3CDTF">2026-10-26T08:24:41Z</dcterms:created>
  <dcterms:modified xsi:type="dcterms:W3CDTF">2026-10-26T08:24:41Z</dcterms:modified>
</cp:coreProperties>
</file>