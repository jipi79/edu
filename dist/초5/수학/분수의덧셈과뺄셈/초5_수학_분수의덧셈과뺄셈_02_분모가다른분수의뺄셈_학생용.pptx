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a0345ea-2224-c30c-9614-e8036956dcfa}">
          <p14:sldIdLst>
            <p14:sldId id="256"/>
            <p14:sldId id="257"/>
          </p14:sldIdLst>
        </p14:section>
        <p14:section name="개념" id="{d98aea7e-7548-74b0-6f88-fb0c5e82216a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c79e3493-b1d5-0d7e-8851-983563937265}">
          <p14:sldIdLst>
            <p14:sldId id="260"/>
            <p14:sldId id="264"/>
            <p14:sldId id="265"/>
          </p14:sldIdLst>
        </p14:section>
        <p14:section name="개념" id="{ac8d80b0-f5fb-cc47-e99d-3dcf77d893eb}">
          <p14:sldIdLst/>
        </p14:section>
        <p14:section name="연습" id="{139ac6f3-1014-be7f-ea3b-57d46cc1f6ce}">
          <p14:sldIdLst/>
        </p14:section>
        <p14:section name="확인" id="{b24de5d3-6bec-f387-4836-967e59dcb2d5}">
          <p14:sldIdLst>
            <p14:sldId id="266"/>
            <p14:sldId id="267"/>
          </p14:sldIdLst>
        </p14:section>
        <p14:section name="정리" id="{edd53029-0615-4346-0a2f-131ee307fdf1}">
          <p14:sldIdLst>
            <p14:sldId id="268"/>
          </p14:sldIdLst>
        </p14:section>
        <p14:section name="보충" id="{68e099c9-286c-3b0b-b5de-f02dd076e57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분수의덧셈과뺄셈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분모가 다른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분모가 다른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분모가 다른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다른 분수의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 5분의 1에서 1과 2분의 1을 빼려면?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7767828" y="1527048"/>
            <a:ext cx="356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5" name="S01-num2"/>
          <p:cNvSpPr txBox="1"/>
          <p:nvPr/>
        </p:nvSpPr>
        <p:spPr>
          <a:xfrm>
            <a:off x="8124444" y="1527048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6" name="S01-fracbar3"/>
          <p:cNvSpPr/>
          <p:nvPr/>
        </p:nvSpPr>
        <p:spPr>
          <a:xfrm>
            <a:off x="8161020" y="2103120"/>
            <a:ext cx="516636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7" name="S01-num4"/>
          <p:cNvSpPr txBox="1"/>
          <p:nvPr/>
        </p:nvSpPr>
        <p:spPr>
          <a:xfrm>
            <a:off x="8124444" y="2139696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600" dirty="0"/>
          </a:p>
        </p:txBody>
      </p:sp>
      <p:sp>
        <p:nvSpPr>
          <p:cNvPr id="8" name="S01-op5"/>
          <p:cNvSpPr txBox="1"/>
          <p:nvPr/>
        </p:nvSpPr>
        <p:spPr>
          <a:xfrm>
            <a:off x="8823960" y="1527048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600" dirty="0"/>
          </a:p>
        </p:txBody>
      </p:sp>
      <p:sp>
        <p:nvSpPr>
          <p:cNvPr id="9" name="S01-num6"/>
          <p:cNvSpPr txBox="1"/>
          <p:nvPr/>
        </p:nvSpPr>
        <p:spPr>
          <a:xfrm>
            <a:off x="9381744" y="1527048"/>
            <a:ext cx="356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0" name="S01-num7"/>
          <p:cNvSpPr txBox="1"/>
          <p:nvPr/>
        </p:nvSpPr>
        <p:spPr>
          <a:xfrm>
            <a:off x="9738360" y="1527048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1" name="S01-fracbar8"/>
          <p:cNvSpPr/>
          <p:nvPr/>
        </p:nvSpPr>
        <p:spPr>
          <a:xfrm>
            <a:off x="9774936" y="2103120"/>
            <a:ext cx="516636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2" name="S01-num9"/>
          <p:cNvSpPr txBox="1"/>
          <p:nvPr/>
        </p:nvSpPr>
        <p:spPr>
          <a:xfrm>
            <a:off x="9738360" y="2139696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600" dirty="0"/>
          </a:p>
        </p:txBody>
      </p:sp>
      <p:sp>
        <p:nvSpPr>
          <p:cNvPr id="13" name="S01-op10"/>
          <p:cNvSpPr txBox="1"/>
          <p:nvPr/>
        </p:nvSpPr>
        <p:spPr>
          <a:xfrm>
            <a:off x="10437876" y="1527048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600" dirty="0"/>
          </a:p>
        </p:txBody>
      </p:sp>
      <p:sp>
        <p:nvSpPr>
          <p:cNvPr id="14" name="S01-op11"/>
          <p:cNvSpPr txBox="1"/>
          <p:nvPr/>
        </p:nvSpPr>
        <p:spPr>
          <a:xfrm>
            <a:off x="10995660" y="1527048"/>
            <a:ext cx="530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3600" dirty="0"/>
          </a:p>
        </p:txBody>
      </p:sp>
      <p:sp>
        <p:nvSpPr>
          <p:cNvPr id="15" name="S01-card1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통분해서 분모가 다른 분수를 빼요.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대분수의 뺄셈에서 받아내림을 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</a:t>
            </a:r>
            <a:endParaRPr lang="ko-KR" sz="2800" dirty="0"/>
          </a:p>
        </p:txBody>
      </p:sp>
      <p:sp>
        <p:nvSpPr>
          <p:cNvPr id="4" name="S02-chip1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6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02-fracbar17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8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2-op19"/>
          <p:cNvSpPr txBox="1"/>
          <p:nvPr/>
        </p:nvSpPr>
        <p:spPr>
          <a:xfrm>
            <a:off x="1990344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9" name="S02-num20"/>
          <p:cNvSpPr txBox="1"/>
          <p:nvPr/>
        </p:nvSpPr>
        <p:spPr>
          <a:xfrm>
            <a:off x="2526792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2-fracbar21"/>
          <p:cNvSpPr/>
          <p:nvPr/>
        </p:nvSpPr>
        <p:spPr>
          <a:xfrm>
            <a:off x="25633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22"/>
          <p:cNvSpPr txBox="1"/>
          <p:nvPr/>
        </p:nvSpPr>
        <p:spPr>
          <a:xfrm>
            <a:off x="25267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02-op23"/>
          <p:cNvSpPr txBox="1"/>
          <p:nvPr/>
        </p:nvSpPr>
        <p:spPr>
          <a:xfrm>
            <a:off x="31729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2-blank24"/>
          <p:cNvSpPr/>
          <p:nvPr/>
        </p:nvSpPr>
        <p:spPr>
          <a:xfrm>
            <a:off x="380020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2-fracbar25"/>
          <p:cNvSpPr/>
          <p:nvPr/>
        </p:nvSpPr>
        <p:spPr>
          <a:xfrm>
            <a:off x="37459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num26"/>
          <p:cNvSpPr txBox="1"/>
          <p:nvPr/>
        </p:nvSpPr>
        <p:spPr>
          <a:xfrm>
            <a:off x="3709416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6" name="S02-chip2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02-num28"/>
          <p:cNvSpPr txBox="1"/>
          <p:nvPr/>
        </p:nvSpPr>
        <p:spPr>
          <a:xfrm>
            <a:off x="1344168" y="359867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2-num29"/>
          <p:cNvSpPr txBox="1"/>
          <p:nvPr/>
        </p:nvSpPr>
        <p:spPr>
          <a:xfrm>
            <a:off x="1667256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9" name="S02-fracbar30"/>
          <p:cNvSpPr/>
          <p:nvPr/>
        </p:nvSpPr>
        <p:spPr>
          <a:xfrm>
            <a:off x="1703832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2-num31"/>
          <p:cNvSpPr txBox="1"/>
          <p:nvPr/>
        </p:nvSpPr>
        <p:spPr>
          <a:xfrm>
            <a:off x="1667256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1" name="S02-op32"/>
          <p:cNvSpPr txBox="1"/>
          <p:nvPr/>
        </p:nvSpPr>
        <p:spPr>
          <a:xfrm>
            <a:off x="2313432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2-num33"/>
          <p:cNvSpPr txBox="1"/>
          <p:nvPr/>
        </p:nvSpPr>
        <p:spPr>
          <a:xfrm>
            <a:off x="2849880" y="359867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3" name="S02-blank34"/>
          <p:cNvSpPr/>
          <p:nvPr/>
        </p:nvSpPr>
        <p:spPr>
          <a:xfrm>
            <a:off x="3263758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2-fracbar35"/>
          <p:cNvSpPr/>
          <p:nvPr/>
        </p:nvSpPr>
        <p:spPr>
          <a:xfrm>
            <a:off x="32095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2-num36"/>
          <p:cNvSpPr txBox="1"/>
          <p:nvPr/>
        </p:nvSpPr>
        <p:spPr>
          <a:xfrm>
            <a:off x="31729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6" name="S02-chip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7" name="S02-num38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8" name="S02-fracbar39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2-num40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0" name="S02-op41"/>
          <p:cNvSpPr txBox="1"/>
          <p:nvPr/>
        </p:nvSpPr>
        <p:spPr>
          <a:xfrm>
            <a:off x="1990344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31" name="S02-num42"/>
          <p:cNvSpPr txBox="1"/>
          <p:nvPr/>
        </p:nvSpPr>
        <p:spPr>
          <a:xfrm>
            <a:off x="2526792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2" name="S02-fracbar43"/>
          <p:cNvSpPr/>
          <p:nvPr/>
        </p:nvSpPr>
        <p:spPr>
          <a:xfrm>
            <a:off x="2563368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2-num44"/>
          <p:cNvSpPr txBox="1"/>
          <p:nvPr/>
        </p:nvSpPr>
        <p:spPr>
          <a:xfrm>
            <a:off x="2526792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4" name="S02-op45"/>
          <p:cNvSpPr txBox="1"/>
          <p:nvPr/>
        </p:nvSpPr>
        <p:spPr>
          <a:xfrm>
            <a:off x="3172968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5" name="S02-blank46"/>
          <p:cNvSpPr/>
          <p:nvPr/>
        </p:nvSpPr>
        <p:spPr>
          <a:xfrm>
            <a:off x="3800206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2-fracbar47"/>
          <p:cNvSpPr/>
          <p:nvPr/>
        </p:nvSpPr>
        <p:spPr>
          <a:xfrm>
            <a:off x="374599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2-num48"/>
          <p:cNvSpPr txBox="1"/>
          <p:nvPr/>
        </p:nvSpPr>
        <p:spPr>
          <a:xfrm>
            <a:off x="3709416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빼요</a:t>
            </a:r>
            <a:endParaRPr lang="ko-KR" sz="4000" dirty="0"/>
          </a:p>
        </p:txBody>
      </p:sp>
      <p:sp>
        <p:nvSpPr>
          <p:cNvPr id="3" name="S03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2 = 12분의 8, 4분의 1 = 12분의 3이에요.</a:t>
            </a:r>
            <a:endParaRPr lang="ko-KR" sz="2800" dirty="0"/>
          </a:p>
        </p:txBody>
      </p:sp>
      <p:sp>
        <p:nvSpPr>
          <p:cNvPr id="4" name="S03-card5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5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2 − 4분의 1 = 12분의 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1이 8개 − 3개 = 5개</a:t>
            </a:r>
            <a:endParaRPr lang="ko-KR" sz="2800" dirty="0"/>
          </a:p>
        </p:txBody>
      </p:sp>
      <p:sp>
        <p:nvSpPr>
          <p:cNvPr id="6" name="S03-num52"/>
          <p:cNvSpPr txBox="1"/>
          <p:nvPr/>
        </p:nvSpPr>
        <p:spPr>
          <a:xfrm>
            <a:off x="739394" y="2072809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7" name="S03-fracbar53"/>
          <p:cNvSpPr/>
          <p:nvPr/>
        </p:nvSpPr>
        <p:spPr>
          <a:xfrm>
            <a:off x="775970" y="2484035"/>
            <a:ext cx="459740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03-num54"/>
          <p:cNvSpPr txBox="1"/>
          <p:nvPr/>
        </p:nvSpPr>
        <p:spPr>
          <a:xfrm>
            <a:off x="739394" y="2520611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9" name="S03-cell55"/>
          <p:cNvSpPr/>
          <p:nvPr/>
        </p:nvSpPr>
        <p:spPr>
          <a:xfrm>
            <a:off x="1600200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56"/>
          <p:cNvSpPr/>
          <p:nvPr/>
        </p:nvSpPr>
        <p:spPr>
          <a:xfrm>
            <a:off x="2436876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57"/>
          <p:cNvSpPr/>
          <p:nvPr/>
        </p:nvSpPr>
        <p:spPr>
          <a:xfrm>
            <a:off x="3273552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58"/>
          <p:cNvSpPr/>
          <p:nvPr/>
        </p:nvSpPr>
        <p:spPr>
          <a:xfrm>
            <a:off x="4110228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59"/>
          <p:cNvSpPr/>
          <p:nvPr/>
        </p:nvSpPr>
        <p:spPr>
          <a:xfrm>
            <a:off x="4946904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60"/>
          <p:cNvSpPr/>
          <p:nvPr/>
        </p:nvSpPr>
        <p:spPr>
          <a:xfrm>
            <a:off x="5783580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61"/>
          <p:cNvSpPr/>
          <p:nvPr/>
        </p:nvSpPr>
        <p:spPr>
          <a:xfrm>
            <a:off x="6620256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62"/>
          <p:cNvSpPr/>
          <p:nvPr/>
        </p:nvSpPr>
        <p:spPr>
          <a:xfrm>
            <a:off x="7456932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63"/>
          <p:cNvSpPr/>
          <p:nvPr/>
        </p:nvSpPr>
        <p:spPr>
          <a:xfrm>
            <a:off x="8293608" y="2148840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64"/>
          <p:cNvSpPr/>
          <p:nvPr/>
        </p:nvSpPr>
        <p:spPr>
          <a:xfrm>
            <a:off x="9130284" y="2148840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65"/>
          <p:cNvSpPr/>
          <p:nvPr/>
        </p:nvSpPr>
        <p:spPr>
          <a:xfrm>
            <a:off x="9966960" y="2148840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66"/>
          <p:cNvSpPr/>
          <p:nvPr/>
        </p:nvSpPr>
        <p:spPr>
          <a:xfrm>
            <a:off x="10803636" y="2148840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figure67" descr="똑같이 12칸으로 나눈 띠, 8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num68"/>
          <p:cNvSpPr txBox="1"/>
          <p:nvPr/>
        </p:nvSpPr>
        <p:spPr>
          <a:xfrm>
            <a:off x="739394" y="2999232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23" name="S03-fracbar69"/>
          <p:cNvSpPr/>
          <p:nvPr/>
        </p:nvSpPr>
        <p:spPr>
          <a:xfrm>
            <a:off x="775970" y="3410458"/>
            <a:ext cx="459740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4" name="S03-num70"/>
          <p:cNvSpPr txBox="1"/>
          <p:nvPr/>
        </p:nvSpPr>
        <p:spPr>
          <a:xfrm>
            <a:off x="739394" y="3447034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25" name="S03-cell71"/>
          <p:cNvSpPr/>
          <p:nvPr/>
        </p:nvSpPr>
        <p:spPr>
          <a:xfrm>
            <a:off x="1600200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72"/>
          <p:cNvSpPr/>
          <p:nvPr/>
        </p:nvSpPr>
        <p:spPr>
          <a:xfrm>
            <a:off x="2436876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cell73"/>
          <p:cNvSpPr/>
          <p:nvPr/>
        </p:nvSpPr>
        <p:spPr>
          <a:xfrm>
            <a:off x="3273552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74"/>
          <p:cNvSpPr/>
          <p:nvPr/>
        </p:nvSpPr>
        <p:spPr>
          <a:xfrm>
            <a:off x="4110228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75"/>
          <p:cNvSpPr/>
          <p:nvPr/>
        </p:nvSpPr>
        <p:spPr>
          <a:xfrm>
            <a:off x="4946904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76"/>
          <p:cNvSpPr/>
          <p:nvPr/>
        </p:nvSpPr>
        <p:spPr>
          <a:xfrm>
            <a:off x="5783580" y="3075263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77"/>
          <p:cNvSpPr/>
          <p:nvPr/>
        </p:nvSpPr>
        <p:spPr>
          <a:xfrm>
            <a:off x="6620256" y="3075263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78"/>
          <p:cNvSpPr/>
          <p:nvPr/>
        </p:nvSpPr>
        <p:spPr>
          <a:xfrm>
            <a:off x="7456932" y="3075263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79"/>
          <p:cNvSpPr/>
          <p:nvPr/>
        </p:nvSpPr>
        <p:spPr>
          <a:xfrm>
            <a:off x="8293608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80"/>
          <p:cNvSpPr/>
          <p:nvPr/>
        </p:nvSpPr>
        <p:spPr>
          <a:xfrm>
            <a:off x="9130284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81"/>
          <p:cNvSpPr/>
          <p:nvPr/>
        </p:nvSpPr>
        <p:spPr>
          <a:xfrm>
            <a:off x="9966960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82"/>
          <p:cNvSpPr/>
          <p:nvPr/>
        </p:nvSpPr>
        <p:spPr>
          <a:xfrm>
            <a:off x="10803636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figure83" descr="똑같이 12칸으로 나눈 띠, 3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3-num84"/>
          <p:cNvSpPr txBox="1"/>
          <p:nvPr/>
        </p:nvSpPr>
        <p:spPr>
          <a:xfrm>
            <a:off x="739394" y="3925655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39" name="S03-fracbar85"/>
          <p:cNvSpPr/>
          <p:nvPr/>
        </p:nvSpPr>
        <p:spPr>
          <a:xfrm>
            <a:off x="775970" y="4336881"/>
            <a:ext cx="459740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40" name="S03-num86"/>
          <p:cNvSpPr txBox="1"/>
          <p:nvPr/>
        </p:nvSpPr>
        <p:spPr>
          <a:xfrm>
            <a:off x="739394" y="4373457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41" name="S03-cell87"/>
          <p:cNvSpPr/>
          <p:nvPr/>
        </p:nvSpPr>
        <p:spPr>
          <a:xfrm>
            <a:off x="1600200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cell88"/>
          <p:cNvSpPr/>
          <p:nvPr/>
        </p:nvSpPr>
        <p:spPr>
          <a:xfrm>
            <a:off x="2436876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cell89"/>
          <p:cNvSpPr/>
          <p:nvPr/>
        </p:nvSpPr>
        <p:spPr>
          <a:xfrm>
            <a:off x="3273552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cell90"/>
          <p:cNvSpPr/>
          <p:nvPr/>
        </p:nvSpPr>
        <p:spPr>
          <a:xfrm>
            <a:off x="4110228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cell91"/>
          <p:cNvSpPr/>
          <p:nvPr/>
        </p:nvSpPr>
        <p:spPr>
          <a:xfrm>
            <a:off x="4946904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92"/>
          <p:cNvSpPr/>
          <p:nvPr/>
        </p:nvSpPr>
        <p:spPr>
          <a:xfrm>
            <a:off x="5783580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93"/>
          <p:cNvSpPr/>
          <p:nvPr/>
        </p:nvSpPr>
        <p:spPr>
          <a:xfrm>
            <a:off x="6620256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94"/>
          <p:cNvSpPr/>
          <p:nvPr/>
        </p:nvSpPr>
        <p:spPr>
          <a:xfrm>
            <a:off x="7456932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95"/>
          <p:cNvSpPr/>
          <p:nvPr/>
        </p:nvSpPr>
        <p:spPr>
          <a:xfrm>
            <a:off x="8293608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cell96"/>
          <p:cNvSpPr/>
          <p:nvPr/>
        </p:nvSpPr>
        <p:spPr>
          <a:xfrm>
            <a:off x="9130284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cell97"/>
          <p:cNvSpPr/>
          <p:nvPr/>
        </p:nvSpPr>
        <p:spPr>
          <a:xfrm>
            <a:off x="9966960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cell98"/>
          <p:cNvSpPr/>
          <p:nvPr/>
        </p:nvSpPr>
        <p:spPr>
          <a:xfrm>
            <a:off x="10803636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3-figure99" descr="똑같이 12칸으로 나눈 띠, 5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방법으로 빼요</a:t>
            </a:r>
            <a:endParaRPr lang="ko-KR" sz="4000" dirty="0"/>
          </a:p>
        </p:txBody>
      </p:sp>
      <p:sp>
        <p:nvSpPr>
          <p:cNvPr id="3" name="S04-card10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0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5 − 4분의 1을 계산했어요.</a:t>
            </a:r>
            <a:endParaRPr lang="ko-KR" sz="2800" dirty="0"/>
          </a:p>
        </p:txBody>
      </p:sp>
      <p:sp>
        <p:nvSpPr>
          <p:cNvPr id="5" name="S04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답의 크기가 같나요? 어느 방법이 편할까요?</a:t>
            </a:r>
            <a:endParaRPr lang="ko-KR" sz="2800" dirty="0"/>
          </a:p>
        </p:txBody>
      </p:sp>
      <p:sp>
        <p:nvSpPr>
          <p:cNvPr id="7" name="S04-chip10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 24로</a:t>
            </a:r>
            <a:endParaRPr lang="ko-KR" sz="2200" dirty="0"/>
          </a:p>
        </p:txBody>
      </p:sp>
      <p:sp>
        <p:nvSpPr>
          <p:cNvPr id="8" name="S04-num105"/>
          <p:cNvSpPr txBox="1"/>
          <p:nvPr/>
        </p:nvSpPr>
        <p:spPr>
          <a:xfrm>
            <a:off x="162991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200" dirty="0"/>
          </a:p>
        </p:txBody>
      </p:sp>
      <p:sp>
        <p:nvSpPr>
          <p:cNvPr id="9" name="S04-fracbar106"/>
          <p:cNvSpPr/>
          <p:nvPr/>
        </p:nvSpPr>
        <p:spPr>
          <a:xfrm>
            <a:off x="166649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4-num107"/>
          <p:cNvSpPr txBox="1"/>
          <p:nvPr/>
        </p:nvSpPr>
        <p:spPr>
          <a:xfrm>
            <a:off x="162991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1" name="S04-op108"/>
          <p:cNvSpPr txBox="1"/>
          <p:nvPr/>
        </p:nvSpPr>
        <p:spPr>
          <a:xfrm>
            <a:off x="2375662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12" name="S04-num109"/>
          <p:cNvSpPr txBox="1"/>
          <p:nvPr/>
        </p:nvSpPr>
        <p:spPr>
          <a:xfrm>
            <a:off x="2912110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3" name="S04-fracbar110"/>
          <p:cNvSpPr/>
          <p:nvPr/>
        </p:nvSpPr>
        <p:spPr>
          <a:xfrm>
            <a:off x="2948686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4-num111"/>
          <p:cNvSpPr txBox="1"/>
          <p:nvPr/>
        </p:nvSpPr>
        <p:spPr>
          <a:xfrm>
            <a:off x="2912110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5" name="S04-op112"/>
          <p:cNvSpPr txBox="1"/>
          <p:nvPr/>
        </p:nvSpPr>
        <p:spPr>
          <a:xfrm>
            <a:off x="3657854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4-num113"/>
          <p:cNvSpPr txBox="1"/>
          <p:nvPr/>
        </p:nvSpPr>
        <p:spPr>
          <a:xfrm>
            <a:off x="4194302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3200" dirty="0"/>
          </a:p>
        </p:txBody>
      </p:sp>
      <p:sp>
        <p:nvSpPr>
          <p:cNvPr id="17" name="S04-fracbar114"/>
          <p:cNvSpPr/>
          <p:nvPr/>
        </p:nvSpPr>
        <p:spPr>
          <a:xfrm>
            <a:off x="4230878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4-num115"/>
          <p:cNvSpPr txBox="1"/>
          <p:nvPr/>
        </p:nvSpPr>
        <p:spPr>
          <a:xfrm>
            <a:off x="4194302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9" name="S04-text116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24분의 14를 약분하면 12분의 7</a:t>
            </a:r>
            <a:endParaRPr lang="ko-KR" sz="2200" dirty="0"/>
          </a:p>
        </p:txBody>
      </p:sp>
      <p:sp>
        <p:nvSpPr>
          <p:cNvPr id="20" name="S04-chip11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 12로</a:t>
            </a:r>
            <a:endParaRPr lang="ko-KR" sz="2200" dirty="0"/>
          </a:p>
        </p:txBody>
      </p:sp>
      <p:sp>
        <p:nvSpPr>
          <p:cNvPr id="21" name="S04-num118"/>
          <p:cNvSpPr txBox="1"/>
          <p:nvPr/>
        </p:nvSpPr>
        <p:spPr>
          <a:xfrm>
            <a:off x="7358634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2" name="S04-fracbar119"/>
          <p:cNvSpPr/>
          <p:nvPr/>
        </p:nvSpPr>
        <p:spPr>
          <a:xfrm>
            <a:off x="7395210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4-num120"/>
          <p:cNvSpPr txBox="1"/>
          <p:nvPr/>
        </p:nvSpPr>
        <p:spPr>
          <a:xfrm>
            <a:off x="7358634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4" name="S04-op121"/>
          <p:cNvSpPr txBox="1"/>
          <p:nvPr/>
        </p:nvSpPr>
        <p:spPr>
          <a:xfrm>
            <a:off x="8104378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25" name="S04-num122"/>
          <p:cNvSpPr txBox="1"/>
          <p:nvPr/>
        </p:nvSpPr>
        <p:spPr>
          <a:xfrm>
            <a:off x="8640826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6" name="S04-fracbar123"/>
          <p:cNvSpPr/>
          <p:nvPr/>
        </p:nvSpPr>
        <p:spPr>
          <a:xfrm>
            <a:off x="8677402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num124"/>
          <p:cNvSpPr txBox="1"/>
          <p:nvPr/>
        </p:nvSpPr>
        <p:spPr>
          <a:xfrm>
            <a:off x="8640826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8" name="S04-op125"/>
          <p:cNvSpPr txBox="1"/>
          <p:nvPr/>
        </p:nvSpPr>
        <p:spPr>
          <a:xfrm>
            <a:off x="9386570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4-num126"/>
          <p:cNvSpPr txBox="1"/>
          <p:nvPr/>
        </p:nvSpPr>
        <p:spPr>
          <a:xfrm>
            <a:off x="992301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30" name="S04-fracbar127"/>
          <p:cNvSpPr/>
          <p:nvPr/>
        </p:nvSpPr>
        <p:spPr>
          <a:xfrm>
            <a:off x="995959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4-num128"/>
          <p:cNvSpPr txBox="1"/>
          <p:nvPr/>
        </p:nvSpPr>
        <p:spPr>
          <a:xfrm>
            <a:off x="992301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32" name="S04-text129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기약분수예요.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빼요</a:t>
            </a:r>
            <a:endParaRPr lang="ko-KR" sz="4000" dirty="0"/>
          </a:p>
        </p:txBody>
      </p:sp>
      <p:sp>
        <p:nvSpPr>
          <p:cNvPr id="3" name="S05-text1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 답은 기약분수로 나타내요.</a:t>
            </a:r>
            <a:endParaRPr lang="ko-KR" sz="2800" dirty="0"/>
          </a:p>
        </p:txBody>
      </p:sp>
      <p:sp>
        <p:nvSpPr>
          <p:cNvPr id="4" name="S05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빼고 나서 약분할 수 있는지 봐요.</a:t>
            </a:r>
            <a:endParaRPr lang="ko-KR" sz="2800" dirty="0"/>
          </a:p>
        </p:txBody>
      </p:sp>
      <p:sp>
        <p:nvSpPr>
          <p:cNvPr id="6" name="S05-chip13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num134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05-fracbar135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36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05-op137"/>
          <p:cNvSpPr txBox="1"/>
          <p:nvPr/>
        </p:nvSpPr>
        <p:spPr>
          <a:xfrm>
            <a:off x="19370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1" name="S05-num138"/>
          <p:cNvSpPr txBox="1"/>
          <p:nvPr/>
        </p:nvSpPr>
        <p:spPr>
          <a:xfrm>
            <a:off x="245211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2" name="S05-fracbar139"/>
          <p:cNvSpPr/>
          <p:nvPr/>
        </p:nvSpPr>
        <p:spPr>
          <a:xfrm>
            <a:off x="248869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40"/>
          <p:cNvSpPr txBox="1"/>
          <p:nvPr/>
        </p:nvSpPr>
        <p:spPr>
          <a:xfrm>
            <a:off x="245211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4" name="S05-op141"/>
          <p:cNvSpPr txBox="1"/>
          <p:nvPr/>
        </p:nvSpPr>
        <p:spPr>
          <a:xfrm>
            <a:off x="304495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42"/>
          <p:cNvSpPr/>
          <p:nvPr/>
        </p:nvSpPr>
        <p:spPr>
          <a:xfrm>
            <a:off x="369335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43"/>
          <p:cNvSpPr/>
          <p:nvPr/>
        </p:nvSpPr>
        <p:spPr>
          <a:xfrm>
            <a:off x="3596640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44"/>
          <p:cNvSpPr txBox="1"/>
          <p:nvPr/>
        </p:nvSpPr>
        <p:spPr>
          <a:xfrm>
            <a:off x="3560064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8" name="S05-op145"/>
          <p:cNvSpPr txBox="1"/>
          <p:nvPr/>
        </p:nvSpPr>
        <p:spPr>
          <a:xfrm>
            <a:off x="4246880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9" name="S05-blank146"/>
          <p:cNvSpPr/>
          <p:nvPr/>
        </p:nvSpPr>
        <p:spPr>
          <a:xfrm>
            <a:off x="4895281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5-fracbar147"/>
          <p:cNvSpPr/>
          <p:nvPr/>
        </p:nvSpPr>
        <p:spPr>
          <a:xfrm>
            <a:off x="4798568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48"/>
          <p:cNvSpPr txBox="1"/>
          <p:nvPr/>
        </p:nvSpPr>
        <p:spPr>
          <a:xfrm>
            <a:off x="4761992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2" name="S05-op149"/>
          <p:cNvSpPr txBox="1"/>
          <p:nvPr/>
        </p:nvSpPr>
        <p:spPr>
          <a:xfrm>
            <a:off x="544880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5-blank150"/>
          <p:cNvSpPr/>
          <p:nvPr/>
        </p:nvSpPr>
        <p:spPr>
          <a:xfrm>
            <a:off x="6097209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5-fracbar151"/>
          <p:cNvSpPr/>
          <p:nvPr/>
        </p:nvSpPr>
        <p:spPr>
          <a:xfrm>
            <a:off x="6000496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52"/>
          <p:cNvSpPr txBox="1"/>
          <p:nvPr/>
        </p:nvSpPr>
        <p:spPr>
          <a:xfrm>
            <a:off x="5963920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6" name="S05-chip1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7" name="S05-num154"/>
          <p:cNvSpPr txBox="1"/>
          <p:nvPr/>
        </p:nvSpPr>
        <p:spPr>
          <a:xfrm>
            <a:off x="1344168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8" name="S05-fracbar155"/>
          <p:cNvSpPr/>
          <p:nvPr/>
        </p:nvSpPr>
        <p:spPr>
          <a:xfrm>
            <a:off x="1380744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56"/>
          <p:cNvSpPr txBox="1"/>
          <p:nvPr/>
        </p:nvSpPr>
        <p:spPr>
          <a:xfrm>
            <a:off x="1344168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0" name="S05-op157"/>
          <p:cNvSpPr txBox="1"/>
          <p:nvPr/>
        </p:nvSpPr>
        <p:spPr>
          <a:xfrm>
            <a:off x="203098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31" name="S05-num158"/>
          <p:cNvSpPr txBox="1"/>
          <p:nvPr/>
        </p:nvSpPr>
        <p:spPr>
          <a:xfrm>
            <a:off x="254609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2" name="S05-fracbar159"/>
          <p:cNvSpPr/>
          <p:nvPr/>
        </p:nvSpPr>
        <p:spPr>
          <a:xfrm>
            <a:off x="258267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num160"/>
          <p:cNvSpPr txBox="1"/>
          <p:nvPr/>
        </p:nvSpPr>
        <p:spPr>
          <a:xfrm>
            <a:off x="254609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4" name="S05-op161"/>
          <p:cNvSpPr txBox="1"/>
          <p:nvPr/>
        </p:nvSpPr>
        <p:spPr>
          <a:xfrm>
            <a:off x="313893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5" name="S05-blank162"/>
          <p:cNvSpPr/>
          <p:nvPr/>
        </p:nvSpPr>
        <p:spPr>
          <a:xfrm>
            <a:off x="378733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5-fracbar163"/>
          <p:cNvSpPr/>
          <p:nvPr/>
        </p:nvSpPr>
        <p:spPr>
          <a:xfrm>
            <a:off x="3690620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num164"/>
          <p:cNvSpPr txBox="1"/>
          <p:nvPr/>
        </p:nvSpPr>
        <p:spPr>
          <a:xfrm>
            <a:off x="3654044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8" name="S05-op165"/>
          <p:cNvSpPr txBox="1"/>
          <p:nvPr/>
        </p:nvSpPr>
        <p:spPr>
          <a:xfrm>
            <a:off x="4340860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5-blank166"/>
          <p:cNvSpPr/>
          <p:nvPr/>
        </p:nvSpPr>
        <p:spPr>
          <a:xfrm>
            <a:off x="4942271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5-fracbar167"/>
          <p:cNvSpPr/>
          <p:nvPr/>
        </p:nvSpPr>
        <p:spPr>
          <a:xfrm>
            <a:off x="489254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5-num168"/>
          <p:cNvSpPr txBox="1"/>
          <p:nvPr/>
        </p:nvSpPr>
        <p:spPr>
          <a:xfrm>
            <a:off x="485597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2" name="S05-chip16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3" name="S05-num170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4" name="S05-fracbar171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5-num172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46" name="S05-op173"/>
          <p:cNvSpPr txBox="1"/>
          <p:nvPr/>
        </p:nvSpPr>
        <p:spPr>
          <a:xfrm>
            <a:off x="193700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47" name="S05-num174"/>
          <p:cNvSpPr txBox="1"/>
          <p:nvPr/>
        </p:nvSpPr>
        <p:spPr>
          <a:xfrm>
            <a:off x="245211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8" name="S05-fracbar175"/>
          <p:cNvSpPr/>
          <p:nvPr/>
        </p:nvSpPr>
        <p:spPr>
          <a:xfrm>
            <a:off x="248869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5-num176"/>
          <p:cNvSpPr txBox="1"/>
          <p:nvPr/>
        </p:nvSpPr>
        <p:spPr>
          <a:xfrm>
            <a:off x="245211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50" name="S05-op177"/>
          <p:cNvSpPr txBox="1"/>
          <p:nvPr/>
        </p:nvSpPr>
        <p:spPr>
          <a:xfrm>
            <a:off x="304495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1" name="S05-blank178"/>
          <p:cNvSpPr/>
          <p:nvPr/>
        </p:nvSpPr>
        <p:spPr>
          <a:xfrm>
            <a:off x="369335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2" name="S05-fracbar179"/>
          <p:cNvSpPr/>
          <p:nvPr/>
        </p:nvSpPr>
        <p:spPr>
          <a:xfrm>
            <a:off x="3596640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5-num180"/>
          <p:cNvSpPr txBox="1"/>
          <p:nvPr/>
        </p:nvSpPr>
        <p:spPr>
          <a:xfrm>
            <a:off x="3560064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800" dirty="0"/>
          </a:p>
        </p:txBody>
      </p:sp>
      <p:sp>
        <p:nvSpPr>
          <p:cNvPr id="54" name="S05-op181"/>
          <p:cNvSpPr txBox="1"/>
          <p:nvPr/>
        </p:nvSpPr>
        <p:spPr>
          <a:xfrm>
            <a:off x="424688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55" name="S05-blank182"/>
          <p:cNvSpPr/>
          <p:nvPr/>
        </p:nvSpPr>
        <p:spPr>
          <a:xfrm>
            <a:off x="4895281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05-fracbar183"/>
          <p:cNvSpPr/>
          <p:nvPr/>
        </p:nvSpPr>
        <p:spPr>
          <a:xfrm>
            <a:off x="4798568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5-num184"/>
          <p:cNvSpPr txBox="1"/>
          <p:nvPr/>
        </p:nvSpPr>
        <p:spPr>
          <a:xfrm>
            <a:off x="4761992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800" dirty="0"/>
          </a:p>
        </p:txBody>
      </p:sp>
      <p:sp>
        <p:nvSpPr>
          <p:cNvPr id="58" name="S05-op185"/>
          <p:cNvSpPr txBox="1"/>
          <p:nvPr/>
        </p:nvSpPr>
        <p:spPr>
          <a:xfrm>
            <a:off x="544880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9" name="S05-blank186"/>
          <p:cNvSpPr/>
          <p:nvPr/>
        </p:nvSpPr>
        <p:spPr>
          <a:xfrm>
            <a:off x="6097209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0" name="S05-fracbar187"/>
          <p:cNvSpPr/>
          <p:nvPr/>
        </p:nvSpPr>
        <p:spPr>
          <a:xfrm>
            <a:off x="6000496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1" name="S05-num188"/>
          <p:cNvSpPr txBox="1"/>
          <p:nvPr/>
        </p:nvSpPr>
        <p:spPr>
          <a:xfrm>
            <a:off x="5963920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빼요</a:t>
            </a:r>
            <a:endParaRPr lang="ko-KR" sz="4000" dirty="0"/>
          </a:p>
        </p:txBody>
      </p:sp>
      <p:sp>
        <p:nvSpPr>
          <p:cNvPr id="3" name="S06-num189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06-num190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" name="S06-fracbar191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6-num192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7" name="S06-op193"/>
          <p:cNvSpPr txBox="1"/>
          <p:nvPr/>
        </p:nvSpPr>
        <p:spPr>
          <a:xfrm>
            <a:off x="15179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8" name="S06-num194"/>
          <p:cNvSpPr txBox="1"/>
          <p:nvPr/>
        </p:nvSpPr>
        <p:spPr>
          <a:xfrm>
            <a:off x="2054352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6-num195"/>
          <p:cNvSpPr txBox="1"/>
          <p:nvPr/>
        </p:nvSpPr>
        <p:spPr>
          <a:xfrm>
            <a:off x="23774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6-fracbar196"/>
          <p:cNvSpPr/>
          <p:nvPr/>
        </p:nvSpPr>
        <p:spPr>
          <a:xfrm>
            <a:off x="24140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6-num197"/>
          <p:cNvSpPr txBox="1"/>
          <p:nvPr/>
        </p:nvSpPr>
        <p:spPr>
          <a:xfrm>
            <a:off x="23774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2" name="S06-stepno198"/>
          <p:cNvSpPr txBox="1"/>
          <p:nvPr/>
        </p:nvSpPr>
        <p:spPr>
          <a:xfrm>
            <a:off x="548640" y="31064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6-text199"/>
          <p:cNvSpPr txBox="1"/>
          <p:nvPr/>
        </p:nvSpPr>
        <p:spPr>
          <a:xfrm>
            <a:off x="1325880" y="3060700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부분을 통분해요.</a:t>
            </a:r>
            <a:endParaRPr lang="ko-KR" sz="2800" dirty="0"/>
          </a:p>
        </p:txBody>
      </p:sp>
      <p:sp>
        <p:nvSpPr>
          <p:cNvPr id="14" name="S06-op200"/>
          <p:cNvSpPr txBox="1"/>
          <p:nvPr/>
        </p:nvSpPr>
        <p:spPr>
          <a:xfrm>
            <a:off x="6981810" y="306070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6-num201"/>
          <p:cNvSpPr txBox="1"/>
          <p:nvPr/>
        </p:nvSpPr>
        <p:spPr>
          <a:xfrm>
            <a:off x="7496922" y="306070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6-num202"/>
          <p:cNvSpPr txBox="1"/>
          <p:nvPr/>
        </p:nvSpPr>
        <p:spPr>
          <a:xfrm>
            <a:off x="7786482" y="30607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7" name="S06-fracbar203"/>
          <p:cNvSpPr/>
          <p:nvPr/>
        </p:nvSpPr>
        <p:spPr>
          <a:xfrm>
            <a:off x="7823058" y="35168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num204"/>
          <p:cNvSpPr txBox="1"/>
          <p:nvPr/>
        </p:nvSpPr>
        <p:spPr>
          <a:xfrm>
            <a:off x="7786482" y="35534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9" name="S06-op205"/>
          <p:cNvSpPr txBox="1"/>
          <p:nvPr/>
        </p:nvSpPr>
        <p:spPr>
          <a:xfrm>
            <a:off x="8473298" y="306070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0" name="S06-num206"/>
          <p:cNvSpPr txBox="1"/>
          <p:nvPr/>
        </p:nvSpPr>
        <p:spPr>
          <a:xfrm>
            <a:off x="8988410" y="306070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1" name="S06-num207"/>
          <p:cNvSpPr txBox="1"/>
          <p:nvPr/>
        </p:nvSpPr>
        <p:spPr>
          <a:xfrm>
            <a:off x="9277970" y="30607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2" name="S06-fracbar208"/>
          <p:cNvSpPr/>
          <p:nvPr/>
        </p:nvSpPr>
        <p:spPr>
          <a:xfrm>
            <a:off x="9314546" y="35168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6-num209"/>
          <p:cNvSpPr txBox="1"/>
          <p:nvPr/>
        </p:nvSpPr>
        <p:spPr>
          <a:xfrm>
            <a:off x="9277970" y="35534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4" name="S06-stepno210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6-text211"/>
          <p:cNvSpPr txBox="1"/>
          <p:nvPr/>
        </p:nvSpPr>
        <p:spPr>
          <a:xfrm>
            <a:off x="1325880" y="4137660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빼요.</a:t>
            </a:r>
            <a:endParaRPr lang="ko-KR" sz="2800" dirty="0"/>
          </a:p>
        </p:txBody>
      </p:sp>
      <p:sp>
        <p:nvSpPr>
          <p:cNvPr id="26" name="S06-op212"/>
          <p:cNvSpPr txBox="1"/>
          <p:nvPr/>
        </p:nvSpPr>
        <p:spPr>
          <a:xfrm>
            <a:off x="6981810" y="413766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6-num213"/>
          <p:cNvSpPr txBox="1"/>
          <p:nvPr/>
        </p:nvSpPr>
        <p:spPr>
          <a:xfrm>
            <a:off x="7496922" y="413766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8" name="S06-num214"/>
          <p:cNvSpPr txBox="1"/>
          <p:nvPr/>
        </p:nvSpPr>
        <p:spPr>
          <a:xfrm>
            <a:off x="7786482" y="41376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9" name="S06-fracbar215"/>
          <p:cNvSpPr/>
          <p:nvPr/>
        </p:nvSpPr>
        <p:spPr>
          <a:xfrm>
            <a:off x="7823058" y="459384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6-num216"/>
          <p:cNvSpPr txBox="1"/>
          <p:nvPr/>
        </p:nvSpPr>
        <p:spPr>
          <a:xfrm>
            <a:off x="7786482" y="463042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06-stepno217"/>
          <p:cNvSpPr txBox="1"/>
          <p:nvPr/>
        </p:nvSpPr>
        <p:spPr>
          <a:xfrm>
            <a:off x="548640" y="5214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6-text218"/>
          <p:cNvSpPr txBox="1"/>
          <p:nvPr/>
        </p:nvSpPr>
        <p:spPr>
          <a:xfrm>
            <a:off x="1325880" y="52146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7은 기약분수인지 확인해요.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뺄 수 없으면</a:t>
            </a:r>
            <a:endParaRPr lang="ko-KR" sz="4000" dirty="0"/>
          </a:p>
        </p:txBody>
      </p:sp>
      <p:sp>
        <p:nvSpPr>
          <p:cNvPr id="3" name="S07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 10분의 2에서 10분의 5를 빼려고 해요.</a:t>
            </a:r>
            <a:endParaRPr lang="ko-KR" sz="2800" dirty="0"/>
          </a:p>
        </p:txBody>
      </p:sp>
      <p:sp>
        <p:nvSpPr>
          <p:cNvPr id="4" name="S07-card220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221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막대 1 = 10분의 10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10칸으로 쪼개요.</a:t>
            </a:r>
            <a:endParaRPr lang="ko-KR" sz="2800" dirty="0"/>
          </a:p>
        </p:txBody>
      </p:sp>
      <p:sp>
        <p:nvSpPr>
          <p:cNvPr id="6" name="S07-card222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223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 10분의 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2와 10분의 12</a:t>
            </a:r>
            <a:endParaRPr lang="ko-KR" sz="2800" dirty="0"/>
          </a:p>
        </p:txBody>
      </p:sp>
      <p:sp>
        <p:nvSpPr>
          <p:cNvPr id="8" name="S07-label224"/>
          <p:cNvSpPr txBox="1"/>
          <p:nvPr/>
        </p:nvSpPr>
        <p:spPr>
          <a:xfrm>
            <a:off x="548640" y="2148840"/>
            <a:ext cx="91440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7-cell225"/>
          <p:cNvSpPr/>
          <p:nvPr/>
        </p:nvSpPr>
        <p:spPr>
          <a:xfrm>
            <a:off x="1600200" y="2148840"/>
            <a:ext cx="10040112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figure226" descr="똑같이 1칸으로 나눈 띠, 1칸 색칠"/>
          <p:cNvSpPr/>
          <p:nvPr/>
        </p:nvSpPr>
        <p:spPr>
          <a:xfrm>
            <a:off x="1600200" y="2148840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7-label227"/>
          <p:cNvSpPr txBox="1"/>
          <p:nvPr/>
        </p:nvSpPr>
        <p:spPr>
          <a:xfrm>
            <a:off x="548640" y="2843657"/>
            <a:ext cx="91440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7-cell228"/>
          <p:cNvSpPr/>
          <p:nvPr/>
        </p:nvSpPr>
        <p:spPr>
          <a:xfrm>
            <a:off x="1600200" y="2843657"/>
            <a:ext cx="10040112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figure229" descr="똑같이 1칸으로 나눈 띠, 1칸 색칠"/>
          <p:cNvSpPr/>
          <p:nvPr/>
        </p:nvSpPr>
        <p:spPr>
          <a:xfrm>
            <a:off x="1600200" y="2843657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7-num230"/>
          <p:cNvSpPr txBox="1"/>
          <p:nvPr/>
        </p:nvSpPr>
        <p:spPr>
          <a:xfrm>
            <a:off x="790956" y="3451543"/>
            <a:ext cx="4297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5" name="S07-fracbar231"/>
          <p:cNvSpPr/>
          <p:nvPr/>
        </p:nvSpPr>
        <p:spPr>
          <a:xfrm>
            <a:off x="827532" y="3757867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7-num232"/>
          <p:cNvSpPr txBox="1"/>
          <p:nvPr/>
        </p:nvSpPr>
        <p:spPr>
          <a:xfrm>
            <a:off x="790956" y="3794443"/>
            <a:ext cx="4297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7" name="S07-cell233"/>
          <p:cNvSpPr/>
          <p:nvPr/>
        </p:nvSpPr>
        <p:spPr>
          <a:xfrm>
            <a:off x="1600200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234"/>
          <p:cNvSpPr/>
          <p:nvPr/>
        </p:nvSpPr>
        <p:spPr>
          <a:xfrm>
            <a:off x="2604211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235"/>
          <p:cNvSpPr/>
          <p:nvPr/>
        </p:nvSpPr>
        <p:spPr>
          <a:xfrm>
            <a:off x="3608222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236"/>
          <p:cNvSpPr/>
          <p:nvPr/>
        </p:nvSpPr>
        <p:spPr>
          <a:xfrm>
            <a:off x="4612234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cell237"/>
          <p:cNvSpPr/>
          <p:nvPr/>
        </p:nvSpPr>
        <p:spPr>
          <a:xfrm>
            <a:off x="5616245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cell238"/>
          <p:cNvSpPr/>
          <p:nvPr/>
        </p:nvSpPr>
        <p:spPr>
          <a:xfrm>
            <a:off x="6620256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cell239"/>
          <p:cNvSpPr/>
          <p:nvPr/>
        </p:nvSpPr>
        <p:spPr>
          <a:xfrm>
            <a:off x="7624267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cell240"/>
          <p:cNvSpPr/>
          <p:nvPr/>
        </p:nvSpPr>
        <p:spPr>
          <a:xfrm>
            <a:off x="8628278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cell241"/>
          <p:cNvSpPr/>
          <p:nvPr/>
        </p:nvSpPr>
        <p:spPr>
          <a:xfrm>
            <a:off x="9632290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242"/>
          <p:cNvSpPr/>
          <p:nvPr/>
        </p:nvSpPr>
        <p:spPr>
          <a:xfrm>
            <a:off x="10636301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figure243" descr="똑같이 10칸으로 나눈 띠, 10칸 색칠"/>
          <p:cNvSpPr/>
          <p:nvPr/>
        </p:nvSpPr>
        <p:spPr>
          <a:xfrm>
            <a:off x="1600200" y="3538474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7-num244"/>
          <p:cNvSpPr txBox="1"/>
          <p:nvPr/>
        </p:nvSpPr>
        <p:spPr>
          <a:xfrm>
            <a:off x="790956" y="4146360"/>
            <a:ext cx="4297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29" name="S07-fracbar245"/>
          <p:cNvSpPr/>
          <p:nvPr/>
        </p:nvSpPr>
        <p:spPr>
          <a:xfrm>
            <a:off x="827532" y="4452684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7-num246"/>
          <p:cNvSpPr txBox="1"/>
          <p:nvPr/>
        </p:nvSpPr>
        <p:spPr>
          <a:xfrm>
            <a:off x="790956" y="4489260"/>
            <a:ext cx="4297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31" name="S07-cell247"/>
          <p:cNvSpPr/>
          <p:nvPr/>
        </p:nvSpPr>
        <p:spPr>
          <a:xfrm>
            <a:off x="1600200" y="4233291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7-cell248"/>
          <p:cNvSpPr/>
          <p:nvPr/>
        </p:nvSpPr>
        <p:spPr>
          <a:xfrm>
            <a:off x="2604211" y="4233291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249"/>
          <p:cNvSpPr/>
          <p:nvPr/>
        </p:nvSpPr>
        <p:spPr>
          <a:xfrm>
            <a:off x="3608222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250"/>
          <p:cNvSpPr/>
          <p:nvPr/>
        </p:nvSpPr>
        <p:spPr>
          <a:xfrm>
            <a:off x="4612234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cell251"/>
          <p:cNvSpPr/>
          <p:nvPr/>
        </p:nvSpPr>
        <p:spPr>
          <a:xfrm>
            <a:off x="5616245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cell252"/>
          <p:cNvSpPr/>
          <p:nvPr/>
        </p:nvSpPr>
        <p:spPr>
          <a:xfrm>
            <a:off x="6620256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cell253"/>
          <p:cNvSpPr/>
          <p:nvPr/>
        </p:nvSpPr>
        <p:spPr>
          <a:xfrm>
            <a:off x="7624267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cell254"/>
          <p:cNvSpPr/>
          <p:nvPr/>
        </p:nvSpPr>
        <p:spPr>
          <a:xfrm>
            <a:off x="8628278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cell255"/>
          <p:cNvSpPr/>
          <p:nvPr/>
        </p:nvSpPr>
        <p:spPr>
          <a:xfrm>
            <a:off x="9632290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7-cell256"/>
          <p:cNvSpPr/>
          <p:nvPr/>
        </p:nvSpPr>
        <p:spPr>
          <a:xfrm>
            <a:off x="10636301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figure257" descr="똑같이 10칸으로 나눈 띠, 2칸 색칠"/>
          <p:cNvSpPr/>
          <p:nvPr/>
        </p:nvSpPr>
        <p:spPr>
          <a:xfrm>
            <a:off x="1600200" y="4233291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있는 뺄셈</a:t>
            </a:r>
            <a:endParaRPr lang="ko-KR" sz="4000" dirty="0"/>
          </a:p>
        </p:txBody>
      </p:sp>
      <p:sp>
        <p:nvSpPr>
          <p:cNvPr id="3" name="S08-num258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08-num259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5" name="S08-fracbar260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8-num261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7" name="S08-op262"/>
          <p:cNvSpPr txBox="1"/>
          <p:nvPr/>
        </p:nvSpPr>
        <p:spPr>
          <a:xfrm>
            <a:off x="15179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8" name="S08-num263"/>
          <p:cNvSpPr txBox="1"/>
          <p:nvPr/>
        </p:nvSpPr>
        <p:spPr>
          <a:xfrm>
            <a:off x="2054352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8-num264"/>
          <p:cNvSpPr txBox="1"/>
          <p:nvPr/>
        </p:nvSpPr>
        <p:spPr>
          <a:xfrm>
            <a:off x="23774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8-fracbar265"/>
          <p:cNvSpPr/>
          <p:nvPr/>
        </p:nvSpPr>
        <p:spPr>
          <a:xfrm>
            <a:off x="24140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8-num266"/>
          <p:cNvSpPr txBox="1"/>
          <p:nvPr/>
        </p:nvSpPr>
        <p:spPr>
          <a:xfrm>
            <a:off x="23774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2" name="S08-stepno267"/>
          <p:cNvSpPr txBox="1"/>
          <p:nvPr/>
        </p:nvSpPr>
        <p:spPr>
          <a:xfrm>
            <a:off x="548640" y="2924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8-text268"/>
          <p:cNvSpPr txBox="1"/>
          <p:nvPr/>
        </p:nvSpPr>
        <p:spPr>
          <a:xfrm>
            <a:off x="1325880" y="287883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통분해요.</a:t>
            </a:r>
            <a:endParaRPr lang="ko-KR" sz="2800" dirty="0"/>
          </a:p>
        </p:txBody>
      </p:sp>
      <p:sp>
        <p:nvSpPr>
          <p:cNvPr id="14" name="S08-op269"/>
          <p:cNvSpPr txBox="1"/>
          <p:nvPr/>
        </p:nvSpPr>
        <p:spPr>
          <a:xfrm>
            <a:off x="6981810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8-num270"/>
          <p:cNvSpPr txBox="1"/>
          <p:nvPr/>
        </p:nvSpPr>
        <p:spPr>
          <a:xfrm>
            <a:off x="7496922" y="28788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8-num271"/>
          <p:cNvSpPr txBox="1"/>
          <p:nvPr/>
        </p:nvSpPr>
        <p:spPr>
          <a:xfrm>
            <a:off x="7786482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7" name="S08-fracbar272"/>
          <p:cNvSpPr/>
          <p:nvPr/>
        </p:nvSpPr>
        <p:spPr>
          <a:xfrm>
            <a:off x="7823058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num273"/>
          <p:cNvSpPr txBox="1"/>
          <p:nvPr/>
        </p:nvSpPr>
        <p:spPr>
          <a:xfrm>
            <a:off x="7786482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9" name="S08-op274"/>
          <p:cNvSpPr txBox="1"/>
          <p:nvPr/>
        </p:nvSpPr>
        <p:spPr>
          <a:xfrm>
            <a:off x="8473298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0" name="S08-num275"/>
          <p:cNvSpPr txBox="1"/>
          <p:nvPr/>
        </p:nvSpPr>
        <p:spPr>
          <a:xfrm>
            <a:off x="8988410" y="28788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1" name="S08-num276"/>
          <p:cNvSpPr txBox="1"/>
          <p:nvPr/>
        </p:nvSpPr>
        <p:spPr>
          <a:xfrm>
            <a:off x="9277970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2" name="S08-fracbar277"/>
          <p:cNvSpPr/>
          <p:nvPr/>
        </p:nvSpPr>
        <p:spPr>
          <a:xfrm>
            <a:off x="9314546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8-num278"/>
          <p:cNvSpPr txBox="1"/>
          <p:nvPr/>
        </p:nvSpPr>
        <p:spPr>
          <a:xfrm>
            <a:off x="9277970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4" name="S08-stepno279"/>
          <p:cNvSpPr txBox="1"/>
          <p:nvPr/>
        </p:nvSpPr>
        <p:spPr>
          <a:xfrm>
            <a:off x="548640" y="4001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8-text280"/>
          <p:cNvSpPr txBox="1"/>
          <p:nvPr/>
        </p:nvSpPr>
        <p:spPr>
          <a:xfrm>
            <a:off x="1325880" y="395579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10분의 10으로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받아내려요.</a:t>
            </a:r>
            <a:endParaRPr lang="ko-KR" sz="2800" dirty="0"/>
          </a:p>
        </p:txBody>
      </p:sp>
      <p:sp>
        <p:nvSpPr>
          <p:cNvPr id="26" name="S08-op281"/>
          <p:cNvSpPr txBox="1"/>
          <p:nvPr/>
        </p:nvSpPr>
        <p:spPr>
          <a:xfrm>
            <a:off x="6981810" y="39557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8-num282"/>
          <p:cNvSpPr txBox="1"/>
          <p:nvPr/>
        </p:nvSpPr>
        <p:spPr>
          <a:xfrm>
            <a:off x="7496922" y="39557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8" name="S08-num283"/>
          <p:cNvSpPr txBox="1"/>
          <p:nvPr/>
        </p:nvSpPr>
        <p:spPr>
          <a:xfrm>
            <a:off x="7786482" y="39557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9" name="S08-fracbar284"/>
          <p:cNvSpPr/>
          <p:nvPr/>
        </p:nvSpPr>
        <p:spPr>
          <a:xfrm>
            <a:off x="7823058" y="44119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8-num285"/>
          <p:cNvSpPr txBox="1"/>
          <p:nvPr/>
        </p:nvSpPr>
        <p:spPr>
          <a:xfrm>
            <a:off x="7786482" y="44485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1" name="S08-op286"/>
          <p:cNvSpPr txBox="1"/>
          <p:nvPr/>
        </p:nvSpPr>
        <p:spPr>
          <a:xfrm>
            <a:off x="8473298" y="39557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32" name="S08-num287"/>
          <p:cNvSpPr txBox="1"/>
          <p:nvPr/>
        </p:nvSpPr>
        <p:spPr>
          <a:xfrm>
            <a:off x="8988410" y="39557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3" name="S08-num288"/>
          <p:cNvSpPr txBox="1"/>
          <p:nvPr/>
        </p:nvSpPr>
        <p:spPr>
          <a:xfrm>
            <a:off x="9277970" y="39557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4" name="S08-fracbar289"/>
          <p:cNvSpPr/>
          <p:nvPr/>
        </p:nvSpPr>
        <p:spPr>
          <a:xfrm>
            <a:off x="9314546" y="44119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8-num290"/>
          <p:cNvSpPr txBox="1"/>
          <p:nvPr/>
        </p:nvSpPr>
        <p:spPr>
          <a:xfrm>
            <a:off x="9277970" y="44485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6" name="S08-stepno291"/>
          <p:cNvSpPr txBox="1"/>
          <p:nvPr/>
        </p:nvSpPr>
        <p:spPr>
          <a:xfrm>
            <a:off x="548640" y="5078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7" name="S08-text292"/>
          <p:cNvSpPr txBox="1"/>
          <p:nvPr/>
        </p:nvSpPr>
        <p:spPr>
          <a:xfrm>
            <a:off x="1325880" y="503275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빼요.</a:t>
            </a:r>
            <a:endParaRPr lang="ko-KR" sz="2800" dirty="0"/>
          </a:p>
        </p:txBody>
      </p:sp>
      <p:sp>
        <p:nvSpPr>
          <p:cNvPr id="38" name="S08-op293"/>
          <p:cNvSpPr txBox="1"/>
          <p:nvPr/>
        </p:nvSpPr>
        <p:spPr>
          <a:xfrm>
            <a:off x="6981810" y="50327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8-num294"/>
          <p:cNvSpPr txBox="1"/>
          <p:nvPr/>
        </p:nvSpPr>
        <p:spPr>
          <a:xfrm>
            <a:off x="7496922" y="50327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0" name="S08-num295"/>
          <p:cNvSpPr txBox="1"/>
          <p:nvPr/>
        </p:nvSpPr>
        <p:spPr>
          <a:xfrm>
            <a:off x="7786482" y="50327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41" name="S08-fracbar296"/>
          <p:cNvSpPr/>
          <p:nvPr/>
        </p:nvSpPr>
        <p:spPr>
          <a:xfrm>
            <a:off x="7823058" y="54889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8-num297"/>
          <p:cNvSpPr txBox="1"/>
          <p:nvPr/>
        </p:nvSpPr>
        <p:spPr>
          <a:xfrm>
            <a:off x="7786482" y="55255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대분수의 뺄셈</a:t>
            </a:r>
            <a:endParaRPr lang="ko-KR" sz="4000" dirty="0"/>
          </a:p>
        </p:txBody>
      </p:sp>
      <p:sp>
        <p:nvSpPr>
          <p:cNvPr id="3" name="S09-text2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 답은 기약분수로 나타내요.</a:t>
            </a:r>
            <a:endParaRPr lang="ko-KR" sz="2800" dirty="0"/>
          </a:p>
        </p:txBody>
      </p:sp>
      <p:sp>
        <p:nvSpPr>
          <p:cNvPr id="4" name="S09-card2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3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뺄 수 없으면 1을 받아내려요.</a:t>
            </a:r>
            <a:endParaRPr lang="ko-KR" sz="2800" dirty="0"/>
          </a:p>
        </p:txBody>
      </p:sp>
      <p:sp>
        <p:nvSpPr>
          <p:cNvPr id="6" name="S09-chip30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num302"/>
          <p:cNvSpPr txBox="1"/>
          <p:nvPr/>
        </p:nvSpPr>
        <p:spPr>
          <a:xfrm>
            <a:off x="1344168" y="20126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8" name="S09-num303"/>
          <p:cNvSpPr txBox="1"/>
          <p:nvPr/>
        </p:nvSpPr>
        <p:spPr>
          <a:xfrm>
            <a:off x="163372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9-fracbar304"/>
          <p:cNvSpPr/>
          <p:nvPr/>
        </p:nvSpPr>
        <p:spPr>
          <a:xfrm>
            <a:off x="167030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num305"/>
          <p:cNvSpPr txBox="1"/>
          <p:nvPr/>
        </p:nvSpPr>
        <p:spPr>
          <a:xfrm>
            <a:off x="163372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1" name="S09-op306"/>
          <p:cNvSpPr txBox="1"/>
          <p:nvPr/>
        </p:nvSpPr>
        <p:spPr>
          <a:xfrm>
            <a:off x="222656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2" name="S09-num307"/>
          <p:cNvSpPr txBox="1"/>
          <p:nvPr/>
        </p:nvSpPr>
        <p:spPr>
          <a:xfrm>
            <a:off x="2741676" y="20126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3" name="S09-num308"/>
          <p:cNvSpPr txBox="1"/>
          <p:nvPr/>
        </p:nvSpPr>
        <p:spPr>
          <a:xfrm>
            <a:off x="303123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4" name="S09-fracbar309"/>
          <p:cNvSpPr/>
          <p:nvPr/>
        </p:nvSpPr>
        <p:spPr>
          <a:xfrm>
            <a:off x="306781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num310"/>
          <p:cNvSpPr txBox="1"/>
          <p:nvPr/>
        </p:nvSpPr>
        <p:spPr>
          <a:xfrm>
            <a:off x="303123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9-op311"/>
          <p:cNvSpPr txBox="1"/>
          <p:nvPr/>
        </p:nvSpPr>
        <p:spPr>
          <a:xfrm>
            <a:off x="362407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7" name="S09-blank312"/>
          <p:cNvSpPr/>
          <p:nvPr/>
        </p:nvSpPr>
        <p:spPr>
          <a:xfrm>
            <a:off x="4139184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9-blank313"/>
          <p:cNvSpPr/>
          <p:nvPr/>
        </p:nvSpPr>
        <p:spPr>
          <a:xfrm>
            <a:off x="4609145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9-fracbar314"/>
          <p:cNvSpPr/>
          <p:nvPr/>
        </p:nvSpPr>
        <p:spPr>
          <a:xfrm>
            <a:off x="455942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num315"/>
          <p:cNvSpPr txBox="1"/>
          <p:nvPr/>
        </p:nvSpPr>
        <p:spPr>
          <a:xfrm>
            <a:off x="452284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09-chip3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09-num317"/>
          <p:cNvSpPr txBox="1"/>
          <p:nvPr/>
        </p:nvSpPr>
        <p:spPr>
          <a:xfrm>
            <a:off x="1344168" y="310997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3" name="S09-num318"/>
          <p:cNvSpPr txBox="1"/>
          <p:nvPr/>
        </p:nvSpPr>
        <p:spPr>
          <a:xfrm>
            <a:off x="163372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4" name="S09-fracbar319"/>
          <p:cNvSpPr/>
          <p:nvPr/>
        </p:nvSpPr>
        <p:spPr>
          <a:xfrm>
            <a:off x="167030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num320"/>
          <p:cNvSpPr txBox="1"/>
          <p:nvPr/>
        </p:nvSpPr>
        <p:spPr>
          <a:xfrm>
            <a:off x="163372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6" name="S09-op321"/>
          <p:cNvSpPr txBox="1"/>
          <p:nvPr/>
        </p:nvSpPr>
        <p:spPr>
          <a:xfrm>
            <a:off x="222656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7" name="S09-num322"/>
          <p:cNvSpPr txBox="1"/>
          <p:nvPr/>
        </p:nvSpPr>
        <p:spPr>
          <a:xfrm>
            <a:off x="2741676" y="310997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8" name="S09-num323"/>
          <p:cNvSpPr txBox="1"/>
          <p:nvPr/>
        </p:nvSpPr>
        <p:spPr>
          <a:xfrm>
            <a:off x="303123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9" name="S09-fracbar324"/>
          <p:cNvSpPr/>
          <p:nvPr/>
        </p:nvSpPr>
        <p:spPr>
          <a:xfrm>
            <a:off x="306781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num325"/>
          <p:cNvSpPr txBox="1"/>
          <p:nvPr/>
        </p:nvSpPr>
        <p:spPr>
          <a:xfrm>
            <a:off x="303123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1" name="S09-op326"/>
          <p:cNvSpPr txBox="1"/>
          <p:nvPr/>
        </p:nvSpPr>
        <p:spPr>
          <a:xfrm>
            <a:off x="362407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2" name="S09-blank327"/>
          <p:cNvSpPr/>
          <p:nvPr/>
        </p:nvSpPr>
        <p:spPr>
          <a:xfrm>
            <a:off x="4139184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9-blank328"/>
          <p:cNvSpPr/>
          <p:nvPr/>
        </p:nvSpPr>
        <p:spPr>
          <a:xfrm>
            <a:off x="4656135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9-fracbar329"/>
          <p:cNvSpPr/>
          <p:nvPr/>
        </p:nvSpPr>
        <p:spPr>
          <a:xfrm>
            <a:off x="4559422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9-num330"/>
          <p:cNvSpPr txBox="1"/>
          <p:nvPr/>
        </p:nvSpPr>
        <p:spPr>
          <a:xfrm>
            <a:off x="4522846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6" name="S09-chip3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09-num332"/>
          <p:cNvSpPr txBox="1"/>
          <p:nvPr/>
        </p:nvSpPr>
        <p:spPr>
          <a:xfrm>
            <a:off x="1344168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8" name="S09-num333"/>
          <p:cNvSpPr txBox="1"/>
          <p:nvPr/>
        </p:nvSpPr>
        <p:spPr>
          <a:xfrm>
            <a:off x="16337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9" name="S09-fracbar334"/>
          <p:cNvSpPr/>
          <p:nvPr/>
        </p:nvSpPr>
        <p:spPr>
          <a:xfrm>
            <a:off x="16703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9-num335"/>
          <p:cNvSpPr txBox="1"/>
          <p:nvPr/>
        </p:nvSpPr>
        <p:spPr>
          <a:xfrm>
            <a:off x="16337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1" name="S09-op336"/>
          <p:cNvSpPr txBox="1"/>
          <p:nvPr/>
        </p:nvSpPr>
        <p:spPr>
          <a:xfrm>
            <a:off x="22265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42" name="S09-num337"/>
          <p:cNvSpPr txBox="1"/>
          <p:nvPr/>
        </p:nvSpPr>
        <p:spPr>
          <a:xfrm>
            <a:off x="2741676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3" name="S09-num338"/>
          <p:cNvSpPr txBox="1"/>
          <p:nvPr/>
        </p:nvSpPr>
        <p:spPr>
          <a:xfrm>
            <a:off x="303123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4" name="S09-fracbar339"/>
          <p:cNvSpPr/>
          <p:nvPr/>
        </p:nvSpPr>
        <p:spPr>
          <a:xfrm>
            <a:off x="306781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9-num340"/>
          <p:cNvSpPr txBox="1"/>
          <p:nvPr/>
        </p:nvSpPr>
        <p:spPr>
          <a:xfrm>
            <a:off x="303123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6" name="S09-op341"/>
          <p:cNvSpPr txBox="1"/>
          <p:nvPr/>
        </p:nvSpPr>
        <p:spPr>
          <a:xfrm>
            <a:off x="362407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7" name="S09-blank342"/>
          <p:cNvSpPr/>
          <p:nvPr/>
        </p:nvSpPr>
        <p:spPr>
          <a:xfrm>
            <a:off x="4139184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09-blank343"/>
          <p:cNvSpPr/>
          <p:nvPr/>
        </p:nvSpPr>
        <p:spPr>
          <a:xfrm>
            <a:off x="4656135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9" name="S09-fracbar344"/>
          <p:cNvSpPr/>
          <p:nvPr/>
        </p:nvSpPr>
        <p:spPr>
          <a:xfrm>
            <a:off x="4559422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9-num345"/>
          <p:cNvSpPr txBox="1"/>
          <p:nvPr/>
        </p:nvSpPr>
        <p:spPr>
          <a:xfrm>
            <a:off x="4522846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3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 3분의 1 − 1과 4분의 3을 계산했어요.</a:t>
            </a:r>
            <a:endParaRPr lang="ko-KR" sz="2800" dirty="0"/>
          </a:p>
        </p:txBody>
      </p:sp>
      <p:sp>
        <p:nvSpPr>
          <p:cNvPr id="5" name="S10-card3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덧셈으로 확인해 봐요.</a:t>
            </a:r>
            <a:endParaRPr lang="ko-KR" sz="2800" dirty="0"/>
          </a:p>
        </p:txBody>
      </p:sp>
      <p:sp>
        <p:nvSpPr>
          <p:cNvPr id="7" name="S10-chip3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3과 12분의 5</a:t>
            </a:r>
            <a:endParaRPr lang="ko-KR" sz="2200" dirty="0"/>
          </a:p>
        </p:txBody>
      </p:sp>
      <p:sp>
        <p:nvSpPr>
          <p:cNvPr id="8" name="S10-text3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12로 통분한 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부분을 9 − 4로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 뺐어요.</a:t>
            </a:r>
            <a:endParaRPr lang="ko-KR" sz="2800" dirty="0"/>
          </a:p>
        </p:txBody>
      </p:sp>
      <p:sp>
        <p:nvSpPr>
          <p:cNvPr id="9" name="S10-chip3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2와 12분의 7</a:t>
            </a:r>
            <a:endParaRPr lang="ko-KR" sz="2200" dirty="0"/>
          </a:p>
        </p:txBody>
      </p:sp>
      <p:sp>
        <p:nvSpPr>
          <p:cNvPr id="10" name="S10-text3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12로 통분한 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12분의 12로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받아내려서 뺐어요.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기약분수나 대분수로 나타내요.</a:t>
            </a:r>
            <a:endParaRPr lang="ko-KR" sz="2800" dirty="0"/>
          </a:p>
        </p:txBody>
      </p:sp>
      <p:sp>
        <p:nvSpPr>
          <p:cNvPr id="4" name="S11-chip35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356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6" name="S11-fracbar357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358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8" name="S11-op359"/>
          <p:cNvSpPr txBox="1"/>
          <p:nvPr/>
        </p:nvSpPr>
        <p:spPr>
          <a:xfrm>
            <a:off x="1990344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9" name="S11-num360"/>
          <p:cNvSpPr txBox="1"/>
          <p:nvPr/>
        </p:nvSpPr>
        <p:spPr>
          <a:xfrm>
            <a:off x="2526792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11-fracbar361"/>
          <p:cNvSpPr/>
          <p:nvPr/>
        </p:nvSpPr>
        <p:spPr>
          <a:xfrm>
            <a:off x="25633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num362"/>
          <p:cNvSpPr txBox="1"/>
          <p:nvPr/>
        </p:nvSpPr>
        <p:spPr>
          <a:xfrm>
            <a:off x="2526792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11-op363"/>
          <p:cNvSpPr txBox="1"/>
          <p:nvPr/>
        </p:nvSpPr>
        <p:spPr>
          <a:xfrm>
            <a:off x="317296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11-blank364"/>
          <p:cNvSpPr/>
          <p:nvPr/>
        </p:nvSpPr>
        <p:spPr>
          <a:xfrm>
            <a:off x="3800206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fracbar365"/>
          <p:cNvSpPr/>
          <p:nvPr/>
        </p:nvSpPr>
        <p:spPr>
          <a:xfrm>
            <a:off x="374599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11-blank366"/>
          <p:cNvSpPr/>
          <p:nvPr/>
        </p:nvSpPr>
        <p:spPr>
          <a:xfrm>
            <a:off x="3800206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11-chip3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11-num368"/>
          <p:cNvSpPr txBox="1"/>
          <p:nvPr/>
        </p:nvSpPr>
        <p:spPr>
          <a:xfrm>
            <a:off x="7072884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8" name="S11-fracbar369"/>
          <p:cNvSpPr/>
          <p:nvPr/>
        </p:nvSpPr>
        <p:spPr>
          <a:xfrm>
            <a:off x="7109460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1-num370"/>
          <p:cNvSpPr txBox="1"/>
          <p:nvPr/>
        </p:nvSpPr>
        <p:spPr>
          <a:xfrm>
            <a:off x="7072884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0" name="S11-op371"/>
          <p:cNvSpPr txBox="1"/>
          <p:nvPr/>
        </p:nvSpPr>
        <p:spPr>
          <a:xfrm>
            <a:off x="7719060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21" name="S11-num372"/>
          <p:cNvSpPr txBox="1"/>
          <p:nvPr/>
        </p:nvSpPr>
        <p:spPr>
          <a:xfrm>
            <a:off x="8255508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2" name="S11-fracbar373"/>
          <p:cNvSpPr/>
          <p:nvPr/>
        </p:nvSpPr>
        <p:spPr>
          <a:xfrm>
            <a:off x="8292084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1-num374"/>
          <p:cNvSpPr txBox="1"/>
          <p:nvPr/>
        </p:nvSpPr>
        <p:spPr>
          <a:xfrm>
            <a:off x="8255508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4" name="S11-op375"/>
          <p:cNvSpPr txBox="1"/>
          <p:nvPr/>
        </p:nvSpPr>
        <p:spPr>
          <a:xfrm>
            <a:off x="9001252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11-blank376"/>
          <p:cNvSpPr/>
          <p:nvPr/>
        </p:nvSpPr>
        <p:spPr>
          <a:xfrm>
            <a:off x="9628490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1-fracbar377"/>
          <p:cNvSpPr/>
          <p:nvPr/>
        </p:nvSpPr>
        <p:spPr>
          <a:xfrm>
            <a:off x="9574276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1-blank378"/>
          <p:cNvSpPr/>
          <p:nvPr/>
        </p:nvSpPr>
        <p:spPr>
          <a:xfrm>
            <a:off x="9628490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11-chip37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11-num380"/>
          <p:cNvSpPr txBox="1"/>
          <p:nvPr/>
        </p:nvSpPr>
        <p:spPr>
          <a:xfrm>
            <a:off x="1344168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0" name="S11-num381"/>
          <p:cNvSpPr txBox="1"/>
          <p:nvPr/>
        </p:nvSpPr>
        <p:spPr>
          <a:xfrm>
            <a:off x="1667256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1" name="S11-fracbar382"/>
          <p:cNvSpPr/>
          <p:nvPr/>
        </p:nvSpPr>
        <p:spPr>
          <a:xfrm>
            <a:off x="170383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1-num383"/>
          <p:cNvSpPr txBox="1"/>
          <p:nvPr/>
        </p:nvSpPr>
        <p:spPr>
          <a:xfrm>
            <a:off x="1667256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3" name="S11-op384"/>
          <p:cNvSpPr txBox="1"/>
          <p:nvPr/>
        </p:nvSpPr>
        <p:spPr>
          <a:xfrm>
            <a:off x="2313432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34" name="S11-num385"/>
          <p:cNvSpPr txBox="1"/>
          <p:nvPr/>
        </p:nvSpPr>
        <p:spPr>
          <a:xfrm>
            <a:off x="2849880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5" name="S11-num386"/>
          <p:cNvSpPr txBox="1"/>
          <p:nvPr/>
        </p:nvSpPr>
        <p:spPr>
          <a:xfrm>
            <a:off x="3172968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6" name="S11-fracbar387"/>
          <p:cNvSpPr/>
          <p:nvPr/>
        </p:nvSpPr>
        <p:spPr>
          <a:xfrm>
            <a:off x="320954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1-num388"/>
          <p:cNvSpPr txBox="1"/>
          <p:nvPr/>
        </p:nvSpPr>
        <p:spPr>
          <a:xfrm>
            <a:off x="3172968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8" name="S11-op389"/>
          <p:cNvSpPr txBox="1"/>
          <p:nvPr/>
        </p:nvSpPr>
        <p:spPr>
          <a:xfrm>
            <a:off x="3819144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9" name="S11-blank390"/>
          <p:cNvSpPr/>
          <p:nvPr/>
        </p:nvSpPr>
        <p:spPr>
          <a:xfrm>
            <a:off x="4355592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11-blank391"/>
          <p:cNvSpPr/>
          <p:nvPr/>
        </p:nvSpPr>
        <p:spPr>
          <a:xfrm>
            <a:off x="4874402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1-fracbar392"/>
          <p:cNvSpPr/>
          <p:nvPr/>
        </p:nvSpPr>
        <p:spPr>
          <a:xfrm>
            <a:off x="482018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1-blank393"/>
          <p:cNvSpPr/>
          <p:nvPr/>
        </p:nvSpPr>
        <p:spPr>
          <a:xfrm>
            <a:off x="4874402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3" name="S11-chip39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4" name="S11-num395"/>
          <p:cNvSpPr txBox="1"/>
          <p:nvPr/>
        </p:nvSpPr>
        <p:spPr>
          <a:xfrm>
            <a:off x="7072884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5" name="S11-num396"/>
          <p:cNvSpPr txBox="1"/>
          <p:nvPr/>
        </p:nvSpPr>
        <p:spPr>
          <a:xfrm>
            <a:off x="7395972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46" name="S11-fracbar397"/>
          <p:cNvSpPr/>
          <p:nvPr/>
        </p:nvSpPr>
        <p:spPr>
          <a:xfrm>
            <a:off x="743254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1-num398"/>
          <p:cNvSpPr txBox="1"/>
          <p:nvPr/>
        </p:nvSpPr>
        <p:spPr>
          <a:xfrm>
            <a:off x="7395972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48" name="S11-op399"/>
          <p:cNvSpPr txBox="1"/>
          <p:nvPr/>
        </p:nvSpPr>
        <p:spPr>
          <a:xfrm>
            <a:off x="804214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49" name="S11-num400"/>
          <p:cNvSpPr txBox="1"/>
          <p:nvPr/>
        </p:nvSpPr>
        <p:spPr>
          <a:xfrm>
            <a:off x="8578596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50" name="S11-num401"/>
          <p:cNvSpPr txBox="1"/>
          <p:nvPr/>
        </p:nvSpPr>
        <p:spPr>
          <a:xfrm>
            <a:off x="8901684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1" name="S11-fracbar402"/>
          <p:cNvSpPr/>
          <p:nvPr/>
        </p:nvSpPr>
        <p:spPr>
          <a:xfrm>
            <a:off x="8938260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1-num403"/>
          <p:cNvSpPr txBox="1"/>
          <p:nvPr/>
        </p:nvSpPr>
        <p:spPr>
          <a:xfrm>
            <a:off x="8901684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53" name="S11-op404"/>
          <p:cNvSpPr txBox="1"/>
          <p:nvPr/>
        </p:nvSpPr>
        <p:spPr>
          <a:xfrm>
            <a:off x="9547860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54" name="S11-blank405"/>
          <p:cNvSpPr/>
          <p:nvPr/>
        </p:nvSpPr>
        <p:spPr>
          <a:xfrm>
            <a:off x="10084308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5" name="S11-blank406"/>
          <p:cNvSpPr/>
          <p:nvPr/>
        </p:nvSpPr>
        <p:spPr>
          <a:xfrm>
            <a:off x="10603118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11-fracbar407"/>
          <p:cNvSpPr/>
          <p:nvPr/>
        </p:nvSpPr>
        <p:spPr>
          <a:xfrm>
            <a:off x="1054890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1-blank408"/>
          <p:cNvSpPr/>
          <p:nvPr/>
        </p:nvSpPr>
        <p:spPr>
          <a:xfrm>
            <a:off x="10603118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바꾼 것은?</a:t>
            </a:r>
            <a:endParaRPr lang="ko-KR" sz="4000" dirty="0"/>
          </a:p>
        </p:txBody>
      </p:sp>
      <p:sp>
        <p:nvSpPr>
          <p:cNvPr id="3" name="S13-text409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 6분의 1 − 2와 4분의 3을 하려고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 12분의 2를 받아내림하여 바꾸었어요.</a:t>
            </a:r>
            <a:endParaRPr lang="ko-KR" sz="2800" dirty="0"/>
          </a:p>
        </p:txBody>
      </p:sp>
      <p:sp>
        <p:nvSpPr>
          <p:cNvPr id="4" name="S13-card4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4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바꾼 것을 고르고, 까닭을 말해요.</a:t>
            </a:r>
            <a:endParaRPr lang="ko-KR" sz="2800" dirty="0"/>
          </a:p>
        </p:txBody>
      </p:sp>
      <p:sp>
        <p:nvSpPr>
          <p:cNvPr id="6" name="S13-chip412"/>
          <p:cNvSpPr txBox="1"/>
          <p:nvPr/>
        </p:nvSpPr>
        <p:spPr>
          <a:xfrm>
            <a:off x="1991868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num413"/>
          <p:cNvSpPr txBox="1"/>
          <p:nvPr/>
        </p:nvSpPr>
        <p:spPr>
          <a:xfrm>
            <a:off x="1703324" y="3464560"/>
            <a:ext cx="390144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8" name="S13-num414"/>
          <p:cNvSpPr txBox="1"/>
          <p:nvPr/>
        </p:nvSpPr>
        <p:spPr>
          <a:xfrm>
            <a:off x="2093468" y="346456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4000" dirty="0"/>
          </a:p>
        </p:txBody>
      </p:sp>
      <p:sp>
        <p:nvSpPr>
          <p:cNvPr id="9" name="S13-fracbar415"/>
          <p:cNvSpPr/>
          <p:nvPr/>
        </p:nvSpPr>
        <p:spPr>
          <a:xfrm>
            <a:off x="2130044" y="4100576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13-num416"/>
          <p:cNvSpPr txBox="1"/>
          <p:nvPr/>
        </p:nvSpPr>
        <p:spPr>
          <a:xfrm>
            <a:off x="2093468" y="4137152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1" name="S13-chip417"/>
          <p:cNvSpPr txBox="1"/>
          <p:nvPr/>
        </p:nvSpPr>
        <p:spPr>
          <a:xfrm>
            <a:off x="5811012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2" name="S13-num418"/>
          <p:cNvSpPr txBox="1"/>
          <p:nvPr/>
        </p:nvSpPr>
        <p:spPr>
          <a:xfrm>
            <a:off x="5522468" y="3464560"/>
            <a:ext cx="390144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3" name="S13-num419"/>
          <p:cNvSpPr txBox="1"/>
          <p:nvPr/>
        </p:nvSpPr>
        <p:spPr>
          <a:xfrm>
            <a:off x="5912612" y="346456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4000" dirty="0"/>
          </a:p>
        </p:txBody>
      </p:sp>
      <p:sp>
        <p:nvSpPr>
          <p:cNvPr id="14" name="S13-fracbar420"/>
          <p:cNvSpPr/>
          <p:nvPr/>
        </p:nvSpPr>
        <p:spPr>
          <a:xfrm>
            <a:off x="5949188" y="4100576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13-num421"/>
          <p:cNvSpPr txBox="1"/>
          <p:nvPr/>
        </p:nvSpPr>
        <p:spPr>
          <a:xfrm>
            <a:off x="5912612" y="4137152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6" name="S13-chip422"/>
          <p:cNvSpPr txBox="1"/>
          <p:nvPr/>
        </p:nvSpPr>
        <p:spPr>
          <a:xfrm>
            <a:off x="9630156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7" name="S13-num423"/>
          <p:cNvSpPr txBox="1"/>
          <p:nvPr/>
        </p:nvSpPr>
        <p:spPr>
          <a:xfrm>
            <a:off x="9341612" y="3464560"/>
            <a:ext cx="390144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8" name="S13-num424"/>
          <p:cNvSpPr txBox="1"/>
          <p:nvPr/>
        </p:nvSpPr>
        <p:spPr>
          <a:xfrm>
            <a:off x="9731756" y="346456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9" name="S13-fracbar425"/>
          <p:cNvSpPr/>
          <p:nvPr/>
        </p:nvSpPr>
        <p:spPr>
          <a:xfrm>
            <a:off x="9768332" y="4100576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3-num426"/>
          <p:cNvSpPr txBox="1"/>
          <p:nvPr/>
        </p:nvSpPr>
        <p:spPr>
          <a:xfrm>
            <a:off x="9731756" y="4137152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빼고, 분수끼리 뺄 수 없으면 자연수 1을 받아내려요.</a:t>
            </a:r>
            <a:endParaRPr lang="ko-KR" sz="2800" dirty="0"/>
          </a:p>
        </p:txBody>
      </p:sp>
      <p:sp>
        <p:nvSpPr>
          <p:cNvPr id="5" name="S14-chip42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 = 분모와 분자가 같은 분수</a:t>
            </a:r>
            <a:endParaRPr lang="ko-KR" sz="2200" dirty="0"/>
          </a:p>
        </p:txBody>
      </p:sp>
      <p:sp>
        <p:nvSpPr>
          <p:cNvPr id="6" name="S14-chip43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분수 부분 거꾸로 빼기</a:t>
            </a:r>
            <a:endParaRPr lang="ko-KR" sz="2200" dirty="0"/>
          </a:p>
        </p:txBody>
      </p:sp>
      <p:sp>
        <p:nvSpPr>
          <p:cNvPr id="7" name="S14-text43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432"/>
          <p:cNvSpPr txBox="1"/>
          <p:nvPr/>
        </p:nvSpPr>
        <p:spPr>
          <a:xfrm>
            <a:off x="54864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433"/>
          <p:cNvSpPr txBox="1"/>
          <p:nvPr/>
        </p:nvSpPr>
        <p:spPr>
          <a:xfrm>
            <a:off x="123799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0" name="S14-fracbar434"/>
          <p:cNvSpPr/>
          <p:nvPr/>
        </p:nvSpPr>
        <p:spPr>
          <a:xfrm>
            <a:off x="127457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435"/>
          <p:cNvSpPr txBox="1"/>
          <p:nvPr/>
        </p:nvSpPr>
        <p:spPr>
          <a:xfrm>
            <a:off x="123799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2" name="S14-op436"/>
          <p:cNvSpPr txBox="1"/>
          <p:nvPr/>
        </p:nvSpPr>
        <p:spPr>
          <a:xfrm>
            <a:off x="1804162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13" name="S14-num437"/>
          <p:cNvSpPr txBox="1"/>
          <p:nvPr/>
        </p:nvSpPr>
        <p:spPr>
          <a:xfrm>
            <a:off x="230860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" name="S14-fracbar438"/>
          <p:cNvSpPr/>
          <p:nvPr/>
        </p:nvSpPr>
        <p:spPr>
          <a:xfrm>
            <a:off x="234518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439"/>
          <p:cNvSpPr txBox="1"/>
          <p:nvPr/>
        </p:nvSpPr>
        <p:spPr>
          <a:xfrm>
            <a:off x="230860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6" name="S14-op440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441"/>
          <p:cNvSpPr txBox="1"/>
          <p:nvPr/>
        </p:nvSpPr>
        <p:spPr>
          <a:xfrm>
            <a:off x="5011420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8" name="S14-num442"/>
          <p:cNvSpPr txBox="1"/>
          <p:nvPr/>
        </p:nvSpPr>
        <p:spPr>
          <a:xfrm>
            <a:off x="528421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14-fracbar443"/>
          <p:cNvSpPr/>
          <p:nvPr/>
        </p:nvSpPr>
        <p:spPr>
          <a:xfrm>
            <a:off x="532079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0" name="S14-num444"/>
          <p:cNvSpPr txBox="1"/>
          <p:nvPr/>
        </p:nvSpPr>
        <p:spPr>
          <a:xfrm>
            <a:off x="528421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1" name="S14-op445"/>
          <p:cNvSpPr txBox="1"/>
          <p:nvPr/>
        </p:nvSpPr>
        <p:spPr>
          <a:xfrm>
            <a:off x="5850382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22" name="S14-num446"/>
          <p:cNvSpPr txBox="1"/>
          <p:nvPr/>
        </p:nvSpPr>
        <p:spPr>
          <a:xfrm>
            <a:off x="6354826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3" name="S14-num447"/>
          <p:cNvSpPr txBox="1"/>
          <p:nvPr/>
        </p:nvSpPr>
        <p:spPr>
          <a:xfrm>
            <a:off x="6627622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4" name="S14-fracbar448"/>
          <p:cNvSpPr/>
          <p:nvPr/>
        </p:nvSpPr>
        <p:spPr>
          <a:xfrm>
            <a:off x="6664198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5" name="S14-num449"/>
          <p:cNvSpPr txBox="1"/>
          <p:nvPr/>
        </p:nvSpPr>
        <p:spPr>
          <a:xfrm>
            <a:off x="6627622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6" name="S14-op450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7" name="S14-num451"/>
          <p:cNvSpPr txBox="1"/>
          <p:nvPr/>
        </p:nvSpPr>
        <p:spPr>
          <a:xfrm>
            <a:off x="8784844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8" name="S14-num452"/>
          <p:cNvSpPr txBox="1"/>
          <p:nvPr/>
        </p:nvSpPr>
        <p:spPr>
          <a:xfrm>
            <a:off x="9057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9" name="S14-fracbar453"/>
          <p:cNvSpPr/>
          <p:nvPr/>
        </p:nvSpPr>
        <p:spPr>
          <a:xfrm>
            <a:off x="9094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0" name="S14-num454"/>
          <p:cNvSpPr txBox="1"/>
          <p:nvPr/>
        </p:nvSpPr>
        <p:spPr>
          <a:xfrm>
            <a:off x="9057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1" name="S14-op455"/>
          <p:cNvSpPr txBox="1"/>
          <p:nvPr/>
        </p:nvSpPr>
        <p:spPr>
          <a:xfrm>
            <a:off x="9623806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32" name="S14-num456"/>
          <p:cNvSpPr txBox="1"/>
          <p:nvPr/>
        </p:nvSpPr>
        <p:spPr>
          <a:xfrm>
            <a:off x="10128250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3" name="S14-num457"/>
          <p:cNvSpPr txBox="1"/>
          <p:nvPr/>
        </p:nvSpPr>
        <p:spPr>
          <a:xfrm>
            <a:off x="1040104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4" name="S14-fracbar458"/>
          <p:cNvSpPr/>
          <p:nvPr/>
        </p:nvSpPr>
        <p:spPr>
          <a:xfrm>
            <a:off x="1043762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5" name="S14-num459"/>
          <p:cNvSpPr txBox="1"/>
          <p:nvPr/>
        </p:nvSpPr>
        <p:spPr>
          <a:xfrm>
            <a:off x="1040104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6" name="S14-text46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수의 범위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1을 분수로 받아내리기</a:t>
            </a:r>
            <a:endParaRPr lang="ko-KR" sz="4000" dirty="0"/>
          </a:p>
        </p:txBody>
      </p:sp>
      <p:sp>
        <p:nvSpPr>
          <p:cNvPr id="3" name="S15-text4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 6분의 1에서 1을 6분의 6으로 바꾸어요.</a:t>
            </a:r>
            <a:endParaRPr lang="ko-KR" sz="2800" dirty="0"/>
          </a:p>
        </p:txBody>
      </p:sp>
      <p:sp>
        <p:nvSpPr>
          <p:cNvPr id="4" name="S15-card46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6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 6분의 1 = 1과 6분의 7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6분의 6을 6분의 1에 더해요.</a:t>
            </a:r>
            <a:endParaRPr lang="ko-KR" sz="2800" dirty="0"/>
          </a:p>
        </p:txBody>
      </p:sp>
      <p:sp>
        <p:nvSpPr>
          <p:cNvPr id="6" name="S15-label464"/>
          <p:cNvSpPr txBox="1"/>
          <p:nvPr/>
        </p:nvSpPr>
        <p:spPr>
          <a:xfrm>
            <a:off x="548640" y="2148840"/>
            <a:ext cx="914400" cy="67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5-cell465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figure466" descr="똑같이 1칸으로 나눈 띠, 1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5-num467"/>
          <p:cNvSpPr txBox="1"/>
          <p:nvPr/>
        </p:nvSpPr>
        <p:spPr>
          <a:xfrm>
            <a:off x="784289" y="299923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10" name="S15-fracbar468"/>
          <p:cNvSpPr/>
          <p:nvPr/>
        </p:nvSpPr>
        <p:spPr>
          <a:xfrm>
            <a:off x="820865" y="3410458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1" name="S15-num469"/>
          <p:cNvSpPr txBox="1"/>
          <p:nvPr/>
        </p:nvSpPr>
        <p:spPr>
          <a:xfrm>
            <a:off x="784289" y="344703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12" name="S15-cell470"/>
          <p:cNvSpPr/>
          <p:nvPr/>
        </p:nvSpPr>
        <p:spPr>
          <a:xfrm>
            <a:off x="1600200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471"/>
          <p:cNvSpPr/>
          <p:nvPr/>
        </p:nvSpPr>
        <p:spPr>
          <a:xfrm>
            <a:off x="3273552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472"/>
          <p:cNvSpPr/>
          <p:nvPr/>
        </p:nvSpPr>
        <p:spPr>
          <a:xfrm>
            <a:off x="4946904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cell473"/>
          <p:cNvSpPr/>
          <p:nvPr/>
        </p:nvSpPr>
        <p:spPr>
          <a:xfrm>
            <a:off x="6620256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cell474"/>
          <p:cNvSpPr/>
          <p:nvPr/>
        </p:nvSpPr>
        <p:spPr>
          <a:xfrm>
            <a:off x="8293608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cell475"/>
          <p:cNvSpPr/>
          <p:nvPr/>
        </p:nvSpPr>
        <p:spPr>
          <a:xfrm>
            <a:off x="9966960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figure476" descr="똑같이 6칸으로 나눈 띠, 6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5-num477"/>
          <p:cNvSpPr txBox="1"/>
          <p:nvPr/>
        </p:nvSpPr>
        <p:spPr>
          <a:xfrm>
            <a:off x="784289" y="3925655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20" name="S15-fracbar478"/>
          <p:cNvSpPr/>
          <p:nvPr/>
        </p:nvSpPr>
        <p:spPr>
          <a:xfrm>
            <a:off x="820865" y="4336881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1" name="S15-num479"/>
          <p:cNvSpPr txBox="1"/>
          <p:nvPr/>
        </p:nvSpPr>
        <p:spPr>
          <a:xfrm>
            <a:off x="784289" y="4373457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22" name="S15-cell480"/>
          <p:cNvSpPr/>
          <p:nvPr/>
        </p:nvSpPr>
        <p:spPr>
          <a:xfrm>
            <a:off x="1600200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cell481"/>
          <p:cNvSpPr/>
          <p:nvPr/>
        </p:nvSpPr>
        <p:spPr>
          <a:xfrm>
            <a:off x="3273552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5-cell482"/>
          <p:cNvSpPr/>
          <p:nvPr/>
        </p:nvSpPr>
        <p:spPr>
          <a:xfrm>
            <a:off x="4946904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cell483"/>
          <p:cNvSpPr/>
          <p:nvPr/>
        </p:nvSpPr>
        <p:spPr>
          <a:xfrm>
            <a:off x="6620256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cell484"/>
          <p:cNvSpPr/>
          <p:nvPr/>
        </p:nvSpPr>
        <p:spPr>
          <a:xfrm>
            <a:off x="8293608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cell485"/>
          <p:cNvSpPr/>
          <p:nvPr/>
        </p:nvSpPr>
        <p:spPr>
          <a:xfrm>
            <a:off x="9966960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figure486" descr="똑같이 6칸으로 나눈 띠, 1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분모가 다른 분수의 뺄셈</dc:title>
  <dc:subject>KR22-G05-MAT-FRAC-SUB-L01</dc:subject>
  <dc:creator>education-ppt</dc:creator>
  <cp:lastModifiedBy>education-ppt</cp:lastModifiedBy>
  <cp:revision>1</cp:revision>
  <dcterms:created xsi:type="dcterms:W3CDTF">2026-10-26T08:29:54Z</dcterms:created>
  <dcterms:modified xsi:type="dcterms:W3CDTF">2026-10-26T08:29:54Z</dcterms:modified>
</cp:coreProperties>
</file>