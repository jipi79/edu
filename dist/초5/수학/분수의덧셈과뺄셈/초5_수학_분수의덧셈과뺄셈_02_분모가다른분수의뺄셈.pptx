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notesMasterIdLst>
    <p:notesMasterId r:id="rId17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도입" id="{81143df3-b67e-702d-1a40-0fb0629e2828}">
          <p14:sldIdLst>
            <p14:sldId id="256"/>
            <p14:sldId id="257"/>
          </p14:sldIdLst>
        </p14:section>
        <p14:section name="개념" id="{fe16adfe-0fa9-accd-677f-45669289d2a4}">
          <p14:sldIdLst>
            <p14:sldId id="258"/>
            <p14:sldId id="259"/>
            <p14:sldId id="261"/>
            <p14:sldId id="262"/>
            <p14:sldId id="263"/>
          </p14:sldIdLst>
        </p14:section>
        <p14:section name="연습" id="{9852fca8-2753-45f3-6479-37f4b245c82c}">
          <p14:sldIdLst>
            <p14:sldId id="260"/>
            <p14:sldId id="264"/>
            <p14:sldId id="265"/>
          </p14:sldIdLst>
        </p14:section>
        <p14:section name="개념" id="{d5b5556c-2857-750e-b21b-437a6835a98b}">
          <p14:sldIdLst/>
        </p14:section>
        <p14:section name="연습" id="{f1437893-7d0e-ed40-05b1-d44d3ef139e3}">
          <p14:sldIdLst/>
        </p14:section>
        <p14:section name="확인" id="{0442e211-6088-854d-2218-7319e731ac33}">
          <p14:sldIdLst>
            <p14:sldId id="266"/>
            <p14:sldId id="267"/>
            <p14:sldId id="268"/>
          </p14:sldIdLst>
        </p14:section>
        <p14:section name="정리" id="{d358859d-e110-2310-d30a-3ebeafb61276}">
          <p14:sldIdLst>
            <p14:sldId id="269"/>
          </p14:sldIdLst>
        </p14:section>
        <p14:section name="보충" id="{d9fd8504-14c8-b474-3a8b-a55b06297f20}">
          <p14:sldIdLst>
            <p14:sldId id="270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notesMaster" Target="notesMasters/notesMaster1.xml"/><Relationship Id="rId18" Type="http://schemas.openxmlformats.org/officeDocument/2006/relationships/presProps" Target="presProps.xml"/><Relationship Id="rId19" Type="http://schemas.openxmlformats.org/officeDocument/2006/relationships/viewProps" Target="viewProps.xml"/><Relationship Id="rId20" Type="http://schemas.openxmlformats.org/officeDocument/2006/relationships/theme" Target="theme/theme1.xml"/><Relationship Id="rId2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[S01 · 오늘의 질문과 목표]
목적: 지난 시간의 덧셈처럼 통분하면 뺄 수 있을지, 분수 부분끼리 뺄 수 없으면 어떻게 할지 궁금하게 합니다.
시간: 약 2분
이렇게 말해 보세요
- “지난 시간에는 통분해서 더했지? 오늘은 빼 볼 거야. 3과 5분의 1에서 1과 2분의 1을 빼려면 먼저 무엇을 할까?”
예상 답
- “통분해요.” “자연수끼리 빼요.” “모르겠어요.”
막히면
- 답을 확인하지 않고 넘어갑니다. S07~S08에서 같은 문제를 함께 풉니다.
주의
- 종이 띠 4장과 가위를 준비합니다(S07에서 띠 하나를 10칸으로 나눕니다).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[S02 · 선수 학습 확인(분모가 같은 분수의 뺄셈과 받아내림, 통분하여 더하기)]
목적: 분모가 같은 분수의 뺄셈과 받아내림(초4), 통분하여 더하기(지난 시간)를 기억하는지 확인합니다.
시간: 약 3분
이렇게 말해 보세요
- “①은 분모가 같아. 어떻게 뺐지?”
- “②는 3과 5분의 1에서 1을 5분의 5로 바꾸면 2와 5분의 몇이 될까?”
- “③은 지난 시간에 한 덧셈이야.”
정답
- ① 7분의 3
- ② 6 (2와 5분의 6)
- ③ 5 (6분의 5)
막히면
- ①②가 흔들리면 S15(보충)를 먼저 합니다. 보충으로도 어려우면 초4 ‘분모가 같은 분수의 뺄셈’(KR22-G04-MAT-FRACSUB-L01)을 먼저 합니다.
- ③이 흔들리면 ‘분모가 다른 분수의 덧셈’(KR22-G05-MAT-FRAC-ADD-L01)의 S03~S05를 다시 봅니다.
주의
- ②의 ‘1 = 5분의 5로 받아내리기’가 오늘 목표 ②의 핵심입니다.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[S03 · 띠 그림으로 분모가 다른 분수 빼기]
목적: 통분하면 같은 크기의 칸(12분의 1)이 되어 칸 수를 뺄 수 있다는 것을 띠 그림으로 봅니다.
시간: 약 3분
이렇게 말해 보세요
- “3분의 2와 4분의 1을 12칸으로 나누면 각각 몇 칸이야?”
- “둘째 띠의 3칸은 첫째 띠의 8칸 중 끝의 3칸이야. 덜어 내면 몇 칸이 남아?”
예상 답
- “8칸과 3칸이요.” “5칸, 12분의 5예요.”
막히면
- 종이 띠를 12칸으로 나누기 어려우면 공책에 12칸 띠를 그려 8칸을 색칠하고 3칸에 ×표를 합니다.
주의
- 덧셈처럼 뺄셈도 한 칸의 크기(분모)가 같아야 칸 수를 뺄 수 있습니다.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[S04 · 분모의 곱·최소공배수로 통분하여 빼기]
목적: 분모의 곱이나 최소공배수로 통분하여 빼고, 답을 기약분수로 나타낸다는 것을 비교합니다.
시간: 약 3분
이렇게 말해 보세요
- “왼쪽은 6 × 4 = 24로 통분했어. 24분의 14는 약분할 수 있어?”
- “오른쪽은 6과 4의 최소공배수 12로 통분했어. 답이 같아?”
예상 답
- “2로 약분하면 12분의 7이에요.” “같아요.”
막히면
- 14와 24의 공약수를 함께 찾습니다(1, 2).
주의
- 24분의 14도 크기로는 맞는 답입니다. 마지막에는 기약분수로 나타내게 합니다(M4).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[S05 · 안내받는 연습(진분수의 뺄셈)]
목적: 도움을 받으며 통분하여 빼고, 답을 기약분수로 나타냅니다.
시간: 약 3분
이렇게 말해 보세요
- “①은 12로 통분해. 4분의 3과 3분의 1은 12분의 몇이야?”
- “②는 10이 2의 배수야. 빼고 나서 약분할 수 있어?”
- “③은 6과 9의 최소공배수 18로 통분해.”
정답
- ① 12분의 9 − 12분의 4 = 12분의 5
- ② 10분의 2 = 5분의 1 (10분의 7 − 10분의 5)
- ③ 18분의 15 − 18분의 8 = 18분의 7
막히면
- 통분이 막히면 두 분모의 배수를 차례로 써서 공통인 수를 찾습니다.
주의
- ②를 10분의 2에서 멈추면 크기는 맞지만 기약분수가 아닙니다(M4).
- 지치면 여기서 쉬고, 다음에 S06부터 이어도 됩니다.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[S06 · 대분수의 뺄셈(받아내림 없음)]
목적: 대분수의 뺄셈은 분수 부분을 통분한 뒤 자연수끼리, 분수끼리 뺀다는 것을 보여 줍니다.
시간: 약 3분
이렇게 말해 보세요
- “4분의 3과 6분의 1을 12로 통분하면?”
- “자연수끼리 3 − 1은? 분수끼리 12분의 9 − 12분의 2는?”
예상 답
- “3과 12분의 9, 1과 12분의 2요.” “2와 12분의 7이에요.”
막히면
- 자연수 부분을 손으로 가리고 분수 부분만 먼저 뺀 뒤, 자연수 부분을 뺍니다.
주의
- 여기서는 분수 부분끼리 뺄 수 있는 경우만 봅니다. 뺄 수 없는 경우는 S07부터 다룹니다.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[S07 · 받아내림의 뜻(막대 그림)]
목적: 통분한 뒤 분수 부분끼리 뺄 수 없으면 자연수 1을 10분의 10으로 바꾸어(받아내림) 분수 부분에 더한다는 것을 그림으로 봅니다.
시간: 약 3분
이렇게 말해 보세요
- “3과 5분의 1을 통분하면 3과 10분의 2야. 10분의 2에서 10분의 5를 뺄 수 있어?”
- “셋째 막대처럼 꽉 찬 막대 하나를 10칸으로 쪼개 보자. 쪼개지 않은 막대는 몇 개, 낱칸은 모두 몇 칸이야?”
예상 답
- “못 빼요.” “막대 2개, 낱칸 12칸이요.” “2와 10분의 12예요.”
막히면
- 종이 띠 4장으로 직접 해 봅니다. 셋째 띠를 10칸으로 나누어 잘라 넷째 띠의 2칸과 모읍니다.
주의
- 자연수가 3에서 2로 줄어든다는 것도 꼭 짚습니다(M3). 초4에서 배운 받아내림과 같은데, 오늘은 먼저 통분하고 받아내린다는 점이 다릅니다.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[S08 · 받아내림이 있는 대분수의 뺄셈]
목적: S07의 그림을 식으로 옮겨, 통분 → 받아내림 → 자연수끼리·분수끼리 빼기의 순서로 계산합니다.
시간: 약 3분
이렇게 말해 보세요
- “먼저 통분하면 3과 10분의 2 − 1과 10분의 5야. 분수끼리 뺄 수 있어?”
- “1을 10분의 10으로 받아내리면 2와 10분의 12. 이제 자연수끼리 2 − 1, 분수끼리 12 − 5는?”
예상 답
- “1과 10분의 7이에요.”
막히면
- S07의 막대 그림에서 꽉 찬 막대 1개와 5칸을 ×표 하며 덜어 내고 남은 것을 셉니다.
주의
- 대분수를 가분수로 바꾸어 빼는 방법도 있습니다: 5분의 16 − 2분의 3 = 10분의 32 − 10분의 15 = 10분의 17 = 1과 10분의 7. 오늘은 받아내림 방법을 중심으로 합니다.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[S09 · 안내받는 연습(대분수의 뺄셈)]
목적: 도움을 받으며 대분수의 뺄셈(받아내림 없음·있음)을 하고 답을 기약분수로 나타냅니다.
시간: 약 3분
이렇게 말해 보세요
- “①은 6으로 통분해서 빼 봐. 답을 약분할 수 있어?”
- “②는 12로 통분하면 12분의 3에서 12분의 8을 빼야 해. 어떻게 하지?”
- “③은 10으로 통분해 볼까?”
정답
- ① 1과 2분의 1 (1과 6분의 3을 약분)
- ② 2와 12분의 7 (4와 12분의 3 = 3과 12분의 15)
- ③ 2와 10분의 7 (5와 10분의 5 = 4와 10분의 15)
막히면
- 공책에 통분한 식을 먼저 쓰게 하고, 분수 부분끼리 뺄 수 있는지 동그라미로 표시하게 합니다.
주의
- ①을 1과 6분의 3으로 쓰면 크기는 맞지만 기약분수가 아닙니다(M4).
- 받아내린 뒤 자연수에서 1을 빼는지 봅니다(M3).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[S10 · 오개념 비교(분수 부분 거꾸로 빼기)]
목적: 분수 부분을 거꾸로 빼는 실수(M2)를 찾고, 답에 빼는 수를 더해 확인하는 방법을 씁니다.
시간: 약 3분
이렇게 말해 보세요
- “토끼는 12분의 4에서 12분의 9를 빼야 하는데 9 − 4로 뺐어. 그래도 될까?”
- “곰의 답 2와 12분의 7에 1과 4분의 3을 더하면 4와 3분의 1이 될까?”
예상 답
- “곰이 맞아요. 토끼는 거꾸로 뺐어요.”
정답
- 곰이 맞습니다. 4와 3분의 1 − 1과 4분의 3 = 3과 12분의 16 − 1과 12분의 9 = 2와 12분의 7.
- 확인: 2와 12분의 7 + 1과 12분의 9 = 3과 12분의 16 = 4와 12분의 4 = 4와 3분의 1. 토끼의 답에 더하면 5와 6분의 1이 되어 처음 수보다 큽니다.
막히면
- S07의 막대 그림처럼 꽉 찬 막대 하나를 12칸으로 쪼개 생각하게 합니다.
주의
- 뺄셈의 답에 빼는 수를 더해 처음 수가 나오면 맞게 계산한 것입니다.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[S11 · 혼자 해결]
목적: 도움 없이 진분수끼리(①②, 목표 ①), 대분수끼리(③④, 목표 ②) 뺄셈을 하고 답을 알맞게 나타내는지 확인합니다.
시간: 약 5분
이렇게 말해 보세요
- “이번에는 혼자 해 볼래? 다 하면 받아내림을 한 문제가 어느 것인지 말해 줘.”
정답
- ① 15분의 7 (15분의 12 − 15분의 5)
- ② 15분의 8 (30분의 25 − 30분의 9 = 30분의 16 → 약분)
- ③ 2와 4분의 1 (3과 4분의 3 − 1과 4분의 2)
- ④ 1과 24분의 19 (4와 24분의 4 = 3과 24분의 28로 받아내림)
막히면
- 바로 알려 주지 말고 “분수끼리 뺄 수 있어?”라고만 묻습니다.
- 도움을 받아 해결했다면 기록표에 ‘도움’으로 표시합니다.
주의
- ②를 분모의 곱 60으로 통분했다면 60분의 32 = 15분의 8까지 약분하면 정답입니다.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[S12 · 정답과 피드백]
목적: 아이의 답을 함께 확인하고 흔한 실수를 바로잡습니다. 수업용에만 있는 장입니다.
시간: 약 2분
이렇게 말해 보세요
- “네 답과 같은지 볼까? 다르면 어디서 달라졌는지 같이 찾아보자.”
정답
- ① 15분의 7 ② 15분의 8 ③ 2와 4분의 1 ④ 1과 24분의 19
막히면
- 거꾸로 뺐으면 S10으로(M2), 자연수에서 1을 빼지 않았으면 S07로(M3), 약분하지 않았으면 S04로(M4) 돌아갑니다.
주의
- 30분의 16은 크기로는 맞는 답이니 ‘약분만 남았다’고 말해 줍니다. 반면 2와 24분의 5와 2와 24분의 19는 크기가 다른 틀린 답입니다.
- 이 장은 학생용 파일에는 없습니다. 아이와 함께 볼 때는 슬라이드 쇼로 보여 줍니다.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[S13 · 마무리 확인(받아내림 설명)]
목적: 처음 보는 문제에서 통분한 뒤 받아내림을 바르게 한 것을 고르고, 까닭을 막대나 말로 설명하는지 확인합니다.
시간: 약 2분
이렇게 말해 보세요
- “5와 6분의 1을 통분하면 5와 12분의 2야. 12분의 2에서 12분의 9를 뺄 수 없어서 받아내렸어. 바르게 바꾼 것은?”
- “나와 다는 무엇이 잘못됐을까?”
정답
- 가(4와 12분의 14). 자연수 1을 12분의 12로 바꾸어 12분의 2에 더하면 12분의 14, 자연수는 5에서 4가 됩니다. 계산하면 4와 12분의 14 − 2와 12분의 9 = 2와 12분의 5입니다.
- 나(5와 12분의 14)는 자연수에서 1을 빼지 않았고(M3), 다(4와 12분의 12)는 원래 있던 12분의 2를 더하지 않았습니다.
막히면
- 막대 5개와 2칸을 그리고 막대 하나를 12칸으로 쪼개게 합니다.
주의
- ‘1은 12분의 12라서’라는 까닭을 말하면 목표 ② 확인 완료입니다.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[S14 · 정리와 다음 수업 복습]
목적: 핵심을 정리하고 다음 수업 첫 5분에 풀 복습 문제를 알려 줍니다.
시간: 약 2분
이렇게 말해 보세요
- “분모가 다른 분수를 뺄 때 먼저 무엇을 했어? 분수끼리 뺄 수 없으면?”
예상 답
- “통분해요.” “1을 분모와 분자가 같은 분수로 바꿔서 받아내려요.”
정답
- ① 8분의 3
- ② 1과 12분의 7
- ③ 1과 6분의 5 (3과 6분의 2 = 2와 6분의 8로 받아내림)
막히면
- S07과 S08을 다시 보여 줍니다.
주의
- 복습 세 문제는 다음 수업을 시작할 때 활동지 마지막 쪽과 함께 풉니다. 다음 차시(수의 범위)는 새 단원이므로 분수 단원의 결과(S11·S13)를 기록표로 꼭 남겨 둡니다.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[S15 · 선수 학습 보충(1을 분수로 바꾸어 받아내리기)]
목적: S02 ①②가 흔들리면, 분모가 같은 분수의 뺄셈에서 쓰던 받아내림(1 = 분모와 분자가 같은 분수)을 다시 익힙니다.
시간: 약 5분
이렇게 말해 보세요
- “2와 6분의 1은 꽉 찬 막대 2개와 1칸이야. 둘째 막대를 6칸으로 쪼개면 낱칸은 모두 몇 칸이야?”
- “그러면 꽉 찬 막대는 몇 개 남아?”
정답
- 2와 6분의 1 = 1과 6분의 7
- 꽉 찬 막대 1개와 낱칸 7칸
막히면
- 종이 띠를 직접 6칸으로 접어 잘라 봅니다.
주의
- 보충으로도 어려우면 초4 ‘분모가 같은 분수의 뺄셈’(KR22-G04-MAT-FRACSUB-L01)을 먼저 하고, 통분하여 계산하는 것이 흔들리면 ‘분모가 다른 분수의 덧셈’(KR22-G05-MAT-FRAC-ADD-L01)을 다시 합니다.
- 보충이 오래 걸리면 오늘은 여기까지 하고 다음 날 S02부터 다시 시작합니다.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VER">
    <p:bg>
      <p:bgPr>
        <a:solidFill>
          <a:srgbClr val="26465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731520" y="640080"/>
            <a:ext cx="6675120" cy="118872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defRPr>
            </a:lvl1pPr>
          </a:lstStyle>
          <a:p>
            <a:pPr algn="l" indent="0" marL="0">
              <a:buNone/>
            </a:pPr>
            <a:endParaRPr lang="en-US" sz="46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731520" y="1920240"/>
            <a:ext cx="6675120" cy="164592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2800" dirty="0">
                <a:solidFill>
                  <a:srgbClr val="C9DCD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defRPr>
            </a:lvl1pPr>
          </a:lstStyle>
          <a:p>
            <a:pPr indent="0" marL="0">
              <a:buNone/>
            </a:pPr>
            <a:endParaRPr lang="en-US" sz="2800" dirty="0"/>
          </a:p>
        </p:txBody>
      </p:sp>
      <p:sp>
        <p:nvSpPr>
          <p:cNvPr id="4" name="Text 0"/>
          <p:cNvSpPr/>
          <p:nvPr/>
        </p:nvSpPr>
        <p:spPr>
          <a:xfrm>
            <a:off x="548640" y="6382512"/>
            <a:ext cx="8686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9DCD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초5 수학 · 분수의덧셈과뺄셈 · 2차시</a:t>
            </a:r>
            <a:endParaRPr lang="en-US" sz="12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defRPr>
            </a:lvl1pPr>
          </a:lstStyle>
          <a:p>
            <a:pPr algn="l" indent="0" marL="0">
              <a:buNone/>
            </a:pPr>
            <a:endParaRPr lang="en-US" sz="4000" dirty="0"/>
          </a:p>
        </p:txBody>
      </p:sp>
      <p:sp>
        <p:nvSpPr>
          <p:cNvPr id="3" name="Text 0"/>
          <p:cNvSpPr/>
          <p:nvPr/>
        </p:nvSpPr>
        <p:spPr>
          <a:xfrm>
            <a:off x="548640" y="6382512"/>
            <a:ext cx="8686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B556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초5 수학 · 분모가 다른 분수의 뺄셈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LOSING">
    <p:bg>
      <p:bgPr>
        <a:solidFill>
          <a:srgbClr val="26465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defRPr>
            </a:lvl1pPr>
          </a:lstStyle>
          <a:p>
            <a:pPr algn="l" indent="0" marL="0">
              <a:buNone/>
            </a:pPr>
            <a:endParaRPr lang="en-US" sz="4000" dirty="0"/>
          </a:p>
        </p:txBody>
      </p:sp>
      <p:sp>
        <p:nvSpPr>
          <p:cNvPr id="3" name="Text 0"/>
          <p:cNvSpPr/>
          <p:nvPr/>
        </p:nvSpPr>
        <p:spPr>
          <a:xfrm>
            <a:off x="548640" y="6382512"/>
            <a:ext cx="8686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9DCD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초5 수학 · 분모가 다른 분수의 뺄셈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C9DCD8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algn="r"/>
            <a:fld id="{F7021451-1387-4CA6-816F-3879F97B5CBC}" type="slidenum">
              <a:rPr b="0" lang="en-US"/>
              <a:t>1004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UPPORT">
    <p:bg>
      <p:bgPr>
        <a:solidFill>
          <a:srgbClr val="F4F7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defRPr>
            </a:lvl1pPr>
          </a:lstStyle>
          <a:p>
            <a:pPr algn="l" indent="0" marL="0">
              <a:buNone/>
            </a:pPr>
            <a:endParaRPr lang="en-US" sz="4000" dirty="0"/>
          </a:p>
        </p:txBody>
      </p:sp>
      <p:sp>
        <p:nvSpPr>
          <p:cNvPr id="3" name="Text 0"/>
          <p:cNvSpPr/>
          <p:nvPr/>
        </p:nvSpPr>
        <p:spPr>
          <a:xfrm>
            <a:off x="548640" y="6382512"/>
            <a:ext cx="8686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B556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보충 자료 · 초5 수학 · 분모가 다른 분수의 뺄셈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algn="r"/>
            <a:fld id="{F7021451-1387-4CA6-816F-3879F97B5CBC}" type="slidenum">
              <a:rPr b="0" lang="en-US"/>
              <a:t>1005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731520" y="640080"/>
            <a:ext cx="66751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분모가 다른 분수의 뺄셈</a:t>
            </a:r>
            <a:endParaRPr lang="ko-KR" sz="46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731520" y="1920240"/>
            <a:ext cx="667512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indent="0" marL="0">
              <a:buNone/>
            </a:pPr>
            <a:r>
              <a:rPr lang="ko-KR" altLang="en-US" sz="2800" dirty="0">
                <a:solidFill>
                  <a:srgbClr val="C9DCD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3과 5분의 1에서 1과 2분의 1을 빼려면?</a:t>
            </a:r>
            <a:endParaRPr lang="ko-KR" sz="2800" dirty="0"/>
          </a:p>
        </p:txBody>
      </p:sp>
      <p:sp>
        <p:nvSpPr>
          <p:cNvPr id="4" name="S01-num1"/>
          <p:cNvSpPr txBox="1"/>
          <p:nvPr/>
        </p:nvSpPr>
        <p:spPr>
          <a:xfrm>
            <a:off x="7767828" y="1527048"/>
            <a:ext cx="356616" cy="11521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r" indent="0" marL="0">
              <a:buNone/>
            </a:pPr>
            <a:r>
              <a:rPr lang="ko-KR" altLang="en-US" sz="3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</a:t>
            </a:r>
            <a:endParaRPr lang="ko-KR" sz="3600" dirty="0"/>
          </a:p>
        </p:txBody>
      </p:sp>
      <p:sp>
        <p:nvSpPr>
          <p:cNvPr id="5" name="S01-num2"/>
          <p:cNvSpPr txBox="1"/>
          <p:nvPr/>
        </p:nvSpPr>
        <p:spPr>
          <a:xfrm>
            <a:off x="8124444" y="1527048"/>
            <a:ext cx="589788" cy="5394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</a:t>
            </a:r>
            <a:endParaRPr lang="ko-KR" sz="3600" dirty="0"/>
          </a:p>
        </p:txBody>
      </p:sp>
      <p:sp>
        <p:nvSpPr>
          <p:cNvPr id="6" name="S01-fracbar3"/>
          <p:cNvSpPr/>
          <p:nvPr/>
        </p:nvSpPr>
        <p:spPr>
          <a:xfrm>
            <a:off x="8161020" y="2103120"/>
            <a:ext cx="516636" cy="0"/>
          </a:xfrm>
          <a:prstGeom prst="line">
            <a:avLst/>
          </a:prstGeom>
          <a:noFill/>
          <a:ln w="28575">
            <a:solidFill>
              <a:srgbClr val="FFFFFF"/>
            </a:solidFill>
            <a:prstDash val="solid"/>
          </a:ln>
        </p:spPr>
      </p:sp>
      <p:sp>
        <p:nvSpPr>
          <p:cNvPr id="7" name="S01-num4"/>
          <p:cNvSpPr txBox="1"/>
          <p:nvPr/>
        </p:nvSpPr>
        <p:spPr>
          <a:xfrm>
            <a:off x="8124444" y="2139696"/>
            <a:ext cx="589788" cy="5394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5</a:t>
            </a:r>
            <a:endParaRPr lang="ko-KR" sz="3600" dirty="0"/>
          </a:p>
        </p:txBody>
      </p:sp>
      <p:sp>
        <p:nvSpPr>
          <p:cNvPr id="8" name="S01-op5"/>
          <p:cNvSpPr txBox="1"/>
          <p:nvPr/>
        </p:nvSpPr>
        <p:spPr>
          <a:xfrm>
            <a:off x="8823960" y="1527048"/>
            <a:ext cx="448056" cy="11521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−</a:t>
            </a:r>
            <a:endParaRPr lang="ko-KR" sz="3600" dirty="0"/>
          </a:p>
        </p:txBody>
      </p:sp>
      <p:sp>
        <p:nvSpPr>
          <p:cNvPr id="9" name="S01-num6"/>
          <p:cNvSpPr txBox="1"/>
          <p:nvPr/>
        </p:nvSpPr>
        <p:spPr>
          <a:xfrm>
            <a:off x="9381744" y="1527048"/>
            <a:ext cx="356616" cy="11521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r" indent="0" marL="0">
              <a:buNone/>
            </a:pPr>
            <a:r>
              <a:rPr lang="ko-KR" altLang="en-US" sz="3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</a:t>
            </a:r>
            <a:endParaRPr lang="ko-KR" sz="3600" dirty="0"/>
          </a:p>
        </p:txBody>
      </p:sp>
      <p:sp>
        <p:nvSpPr>
          <p:cNvPr id="10" name="S01-num7"/>
          <p:cNvSpPr txBox="1"/>
          <p:nvPr/>
        </p:nvSpPr>
        <p:spPr>
          <a:xfrm>
            <a:off x="9738360" y="1527048"/>
            <a:ext cx="589788" cy="5394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</a:t>
            </a:r>
            <a:endParaRPr lang="ko-KR" sz="3600" dirty="0"/>
          </a:p>
        </p:txBody>
      </p:sp>
      <p:sp>
        <p:nvSpPr>
          <p:cNvPr id="11" name="S01-fracbar8"/>
          <p:cNvSpPr/>
          <p:nvPr/>
        </p:nvSpPr>
        <p:spPr>
          <a:xfrm>
            <a:off x="9774936" y="2103120"/>
            <a:ext cx="516636" cy="0"/>
          </a:xfrm>
          <a:prstGeom prst="line">
            <a:avLst/>
          </a:prstGeom>
          <a:noFill/>
          <a:ln w="28575">
            <a:solidFill>
              <a:srgbClr val="FFFFFF"/>
            </a:solidFill>
            <a:prstDash val="solid"/>
          </a:ln>
        </p:spPr>
      </p:sp>
      <p:sp>
        <p:nvSpPr>
          <p:cNvPr id="12" name="S01-num9"/>
          <p:cNvSpPr txBox="1"/>
          <p:nvPr/>
        </p:nvSpPr>
        <p:spPr>
          <a:xfrm>
            <a:off x="9738360" y="2139696"/>
            <a:ext cx="589788" cy="5394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</a:t>
            </a:r>
            <a:endParaRPr lang="ko-KR" sz="3600" dirty="0"/>
          </a:p>
        </p:txBody>
      </p:sp>
      <p:sp>
        <p:nvSpPr>
          <p:cNvPr id="13" name="S01-op10"/>
          <p:cNvSpPr txBox="1"/>
          <p:nvPr/>
        </p:nvSpPr>
        <p:spPr>
          <a:xfrm>
            <a:off x="10437876" y="1527048"/>
            <a:ext cx="448056" cy="11521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=</a:t>
            </a:r>
            <a:endParaRPr lang="ko-KR" sz="3600" dirty="0"/>
          </a:p>
        </p:txBody>
      </p:sp>
      <p:sp>
        <p:nvSpPr>
          <p:cNvPr id="14" name="S01-op11"/>
          <p:cNvSpPr txBox="1"/>
          <p:nvPr/>
        </p:nvSpPr>
        <p:spPr>
          <a:xfrm>
            <a:off x="10995660" y="1527048"/>
            <a:ext cx="530352" cy="11521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?</a:t>
            </a:r>
            <a:endParaRPr lang="ko-KR" sz="3600" dirty="0"/>
          </a:p>
        </p:txBody>
      </p:sp>
      <p:sp>
        <p:nvSpPr>
          <p:cNvPr id="15" name="S01-card12"/>
          <p:cNvSpPr/>
          <p:nvPr/>
        </p:nvSpPr>
        <p:spPr>
          <a:xfrm>
            <a:off x="731520" y="4529328"/>
            <a:ext cx="10725912" cy="1597152"/>
          </a:xfrm>
          <a:prstGeom prst="roundRect">
            <a:avLst>
              <a:gd name="adj" fmla="val 6870"/>
            </a:avLst>
          </a:prstGeom>
          <a:solidFill>
            <a:srgbClr val="32606F"/>
          </a:solidFill>
          <a:ln w="12700">
            <a:solidFill>
              <a:srgbClr val="32606F"/>
            </a:solidFill>
            <a:prstDash val="solid"/>
          </a:ln>
        </p:spPr>
      </p:sp>
      <p:sp>
        <p:nvSpPr>
          <p:cNvPr id="16" name="S01-cardtext13"/>
          <p:cNvSpPr txBox="1"/>
          <p:nvPr/>
        </p:nvSpPr>
        <p:spPr>
          <a:xfrm>
            <a:off x="1005840" y="4666488"/>
            <a:ext cx="10177272" cy="13228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오늘 할 수 있게 될 것</a:t>
            </a:r>
            <a:endParaRPr lang="ko-KR" sz="28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2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 통분해서 분모가 다른 분수를 빼요.</a:t>
            </a:r>
            <a:endParaRPr lang="ko-KR" sz="28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2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 대분수의 뺄셈에서 받아내림을 해요.</a:t>
            </a:r>
            <a:endParaRPr lang="ko-KR" sz="2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지난 시간 기억하기</a:t>
            </a:r>
            <a:endParaRPr lang="ko-KR" sz="4000" dirty="0"/>
          </a:p>
        </p:txBody>
      </p:sp>
      <p:sp>
        <p:nvSpPr>
          <p:cNvPr id="3" name="S02-text14"/>
          <p:cNvSpPr txBox="1"/>
          <p:nvPr/>
        </p:nvSpPr>
        <p:spPr>
          <a:xfrm>
            <a:off x="548640" y="132588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□를 채워요.</a:t>
            </a:r>
            <a:endParaRPr lang="ko-KR" sz="2800" dirty="0"/>
          </a:p>
        </p:txBody>
      </p:sp>
      <p:sp>
        <p:nvSpPr>
          <p:cNvPr id="4" name="S02-chip15"/>
          <p:cNvSpPr txBox="1"/>
          <p:nvPr/>
        </p:nvSpPr>
        <p:spPr>
          <a:xfrm>
            <a:off x="548640" y="236829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</a:t>
            </a:r>
            <a:endParaRPr lang="ko-KR" sz="2200" dirty="0"/>
          </a:p>
        </p:txBody>
      </p:sp>
      <p:sp>
        <p:nvSpPr>
          <p:cNvPr id="5" name="S02-num16"/>
          <p:cNvSpPr txBox="1"/>
          <p:nvPr/>
        </p:nvSpPr>
        <p:spPr>
          <a:xfrm>
            <a:off x="1344168" y="2135632"/>
            <a:ext cx="536448" cy="4795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5</a:t>
            </a:r>
            <a:endParaRPr lang="ko-KR" sz="3200" dirty="0"/>
          </a:p>
        </p:txBody>
      </p:sp>
      <p:sp>
        <p:nvSpPr>
          <p:cNvPr id="6" name="S02-fracbar17"/>
          <p:cNvSpPr/>
          <p:nvPr/>
        </p:nvSpPr>
        <p:spPr>
          <a:xfrm>
            <a:off x="1380744" y="2651760"/>
            <a:ext cx="463296" cy="0"/>
          </a:xfrm>
          <a:prstGeom prst="line">
            <a:avLst/>
          </a:prstGeom>
          <a:noFill/>
          <a:ln w="25400">
            <a:solidFill>
              <a:srgbClr val="1F2937"/>
            </a:solidFill>
            <a:prstDash val="solid"/>
          </a:ln>
        </p:spPr>
      </p:sp>
      <p:sp>
        <p:nvSpPr>
          <p:cNvPr id="7" name="S02-num18"/>
          <p:cNvSpPr txBox="1"/>
          <p:nvPr/>
        </p:nvSpPr>
        <p:spPr>
          <a:xfrm>
            <a:off x="1344168" y="2688336"/>
            <a:ext cx="536448" cy="4795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7</a:t>
            </a:r>
            <a:endParaRPr lang="ko-KR" sz="3200" dirty="0"/>
          </a:p>
        </p:txBody>
      </p:sp>
      <p:sp>
        <p:nvSpPr>
          <p:cNvPr id="8" name="S02-op19"/>
          <p:cNvSpPr txBox="1"/>
          <p:nvPr/>
        </p:nvSpPr>
        <p:spPr>
          <a:xfrm>
            <a:off x="1990344" y="2135632"/>
            <a:ext cx="426720" cy="10322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−</a:t>
            </a:r>
            <a:endParaRPr lang="ko-KR" sz="3200" dirty="0"/>
          </a:p>
        </p:txBody>
      </p:sp>
      <p:sp>
        <p:nvSpPr>
          <p:cNvPr id="9" name="S02-num20"/>
          <p:cNvSpPr txBox="1"/>
          <p:nvPr/>
        </p:nvSpPr>
        <p:spPr>
          <a:xfrm>
            <a:off x="2526792" y="2135632"/>
            <a:ext cx="536448" cy="4795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</a:t>
            </a:r>
            <a:endParaRPr lang="ko-KR" sz="3200" dirty="0"/>
          </a:p>
        </p:txBody>
      </p:sp>
      <p:sp>
        <p:nvSpPr>
          <p:cNvPr id="10" name="S02-fracbar21"/>
          <p:cNvSpPr/>
          <p:nvPr/>
        </p:nvSpPr>
        <p:spPr>
          <a:xfrm>
            <a:off x="2563368" y="2651760"/>
            <a:ext cx="463296" cy="0"/>
          </a:xfrm>
          <a:prstGeom prst="line">
            <a:avLst/>
          </a:prstGeom>
          <a:noFill/>
          <a:ln w="25400">
            <a:solidFill>
              <a:srgbClr val="1F2937"/>
            </a:solidFill>
            <a:prstDash val="solid"/>
          </a:ln>
        </p:spPr>
      </p:sp>
      <p:sp>
        <p:nvSpPr>
          <p:cNvPr id="11" name="S02-num22"/>
          <p:cNvSpPr txBox="1"/>
          <p:nvPr/>
        </p:nvSpPr>
        <p:spPr>
          <a:xfrm>
            <a:off x="2526792" y="2688336"/>
            <a:ext cx="536448" cy="4795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7</a:t>
            </a:r>
            <a:endParaRPr lang="ko-KR" sz="3200" dirty="0"/>
          </a:p>
        </p:txBody>
      </p:sp>
      <p:sp>
        <p:nvSpPr>
          <p:cNvPr id="12" name="S02-op23"/>
          <p:cNvSpPr txBox="1"/>
          <p:nvPr/>
        </p:nvSpPr>
        <p:spPr>
          <a:xfrm>
            <a:off x="3172968" y="2135632"/>
            <a:ext cx="426720" cy="10322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=</a:t>
            </a:r>
            <a:endParaRPr lang="ko-KR" sz="3200" dirty="0"/>
          </a:p>
        </p:txBody>
      </p:sp>
      <p:sp>
        <p:nvSpPr>
          <p:cNvPr id="13" name="S02-blank24"/>
          <p:cNvSpPr/>
          <p:nvPr/>
        </p:nvSpPr>
        <p:spPr>
          <a:xfrm>
            <a:off x="3800206" y="2197974"/>
            <a:ext cx="354868" cy="354868"/>
          </a:xfrm>
          <a:prstGeom prst="rect">
            <a:avLst/>
          </a:prstGeom>
          <a:solidFill>
            <a:srgbClr val="FFFFFF"/>
          </a:solidFill>
          <a:ln w="22225">
            <a:solidFill>
              <a:srgbClr val="1F2937"/>
            </a:solidFill>
            <a:prstDash val="solid"/>
          </a:ln>
        </p:spPr>
      </p:sp>
      <p:sp>
        <p:nvSpPr>
          <p:cNvPr id="14" name="S02-fracbar25"/>
          <p:cNvSpPr/>
          <p:nvPr/>
        </p:nvSpPr>
        <p:spPr>
          <a:xfrm>
            <a:off x="3745992" y="2651760"/>
            <a:ext cx="463296" cy="0"/>
          </a:xfrm>
          <a:prstGeom prst="line">
            <a:avLst/>
          </a:prstGeom>
          <a:noFill/>
          <a:ln w="25400">
            <a:solidFill>
              <a:srgbClr val="1F2937"/>
            </a:solidFill>
            <a:prstDash val="solid"/>
          </a:ln>
        </p:spPr>
      </p:sp>
      <p:sp>
        <p:nvSpPr>
          <p:cNvPr id="15" name="S02-num26"/>
          <p:cNvSpPr txBox="1"/>
          <p:nvPr/>
        </p:nvSpPr>
        <p:spPr>
          <a:xfrm>
            <a:off x="3709416" y="2688336"/>
            <a:ext cx="536448" cy="4795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7</a:t>
            </a:r>
            <a:endParaRPr lang="ko-KR" sz="3200" dirty="0"/>
          </a:p>
        </p:txBody>
      </p:sp>
      <p:sp>
        <p:nvSpPr>
          <p:cNvPr id="16" name="S02-chip27"/>
          <p:cNvSpPr txBox="1"/>
          <p:nvPr/>
        </p:nvSpPr>
        <p:spPr>
          <a:xfrm>
            <a:off x="548640" y="383133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</a:t>
            </a:r>
            <a:endParaRPr lang="ko-KR" sz="2200" dirty="0"/>
          </a:p>
        </p:txBody>
      </p:sp>
      <p:sp>
        <p:nvSpPr>
          <p:cNvPr id="17" name="S02-num28"/>
          <p:cNvSpPr txBox="1"/>
          <p:nvPr/>
        </p:nvSpPr>
        <p:spPr>
          <a:xfrm>
            <a:off x="1344168" y="3598672"/>
            <a:ext cx="323088" cy="10322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r" indent="0" marL="0">
              <a:buNone/>
            </a:pPr>
            <a:r>
              <a:rPr lang="ko-KR" altLang="en-US" sz="3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</a:t>
            </a:r>
            <a:endParaRPr lang="ko-KR" sz="3200" dirty="0"/>
          </a:p>
        </p:txBody>
      </p:sp>
      <p:sp>
        <p:nvSpPr>
          <p:cNvPr id="18" name="S02-num29"/>
          <p:cNvSpPr txBox="1"/>
          <p:nvPr/>
        </p:nvSpPr>
        <p:spPr>
          <a:xfrm>
            <a:off x="1667256" y="3598672"/>
            <a:ext cx="536448" cy="4795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</a:t>
            </a:r>
            <a:endParaRPr lang="ko-KR" sz="3200" dirty="0"/>
          </a:p>
        </p:txBody>
      </p:sp>
      <p:sp>
        <p:nvSpPr>
          <p:cNvPr id="19" name="S02-fracbar30"/>
          <p:cNvSpPr/>
          <p:nvPr/>
        </p:nvSpPr>
        <p:spPr>
          <a:xfrm>
            <a:off x="1703832" y="4114800"/>
            <a:ext cx="463296" cy="0"/>
          </a:xfrm>
          <a:prstGeom prst="line">
            <a:avLst/>
          </a:prstGeom>
          <a:noFill/>
          <a:ln w="25400">
            <a:solidFill>
              <a:srgbClr val="1F2937"/>
            </a:solidFill>
            <a:prstDash val="solid"/>
          </a:ln>
        </p:spPr>
      </p:sp>
      <p:sp>
        <p:nvSpPr>
          <p:cNvPr id="20" name="S02-num31"/>
          <p:cNvSpPr txBox="1"/>
          <p:nvPr/>
        </p:nvSpPr>
        <p:spPr>
          <a:xfrm>
            <a:off x="1667256" y="4151376"/>
            <a:ext cx="536448" cy="4795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5</a:t>
            </a:r>
            <a:endParaRPr lang="ko-KR" sz="3200" dirty="0"/>
          </a:p>
        </p:txBody>
      </p:sp>
      <p:sp>
        <p:nvSpPr>
          <p:cNvPr id="21" name="S02-op32"/>
          <p:cNvSpPr txBox="1"/>
          <p:nvPr/>
        </p:nvSpPr>
        <p:spPr>
          <a:xfrm>
            <a:off x="2313432" y="3598672"/>
            <a:ext cx="426720" cy="10322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=</a:t>
            </a:r>
            <a:endParaRPr lang="ko-KR" sz="3200" dirty="0"/>
          </a:p>
        </p:txBody>
      </p:sp>
      <p:sp>
        <p:nvSpPr>
          <p:cNvPr id="22" name="S02-num33"/>
          <p:cNvSpPr txBox="1"/>
          <p:nvPr/>
        </p:nvSpPr>
        <p:spPr>
          <a:xfrm>
            <a:off x="2849880" y="3598672"/>
            <a:ext cx="323088" cy="10322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r" indent="0" marL="0">
              <a:buNone/>
            </a:pPr>
            <a:r>
              <a:rPr lang="ko-KR" altLang="en-US" sz="3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</a:t>
            </a:r>
            <a:endParaRPr lang="ko-KR" sz="3200" dirty="0"/>
          </a:p>
        </p:txBody>
      </p:sp>
      <p:sp>
        <p:nvSpPr>
          <p:cNvPr id="23" name="S02-blank34"/>
          <p:cNvSpPr/>
          <p:nvPr/>
        </p:nvSpPr>
        <p:spPr>
          <a:xfrm>
            <a:off x="3263758" y="3661014"/>
            <a:ext cx="354868" cy="354868"/>
          </a:xfrm>
          <a:prstGeom prst="rect">
            <a:avLst/>
          </a:prstGeom>
          <a:solidFill>
            <a:srgbClr val="FFFFFF"/>
          </a:solidFill>
          <a:ln w="22225">
            <a:solidFill>
              <a:srgbClr val="1F2937"/>
            </a:solidFill>
            <a:prstDash val="solid"/>
          </a:ln>
        </p:spPr>
      </p:sp>
      <p:sp>
        <p:nvSpPr>
          <p:cNvPr id="24" name="S02-fracbar35"/>
          <p:cNvSpPr/>
          <p:nvPr/>
        </p:nvSpPr>
        <p:spPr>
          <a:xfrm>
            <a:off x="3209544" y="4114800"/>
            <a:ext cx="463296" cy="0"/>
          </a:xfrm>
          <a:prstGeom prst="line">
            <a:avLst/>
          </a:prstGeom>
          <a:noFill/>
          <a:ln w="25400">
            <a:solidFill>
              <a:srgbClr val="1F2937"/>
            </a:solidFill>
            <a:prstDash val="solid"/>
          </a:ln>
        </p:spPr>
      </p:sp>
      <p:sp>
        <p:nvSpPr>
          <p:cNvPr id="25" name="S02-num36"/>
          <p:cNvSpPr txBox="1"/>
          <p:nvPr/>
        </p:nvSpPr>
        <p:spPr>
          <a:xfrm>
            <a:off x="3172968" y="4151376"/>
            <a:ext cx="536448" cy="4795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5</a:t>
            </a:r>
            <a:endParaRPr lang="ko-KR" sz="3200" dirty="0"/>
          </a:p>
        </p:txBody>
      </p:sp>
      <p:sp>
        <p:nvSpPr>
          <p:cNvPr id="26" name="S02-chip37"/>
          <p:cNvSpPr txBox="1"/>
          <p:nvPr/>
        </p:nvSpPr>
        <p:spPr>
          <a:xfrm>
            <a:off x="548640" y="529437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③</a:t>
            </a:r>
            <a:endParaRPr lang="ko-KR" sz="2200" dirty="0"/>
          </a:p>
        </p:txBody>
      </p:sp>
      <p:sp>
        <p:nvSpPr>
          <p:cNvPr id="27" name="S02-num38"/>
          <p:cNvSpPr txBox="1"/>
          <p:nvPr/>
        </p:nvSpPr>
        <p:spPr>
          <a:xfrm>
            <a:off x="1344168" y="5061712"/>
            <a:ext cx="536448" cy="4795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</a:t>
            </a:r>
            <a:endParaRPr lang="ko-KR" sz="3200" dirty="0"/>
          </a:p>
        </p:txBody>
      </p:sp>
      <p:sp>
        <p:nvSpPr>
          <p:cNvPr id="28" name="S02-fracbar39"/>
          <p:cNvSpPr/>
          <p:nvPr/>
        </p:nvSpPr>
        <p:spPr>
          <a:xfrm>
            <a:off x="1380744" y="5577840"/>
            <a:ext cx="463296" cy="0"/>
          </a:xfrm>
          <a:prstGeom prst="line">
            <a:avLst/>
          </a:prstGeom>
          <a:noFill/>
          <a:ln w="25400">
            <a:solidFill>
              <a:srgbClr val="1F2937"/>
            </a:solidFill>
            <a:prstDash val="solid"/>
          </a:ln>
        </p:spPr>
      </p:sp>
      <p:sp>
        <p:nvSpPr>
          <p:cNvPr id="29" name="S02-num40"/>
          <p:cNvSpPr txBox="1"/>
          <p:nvPr/>
        </p:nvSpPr>
        <p:spPr>
          <a:xfrm>
            <a:off x="1344168" y="5614416"/>
            <a:ext cx="536448" cy="4795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</a:t>
            </a:r>
            <a:endParaRPr lang="ko-KR" sz="3200" dirty="0"/>
          </a:p>
        </p:txBody>
      </p:sp>
      <p:sp>
        <p:nvSpPr>
          <p:cNvPr id="30" name="S02-op41"/>
          <p:cNvSpPr txBox="1"/>
          <p:nvPr/>
        </p:nvSpPr>
        <p:spPr>
          <a:xfrm>
            <a:off x="1990344" y="5061712"/>
            <a:ext cx="426720" cy="10322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+</a:t>
            </a:r>
            <a:endParaRPr lang="ko-KR" sz="3200" dirty="0"/>
          </a:p>
        </p:txBody>
      </p:sp>
      <p:sp>
        <p:nvSpPr>
          <p:cNvPr id="31" name="S02-num42"/>
          <p:cNvSpPr txBox="1"/>
          <p:nvPr/>
        </p:nvSpPr>
        <p:spPr>
          <a:xfrm>
            <a:off x="2526792" y="5061712"/>
            <a:ext cx="536448" cy="4795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</a:t>
            </a:r>
            <a:endParaRPr lang="ko-KR" sz="3200" dirty="0"/>
          </a:p>
        </p:txBody>
      </p:sp>
      <p:sp>
        <p:nvSpPr>
          <p:cNvPr id="32" name="S02-fracbar43"/>
          <p:cNvSpPr/>
          <p:nvPr/>
        </p:nvSpPr>
        <p:spPr>
          <a:xfrm>
            <a:off x="2563368" y="5577840"/>
            <a:ext cx="463296" cy="0"/>
          </a:xfrm>
          <a:prstGeom prst="line">
            <a:avLst/>
          </a:prstGeom>
          <a:noFill/>
          <a:ln w="25400">
            <a:solidFill>
              <a:srgbClr val="1F2937"/>
            </a:solidFill>
            <a:prstDash val="solid"/>
          </a:ln>
        </p:spPr>
      </p:sp>
      <p:sp>
        <p:nvSpPr>
          <p:cNvPr id="33" name="S02-num44"/>
          <p:cNvSpPr txBox="1"/>
          <p:nvPr/>
        </p:nvSpPr>
        <p:spPr>
          <a:xfrm>
            <a:off x="2526792" y="5614416"/>
            <a:ext cx="536448" cy="4795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</a:t>
            </a:r>
            <a:endParaRPr lang="ko-KR" sz="3200" dirty="0"/>
          </a:p>
        </p:txBody>
      </p:sp>
      <p:sp>
        <p:nvSpPr>
          <p:cNvPr id="34" name="S02-op45"/>
          <p:cNvSpPr txBox="1"/>
          <p:nvPr/>
        </p:nvSpPr>
        <p:spPr>
          <a:xfrm>
            <a:off x="3172968" y="5061712"/>
            <a:ext cx="426720" cy="10322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=</a:t>
            </a:r>
            <a:endParaRPr lang="ko-KR" sz="3200" dirty="0"/>
          </a:p>
        </p:txBody>
      </p:sp>
      <p:sp>
        <p:nvSpPr>
          <p:cNvPr id="35" name="S02-blank46"/>
          <p:cNvSpPr/>
          <p:nvPr/>
        </p:nvSpPr>
        <p:spPr>
          <a:xfrm>
            <a:off x="3800206" y="5124054"/>
            <a:ext cx="354868" cy="354868"/>
          </a:xfrm>
          <a:prstGeom prst="rect">
            <a:avLst/>
          </a:prstGeom>
          <a:solidFill>
            <a:srgbClr val="FFFFFF"/>
          </a:solidFill>
          <a:ln w="22225">
            <a:solidFill>
              <a:srgbClr val="1F2937"/>
            </a:solidFill>
            <a:prstDash val="solid"/>
          </a:ln>
        </p:spPr>
      </p:sp>
      <p:sp>
        <p:nvSpPr>
          <p:cNvPr id="36" name="S02-fracbar47"/>
          <p:cNvSpPr/>
          <p:nvPr/>
        </p:nvSpPr>
        <p:spPr>
          <a:xfrm>
            <a:off x="3745992" y="5577840"/>
            <a:ext cx="463296" cy="0"/>
          </a:xfrm>
          <a:prstGeom prst="line">
            <a:avLst/>
          </a:prstGeom>
          <a:noFill/>
          <a:ln w="25400">
            <a:solidFill>
              <a:srgbClr val="1F2937"/>
            </a:solidFill>
            <a:prstDash val="solid"/>
          </a:ln>
        </p:spPr>
      </p:sp>
      <p:sp>
        <p:nvSpPr>
          <p:cNvPr id="37" name="S02-num48"/>
          <p:cNvSpPr txBox="1"/>
          <p:nvPr/>
        </p:nvSpPr>
        <p:spPr>
          <a:xfrm>
            <a:off x="3709416" y="5614416"/>
            <a:ext cx="536448" cy="4795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6</a:t>
            </a:r>
            <a:endParaRPr lang="ko-KR" sz="3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그림으로 빼요</a:t>
            </a:r>
            <a:endParaRPr lang="ko-KR" sz="4000" dirty="0"/>
          </a:p>
        </p:txBody>
      </p:sp>
      <p:sp>
        <p:nvSpPr>
          <p:cNvPr id="3" name="S03-text49"/>
          <p:cNvSpPr txBox="1"/>
          <p:nvPr/>
        </p:nvSpPr>
        <p:spPr>
          <a:xfrm>
            <a:off x="548640" y="132588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3분의 2 = 12분의 8, 4분의 1 = 12분의 3이에요.</a:t>
            </a:r>
            <a:endParaRPr lang="ko-KR" sz="2800" dirty="0"/>
          </a:p>
        </p:txBody>
      </p:sp>
      <p:sp>
        <p:nvSpPr>
          <p:cNvPr id="4" name="S03-card50"/>
          <p:cNvSpPr/>
          <p:nvPr/>
        </p:nvSpPr>
        <p:spPr>
          <a:xfrm>
            <a:off x="548640" y="5037836"/>
            <a:ext cx="11091672" cy="1180084"/>
          </a:xfrm>
          <a:prstGeom prst="roundRect">
            <a:avLst>
              <a:gd name="adj" fmla="val 9298"/>
            </a:avLst>
          </a:prstGeom>
          <a:solidFill>
            <a:srgbClr val="FDEBDD"/>
          </a:solidFill>
          <a:ln w="12700">
            <a:solidFill>
              <a:srgbClr val="FDEBDD"/>
            </a:solidFill>
            <a:prstDash val="solid"/>
          </a:ln>
        </p:spPr>
      </p:sp>
      <p:sp>
        <p:nvSpPr>
          <p:cNvPr id="5" name="S03-cardtext51"/>
          <p:cNvSpPr txBox="1"/>
          <p:nvPr/>
        </p:nvSpPr>
        <p:spPr>
          <a:xfrm>
            <a:off x="822960" y="5174996"/>
            <a:ext cx="10543032" cy="9057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3분의 2 − 4분의 1 = 12분의 5</a:t>
            </a:r>
            <a:endParaRPr lang="ko-KR" sz="28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12분의 1이 8개 − 3개 = 5개</a:t>
            </a:r>
            <a:endParaRPr lang="ko-KR" sz="2800" dirty="0"/>
          </a:p>
        </p:txBody>
      </p:sp>
      <p:sp>
        <p:nvSpPr>
          <p:cNvPr id="6" name="S03-num52"/>
          <p:cNvSpPr txBox="1"/>
          <p:nvPr/>
        </p:nvSpPr>
        <p:spPr>
          <a:xfrm>
            <a:off x="739394" y="2072809"/>
            <a:ext cx="532892" cy="3746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5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8</a:t>
            </a:r>
            <a:endParaRPr lang="ko-KR" sz="2500" dirty="0"/>
          </a:p>
        </p:txBody>
      </p:sp>
      <p:sp>
        <p:nvSpPr>
          <p:cNvPr id="7" name="S03-fracbar53"/>
          <p:cNvSpPr/>
          <p:nvPr/>
        </p:nvSpPr>
        <p:spPr>
          <a:xfrm>
            <a:off x="775970" y="2484035"/>
            <a:ext cx="459740" cy="0"/>
          </a:xfrm>
          <a:prstGeom prst="line">
            <a:avLst/>
          </a:prstGeom>
          <a:noFill/>
          <a:ln w="19844">
            <a:solidFill>
              <a:srgbClr val="1F2937"/>
            </a:solidFill>
            <a:prstDash val="solid"/>
          </a:ln>
        </p:spPr>
      </p:sp>
      <p:sp>
        <p:nvSpPr>
          <p:cNvPr id="8" name="S03-num54"/>
          <p:cNvSpPr txBox="1"/>
          <p:nvPr/>
        </p:nvSpPr>
        <p:spPr>
          <a:xfrm>
            <a:off x="739394" y="2520611"/>
            <a:ext cx="532892" cy="3746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5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12</a:t>
            </a:r>
            <a:endParaRPr lang="ko-KR" sz="2500" dirty="0"/>
          </a:p>
        </p:txBody>
      </p:sp>
      <p:sp>
        <p:nvSpPr>
          <p:cNvPr id="9" name="S03-cell55"/>
          <p:cNvSpPr/>
          <p:nvPr/>
        </p:nvSpPr>
        <p:spPr>
          <a:xfrm>
            <a:off x="1600200" y="2148840"/>
            <a:ext cx="836676" cy="670391"/>
          </a:xfrm>
          <a:prstGeom prst="rect">
            <a:avLst/>
          </a:prstGeom>
          <a:solidFill>
            <a:srgbClr val="E9762B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10" name="S03-cell56"/>
          <p:cNvSpPr/>
          <p:nvPr/>
        </p:nvSpPr>
        <p:spPr>
          <a:xfrm>
            <a:off x="2436876" y="2148840"/>
            <a:ext cx="836676" cy="670391"/>
          </a:xfrm>
          <a:prstGeom prst="rect">
            <a:avLst/>
          </a:prstGeom>
          <a:solidFill>
            <a:srgbClr val="E9762B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11" name="S03-cell57"/>
          <p:cNvSpPr/>
          <p:nvPr/>
        </p:nvSpPr>
        <p:spPr>
          <a:xfrm>
            <a:off x="3273552" y="2148840"/>
            <a:ext cx="836676" cy="670391"/>
          </a:xfrm>
          <a:prstGeom prst="rect">
            <a:avLst/>
          </a:prstGeom>
          <a:solidFill>
            <a:srgbClr val="E9762B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12" name="S03-cell58"/>
          <p:cNvSpPr/>
          <p:nvPr/>
        </p:nvSpPr>
        <p:spPr>
          <a:xfrm>
            <a:off x="4110228" y="2148840"/>
            <a:ext cx="836676" cy="670391"/>
          </a:xfrm>
          <a:prstGeom prst="rect">
            <a:avLst/>
          </a:prstGeom>
          <a:solidFill>
            <a:srgbClr val="E9762B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13" name="S03-cell59"/>
          <p:cNvSpPr/>
          <p:nvPr/>
        </p:nvSpPr>
        <p:spPr>
          <a:xfrm>
            <a:off x="4946904" y="2148840"/>
            <a:ext cx="836676" cy="670391"/>
          </a:xfrm>
          <a:prstGeom prst="rect">
            <a:avLst/>
          </a:prstGeom>
          <a:solidFill>
            <a:srgbClr val="E9762B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14" name="S03-cell60"/>
          <p:cNvSpPr/>
          <p:nvPr/>
        </p:nvSpPr>
        <p:spPr>
          <a:xfrm>
            <a:off x="5783580" y="2148840"/>
            <a:ext cx="836676" cy="670391"/>
          </a:xfrm>
          <a:prstGeom prst="rect">
            <a:avLst/>
          </a:prstGeom>
          <a:solidFill>
            <a:srgbClr val="E9762B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15" name="S03-cell61"/>
          <p:cNvSpPr/>
          <p:nvPr/>
        </p:nvSpPr>
        <p:spPr>
          <a:xfrm>
            <a:off x="6620256" y="2148840"/>
            <a:ext cx="836676" cy="670391"/>
          </a:xfrm>
          <a:prstGeom prst="rect">
            <a:avLst/>
          </a:prstGeom>
          <a:solidFill>
            <a:srgbClr val="E9762B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16" name="S03-cell62"/>
          <p:cNvSpPr/>
          <p:nvPr/>
        </p:nvSpPr>
        <p:spPr>
          <a:xfrm>
            <a:off x="7456932" y="2148840"/>
            <a:ext cx="836676" cy="670391"/>
          </a:xfrm>
          <a:prstGeom prst="rect">
            <a:avLst/>
          </a:prstGeom>
          <a:solidFill>
            <a:srgbClr val="E9762B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17" name="S03-cell63"/>
          <p:cNvSpPr/>
          <p:nvPr/>
        </p:nvSpPr>
        <p:spPr>
          <a:xfrm>
            <a:off x="8293608" y="2148840"/>
            <a:ext cx="836676" cy="670391"/>
          </a:xfrm>
          <a:prstGeom prst="rect">
            <a:avLst/>
          </a:prstGeom>
          <a:solidFill>
            <a:srgbClr val="FFFFFF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18" name="S03-cell64"/>
          <p:cNvSpPr/>
          <p:nvPr/>
        </p:nvSpPr>
        <p:spPr>
          <a:xfrm>
            <a:off x="9130284" y="2148840"/>
            <a:ext cx="836676" cy="670391"/>
          </a:xfrm>
          <a:prstGeom prst="rect">
            <a:avLst/>
          </a:prstGeom>
          <a:solidFill>
            <a:srgbClr val="FFFFFF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19" name="S03-cell65"/>
          <p:cNvSpPr/>
          <p:nvPr/>
        </p:nvSpPr>
        <p:spPr>
          <a:xfrm>
            <a:off x="9966960" y="2148840"/>
            <a:ext cx="836676" cy="670391"/>
          </a:xfrm>
          <a:prstGeom prst="rect">
            <a:avLst/>
          </a:prstGeom>
          <a:solidFill>
            <a:srgbClr val="FFFFFF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20" name="S03-cell66"/>
          <p:cNvSpPr/>
          <p:nvPr/>
        </p:nvSpPr>
        <p:spPr>
          <a:xfrm>
            <a:off x="10803636" y="2148840"/>
            <a:ext cx="836676" cy="670391"/>
          </a:xfrm>
          <a:prstGeom prst="rect">
            <a:avLst/>
          </a:prstGeom>
          <a:solidFill>
            <a:srgbClr val="FFFFFF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21" name="S03-figure67" descr="똑같이 12칸으로 나눈 띠, 8칸 색칠"/>
          <p:cNvSpPr/>
          <p:nvPr/>
        </p:nvSpPr>
        <p:spPr>
          <a:xfrm>
            <a:off x="1600200" y="2148840"/>
            <a:ext cx="10040112" cy="670391"/>
          </a:xfrm>
          <a:prstGeom prst="rect">
            <a:avLst/>
          </a:prstGeom>
          <a:solidFill>
            <a:srgbClr val="FFFFFF">
              <a:alpha val="0"/>
            </a:srgbClr>
          </a:solidFill>
          <a:ln w="28575">
            <a:solidFill>
              <a:srgbClr val="1F2937"/>
            </a:solidFill>
            <a:prstDash val="solid"/>
          </a:ln>
        </p:spPr>
      </p:sp>
      <p:sp>
        <p:nvSpPr>
          <p:cNvPr id="22" name="S03-num68"/>
          <p:cNvSpPr txBox="1"/>
          <p:nvPr/>
        </p:nvSpPr>
        <p:spPr>
          <a:xfrm>
            <a:off x="739394" y="2999232"/>
            <a:ext cx="532892" cy="3746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5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</a:t>
            </a:r>
            <a:endParaRPr lang="ko-KR" sz="2500" dirty="0"/>
          </a:p>
        </p:txBody>
      </p:sp>
      <p:sp>
        <p:nvSpPr>
          <p:cNvPr id="23" name="S03-fracbar69"/>
          <p:cNvSpPr/>
          <p:nvPr/>
        </p:nvSpPr>
        <p:spPr>
          <a:xfrm>
            <a:off x="775970" y="3410458"/>
            <a:ext cx="459740" cy="0"/>
          </a:xfrm>
          <a:prstGeom prst="line">
            <a:avLst/>
          </a:prstGeom>
          <a:noFill/>
          <a:ln w="19844">
            <a:solidFill>
              <a:srgbClr val="1F2937"/>
            </a:solidFill>
            <a:prstDash val="solid"/>
          </a:ln>
        </p:spPr>
      </p:sp>
      <p:sp>
        <p:nvSpPr>
          <p:cNvPr id="24" name="S03-num70"/>
          <p:cNvSpPr txBox="1"/>
          <p:nvPr/>
        </p:nvSpPr>
        <p:spPr>
          <a:xfrm>
            <a:off x="739394" y="3447034"/>
            <a:ext cx="532892" cy="3746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5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12</a:t>
            </a:r>
            <a:endParaRPr lang="ko-KR" sz="2500" dirty="0"/>
          </a:p>
        </p:txBody>
      </p:sp>
      <p:sp>
        <p:nvSpPr>
          <p:cNvPr id="25" name="S03-cell71"/>
          <p:cNvSpPr/>
          <p:nvPr/>
        </p:nvSpPr>
        <p:spPr>
          <a:xfrm>
            <a:off x="1600200" y="3075263"/>
            <a:ext cx="836676" cy="670391"/>
          </a:xfrm>
          <a:prstGeom prst="rect">
            <a:avLst/>
          </a:prstGeom>
          <a:solidFill>
            <a:srgbClr val="FFFFFF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26" name="S03-cell72"/>
          <p:cNvSpPr/>
          <p:nvPr/>
        </p:nvSpPr>
        <p:spPr>
          <a:xfrm>
            <a:off x="2436876" y="3075263"/>
            <a:ext cx="836676" cy="670391"/>
          </a:xfrm>
          <a:prstGeom prst="rect">
            <a:avLst/>
          </a:prstGeom>
          <a:solidFill>
            <a:srgbClr val="FFFFFF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27" name="S03-cell73"/>
          <p:cNvSpPr/>
          <p:nvPr/>
        </p:nvSpPr>
        <p:spPr>
          <a:xfrm>
            <a:off x="3273552" y="3075263"/>
            <a:ext cx="836676" cy="670391"/>
          </a:xfrm>
          <a:prstGeom prst="rect">
            <a:avLst/>
          </a:prstGeom>
          <a:solidFill>
            <a:srgbClr val="FFFFFF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28" name="S03-cell74"/>
          <p:cNvSpPr/>
          <p:nvPr/>
        </p:nvSpPr>
        <p:spPr>
          <a:xfrm>
            <a:off x="4110228" y="3075263"/>
            <a:ext cx="836676" cy="670391"/>
          </a:xfrm>
          <a:prstGeom prst="rect">
            <a:avLst/>
          </a:prstGeom>
          <a:solidFill>
            <a:srgbClr val="FFFFFF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29" name="S03-cell75"/>
          <p:cNvSpPr/>
          <p:nvPr/>
        </p:nvSpPr>
        <p:spPr>
          <a:xfrm>
            <a:off x="4946904" y="3075263"/>
            <a:ext cx="836676" cy="670391"/>
          </a:xfrm>
          <a:prstGeom prst="rect">
            <a:avLst/>
          </a:prstGeom>
          <a:solidFill>
            <a:srgbClr val="FFFFFF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30" name="S03-cell76"/>
          <p:cNvSpPr/>
          <p:nvPr/>
        </p:nvSpPr>
        <p:spPr>
          <a:xfrm>
            <a:off x="5783580" y="3075263"/>
            <a:ext cx="836676" cy="670391"/>
          </a:xfrm>
          <a:prstGeom prst="rect">
            <a:avLst/>
          </a:prstGeom>
          <a:solidFill>
            <a:srgbClr val="E9762B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31" name="S03-cell77"/>
          <p:cNvSpPr/>
          <p:nvPr/>
        </p:nvSpPr>
        <p:spPr>
          <a:xfrm>
            <a:off x="6620256" y="3075263"/>
            <a:ext cx="836676" cy="670391"/>
          </a:xfrm>
          <a:prstGeom prst="rect">
            <a:avLst/>
          </a:prstGeom>
          <a:solidFill>
            <a:srgbClr val="E9762B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32" name="S03-cell78"/>
          <p:cNvSpPr/>
          <p:nvPr/>
        </p:nvSpPr>
        <p:spPr>
          <a:xfrm>
            <a:off x="7456932" y="3075263"/>
            <a:ext cx="836676" cy="670391"/>
          </a:xfrm>
          <a:prstGeom prst="rect">
            <a:avLst/>
          </a:prstGeom>
          <a:solidFill>
            <a:srgbClr val="E9762B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33" name="S03-cell79"/>
          <p:cNvSpPr/>
          <p:nvPr/>
        </p:nvSpPr>
        <p:spPr>
          <a:xfrm>
            <a:off x="8293608" y="3075263"/>
            <a:ext cx="836676" cy="670391"/>
          </a:xfrm>
          <a:prstGeom prst="rect">
            <a:avLst/>
          </a:prstGeom>
          <a:solidFill>
            <a:srgbClr val="FFFFFF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34" name="S03-cell80"/>
          <p:cNvSpPr/>
          <p:nvPr/>
        </p:nvSpPr>
        <p:spPr>
          <a:xfrm>
            <a:off x="9130284" y="3075263"/>
            <a:ext cx="836676" cy="670391"/>
          </a:xfrm>
          <a:prstGeom prst="rect">
            <a:avLst/>
          </a:prstGeom>
          <a:solidFill>
            <a:srgbClr val="FFFFFF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35" name="S03-cell81"/>
          <p:cNvSpPr/>
          <p:nvPr/>
        </p:nvSpPr>
        <p:spPr>
          <a:xfrm>
            <a:off x="9966960" y="3075263"/>
            <a:ext cx="836676" cy="670391"/>
          </a:xfrm>
          <a:prstGeom prst="rect">
            <a:avLst/>
          </a:prstGeom>
          <a:solidFill>
            <a:srgbClr val="FFFFFF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36" name="S03-cell82"/>
          <p:cNvSpPr/>
          <p:nvPr/>
        </p:nvSpPr>
        <p:spPr>
          <a:xfrm>
            <a:off x="10803636" y="3075263"/>
            <a:ext cx="836676" cy="670391"/>
          </a:xfrm>
          <a:prstGeom prst="rect">
            <a:avLst/>
          </a:prstGeom>
          <a:solidFill>
            <a:srgbClr val="FFFFFF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37" name="S03-figure83" descr="똑같이 12칸으로 나눈 띠, 3칸 색칠"/>
          <p:cNvSpPr/>
          <p:nvPr/>
        </p:nvSpPr>
        <p:spPr>
          <a:xfrm>
            <a:off x="1600200" y="3075263"/>
            <a:ext cx="10040112" cy="670391"/>
          </a:xfrm>
          <a:prstGeom prst="rect">
            <a:avLst/>
          </a:prstGeom>
          <a:solidFill>
            <a:srgbClr val="FFFFFF">
              <a:alpha val="0"/>
            </a:srgbClr>
          </a:solidFill>
          <a:ln w="28575">
            <a:solidFill>
              <a:srgbClr val="1F2937"/>
            </a:solidFill>
            <a:prstDash val="solid"/>
          </a:ln>
        </p:spPr>
      </p:sp>
      <p:sp>
        <p:nvSpPr>
          <p:cNvPr id="38" name="S03-num84"/>
          <p:cNvSpPr txBox="1"/>
          <p:nvPr/>
        </p:nvSpPr>
        <p:spPr>
          <a:xfrm>
            <a:off x="739394" y="3925655"/>
            <a:ext cx="532892" cy="3746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5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5</a:t>
            </a:r>
            <a:endParaRPr lang="ko-KR" sz="2500" dirty="0"/>
          </a:p>
        </p:txBody>
      </p:sp>
      <p:sp>
        <p:nvSpPr>
          <p:cNvPr id="39" name="S03-fracbar85"/>
          <p:cNvSpPr/>
          <p:nvPr/>
        </p:nvSpPr>
        <p:spPr>
          <a:xfrm>
            <a:off x="775970" y="4336881"/>
            <a:ext cx="459740" cy="0"/>
          </a:xfrm>
          <a:prstGeom prst="line">
            <a:avLst/>
          </a:prstGeom>
          <a:noFill/>
          <a:ln w="19844">
            <a:solidFill>
              <a:srgbClr val="1F2937"/>
            </a:solidFill>
            <a:prstDash val="solid"/>
          </a:ln>
        </p:spPr>
      </p:sp>
      <p:sp>
        <p:nvSpPr>
          <p:cNvPr id="40" name="S03-num86"/>
          <p:cNvSpPr txBox="1"/>
          <p:nvPr/>
        </p:nvSpPr>
        <p:spPr>
          <a:xfrm>
            <a:off x="739394" y="4373457"/>
            <a:ext cx="532892" cy="3746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5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12</a:t>
            </a:r>
            <a:endParaRPr lang="ko-KR" sz="2500" dirty="0"/>
          </a:p>
        </p:txBody>
      </p:sp>
      <p:sp>
        <p:nvSpPr>
          <p:cNvPr id="41" name="S03-cell87"/>
          <p:cNvSpPr/>
          <p:nvPr/>
        </p:nvSpPr>
        <p:spPr>
          <a:xfrm>
            <a:off x="1600200" y="4001685"/>
            <a:ext cx="836676" cy="670391"/>
          </a:xfrm>
          <a:prstGeom prst="rect">
            <a:avLst/>
          </a:prstGeom>
          <a:solidFill>
            <a:srgbClr val="E9762B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42" name="S03-cell88"/>
          <p:cNvSpPr/>
          <p:nvPr/>
        </p:nvSpPr>
        <p:spPr>
          <a:xfrm>
            <a:off x="2436876" y="4001685"/>
            <a:ext cx="836676" cy="670391"/>
          </a:xfrm>
          <a:prstGeom prst="rect">
            <a:avLst/>
          </a:prstGeom>
          <a:solidFill>
            <a:srgbClr val="E9762B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43" name="S03-cell89"/>
          <p:cNvSpPr/>
          <p:nvPr/>
        </p:nvSpPr>
        <p:spPr>
          <a:xfrm>
            <a:off x="3273552" y="4001685"/>
            <a:ext cx="836676" cy="670391"/>
          </a:xfrm>
          <a:prstGeom prst="rect">
            <a:avLst/>
          </a:prstGeom>
          <a:solidFill>
            <a:srgbClr val="E9762B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44" name="S03-cell90"/>
          <p:cNvSpPr/>
          <p:nvPr/>
        </p:nvSpPr>
        <p:spPr>
          <a:xfrm>
            <a:off x="4110228" y="4001685"/>
            <a:ext cx="836676" cy="670391"/>
          </a:xfrm>
          <a:prstGeom prst="rect">
            <a:avLst/>
          </a:prstGeom>
          <a:solidFill>
            <a:srgbClr val="E9762B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45" name="S03-cell91"/>
          <p:cNvSpPr/>
          <p:nvPr/>
        </p:nvSpPr>
        <p:spPr>
          <a:xfrm>
            <a:off x="4946904" y="4001685"/>
            <a:ext cx="836676" cy="670391"/>
          </a:xfrm>
          <a:prstGeom prst="rect">
            <a:avLst/>
          </a:prstGeom>
          <a:solidFill>
            <a:srgbClr val="E9762B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46" name="S03-cell92"/>
          <p:cNvSpPr/>
          <p:nvPr/>
        </p:nvSpPr>
        <p:spPr>
          <a:xfrm>
            <a:off x="5783580" y="4001685"/>
            <a:ext cx="836676" cy="670391"/>
          </a:xfrm>
          <a:prstGeom prst="rect">
            <a:avLst/>
          </a:prstGeom>
          <a:solidFill>
            <a:srgbClr val="FFFFFF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47" name="S03-cell93"/>
          <p:cNvSpPr/>
          <p:nvPr/>
        </p:nvSpPr>
        <p:spPr>
          <a:xfrm>
            <a:off x="6620256" y="4001685"/>
            <a:ext cx="836676" cy="670391"/>
          </a:xfrm>
          <a:prstGeom prst="rect">
            <a:avLst/>
          </a:prstGeom>
          <a:solidFill>
            <a:srgbClr val="FFFFFF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48" name="S03-cell94"/>
          <p:cNvSpPr/>
          <p:nvPr/>
        </p:nvSpPr>
        <p:spPr>
          <a:xfrm>
            <a:off x="7456932" y="4001685"/>
            <a:ext cx="836676" cy="670391"/>
          </a:xfrm>
          <a:prstGeom prst="rect">
            <a:avLst/>
          </a:prstGeom>
          <a:solidFill>
            <a:srgbClr val="FFFFFF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49" name="S03-cell95"/>
          <p:cNvSpPr/>
          <p:nvPr/>
        </p:nvSpPr>
        <p:spPr>
          <a:xfrm>
            <a:off x="8293608" y="4001685"/>
            <a:ext cx="836676" cy="670391"/>
          </a:xfrm>
          <a:prstGeom prst="rect">
            <a:avLst/>
          </a:prstGeom>
          <a:solidFill>
            <a:srgbClr val="FFFFFF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50" name="S03-cell96"/>
          <p:cNvSpPr/>
          <p:nvPr/>
        </p:nvSpPr>
        <p:spPr>
          <a:xfrm>
            <a:off x="9130284" y="4001685"/>
            <a:ext cx="836676" cy="670391"/>
          </a:xfrm>
          <a:prstGeom prst="rect">
            <a:avLst/>
          </a:prstGeom>
          <a:solidFill>
            <a:srgbClr val="FFFFFF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51" name="S03-cell97"/>
          <p:cNvSpPr/>
          <p:nvPr/>
        </p:nvSpPr>
        <p:spPr>
          <a:xfrm>
            <a:off x="9966960" y="4001685"/>
            <a:ext cx="836676" cy="670391"/>
          </a:xfrm>
          <a:prstGeom prst="rect">
            <a:avLst/>
          </a:prstGeom>
          <a:solidFill>
            <a:srgbClr val="FFFFFF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52" name="S03-cell98"/>
          <p:cNvSpPr/>
          <p:nvPr/>
        </p:nvSpPr>
        <p:spPr>
          <a:xfrm>
            <a:off x="10803636" y="4001685"/>
            <a:ext cx="836676" cy="670391"/>
          </a:xfrm>
          <a:prstGeom prst="rect">
            <a:avLst/>
          </a:prstGeom>
          <a:solidFill>
            <a:srgbClr val="FFFFFF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53" name="S03-figure99" descr="똑같이 12칸으로 나눈 띠, 5칸 색칠"/>
          <p:cNvSpPr/>
          <p:nvPr/>
        </p:nvSpPr>
        <p:spPr>
          <a:xfrm>
            <a:off x="1600200" y="4001685"/>
            <a:ext cx="10040112" cy="670391"/>
          </a:xfrm>
          <a:prstGeom prst="rect">
            <a:avLst/>
          </a:prstGeom>
          <a:solidFill>
            <a:srgbClr val="FFFFFF">
              <a:alpha val="0"/>
            </a:srgbClr>
          </a:solidFill>
          <a:ln w="28575">
            <a:solidFill>
              <a:srgbClr val="1F2937"/>
            </a:solidFill>
            <a:prstDash val="solid"/>
          </a:ln>
        </p:spPr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두 가지 방법으로 빼요</a:t>
            </a:r>
            <a:endParaRPr lang="ko-KR" sz="4000" dirty="0"/>
          </a:p>
        </p:txBody>
      </p:sp>
      <p:sp>
        <p:nvSpPr>
          <p:cNvPr id="3" name="S04-card100"/>
          <p:cNvSpPr/>
          <p:nvPr/>
        </p:nvSpPr>
        <p:spPr>
          <a:xfrm>
            <a:off x="548640" y="132588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4" name="S04-cardtext101"/>
          <p:cNvSpPr txBox="1"/>
          <p:nvPr/>
        </p:nvSpPr>
        <p:spPr>
          <a:xfrm>
            <a:off x="822960" y="146304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6분의 5 − 4분의 1을 계산했어요.</a:t>
            </a:r>
            <a:endParaRPr lang="ko-KR" sz="2800" dirty="0"/>
          </a:p>
        </p:txBody>
      </p:sp>
      <p:sp>
        <p:nvSpPr>
          <p:cNvPr id="5" name="S04-card102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FDEBDD"/>
          </a:solidFill>
          <a:ln w="12700">
            <a:solidFill>
              <a:srgbClr val="FDEBDD"/>
            </a:solidFill>
            <a:prstDash val="solid"/>
          </a:ln>
        </p:spPr>
      </p:sp>
      <p:sp>
        <p:nvSpPr>
          <p:cNvPr id="6" name="S04-cardtext103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두 답의 크기가 같나요? 어느 방법이 편할까요?</a:t>
            </a:r>
            <a:endParaRPr lang="ko-KR" sz="2800" dirty="0"/>
          </a:p>
        </p:txBody>
      </p:sp>
      <p:sp>
        <p:nvSpPr>
          <p:cNvPr id="7" name="S04-chip104"/>
          <p:cNvSpPr txBox="1"/>
          <p:nvPr/>
        </p:nvSpPr>
        <p:spPr>
          <a:xfrm>
            <a:off x="548640" y="2423160"/>
            <a:ext cx="5362956" cy="566928"/>
          </a:xfrm>
          <a:prstGeom prst="roundRect">
            <a:avLst>
              <a:gd name="adj" fmla="val 25806"/>
            </a:avLst>
          </a:prstGeom>
          <a:solidFill>
            <a:srgbClr val="E6ECF4"/>
          </a:solidFill>
          <a:ln>
            <a:solidFill>
              <a:srgbClr val="E6ECF4"/>
            </a:solidFill>
          </a:ln>
        </p:spPr>
        <p:txBody>
          <a:bodyPr wrap="square" lIns="177800" tIns="0" rIns="177800" bIns="0" rtlCol="0" anchor="ctr"/>
          <a:lstStyle/>
          <a:p>
            <a:pPr eaLnBrk="0" algn="l" indent="0" marL="0">
              <a:buNone/>
            </a:pPr>
            <a:r>
              <a:rPr lang="ko-KR" altLang="en-US" sz="2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분모의 곱 24로</a:t>
            </a:r>
            <a:endParaRPr lang="ko-KR" sz="2200" dirty="0"/>
          </a:p>
        </p:txBody>
      </p:sp>
      <p:sp>
        <p:nvSpPr>
          <p:cNvPr id="8" name="S04-num105"/>
          <p:cNvSpPr txBox="1"/>
          <p:nvPr/>
        </p:nvSpPr>
        <p:spPr>
          <a:xfrm>
            <a:off x="1629918" y="3405378"/>
            <a:ext cx="636016" cy="4795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20</a:t>
            </a:r>
            <a:endParaRPr lang="ko-KR" sz="3200" dirty="0"/>
          </a:p>
        </p:txBody>
      </p:sp>
      <p:sp>
        <p:nvSpPr>
          <p:cNvPr id="9" name="S04-fracbar106"/>
          <p:cNvSpPr/>
          <p:nvPr/>
        </p:nvSpPr>
        <p:spPr>
          <a:xfrm>
            <a:off x="1666494" y="3921506"/>
            <a:ext cx="562864" cy="0"/>
          </a:xfrm>
          <a:prstGeom prst="line">
            <a:avLst/>
          </a:prstGeom>
          <a:noFill/>
          <a:ln w="25400">
            <a:solidFill>
              <a:srgbClr val="1F2937"/>
            </a:solidFill>
            <a:prstDash val="solid"/>
          </a:ln>
        </p:spPr>
      </p:sp>
      <p:sp>
        <p:nvSpPr>
          <p:cNvPr id="10" name="S04-num107"/>
          <p:cNvSpPr txBox="1"/>
          <p:nvPr/>
        </p:nvSpPr>
        <p:spPr>
          <a:xfrm>
            <a:off x="1629918" y="3958082"/>
            <a:ext cx="636016" cy="4795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24</a:t>
            </a:r>
            <a:endParaRPr lang="ko-KR" sz="3200" dirty="0"/>
          </a:p>
        </p:txBody>
      </p:sp>
      <p:sp>
        <p:nvSpPr>
          <p:cNvPr id="11" name="S04-op108"/>
          <p:cNvSpPr txBox="1"/>
          <p:nvPr/>
        </p:nvSpPr>
        <p:spPr>
          <a:xfrm>
            <a:off x="2375662" y="3405378"/>
            <a:ext cx="426720" cy="10322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−</a:t>
            </a:r>
            <a:endParaRPr lang="ko-KR" sz="3200" dirty="0"/>
          </a:p>
        </p:txBody>
      </p:sp>
      <p:sp>
        <p:nvSpPr>
          <p:cNvPr id="12" name="S04-num109"/>
          <p:cNvSpPr txBox="1"/>
          <p:nvPr/>
        </p:nvSpPr>
        <p:spPr>
          <a:xfrm>
            <a:off x="2912110" y="3405378"/>
            <a:ext cx="636016" cy="4795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6</a:t>
            </a:r>
            <a:endParaRPr lang="ko-KR" sz="3200" dirty="0"/>
          </a:p>
        </p:txBody>
      </p:sp>
      <p:sp>
        <p:nvSpPr>
          <p:cNvPr id="13" name="S04-fracbar110"/>
          <p:cNvSpPr/>
          <p:nvPr/>
        </p:nvSpPr>
        <p:spPr>
          <a:xfrm>
            <a:off x="2948686" y="3921506"/>
            <a:ext cx="562864" cy="0"/>
          </a:xfrm>
          <a:prstGeom prst="line">
            <a:avLst/>
          </a:prstGeom>
          <a:noFill/>
          <a:ln w="25400">
            <a:solidFill>
              <a:srgbClr val="1F2937"/>
            </a:solidFill>
            <a:prstDash val="solid"/>
          </a:ln>
        </p:spPr>
      </p:sp>
      <p:sp>
        <p:nvSpPr>
          <p:cNvPr id="14" name="S04-num111"/>
          <p:cNvSpPr txBox="1"/>
          <p:nvPr/>
        </p:nvSpPr>
        <p:spPr>
          <a:xfrm>
            <a:off x="2912110" y="3958082"/>
            <a:ext cx="636016" cy="4795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24</a:t>
            </a:r>
            <a:endParaRPr lang="ko-KR" sz="3200" dirty="0"/>
          </a:p>
        </p:txBody>
      </p:sp>
      <p:sp>
        <p:nvSpPr>
          <p:cNvPr id="15" name="S04-op112"/>
          <p:cNvSpPr txBox="1"/>
          <p:nvPr/>
        </p:nvSpPr>
        <p:spPr>
          <a:xfrm>
            <a:off x="3657854" y="3405378"/>
            <a:ext cx="426720" cy="10322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=</a:t>
            </a:r>
            <a:endParaRPr lang="ko-KR" sz="3200" dirty="0"/>
          </a:p>
        </p:txBody>
      </p:sp>
      <p:sp>
        <p:nvSpPr>
          <p:cNvPr id="16" name="S04-num113"/>
          <p:cNvSpPr txBox="1"/>
          <p:nvPr/>
        </p:nvSpPr>
        <p:spPr>
          <a:xfrm>
            <a:off x="4194302" y="3405378"/>
            <a:ext cx="636016" cy="4795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14</a:t>
            </a:r>
            <a:endParaRPr lang="ko-KR" sz="3200" dirty="0"/>
          </a:p>
        </p:txBody>
      </p:sp>
      <p:sp>
        <p:nvSpPr>
          <p:cNvPr id="17" name="S04-fracbar114"/>
          <p:cNvSpPr/>
          <p:nvPr/>
        </p:nvSpPr>
        <p:spPr>
          <a:xfrm>
            <a:off x="4230878" y="3921506"/>
            <a:ext cx="562864" cy="0"/>
          </a:xfrm>
          <a:prstGeom prst="line">
            <a:avLst/>
          </a:prstGeom>
          <a:noFill/>
          <a:ln w="25400">
            <a:solidFill>
              <a:srgbClr val="1F2937"/>
            </a:solidFill>
            <a:prstDash val="solid"/>
          </a:ln>
        </p:spPr>
      </p:sp>
      <p:sp>
        <p:nvSpPr>
          <p:cNvPr id="18" name="S04-num115"/>
          <p:cNvSpPr txBox="1"/>
          <p:nvPr/>
        </p:nvSpPr>
        <p:spPr>
          <a:xfrm>
            <a:off x="4194302" y="3958082"/>
            <a:ext cx="636016" cy="4795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24</a:t>
            </a:r>
            <a:endParaRPr lang="ko-KR" sz="3200" dirty="0"/>
          </a:p>
        </p:txBody>
      </p:sp>
      <p:sp>
        <p:nvSpPr>
          <p:cNvPr id="19" name="S04-text116"/>
          <p:cNvSpPr txBox="1"/>
          <p:nvPr/>
        </p:nvSpPr>
        <p:spPr>
          <a:xfrm>
            <a:off x="548640" y="4688332"/>
            <a:ext cx="5362956" cy="4323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2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24분의 14를 약분하면 12분의 7</a:t>
            </a:r>
            <a:endParaRPr lang="ko-KR" sz="2200" dirty="0"/>
          </a:p>
        </p:txBody>
      </p:sp>
      <p:sp>
        <p:nvSpPr>
          <p:cNvPr id="20" name="S04-chip117"/>
          <p:cNvSpPr txBox="1"/>
          <p:nvPr/>
        </p:nvSpPr>
        <p:spPr>
          <a:xfrm>
            <a:off x="6277356" y="2423160"/>
            <a:ext cx="5362956" cy="566928"/>
          </a:xfrm>
          <a:prstGeom prst="roundRect">
            <a:avLst>
              <a:gd name="adj" fmla="val 25806"/>
            </a:avLst>
          </a:prstGeom>
          <a:solidFill>
            <a:srgbClr val="E6ECF4"/>
          </a:solidFill>
          <a:ln>
            <a:solidFill>
              <a:srgbClr val="E6ECF4"/>
            </a:solidFill>
          </a:ln>
        </p:spPr>
        <p:txBody>
          <a:bodyPr wrap="square" lIns="177800" tIns="0" rIns="177800" bIns="0" rtlCol="0" anchor="ctr"/>
          <a:lstStyle/>
          <a:p>
            <a:pPr eaLnBrk="0" algn="l" indent="0" marL="0">
              <a:buNone/>
            </a:pPr>
            <a:r>
              <a:rPr lang="ko-KR" altLang="en-US" sz="2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최소공배수 12로</a:t>
            </a:r>
            <a:endParaRPr lang="ko-KR" sz="2200" dirty="0"/>
          </a:p>
        </p:txBody>
      </p:sp>
      <p:sp>
        <p:nvSpPr>
          <p:cNvPr id="21" name="S04-num118"/>
          <p:cNvSpPr txBox="1"/>
          <p:nvPr/>
        </p:nvSpPr>
        <p:spPr>
          <a:xfrm>
            <a:off x="7358634" y="3405378"/>
            <a:ext cx="636016" cy="4795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10</a:t>
            </a:r>
            <a:endParaRPr lang="ko-KR" sz="3200" dirty="0"/>
          </a:p>
        </p:txBody>
      </p:sp>
      <p:sp>
        <p:nvSpPr>
          <p:cNvPr id="22" name="S04-fracbar119"/>
          <p:cNvSpPr/>
          <p:nvPr/>
        </p:nvSpPr>
        <p:spPr>
          <a:xfrm>
            <a:off x="7395210" y="3921506"/>
            <a:ext cx="562864" cy="0"/>
          </a:xfrm>
          <a:prstGeom prst="line">
            <a:avLst/>
          </a:prstGeom>
          <a:noFill/>
          <a:ln w="25400">
            <a:solidFill>
              <a:srgbClr val="1F2937"/>
            </a:solidFill>
            <a:prstDash val="solid"/>
          </a:ln>
        </p:spPr>
      </p:sp>
      <p:sp>
        <p:nvSpPr>
          <p:cNvPr id="23" name="S04-num120"/>
          <p:cNvSpPr txBox="1"/>
          <p:nvPr/>
        </p:nvSpPr>
        <p:spPr>
          <a:xfrm>
            <a:off x="7358634" y="3958082"/>
            <a:ext cx="636016" cy="4795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12</a:t>
            </a:r>
            <a:endParaRPr lang="ko-KR" sz="3200" dirty="0"/>
          </a:p>
        </p:txBody>
      </p:sp>
      <p:sp>
        <p:nvSpPr>
          <p:cNvPr id="24" name="S04-op121"/>
          <p:cNvSpPr txBox="1"/>
          <p:nvPr/>
        </p:nvSpPr>
        <p:spPr>
          <a:xfrm>
            <a:off x="8104378" y="3405378"/>
            <a:ext cx="426720" cy="10322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−</a:t>
            </a:r>
            <a:endParaRPr lang="ko-KR" sz="3200" dirty="0"/>
          </a:p>
        </p:txBody>
      </p:sp>
      <p:sp>
        <p:nvSpPr>
          <p:cNvPr id="25" name="S04-num122"/>
          <p:cNvSpPr txBox="1"/>
          <p:nvPr/>
        </p:nvSpPr>
        <p:spPr>
          <a:xfrm>
            <a:off x="8640826" y="3405378"/>
            <a:ext cx="636016" cy="4795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</a:t>
            </a:r>
            <a:endParaRPr lang="ko-KR" sz="3200" dirty="0"/>
          </a:p>
        </p:txBody>
      </p:sp>
      <p:sp>
        <p:nvSpPr>
          <p:cNvPr id="26" name="S04-fracbar123"/>
          <p:cNvSpPr/>
          <p:nvPr/>
        </p:nvSpPr>
        <p:spPr>
          <a:xfrm>
            <a:off x="8677402" y="3921506"/>
            <a:ext cx="562864" cy="0"/>
          </a:xfrm>
          <a:prstGeom prst="line">
            <a:avLst/>
          </a:prstGeom>
          <a:noFill/>
          <a:ln w="25400">
            <a:solidFill>
              <a:srgbClr val="1F2937"/>
            </a:solidFill>
            <a:prstDash val="solid"/>
          </a:ln>
        </p:spPr>
      </p:sp>
      <p:sp>
        <p:nvSpPr>
          <p:cNvPr id="27" name="S04-num124"/>
          <p:cNvSpPr txBox="1"/>
          <p:nvPr/>
        </p:nvSpPr>
        <p:spPr>
          <a:xfrm>
            <a:off x="8640826" y="3958082"/>
            <a:ext cx="636016" cy="4795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12</a:t>
            </a:r>
            <a:endParaRPr lang="ko-KR" sz="3200" dirty="0"/>
          </a:p>
        </p:txBody>
      </p:sp>
      <p:sp>
        <p:nvSpPr>
          <p:cNvPr id="28" name="S04-op125"/>
          <p:cNvSpPr txBox="1"/>
          <p:nvPr/>
        </p:nvSpPr>
        <p:spPr>
          <a:xfrm>
            <a:off x="9386570" y="3405378"/>
            <a:ext cx="426720" cy="10322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=</a:t>
            </a:r>
            <a:endParaRPr lang="ko-KR" sz="3200" dirty="0"/>
          </a:p>
        </p:txBody>
      </p:sp>
      <p:sp>
        <p:nvSpPr>
          <p:cNvPr id="29" name="S04-num126"/>
          <p:cNvSpPr txBox="1"/>
          <p:nvPr/>
        </p:nvSpPr>
        <p:spPr>
          <a:xfrm>
            <a:off x="9923018" y="3405378"/>
            <a:ext cx="636016" cy="4795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7</a:t>
            </a:r>
            <a:endParaRPr lang="ko-KR" sz="3200" dirty="0"/>
          </a:p>
        </p:txBody>
      </p:sp>
      <p:sp>
        <p:nvSpPr>
          <p:cNvPr id="30" name="S04-fracbar127"/>
          <p:cNvSpPr/>
          <p:nvPr/>
        </p:nvSpPr>
        <p:spPr>
          <a:xfrm>
            <a:off x="9959594" y="3921506"/>
            <a:ext cx="562864" cy="0"/>
          </a:xfrm>
          <a:prstGeom prst="line">
            <a:avLst/>
          </a:prstGeom>
          <a:noFill/>
          <a:ln w="25400">
            <a:solidFill>
              <a:srgbClr val="1F2937"/>
            </a:solidFill>
            <a:prstDash val="solid"/>
          </a:ln>
        </p:spPr>
      </p:sp>
      <p:sp>
        <p:nvSpPr>
          <p:cNvPr id="31" name="S04-num128"/>
          <p:cNvSpPr txBox="1"/>
          <p:nvPr/>
        </p:nvSpPr>
        <p:spPr>
          <a:xfrm>
            <a:off x="9923018" y="3958082"/>
            <a:ext cx="636016" cy="4795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12</a:t>
            </a:r>
            <a:endParaRPr lang="ko-KR" sz="3200" dirty="0"/>
          </a:p>
        </p:txBody>
      </p:sp>
      <p:sp>
        <p:nvSpPr>
          <p:cNvPr id="32" name="S04-text129"/>
          <p:cNvSpPr txBox="1"/>
          <p:nvPr/>
        </p:nvSpPr>
        <p:spPr>
          <a:xfrm>
            <a:off x="6277356" y="4688332"/>
            <a:ext cx="5362956" cy="4323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2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바로 기약분수예요.</a:t>
            </a:r>
            <a:endParaRPr lang="ko-KR" sz="2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통분해서 빼요</a:t>
            </a:r>
            <a:endParaRPr lang="ko-KR" sz="4000" dirty="0"/>
          </a:p>
        </p:txBody>
      </p:sp>
      <p:sp>
        <p:nvSpPr>
          <p:cNvPr id="3" name="S05-text130"/>
          <p:cNvSpPr txBox="1"/>
          <p:nvPr/>
        </p:nvSpPr>
        <p:spPr>
          <a:xfrm>
            <a:off x="548640" y="132588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□를 채워요. 답은 기약분수로 나타내요.</a:t>
            </a:r>
            <a:endParaRPr lang="ko-KR" sz="2800" dirty="0"/>
          </a:p>
        </p:txBody>
      </p:sp>
      <p:sp>
        <p:nvSpPr>
          <p:cNvPr id="4" name="S05-card131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E6ECF4"/>
          </a:solidFill>
          <a:ln w="12700">
            <a:solidFill>
              <a:srgbClr val="E6ECF4"/>
            </a:solidFill>
            <a:prstDash val="solid"/>
          </a:ln>
        </p:spPr>
      </p:sp>
      <p:sp>
        <p:nvSpPr>
          <p:cNvPr id="5" name="S05-cardtext132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빼고 나서 약분할 수 있는지 봐요.</a:t>
            </a:r>
            <a:endParaRPr lang="ko-KR" sz="2800" dirty="0"/>
          </a:p>
        </p:txBody>
      </p:sp>
      <p:sp>
        <p:nvSpPr>
          <p:cNvPr id="6" name="S05-chip133"/>
          <p:cNvSpPr txBox="1"/>
          <p:nvPr/>
        </p:nvSpPr>
        <p:spPr>
          <a:xfrm>
            <a:off x="548640" y="218541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</a:t>
            </a:r>
            <a:endParaRPr lang="ko-KR" sz="2200" dirty="0"/>
          </a:p>
        </p:txBody>
      </p:sp>
      <p:sp>
        <p:nvSpPr>
          <p:cNvPr id="7" name="S05-num134"/>
          <p:cNvSpPr txBox="1"/>
          <p:nvPr/>
        </p:nvSpPr>
        <p:spPr>
          <a:xfrm>
            <a:off x="1344168" y="2012696"/>
            <a:ext cx="483108" cy="419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8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</a:t>
            </a:r>
            <a:endParaRPr lang="ko-KR" sz="2800" dirty="0"/>
          </a:p>
        </p:txBody>
      </p:sp>
      <p:sp>
        <p:nvSpPr>
          <p:cNvPr id="8" name="S05-fracbar135"/>
          <p:cNvSpPr/>
          <p:nvPr/>
        </p:nvSpPr>
        <p:spPr>
          <a:xfrm>
            <a:off x="1380744" y="2468880"/>
            <a:ext cx="409956" cy="0"/>
          </a:xfrm>
          <a:prstGeom prst="line">
            <a:avLst/>
          </a:prstGeom>
          <a:noFill/>
          <a:ln w="22225">
            <a:solidFill>
              <a:srgbClr val="1F2937"/>
            </a:solidFill>
            <a:prstDash val="solid"/>
          </a:ln>
        </p:spPr>
      </p:sp>
      <p:sp>
        <p:nvSpPr>
          <p:cNvPr id="9" name="S05-num136"/>
          <p:cNvSpPr txBox="1"/>
          <p:nvPr/>
        </p:nvSpPr>
        <p:spPr>
          <a:xfrm>
            <a:off x="1344168" y="2505456"/>
            <a:ext cx="483108" cy="419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8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</a:t>
            </a:r>
            <a:endParaRPr lang="ko-KR" sz="2800" dirty="0"/>
          </a:p>
        </p:txBody>
      </p:sp>
      <p:sp>
        <p:nvSpPr>
          <p:cNvPr id="10" name="S05-op137"/>
          <p:cNvSpPr txBox="1"/>
          <p:nvPr/>
        </p:nvSpPr>
        <p:spPr>
          <a:xfrm>
            <a:off x="1937004" y="2012696"/>
            <a:ext cx="405384" cy="912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8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−</a:t>
            </a:r>
            <a:endParaRPr lang="ko-KR" sz="2800" dirty="0"/>
          </a:p>
        </p:txBody>
      </p:sp>
      <p:sp>
        <p:nvSpPr>
          <p:cNvPr id="11" name="S05-num138"/>
          <p:cNvSpPr txBox="1"/>
          <p:nvPr/>
        </p:nvSpPr>
        <p:spPr>
          <a:xfrm>
            <a:off x="2452116" y="2012696"/>
            <a:ext cx="483108" cy="419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8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</a:t>
            </a:r>
            <a:endParaRPr lang="ko-KR" sz="2800" dirty="0"/>
          </a:p>
        </p:txBody>
      </p:sp>
      <p:sp>
        <p:nvSpPr>
          <p:cNvPr id="12" name="S05-fracbar139"/>
          <p:cNvSpPr/>
          <p:nvPr/>
        </p:nvSpPr>
        <p:spPr>
          <a:xfrm>
            <a:off x="2488692" y="2468880"/>
            <a:ext cx="409956" cy="0"/>
          </a:xfrm>
          <a:prstGeom prst="line">
            <a:avLst/>
          </a:prstGeom>
          <a:noFill/>
          <a:ln w="22225">
            <a:solidFill>
              <a:srgbClr val="1F2937"/>
            </a:solidFill>
            <a:prstDash val="solid"/>
          </a:ln>
        </p:spPr>
      </p:sp>
      <p:sp>
        <p:nvSpPr>
          <p:cNvPr id="13" name="S05-num140"/>
          <p:cNvSpPr txBox="1"/>
          <p:nvPr/>
        </p:nvSpPr>
        <p:spPr>
          <a:xfrm>
            <a:off x="2452116" y="2505456"/>
            <a:ext cx="483108" cy="419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8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</a:t>
            </a:r>
            <a:endParaRPr lang="ko-KR" sz="2800" dirty="0"/>
          </a:p>
        </p:txBody>
      </p:sp>
      <p:sp>
        <p:nvSpPr>
          <p:cNvPr id="14" name="S05-op141"/>
          <p:cNvSpPr txBox="1"/>
          <p:nvPr/>
        </p:nvSpPr>
        <p:spPr>
          <a:xfrm>
            <a:off x="3044952" y="2012696"/>
            <a:ext cx="405384" cy="912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8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=</a:t>
            </a:r>
            <a:endParaRPr lang="ko-KR" sz="2800" dirty="0"/>
          </a:p>
        </p:txBody>
      </p:sp>
      <p:sp>
        <p:nvSpPr>
          <p:cNvPr id="15" name="S05-blank142"/>
          <p:cNvSpPr/>
          <p:nvPr/>
        </p:nvSpPr>
        <p:spPr>
          <a:xfrm>
            <a:off x="3693353" y="2067245"/>
            <a:ext cx="310510" cy="310510"/>
          </a:xfrm>
          <a:prstGeom prst="rect">
            <a:avLst/>
          </a:prstGeom>
          <a:solidFill>
            <a:srgbClr val="FFFFFF"/>
          </a:solidFill>
          <a:ln w="22225">
            <a:solidFill>
              <a:srgbClr val="1F2937"/>
            </a:solidFill>
            <a:prstDash val="solid"/>
          </a:ln>
        </p:spPr>
      </p:sp>
      <p:sp>
        <p:nvSpPr>
          <p:cNvPr id="16" name="S05-fracbar143"/>
          <p:cNvSpPr/>
          <p:nvPr/>
        </p:nvSpPr>
        <p:spPr>
          <a:xfrm>
            <a:off x="3596640" y="2468880"/>
            <a:ext cx="503936" cy="0"/>
          </a:xfrm>
          <a:prstGeom prst="line">
            <a:avLst/>
          </a:prstGeom>
          <a:noFill/>
          <a:ln w="22225">
            <a:solidFill>
              <a:srgbClr val="1F2937"/>
            </a:solidFill>
            <a:prstDash val="solid"/>
          </a:ln>
        </p:spPr>
      </p:sp>
      <p:sp>
        <p:nvSpPr>
          <p:cNvPr id="17" name="S05-num144"/>
          <p:cNvSpPr txBox="1"/>
          <p:nvPr/>
        </p:nvSpPr>
        <p:spPr>
          <a:xfrm>
            <a:off x="3560064" y="2505456"/>
            <a:ext cx="577088" cy="419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8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12</a:t>
            </a:r>
            <a:endParaRPr lang="ko-KR" sz="2800" dirty="0"/>
          </a:p>
        </p:txBody>
      </p:sp>
      <p:sp>
        <p:nvSpPr>
          <p:cNvPr id="18" name="S05-op145"/>
          <p:cNvSpPr txBox="1"/>
          <p:nvPr/>
        </p:nvSpPr>
        <p:spPr>
          <a:xfrm>
            <a:off x="4246880" y="2012696"/>
            <a:ext cx="405384" cy="912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8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−</a:t>
            </a:r>
            <a:endParaRPr lang="ko-KR" sz="2800" dirty="0"/>
          </a:p>
        </p:txBody>
      </p:sp>
      <p:sp>
        <p:nvSpPr>
          <p:cNvPr id="19" name="S05-blank146"/>
          <p:cNvSpPr/>
          <p:nvPr/>
        </p:nvSpPr>
        <p:spPr>
          <a:xfrm>
            <a:off x="4895281" y="2067245"/>
            <a:ext cx="310510" cy="310510"/>
          </a:xfrm>
          <a:prstGeom prst="rect">
            <a:avLst/>
          </a:prstGeom>
          <a:solidFill>
            <a:srgbClr val="FFFFFF"/>
          </a:solidFill>
          <a:ln w="22225">
            <a:solidFill>
              <a:srgbClr val="1F2937"/>
            </a:solidFill>
            <a:prstDash val="solid"/>
          </a:ln>
        </p:spPr>
      </p:sp>
      <p:sp>
        <p:nvSpPr>
          <p:cNvPr id="20" name="S05-fracbar147"/>
          <p:cNvSpPr/>
          <p:nvPr/>
        </p:nvSpPr>
        <p:spPr>
          <a:xfrm>
            <a:off x="4798568" y="2468880"/>
            <a:ext cx="503936" cy="0"/>
          </a:xfrm>
          <a:prstGeom prst="line">
            <a:avLst/>
          </a:prstGeom>
          <a:noFill/>
          <a:ln w="22225">
            <a:solidFill>
              <a:srgbClr val="1F2937"/>
            </a:solidFill>
            <a:prstDash val="solid"/>
          </a:ln>
        </p:spPr>
      </p:sp>
      <p:sp>
        <p:nvSpPr>
          <p:cNvPr id="21" name="S05-num148"/>
          <p:cNvSpPr txBox="1"/>
          <p:nvPr/>
        </p:nvSpPr>
        <p:spPr>
          <a:xfrm>
            <a:off x="4761992" y="2505456"/>
            <a:ext cx="577088" cy="419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8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12</a:t>
            </a:r>
            <a:endParaRPr lang="ko-KR" sz="2800" dirty="0"/>
          </a:p>
        </p:txBody>
      </p:sp>
      <p:sp>
        <p:nvSpPr>
          <p:cNvPr id="22" name="S05-op149"/>
          <p:cNvSpPr txBox="1"/>
          <p:nvPr/>
        </p:nvSpPr>
        <p:spPr>
          <a:xfrm>
            <a:off x="5448808" y="2012696"/>
            <a:ext cx="405384" cy="912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8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=</a:t>
            </a:r>
            <a:endParaRPr lang="ko-KR" sz="2800" dirty="0"/>
          </a:p>
        </p:txBody>
      </p:sp>
      <p:sp>
        <p:nvSpPr>
          <p:cNvPr id="23" name="S05-blank150"/>
          <p:cNvSpPr/>
          <p:nvPr/>
        </p:nvSpPr>
        <p:spPr>
          <a:xfrm>
            <a:off x="6097209" y="2067245"/>
            <a:ext cx="310510" cy="310510"/>
          </a:xfrm>
          <a:prstGeom prst="rect">
            <a:avLst/>
          </a:prstGeom>
          <a:solidFill>
            <a:srgbClr val="FFFFFF"/>
          </a:solidFill>
          <a:ln w="22225">
            <a:solidFill>
              <a:srgbClr val="1F2937"/>
            </a:solidFill>
            <a:prstDash val="solid"/>
          </a:ln>
        </p:spPr>
      </p:sp>
      <p:sp>
        <p:nvSpPr>
          <p:cNvPr id="24" name="S05-fracbar151"/>
          <p:cNvSpPr/>
          <p:nvPr/>
        </p:nvSpPr>
        <p:spPr>
          <a:xfrm>
            <a:off x="6000496" y="2468880"/>
            <a:ext cx="503936" cy="0"/>
          </a:xfrm>
          <a:prstGeom prst="line">
            <a:avLst/>
          </a:prstGeom>
          <a:noFill/>
          <a:ln w="22225">
            <a:solidFill>
              <a:srgbClr val="1F2937"/>
            </a:solidFill>
            <a:prstDash val="solid"/>
          </a:ln>
        </p:spPr>
      </p:sp>
      <p:sp>
        <p:nvSpPr>
          <p:cNvPr id="25" name="S05-num152"/>
          <p:cNvSpPr txBox="1"/>
          <p:nvPr/>
        </p:nvSpPr>
        <p:spPr>
          <a:xfrm>
            <a:off x="5963920" y="2505456"/>
            <a:ext cx="577088" cy="419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8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12</a:t>
            </a:r>
            <a:endParaRPr lang="ko-KR" sz="2800" dirty="0"/>
          </a:p>
        </p:txBody>
      </p:sp>
      <p:sp>
        <p:nvSpPr>
          <p:cNvPr id="26" name="S05-chip153"/>
          <p:cNvSpPr txBox="1"/>
          <p:nvPr/>
        </p:nvSpPr>
        <p:spPr>
          <a:xfrm>
            <a:off x="548640" y="328269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</a:t>
            </a:r>
            <a:endParaRPr lang="ko-KR" sz="2200" dirty="0"/>
          </a:p>
        </p:txBody>
      </p:sp>
      <p:sp>
        <p:nvSpPr>
          <p:cNvPr id="27" name="S05-num154"/>
          <p:cNvSpPr txBox="1"/>
          <p:nvPr/>
        </p:nvSpPr>
        <p:spPr>
          <a:xfrm>
            <a:off x="1344168" y="3109976"/>
            <a:ext cx="577088" cy="419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8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7</a:t>
            </a:r>
            <a:endParaRPr lang="ko-KR" sz="2800" dirty="0"/>
          </a:p>
        </p:txBody>
      </p:sp>
      <p:sp>
        <p:nvSpPr>
          <p:cNvPr id="28" name="S05-fracbar155"/>
          <p:cNvSpPr/>
          <p:nvPr/>
        </p:nvSpPr>
        <p:spPr>
          <a:xfrm>
            <a:off x="1380744" y="3566160"/>
            <a:ext cx="503936" cy="0"/>
          </a:xfrm>
          <a:prstGeom prst="line">
            <a:avLst/>
          </a:prstGeom>
          <a:noFill/>
          <a:ln w="22225">
            <a:solidFill>
              <a:srgbClr val="1F2937"/>
            </a:solidFill>
            <a:prstDash val="solid"/>
          </a:ln>
        </p:spPr>
      </p:sp>
      <p:sp>
        <p:nvSpPr>
          <p:cNvPr id="29" name="S05-num156"/>
          <p:cNvSpPr txBox="1"/>
          <p:nvPr/>
        </p:nvSpPr>
        <p:spPr>
          <a:xfrm>
            <a:off x="1344168" y="3602736"/>
            <a:ext cx="577088" cy="419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8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10</a:t>
            </a:r>
            <a:endParaRPr lang="ko-KR" sz="2800" dirty="0"/>
          </a:p>
        </p:txBody>
      </p:sp>
      <p:sp>
        <p:nvSpPr>
          <p:cNvPr id="30" name="S05-op157"/>
          <p:cNvSpPr txBox="1"/>
          <p:nvPr/>
        </p:nvSpPr>
        <p:spPr>
          <a:xfrm>
            <a:off x="2030984" y="3109976"/>
            <a:ext cx="405384" cy="912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8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−</a:t>
            </a:r>
            <a:endParaRPr lang="ko-KR" sz="2800" dirty="0"/>
          </a:p>
        </p:txBody>
      </p:sp>
      <p:sp>
        <p:nvSpPr>
          <p:cNvPr id="31" name="S05-num158"/>
          <p:cNvSpPr txBox="1"/>
          <p:nvPr/>
        </p:nvSpPr>
        <p:spPr>
          <a:xfrm>
            <a:off x="2546096" y="3109976"/>
            <a:ext cx="483108" cy="419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8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</a:t>
            </a:r>
            <a:endParaRPr lang="ko-KR" sz="2800" dirty="0"/>
          </a:p>
        </p:txBody>
      </p:sp>
      <p:sp>
        <p:nvSpPr>
          <p:cNvPr id="32" name="S05-fracbar159"/>
          <p:cNvSpPr/>
          <p:nvPr/>
        </p:nvSpPr>
        <p:spPr>
          <a:xfrm>
            <a:off x="2582672" y="3566160"/>
            <a:ext cx="409956" cy="0"/>
          </a:xfrm>
          <a:prstGeom prst="line">
            <a:avLst/>
          </a:prstGeom>
          <a:noFill/>
          <a:ln w="22225">
            <a:solidFill>
              <a:srgbClr val="1F2937"/>
            </a:solidFill>
            <a:prstDash val="solid"/>
          </a:ln>
        </p:spPr>
      </p:sp>
      <p:sp>
        <p:nvSpPr>
          <p:cNvPr id="33" name="S05-num160"/>
          <p:cNvSpPr txBox="1"/>
          <p:nvPr/>
        </p:nvSpPr>
        <p:spPr>
          <a:xfrm>
            <a:off x="2546096" y="3602736"/>
            <a:ext cx="483108" cy="419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8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</a:t>
            </a:r>
            <a:endParaRPr lang="ko-KR" sz="2800" dirty="0"/>
          </a:p>
        </p:txBody>
      </p:sp>
      <p:sp>
        <p:nvSpPr>
          <p:cNvPr id="34" name="S05-op161"/>
          <p:cNvSpPr txBox="1"/>
          <p:nvPr/>
        </p:nvSpPr>
        <p:spPr>
          <a:xfrm>
            <a:off x="3138932" y="3109976"/>
            <a:ext cx="405384" cy="912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8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=</a:t>
            </a:r>
            <a:endParaRPr lang="ko-KR" sz="2800" dirty="0"/>
          </a:p>
        </p:txBody>
      </p:sp>
      <p:sp>
        <p:nvSpPr>
          <p:cNvPr id="35" name="S05-blank162"/>
          <p:cNvSpPr/>
          <p:nvPr/>
        </p:nvSpPr>
        <p:spPr>
          <a:xfrm>
            <a:off x="3787333" y="3164525"/>
            <a:ext cx="310510" cy="310510"/>
          </a:xfrm>
          <a:prstGeom prst="rect">
            <a:avLst/>
          </a:prstGeom>
          <a:solidFill>
            <a:srgbClr val="FFFFFF"/>
          </a:solidFill>
          <a:ln w="22225">
            <a:solidFill>
              <a:srgbClr val="1F2937"/>
            </a:solidFill>
            <a:prstDash val="solid"/>
          </a:ln>
        </p:spPr>
      </p:sp>
      <p:sp>
        <p:nvSpPr>
          <p:cNvPr id="36" name="S05-fracbar163"/>
          <p:cNvSpPr/>
          <p:nvPr/>
        </p:nvSpPr>
        <p:spPr>
          <a:xfrm>
            <a:off x="3690620" y="3566160"/>
            <a:ext cx="503936" cy="0"/>
          </a:xfrm>
          <a:prstGeom prst="line">
            <a:avLst/>
          </a:prstGeom>
          <a:noFill/>
          <a:ln w="22225">
            <a:solidFill>
              <a:srgbClr val="1F2937"/>
            </a:solidFill>
            <a:prstDash val="solid"/>
          </a:ln>
        </p:spPr>
      </p:sp>
      <p:sp>
        <p:nvSpPr>
          <p:cNvPr id="37" name="S05-num164"/>
          <p:cNvSpPr txBox="1"/>
          <p:nvPr/>
        </p:nvSpPr>
        <p:spPr>
          <a:xfrm>
            <a:off x="3654044" y="3602736"/>
            <a:ext cx="577088" cy="419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8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10</a:t>
            </a:r>
            <a:endParaRPr lang="ko-KR" sz="2800" dirty="0"/>
          </a:p>
        </p:txBody>
      </p:sp>
      <p:sp>
        <p:nvSpPr>
          <p:cNvPr id="38" name="S05-op165"/>
          <p:cNvSpPr txBox="1"/>
          <p:nvPr/>
        </p:nvSpPr>
        <p:spPr>
          <a:xfrm>
            <a:off x="4340860" y="3109976"/>
            <a:ext cx="405384" cy="912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8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=</a:t>
            </a:r>
            <a:endParaRPr lang="ko-KR" sz="2800" dirty="0"/>
          </a:p>
        </p:txBody>
      </p:sp>
      <p:sp>
        <p:nvSpPr>
          <p:cNvPr id="39" name="S05-blank166"/>
          <p:cNvSpPr/>
          <p:nvPr/>
        </p:nvSpPr>
        <p:spPr>
          <a:xfrm>
            <a:off x="4942271" y="3164525"/>
            <a:ext cx="310510" cy="310510"/>
          </a:xfrm>
          <a:prstGeom prst="rect">
            <a:avLst/>
          </a:prstGeom>
          <a:solidFill>
            <a:srgbClr val="FFFFFF"/>
          </a:solidFill>
          <a:ln w="22225">
            <a:solidFill>
              <a:srgbClr val="1F2937"/>
            </a:solidFill>
            <a:prstDash val="solid"/>
          </a:ln>
        </p:spPr>
      </p:sp>
      <p:sp>
        <p:nvSpPr>
          <p:cNvPr id="40" name="S05-fracbar167"/>
          <p:cNvSpPr/>
          <p:nvPr/>
        </p:nvSpPr>
        <p:spPr>
          <a:xfrm>
            <a:off x="4892548" y="3566160"/>
            <a:ext cx="409956" cy="0"/>
          </a:xfrm>
          <a:prstGeom prst="line">
            <a:avLst/>
          </a:prstGeom>
          <a:noFill/>
          <a:ln w="22225">
            <a:solidFill>
              <a:srgbClr val="1F2937"/>
            </a:solidFill>
            <a:prstDash val="solid"/>
          </a:ln>
        </p:spPr>
      </p:sp>
      <p:sp>
        <p:nvSpPr>
          <p:cNvPr id="41" name="S05-num168"/>
          <p:cNvSpPr txBox="1"/>
          <p:nvPr/>
        </p:nvSpPr>
        <p:spPr>
          <a:xfrm>
            <a:off x="4855972" y="3602736"/>
            <a:ext cx="483108" cy="419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8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5</a:t>
            </a:r>
            <a:endParaRPr lang="ko-KR" sz="2800" dirty="0"/>
          </a:p>
        </p:txBody>
      </p:sp>
      <p:sp>
        <p:nvSpPr>
          <p:cNvPr id="42" name="S05-chip169"/>
          <p:cNvSpPr txBox="1"/>
          <p:nvPr/>
        </p:nvSpPr>
        <p:spPr>
          <a:xfrm>
            <a:off x="548640" y="437997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③</a:t>
            </a:r>
            <a:endParaRPr lang="ko-KR" sz="2200" dirty="0"/>
          </a:p>
        </p:txBody>
      </p:sp>
      <p:sp>
        <p:nvSpPr>
          <p:cNvPr id="43" name="S05-num170"/>
          <p:cNvSpPr txBox="1"/>
          <p:nvPr/>
        </p:nvSpPr>
        <p:spPr>
          <a:xfrm>
            <a:off x="1344168" y="4207256"/>
            <a:ext cx="483108" cy="419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8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5</a:t>
            </a:r>
            <a:endParaRPr lang="ko-KR" sz="2800" dirty="0"/>
          </a:p>
        </p:txBody>
      </p:sp>
      <p:sp>
        <p:nvSpPr>
          <p:cNvPr id="44" name="S05-fracbar171"/>
          <p:cNvSpPr/>
          <p:nvPr/>
        </p:nvSpPr>
        <p:spPr>
          <a:xfrm>
            <a:off x="1380744" y="4663440"/>
            <a:ext cx="409956" cy="0"/>
          </a:xfrm>
          <a:prstGeom prst="line">
            <a:avLst/>
          </a:prstGeom>
          <a:noFill/>
          <a:ln w="22225">
            <a:solidFill>
              <a:srgbClr val="1F2937"/>
            </a:solidFill>
            <a:prstDash val="solid"/>
          </a:ln>
        </p:spPr>
      </p:sp>
      <p:sp>
        <p:nvSpPr>
          <p:cNvPr id="45" name="S05-num172"/>
          <p:cNvSpPr txBox="1"/>
          <p:nvPr/>
        </p:nvSpPr>
        <p:spPr>
          <a:xfrm>
            <a:off x="1344168" y="4700016"/>
            <a:ext cx="483108" cy="419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8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6</a:t>
            </a:r>
            <a:endParaRPr lang="ko-KR" sz="2800" dirty="0"/>
          </a:p>
        </p:txBody>
      </p:sp>
      <p:sp>
        <p:nvSpPr>
          <p:cNvPr id="46" name="S05-op173"/>
          <p:cNvSpPr txBox="1"/>
          <p:nvPr/>
        </p:nvSpPr>
        <p:spPr>
          <a:xfrm>
            <a:off x="1937004" y="4207256"/>
            <a:ext cx="405384" cy="912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8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−</a:t>
            </a:r>
            <a:endParaRPr lang="ko-KR" sz="2800" dirty="0"/>
          </a:p>
        </p:txBody>
      </p:sp>
      <p:sp>
        <p:nvSpPr>
          <p:cNvPr id="47" name="S05-num174"/>
          <p:cNvSpPr txBox="1"/>
          <p:nvPr/>
        </p:nvSpPr>
        <p:spPr>
          <a:xfrm>
            <a:off x="2452116" y="4207256"/>
            <a:ext cx="483108" cy="419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8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</a:t>
            </a:r>
            <a:endParaRPr lang="ko-KR" sz="2800" dirty="0"/>
          </a:p>
        </p:txBody>
      </p:sp>
      <p:sp>
        <p:nvSpPr>
          <p:cNvPr id="48" name="S05-fracbar175"/>
          <p:cNvSpPr/>
          <p:nvPr/>
        </p:nvSpPr>
        <p:spPr>
          <a:xfrm>
            <a:off x="2488692" y="4663440"/>
            <a:ext cx="409956" cy="0"/>
          </a:xfrm>
          <a:prstGeom prst="line">
            <a:avLst/>
          </a:prstGeom>
          <a:noFill/>
          <a:ln w="22225">
            <a:solidFill>
              <a:srgbClr val="1F2937"/>
            </a:solidFill>
            <a:prstDash val="solid"/>
          </a:ln>
        </p:spPr>
      </p:sp>
      <p:sp>
        <p:nvSpPr>
          <p:cNvPr id="49" name="S05-num176"/>
          <p:cNvSpPr txBox="1"/>
          <p:nvPr/>
        </p:nvSpPr>
        <p:spPr>
          <a:xfrm>
            <a:off x="2452116" y="4700016"/>
            <a:ext cx="483108" cy="419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8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9</a:t>
            </a:r>
            <a:endParaRPr lang="ko-KR" sz="2800" dirty="0"/>
          </a:p>
        </p:txBody>
      </p:sp>
      <p:sp>
        <p:nvSpPr>
          <p:cNvPr id="50" name="S05-op177"/>
          <p:cNvSpPr txBox="1"/>
          <p:nvPr/>
        </p:nvSpPr>
        <p:spPr>
          <a:xfrm>
            <a:off x="3044952" y="4207256"/>
            <a:ext cx="405384" cy="912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8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=</a:t>
            </a:r>
            <a:endParaRPr lang="ko-KR" sz="2800" dirty="0"/>
          </a:p>
        </p:txBody>
      </p:sp>
      <p:sp>
        <p:nvSpPr>
          <p:cNvPr id="51" name="S05-blank178"/>
          <p:cNvSpPr/>
          <p:nvPr/>
        </p:nvSpPr>
        <p:spPr>
          <a:xfrm>
            <a:off x="3693353" y="4261805"/>
            <a:ext cx="310510" cy="310510"/>
          </a:xfrm>
          <a:prstGeom prst="rect">
            <a:avLst/>
          </a:prstGeom>
          <a:solidFill>
            <a:srgbClr val="FFFFFF"/>
          </a:solidFill>
          <a:ln w="22225">
            <a:solidFill>
              <a:srgbClr val="1F2937"/>
            </a:solidFill>
            <a:prstDash val="solid"/>
          </a:ln>
        </p:spPr>
      </p:sp>
      <p:sp>
        <p:nvSpPr>
          <p:cNvPr id="52" name="S05-fracbar179"/>
          <p:cNvSpPr/>
          <p:nvPr/>
        </p:nvSpPr>
        <p:spPr>
          <a:xfrm>
            <a:off x="3596640" y="4663440"/>
            <a:ext cx="503936" cy="0"/>
          </a:xfrm>
          <a:prstGeom prst="line">
            <a:avLst/>
          </a:prstGeom>
          <a:noFill/>
          <a:ln w="22225">
            <a:solidFill>
              <a:srgbClr val="1F2937"/>
            </a:solidFill>
            <a:prstDash val="solid"/>
          </a:ln>
        </p:spPr>
      </p:sp>
      <p:sp>
        <p:nvSpPr>
          <p:cNvPr id="53" name="S05-num180"/>
          <p:cNvSpPr txBox="1"/>
          <p:nvPr/>
        </p:nvSpPr>
        <p:spPr>
          <a:xfrm>
            <a:off x="3560064" y="4700016"/>
            <a:ext cx="577088" cy="419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8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18</a:t>
            </a:r>
            <a:endParaRPr lang="ko-KR" sz="2800" dirty="0"/>
          </a:p>
        </p:txBody>
      </p:sp>
      <p:sp>
        <p:nvSpPr>
          <p:cNvPr id="54" name="S05-op181"/>
          <p:cNvSpPr txBox="1"/>
          <p:nvPr/>
        </p:nvSpPr>
        <p:spPr>
          <a:xfrm>
            <a:off x="4246880" y="4207256"/>
            <a:ext cx="405384" cy="912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8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−</a:t>
            </a:r>
            <a:endParaRPr lang="ko-KR" sz="2800" dirty="0"/>
          </a:p>
        </p:txBody>
      </p:sp>
      <p:sp>
        <p:nvSpPr>
          <p:cNvPr id="55" name="S05-blank182"/>
          <p:cNvSpPr/>
          <p:nvPr/>
        </p:nvSpPr>
        <p:spPr>
          <a:xfrm>
            <a:off x="4895281" y="4261805"/>
            <a:ext cx="310510" cy="310510"/>
          </a:xfrm>
          <a:prstGeom prst="rect">
            <a:avLst/>
          </a:prstGeom>
          <a:solidFill>
            <a:srgbClr val="FFFFFF"/>
          </a:solidFill>
          <a:ln w="22225">
            <a:solidFill>
              <a:srgbClr val="1F2937"/>
            </a:solidFill>
            <a:prstDash val="solid"/>
          </a:ln>
        </p:spPr>
      </p:sp>
      <p:sp>
        <p:nvSpPr>
          <p:cNvPr id="56" name="S05-fracbar183"/>
          <p:cNvSpPr/>
          <p:nvPr/>
        </p:nvSpPr>
        <p:spPr>
          <a:xfrm>
            <a:off x="4798568" y="4663440"/>
            <a:ext cx="503936" cy="0"/>
          </a:xfrm>
          <a:prstGeom prst="line">
            <a:avLst/>
          </a:prstGeom>
          <a:noFill/>
          <a:ln w="22225">
            <a:solidFill>
              <a:srgbClr val="1F2937"/>
            </a:solidFill>
            <a:prstDash val="solid"/>
          </a:ln>
        </p:spPr>
      </p:sp>
      <p:sp>
        <p:nvSpPr>
          <p:cNvPr id="57" name="S05-num184"/>
          <p:cNvSpPr txBox="1"/>
          <p:nvPr/>
        </p:nvSpPr>
        <p:spPr>
          <a:xfrm>
            <a:off x="4761992" y="4700016"/>
            <a:ext cx="577088" cy="419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8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18</a:t>
            </a:r>
            <a:endParaRPr lang="ko-KR" sz="2800" dirty="0"/>
          </a:p>
        </p:txBody>
      </p:sp>
      <p:sp>
        <p:nvSpPr>
          <p:cNvPr id="58" name="S05-op185"/>
          <p:cNvSpPr txBox="1"/>
          <p:nvPr/>
        </p:nvSpPr>
        <p:spPr>
          <a:xfrm>
            <a:off x="5448808" y="4207256"/>
            <a:ext cx="405384" cy="912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8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=</a:t>
            </a:r>
            <a:endParaRPr lang="ko-KR" sz="2800" dirty="0"/>
          </a:p>
        </p:txBody>
      </p:sp>
      <p:sp>
        <p:nvSpPr>
          <p:cNvPr id="59" name="S05-blank186"/>
          <p:cNvSpPr/>
          <p:nvPr/>
        </p:nvSpPr>
        <p:spPr>
          <a:xfrm>
            <a:off x="6097209" y="4261805"/>
            <a:ext cx="310510" cy="310510"/>
          </a:xfrm>
          <a:prstGeom prst="rect">
            <a:avLst/>
          </a:prstGeom>
          <a:solidFill>
            <a:srgbClr val="FFFFFF"/>
          </a:solidFill>
          <a:ln w="22225">
            <a:solidFill>
              <a:srgbClr val="1F2937"/>
            </a:solidFill>
            <a:prstDash val="solid"/>
          </a:ln>
        </p:spPr>
      </p:sp>
      <p:sp>
        <p:nvSpPr>
          <p:cNvPr id="60" name="S05-fracbar187"/>
          <p:cNvSpPr/>
          <p:nvPr/>
        </p:nvSpPr>
        <p:spPr>
          <a:xfrm>
            <a:off x="6000496" y="4663440"/>
            <a:ext cx="503936" cy="0"/>
          </a:xfrm>
          <a:prstGeom prst="line">
            <a:avLst/>
          </a:prstGeom>
          <a:noFill/>
          <a:ln w="22225">
            <a:solidFill>
              <a:srgbClr val="1F2937"/>
            </a:solidFill>
            <a:prstDash val="solid"/>
          </a:ln>
        </p:spPr>
      </p:sp>
      <p:sp>
        <p:nvSpPr>
          <p:cNvPr id="61" name="S05-num188"/>
          <p:cNvSpPr txBox="1"/>
          <p:nvPr/>
        </p:nvSpPr>
        <p:spPr>
          <a:xfrm>
            <a:off x="5963920" y="4700016"/>
            <a:ext cx="577088" cy="419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8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18</a:t>
            </a:r>
            <a:endParaRPr lang="ko-KR" sz="2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대분수끼리 빼요</a:t>
            </a:r>
            <a:endParaRPr lang="ko-KR" sz="4000" dirty="0"/>
          </a:p>
        </p:txBody>
      </p:sp>
      <p:sp>
        <p:nvSpPr>
          <p:cNvPr id="3" name="S06-num189"/>
          <p:cNvSpPr txBox="1"/>
          <p:nvPr/>
        </p:nvSpPr>
        <p:spPr>
          <a:xfrm>
            <a:off x="548640" y="1381252"/>
            <a:ext cx="323088" cy="10322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r" indent="0" marL="0">
              <a:buNone/>
            </a:pPr>
            <a:r>
              <a:rPr lang="ko-KR" altLang="en-US" sz="3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</a:t>
            </a:r>
            <a:endParaRPr lang="ko-KR" sz="3200" dirty="0"/>
          </a:p>
        </p:txBody>
      </p:sp>
      <p:sp>
        <p:nvSpPr>
          <p:cNvPr id="4" name="S06-num190"/>
          <p:cNvSpPr txBox="1"/>
          <p:nvPr/>
        </p:nvSpPr>
        <p:spPr>
          <a:xfrm>
            <a:off x="871728" y="1381252"/>
            <a:ext cx="536448" cy="4795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</a:t>
            </a:r>
            <a:endParaRPr lang="ko-KR" sz="3200" dirty="0"/>
          </a:p>
        </p:txBody>
      </p:sp>
      <p:sp>
        <p:nvSpPr>
          <p:cNvPr id="5" name="S06-fracbar191"/>
          <p:cNvSpPr/>
          <p:nvPr/>
        </p:nvSpPr>
        <p:spPr>
          <a:xfrm>
            <a:off x="908304" y="1897380"/>
            <a:ext cx="463296" cy="0"/>
          </a:xfrm>
          <a:prstGeom prst="line">
            <a:avLst/>
          </a:prstGeom>
          <a:noFill/>
          <a:ln w="25400">
            <a:solidFill>
              <a:srgbClr val="1F2937"/>
            </a:solidFill>
            <a:prstDash val="solid"/>
          </a:ln>
        </p:spPr>
      </p:sp>
      <p:sp>
        <p:nvSpPr>
          <p:cNvPr id="6" name="S06-num192"/>
          <p:cNvSpPr txBox="1"/>
          <p:nvPr/>
        </p:nvSpPr>
        <p:spPr>
          <a:xfrm>
            <a:off x="871728" y="1933956"/>
            <a:ext cx="536448" cy="4795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</a:t>
            </a:r>
            <a:endParaRPr lang="ko-KR" sz="3200" dirty="0"/>
          </a:p>
        </p:txBody>
      </p:sp>
      <p:sp>
        <p:nvSpPr>
          <p:cNvPr id="7" name="S06-op193"/>
          <p:cNvSpPr txBox="1"/>
          <p:nvPr/>
        </p:nvSpPr>
        <p:spPr>
          <a:xfrm>
            <a:off x="1517904" y="1381252"/>
            <a:ext cx="426720" cy="10322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−</a:t>
            </a:r>
            <a:endParaRPr lang="ko-KR" sz="3200" dirty="0"/>
          </a:p>
        </p:txBody>
      </p:sp>
      <p:sp>
        <p:nvSpPr>
          <p:cNvPr id="8" name="S06-num194"/>
          <p:cNvSpPr txBox="1"/>
          <p:nvPr/>
        </p:nvSpPr>
        <p:spPr>
          <a:xfrm>
            <a:off x="2054352" y="1381252"/>
            <a:ext cx="323088" cy="10322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r" indent="0" marL="0">
              <a:buNone/>
            </a:pPr>
            <a:r>
              <a:rPr lang="ko-KR" altLang="en-US" sz="3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</a:t>
            </a:r>
            <a:endParaRPr lang="ko-KR" sz="3200" dirty="0"/>
          </a:p>
        </p:txBody>
      </p:sp>
      <p:sp>
        <p:nvSpPr>
          <p:cNvPr id="9" name="S06-num195"/>
          <p:cNvSpPr txBox="1"/>
          <p:nvPr/>
        </p:nvSpPr>
        <p:spPr>
          <a:xfrm>
            <a:off x="2377440" y="1381252"/>
            <a:ext cx="536448" cy="4795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</a:t>
            </a:r>
            <a:endParaRPr lang="ko-KR" sz="3200" dirty="0"/>
          </a:p>
        </p:txBody>
      </p:sp>
      <p:sp>
        <p:nvSpPr>
          <p:cNvPr id="10" name="S06-fracbar196"/>
          <p:cNvSpPr/>
          <p:nvPr/>
        </p:nvSpPr>
        <p:spPr>
          <a:xfrm>
            <a:off x="2414016" y="1897380"/>
            <a:ext cx="463296" cy="0"/>
          </a:xfrm>
          <a:prstGeom prst="line">
            <a:avLst/>
          </a:prstGeom>
          <a:noFill/>
          <a:ln w="25400">
            <a:solidFill>
              <a:srgbClr val="1F2937"/>
            </a:solidFill>
            <a:prstDash val="solid"/>
          </a:ln>
        </p:spPr>
      </p:sp>
      <p:sp>
        <p:nvSpPr>
          <p:cNvPr id="11" name="S06-num197"/>
          <p:cNvSpPr txBox="1"/>
          <p:nvPr/>
        </p:nvSpPr>
        <p:spPr>
          <a:xfrm>
            <a:off x="2377440" y="1933956"/>
            <a:ext cx="536448" cy="4795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6</a:t>
            </a:r>
            <a:endParaRPr lang="ko-KR" sz="3200" dirty="0"/>
          </a:p>
        </p:txBody>
      </p:sp>
      <p:sp>
        <p:nvSpPr>
          <p:cNvPr id="12" name="S06-stepno198"/>
          <p:cNvSpPr txBox="1"/>
          <p:nvPr/>
        </p:nvSpPr>
        <p:spPr>
          <a:xfrm>
            <a:off x="548640" y="3106420"/>
            <a:ext cx="548640" cy="548640"/>
          </a:xfrm>
          <a:prstGeom prst="ellipse">
            <a:avLst/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</a:t>
            </a:r>
            <a:endParaRPr lang="ko-KR" sz="2200" dirty="0"/>
          </a:p>
        </p:txBody>
      </p:sp>
      <p:sp>
        <p:nvSpPr>
          <p:cNvPr id="13" name="S06-text199"/>
          <p:cNvSpPr txBox="1"/>
          <p:nvPr/>
        </p:nvSpPr>
        <p:spPr>
          <a:xfrm>
            <a:off x="1325880" y="3060700"/>
            <a:ext cx="5655930" cy="912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분수 부분을 통분해요.</a:t>
            </a:r>
            <a:endParaRPr lang="ko-KR" sz="2800" dirty="0"/>
          </a:p>
        </p:txBody>
      </p:sp>
      <p:sp>
        <p:nvSpPr>
          <p:cNvPr id="14" name="S06-op200"/>
          <p:cNvSpPr txBox="1"/>
          <p:nvPr/>
        </p:nvSpPr>
        <p:spPr>
          <a:xfrm>
            <a:off x="6981810" y="3060700"/>
            <a:ext cx="405384" cy="912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8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=</a:t>
            </a:r>
            <a:endParaRPr lang="ko-KR" sz="2800" dirty="0"/>
          </a:p>
        </p:txBody>
      </p:sp>
      <p:sp>
        <p:nvSpPr>
          <p:cNvPr id="15" name="S06-num201"/>
          <p:cNvSpPr txBox="1"/>
          <p:nvPr/>
        </p:nvSpPr>
        <p:spPr>
          <a:xfrm>
            <a:off x="7496922" y="3060700"/>
            <a:ext cx="289560" cy="912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r" indent="0" marL="0">
              <a:buNone/>
            </a:pPr>
            <a:r>
              <a:rPr lang="ko-KR" altLang="en-US" sz="28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</a:t>
            </a:r>
            <a:endParaRPr lang="ko-KR" sz="2800" dirty="0"/>
          </a:p>
        </p:txBody>
      </p:sp>
      <p:sp>
        <p:nvSpPr>
          <p:cNvPr id="16" name="S06-num202"/>
          <p:cNvSpPr txBox="1"/>
          <p:nvPr/>
        </p:nvSpPr>
        <p:spPr>
          <a:xfrm>
            <a:off x="7786482" y="3060700"/>
            <a:ext cx="577088" cy="419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8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9</a:t>
            </a:r>
            <a:endParaRPr lang="ko-KR" sz="2800" dirty="0"/>
          </a:p>
        </p:txBody>
      </p:sp>
      <p:sp>
        <p:nvSpPr>
          <p:cNvPr id="17" name="S06-fracbar203"/>
          <p:cNvSpPr/>
          <p:nvPr/>
        </p:nvSpPr>
        <p:spPr>
          <a:xfrm>
            <a:off x="7823058" y="3516884"/>
            <a:ext cx="503936" cy="0"/>
          </a:xfrm>
          <a:prstGeom prst="line">
            <a:avLst/>
          </a:prstGeom>
          <a:noFill/>
          <a:ln w="22225">
            <a:solidFill>
              <a:srgbClr val="1F2937"/>
            </a:solidFill>
            <a:prstDash val="solid"/>
          </a:ln>
        </p:spPr>
      </p:sp>
      <p:sp>
        <p:nvSpPr>
          <p:cNvPr id="18" name="S06-num204"/>
          <p:cNvSpPr txBox="1"/>
          <p:nvPr/>
        </p:nvSpPr>
        <p:spPr>
          <a:xfrm>
            <a:off x="7786482" y="3553460"/>
            <a:ext cx="577088" cy="419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8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12</a:t>
            </a:r>
            <a:endParaRPr lang="ko-KR" sz="2800" dirty="0"/>
          </a:p>
        </p:txBody>
      </p:sp>
      <p:sp>
        <p:nvSpPr>
          <p:cNvPr id="19" name="S06-op205"/>
          <p:cNvSpPr txBox="1"/>
          <p:nvPr/>
        </p:nvSpPr>
        <p:spPr>
          <a:xfrm>
            <a:off x="8473298" y="3060700"/>
            <a:ext cx="405384" cy="912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8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−</a:t>
            </a:r>
            <a:endParaRPr lang="ko-KR" sz="2800" dirty="0"/>
          </a:p>
        </p:txBody>
      </p:sp>
      <p:sp>
        <p:nvSpPr>
          <p:cNvPr id="20" name="S06-num206"/>
          <p:cNvSpPr txBox="1"/>
          <p:nvPr/>
        </p:nvSpPr>
        <p:spPr>
          <a:xfrm>
            <a:off x="8988410" y="3060700"/>
            <a:ext cx="289560" cy="912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r" indent="0" marL="0">
              <a:buNone/>
            </a:pPr>
            <a:r>
              <a:rPr lang="ko-KR" altLang="en-US" sz="28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</a:t>
            </a:r>
            <a:endParaRPr lang="ko-KR" sz="2800" dirty="0"/>
          </a:p>
        </p:txBody>
      </p:sp>
      <p:sp>
        <p:nvSpPr>
          <p:cNvPr id="21" name="S06-num207"/>
          <p:cNvSpPr txBox="1"/>
          <p:nvPr/>
        </p:nvSpPr>
        <p:spPr>
          <a:xfrm>
            <a:off x="9277970" y="3060700"/>
            <a:ext cx="577088" cy="419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8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</a:t>
            </a:r>
            <a:endParaRPr lang="ko-KR" sz="2800" dirty="0"/>
          </a:p>
        </p:txBody>
      </p:sp>
      <p:sp>
        <p:nvSpPr>
          <p:cNvPr id="22" name="S06-fracbar208"/>
          <p:cNvSpPr/>
          <p:nvPr/>
        </p:nvSpPr>
        <p:spPr>
          <a:xfrm>
            <a:off x="9314546" y="3516884"/>
            <a:ext cx="503936" cy="0"/>
          </a:xfrm>
          <a:prstGeom prst="line">
            <a:avLst/>
          </a:prstGeom>
          <a:noFill/>
          <a:ln w="22225">
            <a:solidFill>
              <a:srgbClr val="1F2937"/>
            </a:solidFill>
            <a:prstDash val="solid"/>
          </a:ln>
        </p:spPr>
      </p:sp>
      <p:sp>
        <p:nvSpPr>
          <p:cNvPr id="23" name="S06-num209"/>
          <p:cNvSpPr txBox="1"/>
          <p:nvPr/>
        </p:nvSpPr>
        <p:spPr>
          <a:xfrm>
            <a:off x="9277970" y="3553460"/>
            <a:ext cx="577088" cy="419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8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12</a:t>
            </a:r>
            <a:endParaRPr lang="ko-KR" sz="2800" dirty="0"/>
          </a:p>
        </p:txBody>
      </p:sp>
      <p:sp>
        <p:nvSpPr>
          <p:cNvPr id="24" name="S06-stepno210"/>
          <p:cNvSpPr txBox="1"/>
          <p:nvPr/>
        </p:nvSpPr>
        <p:spPr>
          <a:xfrm>
            <a:off x="548640" y="4183380"/>
            <a:ext cx="548640" cy="548640"/>
          </a:xfrm>
          <a:prstGeom prst="ellipse">
            <a:avLst/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</a:t>
            </a:r>
            <a:endParaRPr lang="ko-KR" sz="2200" dirty="0"/>
          </a:p>
        </p:txBody>
      </p:sp>
      <p:sp>
        <p:nvSpPr>
          <p:cNvPr id="25" name="S06-text211"/>
          <p:cNvSpPr txBox="1"/>
          <p:nvPr/>
        </p:nvSpPr>
        <p:spPr>
          <a:xfrm>
            <a:off x="1325880" y="4137660"/>
            <a:ext cx="5655930" cy="912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자연수끼리, 분수끼리</a:t>
            </a:r>
            <a:endParaRPr lang="ko-KR" sz="2800" dirty="0"/>
          </a:p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빼요.</a:t>
            </a:r>
            <a:endParaRPr lang="ko-KR" sz="2800" dirty="0"/>
          </a:p>
        </p:txBody>
      </p:sp>
      <p:sp>
        <p:nvSpPr>
          <p:cNvPr id="26" name="S06-op212"/>
          <p:cNvSpPr txBox="1"/>
          <p:nvPr/>
        </p:nvSpPr>
        <p:spPr>
          <a:xfrm>
            <a:off x="6981810" y="4137660"/>
            <a:ext cx="405384" cy="912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8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=</a:t>
            </a:r>
            <a:endParaRPr lang="ko-KR" sz="2800" dirty="0"/>
          </a:p>
        </p:txBody>
      </p:sp>
      <p:sp>
        <p:nvSpPr>
          <p:cNvPr id="27" name="S06-num213"/>
          <p:cNvSpPr txBox="1"/>
          <p:nvPr/>
        </p:nvSpPr>
        <p:spPr>
          <a:xfrm>
            <a:off x="7496922" y="4137660"/>
            <a:ext cx="289560" cy="912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r" indent="0" marL="0">
              <a:buNone/>
            </a:pPr>
            <a:r>
              <a:rPr lang="ko-KR" altLang="en-US" sz="28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</a:t>
            </a:r>
            <a:endParaRPr lang="ko-KR" sz="2800" dirty="0"/>
          </a:p>
        </p:txBody>
      </p:sp>
      <p:sp>
        <p:nvSpPr>
          <p:cNvPr id="28" name="S06-num214"/>
          <p:cNvSpPr txBox="1"/>
          <p:nvPr/>
        </p:nvSpPr>
        <p:spPr>
          <a:xfrm>
            <a:off x="7786482" y="4137660"/>
            <a:ext cx="577088" cy="419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8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7</a:t>
            </a:r>
            <a:endParaRPr lang="ko-KR" sz="2800" dirty="0"/>
          </a:p>
        </p:txBody>
      </p:sp>
      <p:sp>
        <p:nvSpPr>
          <p:cNvPr id="29" name="S06-fracbar215"/>
          <p:cNvSpPr/>
          <p:nvPr/>
        </p:nvSpPr>
        <p:spPr>
          <a:xfrm>
            <a:off x="7823058" y="4593844"/>
            <a:ext cx="503936" cy="0"/>
          </a:xfrm>
          <a:prstGeom prst="line">
            <a:avLst/>
          </a:prstGeom>
          <a:noFill/>
          <a:ln w="22225">
            <a:solidFill>
              <a:srgbClr val="1F2937"/>
            </a:solidFill>
            <a:prstDash val="solid"/>
          </a:ln>
        </p:spPr>
      </p:sp>
      <p:sp>
        <p:nvSpPr>
          <p:cNvPr id="30" name="S06-num216"/>
          <p:cNvSpPr txBox="1"/>
          <p:nvPr/>
        </p:nvSpPr>
        <p:spPr>
          <a:xfrm>
            <a:off x="7786482" y="4630420"/>
            <a:ext cx="577088" cy="419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8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12</a:t>
            </a:r>
            <a:endParaRPr lang="ko-KR" sz="2800" dirty="0"/>
          </a:p>
        </p:txBody>
      </p:sp>
      <p:sp>
        <p:nvSpPr>
          <p:cNvPr id="31" name="S06-stepno217"/>
          <p:cNvSpPr txBox="1"/>
          <p:nvPr/>
        </p:nvSpPr>
        <p:spPr>
          <a:xfrm>
            <a:off x="548640" y="5214620"/>
            <a:ext cx="548640" cy="548640"/>
          </a:xfrm>
          <a:prstGeom prst="ellipse">
            <a:avLst/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</a:t>
            </a:r>
            <a:endParaRPr lang="ko-KR" sz="2200" dirty="0"/>
          </a:p>
        </p:txBody>
      </p:sp>
      <p:sp>
        <p:nvSpPr>
          <p:cNvPr id="32" name="S06-text218"/>
          <p:cNvSpPr txBox="1"/>
          <p:nvPr/>
        </p:nvSpPr>
        <p:spPr>
          <a:xfrm>
            <a:off x="1325880" y="5214620"/>
            <a:ext cx="1031443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12분의 7은 기약분수인지 확인해요.</a:t>
            </a:r>
            <a:endParaRPr lang="ko-KR" sz="2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분수끼리 뺄 수 없으면</a:t>
            </a:r>
            <a:endParaRPr lang="ko-KR" sz="4000" dirty="0"/>
          </a:p>
        </p:txBody>
      </p:sp>
      <p:sp>
        <p:nvSpPr>
          <p:cNvPr id="3" name="S07-text219"/>
          <p:cNvSpPr txBox="1"/>
          <p:nvPr/>
        </p:nvSpPr>
        <p:spPr>
          <a:xfrm>
            <a:off x="548640" y="132588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3과 10분의 2에서 10분의 5를 빼려고 해요.</a:t>
            </a:r>
            <a:endParaRPr lang="ko-KR" sz="2800" dirty="0"/>
          </a:p>
        </p:txBody>
      </p:sp>
      <p:sp>
        <p:nvSpPr>
          <p:cNvPr id="4" name="S07-card220"/>
          <p:cNvSpPr/>
          <p:nvPr/>
        </p:nvSpPr>
        <p:spPr>
          <a:xfrm>
            <a:off x="548640" y="5037836"/>
            <a:ext cx="5431536" cy="1180084"/>
          </a:xfrm>
          <a:prstGeom prst="roundRect">
            <a:avLst>
              <a:gd name="adj" fmla="val 9298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5" name="S07-cardtext221"/>
          <p:cNvSpPr txBox="1"/>
          <p:nvPr/>
        </p:nvSpPr>
        <p:spPr>
          <a:xfrm>
            <a:off x="822960" y="5174996"/>
            <a:ext cx="4882896" cy="9057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셋째 막대 1 = 10분의 10</a:t>
            </a:r>
            <a:endParaRPr lang="ko-KR" sz="28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10칸으로 쪼개요.</a:t>
            </a:r>
            <a:endParaRPr lang="ko-KR" sz="2800" dirty="0"/>
          </a:p>
        </p:txBody>
      </p:sp>
      <p:sp>
        <p:nvSpPr>
          <p:cNvPr id="6" name="S07-card222"/>
          <p:cNvSpPr/>
          <p:nvPr/>
        </p:nvSpPr>
        <p:spPr>
          <a:xfrm>
            <a:off x="6208776" y="5037836"/>
            <a:ext cx="5431536" cy="1180084"/>
          </a:xfrm>
          <a:prstGeom prst="roundRect">
            <a:avLst>
              <a:gd name="adj" fmla="val 9298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7" name="S07-cardtext223"/>
          <p:cNvSpPr txBox="1"/>
          <p:nvPr/>
        </p:nvSpPr>
        <p:spPr>
          <a:xfrm>
            <a:off x="6483096" y="5174996"/>
            <a:ext cx="4882896" cy="9057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3과 10분의 2</a:t>
            </a:r>
            <a:endParaRPr lang="ko-KR" sz="28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= 2와 10분의 12</a:t>
            </a:r>
            <a:endParaRPr lang="ko-KR" sz="2800" dirty="0"/>
          </a:p>
        </p:txBody>
      </p:sp>
      <p:sp>
        <p:nvSpPr>
          <p:cNvPr id="8" name="S07-label224"/>
          <p:cNvSpPr txBox="1"/>
          <p:nvPr/>
        </p:nvSpPr>
        <p:spPr>
          <a:xfrm>
            <a:off x="548640" y="2148840"/>
            <a:ext cx="914400" cy="43878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</a:t>
            </a:r>
            <a:endParaRPr lang="ko-KR" sz="2200" dirty="0"/>
          </a:p>
        </p:txBody>
      </p:sp>
      <p:sp>
        <p:nvSpPr>
          <p:cNvPr id="9" name="S07-cell225"/>
          <p:cNvSpPr/>
          <p:nvPr/>
        </p:nvSpPr>
        <p:spPr>
          <a:xfrm>
            <a:off x="1600200" y="2148840"/>
            <a:ext cx="10040112" cy="438785"/>
          </a:xfrm>
          <a:prstGeom prst="rect">
            <a:avLst/>
          </a:prstGeom>
          <a:solidFill>
            <a:srgbClr val="E9762B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10" name="S07-figure226" descr="똑같이 1칸으로 나눈 띠, 1칸 색칠"/>
          <p:cNvSpPr/>
          <p:nvPr/>
        </p:nvSpPr>
        <p:spPr>
          <a:xfrm>
            <a:off x="1600200" y="2148840"/>
            <a:ext cx="10040112" cy="438785"/>
          </a:xfrm>
          <a:prstGeom prst="rect">
            <a:avLst/>
          </a:prstGeom>
          <a:solidFill>
            <a:srgbClr val="FFFFFF">
              <a:alpha val="0"/>
            </a:srgbClr>
          </a:solidFill>
          <a:ln w="28575">
            <a:solidFill>
              <a:srgbClr val="1F2937"/>
            </a:solidFill>
            <a:prstDash val="solid"/>
          </a:ln>
        </p:spPr>
      </p:sp>
      <p:sp>
        <p:nvSpPr>
          <p:cNvPr id="11" name="S07-label227"/>
          <p:cNvSpPr txBox="1"/>
          <p:nvPr/>
        </p:nvSpPr>
        <p:spPr>
          <a:xfrm>
            <a:off x="548640" y="2843657"/>
            <a:ext cx="914400" cy="43878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</a:t>
            </a:r>
            <a:endParaRPr lang="ko-KR" sz="2200" dirty="0"/>
          </a:p>
        </p:txBody>
      </p:sp>
      <p:sp>
        <p:nvSpPr>
          <p:cNvPr id="12" name="S07-cell228"/>
          <p:cNvSpPr/>
          <p:nvPr/>
        </p:nvSpPr>
        <p:spPr>
          <a:xfrm>
            <a:off x="1600200" y="2843657"/>
            <a:ext cx="10040112" cy="438785"/>
          </a:xfrm>
          <a:prstGeom prst="rect">
            <a:avLst/>
          </a:prstGeom>
          <a:solidFill>
            <a:srgbClr val="E9762B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13" name="S07-figure229" descr="똑같이 1칸으로 나눈 띠, 1칸 색칠"/>
          <p:cNvSpPr/>
          <p:nvPr/>
        </p:nvSpPr>
        <p:spPr>
          <a:xfrm>
            <a:off x="1600200" y="2843657"/>
            <a:ext cx="10040112" cy="438785"/>
          </a:xfrm>
          <a:prstGeom prst="rect">
            <a:avLst/>
          </a:prstGeom>
          <a:solidFill>
            <a:srgbClr val="FFFFFF">
              <a:alpha val="0"/>
            </a:srgbClr>
          </a:solidFill>
          <a:ln w="28575">
            <a:solidFill>
              <a:srgbClr val="1F2937"/>
            </a:solidFill>
            <a:prstDash val="solid"/>
          </a:ln>
        </p:spPr>
      </p:sp>
      <p:sp>
        <p:nvSpPr>
          <p:cNvPr id="14" name="S07-num230"/>
          <p:cNvSpPr txBox="1"/>
          <p:nvPr/>
        </p:nvSpPr>
        <p:spPr>
          <a:xfrm>
            <a:off x="790956" y="3451543"/>
            <a:ext cx="429768" cy="2697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18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10</a:t>
            </a:r>
            <a:endParaRPr lang="ko-KR" sz="1800" dirty="0"/>
          </a:p>
        </p:txBody>
      </p:sp>
      <p:sp>
        <p:nvSpPr>
          <p:cNvPr id="15" name="S07-fracbar231"/>
          <p:cNvSpPr/>
          <p:nvPr/>
        </p:nvSpPr>
        <p:spPr>
          <a:xfrm>
            <a:off x="827532" y="3757867"/>
            <a:ext cx="356616" cy="0"/>
          </a:xfrm>
          <a:prstGeom prst="line">
            <a:avLst/>
          </a:prstGeom>
          <a:noFill/>
          <a:ln w="19050">
            <a:solidFill>
              <a:srgbClr val="1F2937"/>
            </a:solidFill>
            <a:prstDash val="solid"/>
          </a:ln>
        </p:spPr>
      </p:sp>
      <p:sp>
        <p:nvSpPr>
          <p:cNvPr id="16" name="S07-num232"/>
          <p:cNvSpPr txBox="1"/>
          <p:nvPr/>
        </p:nvSpPr>
        <p:spPr>
          <a:xfrm>
            <a:off x="790956" y="3794443"/>
            <a:ext cx="429768" cy="2697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18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10</a:t>
            </a:r>
            <a:endParaRPr lang="ko-KR" sz="1800" dirty="0"/>
          </a:p>
        </p:txBody>
      </p:sp>
      <p:sp>
        <p:nvSpPr>
          <p:cNvPr id="17" name="S07-cell233"/>
          <p:cNvSpPr/>
          <p:nvPr/>
        </p:nvSpPr>
        <p:spPr>
          <a:xfrm>
            <a:off x="1600200" y="3538474"/>
            <a:ext cx="1004011" cy="438785"/>
          </a:xfrm>
          <a:prstGeom prst="rect">
            <a:avLst/>
          </a:prstGeom>
          <a:solidFill>
            <a:srgbClr val="E9762B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18" name="S07-cell234"/>
          <p:cNvSpPr/>
          <p:nvPr/>
        </p:nvSpPr>
        <p:spPr>
          <a:xfrm>
            <a:off x="2604211" y="3538474"/>
            <a:ext cx="1004011" cy="438785"/>
          </a:xfrm>
          <a:prstGeom prst="rect">
            <a:avLst/>
          </a:prstGeom>
          <a:solidFill>
            <a:srgbClr val="E9762B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19" name="S07-cell235"/>
          <p:cNvSpPr/>
          <p:nvPr/>
        </p:nvSpPr>
        <p:spPr>
          <a:xfrm>
            <a:off x="3608222" y="3538474"/>
            <a:ext cx="1004011" cy="438785"/>
          </a:xfrm>
          <a:prstGeom prst="rect">
            <a:avLst/>
          </a:prstGeom>
          <a:solidFill>
            <a:srgbClr val="E9762B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20" name="S07-cell236"/>
          <p:cNvSpPr/>
          <p:nvPr/>
        </p:nvSpPr>
        <p:spPr>
          <a:xfrm>
            <a:off x="4612234" y="3538474"/>
            <a:ext cx="1004011" cy="438785"/>
          </a:xfrm>
          <a:prstGeom prst="rect">
            <a:avLst/>
          </a:prstGeom>
          <a:solidFill>
            <a:srgbClr val="E9762B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21" name="S07-cell237"/>
          <p:cNvSpPr/>
          <p:nvPr/>
        </p:nvSpPr>
        <p:spPr>
          <a:xfrm>
            <a:off x="5616245" y="3538474"/>
            <a:ext cx="1004011" cy="438785"/>
          </a:xfrm>
          <a:prstGeom prst="rect">
            <a:avLst/>
          </a:prstGeom>
          <a:solidFill>
            <a:srgbClr val="E9762B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22" name="S07-cell238"/>
          <p:cNvSpPr/>
          <p:nvPr/>
        </p:nvSpPr>
        <p:spPr>
          <a:xfrm>
            <a:off x="6620256" y="3538474"/>
            <a:ext cx="1004011" cy="438785"/>
          </a:xfrm>
          <a:prstGeom prst="rect">
            <a:avLst/>
          </a:prstGeom>
          <a:solidFill>
            <a:srgbClr val="E9762B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23" name="S07-cell239"/>
          <p:cNvSpPr/>
          <p:nvPr/>
        </p:nvSpPr>
        <p:spPr>
          <a:xfrm>
            <a:off x="7624267" y="3538474"/>
            <a:ext cx="1004011" cy="438785"/>
          </a:xfrm>
          <a:prstGeom prst="rect">
            <a:avLst/>
          </a:prstGeom>
          <a:solidFill>
            <a:srgbClr val="E9762B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24" name="S07-cell240"/>
          <p:cNvSpPr/>
          <p:nvPr/>
        </p:nvSpPr>
        <p:spPr>
          <a:xfrm>
            <a:off x="8628278" y="3538474"/>
            <a:ext cx="1004011" cy="438785"/>
          </a:xfrm>
          <a:prstGeom prst="rect">
            <a:avLst/>
          </a:prstGeom>
          <a:solidFill>
            <a:srgbClr val="E9762B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25" name="S07-cell241"/>
          <p:cNvSpPr/>
          <p:nvPr/>
        </p:nvSpPr>
        <p:spPr>
          <a:xfrm>
            <a:off x="9632290" y="3538474"/>
            <a:ext cx="1004011" cy="438785"/>
          </a:xfrm>
          <a:prstGeom prst="rect">
            <a:avLst/>
          </a:prstGeom>
          <a:solidFill>
            <a:srgbClr val="E9762B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26" name="S07-cell242"/>
          <p:cNvSpPr/>
          <p:nvPr/>
        </p:nvSpPr>
        <p:spPr>
          <a:xfrm>
            <a:off x="10636301" y="3538474"/>
            <a:ext cx="1004011" cy="438785"/>
          </a:xfrm>
          <a:prstGeom prst="rect">
            <a:avLst/>
          </a:prstGeom>
          <a:solidFill>
            <a:srgbClr val="E9762B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27" name="S07-figure243" descr="똑같이 10칸으로 나눈 띠, 10칸 색칠"/>
          <p:cNvSpPr/>
          <p:nvPr/>
        </p:nvSpPr>
        <p:spPr>
          <a:xfrm>
            <a:off x="1600200" y="3538474"/>
            <a:ext cx="10040112" cy="438785"/>
          </a:xfrm>
          <a:prstGeom prst="rect">
            <a:avLst/>
          </a:prstGeom>
          <a:solidFill>
            <a:srgbClr val="FFFFFF">
              <a:alpha val="0"/>
            </a:srgbClr>
          </a:solidFill>
          <a:ln w="28575">
            <a:solidFill>
              <a:srgbClr val="1F2937"/>
            </a:solidFill>
            <a:prstDash val="solid"/>
          </a:ln>
        </p:spPr>
      </p:sp>
      <p:sp>
        <p:nvSpPr>
          <p:cNvPr id="28" name="S07-num244"/>
          <p:cNvSpPr txBox="1"/>
          <p:nvPr/>
        </p:nvSpPr>
        <p:spPr>
          <a:xfrm>
            <a:off x="790956" y="4146360"/>
            <a:ext cx="429768" cy="2697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18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</a:t>
            </a:r>
            <a:endParaRPr lang="ko-KR" sz="1800" dirty="0"/>
          </a:p>
        </p:txBody>
      </p:sp>
      <p:sp>
        <p:nvSpPr>
          <p:cNvPr id="29" name="S07-fracbar245"/>
          <p:cNvSpPr/>
          <p:nvPr/>
        </p:nvSpPr>
        <p:spPr>
          <a:xfrm>
            <a:off x="827532" y="4452684"/>
            <a:ext cx="356616" cy="0"/>
          </a:xfrm>
          <a:prstGeom prst="line">
            <a:avLst/>
          </a:prstGeom>
          <a:noFill/>
          <a:ln w="19050">
            <a:solidFill>
              <a:srgbClr val="1F2937"/>
            </a:solidFill>
            <a:prstDash val="solid"/>
          </a:ln>
        </p:spPr>
      </p:sp>
      <p:sp>
        <p:nvSpPr>
          <p:cNvPr id="30" name="S07-num246"/>
          <p:cNvSpPr txBox="1"/>
          <p:nvPr/>
        </p:nvSpPr>
        <p:spPr>
          <a:xfrm>
            <a:off x="790956" y="4489260"/>
            <a:ext cx="429768" cy="2697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18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10</a:t>
            </a:r>
            <a:endParaRPr lang="ko-KR" sz="1800" dirty="0"/>
          </a:p>
        </p:txBody>
      </p:sp>
      <p:sp>
        <p:nvSpPr>
          <p:cNvPr id="31" name="S07-cell247"/>
          <p:cNvSpPr/>
          <p:nvPr/>
        </p:nvSpPr>
        <p:spPr>
          <a:xfrm>
            <a:off x="1600200" y="4233291"/>
            <a:ext cx="1004011" cy="438785"/>
          </a:xfrm>
          <a:prstGeom prst="rect">
            <a:avLst/>
          </a:prstGeom>
          <a:solidFill>
            <a:srgbClr val="E9762B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32" name="S07-cell248"/>
          <p:cNvSpPr/>
          <p:nvPr/>
        </p:nvSpPr>
        <p:spPr>
          <a:xfrm>
            <a:off x="2604211" y="4233291"/>
            <a:ext cx="1004011" cy="438785"/>
          </a:xfrm>
          <a:prstGeom prst="rect">
            <a:avLst/>
          </a:prstGeom>
          <a:solidFill>
            <a:srgbClr val="E9762B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33" name="S07-cell249"/>
          <p:cNvSpPr/>
          <p:nvPr/>
        </p:nvSpPr>
        <p:spPr>
          <a:xfrm>
            <a:off x="3608222" y="4233291"/>
            <a:ext cx="1004011" cy="438785"/>
          </a:xfrm>
          <a:prstGeom prst="rect">
            <a:avLst/>
          </a:prstGeom>
          <a:solidFill>
            <a:srgbClr val="FFFFFF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34" name="S07-cell250"/>
          <p:cNvSpPr/>
          <p:nvPr/>
        </p:nvSpPr>
        <p:spPr>
          <a:xfrm>
            <a:off x="4612234" y="4233291"/>
            <a:ext cx="1004011" cy="438785"/>
          </a:xfrm>
          <a:prstGeom prst="rect">
            <a:avLst/>
          </a:prstGeom>
          <a:solidFill>
            <a:srgbClr val="FFFFFF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35" name="S07-cell251"/>
          <p:cNvSpPr/>
          <p:nvPr/>
        </p:nvSpPr>
        <p:spPr>
          <a:xfrm>
            <a:off x="5616245" y="4233291"/>
            <a:ext cx="1004011" cy="438785"/>
          </a:xfrm>
          <a:prstGeom prst="rect">
            <a:avLst/>
          </a:prstGeom>
          <a:solidFill>
            <a:srgbClr val="FFFFFF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36" name="S07-cell252"/>
          <p:cNvSpPr/>
          <p:nvPr/>
        </p:nvSpPr>
        <p:spPr>
          <a:xfrm>
            <a:off x="6620256" y="4233291"/>
            <a:ext cx="1004011" cy="438785"/>
          </a:xfrm>
          <a:prstGeom prst="rect">
            <a:avLst/>
          </a:prstGeom>
          <a:solidFill>
            <a:srgbClr val="FFFFFF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37" name="S07-cell253"/>
          <p:cNvSpPr/>
          <p:nvPr/>
        </p:nvSpPr>
        <p:spPr>
          <a:xfrm>
            <a:off x="7624267" y="4233291"/>
            <a:ext cx="1004011" cy="438785"/>
          </a:xfrm>
          <a:prstGeom prst="rect">
            <a:avLst/>
          </a:prstGeom>
          <a:solidFill>
            <a:srgbClr val="FFFFFF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38" name="S07-cell254"/>
          <p:cNvSpPr/>
          <p:nvPr/>
        </p:nvSpPr>
        <p:spPr>
          <a:xfrm>
            <a:off x="8628278" y="4233291"/>
            <a:ext cx="1004011" cy="438785"/>
          </a:xfrm>
          <a:prstGeom prst="rect">
            <a:avLst/>
          </a:prstGeom>
          <a:solidFill>
            <a:srgbClr val="FFFFFF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39" name="S07-cell255"/>
          <p:cNvSpPr/>
          <p:nvPr/>
        </p:nvSpPr>
        <p:spPr>
          <a:xfrm>
            <a:off x="9632290" y="4233291"/>
            <a:ext cx="1004011" cy="438785"/>
          </a:xfrm>
          <a:prstGeom prst="rect">
            <a:avLst/>
          </a:prstGeom>
          <a:solidFill>
            <a:srgbClr val="FFFFFF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40" name="S07-cell256"/>
          <p:cNvSpPr/>
          <p:nvPr/>
        </p:nvSpPr>
        <p:spPr>
          <a:xfrm>
            <a:off x="10636301" y="4233291"/>
            <a:ext cx="1004011" cy="438785"/>
          </a:xfrm>
          <a:prstGeom prst="rect">
            <a:avLst/>
          </a:prstGeom>
          <a:solidFill>
            <a:srgbClr val="FFFFFF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41" name="S07-figure257" descr="똑같이 10칸으로 나눈 띠, 2칸 색칠"/>
          <p:cNvSpPr/>
          <p:nvPr/>
        </p:nvSpPr>
        <p:spPr>
          <a:xfrm>
            <a:off x="1600200" y="4233291"/>
            <a:ext cx="10040112" cy="438785"/>
          </a:xfrm>
          <a:prstGeom prst="rect">
            <a:avLst/>
          </a:prstGeom>
          <a:solidFill>
            <a:srgbClr val="FFFFFF">
              <a:alpha val="0"/>
            </a:srgbClr>
          </a:solidFill>
          <a:ln w="28575">
            <a:solidFill>
              <a:srgbClr val="1F2937"/>
            </a:solidFill>
            <a:prstDash val="solid"/>
          </a:ln>
        </p:spPr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받아내림이 있는 뺄셈</a:t>
            </a:r>
            <a:endParaRPr lang="ko-KR" sz="4000" dirty="0"/>
          </a:p>
        </p:txBody>
      </p:sp>
      <p:sp>
        <p:nvSpPr>
          <p:cNvPr id="3" name="S08-num258"/>
          <p:cNvSpPr txBox="1"/>
          <p:nvPr/>
        </p:nvSpPr>
        <p:spPr>
          <a:xfrm>
            <a:off x="548640" y="1381252"/>
            <a:ext cx="323088" cy="10322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r" indent="0" marL="0">
              <a:buNone/>
            </a:pPr>
            <a:r>
              <a:rPr lang="ko-KR" altLang="en-US" sz="3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</a:t>
            </a:r>
            <a:endParaRPr lang="ko-KR" sz="3200" dirty="0"/>
          </a:p>
        </p:txBody>
      </p:sp>
      <p:sp>
        <p:nvSpPr>
          <p:cNvPr id="4" name="S08-num259"/>
          <p:cNvSpPr txBox="1"/>
          <p:nvPr/>
        </p:nvSpPr>
        <p:spPr>
          <a:xfrm>
            <a:off x="871728" y="1381252"/>
            <a:ext cx="536448" cy="4795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</a:t>
            </a:r>
            <a:endParaRPr lang="ko-KR" sz="3200" dirty="0"/>
          </a:p>
        </p:txBody>
      </p:sp>
      <p:sp>
        <p:nvSpPr>
          <p:cNvPr id="5" name="S08-fracbar260"/>
          <p:cNvSpPr/>
          <p:nvPr/>
        </p:nvSpPr>
        <p:spPr>
          <a:xfrm>
            <a:off x="908304" y="1897380"/>
            <a:ext cx="463296" cy="0"/>
          </a:xfrm>
          <a:prstGeom prst="line">
            <a:avLst/>
          </a:prstGeom>
          <a:noFill/>
          <a:ln w="25400">
            <a:solidFill>
              <a:srgbClr val="1F2937"/>
            </a:solidFill>
            <a:prstDash val="solid"/>
          </a:ln>
        </p:spPr>
      </p:sp>
      <p:sp>
        <p:nvSpPr>
          <p:cNvPr id="6" name="S08-num261"/>
          <p:cNvSpPr txBox="1"/>
          <p:nvPr/>
        </p:nvSpPr>
        <p:spPr>
          <a:xfrm>
            <a:off x="871728" y="1933956"/>
            <a:ext cx="536448" cy="4795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5</a:t>
            </a:r>
            <a:endParaRPr lang="ko-KR" sz="3200" dirty="0"/>
          </a:p>
        </p:txBody>
      </p:sp>
      <p:sp>
        <p:nvSpPr>
          <p:cNvPr id="7" name="S08-op262"/>
          <p:cNvSpPr txBox="1"/>
          <p:nvPr/>
        </p:nvSpPr>
        <p:spPr>
          <a:xfrm>
            <a:off x="1517904" y="1381252"/>
            <a:ext cx="426720" cy="10322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−</a:t>
            </a:r>
            <a:endParaRPr lang="ko-KR" sz="3200" dirty="0"/>
          </a:p>
        </p:txBody>
      </p:sp>
      <p:sp>
        <p:nvSpPr>
          <p:cNvPr id="8" name="S08-num263"/>
          <p:cNvSpPr txBox="1"/>
          <p:nvPr/>
        </p:nvSpPr>
        <p:spPr>
          <a:xfrm>
            <a:off x="2054352" y="1381252"/>
            <a:ext cx="323088" cy="10322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r" indent="0" marL="0">
              <a:buNone/>
            </a:pPr>
            <a:r>
              <a:rPr lang="ko-KR" altLang="en-US" sz="3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</a:t>
            </a:r>
            <a:endParaRPr lang="ko-KR" sz="3200" dirty="0"/>
          </a:p>
        </p:txBody>
      </p:sp>
      <p:sp>
        <p:nvSpPr>
          <p:cNvPr id="9" name="S08-num264"/>
          <p:cNvSpPr txBox="1"/>
          <p:nvPr/>
        </p:nvSpPr>
        <p:spPr>
          <a:xfrm>
            <a:off x="2377440" y="1381252"/>
            <a:ext cx="536448" cy="4795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</a:t>
            </a:r>
            <a:endParaRPr lang="ko-KR" sz="3200" dirty="0"/>
          </a:p>
        </p:txBody>
      </p:sp>
      <p:sp>
        <p:nvSpPr>
          <p:cNvPr id="10" name="S08-fracbar265"/>
          <p:cNvSpPr/>
          <p:nvPr/>
        </p:nvSpPr>
        <p:spPr>
          <a:xfrm>
            <a:off x="2414016" y="1897380"/>
            <a:ext cx="463296" cy="0"/>
          </a:xfrm>
          <a:prstGeom prst="line">
            <a:avLst/>
          </a:prstGeom>
          <a:noFill/>
          <a:ln w="25400">
            <a:solidFill>
              <a:srgbClr val="1F2937"/>
            </a:solidFill>
            <a:prstDash val="solid"/>
          </a:ln>
        </p:spPr>
      </p:sp>
      <p:sp>
        <p:nvSpPr>
          <p:cNvPr id="11" name="S08-num266"/>
          <p:cNvSpPr txBox="1"/>
          <p:nvPr/>
        </p:nvSpPr>
        <p:spPr>
          <a:xfrm>
            <a:off x="2377440" y="1933956"/>
            <a:ext cx="536448" cy="4795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</a:t>
            </a:r>
            <a:endParaRPr lang="ko-KR" sz="3200" dirty="0"/>
          </a:p>
        </p:txBody>
      </p:sp>
      <p:sp>
        <p:nvSpPr>
          <p:cNvPr id="12" name="S08-stepno267"/>
          <p:cNvSpPr txBox="1"/>
          <p:nvPr/>
        </p:nvSpPr>
        <p:spPr>
          <a:xfrm>
            <a:off x="548640" y="2924556"/>
            <a:ext cx="548640" cy="548640"/>
          </a:xfrm>
          <a:prstGeom prst="ellipse">
            <a:avLst/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</a:t>
            </a:r>
            <a:endParaRPr lang="ko-KR" sz="2200" dirty="0"/>
          </a:p>
        </p:txBody>
      </p:sp>
      <p:sp>
        <p:nvSpPr>
          <p:cNvPr id="13" name="S08-text268"/>
          <p:cNvSpPr txBox="1"/>
          <p:nvPr/>
        </p:nvSpPr>
        <p:spPr>
          <a:xfrm>
            <a:off x="1325880" y="2878836"/>
            <a:ext cx="5655930" cy="912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통분해요.</a:t>
            </a:r>
            <a:endParaRPr lang="ko-KR" sz="2800" dirty="0"/>
          </a:p>
        </p:txBody>
      </p:sp>
      <p:sp>
        <p:nvSpPr>
          <p:cNvPr id="14" name="S08-op269"/>
          <p:cNvSpPr txBox="1"/>
          <p:nvPr/>
        </p:nvSpPr>
        <p:spPr>
          <a:xfrm>
            <a:off x="6981810" y="2878836"/>
            <a:ext cx="405384" cy="912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8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=</a:t>
            </a:r>
            <a:endParaRPr lang="ko-KR" sz="2800" dirty="0"/>
          </a:p>
        </p:txBody>
      </p:sp>
      <p:sp>
        <p:nvSpPr>
          <p:cNvPr id="15" name="S08-num270"/>
          <p:cNvSpPr txBox="1"/>
          <p:nvPr/>
        </p:nvSpPr>
        <p:spPr>
          <a:xfrm>
            <a:off x="7496922" y="2878836"/>
            <a:ext cx="289560" cy="912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r" indent="0" marL="0">
              <a:buNone/>
            </a:pPr>
            <a:r>
              <a:rPr lang="ko-KR" altLang="en-US" sz="28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</a:t>
            </a:r>
            <a:endParaRPr lang="ko-KR" sz="2800" dirty="0"/>
          </a:p>
        </p:txBody>
      </p:sp>
      <p:sp>
        <p:nvSpPr>
          <p:cNvPr id="16" name="S08-num271"/>
          <p:cNvSpPr txBox="1"/>
          <p:nvPr/>
        </p:nvSpPr>
        <p:spPr>
          <a:xfrm>
            <a:off x="7786482" y="2878836"/>
            <a:ext cx="577088" cy="419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8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</a:t>
            </a:r>
            <a:endParaRPr lang="ko-KR" sz="2800" dirty="0"/>
          </a:p>
        </p:txBody>
      </p:sp>
      <p:sp>
        <p:nvSpPr>
          <p:cNvPr id="17" name="S08-fracbar272"/>
          <p:cNvSpPr/>
          <p:nvPr/>
        </p:nvSpPr>
        <p:spPr>
          <a:xfrm>
            <a:off x="7823058" y="3335020"/>
            <a:ext cx="503936" cy="0"/>
          </a:xfrm>
          <a:prstGeom prst="line">
            <a:avLst/>
          </a:prstGeom>
          <a:noFill/>
          <a:ln w="22225">
            <a:solidFill>
              <a:srgbClr val="1F2937"/>
            </a:solidFill>
            <a:prstDash val="solid"/>
          </a:ln>
        </p:spPr>
      </p:sp>
      <p:sp>
        <p:nvSpPr>
          <p:cNvPr id="18" name="S08-num273"/>
          <p:cNvSpPr txBox="1"/>
          <p:nvPr/>
        </p:nvSpPr>
        <p:spPr>
          <a:xfrm>
            <a:off x="7786482" y="3371596"/>
            <a:ext cx="577088" cy="419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8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10</a:t>
            </a:r>
            <a:endParaRPr lang="ko-KR" sz="2800" dirty="0"/>
          </a:p>
        </p:txBody>
      </p:sp>
      <p:sp>
        <p:nvSpPr>
          <p:cNvPr id="19" name="S08-op274"/>
          <p:cNvSpPr txBox="1"/>
          <p:nvPr/>
        </p:nvSpPr>
        <p:spPr>
          <a:xfrm>
            <a:off x="8473298" y="2878836"/>
            <a:ext cx="405384" cy="912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8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−</a:t>
            </a:r>
            <a:endParaRPr lang="ko-KR" sz="2800" dirty="0"/>
          </a:p>
        </p:txBody>
      </p:sp>
      <p:sp>
        <p:nvSpPr>
          <p:cNvPr id="20" name="S08-num275"/>
          <p:cNvSpPr txBox="1"/>
          <p:nvPr/>
        </p:nvSpPr>
        <p:spPr>
          <a:xfrm>
            <a:off x="8988410" y="2878836"/>
            <a:ext cx="289560" cy="912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r" indent="0" marL="0">
              <a:buNone/>
            </a:pPr>
            <a:r>
              <a:rPr lang="ko-KR" altLang="en-US" sz="28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</a:t>
            </a:r>
            <a:endParaRPr lang="ko-KR" sz="2800" dirty="0"/>
          </a:p>
        </p:txBody>
      </p:sp>
      <p:sp>
        <p:nvSpPr>
          <p:cNvPr id="21" name="S08-num276"/>
          <p:cNvSpPr txBox="1"/>
          <p:nvPr/>
        </p:nvSpPr>
        <p:spPr>
          <a:xfrm>
            <a:off x="9277970" y="2878836"/>
            <a:ext cx="577088" cy="419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8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5</a:t>
            </a:r>
            <a:endParaRPr lang="ko-KR" sz="2800" dirty="0"/>
          </a:p>
        </p:txBody>
      </p:sp>
      <p:sp>
        <p:nvSpPr>
          <p:cNvPr id="22" name="S08-fracbar277"/>
          <p:cNvSpPr/>
          <p:nvPr/>
        </p:nvSpPr>
        <p:spPr>
          <a:xfrm>
            <a:off x="9314546" y="3335020"/>
            <a:ext cx="503936" cy="0"/>
          </a:xfrm>
          <a:prstGeom prst="line">
            <a:avLst/>
          </a:prstGeom>
          <a:noFill/>
          <a:ln w="22225">
            <a:solidFill>
              <a:srgbClr val="1F2937"/>
            </a:solidFill>
            <a:prstDash val="solid"/>
          </a:ln>
        </p:spPr>
      </p:sp>
      <p:sp>
        <p:nvSpPr>
          <p:cNvPr id="23" name="S08-num278"/>
          <p:cNvSpPr txBox="1"/>
          <p:nvPr/>
        </p:nvSpPr>
        <p:spPr>
          <a:xfrm>
            <a:off x="9277970" y="3371596"/>
            <a:ext cx="577088" cy="419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8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10</a:t>
            </a:r>
            <a:endParaRPr lang="ko-KR" sz="2800" dirty="0"/>
          </a:p>
        </p:txBody>
      </p:sp>
      <p:sp>
        <p:nvSpPr>
          <p:cNvPr id="24" name="S08-stepno279"/>
          <p:cNvSpPr txBox="1"/>
          <p:nvPr/>
        </p:nvSpPr>
        <p:spPr>
          <a:xfrm>
            <a:off x="548640" y="4001516"/>
            <a:ext cx="548640" cy="548640"/>
          </a:xfrm>
          <a:prstGeom prst="ellipse">
            <a:avLst/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</a:t>
            </a:r>
            <a:endParaRPr lang="ko-KR" sz="2200" dirty="0"/>
          </a:p>
        </p:txBody>
      </p:sp>
      <p:sp>
        <p:nvSpPr>
          <p:cNvPr id="25" name="S08-text280"/>
          <p:cNvSpPr txBox="1"/>
          <p:nvPr/>
        </p:nvSpPr>
        <p:spPr>
          <a:xfrm>
            <a:off x="1325880" y="3955796"/>
            <a:ext cx="5655930" cy="912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1을 10분의 10으로</a:t>
            </a:r>
            <a:endParaRPr lang="ko-KR" sz="2800" dirty="0"/>
          </a:p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받아내려요.</a:t>
            </a:r>
            <a:endParaRPr lang="ko-KR" sz="2800" dirty="0"/>
          </a:p>
        </p:txBody>
      </p:sp>
      <p:sp>
        <p:nvSpPr>
          <p:cNvPr id="26" name="S08-op281"/>
          <p:cNvSpPr txBox="1"/>
          <p:nvPr/>
        </p:nvSpPr>
        <p:spPr>
          <a:xfrm>
            <a:off x="6981810" y="3955796"/>
            <a:ext cx="405384" cy="912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8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=</a:t>
            </a:r>
            <a:endParaRPr lang="ko-KR" sz="2800" dirty="0"/>
          </a:p>
        </p:txBody>
      </p:sp>
      <p:sp>
        <p:nvSpPr>
          <p:cNvPr id="27" name="S08-num282"/>
          <p:cNvSpPr txBox="1"/>
          <p:nvPr/>
        </p:nvSpPr>
        <p:spPr>
          <a:xfrm>
            <a:off x="7496922" y="3955796"/>
            <a:ext cx="289560" cy="912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r" indent="0" marL="0">
              <a:buNone/>
            </a:pPr>
            <a:r>
              <a:rPr lang="ko-KR" altLang="en-US" sz="28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</a:t>
            </a:r>
            <a:endParaRPr lang="ko-KR" sz="2800" dirty="0"/>
          </a:p>
        </p:txBody>
      </p:sp>
      <p:sp>
        <p:nvSpPr>
          <p:cNvPr id="28" name="S08-num283"/>
          <p:cNvSpPr txBox="1"/>
          <p:nvPr/>
        </p:nvSpPr>
        <p:spPr>
          <a:xfrm>
            <a:off x="7786482" y="3955796"/>
            <a:ext cx="577088" cy="419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8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12</a:t>
            </a:r>
            <a:endParaRPr lang="ko-KR" sz="2800" dirty="0"/>
          </a:p>
        </p:txBody>
      </p:sp>
      <p:sp>
        <p:nvSpPr>
          <p:cNvPr id="29" name="S08-fracbar284"/>
          <p:cNvSpPr/>
          <p:nvPr/>
        </p:nvSpPr>
        <p:spPr>
          <a:xfrm>
            <a:off x="7823058" y="4411980"/>
            <a:ext cx="503936" cy="0"/>
          </a:xfrm>
          <a:prstGeom prst="line">
            <a:avLst/>
          </a:prstGeom>
          <a:noFill/>
          <a:ln w="22225">
            <a:solidFill>
              <a:srgbClr val="1F2937"/>
            </a:solidFill>
            <a:prstDash val="solid"/>
          </a:ln>
        </p:spPr>
      </p:sp>
      <p:sp>
        <p:nvSpPr>
          <p:cNvPr id="30" name="S08-num285"/>
          <p:cNvSpPr txBox="1"/>
          <p:nvPr/>
        </p:nvSpPr>
        <p:spPr>
          <a:xfrm>
            <a:off x="7786482" y="4448556"/>
            <a:ext cx="577088" cy="419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8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10</a:t>
            </a:r>
            <a:endParaRPr lang="ko-KR" sz="2800" dirty="0"/>
          </a:p>
        </p:txBody>
      </p:sp>
      <p:sp>
        <p:nvSpPr>
          <p:cNvPr id="31" name="S08-op286"/>
          <p:cNvSpPr txBox="1"/>
          <p:nvPr/>
        </p:nvSpPr>
        <p:spPr>
          <a:xfrm>
            <a:off x="8473298" y="3955796"/>
            <a:ext cx="405384" cy="912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8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−</a:t>
            </a:r>
            <a:endParaRPr lang="ko-KR" sz="2800" dirty="0"/>
          </a:p>
        </p:txBody>
      </p:sp>
      <p:sp>
        <p:nvSpPr>
          <p:cNvPr id="32" name="S08-num287"/>
          <p:cNvSpPr txBox="1"/>
          <p:nvPr/>
        </p:nvSpPr>
        <p:spPr>
          <a:xfrm>
            <a:off x="8988410" y="3955796"/>
            <a:ext cx="289560" cy="912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r" indent="0" marL="0">
              <a:buNone/>
            </a:pPr>
            <a:r>
              <a:rPr lang="ko-KR" altLang="en-US" sz="28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</a:t>
            </a:r>
            <a:endParaRPr lang="ko-KR" sz="2800" dirty="0"/>
          </a:p>
        </p:txBody>
      </p:sp>
      <p:sp>
        <p:nvSpPr>
          <p:cNvPr id="33" name="S08-num288"/>
          <p:cNvSpPr txBox="1"/>
          <p:nvPr/>
        </p:nvSpPr>
        <p:spPr>
          <a:xfrm>
            <a:off x="9277970" y="3955796"/>
            <a:ext cx="577088" cy="419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8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5</a:t>
            </a:r>
            <a:endParaRPr lang="ko-KR" sz="2800" dirty="0"/>
          </a:p>
        </p:txBody>
      </p:sp>
      <p:sp>
        <p:nvSpPr>
          <p:cNvPr id="34" name="S08-fracbar289"/>
          <p:cNvSpPr/>
          <p:nvPr/>
        </p:nvSpPr>
        <p:spPr>
          <a:xfrm>
            <a:off x="9314546" y="4411980"/>
            <a:ext cx="503936" cy="0"/>
          </a:xfrm>
          <a:prstGeom prst="line">
            <a:avLst/>
          </a:prstGeom>
          <a:noFill/>
          <a:ln w="22225">
            <a:solidFill>
              <a:srgbClr val="1F2937"/>
            </a:solidFill>
            <a:prstDash val="solid"/>
          </a:ln>
        </p:spPr>
      </p:sp>
      <p:sp>
        <p:nvSpPr>
          <p:cNvPr id="35" name="S08-num290"/>
          <p:cNvSpPr txBox="1"/>
          <p:nvPr/>
        </p:nvSpPr>
        <p:spPr>
          <a:xfrm>
            <a:off x="9277970" y="4448556"/>
            <a:ext cx="577088" cy="419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8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10</a:t>
            </a:r>
            <a:endParaRPr lang="ko-KR" sz="2800" dirty="0"/>
          </a:p>
        </p:txBody>
      </p:sp>
      <p:sp>
        <p:nvSpPr>
          <p:cNvPr id="36" name="S08-stepno291"/>
          <p:cNvSpPr txBox="1"/>
          <p:nvPr/>
        </p:nvSpPr>
        <p:spPr>
          <a:xfrm>
            <a:off x="548640" y="5078476"/>
            <a:ext cx="548640" cy="548640"/>
          </a:xfrm>
          <a:prstGeom prst="ellipse">
            <a:avLst/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</a:t>
            </a:r>
            <a:endParaRPr lang="ko-KR" sz="2200" dirty="0"/>
          </a:p>
        </p:txBody>
      </p:sp>
      <p:sp>
        <p:nvSpPr>
          <p:cNvPr id="37" name="S08-text292"/>
          <p:cNvSpPr txBox="1"/>
          <p:nvPr/>
        </p:nvSpPr>
        <p:spPr>
          <a:xfrm>
            <a:off x="1325880" y="5032756"/>
            <a:ext cx="5655930" cy="912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자연수끼리, 분수끼리</a:t>
            </a:r>
            <a:endParaRPr lang="ko-KR" sz="2800" dirty="0"/>
          </a:p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빼요.</a:t>
            </a:r>
            <a:endParaRPr lang="ko-KR" sz="2800" dirty="0"/>
          </a:p>
        </p:txBody>
      </p:sp>
      <p:sp>
        <p:nvSpPr>
          <p:cNvPr id="38" name="S08-op293"/>
          <p:cNvSpPr txBox="1"/>
          <p:nvPr/>
        </p:nvSpPr>
        <p:spPr>
          <a:xfrm>
            <a:off x="6981810" y="5032756"/>
            <a:ext cx="405384" cy="912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8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=</a:t>
            </a:r>
            <a:endParaRPr lang="ko-KR" sz="2800" dirty="0"/>
          </a:p>
        </p:txBody>
      </p:sp>
      <p:sp>
        <p:nvSpPr>
          <p:cNvPr id="39" name="S08-num294"/>
          <p:cNvSpPr txBox="1"/>
          <p:nvPr/>
        </p:nvSpPr>
        <p:spPr>
          <a:xfrm>
            <a:off x="7496922" y="5032756"/>
            <a:ext cx="289560" cy="912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r" indent="0" marL="0">
              <a:buNone/>
            </a:pPr>
            <a:r>
              <a:rPr lang="ko-KR" altLang="en-US" sz="28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</a:t>
            </a:r>
            <a:endParaRPr lang="ko-KR" sz="2800" dirty="0"/>
          </a:p>
        </p:txBody>
      </p:sp>
      <p:sp>
        <p:nvSpPr>
          <p:cNvPr id="40" name="S08-num295"/>
          <p:cNvSpPr txBox="1"/>
          <p:nvPr/>
        </p:nvSpPr>
        <p:spPr>
          <a:xfrm>
            <a:off x="7786482" y="5032756"/>
            <a:ext cx="577088" cy="419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8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7</a:t>
            </a:r>
            <a:endParaRPr lang="ko-KR" sz="2800" dirty="0"/>
          </a:p>
        </p:txBody>
      </p:sp>
      <p:sp>
        <p:nvSpPr>
          <p:cNvPr id="41" name="S08-fracbar296"/>
          <p:cNvSpPr/>
          <p:nvPr/>
        </p:nvSpPr>
        <p:spPr>
          <a:xfrm>
            <a:off x="7823058" y="5488940"/>
            <a:ext cx="503936" cy="0"/>
          </a:xfrm>
          <a:prstGeom prst="line">
            <a:avLst/>
          </a:prstGeom>
          <a:noFill/>
          <a:ln w="22225">
            <a:solidFill>
              <a:srgbClr val="1F2937"/>
            </a:solidFill>
            <a:prstDash val="solid"/>
          </a:ln>
        </p:spPr>
      </p:sp>
      <p:sp>
        <p:nvSpPr>
          <p:cNvPr id="42" name="S08-num297"/>
          <p:cNvSpPr txBox="1"/>
          <p:nvPr/>
        </p:nvSpPr>
        <p:spPr>
          <a:xfrm>
            <a:off x="7786482" y="5525516"/>
            <a:ext cx="577088" cy="419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8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10</a:t>
            </a:r>
            <a:endParaRPr lang="ko-KR" sz="2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대분수의 뺄셈</a:t>
            </a:r>
            <a:endParaRPr lang="ko-KR" sz="4000" dirty="0"/>
          </a:p>
        </p:txBody>
      </p:sp>
      <p:sp>
        <p:nvSpPr>
          <p:cNvPr id="3" name="S09-text298"/>
          <p:cNvSpPr txBox="1"/>
          <p:nvPr/>
        </p:nvSpPr>
        <p:spPr>
          <a:xfrm>
            <a:off x="548640" y="132588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□를 채워요. 답은 기약분수로 나타내요.</a:t>
            </a:r>
            <a:endParaRPr lang="ko-KR" sz="2800" dirty="0"/>
          </a:p>
        </p:txBody>
      </p:sp>
      <p:sp>
        <p:nvSpPr>
          <p:cNvPr id="4" name="S09-card299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E6ECF4"/>
          </a:solidFill>
          <a:ln w="12700">
            <a:solidFill>
              <a:srgbClr val="E6ECF4"/>
            </a:solidFill>
            <a:prstDash val="solid"/>
          </a:ln>
        </p:spPr>
      </p:sp>
      <p:sp>
        <p:nvSpPr>
          <p:cNvPr id="5" name="S09-cardtext300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분수끼리 뺄 수 없으면 1을 받아내려요.</a:t>
            </a:r>
            <a:endParaRPr lang="ko-KR" sz="2800" dirty="0"/>
          </a:p>
        </p:txBody>
      </p:sp>
      <p:sp>
        <p:nvSpPr>
          <p:cNvPr id="6" name="S09-chip301"/>
          <p:cNvSpPr txBox="1"/>
          <p:nvPr/>
        </p:nvSpPr>
        <p:spPr>
          <a:xfrm>
            <a:off x="548640" y="218541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</a:t>
            </a:r>
            <a:endParaRPr lang="ko-KR" sz="2200" dirty="0"/>
          </a:p>
        </p:txBody>
      </p:sp>
      <p:sp>
        <p:nvSpPr>
          <p:cNvPr id="7" name="S09-num302"/>
          <p:cNvSpPr txBox="1"/>
          <p:nvPr/>
        </p:nvSpPr>
        <p:spPr>
          <a:xfrm>
            <a:off x="1344168" y="2012696"/>
            <a:ext cx="289560" cy="912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r" indent="0" marL="0">
              <a:buNone/>
            </a:pPr>
            <a:r>
              <a:rPr lang="ko-KR" altLang="en-US" sz="28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</a:t>
            </a:r>
            <a:endParaRPr lang="ko-KR" sz="2800" dirty="0"/>
          </a:p>
        </p:txBody>
      </p:sp>
      <p:sp>
        <p:nvSpPr>
          <p:cNvPr id="8" name="S09-num303"/>
          <p:cNvSpPr txBox="1"/>
          <p:nvPr/>
        </p:nvSpPr>
        <p:spPr>
          <a:xfrm>
            <a:off x="1633728" y="2012696"/>
            <a:ext cx="483108" cy="419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8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5</a:t>
            </a:r>
            <a:endParaRPr lang="ko-KR" sz="2800" dirty="0"/>
          </a:p>
        </p:txBody>
      </p:sp>
      <p:sp>
        <p:nvSpPr>
          <p:cNvPr id="9" name="S09-fracbar304"/>
          <p:cNvSpPr/>
          <p:nvPr/>
        </p:nvSpPr>
        <p:spPr>
          <a:xfrm>
            <a:off x="1670304" y="2468880"/>
            <a:ext cx="409956" cy="0"/>
          </a:xfrm>
          <a:prstGeom prst="line">
            <a:avLst/>
          </a:prstGeom>
          <a:noFill/>
          <a:ln w="22225">
            <a:solidFill>
              <a:srgbClr val="1F2937"/>
            </a:solidFill>
            <a:prstDash val="solid"/>
          </a:ln>
        </p:spPr>
      </p:sp>
      <p:sp>
        <p:nvSpPr>
          <p:cNvPr id="10" name="S09-num305"/>
          <p:cNvSpPr txBox="1"/>
          <p:nvPr/>
        </p:nvSpPr>
        <p:spPr>
          <a:xfrm>
            <a:off x="1633728" y="2505456"/>
            <a:ext cx="483108" cy="419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8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6</a:t>
            </a:r>
            <a:endParaRPr lang="ko-KR" sz="2800" dirty="0"/>
          </a:p>
        </p:txBody>
      </p:sp>
      <p:sp>
        <p:nvSpPr>
          <p:cNvPr id="11" name="S09-op306"/>
          <p:cNvSpPr txBox="1"/>
          <p:nvPr/>
        </p:nvSpPr>
        <p:spPr>
          <a:xfrm>
            <a:off x="2226564" y="2012696"/>
            <a:ext cx="405384" cy="912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8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−</a:t>
            </a:r>
            <a:endParaRPr lang="ko-KR" sz="2800" dirty="0"/>
          </a:p>
        </p:txBody>
      </p:sp>
      <p:sp>
        <p:nvSpPr>
          <p:cNvPr id="12" name="S09-num307"/>
          <p:cNvSpPr txBox="1"/>
          <p:nvPr/>
        </p:nvSpPr>
        <p:spPr>
          <a:xfrm>
            <a:off x="2741676" y="2012696"/>
            <a:ext cx="289560" cy="912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r" indent="0" marL="0">
              <a:buNone/>
            </a:pPr>
            <a:r>
              <a:rPr lang="ko-KR" altLang="en-US" sz="28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</a:t>
            </a:r>
            <a:endParaRPr lang="ko-KR" sz="2800" dirty="0"/>
          </a:p>
        </p:txBody>
      </p:sp>
      <p:sp>
        <p:nvSpPr>
          <p:cNvPr id="13" name="S09-num308"/>
          <p:cNvSpPr txBox="1"/>
          <p:nvPr/>
        </p:nvSpPr>
        <p:spPr>
          <a:xfrm>
            <a:off x="3031236" y="2012696"/>
            <a:ext cx="483108" cy="419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8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</a:t>
            </a:r>
            <a:endParaRPr lang="ko-KR" sz="2800" dirty="0"/>
          </a:p>
        </p:txBody>
      </p:sp>
      <p:sp>
        <p:nvSpPr>
          <p:cNvPr id="14" name="S09-fracbar309"/>
          <p:cNvSpPr/>
          <p:nvPr/>
        </p:nvSpPr>
        <p:spPr>
          <a:xfrm>
            <a:off x="3067812" y="2468880"/>
            <a:ext cx="409956" cy="0"/>
          </a:xfrm>
          <a:prstGeom prst="line">
            <a:avLst/>
          </a:prstGeom>
          <a:noFill/>
          <a:ln w="22225">
            <a:solidFill>
              <a:srgbClr val="1F2937"/>
            </a:solidFill>
            <a:prstDash val="solid"/>
          </a:ln>
        </p:spPr>
      </p:sp>
      <p:sp>
        <p:nvSpPr>
          <p:cNvPr id="15" name="S09-num310"/>
          <p:cNvSpPr txBox="1"/>
          <p:nvPr/>
        </p:nvSpPr>
        <p:spPr>
          <a:xfrm>
            <a:off x="3031236" y="2505456"/>
            <a:ext cx="483108" cy="419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8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</a:t>
            </a:r>
            <a:endParaRPr lang="ko-KR" sz="2800" dirty="0"/>
          </a:p>
        </p:txBody>
      </p:sp>
      <p:sp>
        <p:nvSpPr>
          <p:cNvPr id="16" name="S09-op311"/>
          <p:cNvSpPr txBox="1"/>
          <p:nvPr/>
        </p:nvSpPr>
        <p:spPr>
          <a:xfrm>
            <a:off x="3624072" y="2012696"/>
            <a:ext cx="405384" cy="912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8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=</a:t>
            </a:r>
            <a:endParaRPr lang="ko-KR" sz="2800" dirty="0"/>
          </a:p>
        </p:txBody>
      </p:sp>
      <p:sp>
        <p:nvSpPr>
          <p:cNvPr id="17" name="S09-blank312"/>
          <p:cNvSpPr/>
          <p:nvPr/>
        </p:nvSpPr>
        <p:spPr>
          <a:xfrm>
            <a:off x="4139184" y="2313625"/>
            <a:ext cx="310510" cy="310510"/>
          </a:xfrm>
          <a:prstGeom prst="rect">
            <a:avLst/>
          </a:prstGeom>
          <a:solidFill>
            <a:srgbClr val="FFFFFF"/>
          </a:solidFill>
          <a:ln w="22225">
            <a:solidFill>
              <a:srgbClr val="1F2937"/>
            </a:solidFill>
            <a:prstDash val="solid"/>
          </a:ln>
        </p:spPr>
      </p:sp>
      <p:sp>
        <p:nvSpPr>
          <p:cNvPr id="18" name="S09-blank313"/>
          <p:cNvSpPr/>
          <p:nvPr/>
        </p:nvSpPr>
        <p:spPr>
          <a:xfrm>
            <a:off x="4609145" y="2067245"/>
            <a:ext cx="310510" cy="310510"/>
          </a:xfrm>
          <a:prstGeom prst="rect">
            <a:avLst/>
          </a:prstGeom>
          <a:solidFill>
            <a:srgbClr val="FFFFFF"/>
          </a:solidFill>
          <a:ln w="22225">
            <a:solidFill>
              <a:srgbClr val="1F2937"/>
            </a:solidFill>
            <a:prstDash val="solid"/>
          </a:ln>
        </p:spPr>
      </p:sp>
      <p:sp>
        <p:nvSpPr>
          <p:cNvPr id="19" name="S09-fracbar314"/>
          <p:cNvSpPr/>
          <p:nvPr/>
        </p:nvSpPr>
        <p:spPr>
          <a:xfrm>
            <a:off x="4559422" y="2468880"/>
            <a:ext cx="409956" cy="0"/>
          </a:xfrm>
          <a:prstGeom prst="line">
            <a:avLst/>
          </a:prstGeom>
          <a:noFill/>
          <a:ln w="22225">
            <a:solidFill>
              <a:srgbClr val="1F2937"/>
            </a:solidFill>
            <a:prstDash val="solid"/>
          </a:ln>
        </p:spPr>
      </p:sp>
      <p:sp>
        <p:nvSpPr>
          <p:cNvPr id="20" name="S09-num315"/>
          <p:cNvSpPr txBox="1"/>
          <p:nvPr/>
        </p:nvSpPr>
        <p:spPr>
          <a:xfrm>
            <a:off x="4522846" y="2505456"/>
            <a:ext cx="483108" cy="419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8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</a:t>
            </a:r>
            <a:endParaRPr lang="ko-KR" sz="2800" dirty="0"/>
          </a:p>
        </p:txBody>
      </p:sp>
      <p:sp>
        <p:nvSpPr>
          <p:cNvPr id="21" name="S09-chip316"/>
          <p:cNvSpPr txBox="1"/>
          <p:nvPr/>
        </p:nvSpPr>
        <p:spPr>
          <a:xfrm>
            <a:off x="548640" y="328269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</a:t>
            </a:r>
            <a:endParaRPr lang="ko-KR" sz="2200" dirty="0"/>
          </a:p>
        </p:txBody>
      </p:sp>
      <p:sp>
        <p:nvSpPr>
          <p:cNvPr id="22" name="S09-num317"/>
          <p:cNvSpPr txBox="1"/>
          <p:nvPr/>
        </p:nvSpPr>
        <p:spPr>
          <a:xfrm>
            <a:off x="1344168" y="3109976"/>
            <a:ext cx="289560" cy="912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r" indent="0" marL="0">
              <a:buNone/>
            </a:pPr>
            <a:r>
              <a:rPr lang="ko-KR" altLang="en-US" sz="28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</a:t>
            </a:r>
            <a:endParaRPr lang="ko-KR" sz="2800" dirty="0"/>
          </a:p>
        </p:txBody>
      </p:sp>
      <p:sp>
        <p:nvSpPr>
          <p:cNvPr id="23" name="S09-num318"/>
          <p:cNvSpPr txBox="1"/>
          <p:nvPr/>
        </p:nvSpPr>
        <p:spPr>
          <a:xfrm>
            <a:off x="1633728" y="3109976"/>
            <a:ext cx="483108" cy="419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8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</a:t>
            </a:r>
            <a:endParaRPr lang="ko-KR" sz="2800" dirty="0"/>
          </a:p>
        </p:txBody>
      </p:sp>
      <p:sp>
        <p:nvSpPr>
          <p:cNvPr id="24" name="S09-fracbar319"/>
          <p:cNvSpPr/>
          <p:nvPr/>
        </p:nvSpPr>
        <p:spPr>
          <a:xfrm>
            <a:off x="1670304" y="3566160"/>
            <a:ext cx="409956" cy="0"/>
          </a:xfrm>
          <a:prstGeom prst="line">
            <a:avLst/>
          </a:prstGeom>
          <a:noFill/>
          <a:ln w="22225">
            <a:solidFill>
              <a:srgbClr val="1F2937"/>
            </a:solidFill>
            <a:prstDash val="solid"/>
          </a:ln>
        </p:spPr>
      </p:sp>
      <p:sp>
        <p:nvSpPr>
          <p:cNvPr id="25" name="S09-num320"/>
          <p:cNvSpPr txBox="1"/>
          <p:nvPr/>
        </p:nvSpPr>
        <p:spPr>
          <a:xfrm>
            <a:off x="1633728" y="3602736"/>
            <a:ext cx="483108" cy="419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8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</a:t>
            </a:r>
            <a:endParaRPr lang="ko-KR" sz="2800" dirty="0"/>
          </a:p>
        </p:txBody>
      </p:sp>
      <p:sp>
        <p:nvSpPr>
          <p:cNvPr id="26" name="S09-op321"/>
          <p:cNvSpPr txBox="1"/>
          <p:nvPr/>
        </p:nvSpPr>
        <p:spPr>
          <a:xfrm>
            <a:off x="2226564" y="3109976"/>
            <a:ext cx="405384" cy="912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8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−</a:t>
            </a:r>
            <a:endParaRPr lang="ko-KR" sz="2800" dirty="0"/>
          </a:p>
        </p:txBody>
      </p:sp>
      <p:sp>
        <p:nvSpPr>
          <p:cNvPr id="27" name="S09-num322"/>
          <p:cNvSpPr txBox="1"/>
          <p:nvPr/>
        </p:nvSpPr>
        <p:spPr>
          <a:xfrm>
            <a:off x="2741676" y="3109976"/>
            <a:ext cx="289560" cy="912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r" indent="0" marL="0">
              <a:buNone/>
            </a:pPr>
            <a:r>
              <a:rPr lang="ko-KR" altLang="en-US" sz="28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</a:t>
            </a:r>
            <a:endParaRPr lang="ko-KR" sz="2800" dirty="0"/>
          </a:p>
        </p:txBody>
      </p:sp>
      <p:sp>
        <p:nvSpPr>
          <p:cNvPr id="28" name="S09-num323"/>
          <p:cNvSpPr txBox="1"/>
          <p:nvPr/>
        </p:nvSpPr>
        <p:spPr>
          <a:xfrm>
            <a:off x="3031236" y="3109976"/>
            <a:ext cx="483108" cy="419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8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</a:t>
            </a:r>
            <a:endParaRPr lang="ko-KR" sz="2800" dirty="0"/>
          </a:p>
        </p:txBody>
      </p:sp>
      <p:sp>
        <p:nvSpPr>
          <p:cNvPr id="29" name="S09-fracbar324"/>
          <p:cNvSpPr/>
          <p:nvPr/>
        </p:nvSpPr>
        <p:spPr>
          <a:xfrm>
            <a:off x="3067812" y="3566160"/>
            <a:ext cx="409956" cy="0"/>
          </a:xfrm>
          <a:prstGeom prst="line">
            <a:avLst/>
          </a:prstGeom>
          <a:noFill/>
          <a:ln w="22225">
            <a:solidFill>
              <a:srgbClr val="1F2937"/>
            </a:solidFill>
            <a:prstDash val="solid"/>
          </a:ln>
        </p:spPr>
      </p:sp>
      <p:sp>
        <p:nvSpPr>
          <p:cNvPr id="30" name="S09-num325"/>
          <p:cNvSpPr txBox="1"/>
          <p:nvPr/>
        </p:nvSpPr>
        <p:spPr>
          <a:xfrm>
            <a:off x="3031236" y="3602736"/>
            <a:ext cx="483108" cy="419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8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</a:t>
            </a:r>
            <a:endParaRPr lang="ko-KR" sz="2800" dirty="0"/>
          </a:p>
        </p:txBody>
      </p:sp>
      <p:sp>
        <p:nvSpPr>
          <p:cNvPr id="31" name="S09-op326"/>
          <p:cNvSpPr txBox="1"/>
          <p:nvPr/>
        </p:nvSpPr>
        <p:spPr>
          <a:xfrm>
            <a:off x="3624072" y="3109976"/>
            <a:ext cx="405384" cy="912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8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=</a:t>
            </a:r>
            <a:endParaRPr lang="ko-KR" sz="2800" dirty="0"/>
          </a:p>
        </p:txBody>
      </p:sp>
      <p:sp>
        <p:nvSpPr>
          <p:cNvPr id="32" name="S09-blank327"/>
          <p:cNvSpPr/>
          <p:nvPr/>
        </p:nvSpPr>
        <p:spPr>
          <a:xfrm>
            <a:off x="4139184" y="3410905"/>
            <a:ext cx="310510" cy="310510"/>
          </a:xfrm>
          <a:prstGeom prst="rect">
            <a:avLst/>
          </a:prstGeom>
          <a:solidFill>
            <a:srgbClr val="FFFFFF"/>
          </a:solidFill>
          <a:ln w="22225">
            <a:solidFill>
              <a:srgbClr val="1F2937"/>
            </a:solidFill>
            <a:prstDash val="solid"/>
          </a:ln>
        </p:spPr>
      </p:sp>
      <p:sp>
        <p:nvSpPr>
          <p:cNvPr id="33" name="S09-blank328"/>
          <p:cNvSpPr/>
          <p:nvPr/>
        </p:nvSpPr>
        <p:spPr>
          <a:xfrm>
            <a:off x="4656135" y="3164525"/>
            <a:ext cx="310510" cy="310510"/>
          </a:xfrm>
          <a:prstGeom prst="rect">
            <a:avLst/>
          </a:prstGeom>
          <a:solidFill>
            <a:srgbClr val="FFFFFF"/>
          </a:solidFill>
          <a:ln w="22225">
            <a:solidFill>
              <a:srgbClr val="1F2937"/>
            </a:solidFill>
            <a:prstDash val="solid"/>
          </a:ln>
        </p:spPr>
      </p:sp>
      <p:sp>
        <p:nvSpPr>
          <p:cNvPr id="34" name="S09-fracbar329"/>
          <p:cNvSpPr/>
          <p:nvPr/>
        </p:nvSpPr>
        <p:spPr>
          <a:xfrm>
            <a:off x="4559422" y="3566160"/>
            <a:ext cx="503936" cy="0"/>
          </a:xfrm>
          <a:prstGeom prst="line">
            <a:avLst/>
          </a:prstGeom>
          <a:noFill/>
          <a:ln w="22225">
            <a:solidFill>
              <a:srgbClr val="1F2937"/>
            </a:solidFill>
            <a:prstDash val="solid"/>
          </a:ln>
        </p:spPr>
      </p:sp>
      <p:sp>
        <p:nvSpPr>
          <p:cNvPr id="35" name="S09-num330"/>
          <p:cNvSpPr txBox="1"/>
          <p:nvPr/>
        </p:nvSpPr>
        <p:spPr>
          <a:xfrm>
            <a:off x="4522846" y="3602736"/>
            <a:ext cx="577088" cy="419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8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12</a:t>
            </a:r>
            <a:endParaRPr lang="ko-KR" sz="2800" dirty="0"/>
          </a:p>
        </p:txBody>
      </p:sp>
      <p:sp>
        <p:nvSpPr>
          <p:cNvPr id="36" name="S09-chip331"/>
          <p:cNvSpPr txBox="1"/>
          <p:nvPr/>
        </p:nvSpPr>
        <p:spPr>
          <a:xfrm>
            <a:off x="548640" y="437997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③</a:t>
            </a:r>
            <a:endParaRPr lang="ko-KR" sz="2200" dirty="0"/>
          </a:p>
        </p:txBody>
      </p:sp>
      <p:sp>
        <p:nvSpPr>
          <p:cNvPr id="37" name="S09-num332"/>
          <p:cNvSpPr txBox="1"/>
          <p:nvPr/>
        </p:nvSpPr>
        <p:spPr>
          <a:xfrm>
            <a:off x="1344168" y="4207256"/>
            <a:ext cx="289560" cy="912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r" indent="0" marL="0">
              <a:buNone/>
            </a:pPr>
            <a:r>
              <a:rPr lang="ko-KR" altLang="en-US" sz="28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5</a:t>
            </a:r>
            <a:endParaRPr lang="ko-KR" sz="2800" dirty="0"/>
          </a:p>
        </p:txBody>
      </p:sp>
      <p:sp>
        <p:nvSpPr>
          <p:cNvPr id="38" name="S09-num333"/>
          <p:cNvSpPr txBox="1"/>
          <p:nvPr/>
        </p:nvSpPr>
        <p:spPr>
          <a:xfrm>
            <a:off x="1633728" y="4207256"/>
            <a:ext cx="483108" cy="419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8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</a:t>
            </a:r>
            <a:endParaRPr lang="ko-KR" sz="2800" dirty="0"/>
          </a:p>
        </p:txBody>
      </p:sp>
      <p:sp>
        <p:nvSpPr>
          <p:cNvPr id="39" name="S09-fracbar334"/>
          <p:cNvSpPr/>
          <p:nvPr/>
        </p:nvSpPr>
        <p:spPr>
          <a:xfrm>
            <a:off x="1670304" y="4663440"/>
            <a:ext cx="409956" cy="0"/>
          </a:xfrm>
          <a:prstGeom prst="line">
            <a:avLst/>
          </a:prstGeom>
          <a:noFill/>
          <a:ln w="22225">
            <a:solidFill>
              <a:srgbClr val="1F2937"/>
            </a:solidFill>
            <a:prstDash val="solid"/>
          </a:ln>
        </p:spPr>
      </p:sp>
      <p:sp>
        <p:nvSpPr>
          <p:cNvPr id="40" name="S09-num335"/>
          <p:cNvSpPr txBox="1"/>
          <p:nvPr/>
        </p:nvSpPr>
        <p:spPr>
          <a:xfrm>
            <a:off x="1633728" y="4700016"/>
            <a:ext cx="483108" cy="419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8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</a:t>
            </a:r>
            <a:endParaRPr lang="ko-KR" sz="2800" dirty="0"/>
          </a:p>
        </p:txBody>
      </p:sp>
      <p:sp>
        <p:nvSpPr>
          <p:cNvPr id="41" name="S09-op336"/>
          <p:cNvSpPr txBox="1"/>
          <p:nvPr/>
        </p:nvSpPr>
        <p:spPr>
          <a:xfrm>
            <a:off x="2226564" y="4207256"/>
            <a:ext cx="405384" cy="912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8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−</a:t>
            </a:r>
            <a:endParaRPr lang="ko-KR" sz="2800" dirty="0"/>
          </a:p>
        </p:txBody>
      </p:sp>
      <p:sp>
        <p:nvSpPr>
          <p:cNvPr id="42" name="S09-num337"/>
          <p:cNvSpPr txBox="1"/>
          <p:nvPr/>
        </p:nvSpPr>
        <p:spPr>
          <a:xfrm>
            <a:off x="2741676" y="4207256"/>
            <a:ext cx="289560" cy="912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r" indent="0" marL="0">
              <a:buNone/>
            </a:pPr>
            <a:r>
              <a:rPr lang="ko-KR" altLang="en-US" sz="28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</a:t>
            </a:r>
            <a:endParaRPr lang="ko-KR" sz="2800" dirty="0"/>
          </a:p>
        </p:txBody>
      </p:sp>
      <p:sp>
        <p:nvSpPr>
          <p:cNvPr id="43" name="S09-num338"/>
          <p:cNvSpPr txBox="1"/>
          <p:nvPr/>
        </p:nvSpPr>
        <p:spPr>
          <a:xfrm>
            <a:off x="3031236" y="4207256"/>
            <a:ext cx="483108" cy="419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8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</a:t>
            </a:r>
            <a:endParaRPr lang="ko-KR" sz="2800" dirty="0"/>
          </a:p>
        </p:txBody>
      </p:sp>
      <p:sp>
        <p:nvSpPr>
          <p:cNvPr id="44" name="S09-fracbar339"/>
          <p:cNvSpPr/>
          <p:nvPr/>
        </p:nvSpPr>
        <p:spPr>
          <a:xfrm>
            <a:off x="3067812" y="4663440"/>
            <a:ext cx="409956" cy="0"/>
          </a:xfrm>
          <a:prstGeom prst="line">
            <a:avLst/>
          </a:prstGeom>
          <a:noFill/>
          <a:ln w="22225">
            <a:solidFill>
              <a:srgbClr val="1F2937"/>
            </a:solidFill>
            <a:prstDash val="solid"/>
          </a:ln>
        </p:spPr>
      </p:sp>
      <p:sp>
        <p:nvSpPr>
          <p:cNvPr id="45" name="S09-num340"/>
          <p:cNvSpPr txBox="1"/>
          <p:nvPr/>
        </p:nvSpPr>
        <p:spPr>
          <a:xfrm>
            <a:off x="3031236" y="4700016"/>
            <a:ext cx="483108" cy="419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8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5</a:t>
            </a:r>
            <a:endParaRPr lang="ko-KR" sz="2800" dirty="0"/>
          </a:p>
        </p:txBody>
      </p:sp>
      <p:sp>
        <p:nvSpPr>
          <p:cNvPr id="46" name="S09-op341"/>
          <p:cNvSpPr txBox="1"/>
          <p:nvPr/>
        </p:nvSpPr>
        <p:spPr>
          <a:xfrm>
            <a:off x="3624072" y="4207256"/>
            <a:ext cx="405384" cy="912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8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=</a:t>
            </a:r>
            <a:endParaRPr lang="ko-KR" sz="2800" dirty="0"/>
          </a:p>
        </p:txBody>
      </p:sp>
      <p:sp>
        <p:nvSpPr>
          <p:cNvPr id="47" name="S09-blank342"/>
          <p:cNvSpPr/>
          <p:nvPr/>
        </p:nvSpPr>
        <p:spPr>
          <a:xfrm>
            <a:off x="4139184" y="4508185"/>
            <a:ext cx="310510" cy="310510"/>
          </a:xfrm>
          <a:prstGeom prst="rect">
            <a:avLst/>
          </a:prstGeom>
          <a:solidFill>
            <a:srgbClr val="FFFFFF"/>
          </a:solidFill>
          <a:ln w="22225">
            <a:solidFill>
              <a:srgbClr val="1F2937"/>
            </a:solidFill>
            <a:prstDash val="solid"/>
          </a:ln>
        </p:spPr>
      </p:sp>
      <p:sp>
        <p:nvSpPr>
          <p:cNvPr id="48" name="S09-blank343"/>
          <p:cNvSpPr/>
          <p:nvPr/>
        </p:nvSpPr>
        <p:spPr>
          <a:xfrm>
            <a:off x="4656135" y="4261805"/>
            <a:ext cx="310510" cy="310510"/>
          </a:xfrm>
          <a:prstGeom prst="rect">
            <a:avLst/>
          </a:prstGeom>
          <a:solidFill>
            <a:srgbClr val="FFFFFF"/>
          </a:solidFill>
          <a:ln w="22225">
            <a:solidFill>
              <a:srgbClr val="1F2937"/>
            </a:solidFill>
            <a:prstDash val="solid"/>
          </a:ln>
        </p:spPr>
      </p:sp>
      <p:sp>
        <p:nvSpPr>
          <p:cNvPr id="49" name="S09-fracbar344"/>
          <p:cNvSpPr/>
          <p:nvPr/>
        </p:nvSpPr>
        <p:spPr>
          <a:xfrm>
            <a:off x="4559422" y="4663440"/>
            <a:ext cx="503936" cy="0"/>
          </a:xfrm>
          <a:prstGeom prst="line">
            <a:avLst/>
          </a:prstGeom>
          <a:noFill/>
          <a:ln w="22225">
            <a:solidFill>
              <a:srgbClr val="1F2937"/>
            </a:solidFill>
            <a:prstDash val="solid"/>
          </a:ln>
        </p:spPr>
      </p:sp>
      <p:sp>
        <p:nvSpPr>
          <p:cNvPr id="50" name="S09-num345"/>
          <p:cNvSpPr txBox="1"/>
          <p:nvPr/>
        </p:nvSpPr>
        <p:spPr>
          <a:xfrm>
            <a:off x="4522846" y="4700016"/>
            <a:ext cx="577088" cy="419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8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10</a:t>
            </a:r>
            <a:endParaRPr lang="ko-KR" sz="2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누가 맞았을까요?</a:t>
            </a:r>
            <a:endParaRPr lang="ko-KR" sz="4000" dirty="0"/>
          </a:p>
        </p:txBody>
      </p:sp>
      <p:sp>
        <p:nvSpPr>
          <p:cNvPr id="3" name="S10-card346"/>
          <p:cNvSpPr/>
          <p:nvPr/>
        </p:nvSpPr>
        <p:spPr>
          <a:xfrm>
            <a:off x="548640" y="132588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4" name="S10-cardtext347"/>
          <p:cNvSpPr txBox="1"/>
          <p:nvPr/>
        </p:nvSpPr>
        <p:spPr>
          <a:xfrm>
            <a:off x="822960" y="146304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4와 3분의 1 − 1과 4분의 3을 계산했어요.</a:t>
            </a:r>
            <a:endParaRPr lang="ko-KR" sz="2800" dirty="0"/>
          </a:p>
        </p:txBody>
      </p:sp>
      <p:sp>
        <p:nvSpPr>
          <p:cNvPr id="5" name="S10-card348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FDEBDD"/>
          </a:solidFill>
          <a:ln w="12700">
            <a:solidFill>
              <a:srgbClr val="FDEBDD"/>
            </a:solidFill>
            <a:prstDash val="solid"/>
          </a:ln>
        </p:spPr>
      </p:sp>
      <p:sp>
        <p:nvSpPr>
          <p:cNvPr id="6" name="S10-cardtext349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누가 맞았을까요? 덧셈으로 확인해 봐요.</a:t>
            </a:r>
            <a:endParaRPr lang="ko-KR" sz="2800" dirty="0"/>
          </a:p>
        </p:txBody>
      </p:sp>
      <p:sp>
        <p:nvSpPr>
          <p:cNvPr id="7" name="S10-chip350"/>
          <p:cNvSpPr txBox="1"/>
          <p:nvPr/>
        </p:nvSpPr>
        <p:spPr>
          <a:xfrm>
            <a:off x="548640" y="2423160"/>
            <a:ext cx="5362956" cy="566928"/>
          </a:xfrm>
          <a:prstGeom prst="roundRect">
            <a:avLst>
              <a:gd name="adj" fmla="val 25806"/>
            </a:avLst>
          </a:prstGeom>
          <a:solidFill>
            <a:srgbClr val="E6ECF4"/>
          </a:solidFill>
          <a:ln>
            <a:solidFill>
              <a:srgbClr val="E6ECF4"/>
            </a:solidFill>
          </a:ln>
        </p:spPr>
        <p:txBody>
          <a:bodyPr wrap="square" lIns="177800" tIns="0" rIns="177800" bIns="0" rtlCol="0" anchor="ctr"/>
          <a:lstStyle/>
          <a:p>
            <a:pPr eaLnBrk="0" algn="l" indent="0" marL="0">
              <a:buNone/>
            </a:pPr>
            <a:r>
              <a:rPr lang="ko-KR" altLang="en-US" sz="2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토끼: 3과 12분의 5</a:t>
            </a:r>
            <a:endParaRPr lang="ko-KR" sz="2200" dirty="0"/>
          </a:p>
        </p:txBody>
      </p:sp>
      <p:sp>
        <p:nvSpPr>
          <p:cNvPr id="8" name="S10-text351"/>
          <p:cNvSpPr txBox="1"/>
          <p:nvPr/>
        </p:nvSpPr>
        <p:spPr>
          <a:xfrm>
            <a:off x="548640" y="3154680"/>
            <a:ext cx="5362956" cy="1965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12로 통분한 뒤</a:t>
            </a:r>
            <a:endParaRPr lang="ko-KR" sz="2800" dirty="0"/>
          </a:p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분수 부분을 9 − 4로</a:t>
            </a:r>
            <a:endParaRPr lang="ko-KR" sz="2800" dirty="0"/>
          </a:p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거꾸로 뺐어요.</a:t>
            </a:r>
            <a:endParaRPr lang="ko-KR" sz="2800" dirty="0"/>
          </a:p>
        </p:txBody>
      </p:sp>
      <p:sp>
        <p:nvSpPr>
          <p:cNvPr id="9" name="S10-chip352"/>
          <p:cNvSpPr txBox="1"/>
          <p:nvPr/>
        </p:nvSpPr>
        <p:spPr>
          <a:xfrm>
            <a:off x="6277356" y="2423160"/>
            <a:ext cx="5362956" cy="566928"/>
          </a:xfrm>
          <a:prstGeom prst="roundRect">
            <a:avLst>
              <a:gd name="adj" fmla="val 25806"/>
            </a:avLst>
          </a:prstGeom>
          <a:solidFill>
            <a:srgbClr val="E6ECF4"/>
          </a:solidFill>
          <a:ln>
            <a:solidFill>
              <a:srgbClr val="E6ECF4"/>
            </a:solidFill>
          </a:ln>
        </p:spPr>
        <p:txBody>
          <a:bodyPr wrap="square" lIns="177800" tIns="0" rIns="177800" bIns="0" rtlCol="0" anchor="ctr"/>
          <a:lstStyle/>
          <a:p>
            <a:pPr eaLnBrk="0" algn="l" indent="0" marL="0">
              <a:buNone/>
            </a:pPr>
            <a:r>
              <a:rPr lang="ko-KR" altLang="en-US" sz="2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곰: 2와 12분의 7</a:t>
            </a:r>
            <a:endParaRPr lang="ko-KR" sz="2200" dirty="0"/>
          </a:p>
        </p:txBody>
      </p:sp>
      <p:sp>
        <p:nvSpPr>
          <p:cNvPr id="10" name="S10-text353"/>
          <p:cNvSpPr txBox="1"/>
          <p:nvPr/>
        </p:nvSpPr>
        <p:spPr>
          <a:xfrm>
            <a:off x="6277356" y="3154680"/>
            <a:ext cx="5362956" cy="1965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12로 통분한 뒤</a:t>
            </a:r>
            <a:endParaRPr lang="ko-KR" sz="2800" dirty="0"/>
          </a:p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1을 12분의 12로</a:t>
            </a:r>
            <a:endParaRPr lang="ko-KR" sz="2800" dirty="0"/>
          </a:p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받아내려서 뺐어요.</a:t>
            </a:r>
            <a:endParaRPr lang="ko-KR" sz="2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혼자 해 보기</a:t>
            </a:r>
            <a:endParaRPr lang="ko-KR" sz="4000" dirty="0"/>
          </a:p>
        </p:txBody>
      </p:sp>
      <p:sp>
        <p:nvSpPr>
          <p:cNvPr id="3" name="S11-text354"/>
          <p:cNvSpPr txBox="1"/>
          <p:nvPr/>
        </p:nvSpPr>
        <p:spPr>
          <a:xfrm>
            <a:off x="548640" y="132588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답은 기약분수나 대분수로 나타내요.</a:t>
            </a:r>
            <a:endParaRPr lang="ko-KR" sz="2800" dirty="0"/>
          </a:p>
        </p:txBody>
      </p:sp>
      <p:sp>
        <p:nvSpPr>
          <p:cNvPr id="4" name="S11-chip355"/>
          <p:cNvSpPr txBox="1"/>
          <p:nvPr/>
        </p:nvSpPr>
        <p:spPr>
          <a:xfrm>
            <a:off x="548640" y="245973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</a:t>
            </a:r>
            <a:endParaRPr lang="ko-KR" sz="2200" dirty="0"/>
          </a:p>
        </p:txBody>
      </p:sp>
      <p:sp>
        <p:nvSpPr>
          <p:cNvPr id="5" name="S11-num356"/>
          <p:cNvSpPr txBox="1"/>
          <p:nvPr/>
        </p:nvSpPr>
        <p:spPr>
          <a:xfrm>
            <a:off x="1344168" y="2227072"/>
            <a:ext cx="536448" cy="4795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</a:t>
            </a:r>
            <a:endParaRPr lang="ko-KR" sz="3200" dirty="0"/>
          </a:p>
        </p:txBody>
      </p:sp>
      <p:sp>
        <p:nvSpPr>
          <p:cNvPr id="6" name="S11-fracbar357"/>
          <p:cNvSpPr/>
          <p:nvPr/>
        </p:nvSpPr>
        <p:spPr>
          <a:xfrm>
            <a:off x="1380744" y="2743200"/>
            <a:ext cx="463296" cy="0"/>
          </a:xfrm>
          <a:prstGeom prst="line">
            <a:avLst/>
          </a:prstGeom>
          <a:noFill/>
          <a:ln w="25400">
            <a:solidFill>
              <a:srgbClr val="1F2937"/>
            </a:solidFill>
            <a:prstDash val="solid"/>
          </a:ln>
        </p:spPr>
      </p:sp>
      <p:sp>
        <p:nvSpPr>
          <p:cNvPr id="7" name="S11-num358"/>
          <p:cNvSpPr txBox="1"/>
          <p:nvPr/>
        </p:nvSpPr>
        <p:spPr>
          <a:xfrm>
            <a:off x="1344168" y="2779776"/>
            <a:ext cx="536448" cy="4795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5</a:t>
            </a:r>
            <a:endParaRPr lang="ko-KR" sz="3200" dirty="0"/>
          </a:p>
        </p:txBody>
      </p:sp>
      <p:sp>
        <p:nvSpPr>
          <p:cNvPr id="8" name="S11-op359"/>
          <p:cNvSpPr txBox="1"/>
          <p:nvPr/>
        </p:nvSpPr>
        <p:spPr>
          <a:xfrm>
            <a:off x="1990344" y="2227072"/>
            <a:ext cx="426720" cy="10322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−</a:t>
            </a:r>
            <a:endParaRPr lang="ko-KR" sz="3200" dirty="0"/>
          </a:p>
        </p:txBody>
      </p:sp>
      <p:sp>
        <p:nvSpPr>
          <p:cNvPr id="9" name="S11-num360"/>
          <p:cNvSpPr txBox="1"/>
          <p:nvPr/>
        </p:nvSpPr>
        <p:spPr>
          <a:xfrm>
            <a:off x="2526792" y="2227072"/>
            <a:ext cx="536448" cy="4795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</a:t>
            </a:r>
            <a:endParaRPr lang="ko-KR" sz="3200" dirty="0"/>
          </a:p>
        </p:txBody>
      </p:sp>
      <p:sp>
        <p:nvSpPr>
          <p:cNvPr id="10" name="S11-fracbar361"/>
          <p:cNvSpPr/>
          <p:nvPr/>
        </p:nvSpPr>
        <p:spPr>
          <a:xfrm>
            <a:off x="2563368" y="2743200"/>
            <a:ext cx="463296" cy="0"/>
          </a:xfrm>
          <a:prstGeom prst="line">
            <a:avLst/>
          </a:prstGeom>
          <a:noFill/>
          <a:ln w="25400">
            <a:solidFill>
              <a:srgbClr val="1F2937"/>
            </a:solidFill>
            <a:prstDash val="solid"/>
          </a:ln>
        </p:spPr>
      </p:sp>
      <p:sp>
        <p:nvSpPr>
          <p:cNvPr id="11" name="S11-num362"/>
          <p:cNvSpPr txBox="1"/>
          <p:nvPr/>
        </p:nvSpPr>
        <p:spPr>
          <a:xfrm>
            <a:off x="2526792" y="2779776"/>
            <a:ext cx="536448" cy="4795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</a:t>
            </a:r>
            <a:endParaRPr lang="ko-KR" sz="3200" dirty="0"/>
          </a:p>
        </p:txBody>
      </p:sp>
      <p:sp>
        <p:nvSpPr>
          <p:cNvPr id="12" name="S11-op363"/>
          <p:cNvSpPr txBox="1"/>
          <p:nvPr/>
        </p:nvSpPr>
        <p:spPr>
          <a:xfrm>
            <a:off x="3172968" y="2227072"/>
            <a:ext cx="426720" cy="10322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=</a:t>
            </a:r>
            <a:endParaRPr lang="ko-KR" sz="3200" dirty="0"/>
          </a:p>
        </p:txBody>
      </p:sp>
      <p:sp>
        <p:nvSpPr>
          <p:cNvPr id="13" name="S11-blank364"/>
          <p:cNvSpPr/>
          <p:nvPr/>
        </p:nvSpPr>
        <p:spPr>
          <a:xfrm>
            <a:off x="3800206" y="2289414"/>
            <a:ext cx="354868" cy="354868"/>
          </a:xfrm>
          <a:prstGeom prst="rect">
            <a:avLst/>
          </a:prstGeom>
          <a:solidFill>
            <a:srgbClr val="FFFFFF"/>
          </a:solidFill>
          <a:ln w="22225">
            <a:solidFill>
              <a:srgbClr val="1F2937"/>
            </a:solidFill>
            <a:prstDash val="solid"/>
          </a:ln>
        </p:spPr>
      </p:sp>
      <p:sp>
        <p:nvSpPr>
          <p:cNvPr id="14" name="S11-fracbar365"/>
          <p:cNvSpPr/>
          <p:nvPr/>
        </p:nvSpPr>
        <p:spPr>
          <a:xfrm>
            <a:off x="3745992" y="2743200"/>
            <a:ext cx="463296" cy="0"/>
          </a:xfrm>
          <a:prstGeom prst="line">
            <a:avLst/>
          </a:prstGeom>
          <a:noFill/>
          <a:ln w="25400">
            <a:solidFill>
              <a:srgbClr val="1F2937"/>
            </a:solidFill>
            <a:prstDash val="solid"/>
          </a:ln>
        </p:spPr>
      </p:sp>
      <p:sp>
        <p:nvSpPr>
          <p:cNvPr id="15" name="S11-blank366"/>
          <p:cNvSpPr/>
          <p:nvPr/>
        </p:nvSpPr>
        <p:spPr>
          <a:xfrm>
            <a:off x="3800206" y="2842118"/>
            <a:ext cx="354868" cy="354868"/>
          </a:xfrm>
          <a:prstGeom prst="rect">
            <a:avLst/>
          </a:prstGeom>
          <a:solidFill>
            <a:srgbClr val="FFFFFF"/>
          </a:solidFill>
          <a:ln w="22225">
            <a:solidFill>
              <a:srgbClr val="1F2937"/>
            </a:solidFill>
            <a:prstDash val="solid"/>
          </a:ln>
        </p:spPr>
      </p:sp>
      <p:sp>
        <p:nvSpPr>
          <p:cNvPr id="16" name="S11-chip367"/>
          <p:cNvSpPr txBox="1"/>
          <p:nvPr/>
        </p:nvSpPr>
        <p:spPr>
          <a:xfrm>
            <a:off x="6277356" y="245973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</a:t>
            </a:r>
            <a:endParaRPr lang="ko-KR" sz="2200" dirty="0"/>
          </a:p>
        </p:txBody>
      </p:sp>
      <p:sp>
        <p:nvSpPr>
          <p:cNvPr id="17" name="S11-num368"/>
          <p:cNvSpPr txBox="1"/>
          <p:nvPr/>
        </p:nvSpPr>
        <p:spPr>
          <a:xfrm>
            <a:off x="7072884" y="2227072"/>
            <a:ext cx="536448" cy="4795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5</a:t>
            </a:r>
            <a:endParaRPr lang="ko-KR" sz="3200" dirty="0"/>
          </a:p>
        </p:txBody>
      </p:sp>
      <p:sp>
        <p:nvSpPr>
          <p:cNvPr id="18" name="S11-fracbar369"/>
          <p:cNvSpPr/>
          <p:nvPr/>
        </p:nvSpPr>
        <p:spPr>
          <a:xfrm>
            <a:off x="7109460" y="2743200"/>
            <a:ext cx="463296" cy="0"/>
          </a:xfrm>
          <a:prstGeom prst="line">
            <a:avLst/>
          </a:prstGeom>
          <a:noFill/>
          <a:ln w="25400">
            <a:solidFill>
              <a:srgbClr val="1F2937"/>
            </a:solidFill>
            <a:prstDash val="solid"/>
          </a:ln>
        </p:spPr>
      </p:sp>
      <p:sp>
        <p:nvSpPr>
          <p:cNvPr id="19" name="S11-num370"/>
          <p:cNvSpPr txBox="1"/>
          <p:nvPr/>
        </p:nvSpPr>
        <p:spPr>
          <a:xfrm>
            <a:off x="7072884" y="2779776"/>
            <a:ext cx="536448" cy="4795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6</a:t>
            </a:r>
            <a:endParaRPr lang="ko-KR" sz="3200" dirty="0"/>
          </a:p>
        </p:txBody>
      </p:sp>
      <p:sp>
        <p:nvSpPr>
          <p:cNvPr id="20" name="S11-op371"/>
          <p:cNvSpPr txBox="1"/>
          <p:nvPr/>
        </p:nvSpPr>
        <p:spPr>
          <a:xfrm>
            <a:off x="7719060" y="2227072"/>
            <a:ext cx="426720" cy="10322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−</a:t>
            </a:r>
            <a:endParaRPr lang="ko-KR" sz="3200" dirty="0"/>
          </a:p>
        </p:txBody>
      </p:sp>
      <p:sp>
        <p:nvSpPr>
          <p:cNvPr id="21" name="S11-num372"/>
          <p:cNvSpPr txBox="1"/>
          <p:nvPr/>
        </p:nvSpPr>
        <p:spPr>
          <a:xfrm>
            <a:off x="8255508" y="2227072"/>
            <a:ext cx="636016" cy="4795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</a:t>
            </a:r>
            <a:endParaRPr lang="ko-KR" sz="3200" dirty="0"/>
          </a:p>
        </p:txBody>
      </p:sp>
      <p:sp>
        <p:nvSpPr>
          <p:cNvPr id="22" name="S11-fracbar373"/>
          <p:cNvSpPr/>
          <p:nvPr/>
        </p:nvSpPr>
        <p:spPr>
          <a:xfrm>
            <a:off x="8292084" y="2743200"/>
            <a:ext cx="562864" cy="0"/>
          </a:xfrm>
          <a:prstGeom prst="line">
            <a:avLst/>
          </a:prstGeom>
          <a:noFill/>
          <a:ln w="25400">
            <a:solidFill>
              <a:srgbClr val="1F2937"/>
            </a:solidFill>
            <a:prstDash val="solid"/>
          </a:ln>
        </p:spPr>
      </p:sp>
      <p:sp>
        <p:nvSpPr>
          <p:cNvPr id="23" name="S11-num374"/>
          <p:cNvSpPr txBox="1"/>
          <p:nvPr/>
        </p:nvSpPr>
        <p:spPr>
          <a:xfrm>
            <a:off x="8255508" y="2779776"/>
            <a:ext cx="636016" cy="4795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10</a:t>
            </a:r>
            <a:endParaRPr lang="ko-KR" sz="3200" dirty="0"/>
          </a:p>
        </p:txBody>
      </p:sp>
      <p:sp>
        <p:nvSpPr>
          <p:cNvPr id="24" name="S11-op375"/>
          <p:cNvSpPr txBox="1"/>
          <p:nvPr/>
        </p:nvSpPr>
        <p:spPr>
          <a:xfrm>
            <a:off x="9001252" y="2227072"/>
            <a:ext cx="426720" cy="10322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=</a:t>
            </a:r>
            <a:endParaRPr lang="ko-KR" sz="3200" dirty="0"/>
          </a:p>
        </p:txBody>
      </p:sp>
      <p:sp>
        <p:nvSpPr>
          <p:cNvPr id="25" name="S11-blank376"/>
          <p:cNvSpPr/>
          <p:nvPr/>
        </p:nvSpPr>
        <p:spPr>
          <a:xfrm>
            <a:off x="9628490" y="2289414"/>
            <a:ext cx="354868" cy="354868"/>
          </a:xfrm>
          <a:prstGeom prst="rect">
            <a:avLst/>
          </a:prstGeom>
          <a:solidFill>
            <a:srgbClr val="FFFFFF"/>
          </a:solidFill>
          <a:ln w="22225">
            <a:solidFill>
              <a:srgbClr val="1F2937"/>
            </a:solidFill>
            <a:prstDash val="solid"/>
          </a:ln>
        </p:spPr>
      </p:sp>
      <p:sp>
        <p:nvSpPr>
          <p:cNvPr id="26" name="S11-fracbar377"/>
          <p:cNvSpPr/>
          <p:nvPr/>
        </p:nvSpPr>
        <p:spPr>
          <a:xfrm>
            <a:off x="9574276" y="2743200"/>
            <a:ext cx="463296" cy="0"/>
          </a:xfrm>
          <a:prstGeom prst="line">
            <a:avLst/>
          </a:prstGeom>
          <a:noFill/>
          <a:ln w="25400">
            <a:solidFill>
              <a:srgbClr val="1F2937"/>
            </a:solidFill>
            <a:prstDash val="solid"/>
          </a:ln>
        </p:spPr>
      </p:sp>
      <p:sp>
        <p:nvSpPr>
          <p:cNvPr id="27" name="S11-blank378"/>
          <p:cNvSpPr/>
          <p:nvPr/>
        </p:nvSpPr>
        <p:spPr>
          <a:xfrm>
            <a:off x="9628490" y="2842118"/>
            <a:ext cx="354868" cy="354868"/>
          </a:xfrm>
          <a:prstGeom prst="rect">
            <a:avLst/>
          </a:prstGeom>
          <a:solidFill>
            <a:srgbClr val="FFFFFF"/>
          </a:solidFill>
          <a:ln w="22225">
            <a:solidFill>
              <a:srgbClr val="1F2937"/>
            </a:solidFill>
            <a:prstDash val="solid"/>
          </a:ln>
        </p:spPr>
      </p:sp>
      <p:sp>
        <p:nvSpPr>
          <p:cNvPr id="28" name="S11-chip379"/>
          <p:cNvSpPr txBox="1"/>
          <p:nvPr/>
        </p:nvSpPr>
        <p:spPr>
          <a:xfrm>
            <a:off x="548640" y="465429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③</a:t>
            </a:r>
            <a:endParaRPr lang="ko-KR" sz="2200" dirty="0"/>
          </a:p>
        </p:txBody>
      </p:sp>
      <p:sp>
        <p:nvSpPr>
          <p:cNvPr id="29" name="S11-num380"/>
          <p:cNvSpPr txBox="1"/>
          <p:nvPr/>
        </p:nvSpPr>
        <p:spPr>
          <a:xfrm>
            <a:off x="1344168" y="4421632"/>
            <a:ext cx="323088" cy="10322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r" indent="0" marL="0">
              <a:buNone/>
            </a:pPr>
            <a:r>
              <a:rPr lang="ko-KR" altLang="en-US" sz="3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</a:t>
            </a:r>
            <a:endParaRPr lang="ko-KR" sz="3200" dirty="0"/>
          </a:p>
        </p:txBody>
      </p:sp>
      <p:sp>
        <p:nvSpPr>
          <p:cNvPr id="30" name="S11-num381"/>
          <p:cNvSpPr txBox="1"/>
          <p:nvPr/>
        </p:nvSpPr>
        <p:spPr>
          <a:xfrm>
            <a:off x="1667256" y="4421632"/>
            <a:ext cx="536448" cy="4795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</a:t>
            </a:r>
            <a:endParaRPr lang="ko-KR" sz="3200" dirty="0"/>
          </a:p>
        </p:txBody>
      </p:sp>
      <p:sp>
        <p:nvSpPr>
          <p:cNvPr id="31" name="S11-fracbar382"/>
          <p:cNvSpPr/>
          <p:nvPr/>
        </p:nvSpPr>
        <p:spPr>
          <a:xfrm>
            <a:off x="1703832" y="4937760"/>
            <a:ext cx="463296" cy="0"/>
          </a:xfrm>
          <a:prstGeom prst="line">
            <a:avLst/>
          </a:prstGeom>
          <a:noFill/>
          <a:ln w="25400">
            <a:solidFill>
              <a:srgbClr val="1F2937"/>
            </a:solidFill>
            <a:prstDash val="solid"/>
          </a:ln>
        </p:spPr>
      </p:sp>
      <p:sp>
        <p:nvSpPr>
          <p:cNvPr id="32" name="S11-num383"/>
          <p:cNvSpPr txBox="1"/>
          <p:nvPr/>
        </p:nvSpPr>
        <p:spPr>
          <a:xfrm>
            <a:off x="1667256" y="4974336"/>
            <a:ext cx="536448" cy="4795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</a:t>
            </a:r>
            <a:endParaRPr lang="ko-KR" sz="3200" dirty="0"/>
          </a:p>
        </p:txBody>
      </p:sp>
      <p:sp>
        <p:nvSpPr>
          <p:cNvPr id="33" name="S11-op384"/>
          <p:cNvSpPr txBox="1"/>
          <p:nvPr/>
        </p:nvSpPr>
        <p:spPr>
          <a:xfrm>
            <a:off x="2313432" y="4421632"/>
            <a:ext cx="426720" cy="10322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−</a:t>
            </a:r>
            <a:endParaRPr lang="ko-KR" sz="3200" dirty="0"/>
          </a:p>
        </p:txBody>
      </p:sp>
      <p:sp>
        <p:nvSpPr>
          <p:cNvPr id="34" name="S11-num385"/>
          <p:cNvSpPr txBox="1"/>
          <p:nvPr/>
        </p:nvSpPr>
        <p:spPr>
          <a:xfrm>
            <a:off x="2849880" y="4421632"/>
            <a:ext cx="323088" cy="10322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r" indent="0" marL="0">
              <a:buNone/>
            </a:pPr>
            <a:r>
              <a:rPr lang="ko-KR" altLang="en-US" sz="3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</a:t>
            </a:r>
            <a:endParaRPr lang="ko-KR" sz="3200" dirty="0"/>
          </a:p>
        </p:txBody>
      </p:sp>
      <p:sp>
        <p:nvSpPr>
          <p:cNvPr id="35" name="S11-num386"/>
          <p:cNvSpPr txBox="1"/>
          <p:nvPr/>
        </p:nvSpPr>
        <p:spPr>
          <a:xfrm>
            <a:off x="3172968" y="4421632"/>
            <a:ext cx="536448" cy="4795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</a:t>
            </a:r>
            <a:endParaRPr lang="ko-KR" sz="3200" dirty="0"/>
          </a:p>
        </p:txBody>
      </p:sp>
      <p:sp>
        <p:nvSpPr>
          <p:cNvPr id="36" name="S11-fracbar387"/>
          <p:cNvSpPr/>
          <p:nvPr/>
        </p:nvSpPr>
        <p:spPr>
          <a:xfrm>
            <a:off x="3209544" y="4937760"/>
            <a:ext cx="463296" cy="0"/>
          </a:xfrm>
          <a:prstGeom prst="line">
            <a:avLst/>
          </a:prstGeom>
          <a:noFill/>
          <a:ln w="25400">
            <a:solidFill>
              <a:srgbClr val="1F2937"/>
            </a:solidFill>
            <a:prstDash val="solid"/>
          </a:ln>
        </p:spPr>
      </p:sp>
      <p:sp>
        <p:nvSpPr>
          <p:cNvPr id="37" name="S11-num388"/>
          <p:cNvSpPr txBox="1"/>
          <p:nvPr/>
        </p:nvSpPr>
        <p:spPr>
          <a:xfrm>
            <a:off x="3172968" y="4974336"/>
            <a:ext cx="536448" cy="4795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</a:t>
            </a:r>
            <a:endParaRPr lang="ko-KR" sz="3200" dirty="0"/>
          </a:p>
        </p:txBody>
      </p:sp>
      <p:sp>
        <p:nvSpPr>
          <p:cNvPr id="38" name="S11-op389"/>
          <p:cNvSpPr txBox="1"/>
          <p:nvPr/>
        </p:nvSpPr>
        <p:spPr>
          <a:xfrm>
            <a:off x="3819144" y="4421632"/>
            <a:ext cx="426720" cy="10322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=</a:t>
            </a:r>
            <a:endParaRPr lang="ko-KR" sz="3200" dirty="0"/>
          </a:p>
        </p:txBody>
      </p:sp>
      <p:sp>
        <p:nvSpPr>
          <p:cNvPr id="39" name="S11-blank390"/>
          <p:cNvSpPr/>
          <p:nvPr/>
        </p:nvSpPr>
        <p:spPr>
          <a:xfrm>
            <a:off x="4355592" y="4760326"/>
            <a:ext cx="354868" cy="354868"/>
          </a:xfrm>
          <a:prstGeom prst="rect">
            <a:avLst/>
          </a:prstGeom>
          <a:solidFill>
            <a:srgbClr val="FFFFFF"/>
          </a:solidFill>
          <a:ln w="22225">
            <a:solidFill>
              <a:srgbClr val="1F2937"/>
            </a:solidFill>
            <a:prstDash val="solid"/>
          </a:ln>
        </p:spPr>
      </p:sp>
      <p:sp>
        <p:nvSpPr>
          <p:cNvPr id="40" name="S11-blank391"/>
          <p:cNvSpPr/>
          <p:nvPr/>
        </p:nvSpPr>
        <p:spPr>
          <a:xfrm>
            <a:off x="4874402" y="4483974"/>
            <a:ext cx="354868" cy="354868"/>
          </a:xfrm>
          <a:prstGeom prst="rect">
            <a:avLst/>
          </a:prstGeom>
          <a:solidFill>
            <a:srgbClr val="FFFFFF"/>
          </a:solidFill>
          <a:ln w="22225">
            <a:solidFill>
              <a:srgbClr val="1F2937"/>
            </a:solidFill>
            <a:prstDash val="solid"/>
          </a:ln>
        </p:spPr>
      </p:sp>
      <p:sp>
        <p:nvSpPr>
          <p:cNvPr id="41" name="S11-fracbar392"/>
          <p:cNvSpPr/>
          <p:nvPr/>
        </p:nvSpPr>
        <p:spPr>
          <a:xfrm>
            <a:off x="4820188" y="4937760"/>
            <a:ext cx="463296" cy="0"/>
          </a:xfrm>
          <a:prstGeom prst="line">
            <a:avLst/>
          </a:prstGeom>
          <a:noFill/>
          <a:ln w="25400">
            <a:solidFill>
              <a:srgbClr val="1F2937"/>
            </a:solidFill>
            <a:prstDash val="solid"/>
          </a:ln>
        </p:spPr>
      </p:sp>
      <p:sp>
        <p:nvSpPr>
          <p:cNvPr id="42" name="S11-blank393"/>
          <p:cNvSpPr/>
          <p:nvPr/>
        </p:nvSpPr>
        <p:spPr>
          <a:xfrm>
            <a:off x="4874402" y="5036678"/>
            <a:ext cx="354868" cy="354868"/>
          </a:xfrm>
          <a:prstGeom prst="rect">
            <a:avLst/>
          </a:prstGeom>
          <a:solidFill>
            <a:srgbClr val="FFFFFF"/>
          </a:solidFill>
          <a:ln w="22225">
            <a:solidFill>
              <a:srgbClr val="1F2937"/>
            </a:solidFill>
            <a:prstDash val="solid"/>
          </a:ln>
        </p:spPr>
      </p:sp>
      <p:sp>
        <p:nvSpPr>
          <p:cNvPr id="43" name="S11-chip394"/>
          <p:cNvSpPr txBox="1"/>
          <p:nvPr/>
        </p:nvSpPr>
        <p:spPr>
          <a:xfrm>
            <a:off x="6277356" y="465429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④</a:t>
            </a:r>
            <a:endParaRPr lang="ko-KR" sz="2200" dirty="0"/>
          </a:p>
        </p:txBody>
      </p:sp>
      <p:sp>
        <p:nvSpPr>
          <p:cNvPr id="44" name="S11-num395"/>
          <p:cNvSpPr txBox="1"/>
          <p:nvPr/>
        </p:nvSpPr>
        <p:spPr>
          <a:xfrm>
            <a:off x="7072884" y="4421632"/>
            <a:ext cx="323088" cy="10322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r" indent="0" marL="0">
              <a:buNone/>
            </a:pPr>
            <a:r>
              <a:rPr lang="ko-KR" altLang="en-US" sz="3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</a:t>
            </a:r>
            <a:endParaRPr lang="ko-KR" sz="3200" dirty="0"/>
          </a:p>
        </p:txBody>
      </p:sp>
      <p:sp>
        <p:nvSpPr>
          <p:cNvPr id="45" name="S11-num396"/>
          <p:cNvSpPr txBox="1"/>
          <p:nvPr/>
        </p:nvSpPr>
        <p:spPr>
          <a:xfrm>
            <a:off x="7395972" y="4421632"/>
            <a:ext cx="536448" cy="4795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</a:t>
            </a:r>
            <a:endParaRPr lang="ko-KR" sz="3200" dirty="0"/>
          </a:p>
        </p:txBody>
      </p:sp>
      <p:sp>
        <p:nvSpPr>
          <p:cNvPr id="46" name="S11-fracbar397"/>
          <p:cNvSpPr/>
          <p:nvPr/>
        </p:nvSpPr>
        <p:spPr>
          <a:xfrm>
            <a:off x="7432548" y="4937760"/>
            <a:ext cx="463296" cy="0"/>
          </a:xfrm>
          <a:prstGeom prst="line">
            <a:avLst/>
          </a:prstGeom>
          <a:noFill/>
          <a:ln w="25400">
            <a:solidFill>
              <a:srgbClr val="1F2937"/>
            </a:solidFill>
            <a:prstDash val="solid"/>
          </a:ln>
        </p:spPr>
      </p:sp>
      <p:sp>
        <p:nvSpPr>
          <p:cNvPr id="47" name="S11-num398"/>
          <p:cNvSpPr txBox="1"/>
          <p:nvPr/>
        </p:nvSpPr>
        <p:spPr>
          <a:xfrm>
            <a:off x="7395972" y="4974336"/>
            <a:ext cx="536448" cy="4795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6</a:t>
            </a:r>
            <a:endParaRPr lang="ko-KR" sz="3200" dirty="0"/>
          </a:p>
        </p:txBody>
      </p:sp>
      <p:sp>
        <p:nvSpPr>
          <p:cNvPr id="48" name="S11-op399"/>
          <p:cNvSpPr txBox="1"/>
          <p:nvPr/>
        </p:nvSpPr>
        <p:spPr>
          <a:xfrm>
            <a:off x="8042148" y="4421632"/>
            <a:ext cx="426720" cy="10322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−</a:t>
            </a:r>
            <a:endParaRPr lang="ko-KR" sz="3200" dirty="0"/>
          </a:p>
        </p:txBody>
      </p:sp>
      <p:sp>
        <p:nvSpPr>
          <p:cNvPr id="49" name="S11-num400"/>
          <p:cNvSpPr txBox="1"/>
          <p:nvPr/>
        </p:nvSpPr>
        <p:spPr>
          <a:xfrm>
            <a:off x="8578596" y="4421632"/>
            <a:ext cx="323088" cy="10322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r" indent="0" marL="0">
              <a:buNone/>
            </a:pPr>
            <a:r>
              <a:rPr lang="ko-KR" altLang="en-US" sz="3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</a:t>
            </a:r>
            <a:endParaRPr lang="ko-KR" sz="3200" dirty="0"/>
          </a:p>
        </p:txBody>
      </p:sp>
      <p:sp>
        <p:nvSpPr>
          <p:cNvPr id="50" name="S11-num401"/>
          <p:cNvSpPr txBox="1"/>
          <p:nvPr/>
        </p:nvSpPr>
        <p:spPr>
          <a:xfrm>
            <a:off x="8901684" y="4421632"/>
            <a:ext cx="536448" cy="4795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</a:t>
            </a:r>
            <a:endParaRPr lang="ko-KR" sz="3200" dirty="0"/>
          </a:p>
        </p:txBody>
      </p:sp>
      <p:sp>
        <p:nvSpPr>
          <p:cNvPr id="51" name="S11-fracbar402"/>
          <p:cNvSpPr/>
          <p:nvPr/>
        </p:nvSpPr>
        <p:spPr>
          <a:xfrm>
            <a:off x="8938260" y="4937760"/>
            <a:ext cx="463296" cy="0"/>
          </a:xfrm>
          <a:prstGeom prst="line">
            <a:avLst/>
          </a:prstGeom>
          <a:noFill/>
          <a:ln w="25400">
            <a:solidFill>
              <a:srgbClr val="1F2937"/>
            </a:solidFill>
            <a:prstDash val="solid"/>
          </a:ln>
        </p:spPr>
      </p:sp>
      <p:sp>
        <p:nvSpPr>
          <p:cNvPr id="52" name="S11-num403"/>
          <p:cNvSpPr txBox="1"/>
          <p:nvPr/>
        </p:nvSpPr>
        <p:spPr>
          <a:xfrm>
            <a:off x="8901684" y="4974336"/>
            <a:ext cx="536448" cy="4795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8</a:t>
            </a:r>
            <a:endParaRPr lang="ko-KR" sz="3200" dirty="0"/>
          </a:p>
        </p:txBody>
      </p:sp>
      <p:sp>
        <p:nvSpPr>
          <p:cNvPr id="53" name="S11-op404"/>
          <p:cNvSpPr txBox="1"/>
          <p:nvPr/>
        </p:nvSpPr>
        <p:spPr>
          <a:xfrm>
            <a:off x="9547860" y="4421632"/>
            <a:ext cx="426720" cy="10322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=</a:t>
            </a:r>
            <a:endParaRPr lang="ko-KR" sz="3200" dirty="0"/>
          </a:p>
        </p:txBody>
      </p:sp>
      <p:sp>
        <p:nvSpPr>
          <p:cNvPr id="54" name="S11-blank405"/>
          <p:cNvSpPr/>
          <p:nvPr/>
        </p:nvSpPr>
        <p:spPr>
          <a:xfrm>
            <a:off x="10084308" y="4760326"/>
            <a:ext cx="354868" cy="354868"/>
          </a:xfrm>
          <a:prstGeom prst="rect">
            <a:avLst/>
          </a:prstGeom>
          <a:solidFill>
            <a:srgbClr val="FFFFFF"/>
          </a:solidFill>
          <a:ln w="22225">
            <a:solidFill>
              <a:srgbClr val="1F2937"/>
            </a:solidFill>
            <a:prstDash val="solid"/>
          </a:ln>
        </p:spPr>
      </p:sp>
      <p:sp>
        <p:nvSpPr>
          <p:cNvPr id="55" name="S11-blank406"/>
          <p:cNvSpPr/>
          <p:nvPr/>
        </p:nvSpPr>
        <p:spPr>
          <a:xfrm>
            <a:off x="10603118" y="4483974"/>
            <a:ext cx="354868" cy="354868"/>
          </a:xfrm>
          <a:prstGeom prst="rect">
            <a:avLst/>
          </a:prstGeom>
          <a:solidFill>
            <a:srgbClr val="FFFFFF"/>
          </a:solidFill>
          <a:ln w="22225">
            <a:solidFill>
              <a:srgbClr val="1F2937"/>
            </a:solidFill>
            <a:prstDash val="solid"/>
          </a:ln>
        </p:spPr>
      </p:sp>
      <p:sp>
        <p:nvSpPr>
          <p:cNvPr id="56" name="S11-fracbar407"/>
          <p:cNvSpPr/>
          <p:nvPr/>
        </p:nvSpPr>
        <p:spPr>
          <a:xfrm>
            <a:off x="10548904" y="4937760"/>
            <a:ext cx="463296" cy="0"/>
          </a:xfrm>
          <a:prstGeom prst="line">
            <a:avLst/>
          </a:prstGeom>
          <a:noFill/>
          <a:ln w="25400">
            <a:solidFill>
              <a:srgbClr val="1F2937"/>
            </a:solidFill>
            <a:prstDash val="solid"/>
          </a:ln>
        </p:spPr>
      </p:sp>
      <p:sp>
        <p:nvSpPr>
          <p:cNvPr id="57" name="S11-blank408"/>
          <p:cNvSpPr/>
          <p:nvPr/>
        </p:nvSpPr>
        <p:spPr>
          <a:xfrm>
            <a:off x="10603118" y="5036678"/>
            <a:ext cx="354868" cy="354868"/>
          </a:xfrm>
          <a:prstGeom prst="rect">
            <a:avLst/>
          </a:prstGeom>
          <a:solidFill>
            <a:srgbClr val="FFFFFF"/>
          </a:solidFill>
          <a:ln w="22225">
            <a:solidFill>
              <a:srgbClr val="1F2937"/>
            </a:solidFill>
            <a:prstDash val="solid"/>
          </a:ln>
        </p:spPr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혼자 해 보기 정답</a:t>
            </a:r>
            <a:endParaRPr lang="ko-KR" sz="4000" dirty="0"/>
          </a:p>
        </p:txBody>
      </p:sp>
      <p:sp>
        <p:nvSpPr>
          <p:cNvPr id="3" name="S12-card409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4" name="S12-cardtext410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틀린 문제는 통분한 식을 쓰고 받아내림을 막대로 확인하게 하세요.</a:t>
            </a:r>
            <a:endParaRPr lang="ko-KR" sz="2800" dirty="0"/>
          </a:p>
        </p:txBody>
      </p:sp>
      <p:sp>
        <p:nvSpPr>
          <p:cNvPr id="5" name="S12-chip411"/>
          <p:cNvSpPr txBox="1"/>
          <p:nvPr/>
        </p:nvSpPr>
        <p:spPr>
          <a:xfrm>
            <a:off x="548640" y="1325880"/>
            <a:ext cx="5362956" cy="548640"/>
          </a:xfrm>
          <a:prstGeom prst="roundRect">
            <a:avLst>
              <a:gd name="adj" fmla="val 26667"/>
            </a:avLst>
          </a:prstGeom>
          <a:solidFill>
            <a:srgbClr val="E3F4F1"/>
          </a:solidFill>
          <a:ln>
            <a:solidFill>
              <a:srgbClr val="E3F4F1"/>
            </a:solidFill>
          </a:ln>
        </p:spPr>
        <p:txBody>
          <a:bodyPr wrap="square" lIns="177800" tIns="0" rIns="177800" bIns="0" rtlCol="0" anchor="ctr"/>
          <a:lstStyle/>
          <a:p>
            <a:pPr eaLnBrk="0" algn="l" indent="0" marL="0">
              <a:buNone/>
            </a:pPr>
            <a:r>
              <a:rPr lang="ko-KR" altLang="en-US" sz="2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○ 정답</a:t>
            </a:r>
            <a:endParaRPr lang="ko-KR" sz="2200" dirty="0"/>
          </a:p>
        </p:txBody>
      </p:sp>
      <p:sp>
        <p:nvSpPr>
          <p:cNvPr id="6" name="S12-text412"/>
          <p:cNvSpPr txBox="1"/>
          <p:nvPr/>
        </p:nvSpPr>
        <p:spPr>
          <a:xfrm>
            <a:off x="548640" y="2057400"/>
            <a:ext cx="5362956" cy="6629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 15분의 7</a:t>
            </a:r>
            <a:endParaRPr lang="ko-KR" sz="2800" dirty="0"/>
          </a:p>
        </p:txBody>
      </p:sp>
      <p:sp>
        <p:nvSpPr>
          <p:cNvPr id="7" name="S12-text413"/>
          <p:cNvSpPr txBox="1"/>
          <p:nvPr/>
        </p:nvSpPr>
        <p:spPr>
          <a:xfrm>
            <a:off x="548640" y="2857500"/>
            <a:ext cx="5362956" cy="6629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 15분의 8</a:t>
            </a:r>
            <a:endParaRPr lang="ko-KR" sz="2800" dirty="0"/>
          </a:p>
        </p:txBody>
      </p:sp>
      <p:sp>
        <p:nvSpPr>
          <p:cNvPr id="8" name="S12-text414"/>
          <p:cNvSpPr txBox="1"/>
          <p:nvPr/>
        </p:nvSpPr>
        <p:spPr>
          <a:xfrm>
            <a:off x="548640" y="3657600"/>
            <a:ext cx="5362956" cy="6629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③ 2와 4분의 1</a:t>
            </a:r>
            <a:endParaRPr lang="ko-KR" sz="2800" dirty="0"/>
          </a:p>
        </p:txBody>
      </p:sp>
      <p:sp>
        <p:nvSpPr>
          <p:cNvPr id="9" name="S12-text415"/>
          <p:cNvSpPr txBox="1"/>
          <p:nvPr/>
        </p:nvSpPr>
        <p:spPr>
          <a:xfrm>
            <a:off x="548640" y="4457700"/>
            <a:ext cx="5362956" cy="6629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④ 1과 24분의 19</a:t>
            </a:r>
            <a:endParaRPr lang="ko-KR" sz="2800" dirty="0"/>
          </a:p>
        </p:txBody>
      </p:sp>
      <p:sp>
        <p:nvSpPr>
          <p:cNvPr id="10" name="S12-chip416"/>
          <p:cNvSpPr txBox="1"/>
          <p:nvPr/>
        </p:nvSpPr>
        <p:spPr>
          <a:xfrm>
            <a:off x="6277356" y="1325880"/>
            <a:ext cx="5362956" cy="548640"/>
          </a:xfrm>
          <a:prstGeom prst="roundRect">
            <a:avLst>
              <a:gd name="adj" fmla="val 26667"/>
            </a:avLst>
          </a:prstGeom>
          <a:solidFill>
            <a:srgbClr val="FBE6E7"/>
          </a:solidFill>
          <a:ln>
            <a:solidFill>
              <a:srgbClr val="FBE6E7"/>
            </a:solidFill>
          </a:ln>
        </p:spPr>
        <p:txBody>
          <a:bodyPr wrap="square" lIns="177800" tIns="0" rIns="177800" bIns="0" rtlCol="0" anchor="ctr"/>
          <a:lstStyle/>
          <a:p>
            <a:pPr eaLnBrk="0" algn="l" indent="0" marL="0">
              <a:buNone/>
            </a:pPr>
            <a:r>
              <a:rPr lang="ko-KR" altLang="en-US" sz="2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× 흔한 실수</a:t>
            </a:r>
            <a:endParaRPr lang="ko-KR" sz="2200" dirty="0"/>
          </a:p>
        </p:txBody>
      </p:sp>
      <p:sp>
        <p:nvSpPr>
          <p:cNvPr id="11" name="S12-num417"/>
          <p:cNvSpPr txBox="1"/>
          <p:nvPr/>
        </p:nvSpPr>
        <p:spPr>
          <a:xfrm>
            <a:off x="6277356" y="2096008"/>
            <a:ext cx="547624" cy="3896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16</a:t>
            </a:r>
            <a:endParaRPr lang="ko-KR" sz="2600" dirty="0"/>
          </a:p>
        </p:txBody>
      </p:sp>
      <p:sp>
        <p:nvSpPr>
          <p:cNvPr id="12" name="S12-fracbar418"/>
          <p:cNvSpPr/>
          <p:nvPr/>
        </p:nvSpPr>
        <p:spPr>
          <a:xfrm>
            <a:off x="6313932" y="2522220"/>
            <a:ext cx="474472" cy="0"/>
          </a:xfrm>
          <a:prstGeom prst="line">
            <a:avLst/>
          </a:prstGeom>
          <a:noFill/>
          <a:ln w="20638">
            <a:solidFill>
              <a:srgbClr val="1F2937"/>
            </a:solidFill>
            <a:prstDash val="solid"/>
          </a:ln>
        </p:spPr>
      </p:sp>
      <p:sp>
        <p:nvSpPr>
          <p:cNvPr id="13" name="S12-num419"/>
          <p:cNvSpPr txBox="1"/>
          <p:nvPr/>
        </p:nvSpPr>
        <p:spPr>
          <a:xfrm>
            <a:off x="6277356" y="2558796"/>
            <a:ext cx="547624" cy="3896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30</a:t>
            </a:r>
            <a:endParaRPr lang="ko-KR" sz="2600" dirty="0"/>
          </a:p>
        </p:txBody>
      </p:sp>
      <p:sp>
        <p:nvSpPr>
          <p:cNvPr id="14" name="S12-text420"/>
          <p:cNvSpPr txBox="1"/>
          <p:nvPr/>
        </p:nvSpPr>
        <p:spPr>
          <a:xfrm>
            <a:off x="9095994" y="2057400"/>
            <a:ext cx="2544318" cy="929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 약분 안 함</a:t>
            </a:r>
            <a:endParaRPr lang="ko-KR" sz="2200" dirty="0"/>
          </a:p>
        </p:txBody>
      </p:sp>
      <p:sp>
        <p:nvSpPr>
          <p:cNvPr id="15" name="S12-num421"/>
          <p:cNvSpPr txBox="1"/>
          <p:nvPr/>
        </p:nvSpPr>
        <p:spPr>
          <a:xfrm>
            <a:off x="6277356" y="3162808"/>
            <a:ext cx="272796" cy="8524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r" indent="0" marL="0">
              <a:buNone/>
            </a:pPr>
            <a:r>
              <a:rPr lang="ko-KR" altLang="en-US" sz="2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</a:t>
            </a:r>
            <a:endParaRPr lang="ko-KR" sz="2600" dirty="0"/>
          </a:p>
        </p:txBody>
      </p:sp>
      <p:sp>
        <p:nvSpPr>
          <p:cNvPr id="16" name="S12-num422"/>
          <p:cNvSpPr txBox="1"/>
          <p:nvPr/>
        </p:nvSpPr>
        <p:spPr>
          <a:xfrm>
            <a:off x="6550152" y="3162808"/>
            <a:ext cx="547624" cy="3896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5</a:t>
            </a:r>
            <a:endParaRPr lang="ko-KR" sz="2600" dirty="0"/>
          </a:p>
        </p:txBody>
      </p:sp>
      <p:sp>
        <p:nvSpPr>
          <p:cNvPr id="17" name="S12-fracbar423"/>
          <p:cNvSpPr/>
          <p:nvPr/>
        </p:nvSpPr>
        <p:spPr>
          <a:xfrm>
            <a:off x="6586728" y="3589020"/>
            <a:ext cx="474472" cy="0"/>
          </a:xfrm>
          <a:prstGeom prst="line">
            <a:avLst/>
          </a:prstGeom>
          <a:noFill/>
          <a:ln w="20638">
            <a:solidFill>
              <a:srgbClr val="1F2937"/>
            </a:solidFill>
            <a:prstDash val="solid"/>
          </a:ln>
        </p:spPr>
      </p:sp>
      <p:sp>
        <p:nvSpPr>
          <p:cNvPr id="18" name="S12-num424"/>
          <p:cNvSpPr txBox="1"/>
          <p:nvPr/>
        </p:nvSpPr>
        <p:spPr>
          <a:xfrm>
            <a:off x="6550152" y="3625596"/>
            <a:ext cx="547624" cy="3896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24</a:t>
            </a:r>
            <a:endParaRPr lang="ko-KR" sz="2600" dirty="0"/>
          </a:p>
        </p:txBody>
      </p:sp>
      <p:sp>
        <p:nvSpPr>
          <p:cNvPr id="19" name="S12-text425"/>
          <p:cNvSpPr txBox="1"/>
          <p:nvPr/>
        </p:nvSpPr>
        <p:spPr>
          <a:xfrm>
            <a:off x="9095994" y="3124200"/>
            <a:ext cx="2544318" cy="929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④ 거꾸로 뺌</a:t>
            </a:r>
            <a:endParaRPr lang="ko-KR" sz="2200" dirty="0"/>
          </a:p>
        </p:txBody>
      </p:sp>
      <p:sp>
        <p:nvSpPr>
          <p:cNvPr id="20" name="S12-num426"/>
          <p:cNvSpPr txBox="1"/>
          <p:nvPr/>
        </p:nvSpPr>
        <p:spPr>
          <a:xfrm>
            <a:off x="6277356" y="4229608"/>
            <a:ext cx="272796" cy="8524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r" indent="0" marL="0">
              <a:buNone/>
            </a:pPr>
            <a:r>
              <a:rPr lang="ko-KR" altLang="en-US" sz="2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</a:t>
            </a:r>
            <a:endParaRPr lang="ko-KR" sz="2600" dirty="0"/>
          </a:p>
        </p:txBody>
      </p:sp>
      <p:sp>
        <p:nvSpPr>
          <p:cNvPr id="21" name="S12-num427"/>
          <p:cNvSpPr txBox="1"/>
          <p:nvPr/>
        </p:nvSpPr>
        <p:spPr>
          <a:xfrm>
            <a:off x="6550152" y="4229608"/>
            <a:ext cx="547624" cy="3896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19</a:t>
            </a:r>
            <a:endParaRPr lang="ko-KR" sz="2600" dirty="0"/>
          </a:p>
        </p:txBody>
      </p:sp>
      <p:sp>
        <p:nvSpPr>
          <p:cNvPr id="22" name="S12-fracbar428"/>
          <p:cNvSpPr/>
          <p:nvPr/>
        </p:nvSpPr>
        <p:spPr>
          <a:xfrm>
            <a:off x="6586728" y="4655820"/>
            <a:ext cx="474472" cy="0"/>
          </a:xfrm>
          <a:prstGeom prst="line">
            <a:avLst/>
          </a:prstGeom>
          <a:noFill/>
          <a:ln w="20638">
            <a:solidFill>
              <a:srgbClr val="1F2937"/>
            </a:solidFill>
            <a:prstDash val="solid"/>
          </a:ln>
        </p:spPr>
      </p:sp>
      <p:sp>
        <p:nvSpPr>
          <p:cNvPr id="23" name="S12-num429"/>
          <p:cNvSpPr txBox="1"/>
          <p:nvPr/>
        </p:nvSpPr>
        <p:spPr>
          <a:xfrm>
            <a:off x="6550152" y="4692396"/>
            <a:ext cx="547624" cy="3896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24</a:t>
            </a:r>
            <a:endParaRPr lang="ko-KR" sz="2600" dirty="0"/>
          </a:p>
        </p:txBody>
      </p:sp>
      <p:sp>
        <p:nvSpPr>
          <p:cNvPr id="24" name="S12-text430"/>
          <p:cNvSpPr txBox="1"/>
          <p:nvPr/>
        </p:nvSpPr>
        <p:spPr>
          <a:xfrm>
            <a:off x="9095994" y="4191000"/>
            <a:ext cx="2544318" cy="929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④ 1을 안 뺌</a:t>
            </a:r>
            <a:endParaRPr lang="ko-KR" sz="2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바르게 바꾼 것은?</a:t>
            </a:r>
            <a:endParaRPr lang="ko-KR" sz="4000" dirty="0"/>
          </a:p>
        </p:txBody>
      </p:sp>
      <p:sp>
        <p:nvSpPr>
          <p:cNvPr id="3" name="S13-text431"/>
          <p:cNvSpPr txBox="1"/>
          <p:nvPr/>
        </p:nvSpPr>
        <p:spPr>
          <a:xfrm>
            <a:off x="548640" y="1325880"/>
            <a:ext cx="11091672" cy="8676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5와 6분의 1 − 2와 4분의 3을 하려고</a:t>
            </a:r>
            <a:endParaRPr lang="ko-KR" sz="2800" dirty="0"/>
          </a:p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5와 12분의 2를 받아내림하여 바꾸었어요.</a:t>
            </a:r>
            <a:endParaRPr lang="ko-KR" sz="2800" dirty="0"/>
          </a:p>
        </p:txBody>
      </p:sp>
      <p:sp>
        <p:nvSpPr>
          <p:cNvPr id="4" name="S13-card432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5" name="S13-cardtext433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바르게 바꾼 것을 고르고, 까닭을 말해요.</a:t>
            </a:r>
            <a:endParaRPr lang="ko-KR" sz="2800" dirty="0"/>
          </a:p>
        </p:txBody>
      </p:sp>
      <p:sp>
        <p:nvSpPr>
          <p:cNvPr id="6" name="S13-chip434"/>
          <p:cNvSpPr txBox="1"/>
          <p:nvPr/>
        </p:nvSpPr>
        <p:spPr>
          <a:xfrm>
            <a:off x="1991868" y="2376424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8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가</a:t>
            </a:r>
            <a:endParaRPr lang="ko-KR" sz="2800" dirty="0"/>
          </a:p>
        </p:txBody>
      </p:sp>
      <p:sp>
        <p:nvSpPr>
          <p:cNvPr id="7" name="S13-num435"/>
          <p:cNvSpPr txBox="1"/>
          <p:nvPr/>
        </p:nvSpPr>
        <p:spPr>
          <a:xfrm>
            <a:off x="1703324" y="3464560"/>
            <a:ext cx="390144" cy="1272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r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</a:t>
            </a:r>
            <a:endParaRPr lang="ko-KR" sz="4000" dirty="0"/>
          </a:p>
        </p:txBody>
      </p:sp>
      <p:sp>
        <p:nvSpPr>
          <p:cNvPr id="8" name="S13-num436"/>
          <p:cNvSpPr txBox="1"/>
          <p:nvPr/>
        </p:nvSpPr>
        <p:spPr>
          <a:xfrm>
            <a:off x="2093468" y="3464560"/>
            <a:ext cx="753872" cy="599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14</a:t>
            </a:r>
            <a:endParaRPr lang="ko-KR" sz="4000" dirty="0"/>
          </a:p>
        </p:txBody>
      </p:sp>
      <p:sp>
        <p:nvSpPr>
          <p:cNvPr id="9" name="S13-fracbar437"/>
          <p:cNvSpPr/>
          <p:nvPr/>
        </p:nvSpPr>
        <p:spPr>
          <a:xfrm>
            <a:off x="2130044" y="4100576"/>
            <a:ext cx="680720" cy="0"/>
          </a:xfrm>
          <a:prstGeom prst="line">
            <a:avLst/>
          </a:prstGeom>
          <a:noFill/>
          <a:ln w="31750">
            <a:solidFill>
              <a:srgbClr val="1F2937"/>
            </a:solidFill>
            <a:prstDash val="solid"/>
          </a:ln>
        </p:spPr>
      </p:sp>
      <p:sp>
        <p:nvSpPr>
          <p:cNvPr id="10" name="S13-num438"/>
          <p:cNvSpPr txBox="1"/>
          <p:nvPr/>
        </p:nvSpPr>
        <p:spPr>
          <a:xfrm>
            <a:off x="2093468" y="4137152"/>
            <a:ext cx="753872" cy="599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12</a:t>
            </a:r>
            <a:endParaRPr lang="ko-KR" sz="4000" dirty="0"/>
          </a:p>
        </p:txBody>
      </p:sp>
      <p:sp>
        <p:nvSpPr>
          <p:cNvPr id="11" name="S13-chip439"/>
          <p:cNvSpPr txBox="1"/>
          <p:nvPr/>
        </p:nvSpPr>
        <p:spPr>
          <a:xfrm>
            <a:off x="5811012" y="2376424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8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나</a:t>
            </a:r>
            <a:endParaRPr lang="ko-KR" sz="2800" dirty="0"/>
          </a:p>
        </p:txBody>
      </p:sp>
      <p:sp>
        <p:nvSpPr>
          <p:cNvPr id="12" name="S13-num440"/>
          <p:cNvSpPr txBox="1"/>
          <p:nvPr/>
        </p:nvSpPr>
        <p:spPr>
          <a:xfrm>
            <a:off x="5522468" y="3464560"/>
            <a:ext cx="390144" cy="1272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r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5</a:t>
            </a:r>
            <a:endParaRPr lang="ko-KR" sz="4000" dirty="0"/>
          </a:p>
        </p:txBody>
      </p:sp>
      <p:sp>
        <p:nvSpPr>
          <p:cNvPr id="13" name="S13-num441"/>
          <p:cNvSpPr txBox="1"/>
          <p:nvPr/>
        </p:nvSpPr>
        <p:spPr>
          <a:xfrm>
            <a:off x="5912612" y="3464560"/>
            <a:ext cx="753872" cy="599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14</a:t>
            </a:r>
            <a:endParaRPr lang="ko-KR" sz="4000" dirty="0"/>
          </a:p>
        </p:txBody>
      </p:sp>
      <p:sp>
        <p:nvSpPr>
          <p:cNvPr id="14" name="S13-fracbar442"/>
          <p:cNvSpPr/>
          <p:nvPr/>
        </p:nvSpPr>
        <p:spPr>
          <a:xfrm>
            <a:off x="5949188" y="4100576"/>
            <a:ext cx="680720" cy="0"/>
          </a:xfrm>
          <a:prstGeom prst="line">
            <a:avLst/>
          </a:prstGeom>
          <a:noFill/>
          <a:ln w="31750">
            <a:solidFill>
              <a:srgbClr val="1F2937"/>
            </a:solidFill>
            <a:prstDash val="solid"/>
          </a:ln>
        </p:spPr>
      </p:sp>
      <p:sp>
        <p:nvSpPr>
          <p:cNvPr id="15" name="S13-num443"/>
          <p:cNvSpPr txBox="1"/>
          <p:nvPr/>
        </p:nvSpPr>
        <p:spPr>
          <a:xfrm>
            <a:off x="5912612" y="4137152"/>
            <a:ext cx="753872" cy="599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12</a:t>
            </a:r>
            <a:endParaRPr lang="ko-KR" sz="4000" dirty="0"/>
          </a:p>
        </p:txBody>
      </p:sp>
      <p:sp>
        <p:nvSpPr>
          <p:cNvPr id="16" name="S13-chip444"/>
          <p:cNvSpPr txBox="1"/>
          <p:nvPr/>
        </p:nvSpPr>
        <p:spPr>
          <a:xfrm>
            <a:off x="9630156" y="2376424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8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다</a:t>
            </a:r>
            <a:endParaRPr lang="ko-KR" sz="2800" dirty="0"/>
          </a:p>
        </p:txBody>
      </p:sp>
      <p:sp>
        <p:nvSpPr>
          <p:cNvPr id="17" name="S13-num445"/>
          <p:cNvSpPr txBox="1"/>
          <p:nvPr/>
        </p:nvSpPr>
        <p:spPr>
          <a:xfrm>
            <a:off x="9341612" y="3464560"/>
            <a:ext cx="390144" cy="1272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r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</a:t>
            </a:r>
            <a:endParaRPr lang="ko-KR" sz="4000" dirty="0"/>
          </a:p>
        </p:txBody>
      </p:sp>
      <p:sp>
        <p:nvSpPr>
          <p:cNvPr id="18" name="S13-num446"/>
          <p:cNvSpPr txBox="1"/>
          <p:nvPr/>
        </p:nvSpPr>
        <p:spPr>
          <a:xfrm>
            <a:off x="9731756" y="3464560"/>
            <a:ext cx="753872" cy="599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12</a:t>
            </a:r>
            <a:endParaRPr lang="ko-KR" sz="4000" dirty="0"/>
          </a:p>
        </p:txBody>
      </p:sp>
      <p:sp>
        <p:nvSpPr>
          <p:cNvPr id="19" name="S13-fracbar447"/>
          <p:cNvSpPr/>
          <p:nvPr/>
        </p:nvSpPr>
        <p:spPr>
          <a:xfrm>
            <a:off x="9768332" y="4100576"/>
            <a:ext cx="680720" cy="0"/>
          </a:xfrm>
          <a:prstGeom prst="line">
            <a:avLst/>
          </a:prstGeom>
          <a:noFill/>
          <a:ln w="31750">
            <a:solidFill>
              <a:srgbClr val="1F2937"/>
            </a:solidFill>
            <a:prstDash val="solid"/>
          </a:ln>
        </p:spPr>
      </p:sp>
      <p:sp>
        <p:nvSpPr>
          <p:cNvPr id="20" name="S13-num448"/>
          <p:cNvSpPr txBox="1"/>
          <p:nvPr/>
        </p:nvSpPr>
        <p:spPr>
          <a:xfrm>
            <a:off x="9731756" y="4137152"/>
            <a:ext cx="753872" cy="599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12</a:t>
            </a:r>
            <a:endParaRPr lang="ko-KR" sz="4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오늘 배운 것</a:t>
            </a:r>
            <a:endParaRPr lang="ko-KR" sz="4000" dirty="0"/>
          </a:p>
        </p:txBody>
      </p:sp>
      <p:sp>
        <p:nvSpPr>
          <p:cNvPr id="3" name="S14-card449"/>
          <p:cNvSpPr/>
          <p:nvPr/>
        </p:nvSpPr>
        <p:spPr>
          <a:xfrm>
            <a:off x="548640" y="132588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32606F"/>
          </a:solidFill>
          <a:ln w="12700">
            <a:solidFill>
              <a:srgbClr val="32606F"/>
            </a:solidFill>
            <a:prstDash val="solid"/>
          </a:ln>
        </p:spPr>
      </p:sp>
      <p:sp>
        <p:nvSpPr>
          <p:cNvPr id="4" name="S14-cardtext450"/>
          <p:cNvSpPr txBox="1"/>
          <p:nvPr/>
        </p:nvSpPr>
        <p:spPr>
          <a:xfrm>
            <a:off x="822960" y="146304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통분해서 빼고, 분수끼리 뺄 수 없으면 자연수 1을 받아내려요.</a:t>
            </a:r>
            <a:endParaRPr lang="ko-KR" sz="2800" dirty="0"/>
          </a:p>
        </p:txBody>
      </p:sp>
      <p:sp>
        <p:nvSpPr>
          <p:cNvPr id="5" name="S14-chip451"/>
          <p:cNvSpPr txBox="1"/>
          <p:nvPr/>
        </p:nvSpPr>
        <p:spPr>
          <a:xfrm>
            <a:off x="548640" y="2423160"/>
            <a:ext cx="5431536" cy="594360"/>
          </a:xfrm>
          <a:prstGeom prst="roundRect">
            <a:avLst>
              <a:gd name="adj" fmla="val 24615"/>
            </a:avLst>
          </a:prstGeom>
          <a:solidFill>
            <a:srgbClr val="2A9D8F"/>
          </a:solidFill>
          <a:ln>
            <a:solidFill>
              <a:srgbClr val="2A9D8F"/>
            </a:solidFill>
          </a:ln>
        </p:spPr>
        <p:txBody>
          <a:bodyPr wrap="square" lIns="177800" tIns="0" rIns="177800" bIns="0" rtlCol="0" anchor="ctr"/>
          <a:lstStyle/>
          <a:p>
            <a:pPr eaLnBrk="0" algn="l" indent="0" marL="0">
              <a:buNone/>
            </a:pPr>
            <a:r>
              <a:rPr lang="ko-KR" alt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○ 1 = 분모와 분자가 같은 분수</a:t>
            </a:r>
            <a:endParaRPr lang="ko-KR" sz="2200" dirty="0"/>
          </a:p>
        </p:txBody>
      </p:sp>
      <p:sp>
        <p:nvSpPr>
          <p:cNvPr id="6" name="S14-chip452"/>
          <p:cNvSpPr txBox="1"/>
          <p:nvPr/>
        </p:nvSpPr>
        <p:spPr>
          <a:xfrm>
            <a:off x="6208776" y="2423160"/>
            <a:ext cx="5431536" cy="594360"/>
          </a:xfrm>
          <a:prstGeom prst="roundRect">
            <a:avLst>
              <a:gd name="adj" fmla="val 24615"/>
            </a:avLst>
          </a:prstGeom>
          <a:solidFill>
            <a:srgbClr val="C8434E"/>
          </a:solidFill>
          <a:ln>
            <a:solidFill>
              <a:srgbClr val="C8434E"/>
            </a:solidFill>
          </a:ln>
        </p:spPr>
        <p:txBody>
          <a:bodyPr wrap="square" lIns="177800" tIns="0" rIns="177800" bIns="0" rtlCol="0" anchor="ctr"/>
          <a:lstStyle/>
          <a:p>
            <a:pPr eaLnBrk="0" algn="l" indent="0" marL="0">
              <a:buNone/>
            </a:pPr>
            <a:r>
              <a:rPr lang="ko-KR" alt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× 분수 부분 거꾸로 빼기</a:t>
            </a:r>
            <a:endParaRPr lang="ko-KR" sz="2200" dirty="0"/>
          </a:p>
        </p:txBody>
      </p:sp>
      <p:sp>
        <p:nvSpPr>
          <p:cNvPr id="7" name="S14-text453"/>
          <p:cNvSpPr txBox="1"/>
          <p:nvPr/>
        </p:nvSpPr>
        <p:spPr>
          <a:xfrm>
            <a:off x="548640" y="3246120"/>
            <a:ext cx="110916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다음 수업을 시작할 때 다시 풀어요</a:t>
            </a:r>
            <a:endParaRPr lang="ko-KR" sz="2200" dirty="0"/>
          </a:p>
        </p:txBody>
      </p:sp>
      <p:sp>
        <p:nvSpPr>
          <p:cNvPr id="8" name="S14-op454"/>
          <p:cNvSpPr txBox="1"/>
          <p:nvPr/>
        </p:nvSpPr>
        <p:spPr>
          <a:xfrm>
            <a:off x="548640" y="4237228"/>
            <a:ext cx="579628" cy="8524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</a:t>
            </a:r>
            <a:endParaRPr lang="ko-KR" sz="2600" dirty="0"/>
          </a:p>
        </p:txBody>
      </p:sp>
      <p:sp>
        <p:nvSpPr>
          <p:cNvPr id="9" name="S14-num455"/>
          <p:cNvSpPr txBox="1"/>
          <p:nvPr/>
        </p:nvSpPr>
        <p:spPr>
          <a:xfrm>
            <a:off x="1237996" y="4237228"/>
            <a:ext cx="456438" cy="3896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5</a:t>
            </a:r>
            <a:endParaRPr lang="ko-KR" sz="2600" dirty="0"/>
          </a:p>
        </p:txBody>
      </p:sp>
      <p:sp>
        <p:nvSpPr>
          <p:cNvPr id="10" name="S14-fracbar456"/>
          <p:cNvSpPr/>
          <p:nvPr/>
        </p:nvSpPr>
        <p:spPr>
          <a:xfrm>
            <a:off x="1274572" y="4663440"/>
            <a:ext cx="383286" cy="0"/>
          </a:xfrm>
          <a:prstGeom prst="line">
            <a:avLst/>
          </a:prstGeom>
          <a:noFill/>
          <a:ln w="20638">
            <a:solidFill>
              <a:srgbClr val="FFFFFF"/>
            </a:solidFill>
            <a:prstDash val="solid"/>
          </a:ln>
        </p:spPr>
      </p:sp>
      <p:sp>
        <p:nvSpPr>
          <p:cNvPr id="11" name="S14-num457"/>
          <p:cNvSpPr txBox="1"/>
          <p:nvPr/>
        </p:nvSpPr>
        <p:spPr>
          <a:xfrm>
            <a:off x="1237996" y="4700016"/>
            <a:ext cx="456438" cy="3896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8</a:t>
            </a:r>
            <a:endParaRPr lang="ko-KR" sz="2600" dirty="0"/>
          </a:p>
        </p:txBody>
      </p:sp>
      <p:sp>
        <p:nvSpPr>
          <p:cNvPr id="12" name="S14-op458"/>
          <p:cNvSpPr txBox="1"/>
          <p:nvPr/>
        </p:nvSpPr>
        <p:spPr>
          <a:xfrm>
            <a:off x="1804162" y="4237228"/>
            <a:ext cx="394716" cy="8524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−</a:t>
            </a:r>
            <a:endParaRPr lang="ko-KR" sz="2600" dirty="0"/>
          </a:p>
        </p:txBody>
      </p:sp>
      <p:sp>
        <p:nvSpPr>
          <p:cNvPr id="13" name="S14-num459"/>
          <p:cNvSpPr txBox="1"/>
          <p:nvPr/>
        </p:nvSpPr>
        <p:spPr>
          <a:xfrm>
            <a:off x="2308606" y="4237228"/>
            <a:ext cx="456438" cy="3896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</a:t>
            </a:r>
            <a:endParaRPr lang="ko-KR" sz="2600" dirty="0"/>
          </a:p>
        </p:txBody>
      </p:sp>
      <p:sp>
        <p:nvSpPr>
          <p:cNvPr id="14" name="S14-fracbar460"/>
          <p:cNvSpPr/>
          <p:nvPr/>
        </p:nvSpPr>
        <p:spPr>
          <a:xfrm>
            <a:off x="2345182" y="4663440"/>
            <a:ext cx="383286" cy="0"/>
          </a:xfrm>
          <a:prstGeom prst="line">
            <a:avLst/>
          </a:prstGeom>
          <a:noFill/>
          <a:ln w="20638">
            <a:solidFill>
              <a:srgbClr val="FFFFFF"/>
            </a:solidFill>
            <a:prstDash val="solid"/>
          </a:ln>
        </p:spPr>
      </p:sp>
      <p:sp>
        <p:nvSpPr>
          <p:cNvPr id="15" name="S14-num461"/>
          <p:cNvSpPr txBox="1"/>
          <p:nvPr/>
        </p:nvSpPr>
        <p:spPr>
          <a:xfrm>
            <a:off x="2308606" y="4700016"/>
            <a:ext cx="456438" cy="3896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</a:t>
            </a:r>
            <a:endParaRPr lang="ko-KR" sz="2600" dirty="0"/>
          </a:p>
        </p:txBody>
      </p:sp>
      <p:sp>
        <p:nvSpPr>
          <p:cNvPr id="16" name="S14-op462"/>
          <p:cNvSpPr txBox="1"/>
          <p:nvPr/>
        </p:nvSpPr>
        <p:spPr>
          <a:xfrm>
            <a:off x="4322064" y="4237228"/>
            <a:ext cx="579628" cy="8524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</a:t>
            </a:r>
            <a:endParaRPr lang="ko-KR" sz="2600" dirty="0"/>
          </a:p>
        </p:txBody>
      </p:sp>
      <p:sp>
        <p:nvSpPr>
          <p:cNvPr id="17" name="S14-num463"/>
          <p:cNvSpPr txBox="1"/>
          <p:nvPr/>
        </p:nvSpPr>
        <p:spPr>
          <a:xfrm>
            <a:off x="5011420" y="4237228"/>
            <a:ext cx="272796" cy="8524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r" indent="0" marL="0">
              <a:buNone/>
            </a:pPr>
            <a:r>
              <a:rPr lang="ko-KR" altLang="en-US" sz="2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</a:t>
            </a:r>
            <a:endParaRPr lang="ko-KR" sz="2600" dirty="0"/>
          </a:p>
        </p:txBody>
      </p:sp>
      <p:sp>
        <p:nvSpPr>
          <p:cNvPr id="18" name="S14-num464"/>
          <p:cNvSpPr txBox="1"/>
          <p:nvPr/>
        </p:nvSpPr>
        <p:spPr>
          <a:xfrm>
            <a:off x="5284216" y="4237228"/>
            <a:ext cx="456438" cy="3896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</a:t>
            </a:r>
            <a:endParaRPr lang="ko-KR" sz="2600" dirty="0"/>
          </a:p>
        </p:txBody>
      </p:sp>
      <p:sp>
        <p:nvSpPr>
          <p:cNvPr id="19" name="S14-fracbar465"/>
          <p:cNvSpPr/>
          <p:nvPr/>
        </p:nvSpPr>
        <p:spPr>
          <a:xfrm>
            <a:off x="5320792" y="4663440"/>
            <a:ext cx="383286" cy="0"/>
          </a:xfrm>
          <a:prstGeom prst="line">
            <a:avLst/>
          </a:prstGeom>
          <a:noFill/>
          <a:ln w="20638">
            <a:solidFill>
              <a:srgbClr val="FFFFFF"/>
            </a:solidFill>
            <a:prstDash val="solid"/>
          </a:ln>
        </p:spPr>
      </p:sp>
      <p:sp>
        <p:nvSpPr>
          <p:cNvPr id="20" name="S14-num466"/>
          <p:cNvSpPr txBox="1"/>
          <p:nvPr/>
        </p:nvSpPr>
        <p:spPr>
          <a:xfrm>
            <a:off x="5284216" y="4700016"/>
            <a:ext cx="456438" cy="3896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</a:t>
            </a:r>
            <a:endParaRPr lang="ko-KR" sz="2600" dirty="0"/>
          </a:p>
        </p:txBody>
      </p:sp>
      <p:sp>
        <p:nvSpPr>
          <p:cNvPr id="21" name="S14-op467"/>
          <p:cNvSpPr txBox="1"/>
          <p:nvPr/>
        </p:nvSpPr>
        <p:spPr>
          <a:xfrm>
            <a:off x="5850382" y="4237228"/>
            <a:ext cx="394716" cy="8524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−</a:t>
            </a:r>
            <a:endParaRPr lang="ko-KR" sz="2600" dirty="0"/>
          </a:p>
        </p:txBody>
      </p:sp>
      <p:sp>
        <p:nvSpPr>
          <p:cNvPr id="22" name="S14-num468"/>
          <p:cNvSpPr txBox="1"/>
          <p:nvPr/>
        </p:nvSpPr>
        <p:spPr>
          <a:xfrm>
            <a:off x="6354826" y="4237228"/>
            <a:ext cx="272796" cy="8524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r" indent="0" marL="0">
              <a:buNone/>
            </a:pPr>
            <a:r>
              <a:rPr lang="ko-KR" altLang="en-US" sz="2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</a:t>
            </a:r>
            <a:endParaRPr lang="ko-KR" sz="2600" dirty="0"/>
          </a:p>
        </p:txBody>
      </p:sp>
      <p:sp>
        <p:nvSpPr>
          <p:cNvPr id="23" name="S14-num469"/>
          <p:cNvSpPr txBox="1"/>
          <p:nvPr/>
        </p:nvSpPr>
        <p:spPr>
          <a:xfrm>
            <a:off x="6627622" y="4237228"/>
            <a:ext cx="456438" cy="3896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</a:t>
            </a:r>
            <a:endParaRPr lang="ko-KR" sz="2600" dirty="0"/>
          </a:p>
        </p:txBody>
      </p:sp>
      <p:sp>
        <p:nvSpPr>
          <p:cNvPr id="24" name="S14-fracbar470"/>
          <p:cNvSpPr/>
          <p:nvPr/>
        </p:nvSpPr>
        <p:spPr>
          <a:xfrm>
            <a:off x="6664198" y="4663440"/>
            <a:ext cx="383286" cy="0"/>
          </a:xfrm>
          <a:prstGeom prst="line">
            <a:avLst/>
          </a:prstGeom>
          <a:noFill/>
          <a:ln w="20638">
            <a:solidFill>
              <a:srgbClr val="FFFFFF"/>
            </a:solidFill>
            <a:prstDash val="solid"/>
          </a:ln>
        </p:spPr>
      </p:sp>
      <p:sp>
        <p:nvSpPr>
          <p:cNvPr id="25" name="S14-num471"/>
          <p:cNvSpPr txBox="1"/>
          <p:nvPr/>
        </p:nvSpPr>
        <p:spPr>
          <a:xfrm>
            <a:off x="6627622" y="4700016"/>
            <a:ext cx="456438" cy="3896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6</a:t>
            </a:r>
            <a:endParaRPr lang="ko-KR" sz="2600" dirty="0"/>
          </a:p>
        </p:txBody>
      </p:sp>
      <p:sp>
        <p:nvSpPr>
          <p:cNvPr id="26" name="S14-op472"/>
          <p:cNvSpPr txBox="1"/>
          <p:nvPr/>
        </p:nvSpPr>
        <p:spPr>
          <a:xfrm>
            <a:off x="8095488" y="4237228"/>
            <a:ext cx="579628" cy="8524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③</a:t>
            </a:r>
            <a:endParaRPr lang="ko-KR" sz="2600" dirty="0"/>
          </a:p>
        </p:txBody>
      </p:sp>
      <p:sp>
        <p:nvSpPr>
          <p:cNvPr id="27" name="S14-num473"/>
          <p:cNvSpPr txBox="1"/>
          <p:nvPr/>
        </p:nvSpPr>
        <p:spPr>
          <a:xfrm>
            <a:off x="8784844" y="4237228"/>
            <a:ext cx="272796" cy="8524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r" indent="0" marL="0">
              <a:buNone/>
            </a:pPr>
            <a:r>
              <a:rPr lang="ko-KR" altLang="en-US" sz="2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</a:t>
            </a:r>
            <a:endParaRPr lang="ko-KR" sz="2600" dirty="0"/>
          </a:p>
        </p:txBody>
      </p:sp>
      <p:sp>
        <p:nvSpPr>
          <p:cNvPr id="28" name="S14-num474"/>
          <p:cNvSpPr txBox="1"/>
          <p:nvPr/>
        </p:nvSpPr>
        <p:spPr>
          <a:xfrm>
            <a:off x="9057640" y="4237228"/>
            <a:ext cx="456438" cy="3896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</a:t>
            </a:r>
            <a:endParaRPr lang="ko-KR" sz="2600" dirty="0"/>
          </a:p>
        </p:txBody>
      </p:sp>
      <p:sp>
        <p:nvSpPr>
          <p:cNvPr id="29" name="S14-fracbar475"/>
          <p:cNvSpPr/>
          <p:nvPr/>
        </p:nvSpPr>
        <p:spPr>
          <a:xfrm>
            <a:off x="9094216" y="4663440"/>
            <a:ext cx="383286" cy="0"/>
          </a:xfrm>
          <a:prstGeom prst="line">
            <a:avLst/>
          </a:prstGeom>
          <a:noFill/>
          <a:ln w="20638">
            <a:solidFill>
              <a:srgbClr val="FFFFFF"/>
            </a:solidFill>
            <a:prstDash val="solid"/>
          </a:ln>
        </p:spPr>
      </p:sp>
      <p:sp>
        <p:nvSpPr>
          <p:cNvPr id="30" name="S14-num476"/>
          <p:cNvSpPr txBox="1"/>
          <p:nvPr/>
        </p:nvSpPr>
        <p:spPr>
          <a:xfrm>
            <a:off x="9057640" y="4700016"/>
            <a:ext cx="456438" cy="3896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</a:t>
            </a:r>
            <a:endParaRPr lang="ko-KR" sz="2600" dirty="0"/>
          </a:p>
        </p:txBody>
      </p:sp>
      <p:sp>
        <p:nvSpPr>
          <p:cNvPr id="31" name="S14-op477"/>
          <p:cNvSpPr txBox="1"/>
          <p:nvPr/>
        </p:nvSpPr>
        <p:spPr>
          <a:xfrm>
            <a:off x="9623806" y="4237228"/>
            <a:ext cx="394716" cy="8524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−</a:t>
            </a:r>
            <a:endParaRPr lang="ko-KR" sz="2600" dirty="0"/>
          </a:p>
        </p:txBody>
      </p:sp>
      <p:sp>
        <p:nvSpPr>
          <p:cNvPr id="32" name="S14-num478"/>
          <p:cNvSpPr txBox="1"/>
          <p:nvPr/>
        </p:nvSpPr>
        <p:spPr>
          <a:xfrm>
            <a:off x="10128250" y="4237228"/>
            <a:ext cx="272796" cy="8524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r" indent="0" marL="0">
              <a:buNone/>
            </a:pPr>
            <a:r>
              <a:rPr lang="ko-KR" altLang="en-US" sz="2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</a:t>
            </a:r>
            <a:endParaRPr lang="ko-KR" sz="2600" dirty="0"/>
          </a:p>
        </p:txBody>
      </p:sp>
      <p:sp>
        <p:nvSpPr>
          <p:cNvPr id="33" name="S14-num479"/>
          <p:cNvSpPr txBox="1"/>
          <p:nvPr/>
        </p:nvSpPr>
        <p:spPr>
          <a:xfrm>
            <a:off x="10401046" y="4237228"/>
            <a:ext cx="456438" cy="3896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</a:t>
            </a:r>
            <a:endParaRPr lang="ko-KR" sz="2600" dirty="0"/>
          </a:p>
        </p:txBody>
      </p:sp>
      <p:sp>
        <p:nvSpPr>
          <p:cNvPr id="34" name="S14-fracbar480"/>
          <p:cNvSpPr/>
          <p:nvPr/>
        </p:nvSpPr>
        <p:spPr>
          <a:xfrm>
            <a:off x="10437622" y="4663440"/>
            <a:ext cx="383286" cy="0"/>
          </a:xfrm>
          <a:prstGeom prst="line">
            <a:avLst/>
          </a:prstGeom>
          <a:noFill/>
          <a:ln w="20638">
            <a:solidFill>
              <a:srgbClr val="FFFFFF"/>
            </a:solidFill>
            <a:prstDash val="solid"/>
          </a:ln>
        </p:spPr>
      </p:sp>
      <p:sp>
        <p:nvSpPr>
          <p:cNvPr id="35" name="S14-num481"/>
          <p:cNvSpPr txBox="1"/>
          <p:nvPr/>
        </p:nvSpPr>
        <p:spPr>
          <a:xfrm>
            <a:off x="10401046" y="4700016"/>
            <a:ext cx="456438" cy="3896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</a:t>
            </a:r>
            <a:endParaRPr lang="ko-KR" sz="2600" dirty="0"/>
          </a:p>
        </p:txBody>
      </p:sp>
      <p:sp>
        <p:nvSpPr>
          <p:cNvPr id="36" name="S14-text482"/>
          <p:cNvSpPr txBox="1"/>
          <p:nvPr/>
        </p:nvSpPr>
        <p:spPr>
          <a:xfrm>
            <a:off x="548640" y="571500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200" dirty="0">
                <a:solidFill>
                  <a:srgbClr val="C9DCD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다음 시간: 수의 범위</a:t>
            </a:r>
            <a:endParaRPr lang="ko-KR" sz="2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C9DCD8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14</a:t>
            </a:fld>
            <a:endParaRPr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보충: 1을 분수로 받아내리기</a:t>
            </a:r>
            <a:endParaRPr lang="ko-KR" sz="4000" dirty="0"/>
          </a:p>
        </p:txBody>
      </p:sp>
      <p:sp>
        <p:nvSpPr>
          <p:cNvPr id="3" name="S15-text483"/>
          <p:cNvSpPr txBox="1"/>
          <p:nvPr/>
        </p:nvSpPr>
        <p:spPr>
          <a:xfrm>
            <a:off x="548640" y="132588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2와 6분의 1에서 1을 6분의 6으로 바꾸어요.</a:t>
            </a:r>
            <a:endParaRPr lang="ko-KR" sz="2800" dirty="0"/>
          </a:p>
        </p:txBody>
      </p:sp>
      <p:sp>
        <p:nvSpPr>
          <p:cNvPr id="4" name="S15-card484"/>
          <p:cNvSpPr/>
          <p:nvPr/>
        </p:nvSpPr>
        <p:spPr>
          <a:xfrm>
            <a:off x="548640" y="5037836"/>
            <a:ext cx="11091672" cy="1180084"/>
          </a:xfrm>
          <a:prstGeom prst="roundRect">
            <a:avLst>
              <a:gd name="adj" fmla="val 9298"/>
            </a:avLst>
          </a:prstGeom>
          <a:solidFill>
            <a:srgbClr val="FDEBDD"/>
          </a:solidFill>
          <a:ln w="12700">
            <a:solidFill>
              <a:srgbClr val="FDEBDD"/>
            </a:solidFill>
            <a:prstDash val="solid"/>
          </a:ln>
        </p:spPr>
      </p:sp>
      <p:sp>
        <p:nvSpPr>
          <p:cNvPr id="5" name="S15-cardtext485"/>
          <p:cNvSpPr txBox="1"/>
          <p:nvPr/>
        </p:nvSpPr>
        <p:spPr>
          <a:xfrm>
            <a:off x="822960" y="5174996"/>
            <a:ext cx="10543032" cy="9057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2와 6분의 1 = 1과 6분의 7</a:t>
            </a:r>
            <a:endParaRPr lang="ko-KR" sz="28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 = 6분의 6을 6분의 1에 더해요.</a:t>
            </a:r>
            <a:endParaRPr lang="ko-KR" sz="2800" dirty="0"/>
          </a:p>
        </p:txBody>
      </p:sp>
      <p:sp>
        <p:nvSpPr>
          <p:cNvPr id="6" name="S15-label486"/>
          <p:cNvSpPr txBox="1"/>
          <p:nvPr/>
        </p:nvSpPr>
        <p:spPr>
          <a:xfrm>
            <a:off x="548640" y="2148840"/>
            <a:ext cx="914400" cy="67039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</a:t>
            </a:r>
            <a:endParaRPr lang="ko-KR" sz="2200" dirty="0"/>
          </a:p>
        </p:txBody>
      </p:sp>
      <p:sp>
        <p:nvSpPr>
          <p:cNvPr id="7" name="S15-cell487"/>
          <p:cNvSpPr/>
          <p:nvPr/>
        </p:nvSpPr>
        <p:spPr>
          <a:xfrm>
            <a:off x="1600200" y="2148840"/>
            <a:ext cx="10040112" cy="670391"/>
          </a:xfrm>
          <a:prstGeom prst="rect">
            <a:avLst/>
          </a:prstGeom>
          <a:solidFill>
            <a:srgbClr val="E9762B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8" name="S15-figure488" descr="똑같이 1칸으로 나눈 띠, 1칸 색칠"/>
          <p:cNvSpPr/>
          <p:nvPr/>
        </p:nvSpPr>
        <p:spPr>
          <a:xfrm>
            <a:off x="1600200" y="2148840"/>
            <a:ext cx="10040112" cy="670391"/>
          </a:xfrm>
          <a:prstGeom prst="rect">
            <a:avLst/>
          </a:prstGeom>
          <a:solidFill>
            <a:srgbClr val="FFFFFF">
              <a:alpha val="0"/>
            </a:srgbClr>
          </a:solidFill>
          <a:ln w="28575">
            <a:solidFill>
              <a:srgbClr val="1F2937"/>
            </a:solidFill>
            <a:prstDash val="solid"/>
          </a:ln>
        </p:spPr>
      </p:sp>
      <p:sp>
        <p:nvSpPr>
          <p:cNvPr id="9" name="S15-num489"/>
          <p:cNvSpPr txBox="1"/>
          <p:nvPr/>
        </p:nvSpPr>
        <p:spPr>
          <a:xfrm>
            <a:off x="784289" y="2999232"/>
            <a:ext cx="443103" cy="3746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5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6</a:t>
            </a:r>
            <a:endParaRPr lang="ko-KR" sz="2500" dirty="0"/>
          </a:p>
        </p:txBody>
      </p:sp>
      <p:sp>
        <p:nvSpPr>
          <p:cNvPr id="10" name="S15-fracbar490"/>
          <p:cNvSpPr/>
          <p:nvPr/>
        </p:nvSpPr>
        <p:spPr>
          <a:xfrm>
            <a:off x="820865" y="3410458"/>
            <a:ext cx="369951" cy="0"/>
          </a:xfrm>
          <a:prstGeom prst="line">
            <a:avLst/>
          </a:prstGeom>
          <a:noFill/>
          <a:ln w="19844">
            <a:solidFill>
              <a:srgbClr val="1F2937"/>
            </a:solidFill>
            <a:prstDash val="solid"/>
          </a:ln>
        </p:spPr>
      </p:sp>
      <p:sp>
        <p:nvSpPr>
          <p:cNvPr id="11" name="S15-num491"/>
          <p:cNvSpPr txBox="1"/>
          <p:nvPr/>
        </p:nvSpPr>
        <p:spPr>
          <a:xfrm>
            <a:off x="784289" y="3447034"/>
            <a:ext cx="443103" cy="3746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5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6</a:t>
            </a:r>
            <a:endParaRPr lang="ko-KR" sz="2500" dirty="0"/>
          </a:p>
        </p:txBody>
      </p:sp>
      <p:sp>
        <p:nvSpPr>
          <p:cNvPr id="12" name="S15-cell492"/>
          <p:cNvSpPr/>
          <p:nvPr/>
        </p:nvSpPr>
        <p:spPr>
          <a:xfrm>
            <a:off x="1600200" y="3075263"/>
            <a:ext cx="1673352" cy="670391"/>
          </a:xfrm>
          <a:prstGeom prst="rect">
            <a:avLst/>
          </a:prstGeom>
          <a:solidFill>
            <a:srgbClr val="E9762B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13" name="S15-cell493"/>
          <p:cNvSpPr/>
          <p:nvPr/>
        </p:nvSpPr>
        <p:spPr>
          <a:xfrm>
            <a:off x="3273552" y="3075263"/>
            <a:ext cx="1673352" cy="670391"/>
          </a:xfrm>
          <a:prstGeom prst="rect">
            <a:avLst/>
          </a:prstGeom>
          <a:solidFill>
            <a:srgbClr val="E9762B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14" name="S15-cell494"/>
          <p:cNvSpPr/>
          <p:nvPr/>
        </p:nvSpPr>
        <p:spPr>
          <a:xfrm>
            <a:off x="4946904" y="3075263"/>
            <a:ext cx="1673352" cy="670391"/>
          </a:xfrm>
          <a:prstGeom prst="rect">
            <a:avLst/>
          </a:prstGeom>
          <a:solidFill>
            <a:srgbClr val="E9762B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15" name="S15-cell495"/>
          <p:cNvSpPr/>
          <p:nvPr/>
        </p:nvSpPr>
        <p:spPr>
          <a:xfrm>
            <a:off x="6620256" y="3075263"/>
            <a:ext cx="1673352" cy="670391"/>
          </a:xfrm>
          <a:prstGeom prst="rect">
            <a:avLst/>
          </a:prstGeom>
          <a:solidFill>
            <a:srgbClr val="E9762B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16" name="S15-cell496"/>
          <p:cNvSpPr/>
          <p:nvPr/>
        </p:nvSpPr>
        <p:spPr>
          <a:xfrm>
            <a:off x="8293608" y="3075263"/>
            <a:ext cx="1673352" cy="670391"/>
          </a:xfrm>
          <a:prstGeom prst="rect">
            <a:avLst/>
          </a:prstGeom>
          <a:solidFill>
            <a:srgbClr val="E9762B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17" name="S15-cell497"/>
          <p:cNvSpPr/>
          <p:nvPr/>
        </p:nvSpPr>
        <p:spPr>
          <a:xfrm>
            <a:off x="9966960" y="3075263"/>
            <a:ext cx="1673352" cy="670391"/>
          </a:xfrm>
          <a:prstGeom prst="rect">
            <a:avLst/>
          </a:prstGeom>
          <a:solidFill>
            <a:srgbClr val="E9762B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18" name="S15-figure498" descr="똑같이 6칸으로 나눈 띠, 6칸 색칠"/>
          <p:cNvSpPr/>
          <p:nvPr/>
        </p:nvSpPr>
        <p:spPr>
          <a:xfrm>
            <a:off x="1600200" y="3075263"/>
            <a:ext cx="10040112" cy="670391"/>
          </a:xfrm>
          <a:prstGeom prst="rect">
            <a:avLst/>
          </a:prstGeom>
          <a:solidFill>
            <a:srgbClr val="FFFFFF">
              <a:alpha val="0"/>
            </a:srgbClr>
          </a:solidFill>
          <a:ln w="28575">
            <a:solidFill>
              <a:srgbClr val="1F2937"/>
            </a:solidFill>
            <a:prstDash val="solid"/>
          </a:ln>
        </p:spPr>
      </p:sp>
      <p:sp>
        <p:nvSpPr>
          <p:cNvPr id="19" name="S15-num499"/>
          <p:cNvSpPr txBox="1"/>
          <p:nvPr/>
        </p:nvSpPr>
        <p:spPr>
          <a:xfrm>
            <a:off x="784289" y="3925655"/>
            <a:ext cx="443103" cy="3746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5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</a:t>
            </a:r>
            <a:endParaRPr lang="ko-KR" sz="2500" dirty="0"/>
          </a:p>
        </p:txBody>
      </p:sp>
      <p:sp>
        <p:nvSpPr>
          <p:cNvPr id="20" name="S15-fracbar500"/>
          <p:cNvSpPr/>
          <p:nvPr/>
        </p:nvSpPr>
        <p:spPr>
          <a:xfrm>
            <a:off x="820865" y="4336881"/>
            <a:ext cx="369951" cy="0"/>
          </a:xfrm>
          <a:prstGeom prst="line">
            <a:avLst/>
          </a:prstGeom>
          <a:noFill/>
          <a:ln w="19844">
            <a:solidFill>
              <a:srgbClr val="1F2937"/>
            </a:solidFill>
            <a:prstDash val="solid"/>
          </a:ln>
        </p:spPr>
      </p:sp>
      <p:sp>
        <p:nvSpPr>
          <p:cNvPr id="21" name="S15-num501"/>
          <p:cNvSpPr txBox="1"/>
          <p:nvPr/>
        </p:nvSpPr>
        <p:spPr>
          <a:xfrm>
            <a:off x="784289" y="4373457"/>
            <a:ext cx="443103" cy="3746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5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6</a:t>
            </a:r>
            <a:endParaRPr lang="ko-KR" sz="2500" dirty="0"/>
          </a:p>
        </p:txBody>
      </p:sp>
      <p:sp>
        <p:nvSpPr>
          <p:cNvPr id="22" name="S15-cell502"/>
          <p:cNvSpPr/>
          <p:nvPr/>
        </p:nvSpPr>
        <p:spPr>
          <a:xfrm>
            <a:off x="1600200" y="4001685"/>
            <a:ext cx="1673352" cy="670391"/>
          </a:xfrm>
          <a:prstGeom prst="rect">
            <a:avLst/>
          </a:prstGeom>
          <a:solidFill>
            <a:srgbClr val="E9762B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23" name="S15-cell503"/>
          <p:cNvSpPr/>
          <p:nvPr/>
        </p:nvSpPr>
        <p:spPr>
          <a:xfrm>
            <a:off x="3273552" y="4001685"/>
            <a:ext cx="1673352" cy="670391"/>
          </a:xfrm>
          <a:prstGeom prst="rect">
            <a:avLst/>
          </a:prstGeom>
          <a:solidFill>
            <a:srgbClr val="FFFFFF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24" name="S15-cell504"/>
          <p:cNvSpPr/>
          <p:nvPr/>
        </p:nvSpPr>
        <p:spPr>
          <a:xfrm>
            <a:off x="4946904" y="4001685"/>
            <a:ext cx="1673352" cy="670391"/>
          </a:xfrm>
          <a:prstGeom prst="rect">
            <a:avLst/>
          </a:prstGeom>
          <a:solidFill>
            <a:srgbClr val="FFFFFF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25" name="S15-cell505"/>
          <p:cNvSpPr/>
          <p:nvPr/>
        </p:nvSpPr>
        <p:spPr>
          <a:xfrm>
            <a:off x="6620256" y="4001685"/>
            <a:ext cx="1673352" cy="670391"/>
          </a:xfrm>
          <a:prstGeom prst="rect">
            <a:avLst/>
          </a:prstGeom>
          <a:solidFill>
            <a:srgbClr val="FFFFFF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26" name="S15-cell506"/>
          <p:cNvSpPr/>
          <p:nvPr/>
        </p:nvSpPr>
        <p:spPr>
          <a:xfrm>
            <a:off x="8293608" y="4001685"/>
            <a:ext cx="1673352" cy="670391"/>
          </a:xfrm>
          <a:prstGeom prst="rect">
            <a:avLst/>
          </a:prstGeom>
          <a:solidFill>
            <a:srgbClr val="FFFFFF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27" name="S15-cell507"/>
          <p:cNvSpPr/>
          <p:nvPr/>
        </p:nvSpPr>
        <p:spPr>
          <a:xfrm>
            <a:off x="9966960" y="4001685"/>
            <a:ext cx="1673352" cy="670391"/>
          </a:xfrm>
          <a:prstGeom prst="rect">
            <a:avLst/>
          </a:prstGeom>
          <a:solidFill>
            <a:srgbClr val="FFFFFF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28" name="S15-figure508" descr="똑같이 6칸으로 나눈 띠, 1칸 색칠"/>
          <p:cNvSpPr/>
          <p:nvPr/>
        </p:nvSpPr>
        <p:spPr>
          <a:xfrm>
            <a:off x="1600200" y="4001685"/>
            <a:ext cx="10040112" cy="670391"/>
          </a:xfrm>
          <a:prstGeom prst="rect">
            <a:avLst/>
          </a:prstGeom>
          <a:solidFill>
            <a:srgbClr val="FFFFFF">
              <a:alpha val="0"/>
            </a:srgbClr>
          </a:solidFill>
          <a:ln w="28575">
            <a:solidFill>
              <a:srgbClr val="1F2937"/>
            </a:solidFill>
            <a:prstDash val="solid"/>
          </a:ln>
        </p:spPr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15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Education Classroom">
  <a:themeElements>
    <a:clrScheme name="Education Classroom">
      <a:dk1>
        <a:srgbClr val="1F2937"/>
      </a:dk1>
      <a:lt1>
        <a:srgbClr val="FFFFFF"/>
      </a:lt1>
      <a:dk2>
        <a:srgbClr val="264653"/>
      </a:dk2>
      <a:lt2>
        <a:srgbClr val="EAF3F1"/>
      </a:lt2>
      <a:accent1>
        <a:srgbClr val="E9762B"/>
      </a:accent1>
      <a:accent2>
        <a:srgbClr val="2A9D8F"/>
      </a:accent2>
      <a:accent3>
        <a:srgbClr val="C8434E"/>
      </a:accent3>
      <a:accent4>
        <a:srgbClr val="3D5A80"/>
      </a:accent4>
      <a:accent5>
        <a:srgbClr val="F2C14E"/>
      </a:accent5>
      <a:accent6>
        <a:srgbClr val="4B5563"/>
      </a:accent6>
      <a:hlink>
        <a:srgbClr val="3D5A80"/>
      </a:hlink>
      <a:folHlink>
        <a:srgbClr val="7A4E8A"/>
      </a:folHlink>
    </a:clrScheme>
    <a:fontScheme name="Education Classroom">
      <a:majorFont>
        <a:latin typeface="맑은 고딕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초5 수학 분모가 다른 분수의 뺄셈</dc:title>
  <dc:subject>KR22-G05-MAT-FRAC-SUB-L01</dc:subject>
  <dc:creator>education-ppt</dc:creator>
  <cp:lastModifiedBy>education-ppt</cp:lastModifiedBy>
  <cp:revision>1</cp:revision>
  <dcterms:created xsi:type="dcterms:W3CDTF">2026-10-26T08:29:54Z</dcterms:created>
  <dcterms:modified xsi:type="dcterms:W3CDTF">2026-10-26T08:29:54Z</dcterms:modified>
</cp:coreProperties>
</file>