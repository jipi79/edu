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fb10ef94-c272-b08b-6ad7-0d705d182402}">
          <p14:sldIdLst>
            <p14:sldId id="256"/>
            <p14:sldId id="257"/>
          </p14:sldIdLst>
        </p14:section>
        <p14:section name="개념" id="{5d49bd5e-f976-2764-25a5-1cc3c2f66415}">
          <p14:sldIdLst>
            <p14:sldId id="258"/>
            <p14:sldId id="259"/>
            <p14:sldId id="261"/>
            <p14:sldId id="263"/>
            <p14:sldId id="264"/>
          </p14:sldIdLst>
        </p14:section>
        <p14:section name="연습" id="{72779766-b5b0-e0d3-3a44-499e6cba69c1}">
          <p14:sldIdLst>
            <p14:sldId id="260"/>
            <p14:sldId id="262"/>
            <p14:sldId id="265"/>
          </p14:sldIdLst>
        </p14:section>
        <p14:section name="개념" id="{579daeda-23ef-cde9-df4e-1b3d27ba930c}">
          <p14:sldIdLst/>
        </p14:section>
        <p14:section name="연습" id="{dac3e126-7749-3ae7-0775-d5330981e43c}">
          <p14:sldIdLst/>
        </p14:section>
        <p14:section name="개념" id="{99d06233-6161-8ac0-8cb3-a69715c855a3}">
          <p14:sldIdLst/>
        </p14:section>
        <p14:section name="연습" id="{ff3c6ce9-928a-0b21-21e2-6daf164c84c7}">
          <p14:sldIdLst/>
        </p14:section>
        <p14:section name="확인" id="{97b339fb-2845-df29-b28f-23e75f0061e3}">
          <p14:sldIdLst>
            <p14:sldId id="266"/>
            <p14:sldId id="267"/>
          </p14:sldIdLst>
        </p14:section>
        <p14:section name="정리" id="{20534a1e-4b25-466a-2663-89a3021a5f0c}">
          <p14:sldIdLst>
            <p14:sldId id="268"/>
          </p14:sldIdLst>
        </p14:section>
        <p14:section name="보충" id="{b1894858-8eda-1e00-8ff6-a792d5b7d2ad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수학 · 분수의덧셈과뺄셈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수학 · 분모가 다른 분수의 덧셈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수학 · 분모가 다른 분수의 덧셈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초5 수학 · 분모가 다른 분수의 덧셈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분모가 다른 분수의 덧셈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2분의 1과 3분의 1을 더하면 얼마일까?</a:t>
            </a:r>
            <a:endParaRPr lang="ko-KR" sz="2800" dirty="0"/>
          </a:p>
        </p:txBody>
      </p:sp>
      <p:sp>
        <p:nvSpPr>
          <p:cNvPr id="4" name="S01-num1"/>
          <p:cNvSpPr txBox="1"/>
          <p:nvPr/>
        </p:nvSpPr>
        <p:spPr>
          <a:xfrm>
            <a:off x="8034528" y="1467104"/>
            <a:ext cx="643128" cy="599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4000" dirty="0"/>
          </a:p>
        </p:txBody>
      </p:sp>
      <p:sp>
        <p:nvSpPr>
          <p:cNvPr id="5" name="S01-fracbar2"/>
          <p:cNvSpPr/>
          <p:nvPr/>
        </p:nvSpPr>
        <p:spPr>
          <a:xfrm>
            <a:off x="8071104" y="2103120"/>
            <a:ext cx="569976" cy="0"/>
          </a:xfrm>
          <a:prstGeom prst="line">
            <a:avLst/>
          </a:prstGeom>
          <a:noFill/>
          <a:ln w="31750">
            <a:solidFill>
              <a:srgbClr val="FFFFFF"/>
            </a:solidFill>
            <a:prstDash val="solid"/>
          </a:ln>
        </p:spPr>
      </p:sp>
      <p:sp>
        <p:nvSpPr>
          <p:cNvPr id="6" name="S01-num3"/>
          <p:cNvSpPr txBox="1"/>
          <p:nvPr/>
        </p:nvSpPr>
        <p:spPr>
          <a:xfrm>
            <a:off x="8034528" y="2139696"/>
            <a:ext cx="643128" cy="599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4000" dirty="0"/>
          </a:p>
        </p:txBody>
      </p:sp>
      <p:sp>
        <p:nvSpPr>
          <p:cNvPr id="7" name="S01-op4"/>
          <p:cNvSpPr txBox="1"/>
          <p:nvPr/>
        </p:nvSpPr>
        <p:spPr>
          <a:xfrm>
            <a:off x="8787384" y="1467104"/>
            <a:ext cx="469392" cy="1272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</a:t>
            </a:r>
            <a:endParaRPr lang="ko-KR" sz="4000" dirty="0"/>
          </a:p>
        </p:txBody>
      </p:sp>
      <p:sp>
        <p:nvSpPr>
          <p:cNvPr id="8" name="S01-num5"/>
          <p:cNvSpPr txBox="1"/>
          <p:nvPr/>
        </p:nvSpPr>
        <p:spPr>
          <a:xfrm>
            <a:off x="9366504" y="1467104"/>
            <a:ext cx="643128" cy="599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4000" dirty="0"/>
          </a:p>
        </p:txBody>
      </p:sp>
      <p:sp>
        <p:nvSpPr>
          <p:cNvPr id="9" name="S01-fracbar6"/>
          <p:cNvSpPr/>
          <p:nvPr/>
        </p:nvSpPr>
        <p:spPr>
          <a:xfrm>
            <a:off x="9403080" y="2103120"/>
            <a:ext cx="569976" cy="0"/>
          </a:xfrm>
          <a:prstGeom prst="line">
            <a:avLst/>
          </a:prstGeom>
          <a:noFill/>
          <a:ln w="31750">
            <a:solidFill>
              <a:srgbClr val="FFFFFF"/>
            </a:solidFill>
            <a:prstDash val="solid"/>
          </a:ln>
        </p:spPr>
      </p:sp>
      <p:sp>
        <p:nvSpPr>
          <p:cNvPr id="10" name="S01-num7"/>
          <p:cNvSpPr txBox="1"/>
          <p:nvPr/>
        </p:nvSpPr>
        <p:spPr>
          <a:xfrm>
            <a:off x="9366504" y="2139696"/>
            <a:ext cx="643128" cy="599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4000" dirty="0"/>
          </a:p>
        </p:txBody>
      </p:sp>
      <p:sp>
        <p:nvSpPr>
          <p:cNvPr id="11" name="S01-op8"/>
          <p:cNvSpPr txBox="1"/>
          <p:nvPr/>
        </p:nvSpPr>
        <p:spPr>
          <a:xfrm>
            <a:off x="10119360" y="1467104"/>
            <a:ext cx="469392" cy="1272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4000" dirty="0"/>
          </a:p>
        </p:txBody>
      </p:sp>
      <p:sp>
        <p:nvSpPr>
          <p:cNvPr id="12" name="S01-op9"/>
          <p:cNvSpPr txBox="1"/>
          <p:nvPr/>
        </p:nvSpPr>
        <p:spPr>
          <a:xfrm>
            <a:off x="10698480" y="1467104"/>
            <a:ext cx="560832" cy="1272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</a:t>
            </a:r>
            <a:endParaRPr lang="ko-KR" sz="4000" dirty="0"/>
          </a:p>
        </p:txBody>
      </p:sp>
      <p:sp>
        <p:nvSpPr>
          <p:cNvPr id="13" name="S01-card10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14" name="S01-cardtext11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통분해서 분모가 다른 분수를 더해요.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대분수끼리 더하고 받아올림해요.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000" dirty="0"/>
          </a:p>
        </p:txBody>
      </p:sp>
      <p:sp>
        <p:nvSpPr>
          <p:cNvPr id="3" name="S02-text1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□를 채워요. ②는 통분이에요.</a:t>
            </a:r>
            <a:endParaRPr lang="ko-KR" sz="2800" dirty="0"/>
          </a:p>
        </p:txBody>
      </p:sp>
      <p:sp>
        <p:nvSpPr>
          <p:cNvPr id="4" name="S02-chip13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02-num14"/>
          <p:cNvSpPr txBox="1"/>
          <p:nvPr/>
        </p:nvSpPr>
        <p:spPr>
          <a:xfrm>
            <a:off x="1344168" y="213563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6" name="S02-fracbar15"/>
          <p:cNvSpPr/>
          <p:nvPr/>
        </p:nvSpPr>
        <p:spPr>
          <a:xfrm>
            <a:off x="1380744" y="265176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7" name="S02-num16"/>
          <p:cNvSpPr txBox="1"/>
          <p:nvPr/>
        </p:nvSpPr>
        <p:spPr>
          <a:xfrm>
            <a:off x="1344168" y="268833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3200" dirty="0"/>
          </a:p>
        </p:txBody>
      </p:sp>
      <p:sp>
        <p:nvSpPr>
          <p:cNvPr id="8" name="S02-op17"/>
          <p:cNvSpPr txBox="1"/>
          <p:nvPr/>
        </p:nvSpPr>
        <p:spPr>
          <a:xfrm>
            <a:off x="1990344" y="213563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</a:t>
            </a:r>
            <a:endParaRPr lang="ko-KR" sz="3200" dirty="0"/>
          </a:p>
        </p:txBody>
      </p:sp>
      <p:sp>
        <p:nvSpPr>
          <p:cNvPr id="9" name="S02-num18"/>
          <p:cNvSpPr txBox="1"/>
          <p:nvPr/>
        </p:nvSpPr>
        <p:spPr>
          <a:xfrm>
            <a:off x="2526792" y="213563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10" name="S02-fracbar19"/>
          <p:cNvSpPr/>
          <p:nvPr/>
        </p:nvSpPr>
        <p:spPr>
          <a:xfrm>
            <a:off x="2563368" y="265176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" name="S02-num20"/>
          <p:cNvSpPr txBox="1"/>
          <p:nvPr/>
        </p:nvSpPr>
        <p:spPr>
          <a:xfrm>
            <a:off x="2526792" y="268833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3200" dirty="0"/>
          </a:p>
        </p:txBody>
      </p:sp>
      <p:sp>
        <p:nvSpPr>
          <p:cNvPr id="12" name="S02-op21"/>
          <p:cNvSpPr txBox="1"/>
          <p:nvPr/>
        </p:nvSpPr>
        <p:spPr>
          <a:xfrm>
            <a:off x="3172968" y="213563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13" name="S02-blank22"/>
          <p:cNvSpPr/>
          <p:nvPr/>
        </p:nvSpPr>
        <p:spPr>
          <a:xfrm>
            <a:off x="3800206" y="2197974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4" name="S02-fracbar23"/>
          <p:cNvSpPr/>
          <p:nvPr/>
        </p:nvSpPr>
        <p:spPr>
          <a:xfrm>
            <a:off x="3745992" y="265176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5" name="S02-num24"/>
          <p:cNvSpPr txBox="1"/>
          <p:nvPr/>
        </p:nvSpPr>
        <p:spPr>
          <a:xfrm>
            <a:off x="3709416" y="268833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3200" dirty="0"/>
          </a:p>
        </p:txBody>
      </p:sp>
      <p:sp>
        <p:nvSpPr>
          <p:cNvPr id="16" name="S02-chip25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17" name="S02-num26"/>
          <p:cNvSpPr txBox="1"/>
          <p:nvPr/>
        </p:nvSpPr>
        <p:spPr>
          <a:xfrm>
            <a:off x="1344168" y="359867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18" name="S02-fracbar27"/>
          <p:cNvSpPr/>
          <p:nvPr/>
        </p:nvSpPr>
        <p:spPr>
          <a:xfrm>
            <a:off x="1380744" y="411480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9" name="S02-num28"/>
          <p:cNvSpPr txBox="1"/>
          <p:nvPr/>
        </p:nvSpPr>
        <p:spPr>
          <a:xfrm>
            <a:off x="1344168" y="415137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200" dirty="0"/>
          </a:p>
        </p:txBody>
      </p:sp>
      <p:sp>
        <p:nvSpPr>
          <p:cNvPr id="20" name="S02-op29"/>
          <p:cNvSpPr txBox="1"/>
          <p:nvPr/>
        </p:nvSpPr>
        <p:spPr>
          <a:xfrm>
            <a:off x="1990344" y="3598672"/>
            <a:ext cx="499872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</a:t>
            </a:r>
            <a:endParaRPr lang="ko-KR" sz="3200" dirty="0"/>
          </a:p>
        </p:txBody>
      </p:sp>
      <p:sp>
        <p:nvSpPr>
          <p:cNvPr id="21" name="S02-num30"/>
          <p:cNvSpPr txBox="1"/>
          <p:nvPr/>
        </p:nvSpPr>
        <p:spPr>
          <a:xfrm>
            <a:off x="2599944" y="359867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200" dirty="0"/>
          </a:p>
        </p:txBody>
      </p:sp>
      <p:sp>
        <p:nvSpPr>
          <p:cNvPr id="22" name="S02-fracbar31"/>
          <p:cNvSpPr/>
          <p:nvPr/>
        </p:nvSpPr>
        <p:spPr>
          <a:xfrm>
            <a:off x="2636520" y="411480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3" name="S02-num32"/>
          <p:cNvSpPr txBox="1"/>
          <p:nvPr/>
        </p:nvSpPr>
        <p:spPr>
          <a:xfrm>
            <a:off x="2599944" y="415137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3200" dirty="0"/>
          </a:p>
        </p:txBody>
      </p:sp>
      <p:sp>
        <p:nvSpPr>
          <p:cNvPr id="24" name="S02-op33"/>
          <p:cNvSpPr txBox="1"/>
          <p:nvPr/>
        </p:nvSpPr>
        <p:spPr>
          <a:xfrm>
            <a:off x="3246120" y="3598672"/>
            <a:ext cx="65430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ko-KR" sz="3200" dirty="0"/>
          </a:p>
        </p:txBody>
      </p:sp>
      <p:sp>
        <p:nvSpPr>
          <p:cNvPr id="25" name="S02-blank34"/>
          <p:cNvSpPr/>
          <p:nvPr/>
        </p:nvSpPr>
        <p:spPr>
          <a:xfrm>
            <a:off x="4150726" y="3661014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6" name="S02-fracbar35"/>
          <p:cNvSpPr/>
          <p:nvPr/>
        </p:nvSpPr>
        <p:spPr>
          <a:xfrm>
            <a:off x="4046728" y="4114800"/>
            <a:ext cx="56286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7" name="S02-num36"/>
          <p:cNvSpPr txBox="1"/>
          <p:nvPr/>
        </p:nvSpPr>
        <p:spPr>
          <a:xfrm>
            <a:off x="4010152" y="4151376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3200" dirty="0"/>
          </a:p>
        </p:txBody>
      </p:sp>
      <p:sp>
        <p:nvSpPr>
          <p:cNvPr id="28" name="S02-op37"/>
          <p:cNvSpPr txBox="1"/>
          <p:nvPr/>
        </p:nvSpPr>
        <p:spPr>
          <a:xfrm>
            <a:off x="4755896" y="3598672"/>
            <a:ext cx="499872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</a:t>
            </a:r>
            <a:endParaRPr lang="ko-KR" sz="3200" dirty="0"/>
          </a:p>
        </p:txBody>
      </p:sp>
      <p:sp>
        <p:nvSpPr>
          <p:cNvPr id="29" name="S02-blank38"/>
          <p:cNvSpPr/>
          <p:nvPr/>
        </p:nvSpPr>
        <p:spPr>
          <a:xfrm>
            <a:off x="5506070" y="3661014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30" name="S02-fracbar39"/>
          <p:cNvSpPr/>
          <p:nvPr/>
        </p:nvSpPr>
        <p:spPr>
          <a:xfrm>
            <a:off x="5402072" y="4114800"/>
            <a:ext cx="56286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1" name="S02-num40"/>
          <p:cNvSpPr txBox="1"/>
          <p:nvPr/>
        </p:nvSpPr>
        <p:spPr>
          <a:xfrm>
            <a:off x="5365496" y="4151376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3200" dirty="0"/>
          </a:p>
        </p:txBody>
      </p:sp>
      <p:sp>
        <p:nvSpPr>
          <p:cNvPr id="32" name="S02-chip41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33" name="S02-num42"/>
          <p:cNvSpPr txBox="1"/>
          <p:nvPr/>
        </p:nvSpPr>
        <p:spPr>
          <a:xfrm>
            <a:off x="1344168" y="5061712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ko-KR" sz="3200" dirty="0"/>
          </a:p>
        </p:txBody>
      </p:sp>
      <p:sp>
        <p:nvSpPr>
          <p:cNvPr id="34" name="S02-fracbar43"/>
          <p:cNvSpPr/>
          <p:nvPr/>
        </p:nvSpPr>
        <p:spPr>
          <a:xfrm>
            <a:off x="1380744" y="5577840"/>
            <a:ext cx="56286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5" name="S02-num44"/>
          <p:cNvSpPr txBox="1"/>
          <p:nvPr/>
        </p:nvSpPr>
        <p:spPr>
          <a:xfrm>
            <a:off x="1344168" y="5614416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3200" dirty="0"/>
          </a:p>
        </p:txBody>
      </p:sp>
      <p:sp>
        <p:nvSpPr>
          <p:cNvPr id="36" name="S02-op45"/>
          <p:cNvSpPr txBox="1"/>
          <p:nvPr/>
        </p:nvSpPr>
        <p:spPr>
          <a:xfrm>
            <a:off x="2089912" y="506171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37" name="S02-blank46"/>
          <p:cNvSpPr/>
          <p:nvPr/>
        </p:nvSpPr>
        <p:spPr>
          <a:xfrm>
            <a:off x="2626360" y="5400406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38" name="S02-blank47"/>
          <p:cNvSpPr/>
          <p:nvPr/>
        </p:nvSpPr>
        <p:spPr>
          <a:xfrm>
            <a:off x="3194954" y="5124054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39" name="S02-fracbar48"/>
          <p:cNvSpPr/>
          <p:nvPr/>
        </p:nvSpPr>
        <p:spPr>
          <a:xfrm>
            <a:off x="3090956" y="5577840"/>
            <a:ext cx="56286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0" name="S02-num49"/>
          <p:cNvSpPr txBox="1"/>
          <p:nvPr/>
        </p:nvSpPr>
        <p:spPr>
          <a:xfrm>
            <a:off x="3054380" y="5614416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그림으로 더해요</a:t>
            </a:r>
            <a:endParaRPr lang="ko-KR" sz="4000" dirty="0"/>
          </a:p>
        </p:txBody>
      </p:sp>
      <p:sp>
        <p:nvSpPr>
          <p:cNvPr id="3" name="S03-text5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2분의 1 = 6분의 3, 3분의 1 = 6분의 2예요.</a:t>
            </a:r>
            <a:endParaRPr lang="ko-KR" sz="2800" dirty="0"/>
          </a:p>
        </p:txBody>
      </p:sp>
      <p:sp>
        <p:nvSpPr>
          <p:cNvPr id="4" name="S03-card51"/>
          <p:cNvSpPr/>
          <p:nvPr/>
        </p:nvSpPr>
        <p:spPr>
          <a:xfrm>
            <a:off x="548640" y="5037836"/>
            <a:ext cx="11091672" cy="1180084"/>
          </a:xfrm>
          <a:prstGeom prst="roundRect">
            <a:avLst>
              <a:gd name="adj" fmla="val 929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52"/>
          <p:cNvSpPr txBox="1"/>
          <p:nvPr/>
        </p:nvSpPr>
        <p:spPr>
          <a:xfrm>
            <a:off x="822960" y="5174996"/>
            <a:ext cx="10543032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2분의 1 + 3분의 1 = 6분의 5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6분의 1이 3개 + 2개 = 5개</a:t>
            </a:r>
            <a:endParaRPr lang="ko-KR" sz="2800" dirty="0"/>
          </a:p>
        </p:txBody>
      </p:sp>
      <p:sp>
        <p:nvSpPr>
          <p:cNvPr id="6" name="S03-num53"/>
          <p:cNvSpPr txBox="1"/>
          <p:nvPr/>
        </p:nvSpPr>
        <p:spPr>
          <a:xfrm>
            <a:off x="784289" y="2072809"/>
            <a:ext cx="443103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500" dirty="0"/>
          </a:p>
        </p:txBody>
      </p:sp>
      <p:sp>
        <p:nvSpPr>
          <p:cNvPr id="7" name="S03-fracbar54"/>
          <p:cNvSpPr/>
          <p:nvPr/>
        </p:nvSpPr>
        <p:spPr>
          <a:xfrm>
            <a:off x="820865" y="2484035"/>
            <a:ext cx="369951" cy="0"/>
          </a:xfrm>
          <a:prstGeom prst="line">
            <a:avLst/>
          </a:prstGeom>
          <a:noFill/>
          <a:ln w="19844">
            <a:solidFill>
              <a:srgbClr val="1F2937"/>
            </a:solidFill>
            <a:prstDash val="solid"/>
          </a:ln>
        </p:spPr>
      </p:sp>
      <p:sp>
        <p:nvSpPr>
          <p:cNvPr id="8" name="S03-num55"/>
          <p:cNvSpPr txBox="1"/>
          <p:nvPr/>
        </p:nvSpPr>
        <p:spPr>
          <a:xfrm>
            <a:off x="784289" y="2520611"/>
            <a:ext cx="443103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500" dirty="0"/>
          </a:p>
        </p:txBody>
      </p:sp>
      <p:sp>
        <p:nvSpPr>
          <p:cNvPr id="9" name="S03-cell56"/>
          <p:cNvSpPr/>
          <p:nvPr/>
        </p:nvSpPr>
        <p:spPr>
          <a:xfrm>
            <a:off x="1600200" y="2148840"/>
            <a:ext cx="1673352" cy="670391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3-cell57"/>
          <p:cNvSpPr/>
          <p:nvPr/>
        </p:nvSpPr>
        <p:spPr>
          <a:xfrm>
            <a:off x="3273552" y="2148840"/>
            <a:ext cx="1673352" cy="670391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3-cell58"/>
          <p:cNvSpPr/>
          <p:nvPr/>
        </p:nvSpPr>
        <p:spPr>
          <a:xfrm>
            <a:off x="4946904" y="2148840"/>
            <a:ext cx="1673352" cy="670391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3-cell59"/>
          <p:cNvSpPr/>
          <p:nvPr/>
        </p:nvSpPr>
        <p:spPr>
          <a:xfrm>
            <a:off x="6620256" y="2148840"/>
            <a:ext cx="1673352" cy="670391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3-cell60"/>
          <p:cNvSpPr/>
          <p:nvPr/>
        </p:nvSpPr>
        <p:spPr>
          <a:xfrm>
            <a:off x="8293608" y="2148840"/>
            <a:ext cx="1673352" cy="670391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3-cell61"/>
          <p:cNvSpPr/>
          <p:nvPr/>
        </p:nvSpPr>
        <p:spPr>
          <a:xfrm>
            <a:off x="9966960" y="2148840"/>
            <a:ext cx="1673352" cy="670391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3-figure62" descr="똑같이 6칸으로 나눈 띠, 3칸 색칠"/>
          <p:cNvSpPr/>
          <p:nvPr/>
        </p:nvSpPr>
        <p:spPr>
          <a:xfrm>
            <a:off x="1600200" y="2148840"/>
            <a:ext cx="10040112" cy="670391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6" name="S03-num63"/>
          <p:cNvSpPr txBox="1"/>
          <p:nvPr/>
        </p:nvSpPr>
        <p:spPr>
          <a:xfrm>
            <a:off x="784289" y="2999232"/>
            <a:ext cx="443103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500" dirty="0"/>
          </a:p>
        </p:txBody>
      </p:sp>
      <p:sp>
        <p:nvSpPr>
          <p:cNvPr id="17" name="S03-fracbar64"/>
          <p:cNvSpPr/>
          <p:nvPr/>
        </p:nvSpPr>
        <p:spPr>
          <a:xfrm>
            <a:off x="820865" y="3410458"/>
            <a:ext cx="369951" cy="0"/>
          </a:xfrm>
          <a:prstGeom prst="line">
            <a:avLst/>
          </a:prstGeom>
          <a:noFill/>
          <a:ln w="19844">
            <a:solidFill>
              <a:srgbClr val="1F2937"/>
            </a:solidFill>
            <a:prstDash val="solid"/>
          </a:ln>
        </p:spPr>
      </p:sp>
      <p:sp>
        <p:nvSpPr>
          <p:cNvPr id="18" name="S03-num65"/>
          <p:cNvSpPr txBox="1"/>
          <p:nvPr/>
        </p:nvSpPr>
        <p:spPr>
          <a:xfrm>
            <a:off x="784289" y="3447034"/>
            <a:ext cx="443103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500" dirty="0"/>
          </a:p>
        </p:txBody>
      </p:sp>
      <p:sp>
        <p:nvSpPr>
          <p:cNvPr id="19" name="S03-cell66"/>
          <p:cNvSpPr/>
          <p:nvPr/>
        </p:nvSpPr>
        <p:spPr>
          <a:xfrm>
            <a:off x="1600200" y="3075263"/>
            <a:ext cx="1673352" cy="670391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3-cell67"/>
          <p:cNvSpPr/>
          <p:nvPr/>
        </p:nvSpPr>
        <p:spPr>
          <a:xfrm>
            <a:off x="3273552" y="3075263"/>
            <a:ext cx="1673352" cy="670391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03-cell68"/>
          <p:cNvSpPr/>
          <p:nvPr/>
        </p:nvSpPr>
        <p:spPr>
          <a:xfrm>
            <a:off x="4946904" y="3075263"/>
            <a:ext cx="1673352" cy="670391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03-cell69"/>
          <p:cNvSpPr/>
          <p:nvPr/>
        </p:nvSpPr>
        <p:spPr>
          <a:xfrm>
            <a:off x="6620256" y="3075263"/>
            <a:ext cx="1673352" cy="670391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03-cell70"/>
          <p:cNvSpPr/>
          <p:nvPr/>
        </p:nvSpPr>
        <p:spPr>
          <a:xfrm>
            <a:off x="8293608" y="3075263"/>
            <a:ext cx="1673352" cy="670391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4" name="S03-cell71"/>
          <p:cNvSpPr/>
          <p:nvPr/>
        </p:nvSpPr>
        <p:spPr>
          <a:xfrm>
            <a:off x="9966960" y="3075263"/>
            <a:ext cx="1673352" cy="670391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5" name="S03-figure72" descr="똑같이 6칸으로 나눈 띠, 2칸 색칠"/>
          <p:cNvSpPr/>
          <p:nvPr/>
        </p:nvSpPr>
        <p:spPr>
          <a:xfrm>
            <a:off x="1600200" y="3075263"/>
            <a:ext cx="10040112" cy="670391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6" name="S03-num73"/>
          <p:cNvSpPr txBox="1"/>
          <p:nvPr/>
        </p:nvSpPr>
        <p:spPr>
          <a:xfrm>
            <a:off x="784289" y="3925655"/>
            <a:ext cx="443103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500" dirty="0"/>
          </a:p>
        </p:txBody>
      </p:sp>
      <p:sp>
        <p:nvSpPr>
          <p:cNvPr id="27" name="S03-fracbar74"/>
          <p:cNvSpPr/>
          <p:nvPr/>
        </p:nvSpPr>
        <p:spPr>
          <a:xfrm>
            <a:off x="820865" y="4336881"/>
            <a:ext cx="369951" cy="0"/>
          </a:xfrm>
          <a:prstGeom prst="line">
            <a:avLst/>
          </a:prstGeom>
          <a:noFill/>
          <a:ln w="19844">
            <a:solidFill>
              <a:srgbClr val="1F2937"/>
            </a:solidFill>
            <a:prstDash val="solid"/>
          </a:ln>
        </p:spPr>
      </p:sp>
      <p:sp>
        <p:nvSpPr>
          <p:cNvPr id="28" name="S03-num75"/>
          <p:cNvSpPr txBox="1"/>
          <p:nvPr/>
        </p:nvSpPr>
        <p:spPr>
          <a:xfrm>
            <a:off x="784289" y="4373457"/>
            <a:ext cx="443103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500" dirty="0"/>
          </a:p>
        </p:txBody>
      </p:sp>
      <p:sp>
        <p:nvSpPr>
          <p:cNvPr id="29" name="S03-cell76"/>
          <p:cNvSpPr/>
          <p:nvPr/>
        </p:nvSpPr>
        <p:spPr>
          <a:xfrm>
            <a:off x="1600200" y="4001685"/>
            <a:ext cx="1673352" cy="670391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0" name="S03-cell77"/>
          <p:cNvSpPr/>
          <p:nvPr/>
        </p:nvSpPr>
        <p:spPr>
          <a:xfrm>
            <a:off x="3273552" y="4001685"/>
            <a:ext cx="1673352" cy="670391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1" name="S03-cell78"/>
          <p:cNvSpPr/>
          <p:nvPr/>
        </p:nvSpPr>
        <p:spPr>
          <a:xfrm>
            <a:off x="4946904" y="4001685"/>
            <a:ext cx="1673352" cy="670391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2" name="S03-cell79"/>
          <p:cNvSpPr/>
          <p:nvPr/>
        </p:nvSpPr>
        <p:spPr>
          <a:xfrm>
            <a:off x="6620256" y="4001685"/>
            <a:ext cx="1673352" cy="670391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3" name="S03-cell80"/>
          <p:cNvSpPr/>
          <p:nvPr/>
        </p:nvSpPr>
        <p:spPr>
          <a:xfrm>
            <a:off x="8293608" y="4001685"/>
            <a:ext cx="1673352" cy="670391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4" name="S03-cell81"/>
          <p:cNvSpPr/>
          <p:nvPr/>
        </p:nvSpPr>
        <p:spPr>
          <a:xfrm>
            <a:off x="9966960" y="4001685"/>
            <a:ext cx="1673352" cy="670391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5" name="S03-figure82" descr="똑같이 6칸으로 나눈 띠, 5칸 색칠"/>
          <p:cNvSpPr/>
          <p:nvPr/>
        </p:nvSpPr>
        <p:spPr>
          <a:xfrm>
            <a:off x="1600200" y="4001685"/>
            <a:ext cx="10040112" cy="670391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가지 방법으로 더해요</a:t>
            </a:r>
            <a:endParaRPr lang="ko-KR" sz="4000" dirty="0"/>
          </a:p>
        </p:txBody>
      </p:sp>
      <p:sp>
        <p:nvSpPr>
          <p:cNvPr id="3" name="S04-card83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4-cardtext84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4분의 1 + 6분의 1을 계산했어요.</a:t>
            </a:r>
            <a:endParaRPr lang="ko-KR" sz="2800" dirty="0"/>
          </a:p>
        </p:txBody>
      </p:sp>
      <p:sp>
        <p:nvSpPr>
          <p:cNvPr id="5" name="S04-card8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4-cardtext8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답의 크기가 같나요? 어느 방법이 편할까요?</a:t>
            </a:r>
            <a:endParaRPr lang="ko-KR" sz="2800" dirty="0"/>
          </a:p>
        </p:txBody>
      </p:sp>
      <p:sp>
        <p:nvSpPr>
          <p:cNvPr id="7" name="S04-chip87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분모의 곱 24로</a:t>
            </a:r>
            <a:endParaRPr lang="ko-KR" sz="2200" dirty="0"/>
          </a:p>
        </p:txBody>
      </p:sp>
      <p:sp>
        <p:nvSpPr>
          <p:cNvPr id="8" name="S04-num88"/>
          <p:cNvSpPr txBox="1"/>
          <p:nvPr/>
        </p:nvSpPr>
        <p:spPr>
          <a:xfrm>
            <a:off x="1629918" y="3405378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3200" dirty="0"/>
          </a:p>
        </p:txBody>
      </p:sp>
      <p:sp>
        <p:nvSpPr>
          <p:cNvPr id="9" name="S04-fracbar89"/>
          <p:cNvSpPr/>
          <p:nvPr/>
        </p:nvSpPr>
        <p:spPr>
          <a:xfrm>
            <a:off x="1666494" y="3921506"/>
            <a:ext cx="56286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0" name="S04-num90"/>
          <p:cNvSpPr txBox="1"/>
          <p:nvPr/>
        </p:nvSpPr>
        <p:spPr>
          <a:xfrm>
            <a:off x="1629918" y="3958082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</a:t>
            </a:r>
            <a:endParaRPr lang="ko-KR" sz="3200" dirty="0"/>
          </a:p>
        </p:txBody>
      </p:sp>
      <p:sp>
        <p:nvSpPr>
          <p:cNvPr id="11" name="S04-op91"/>
          <p:cNvSpPr txBox="1"/>
          <p:nvPr/>
        </p:nvSpPr>
        <p:spPr>
          <a:xfrm>
            <a:off x="2375662" y="3405378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</a:t>
            </a:r>
            <a:endParaRPr lang="ko-KR" sz="3200" dirty="0"/>
          </a:p>
        </p:txBody>
      </p:sp>
      <p:sp>
        <p:nvSpPr>
          <p:cNvPr id="12" name="S04-num92"/>
          <p:cNvSpPr txBox="1"/>
          <p:nvPr/>
        </p:nvSpPr>
        <p:spPr>
          <a:xfrm>
            <a:off x="2912110" y="3405378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200" dirty="0"/>
          </a:p>
        </p:txBody>
      </p:sp>
      <p:sp>
        <p:nvSpPr>
          <p:cNvPr id="13" name="S04-fracbar93"/>
          <p:cNvSpPr/>
          <p:nvPr/>
        </p:nvSpPr>
        <p:spPr>
          <a:xfrm>
            <a:off x="2948686" y="3921506"/>
            <a:ext cx="56286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4" name="S04-num94"/>
          <p:cNvSpPr txBox="1"/>
          <p:nvPr/>
        </p:nvSpPr>
        <p:spPr>
          <a:xfrm>
            <a:off x="2912110" y="3958082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</a:t>
            </a:r>
            <a:endParaRPr lang="ko-KR" sz="3200" dirty="0"/>
          </a:p>
        </p:txBody>
      </p:sp>
      <p:sp>
        <p:nvSpPr>
          <p:cNvPr id="15" name="S04-op95"/>
          <p:cNvSpPr txBox="1"/>
          <p:nvPr/>
        </p:nvSpPr>
        <p:spPr>
          <a:xfrm>
            <a:off x="3657854" y="3405378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16" name="S04-num96"/>
          <p:cNvSpPr txBox="1"/>
          <p:nvPr/>
        </p:nvSpPr>
        <p:spPr>
          <a:xfrm>
            <a:off x="4194302" y="3405378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3200" dirty="0"/>
          </a:p>
        </p:txBody>
      </p:sp>
      <p:sp>
        <p:nvSpPr>
          <p:cNvPr id="17" name="S04-fracbar97"/>
          <p:cNvSpPr/>
          <p:nvPr/>
        </p:nvSpPr>
        <p:spPr>
          <a:xfrm>
            <a:off x="4230878" y="3921506"/>
            <a:ext cx="56286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8" name="S04-num98"/>
          <p:cNvSpPr txBox="1"/>
          <p:nvPr/>
        </p:nvSpPr>
        <p:spPr>
          <a:xfrm>
            <a:off x="4194302" y="3958082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</a:t>
            </a:r>
            <a:endParaRPr lang="ko-KR" sz="3200" dirty="0"/>
          </a:p>
        </p:txBody>
      </p:sp>
      <p:sp>
        <p:nvSpPr>
          <p:cNvPr id="19" name="S04-text99"/>
          <p:cNvSpPr txBox="1"/>
          <p:nvPr/>
        </p:nvSpPr>
        <p:spPr>
          <a:xfrm>
            <a:off x="548640" y="4688332"/>
            <a:ext cx="5362956" cy="432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24분의 10을 약분하면 12분의 5</a:t>
            </a:r>
            <a:endParaRPr lang="ko-KR" sz="2200" dirty="0"/>
          </a:p>
        </p:txBody>
      </p:sp>
      <p:sp>
        <p:nvSpPr>
          <p:cNvPr id="20" name="S04-chip100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최소공배수 12로</a:t>
            </a:r>
            <a:endParaRPr lang="ko-KR" sz="2200" dirty="0"/>
          </a:p>
        </p:txBody>
      </p:sp>
      <p:sp>
        <p:nvSpPr>
          <p:cNvPr id="21" name="S04-num101"/>
          <p:cNvSpPr txBox="1"/>
          <p:nvPr/>
        </p:nvSpPr>
        <p:spPr>
          <a:xfrm>
            <a:off x="7358634" y="3405378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22" name="S04-fracbar102"/>
          <p:cNvSpPr/>
          <p:nvPr/>
        </p:nvSpPr>
        <p:spPr>
          <a:xfrm>
            <a:off x="7395210" y="3921506"/>
            <a:ext cx="56286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3" name="S04-num103"/>
          <p:cNvSpPr txBox="1"/>
          <p:nvPr/>
        </p:nvSpPr>
        <p:spPr>
          <a:xfrm>
            <a:off x="7358634" y="3958082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3200" dirty="0"/>
          </a:p>
        </p:txBody>
      </p:sp>
      <p:sp>
        <p:nvSpPr>
          <p:cNvPr id="24" name="S04-op104"/>
          <p:cNvSpPr txBox="1"/>
          <p:nvPr/>
        </p:nvSpPr>
        <p:spPr>
          <a:xfrm>
            <a:off x="8104378" y="3405378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</a:t>
            </a:r>
            <a:endParaRPr lang="ko-KR" sz="3200" dirty="0"/>
          </a:p>
        </p:txBody>
      </p:sp>
      <p:sp>
        <p:nvSpPr>
          <p:cNvPr id="25" name="S04-num105"/>
          <p:cNvSpPr txBox="1"/>
          <p:nvPr/>
        </p:nvSpPr>
        <p:spPr>
          <a:xfrm>
            <a:off x="8640826" y="3405378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26" name="S04-fracbar106"/>
          <p:cNvSpPr/>
          <p:nvPr/>
        </p:nvSpPr>
        <p:spPr>
          <a:xfrm>
            <a:off x="8677402" y="3921506"/>
            <a:ext cx="56286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7" name="S04-num107"/>
          <p:cNvSpPr txBox="1"/>
          <p:nvPr/>
        </p:nvSpPr>
        <p:spPr>
          <a:xfrm>
            <a:off x="8640826" y="3958082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3200" dirty="0"/>
          </a:p>
        </p:txBody>
      </p:sp>
      <p:sp>
        <p:nvSpPr>
          <p:cNvPr id="28" name="S04-op108"/>
          <p:cNvSpPr txBox="1"/>
          <p:nvPr/>
        </p:nvSpPr>
        <p:spPr>
          <a:xfrm>
            <a:off x="9386570" y="3405378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29" name="S04-num109"/>
          <p:cNvSpPr txBox="1"/>
          <p:nvPr/>
        </p:nvSpPr>
        <p:spPr>
          <a:xfrm>
            <a:off x="9923018" y="3405378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200" dirty="0"/>
          </a:p>
        </p:txBody>
      </p:sp>
      <p:sp>
        <p:nvSpPr>
          <p:cNvPr id="30" name="S04-fracbar110"/>
          <p:cNvSpPr/>
          <p:nvPr/>
        </p:nvSpPr>
        <p:spPr>
          <a:xfrm>
            <a:off x="9959594" y="3921506"/>
            <a:ext cx="56286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1" name="S04-num111"/>
          <p:cNvSpPr txBox="1"/>
          <p:nvPr/>
        </p:nvSpPr>
        <p:spPr>
          <a:xfrm>
            <a:off x="9923018" y="3958082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3200" dirty="0"/>
          </a:p>
        </p:txBody>
      </p:sp>
      <p:sp>
        <p:nvSpPr>
          <p:cNvPr id="32" name="S04-text112"/>
          <p:cNvSpPr txBox="1"/>
          <p:nvPr/>
        </p:nvSpPr>
        <p:spPr>
          <a:xfrm>
            <a:off x="6277356" y="4688332"/>
            <a:ext cx="5362956" cy="432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바로 기약분수예요.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통분해서 더해요</a:t>
            </a:r>
            <a:endParaRPr lang="ko-KR" sz="4000" dirty="0"/>
          </a:p>
        </p:txBody>
      </p:sp>
      <p:sp>
        <p:nvSpPr>
          <p:cNvPr id="3" name="S05-text11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□를 채워요. 답은 기약분수로 나타내요.</a:t>
            </a:r>
            <a:endParaRPr lang="ko-KR" sz="2800" dirty="0"/>
          </a:p>
        </p:txBody>
      </p:sp>
      <p:sp>
        <p:nvSpPr>
          <p:cNvPr id="4" name="S05-card11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5-cardtext11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최소공배수로 통분하면 수가 작아요.</a:t>
            </a:r>
            <a:endParaRPr lang="ko-KR" sz="2800" dirty="0"/>
          </a:p>
        </p:txBody>
      </p:sp>
      <p:sp>
        <p:nvSpPr>
          <p:cNvPr id="6" name="S05-chip116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05-num117"/>
          <p:cNvSpPr txBox="1"/>
          <p:nvPr/>
        </p:nvSpPr>
        <p:spPr>
          <a:xfrm>
            <a:off x="1344168" y="201269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800" dirty="0"/>
          </a:p>
        </p:txBody>
      </p:sp>
      <p:sp>
        <p:nvSpPr>
          <p:cNvPr id="8" name="S05-fracbar118"/>
          <p:cNvSpPr/>
          <p:nvPr/>
        </p:nvSpPr>
        <p:spPr>
          <a:xfrm>
            <a:off x="1380744" y="246888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9" name="S05-num119"/>
          <p:cNvSpPr txBox="1"/>
          <p:nvPr/>
        </p:nvSpPr>
        <p:spPr>
          <a:xfrm>
            <a:off x="1344168" y="25054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800" dirty="0"/>
          </a:p>
        </p:txBody>
      </p:sp>
      <p:sp>
        <p:nvSpPr>
          <p:cNvPr id="10" name="S05-op120"/>
          <p:cNvSpPr txBox="1"/>
          <p:nvPr/>
        </p:nvSpPr>
        <p:spPr>
          <a:xfrm>
            <a:off x="1937004" y="201269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</a:t>
            </a:r>
            <a:endParaRPr lang="ko-KR" sz="2800" dirty="0"/>
          </a:p>
        </p:txBody>
      </p:sp>
      <p:sp>
        <p:nvSpPr>
          <p:cNvPr id="11" name="S05-num121"/>
          <p:cNvSpPr txBox="1"/>
          <p:nvPr/>
        </p:nvSpPr>
        <p:spPr>
          <a:xfrm>
            <a:off x="2452116" y="201269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800" dirty="0"/>
          </a:p>
        </p:txBody>
      </p:sp>
      <p:sp>
        <p:nvSpPr>
          <p:cNvPr id="12" name="S05-fracbar122"/>
          <p:cNvSpPr/>
          <p:nvPr/>
        </p:nvSpPr>
        <p:spPr>
          <a:xfrm>
            <a:off x="2488692" y="246888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3" name="S05-num123"/>
          <p:cNvSpPr txBox="1"/>
          <p:nvPr/>
        </p:nvSpPr>
        <p:spPr>
          <a:xfrm>
            <a:off x="2452116" y="25054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800" dirty="0"/>
          </a:p>
        </p:txBody>
      </p:sp>
      <p:sp>
        <p:nvSpPr>
          <p:cNvPr id="14" name="S05-op124"/>
          <p:cNvSpPr txBox="1"/>
          <p:nvPr/>
        </p:nvSpPr>
        <p:spPr>
          <a:xfrm>
            <a:off x="3044952" y="201269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15" name="S05-blank125"/>
          <p:cNvSpPr/>
          <p:nvPr/>
        </p:nvSpPr>
        <p:spPr>
          <a:xfrm>
            <a:off x="3693353" y="2067245"/>
            <a:ext cx="310510" cy="310510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6" name="S05-fracbar126"/>
          <p:cNvSpPr/>
          <p:nvPr/>
        </p:nvSpPr>
        <p:spPr>
          <a:xfrm>
            <a:off x="3596640" y="2468880"/>
            <a:ext cx="50393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7" name="S05-num127"/>
          <p:cNvSpPr txBox="1"/>
          <p:nvPr/>
        </p:nvSpPr>
        <p:spPr>
          <a:xfrm>
            <a:off x="3560064" y="2505456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ko-KR" sz="2800" dirty="0"/>
          </a:p>
        </p:txBody>
      </p:sp>
      <p:sp>
        <p:nvSpPr>
          <p:cNvPr id="18" name="S05-op128"/>
          <p:cNvSpPr txBox="1"/>
          <p:nvPr/>
        </p:nvSpPr>
        <p:spPr>
          <a:xfrm>
            <a:off x="4246880" y="201269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</a:t>
            </a:r>
            <a:endParaRPr lang="ko-KR" sz="2800" dirty="0"/>
          </a:p>
        </p:txBody>
      </p:sp>
      <p:sp>
        <p:nvSpPr>
          <p:cNvPr id="19" name="S05-blank129"/>
          <p:cNvSpPr/>
          <p:nvPr/>
        </p:nvSpPr>
        <p:spPr>
          <a:xfrm>
            <a:off x="4895281" y="2067245"/>
            <a:ext cx="310510" cy="310510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0" name="S05-fracbar130"/>
          <p:cNvSpPr/>
          <p:nvPr/>
        </p:nvSpPr>
        <p:spPr>
          <a:xfrm>
            <a:off x="4798568" y="2468880"/>
            <a:ext cx="50393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1" name="S05-num131"/>
          <p:cNvSpPr txBox="1"/>
          <p:nvPr/>
        </p:nvSpPr>
        <p:spPr>
          <a:xfrm>
            <a:off x="4761992" y="2505456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ko-KR" sz="2800" dirty="0"/>
          </a:p>
        </p:txBody>
      </p:sp>
      <p:sp>
        <p:nvSpPr>
          <p:cNvPr id="22" name="S05-op132"/>
          <p:cNvSpPr txBox="1"/>
          <p:nvPr/>
        </p:nvSpPr>
        <p:spPr>
          <a:xfrm>
            <a:off x="5448808" y="201269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23" name="S05-blank133"/>
          <p:cNvSpPr/>
          <p:nvPr/>
        </p:nvSpPr>
        <p:spPr>
          <a:xfrm>
            <a:off x="6097209" y="2067245"/>
            <a:ext cx="310510" cy="310510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4" name="S05-fracbar134"/>
          <p:cNvSpPr/>
          <p:nvPr/>
        </p:nvSpPr>
        <p:spPr>
          <a:xfrm>
            <a:off x="6000496" y="2468880"/>
            <a:ext cx="50393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5" name="S05-num135"/>
          <p:cNvSpPr txBox="1"/>
          <p:nvPr/>
        </p:nvSpPr>
        <p:spPr>
          <a:xfrm>
            <a:off x="5963920" y="2505456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ko-KR" sz="2800" dirty="0"/>
          </a:p>
        </p:txBody>
      </p:sp>
      <p:sp>
        <p:nvSpPr>
          <p:cNvPr id="26" name="S05-chip136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27" name="S05-num137"/>
          <p:cNvSpPr txBox="1"/>
          <p:nvPr/>
        </p:nvSpPr>
        <p:spPr>
          <a:xfrm>
            <a:off x="1344168" y="310997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800" dirty="0"/>
          </a:p>
        </p:txBody>
      </p:sp>
      <p:sp>
        <p:nvSpPr>
          <p:cNvPr id="28" name="S05-fracbar138"/>
          <p:cNvSpPr/>
          <p:nvPr/>
        </p:nvSpPr>
        <p:spPr>
          <a:xfrm>
            <a:off x="1380744" y="356616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9" name="S05-num139"/>
          <p:cNvSpPr txBox="1"/>
          <p:nvPr/>
        </p:nvSpPr>
        <p:spPr>
          <a:xfrm>
            <a:off x="1344168" y="360273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800" dirty="0"/>
          </a:p>
        </p:txBody>
      </p:sp>
      <p:sp>
        <p:nvSpPr>
          <p:cNvPr id="30" name="S05-op140"/>
          <p:cNvSpPr txBox="1"/>
          <p:nvPr/>
        </p:nvSpPr>
        <p:spPr>
          <a:xfrm>
            <a:off x="1937004" y="310997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</a:t>
            </a:r>
            <a:endParaRPr lang="ko-KR" sz="2800" dirty="0"/>
          </a:p>
        </p:txBody>
      </p:sp>
      <p:sp>
        <p:nvSpPr>
          <p:cNvPr id="31" name="S05-num141"/>
          <p:cNvSpPr txBox="1"/>
          <p:nvPr/>
        </p:nvSpPr>
        <p:spPr>
          <a:xfrm>
            <a:off x="2452116" y="310997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800" dirty="0"/>
          </a:p>
        </p:txBody>
      </p:sp>
      <p:sp>
        <p:nvSpPr>
          <p:cNvPr id="32" name="S05-fracbar142"/>
          <p:cNvSpPr/>
          <p:nvPr/>
        </p:nvSpPr>
        <p:spPr>
          <a:xfrm>
            <a:off x="2488692" y="356616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3" name="S05-num143"/>
          <p:cNvSpPr txBox="1"/>
          <p:nvPr/>
        </p:nvSpPr>
        <p:spPr>
          <a:xfrm>
            <a:off x="2452116" y="360273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800" dirty="0"/>
          </a:p>
        </p:txBody>
      </p:sp>
      <p:sp>
        <p:nvSpPr>
          <p:cNvPr id="34" name="S05-op144"/>
          <p:cNvSpPr txBox="1"/>
          <p:nvPr/>
        </p:nvSpPr>
        <p:spPr>
          <a:xfrm>
            <a:off x="3044952" y="310997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35" name="S05-num145"/>
          <p:cNvSpPr txBox="1"/>
          <p:nvPr/>
        </p:nvSpPr>
        <p:spPr>
          <a:xfrm>
            <a:off x="3560064" y="310997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800" dirty="0"/>
          </a:p>
        </p:txBody>
      </p:sp>
      <p:sp>
        <p:nvSpPr>
          <p:cNvPr id="36" name="S05-fracbar146"/>
          <p:cNvSpPr/>
          <p:nvPr/>
        </p:nvSpPr>
        <p:spPr>
          <a:xfrm>
            <a:off x="3596640" y="356616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7" name="S05-num147"/>
          <p:cNvSpPr txBox="1"/>
          <p:nvPr/>
        </p:nvSpPr>
        <p:spPr>
          <a:xfrm>
            <a:off x="3560064" y="360273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800" dirty="0"/>
          </a:p>
        </p:txBody>
      </p:sp>
      <p:sp>
        <p:nvSpPr>
          <p:cNvPr id="38" name="S05-op148"/>
          <p:cNvSpPr txBox="1"/>
          <p:nvPr/>
        </p:nvSpPr>
        <p:spPr>
          <a:xfrm>
            <a:off x="4152900" y="310997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</a:t>
            </a:r>
            <a:endParaRPr lang="ko-KR" sz="2800" dirty="0"/>
          </a:p>
        </p:txBody>
      </p:sp>
      <p:sp>
        <p:nvSpPr>
          <p:cNvPr id="39" name="S05-blank149"/>
          <p:cNvSpPr/>
          <p:nvPr/>
        </p:nvSpPr>
        <p:spPr>
          <a:xfrm>
            <a:off x="4754311" y="3164525"/>
            <a:ext cx="310510" cy="310510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40" name="S05-fracbar150"/>
          <p:cNvSpPr/>
          <p:nvPr/>
        </p:nvSpPr>
        <p:spPr>
          <a:xfrm>
            <a:off x="4704588" y="356616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1" name="S05-num151"/>
          <p:cNvSpPr txBox="1"/>
          <p:nvPr/>
        </p:nvSpPr>
        <p:spPr>
          <a:xfrm>
            <a:off x="4668012" y="360273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800" dirty="0"/>
          </a:p>
        </p:txBody>
      </p:sp>
      <p:sp>
        <p:nvSpPr>
          <p:cNvPr id="42" name="S05-op152"/>
          <p:cNvSpPr txBox="1"/>
          <p:nvPr/>
        </p:nvSpPr>
        <p:spPr>
          <a:xfrm>
            <a:off x="5260848" y="310997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43" name="S05-blank153"/>
          <p:cNvSpPr/>
          <p:nvPr/>
        </p:nvSpPr>
        <p:spPr>
          <a:xfrm>
            <a:off x="5862259" y="3164525"/>
            <a:ext cx="310510" cy="310510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44" name="S05-fracbar154"/>
          <p:cNvSpPr/>
          <p:nvPr/>
        </p:nvSpPr>
        <p:spPr>
          <a:xfrm>
            <a:off x="5812536" y="356616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5" name="S05-num155"/>
          <p:cNvSpPr txBox="1"/>
          <p:nvPr/>
        </p:nvSpPr>
        <p:spPr>
          <a:xfrm>
            <a:off x="5775960" y="360273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800" dirty="0"/>
          </a:p>
        </p:txBody>
      </p:sp>
      <p:sp>
        <p:nvSpPr>
          <p:cNvPr id="46" name="S05-chip156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47" name="S05-num157"/>
          <p:cNvSpPr txBox="1"/>
          <p:nvPr/>
        </p:nvSpPr>
        <p:spPr>
          <a:xfrm>
            <a:off x="1344168" y="42072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800" dirty="0"/>
          </a:p>
        </p:txBody>
      </p:sp>
      <p:sp>
        <p:nvSpPr>
          <p:cNvPr id="48" name="S05-fracbar158"/>
          <p:cNvSpPr/>
          <p:nvPr/>
        </p:nvSpPr>
        <p:spPr>
          <a:xfrm>
            <a:off x="1380744" y="466344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9" name="S05-num159"/>
          <p:cNvSpPr txBox="1"/>
          <p:nvPr/>
        </p:nvSpPr>
        <p:spPr>
          <a:xfrm>
            <a:off x="1344168" y="470001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800" dirty="0"/>
          </a:p>
        </p:txBody>
      </p:sp>
      <p:sp>
        <p:nvSpPr>
          <p:cNvPr id="50" name="S05-op160"/>
          <p:cNvSpPr txBox="1"/>
          <p:nvPr/>
        </p:nvSpPr>
        <p:spPr>
          <a:xfrm>
            <a:off x="1937004" y="420725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</a:t>
            </a:r>
            <a:endParaRPr lang="ko-KR" sz="2800" dirty="0"/>
          </a:p>
        </p:txBody>
      </p:sp>
      <p:sp>
        <p:nvSpPr>
          <p:cNvPr id="51" name="S05-num161"/>
          <p:cNvSpPr txBox="1"/>
          <p:nvPr/>
        </p:nvSpPr>
        <p:spPr>
          <a:xfrm>
            <a:off x="2452116" y="42072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800" dirty="0"/>
          </a:p>
        </p:txBody>
      </p:sp>
      <p:sp>
        <p:nvSpPr>
          <p:cNvPr id="52" name="S05-fracbar162"/>
          <p:cNvSpPr/>
          <p:nvPr/>
        </p:nvSpPr>
        <p:spPr>
          <a:xfrm>
            <a:off x="2488692" y="466344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53" name="S05-num163"/>
          <p:cNvSpPr txBox="1"/>
          <p:nvPr/>
        </p:nvSpPr>
        <p:spPr>
          <a:xfrm>
            <a:off x="2452116" y="470001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800" dirty="0"/>
          </a:p>
        </p:txBody>
      </p:sp>
      <p:sp>
        <p:nvSpPr>
          <p:cNvPr id="54" name="S05-op164"/>
          <p:cNvSpPr txBox="1"/>
          <p:nvPr/>
        </p:nvSpPr>
        <p:spPr>
          <a:xfrm>
            <a:off x="3044952" y="420725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55" name="S05-blank165"/>
          <p:cNvSpPr/>
          <p:nvPr/>
        </p:nvSpPr>
        <p:spPr>
          <a:xfrm>
            <a:off x="3646363" y="4261805"/>
            <a:ext cx="310510" cy="310510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56" name="S05-fracbar166"/>
          <p:cNvSpPr/>
          <p:nvPr/>
        </p:nvSpPr>
        <p:spPr>
          <a:xfrm>
            <a:off x="3596640" y="466344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57" name="S05-num167"/>
          <p:cNvSpPr txBox="1"/>
          <p:nvPr/>
        </p:nvSpPr>
        <p:spPr>
          <a:xfrm>
            <a:off x="3560064" y="470001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800" dirty="0"/>
          </a:p>
        </p:txBody>
      </p:sp>
      <p:sp>
        <p:nvSpPr>
          <p:cNvPr id="58" name="S05-op168"/>
          <p:cNvSpPr txBox="1"/>
          <p:nvPr/>
        </p:nvSpPr>
        <p:spPr>
          <a:xfrm>
            <a:off x="4152900" y="420725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59" name="S05-blank169"/>
          <p:cNvSpPr/>
          <p:nvPr/>
        </p:nvSpPr>
        <p:spPr>
          <a:xfrm>
            <a:off x="4754311" y="4261805"/>
            <a:ext cx="310510" cy="310510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60" name="S05-fracbar170"/>
          <p:cNvSpPr/>
          <p:nvPr/>
        </p:nvSpPr>
        <p:spPr>
          <a:xfrm>
            <a:off x="4704588" y="466344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61" name="S05-num171"/>
          <p:cNvSpPr txBox="1"/>
          <p:nvPr/>
        </p:nvSpPr>
        <p:spPr>
          <a:xfrm>
            <a:off x="4668012" y="470001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1보다 크면 대분수로</a:t>
            </a:r>
            <a:endParaRPr lang="ko-KR" sz="4000" dirty="0"/>
          </a:p>
        </p:txBody>
      </p:sp>
      <p:sp>
        <p:nvSpPr>
          <p:cNvPr id="3" name="S06-num172"/>
          <p:cNvSpPr txBox="1"/>
          <p:nvPr/>
        </p:nvSpPr>
        <p:spPr>
          <a:xfrm>
            <a:off x="548640" y="138125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200" dirty="0"/>
          </a:p>
        </p:txBody>
      </p:sp>
      <p:sp>
        <p:nvSpPr>
          <p:cNvPr id="4" name="S06-fracbar173"/>
          <p:cNvSpPr/>
          <p:nvPr/>
        </p:nvSpPr>
        <p:spPr>
          <a:xfrm>
            <a:off x="585216" y="189738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" name="S06-num174"/>
          <p:cNvSpPr txBox="1"/>
          <p:nvPr/>
        </p:nvSpPr>
        <p:spPr>
          <a:xfrm>
            <a:off x="548640" y="193395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3200" dirty="0"/>
          </a:p>
        </p:txBody>
      </p:sp>
      <p:sp>
        <p:nvSpPr>
          <p:cNvPr id="6" name="S06-op175"/>
          <p:cNvSpPr txBox="1"/>
          <p:nvPr/>
        </p:nvSpPr>
        <p:spPr>
          <a:xfrm>
            <a:off x="1194816" y="138125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</a:t>
            </a:r>
            <a:endParaRPr lang="ko-KR" sz="3200" dirty="0"/>
          </a:p>
        </p:txBody>
      </p:sp>
      <p:sp>
        <p:nvSpPr>
          <p:cNvPr id="7" name="S06-num176"/>
          <p:cNvSpPr txBox="1"/>
          <p:nvPr/>
        </p:nvSpPr>
        <p:spPr>
          <a:xfrm>
            <a:off x="1731264" y="138125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8" name="S06-fracbar177"/>
          <p:cNvSpPr/>
          <p:nvPr/>
        </p:nvSpPr>
        <p:spPr>
          <a:xfrm>
            <a:off x="1767840" y="189738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9" name="S06-num178"/>
          <p:cNvSpPr txBox="1"/>
          <p:nvPr/>
        </p:nvSpPr>
        <p:spPr>
          <a:xfrm>
            <a:off x="1731264" y="193395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200" dirty="0"/>
          </a:p>
        </p:txBody>
      </p:sp>
      <p:sp>
        <p:nvSpPr>
          <p:cNvPr id="10" name="S06-label179"/>
          <p:cNvSpPr txBox="1"/>
          <p:nvPr/>
        </p:nvSpPr>
        <p:spPr>
          <a:xfrm>
            <a:off x="7778984" y="3461004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11" name="S06-cell180"/>
          <p:cNvSpPr/>
          <p:nvPr/>
        </p:nvSpPr>
        <p:spPr>
          <a:xfrm>
            <a:off x="8830544" y="3461004"/>
            <a:ext cx="234147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6-cell181"/>
          <p:cNvSpPr/>
          <p:nvPr/>
        </p:nvSpPr>
        <p:spPr>
          <a:xfrm>
            <a:off x="9064691" y="3461004"/>
            <a:ext cx="234147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6-cell182"/>
          <p:cNvSpPr/>
          <p:nvPr/>
        </p:nvSpPr>
        <p:spPr>
          <a:xfrm>
            <a:off x="9298838" y="3461004"/>
            <a:ext cx="234147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6-cell183"/>
          <p:cNvSpPr/>
          <p:nvPr/>
        </p:nvSpPr>
        <p:spPr>
          <a:xfrm>
            <a:off x="9532986" y="3461004"/>
            <a:ext cx="234147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6-cell184"/>
          <p:cNvSpPr/>
          <p:nvPr/>
        </p:nvSpPr>
        <p:spPr>
          <a:xfrm>
            <a:off x="9767133" y="3461004"/>
            <a:ext cx="234147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6-cell185"/>
          <p:cNvSpPr/>
          <p:nvPr/>
        </p:nvSpPr>
        <p:spPr>
          <a:xfrm>
            <a:off x="10001280" y="3461004"/>
            <a:ext cx="234147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6-cell186"/>
          <p:cNvSpPr/>
          <p:nvPr/>
        </p:nvSpPr>
        <p:spPr>
          <a:xfrm>
            <a:off x="10235428" y="3461004"/>
            <a:ext cx="234147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06-cell187"/>
          <p:cNvSpPr/>
          <p:nvPr/>
        </p:nvSpPr>
        <p:spPr>
          <a:xfrm>
            <a:off x="10469575" y="3461004"/>
            <a:ext cx="234147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06-cell188"/>
          <p:cNvSpPr/>
          <p:nvPr/>
        </p:nvSpPr>
        <p:spPr>
          <a:xfrm>
            <a:off x="10703723" y="3461004"/>
            <a:ext cx="234147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6-cell189"/>
          <p:cNvSpPr/>
          <p:nvPr/>
        </p:nvSpPr>
        <p:spPr>
          <a:xfrm>
            <a:off x="10937870" y="3461004"/>
            <a:ext cx="234147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06-cell190"/>
          <p:cNvSpPr/>
          <p:nvPr/>
        </p:nvSpPr>
        <p:spPr>
          <a:xfrm>
            <a:off x="11172017" y="3461004"/>
            <a:ext cx="234147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06-cell191"/>
          <p:cNvSpPr/>
          <p:nvPr/>
        </p:nvSpPr>
        <p:spPr>
          <a:xfrm>
            <a:off x="11406165" y="3461004"/>
            <a:ext cx="234147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06-figure192" descr="똑같이 12칸으로 나눈 띠, 12칸 색칠"/>
          <p:cNvSpPr/>
          <p:nvPr/>
        </p:nvSpPr>
        <p:spPr>
          <a:xfrm>
            <a:off x="8830544" y="3461004"/>
            <a:ext cx="2809768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4" name="S06-num193"/>
          <p:cNvSpPr txBox="1"/>
          <p:nvPr/>
        </p:nvSpPr>
        <p:spPr>
          <a:xfrm>
            <a:off x="7947640" y="4495292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800" dirty="0"/>
          </a:p>
        </p:txBody>
      </p:sp>
      <p:sp>
        <p:nvSpPr>
          <p:cNvPr id="25" name="S06-fracbar194"/>
          <p:cNvSpPr/>
          <p:nvPr/>
        </p:nvSpPr>
        <p:spPr>
          <a:xfrm>
            <a:off x="7984216" y="4951476"/>
            <a:ext cx="50393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6" name="S06-num195"/>
          <p:cNvSpPr txBox="1"/>
          <p:nvPr/>
        </p:nvSpPr>
        <p:spPr>
          <a:xfrm>
            <a:off x="7947640" y="4988052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800" dirty="0"/>
          </a:p>
        </p:txBody>
      </p:sp>
      <p:sp>
        <p:nvSpPr>
          <p:cNvPr id="27" name="S06-cell196"/>
          <p:cNvSpPr/>
          <p:nvPr/>
        </p:nvSpPr>
        <p:spPr>
          <a:xfrm>
            <a:off x="8830544" y="4539996"/>
            <a:ext cx="234147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8" name="S06-cell197"/>
          <p:cNvSpPr/>
          <p:nvPr/>
        </p:nvSpPr>
        <p:spPr>
          <a:xfrm>
            <a:off x="9064691" y="4539996"/>
            <a:ext cx="234147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9" name="S06-cell198"/>
          <p:cNvSpPr/>
          <p:nvPr/>
        </p:nvSpPr>
        <p:spPr>
          <a:xfrm>
            <a:off x="9298838" y="4539996"/>
            <a:ext cx="234147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0" name="S06-cell199"/>
          <p:cNvSpPr/>
          <p:nvPr/>
        </p:nvSpPr>
        <p:spPr>
          <a:xfrm>
            <a:off x="9532986" y="4539996"/>
            <a:ext cx="234147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1" name="S06-cell200"/>
          <p:cNvSpPr/>
          <p:nvPr/>
        </p:nvSpPr>
        <p:spPr>
          <a:xfrm>
            <a:off x="9767133" y="4539996"/>
            <a:ext cx="234147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2" name="S06-cell201"/>
          <p:cNvSpPr/>
          <p:nvPr/>
        </p:nvSpPr>
        <p:spPr>
          <a:xfrm>
            <a:off x="10001280" y="4539996"/>
            <a:ext cx="234147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3" name="S06-cell202"/>
          <p:cNvSpPr/>
          <p:nvPr/>
        </p:nvSpPr>
        <p:spPr>
          <a:xfrm>
            <a:off x="10235428" y="4539996"/>
            <a:ext cx="234147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4" name="S06-cell203"/>
          <p:cNvSpPr/>
          <p:nvPr/>
        </p:nvSpPr>
        <p:spPr>
          <a:xfrm>
            <a:off x="10469575" y="4539996"/>
            <a:ext cx="234147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5" name="S06-cell204"/>
          <p:cNvSpPr/>
          <p:nvPr/>
        </p:nvSpPr>
        <p:spPr>
          <a:xfrm>
            <a:off x="10703723" y="4539996"/>
            <a:ext cx="234147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6" name="S06-cell205"/>
          <p:cNvSpPr/>
          <p:nvPr/>
        </p:nvSpPr>
        <p:spPr>
          <a:xfrm>
            <a:off x="10937870" y="4539996"/>
            <a:ext cx="234147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7" name="S06-cell206"/>
          <p:cNvSpPr/>
          <p:nvPr/>
        </p:nvSpPr>
        <p:spPr>
          <a:xfrm>
            <a:off x="11172017" y="4539996"/>
            <a:ext cx="234147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8" name="S06-cell207"/>
          <p:cNvSpPr/>
          <p:nvPr/>
        </p:nvSpPr>
        <p:spPr>
          <a:xfrm>
            <a:off x="11406165" y="4539996"/>
            <a:ext cx="234147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9" name="S06-figure208" descr="똑같이 12칸으로 나눈 띠, 7칸 색칠"/>
          <p:cNvSpPr/>
          <p:nvPr/>
        </p:nvSpPr>
        <p:spPr>
          <a:xfrm>
            <a:off x="8830544" y="4539996"/>
            <a:ext cx="2809768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40" name="S06-stepno209"/>
          <p:cNvSpPr txBox="1"/>
          <p:nvPr/>
        </p:nvSpPr>
        <p:spPr>
          <a:xfrm>
            <a:off x="548640" y="29245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41" name="S06-text210"/>
          <p:cNvSpPr txBox="1"/>
          <p:nvPr/>
        </p:nvSpPr>
        <p:spPr>
          <a:xfrm>
            <a:off x="1325880" y="2878836"/>
            <a:ext cx="3204219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12로 통분해요.</a:t>
            </a:r>
            <a:endParaRPr lang="ko-KR" sz="2800" dirty="0"/>
          </a:p>
        </p:txBody>
      </p:sp>
      <p:sp>
        <p:nvSpPr>
          <p:cNvPr id="42" name="S06-op211"/>
          <p:cNvSpPr txBox="1"/>
          <p:nvPr/>
        </p:nvSpPr>
        <p:spPr>
          <a:xfrm>
            <a:off x="4530099" y="287883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43" name="S06-num212"/>
          <p:cNvSpPr txBox="1"/>
          <p:nvPr/>
        </p:nvSpPr>
        <p:spPr>
          <a:xfrm>
            <a:off x="5045211" y="2878836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800" dirty="0"/>
          </a:p>
        </p:txBody>
      </p:sp>
      <p:sp>
        <p:nvSpPr>
          <p:cNvPr id="44" name="S06-fracbar213"/>
          <p:cNvSpPr/>
          <p:nvPr/>
        </p:nvSpPr>
        <p:spPr>
          <a:xfrm>
            <a:off x="5081787" y="3335020"/>
            <a:ext cx="50393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5" name="S06-num214"/>
          <p:cNvSpPr txBox="1"/>
          <p:nvPr/>
        </p:nvSpPr>
        <p:spPr>
          <a:xfrm>
            <a:off x="5045211" y="3371596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800" dirty="0"/>
          </a:p>
        </p:txBody>
      </p:sp>
      <p:sp>
        <p:nvSpPr>
          <p:cNvPr id="46" name="S06-op215"/>
          <p:cNvSpPr txBox="1"/>
          <p:nvPr/>
        </p:nvSpPr>
        <p:spPr>
          <a:xfrm>
            <a:off x="5732027" y="287883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</a:t>
            </a:r>
            <a:endParaRPr lang="ko-KR" sz="2800" dirty="0"/>
          </a:p>
        </p:txBody>
      </p:sp>
      <p:sp>
        <p:nvSpPr>
          <p:cNvPr id="47" name="S06-num216"/>
          <p:cNvSpPr txBox="1"/>
          <p:nvPr/>
        </p:nvSpPr>
        <p:spPr>
          <a:xfrm>
            <a:off x="6247139" y="2878836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800" dirty="0"/>
          </a:p>
        </p:txBody>
      </p:sp>
      <p:sp>
        <p:nvSpPr>
          <p:cNvPr id="48" name="S06-fracbar217"/>
          <p:cNvSpPr/>
          <p:nvPr/>
        </p:nvSpPr>
        <p:spPr>
          <a:xfrm>
            <a:off x="6283715" y="3335020"/>
            <a:ext cx="50393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9" name="S06-num218"/>
          <p:cNvSpPr txBox="1"/>
          <p:nvPr/>
        </p:nvSpPr>
        <p:spPr>
          <a:xfrm>
            <a:off x="6247139" y="3371596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800" dirty="0"/>
          </a:p>
        </p:txBody>
      </p:sp>
      <p:sp>
        <p:nvSpPr>
          <p:cNvPr id="50" name="S06-stepno219"/>
          <p:cNvSpPr txBox="1"/>
          <p:nvPr/>
        </p:nvSpPr>
        <p:spPr>
          <a:xfrm>
            <a:off x="548640" y="400151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51" name="S06-text220"/>
          <p:cNvSpPr txBox="1"/>
          <p:nvPr/>
        </p:nvSpPr>
        <p:spPr>
          <a:xfrm>
            <a:off x="1325880" y="3955796"/>
            <a:ext cx="3204219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분자끼리 더해요.</a:t>
            </a:r>
            <a:endParaRPr lang="ko-KR" sz="2800" dirty="0"/>
          </a:p>
        </p:txBody>
      </p:sp>
      <p:sp>
        <p:nvSpPr>
          <p:cNvPr id="52" name="S06-op221"/>
          <p:cNvSpPr txBox="1"/>
          <p:nvPr/>
        </p:nvSpPr>
        <p:spPr>
          <a:xfrm>
            <a:off x="4530099" y="395579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53" name="S06-num222"/>
          <p:cNvSpPr txBox="1"/>
          <p:nvPr/>
        </p:nvSpPr>
        <p:spPr>
          <a:xfrm>
            <a:off x="5045211" y="3955796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</a:t>
            </a:r>
            <a:endParaRPr lang="ko-KR" sz="2800" dirty="0"/>
          </a:p>
        </p:txBody>
      </p:sp>
      <p:sp>
        <p:nvSpPr>
          <p:cNvPr id="54" name="S06-fracbar223"/>
          <p:cNvSpPr/>
          <p:nvPr/>
        </p:nvSpPr>
        <p:spPr>
          <a:xfrm>
            <a:off x="5081787" y="4411980"/>
            <a:ext cx="50393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55" name="S06-num224"/>
          <p:cNvSpPr txBox="1"/>
          <p:nvPr/>
        </p:nvSpPr>
        <p:spPr>
          <a:xfrm>
            <a:off x="5045211" y="4448556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800" dirty="0"/>
          </a:p>
        </p:txBody>
      </p:sp>
      <p:sp>
        <p:nvSpPr>
          <p:cNvPr id="56" name="S06-stepno225"/>
          <p:cNvSpPr txBox="1"/>
          <p:nvPr/>
        </p:nvSpPr>
        <p:spPr>
          <a:xfrm>
            <a:off x="548640" y="507847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57" name="S06-text226"/>
          <p:cNvSpPr txBox="1"/>
          <p:nvPr/>
        </p:nvSpPr>
        <p:spPr>
          <a:xfrm>
            <a:off x="1325880" y="5032756"/>
            <a:ext cx="3204219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대분수로 나타내요.</a:t>
            </a:r>
            <a:endParaRPr lang="ko-KR" sz="2800" dirty="0"/>
          </a:p>
        </p:txBody>
      </p:sp>
      <p:sp>
        <p:nvSpPr>
          <p:cNvPr id="58" name="S06-op227"/>
          <p:cNvSpPr txBox="1"/>
          <p:nvPr/>
        </p:nvSpPr>
        <p:spPr>
          <a:xfrm>
            <a:off x="4530099" y="503275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59" name="S06-num228"/>
          <p:cNvSpPr txBox="1"/>
          <p:nvPr/>
        </p:nvSpPr>
        <p:spPr>
          <a:xfrm>
            <a:off x="5045211" y="5032756"/>
            <a:ext cx="28956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800" dirty="0"/>
          </a:p>
        </p:txBody>
      </p:sp>
      <p:sp>
        <p:nvSpPr>
          <p:cNvPr id="60" name="S06-num229"/>
          <p:cNvSpPr txBox="1"/>
          <p:nvPr/>
        </p:nvSpPr>
        <p:spPr>
          <a:xfrm>
            <a:off x="5334771" y="5032756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800" dirty="0"/>
          </a:p>
        </p:txBody>
      </p:sp>
      <p:sp>
        <p:nvSpPr>
          <p:cNvPr id="61" name="S06-fracbar230"/>
          <p:cNvSpPr/>
          <p:nvPr/>
        </p:nvSpPr>
        <p:spPr>
          <a:xfrm>
            <a:off x="5371347" y="5488940"/>
            <a:ext cx="50393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62" name="S06-num231"/>
          <p:cNvSpPr txBox="1"/>
          <p:nvPr/>
        </p:nvSpPr>
        <p:spPr>
          <a:xfrm>
            <a:off x="5334771" y="5525516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</a:t>
            </a:r>
            <a:endParaRPr lang="ko-KR" sz="4000" dirty="0"/>
          </a:p>
        </p:txBody>
      </p:sp>
      <p:sp>
        <p:nvSpPr>
          <p:cNvPr id="3" name="S07-card232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7-cardtext233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2분의 1 + 3분의 1을 계산했어요.</a:t>
            </a:r>
            <a:endParaRPr lang="ko-KR" sz="2800" dirty="0"/>
          </a:p>
        </p:txBody>
      </p:sp>
      <p:sp>
        <p:nvSpPr>
          <p:cNvPr id="5" name="S07-card23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7-cardtext23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 2분의 1보다 작은 답이 나올 수 있나요?</a:t>
            </a:r>
            <a:endParaRPr lang="ko-KR" sz="2800" dirty="0"/>
          </a:p>
        </p:txBody>
      </p:sp>
      <p:sp>
        <p:nvSpPr>
          <p:cNvPr id="7" name="S07-chip236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5분의 2</a:t>
            </a:r>
            <a:endParaRPr lang="ko-KR" sz="2200" dirty="0"/>
          </a:p>
        </p:txBody>
      </p:sp>
      <p:sp>
        <p:nvSpPr>
          <p:cNvPr id="8" name="S07-text237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분자끼리 1 + 1 = 2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분모끼리 2 + 3 = 5</a:t>
            </a:r>
            <a:endParaRPr lang="ko-KR" sz="2800" dirty="0"/>
          </a:p>
        </p:txBody>
      </p:sp>
      <p:sp>
        <p:nvSpPr>
          <p:cNvPr id="9" name="S07-chip238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6분의 5</a:t>
            </a:r>
            <a:endParaRPr lang="ko-KR" sz="2200" dirty="0"/>
          </a:p>
        </p:txBody>
      </p:sp>
      <p:sp>
        <p:nvSpPr>
          <p:cNvPr id="10" name="S07-text239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6분의 3 + 6분의 2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 6분의 5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대분수끼리 더해요</a:t>
            </a:r>
            <a:endParaRPr lang="ko-KR" sz="4000" dirty="0"/>
          </a:p>
        </p:txBody>
      </p:sp>
      <p:sp>
        <p:nvSpPr>
          <p:cNvPr id="3" name="S08-num240"/>
          <p:cNvSpPr txBox="1"/>
          <p:nvPr/>
        </p:nvSpPr>
        <p:spPr>
          <a:xfrm>
            <a:off x="548640" y="1381252"/>
            <a:ext cx="323088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200" dirty="0"/>
          </a:p>
        </p:txBody>
      </p:sp>
      <p:sp>
        <p:nvSpPr>
          <p:cNvPr id="4" name="S08-num241"/>
          <p:cNvSpPr txBox="1"/>
          <p:nvPr/>
        </p:nvSpPr>
        <p:spPr>
          <a:xfrm>
            <a:off x="871728" y="138125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5" name="S08-fracbar242"/>
          <p:cNvSpPr/>
          <p:nvPr/>
        </p:nvSpPr>
        <p:spPr>
          <a:xfrm>
            <a:off x="908304" y="189738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" name="S08-num243"/>
          <p:cNvSpPr txBox="1"/>
          <p:nvPr/>
        </p:nvSpPr>
        <p:spPr>
          <a:xfrm>
            <a:off x="871728" y="193395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7" name="S08-op244"/>
          <p:cNvSpPr txBox="1"/>
          <p:nvPr/>
        </p:nvSpPr>
        <p:spPr>
          <a:xfrm>
            <a:off x="1517904" y="138125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</a:t>
            </a:r>
            <a:endParaRPr lang="ko-KR" sz="3200" dirty="0"/>
          </a:p>
        </p:txBody>
      </p:sp>
      <p:sp>
        <p:nvSpPr>
          <p:cNvPr id="8" name="S08-num245"/>
          <p:cNvSpPr txBox="1"/>
          <p:nvPr/>
        </p:nvSpPr>
        <p:spPr>
          <a:xfrm>
            <a:off x="2054352" y="1381252"/>
            <a:ext cx="323088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9" name="S08-num246"/>
          <p:cNvSpPr txBox="1"/>
          <p:nvPr/>
        </p:nvSpPr>
        <p:spPr>
          <a:xfrm>
            <a:off x="2377440" y="138125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200" dirty="0"/>
          </a:p>
        </p:txBody>
      </p:sp>
      <p:sp>
        <p:nvSpPr>
          <p:cNvPr id="10" name="S08-fracbar247"/>
          <p:cNvSpPr/>
          <p:nvPr/>
        </p:nvSpPr>
        <p:spPr>
          <a:xfrm>
            <a:off x="2414016" y="189738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" name="S08-num248"/>
          <p:cNvSpPr txBox="1"/>
          <p:nvPr/>
        </p:nvSpPr>
        <p:spPr>
          <a:xfrm>
            <a:off x="2377440" y="193395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200" dirty="0"/>
          </a:p>
        </p:txBody>
      </p:sp>
      <p:sp>
        <p:nvSpPr>
          <p:cNvPr id="12" name="S08-stepno249"/>
          <p:cNvSpPr txBox="1"/>
          <p:nvPr/>
        </p:nvSpPr>
        <p:spPr>
          <a:xfrm>
            <a:off x="548640" y="310642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13" name="S08-text250"/>
          <p:cNvSpPr txBox="1"/>
          <p:nvPr/>
        </p:nvSpPr>
        <p:spPr>
          <a:xfrm>
            <a:off x="1325880" y="3060700"/>
            <a:ext cx="565593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분수 부분을 통분해요.</a:t>
            </a:r>
            <a:endParaRPr lang="ko-KR" sz="2800" dirty="0"/>
          </a:p>
        </p:txBody>
      </p:sp>
      <p:sp>
        <p:nvSpPr>
          <p:cNvPr id="14" name="S08-op251"/>
          <p:cNvSpPr txBox="1"/>
          <p:nvPr/>
        </p:nvSpPr>
        <p:spPr>
          <a:xfrm>
            <a:off x="6981810" y="3060700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15" name="S08-num252"/>
          <p:cNvSpPr txBox="1"/>
          <p:nvPr/>
        </p:nvSpPr>
        <p:spPr>
          <a:xfrm>
            <a:off x="7496922" y="3060700"/>
            <a:ext cx="28956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800" dirty="0"/>
          </a:p>
        </p:txBody>
      </p:sp>
      <p:sp>
        <p:nvSpPr>
          <p:cNvPr id="16" name="S08-num253"/>
          <p:cNvSpPr txBox="1"/>
          <p:nvPr/>
        </p:nvSpPr>
        <p:spPr>
          <a:xfrm>
            <a:off x="7786482" y="3060700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800" dirty="0"/>
          </a:p>
        </p:txBody>
      </p:sp>
      <p:sp>
        <p:nvSpPr>
          <p:cNvPr id="17" name="S08-fracbar254"/>
          <p:cNvSpPr/>
          <p:nvPr/>
        </p:nvSpPr>
        <p:spPr>
          <a:xfrm>
            <a:off x="7823058" y="3516884"/>
            <a:ext cx="50393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8" name="S08-num255"/>
          <p:cNvSpPr txBox="1"/>
          <p:nvPr/>
        </p:nvSpPr>
        <p:spPr>
          <a:xfrm>
            <a:off x="7786482" y="3553460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800" dirty="0"/>
          </a:p>
        </p:txBody>
      </p:sp>
      <p:sp>
        <p:nvSpPr>
          <p:cNvPr id="19" name="S08-op256"/>
          <p:cNvSpPr txBox="1"/>
          <p:nvPr/>
        </p:nvSpPr>
        <p:spPr>
          <a:xfrm>
            <a:off x="8473298" y="3060700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</a:t>
            </a:r>
            <a:endParaRPr lang="ko-KR" sz="2800" dirty="0"/>
          </a:p>
        </p:txBody>
      </p:sp>
      <p:sp>
        <p:nvSpPr>
          <p:cNvPr id="20" name="S08-num257"/>
          <p:cNvSpPr txBox="1"/>
          <p:nvPr/>
        </p:nvSpPr>
        <p:spPr>
          <a:xfrm>
            <a:off x="8988410" y="3060700"/>
            <a:ext cx="28956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800" dirty="0"/>
          </a:p>
        </p:txBody>
      </p:sp>
      <p:sp>
        <p:nvSpPr>
          <p:cNvPr id="21" name="S08-num258"/>
          <p:cNvSpPr txBox="1"/>
          <p:nvPr/>
        </p:nvSpPr>
        <p:spPr>
          <a:xfrm>
            <a:off x="9277970" y="3060700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800" dirty="0"/>
          </a:p>
        </p:txBody>
      </p:sp>
      <p:sp>
        <p:nvSpPr>
          <p:cNvPr id="22" name="S08-fracbar259"/>
          <p:cNvSpPr/>
          <p:nvPr/>
        </p:nvSpPr>
        <p:spPr>
          <a:xfrm>
            <a:off x="9314546" y="3516884"/>
            <a:ext cx="50393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3" name="S08-num260"/>
          <p:cNvSpPr txBox="1"/>
          <p:nvPr/>
        </p:nvSpPr>
        <p:spPr>
          <a:xfrm>
            <a:off x="9277970" y="3553460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800" dirty="0"/>
          </a:p>
        </p:txBody>
      </p:sp>
      <p:sp>
        <p:nvSpPr>
          <p:cNvPr id="24" name="S08-stepno261"/>
          <p:cNvSpPr txBox="1"/>
          <p:nvPr/>
        </p:nvSpPr>
        <p:spPr>
          <a:xfrm>
            <a:off x="548640" y="418338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25" name="S08-text262"/>
          <p:cNvSpPr txBox="1"/>
          <p:nvPr/>
        </p:nvSpPr>
        <p:spPr>
          <a:xfrm>
            <a:off x="1325880" y="4137660"/>
            <a:ext cx="565593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자연수끼리, 분수끼리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더해요.</a:t>
            </a:r>
            <a:endParaRPr lang="ko-KR" sz="2800" dirty="0"/>
          </a:p>
        </p:txBody>
      </p:sp>
      <p:sp>
        <p:nvSpPr>
          <p:cNvPr id="26" name="S08-op263"/>
          <p:cNvSpPr txBox="1"/>
          <p:nvPr/>
        </p:nvSpPr>
        <p:spPr>
          <a:xfrm>
            <a:off x="6981810" y="4137660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27" name="S08-num264"/>
          <p:cNvSpPr txBox="1"/>
          <p:nvPr/>
        </p:nvSpPr>
        <p:spPr>
          <a:xfrm>
            <a:off x="7496922" y="4137660"/>
            <a:ext cx="28956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800" dirty="0"/>
          </a:p>
        </p:txBody>
      </p:sp>
      <p:sp>
        <p:nvSpPr>
          <p:cNvPr id="28" name="S08-num265"/>
          <p:cNvSpPr txBox="1"/>
          <p:nvPr/>
        </p:nvSpPr>
        <p:spPr>
          <a:xfrm>
            <a:off x="7786482" y="4137660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800" dirty="0"/>
          </a:p>
        </p:txBody>
      </p:sp>
      <p:sp>
        <p:nvSpPr>
          <p:cNvPr id="29" name="S08-fracbar266"/>
          <p:cNvSpPr/>
          <p:nvPr/>
        </p:nvSpPr>
        <p:spPr>
          <a:xfrm>
            <a:off x="7823058" y="4593844"/>
            <a:ext cx="50393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0" name="S08-num267"/>
          <p:cNvSpPr txBox="1"/>
          <p:nvPr/>
        </p:nvSpPr>
        <p:spPr>
          <a:xfrm>
            <a:off x="7786482" y="4630420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800" dirty="0"/>
          </a:p>
        </p:txBody>
      </p:sp>
      <p:sp>
        <p:nvSpPr>
          <p:cNvPr id="31" name="S08-stepno268"/>
          <p:cNvSpPr txBox="1"/>
          <p:nvPr/>
        </p:nvSpPr>
        <p:spPr>
          <a:xfrm>
            <a:off x="548640" y="521462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32" name="S08-text269"/>
          <p:cNvSpPr txBox="1"/>
          <p:nvPr/>
        </p:nvSpPr>
        <p:spPr>
          <a:xfrm>
            <a:off x="1325880" y="5214620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12분의 11은 기약분수인지 확인해요.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분수끼리 1이 넘으면</a:t>
            </a:r>
            <a:endParaRPr lang="ko-KR" sz="4000" dirty="0"/>
          </a:p>
        </p:txBody>
      </p:sp>
      <p:sp>
        <p:nvSpPr>
          <p:cNvPr id="3" name="S09-num270"/>
          <p:cNvSpPr txBox="1"/>
          <p:nvPr/>
        </p:nvSpPr>
        <p:spPr>
          <a:xfrm>
            <a:off x="548640" y="1381252"/>
            <a:ext cx="323088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4" name="S09-num271"/>
          <p:cNvSpPr txBox="1"/>
          <p:nvPr/>
        </p:nvSpPr>
        <p:spPr>
          <a:xfrm>
            <a:off x="871728" y="138125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5" name="S09-fracbar272"/>
          <p:cNvSpPr/>
          <p:nvPr/>
        </p:nvSpPr>
        <p:spPr>
          <a:xfrm>
            <a:off x="908304" y="189738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" name="S09-num273"/>
          <p:cNvSpPr txBox="1"/>
          <p:nvPr/>
        </p:nvSpPr>
        <p:spPr>
          <a:xfrm>
            <a:off x="871728" y="193395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200" dirty="0"/>
          </a:p>
        </p:txBody>
      </p:sp>
      <p:sp>
        <p:nvSpPr>
          <p:cNvPr id="7" name="S09-op274"/>
          <p:cNvSpPr txBox="1"/>
          <p:nvPr/>
        </p:nvSpPr>
        <p:spPr>
          <a:xfrm>
            <a:off x="1517904" y="138125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</a:t>
            </a:r>
            <a:endParaRPr lang="ko-KR" sz="3200" dirty="0"/>
          </a:p>
        </p:txBody>
      </p:sp>
      <p:sp>
        <p:nvSpPr>
          <p:cNvPr id="8" name="S09-num275"/>
          <p:cNvSpPr txBox="1"/>
          <p:nvPr/>
        </p:nvSpPr>
        <p:spPr>
          <a:xfrm>
            <a:off x="2054352" y="1381252"/>
            <a:ext cx="323088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200" dirty="0"/>
          </a:p>
        </p:txBody>
      </p:sp>
      <p:sp>
        <p:nvSpPr>
          <p:cNvPr id="9" name="S09-num276"/>
          <p:cNvSpPr txBox="1"/>
          <p:nvPr/>
        </p:nvSpPr>
        <p:spPr>
          <a:xfrm>
            <a:off x="2377440" y="138125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200" dirty="0"/>
          </a:p>
        </p:txBody>
      </p:sp>
      <p:sp>
        <p:nvSpPr>
          <p:cNvPr id="10" name="S09-fracbar277"/>
          <p:cNvSpPr/>
          <p:nvPr/>
        </p:nvSpPr>
        <p:spPr>
          <a:xfrm>
            <a:off x="2414016" y="189738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" name="S09-num278"/>
          <p:cNvSpPr txBox="1"/>
          <p:nvPr/>
        </p:nvSpPr>
        <p:spPr>
          <a:xfrm>
            <a:off x="2377440" y="193395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3200" dirty="0"/>
          </a:p>
        </p:txBody>
      </p:sp>
      <p:sp>
        <p:nvSpPr>
          <p:cNvPr id="12" name="S09-stepno279"/>
          <p:cNvSpPr txBox="1"/>
          <p:nvPr/>
        </p:nvSpPr>
        <p:spPr>
          <a:xfrm>
            <a:off x="548640" y="29245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13" name="S09-text280"/>
          <p:cNvSpPr txBox="1"/>
          <p:nvPr/>
        </p:nvSpPr>
        <p:spPr>
          <a:xfrm>
            <a:off x="1325880" y="2878836"/>
            <a:ext cx="565593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통분해요.</a:t>
            </a:r>
            <a:endParaRPr lang="ko-KR" sz="2800" dirty="0"/>
          </a:p>
        </p:txBody>
      </p:sp>
      <p:sp>
        <p:nvSpPr>
          <p:cNvPr id="14" name="S09-op281"/>
          <p:cNvSpPr txBox="1"/>
          <p:nvPr/>
        </p:nvSpPr>
        <p:spPr>
          <a:xfrm>
            <a:off x="6981810" y="287883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15" name="S09-num282"/>
          <p:cNvSpPr txBox="1"/>
          <p:nvPr/>
        </p:nvSpPr>
        <p:spPr>
          <a:xfrm>
            <a:off x="7496922" y="2878836"/>
            <a:ext cx="28956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800" dirty="0"/>
          </a:p>
        </p:txBody>
      </p:sp>
      <p:sp>
        <p:nvSpPr>
          <p:cNvPr id="16" name="S09-num283"/>
          <p:cNvSpPr txBox="1"/>
          <p:nvPr/>
        </p:nvSpPr>
        <p:spPr>
          <a:xfrm>
            <a:off x="7786482" y="2878836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800" dirty="0"/>
          </a:p>
        </p:txBody>
      </p:sp>
      <p:sp>
        <p:nvSpPr>
          <p:cNvPr id="17" name="S09-fracbar284"/>
          <p:cNvSpPr/>
          <p:nvPr/>
        </p:nvSpPr>
        <p:spPr>
          <a:xfrm>
            <a:off x="7823058" y="3335020"/>
            <a:ext cx="50393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8" name="S09-num285"/>
          <p:cNvSpPr txBox="1"/>
          <p:nvPr/>
        </p:nvSpPr>
        <p:spPr>
          <a:xfrm>
            <a:off x="7786482" y="3371596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800" dirty="0"/>
          </a:p>
        </p:txBody>
      </p:sp>
      <p:sp>
        <p:nvSpPr>
          <p:cNvPr id="19" name="S09-op286"/>
          <p:cNvSpPr txBox="1"/>
          <p:nvPr/>
        </p:nvSpPr>
        <p:spPr>
          <a:xfrm>
            <a:off x="8473298" y="287883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</a:t>
            </a:r>
            <a:endParaRPr lang="ko-KR" sz="2800" dirty="0"/>
          </a:p>
        </p:txBody>
      </p:sp>
      <p:sp>
        <p:nvSpPr>
          <p:cNvPr id="20" name="S09-num287"/>
          <p:cNvSpPr txBox="1"/>
          <p:nvPr/>
        </p:nvSpPr>
        <p:spPr>
          <a:xfrm>
            <a:off x="8988410" y="2878836"/>
            <a:ext cx="28956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800" dirty="0"/>
          </a:p>
        </p:txBody>
      </p:sp>
      <p:sp>
        <p:nvSpPr>
          <p:cNvPr id="21" name="S09-num288"/>
          <p:cNvSpPr txBox="1"/>
          <p:nvPr/>
        </p:nvSpPr>
        <p:spPr>
          <a:xfrm>
            <a:off x="9277970" y="2878836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800" dirty="0"/>
          </a:p>
        </p:txBody>
      </p:sp>
      <p:sp>
        <p:nvSpPr>
          <p:cNvPr id="22" name="S09-fracbar289"/>
          <p:cNvSpPr/>
          <p:nvPr/>
        </p:nvSpPr>
        <p:spPr>
          <a:xfrm>
            <a:off x="9314546" y="3335020"/>
            <a:ext cx="50393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3" name="S09-num290"/>
          <p:cNvSpPr txBox="1"/>
          <p:nvPr/>
        </p:nvSpPr>
        <p:spPr>
          <a:xfrm>
            <a:off x="9277970" y="3371596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800" dirty="0"/>
          </a:p>
        </p:txBody>
      </p:sp>
      <p:sp>
        <p:nvSpPr>
          <p:cNvPr id="24" name="S09-stepno291"/>
          <p:cNvSpPr txBox="1"/>
          <p:nvPr/>
        </p:nvSpPr>
        <p:spPr>
          <a:xfrm>
            <a:off x="548640" y="400151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25" name="S09-text292"/>
          <p:cNvSpPr txBox="1"/>
          <p:nvPr/>
        </p:nvSpPr>
        <p:spPr>
          <a:xfrm>
            <a:off x="1325880" y="3955796"/>
            <a:ext cx="565593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자연수끼리, 분수끼리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더해요.</a:t>
            </a:r>
            <a:endParaRPr lang="ko-KR" sz="2800" dirty="0"/>
          </a:p>
        </p:txBody>
      </p:sp>
      <p:sp>
        <p:nvSpPr>
          <p:cNvPr id="26" name="S09-op293"/>
          <p:cNvSpPr txBox="1"/>
          <p:nvPr/>
        </p:nvSpPr>
        <p:spPr>
          <a:xfrm>
            <a:off x="6981810" y="395579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27" name="S09-num294"/>
          <p:cNvSpPr txBox="1"/>
          <p:nvPr/>
        </p:nvSpPr>
        <p:spPr>
          <a:xfrm>
            <a:off x="7496922" y="3955796"/>
            <a:ext cx="28956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800" dirty="0"/>
          </a:p>
        </p:txBody>
      </p:sp>
      <p:sp>
        <p:nvSpPr>
          <p:cNvPr id="28" name="S09-num295"/>
          <p:cNvSpPr txBox="1"/>
          <p:nvPr/>
        </p:nvSpPr>
        <p:spPr>
          <a:xfrm>
            <a:off x="7786482" y="3955796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</a:t>
            </a:r>
            <a:endParaRPr lang="ko-KR" sz="2800" dirty="0"/>
          </a:p>
        </p:txBody>
      </p:sp>
      <p:sp>
        <p:nvSpPr>
          <p:cNvPr id="29" name="S09-fracbar296"/>
          <p:cNvSpPr/>
          <p:nvPr/>
        </p:nvSpPr>
        <p:spPr>
          <a:xfrm>
            <a:off x="7823058" y="4411980"/>
            <a:ext cx="50393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0" name="S09-num297"/>
          <p:cNvSpPr txBox="1"/>
          <p:nvPr/>
        </p:nvSpPr>
        <p:spPr>
          <a:xfrm>
            <a:off x="7786482" y="4448556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800" dirty="0"/>
          </a:p>
        </p:txBody>
      </p:sp>
      <p:sp>
        <p:nvSpPr>
          <p:cNvPr id="31" name="S09-stepno298"/>
          <p:cNvSpPr txBox="1"/>
          <p:nvPr/>
        </p:nvSpPr>
        <p:spPr>
          <a:xfrm>
            <a:off x="548640" y="507847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32" name="S09-text299"/>
          <p:cNvSpPr txBox="1"/>
          <p:nvPr/>
        </p:nvSpPr>
        <p:spPr>
          <a:xfrm>
            <a:off x="1325880" y="5032756"/>
            <a:ext cx="565593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12분의 12를 1로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받아올려요.</a:t>
            </a:r>
            <a:endParaRPr lang="ko-KR" sz="2800" dirty="0"/>
          </a:p>
        </p:txBody>
      </p:sp>
      <p:sp>
        <p:nvSpPr>
          <p:cNvPr id="33" name="S09-op300"/>
          <p:cNvSpPr txBox="1"/>
          <p:nvPr/>
        </p:nvSpPr>
        <p:spPr>
          <a:xfrm>
            <a:off x="6981810" y="503275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34" name="S09-num301"/>
          <p:cNvSpPr txBox="1"/>
          <p:nvPr/>
        </p:nvSpPr>
        <p:spPr>
          <a:xfrm>
            <a:off x="7496922" y="5032756"/>
            <a:ext cx="28956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800" dirty="0"/>
          </a:p>
        </p:txBody>
      </p:sp>
      <p:sp>
        <p:nvSpPr>
          <p:cNvPr id="35" name="S09-num302"/>
          <p:cNvSpPr txBox="1"/>
          <p:nvPr/>
        </p:nvSpPr>
        <p:spPr>
          <a:xfrm>
            <a:off x="7786482" y="5032756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800" dirty="0"/>
          </a:p>
        </p:txBody>
      </p:sp>
      <p:sp>
        <p:nvSpPr>
          <p:cNvPr id="36" name="S09-fracbar303"/>
          <p:cNvSpPr/>
          <p:nvPr/>
        </p:nvSpPr>
        <p:spPr>
          <a:xfrm>
            <a:off x="7823058" y="5488940"/>
            <a:ext cx="50393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7" name="S09-num304"/>
          <p:cNvSpPr txBox="1"/>
          <p:nvPr/>
        </p:nvSpPr>
        <p:spPr>
          <a:xfrm>
            <a:off x="7786482" y="5525516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대분수의 덧셈</a:t>
            </a:r>
            <a:endParaRPr lang="ko-KR" sz="4000" dirty="0"/>
          </a:p>
        </p:txBody>
      </p:sp>
      <p:sp>
        <p:nvSpPr>
          <p:cNvPr id="3" name="S10-text30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□를 채워요.</a:t>
            </a:r>
            <a:endParaRPr lang="ko-KR" sz="2800" dirty="0"/>
          </a:p>
        </p:txBody>
      </p:sp>
      <p:sp>
        <p:nvSpPr>
          <p:cNvPr id="4" name="S10-card30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0-cardtext30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분수끼리 더해 1이 넘으면 받아올려요.</a:t>
            </a:r>
            <a:endParaRPr lang="ko-KR" sz="2800" dirty="0"/>
          </a:p>
        </p:txBody>
      </p:sp>
      <p:sp>
        <p:nvSpPr>
          <p:cNvPr id="6" name="S10-chip308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10-num309"/>
          <p:cNvSpPr txBox="1"/>
          <p:nvPr/>
        </p:nvSpPr>
        <p:spPr>
          <a:xfrm>
            <a:off x="1344168" y="2012696"/>
            <a:ext cx="28956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800" dirty="0"/>
          </a:p>
        </p:txBody>
      </p:sp>
      <p:sp>
        <p:nvSpPr>
          <p:cNvPr id="8" name="S10-num310"/>
          <p:cNvSpPr txBox="1"/>
          <p:nvPr/>
        </p:nvSpPr>
        <p:spPr>
          <a:xfrm>
            <a:off x="1633728" y="201269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800" dirty="0"/>
          </a:p>
        </p:txBody>
      </p:sp>
      <p:sp>
        <p:nvSpPr>
          <p:cNvPr id="9" name="S10-fracbar311"/>
          <p:cNvSpPr/>
          <p:nvPr/>
        </p:nvSpPr>
        <p:spPr>
          <a:xfrm>
            <a:off x="1670304" y="246888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" name="S10-num312"/>
          <p:cNvSpPr txBox="1"/>
          <p:nvPr/>
        </p:nvSpPr>
        <p:spPr>
          <a:xfrm>
            <a:off x="1633728" y="25054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800" dirty="0"/>
          </a:p>
        </p:txBody>
      </p:sp>
      <p:sp>
        <p:nvSpPr>
          <p:cNvPr id="11" name="S10-op313"/>
          <p:cNvSpPr txBox="1"/>
          <p:nvPr/>
        </p:nvSpPr>
        <p:spPr>
          <a:xfrm>
            <a:off x="2226564" y="201269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</a:t>
            </a:r>
            <a:endParaRPr lang="ko-KR" sz="2800" dirty="0"/>
          </a:p>
        </p:txBody>
      </p:sp>
      <p:sp>
        <p:nvSpPr>
          <p:cNvPr id="12" name="S10-num314"/>
          <p:cNvSpPr txBox="1"/>
          <p:nvPr/>
        </p:nvSpPr>
        <p:spPr>
          <a:xfrm>
            <a:off x="2741676" y="2012696"/>
            <a:ext cx="28956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800" dirty="0"/>
          </a:p>
        </p:txBody>
      </p:sp>
      <p:sp>
        <p:nvSpPr>
          <p:cNvPr id="13" name="S10-num315"/>
          <p:cNvSpPr txBox="1"/>
          <p:nvPr/>
        </p:nvSpPr>
        <p:spPr>
          <a:xfrm>
            <a:off x="3031236" y="201269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800" dirty="0"/>
          </a:p>
        </p:txBody>
      </p:sp>
      <p:sp>
        <p:nvSpPr>
          <p:cNvPr id="14" name="S10-fracbar316"/>
          <p:cNvSpPr/>
          <p:nvPr/>
        </p:nvSpPr>
        <p:spPr>
          <a:xfrm>
            <a:off x="3067812" y="246888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5" name="S10-num317"/>
          <p:cNvSpPr txBox="1"/>
          <p:nvPr/>
        </p:nvSpPr>
        <p:spPr>
          <a:xfrm>
            <a:off x="3031236" y="25054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800" dirty="0"/>
          </a:p>
        </p:txBody>
      </p:sp>
      <p:sp>
        <p:nvSpPr>
          <p:cNvPr id="16" name="S10-op318"/>
          <p:cNvSpPr txBox="1"/>
          <p:nvPr/>
        </p:nvSpPr>
        <p:spPr>
          <a:xfrm>
            <a:off x="3624072" y="201269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17" name="S10-blank319"/>
          <p:cNvSpPr/>
          <p:nvPr/>
        </p:nvSpPr>
        <p:spPr>
          <a:xfrm>
            <a:off x="4139184" y="2313625"/>
            <a:ext cx="310510" cy="310510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8" name="S10-blank320"/>
          <p:cNvSpPr/>
          <p:nvPr/>
        </p:nvSpPr>
        <p:spPr>
          <a:xfrm>
            <a:off x="4609145" y="2067245"/>
            <a:ext cx="310510" cy="310510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9" name="S10-fracbar321"/>
          <p:cNvSpPr/>
          <p:nvPr/>
        </p:nvSpPr>
        <p:spPr>
          <a:xfrm>
            <a:off x="4559422" y="246888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0" name="S10-num322"/>
          <p:cNvSpPr txBox="1"/>
          <p:nvPr/>
        </p:nvSpPr>
        <p:spPr>
          <a:xfrm>
            <a:off x="4522846" y="25054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800" dirty="0"/>
          </a:p>
        </p:txBody>
      </p:sp>
      <p:sp>
        <p:nvSpPr>
          <p:cNvPr id="21" name="S10-chip323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22" name="S10-num324"/>
          <p:cNvSpPr txBox="1"/>
          <p:nvPr/>
        </p:nvSpPr>
        <p:spPr>
          <a:xfrm>
            <a:off x="1344168" y="3109976"/>
            <a:ext cx="28956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800" dirty="0"/>
          </a:p>
        </p:txBody>
      </p:sp>
      <p:sp>
        <p:nvSpPr>
          <p:cNvPr id="23" name="S10-num325"/>
          <p:cNvSpPr txBox="1"/>
          <p:nvPr/>
        </p:nvSpPr>
        <p:spPr>
          <a:xfrm>
            <a:off x="1633728" y="310997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800" dirty="0"/>
          </a:p>
        </p:txBody>
      </p:sp>
      <p:sp>
        <p:nvSpPr>
          <p:cNvPr id="24" name="S10-fracbar326"/>
          <p:cNvSpPr/>
          <p:nvPr/>
        </p:nvSpPr>
        <p:spPr>
          <a:xfrm>
            <a:off x="1670304" y="356616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5" name="S10-num327"/>
          <p:cNvSpPr txBox="1"/>
          <p:nvPr/>
        </p:nvSpPr>
        <p:spPr>
          <a:xfrm>
            <a:off x="1633728" y="360273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800" dirty="0"/>
          </a:p>
        </p:txBody>
      </p:sp>
      <p:sp>
        <p:nvSpPr>
          <p:cNvPr id="26" name="S10-op328"/>
          <p:cNvSpPr txBox="1"/>
          <p:nvPr/>
        </p:nvSpPr>
        <p:spPr>
          <a:xfrm>
            <a:off x="2226564" y="310997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</a:t>
            </a:r>
            <a:endParaRPr lang="ko-KR" sz="2800" dirty="0"/>
          </a:p>
        </p:txBody>
      </p:sp>
      <p:sp>
        <p:nvSpPr>
          <p:cNvPr id="27" name="S10-num329"/>
          <p:cNvSpPr txBox="1"/>
          <p:nvPr/>
        </p:nvSpPr>
        <p:spPr>
          <a:xfrm>
            <a:off x="2741676" y="3109976"/>
            <a:ext cx="28956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800" dirty="0"/>
          </a:p>
        </p:txBody>
      </p:sp>
      <p:sp>
        <p:nvSpPr>
          <p:cNvPr id="28" name="S10-num330"/>
          <p:cNvSpPr txBox="1"/>
          <p:nvPr/>
        </p:nvSpPr>
        <p:spPr>
          <a:xfrm>
            <a:off x="3031236" y="3109976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800" dirty="0"/>
          </a:p>
        </p:txBody>
      </p:sp>
      <p:sp>
        <p:nvSpPr>
          <p:cNvPr id="29" name="S10-fracbar331"/>
          <p:cNvSpPr/>
          <p:nvPr/>
        </p:nvSpPr>
        <p:spPr>
          <a:xfrm>
            <a:off x="3067812" y="3566160"/>
            <a:ext cx="50393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0" name="S10-num332"/>
          <p:cNvSpPr txBox="1"/>
          <p:nvPr/>
        </p:nvSpPr>
        <p:spPr>
          <a:xfrm>
            <a:off x="3031236" y="3602736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800" dirty="0"/>
          </a:p>
        </p:txBody>
      </p:sp>
      <p:sp>
        <p:nvSpPr>
          <p:cNvPr id="31" name="S10-op333"/>
          <p:cNvSpPr txBox="1"/>
          <p:nvPr/>
        </p:nvSpPr>
        <p:spPr>
          <a:xfrm>
            <a:off x="3718052" y="310997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32" name="S10-blank334"/>
          <p:cNvSpPr/>
          <p:nvPr/>
        </p:nvSpPr>
        <p:spPr>
          <a:xfrm>
            <a:off x="4233164" y="3410905"/>
            <a:ext cx="310510" cy="310510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33" name="S10-blank335"/>
          <p:cNvSpPr/>
          <p:nvPr/>
        </p:nvSpPr>
        <p:spPr>
          <a:xfrm>
            <a:off x="4750115" y="3164525"/>
            <a:ext cx="310510" cy="310510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34" name="S10-fracbar336"/>
          <p:cNvSpPr/>
          <p:nvPr/>
        </p:nvSpPr>
        <p:spPr>
          <a:xfrm>
            <a:off x="4653402" y="3566160"/>
            <a:ext cx="50393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5" name="S10-num337"/>
          <p:cNvSpPr txBox="1"/>
          <p:nvPr/>
        </p:nvSpPr>
        <p:spPr>
          <a:xfrm>
            <a:off x="4616826" y="3602736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800" dirty="0"/>
          </a:p>
        </p:txBody>
      </p:sp>
      <p:sp>
        <p:nvSpPr>
          <p:cNvPr id="36" name="S10-chip338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37" name="S10-num339"/>
          <p:cNvSpPr txBox="1"/>
          <p:nvPr/>
        </p:nvSpPr>
        <p:spPr>
          <a:xfrm>
            <a:off x="1344168" y="4207256"/>
            <a:ext cx="28956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800" dirty="0"/>
          </a:p>
        </p:txBody>
      </p:sp>
      <p:sp>
        <p:nvSpPr>
          <p:cNvPr id="38" name="S10-num340"/>
          <p:cNvSpPr txBox="1"/>
          <p:nvPr/>
        </p:nvSpPr>
        <p:spPr>
          <a:xfrm>
            <a:off x="1633728" y="42072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800" dirty="0"/>
          </a:p>
        </p:txBody>
      </p:sp>
      <p:sp>
        <p:nvSpPr>
          <p:cNvPr id="39" name="S10-fracbar341"/>
          <p:cNvSpPr/>
          <p:nvPr/>
        </p:nvSpPr>
        <p:spPr>
          <a:xfrm>
            <a:off x="1670304" y="466344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0" name="S10-num342"/>
          <p:cNvSpPr txBox="1"/>
          <p:nvPr/>
        </p:nvSpPr>
        <p:spPr>
          <a:xfrm>
            <a:off x="1633728" y="470001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800" dirty="0"/>
          </a:p>
        </p:txBody>
      </p:sp>
      <p:sp>
        <p:nvSpPr>
          <p:cNvPr id="41" name="S10-op343"/>
          <p:cNvSpPr txBox="1"/>
          <p:nvPr/>
        </p:nvSpPr>
        <p:spPr>
          <a:xfrm>
            <a:off x="2226564" y="420725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</a:t>
            </a:r>
            <a:endParaRPr lang="ko-KR" sz="2800" dirty="0"/>
          </a:p>
        </p:txBody>
      </p:sp>
      <p:sp>
        <p:nvSpPr>
          <p:cNvPr id="42" name="S10-num344"/>
          <p:cNvSpPr txBox="1"/>
          <p:nvPr/>
        </p:nvSpPr>
        <p:spPr>
          <a:xfrm>
            <a:off x="2741676" y="4207256"/>
            <a:ext cx="28956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800" dirty="0"/>
          </a:p>
        </p:txBody>
      </p:sp>
      <p:sp>
        <p:nvSpPr>
          <p:cNvPr id="43" name="S10-num345"/>
          <p:cNvSpPr txBox="1"/>
          <p:nvPr/>
        </p:nvSpPr>
        <p:spPr>
          <a:xfrm>
            <a:off x="3031236" y="42072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800" dirty="0"/>
          </a:p>
        </p:txBody>
      </p:sp>
      <p:sp>
        <p:nvSpPr>
          <p:cNvPr id="44" name="S10-fracbar346"/>
          <p:cNvSpPr/>
          <p:nvPr/>
        </p:nvSpPr>
        <p:spPr>
          <a:xfrm>
            <a:off x="3067812" y="466344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5" name="S10-num347"/>
          <p:cNvSpPr txBox="1"/>
          <p:nvPr/>
        </p:nvSpPr>
        <p:spPr>
          <a:xfrm>
            <a:off x="3031236" y="470001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800" dirty="0"/>
          </a:p>
        </p:txBody>
      </p:sp>
      <p:sp>
        <p:nvSpPr>
          <p:cNvPr id="46" name="S10-op348"/>
          <p:cNvSpPr txBox="1"/>
          <p:nvPr/>
        </p:nvSpPr>
        <p:spPr>
          <a:xfrm>
            <a:off x="3624072" y="420725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47" name="S10-blank349"/>
          <p:cNvSpPr/>
          <p:nvPr/>
        </p:nvSpPr>
        <p:spPr>
          <a:xfrm>
            <a:off x="4139184" y="4508185"/>
            <a:ext cx="310510" cy="310510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48" name="S10-blank350"/>
          <p:cNvSpPr/>
          <p:nvPr/>
        </p:nvSpPr>
        <p:spPr>
          <a:xfrm>
            <a:off x="4656135" y="4261805"/>
            <a:ext cx="310510" cy="310510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49" name="S10-fracbar351"/>
          <p:cNvSpPr/>
          <p:nvPr/>
        </p:nvSpPr>
        <p:spPr>
          <a:xfrm>
            <a:off x="4559422" y="4663440"/>
            <a:ext cx="50393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50" name="S10-num352"/>
          <p:cNvSpPr txBox="1"/>
          <p:nvPr/>
        </p:nvSpPr>
        <p:spPr>
          <a:xfrm>
            <a:off x="4522846" y="4700016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1-text35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답은 기약분수나 대분수로 나타내요.</a:t>
            </a:r>
            <a:endParaRPr lang="ko-KR" sz="2800" dirty="0"/>
          </a:p>
        </p:txBody>
      </p:sp>
      <p:sp>
        <p:nvSpPr>
          <p:cNvPr id="4" name="S11-chip354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11-num355"/>
          <p:cNvSpPr txBox="1"/>
          <p:nvPr/>
        </p:nvSpPr>
        <p:spPr>
          <a:xfrm>
            <a:off x="1344168" y="222707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6" name="S11-fracbar356"/>
          <p:cNvSpPr/>
          <p:nvPr/>
        </p:nvSpPr>
        <p:spPr>
          <a:xfrm>
            <a:off x="1380744" y="274320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7" name="S11-num357"/>
          <p:cNvSpPr txBox="1"/>
          <p:nvPr/>
        </p:nvSpPr>
        <p:spPr>
          <a:xfrm>
            <a:off x="1344168" y="277977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8" name="S11-op358"/>
          <p:cNvSpPr txBox="1"/>
          <p:nvPr/>
        </p:nvSpPr>
        <p:spPr>
          <a:xfrm>
            <a:off x="1990344" y="222707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</a:t>
            </a:r>
            <a:endParaRPr lang="ko-KR" sz="3200" dirty="0"/>
          </a:p>
        </p:txBody>
      </p:sp>
      <p:sp>
        <p:nvSpPr>
          <p:cNvPr id="9" name="S11-num359"/>
          <p:cNvSpPr txBox="1"/>
          <p:nvPr/>
        </p:nvSpPr>
        <p:spPr>
          <a:xfrm>
            <a:off x="2526792" y="222707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200" dirty="0"/>
          </a:p>
        </p:txBody>
      </p:sp>
      <p:sp>
        <p:nvSpPr>
          <p:cNvPr id="10" name="S11-fracbar360"/>
          <p:cNvSpPr/>
          <p:nvPr/>
        </p:nvSpPr>
        <p:spPr>
          <a:xfrm>
            <a:off x="2563368" y="274320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" name="S11-num361"/>
          <p:cNvSpPr txBox="1"/>
          <p:nvPr/>
        </p:nvSpPr>
        <p:spPr>
          <a:xfrm>
            <a:off x="2526792" y="277977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200" dirty="0"/>
          </a:p>
        </p:txBody>
      </p:sp>
      <p:sp>
        <p:nvSpPr>
          <p:cNvPr id="12" name="S11-op362"/>
          <p:cNvSpPr txBox="1"/>
          <p:nvPr/>
        </p:nvSpPr>
        <p:spPr>
          <a:xfrm>
            <a:off x="3172968" y="222707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13" name="S11-blank363"/>
          <p:cNvSpPr/>
          <p:nvPr/>
        </p:nvSpPr>
        <p:spPr>
          <a:xfrm>
            <a:off x="3800206" y="2289414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4" name="S11-fracbar364"/>
          <p:cNvSpPr/>
          <p:nvPr/>
        </p:nvSpPr>
        <p:spPr>
          <a:xfrm>
            <a:off x="3745992" y="274320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5" name="S11-blank365"/>
          <p:cNvSpPr/>
          <p:nvPr/>
        </p:nvSpPr>
        <p:spPr>
          <a:xfrm>
            <a:off x="3800206" y="2842118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6" name="S11-chip366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17" name="S11-num367"/>
          <p:cNvSpPr txBox="1"/>
          <p:nvPr/>
        </p:nvSpPr>
        <p:spPr>
          <a:xfrm>
            <a:off x="7072884" y="2227072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18" name="S11-fracbar368"/>
          <p:cNvSpPr/>
          <p:nvPr/>
        </p:nvSpPr>
        <p:spPr>
          <a:xfrm>
            <a:off x="7109460" y="2743200"/>
            <a:ext cx="56286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9" name="S11-num369"/>
          <p:cNvSpPr txBox="1"/>
          <p:nvPr/>
        </p:nvSpPr>
        <p:spPr>
          <a:xfrm>
            <a:off x="7072884" y="2779776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3200" dirty="0"/>
          </a:p>
        </p:txBody>
      </p:sp>
      <p:sp>
        <p:nvSpPr>
          <p:cNvPr id="20" name="S11-op370"/>
          <p:cNvSpPr txBox="1"/>
          <p:nvPr/>
        </p:nvSpPr>
        <p:spPr>
          <a:xfrm>
            <a:off x="7818628" y="222707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</a:t>
            </a:r>
            <a:endParaRPr lang="ko-KR" sz="3200" dirty="0"/>
          </a:p>
        </p:txBody>
      </p:sp>
      <p:sp>
        <p:nvSpPr>
          <p:cNvPr id="21" name="S11-num371"/>
          <p:cNvSpPr txBox="1"/>
          <p:nvPr/>
        </p:nvSpPr>
        <p:spPr>
          <a:xfrm>
            <a:off x="8355076" y="222707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200" dirty="0"/>
          </a:p>
        </p:txBody>
      </p:sp>
      <p:sp>
        <p:nvSpPr>
          <p:cNvPr id="22" name="S11-fracbar372"/>
          <p:cNvSpPr/>
          <p:nvPr/>
        </p:nvSpPr>
        <p:spPr>
          <a:xfrm>
            <a:off x="8391652" y="274320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3" name="S11-num373"/>
          <p:cNvSpPr txBox="1"/>
          <p:nvPr/>
        </p:nvSpPr>
        <p:spPr>
          <a:xfrm>
            <a:off x="8355076" y="277977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3200" dirty="0"/>
          </a:p>
        </p:txBody>
      </p:sp>
      <p:sp>
        <p:nvSpPr>
          <p:cNvPr id="24" name="S11-op374"/>
          <p:cNvSpPr txBox="1"/>
          <p:nvPr/>
        </p:nvSpPr>
        <p:spPr>
          <a:xfrm>
            <a:off x="9001252" y="222707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25" name="S11-blank375"/>
          <p:cNvSpPr/>
          <p:nvPr/>
        </p:nvSpPr>
        <p:spPr>
          <a:xfrm>
            <a:off x="9628490" y="2289414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6" name="S11-fracbar376"/>
          <p:cNvSpPr/>
          <p:nvPr/>
        </p:nvSpPr>
        <p:spPr>
          <a:xfrm>
            <a:off x="9574276" y="274320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7" name="S11-blank377"/>
          <p:cNvSpPr/>
          <p:nvPr/>
        </p:nvSpPr>
        <p:spPr>
          <a:xfrm>
            <a:off x="9628490" y="2842118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8" name="S11-chip378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29" name="S11-num379"/>
          <p:cNvSpPr txBox="1"/>
          <p:nvPr/>
        </p:nvSpPr>
        <p:spPr>
          <a:xfrm>
            <a:off x="1344168" y="442163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3200" dirty="0"/>
          </a:p>
        </p:txBody>
      </p:sp>
      <p:sp>
        <p:nvSpPr>
          <p:cNvPr id="30" name="S11-fracbar380"/>
          <p:cNvSpPr/>
          <p:nvPr/>
        </p:nvSpPr>
        <p:spPr>
          <a:xfrm>
            <a:off x="1380744" y="493776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1" name="S11-num381"/>
          <p:cNvSpPr txBox="1"/>
          <p:nvPr/>
        </p:nvSpPr>
        <p:spPr>
          <a:xfrm>
            <a:off x="1344168" y="497433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3200" dirty="0"/>
          </a:p>
        </p:txBody>
      </p:sp>
      <p:sp>
        <p:nvSpPr>
          <p:cNvPr id="32" name="S11-op382"/>
          <p:cNvSpPr txBox="1"/>
          <p:nvPr/>
        </p:nvSpPr>
        <p:spPr>
          <a:xfrm>
            <a:off x="1990344" y="442163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</a:t>
            </a:r>
            <a:endParaRPr lang="ko-KR" sz="3200" dirty="0"/>
          </a:p>
        </p:txBody>
      </p:sp>
      <p:sp>
        <p:nvSpPr>
          <p:cNvPr id="33" name="S11-num383"/>
          <p:cNvSpPr txBox="1"/>
          <p:nvPr/>
        </p:nvSpPr>
        <p:spPr>
          <a:xfrm>
            <a:off x="2526792" y="442163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200" dirty="0"/>
          </a:p>
        </p:txBody>
      </p:sp>
      <p:sp>
        <p:nvSpPr>
          <p:cNvPr id="34" name="S11-fracbar384"/>
          <p:cNvSpPr/>
          <p:nvPr/>
        </p:nvSpPr>
        <p:spPr>
          <a:xfrm>
            <a:off x="2563368" y="493776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5" name="S11-num385"/>
          <p:cNvSpPr txBox="1"/>
          <p:nvPr/>
        </p:nvSpPr>
        <p:spPr>
          <a:xfrm>
            <a:off x="2526792" y="497433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36" name="S11-op386"/>
          <p:cNvSpPr txBox="1"/>
          <p:nvPr/>
        </p:nvSpPr>
        <p:spPr>
          <a:xfrm>
            <a:off x="3172968" y="442163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37" name="S11-blank387"/>
          <p:cNvSpPr/>
          <p:nvPr/>
        </p:nvSpPr>
        <p:spPr>
          <a:xfrm>
            <a:off x="3709416" y="4760326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38" name="S11-blank388"/>
          <p:cNvSpPr/>
          <p:nvPr/>
        </p:nvSpPr>
        <p:spPr>
          <a:xfrm>
            <a:off x="4228226" y="4483974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39" name="S11-fracbar389"/>
          <p:cNvSpPr/>
          <p:nvPr/>
        </p:nvSpPr>
        <p:spPr>
          <a:xfrm>
            <a:off x="4174012" y="493776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0" name="S11-blank390"/>
          <p:cNvSpPr/>
          <p:nvPr/>
        </p:nvSpPr>
        <p:spPr>
          <a:xfrm>
            <a:off x="4228226" y="5036678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41" name="S11-chip391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42" name="S11-num392"/>
          <p:cNvSpPr txBox="1"/>
          <p:nvPr/>
        </p:nvSpPr>
        <p:spPr>
          <a:xfrm>
            <a:off x="7072884" y="4421632"/>
            <a:ext cx="323088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43" name="S11-num393"/>
          <p:cNvSpPr txBox="1"/>
          <p:nvPr/>
        </p:nvSpPr>
        <p:spPr>
          <a:xfrm>
            <a:off x="7395972" y="442163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200" dirty="0"/>
          </a:p>
        </p:txBody>
      </p:sp>
      <p:sp>
        <p:nvSpPr>
          <p:cNvPr id="44" name="S11-fracbar394"/>
          <p:cNvSpPr/>
          <p:nvPr/>
        </p:nvSpPr>
        <p:spPr>
          <a:xfrm>
            <a:off x="7432548" y="493776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5" name="S11-num395"/>
          <p:cNvSpPr txBox="1"/>
          <p:nvPr/>
        </p:nvSpPr>
        <p:spPr>
          <a:xfrm>
            <a:off x="7395972" y="497433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3200" dirty="0"/>
          </a:p>
        </p:txBody>
      </p:sp>
      <p:sp>
        <p:nvSpPr>
          <p:cNvPr id="46" name="S11-op396"/>
          <p:cNvSpPr txBox="1"/>
          <p:nvPr/>
        </p:nvSpPr>
        <p:spPr>
          <a:xfrm>
            <a:off x="8042148" y="442163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</a:t>
            </a:r>
            <a:endParaRPr lang="ko-KR" sz="3200" dirty="0"/>
          </a:p>
        </p:txBody>
      </p:sp>
      <p:sp>
        <p:nvSpPr>
          <p:cNvPr id="47" name="S11-num397"/>
          <p:cNvSpPr txBox="1"/>
          <p:nvPr/>
        </p:nvSpPr>
        <p:spPr>
          <a:xfrm>
            <a:off x="8578596" y="4421632"/>
            <a:ext cx="323088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200" dirty="0"/>
          </a:p>
        </p:txBody>
      </p:sp>
      <p:sp>
        <p:nvSpPr>
          <p:cNvPr id="48" name="S11-num398"/>
          <p:cNvSpPr txBox="1"/>
          <p:nvPr/>
        </p:nvSpPr>
        <p:spPr>
          <a:xfrm>
            <a:off x="8901684" y="442163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200" dirty="0"/>
          </a:p>
        </p:txBody>
      </p:sp>
      <p:sp>
        <p:nvSpPr>
          <p:cNvPr id="49" name="S11-fracbar399"/>
          <p:cNvSpPr/>
          <p:nvPr/>
        </p:nvSpPr>
        <p:spPr>
          <a:xfrm>
            <a:off x="8938260" y="493776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0" name="S11-num400"/>
          <p:cNvSpPr txBox="1"/>
          <p:nvPr/>
        </p:nvSpPr>
        <p:spPr>
          <a:xfrm>
            <a:off x="8901684" y="497433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3200" dirty="0"/>
          </a:p>
        </p:txBody>
      </p:sp>
      <p:sp>
        <p:nvSpPr>
          <p:cNvPr id="51" name="S11-op401"/>
          <p:cNvSpPr txBox="1"/>
          <p:nvPr/>
        </p:nvSpPr>
        <p:spPr>
          <a:xfrm>
            <a:off x="9547860" y="442163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52" name="S11-blank402"/>
          <p:cNvSpPr/>
          <p:nvPr/>
        </p:nvSpPr>
        <p:spPr>
          <a:xfrm>
            <a:off x="10084308" y="4760326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53" name="S11-blank403"/>
          <p:cNvSpPr/>
          <p:nvPr/>
        </p:nvSpPr>
        <p:spPr>
          <a:xfrm>
            <a:off x="10603118" y="4483974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54" name="S11-fracbar404"/>
          <p:cNvSpPr/>
          <p:nvPr/>
        </p:nvSpPr>
        <p:spPr>
          <a:xfrm>
            <a:off x="10548904" y="493776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5" name="S11-blank405"/>
          <p:cNvSpPr/>
          <p:nvPr/>
        </p:nvSpPr>
        <p:spPr>
          <a:xfrm>
            <a:off x="10603118" y="5036678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답은?</a:t>
            </a:r>
            <a:endParaRPr lang="ko-KR" sz="4000" dirty="0"/>
          </a:p>
        </p:txBody>
      </p:sp>
      <p:sp>
        <p:nvSpPr>
          <p:cNvPr id="3" name="S13-text40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4분의 3 + 3분의 2의 답으로 알맞은 것은?</a:t>
            </a:r>
            <a:endParaRPr lang="ko-KR" sz="2800" dirty="0"/>
          </a:p>
        </p:txBody>
      </p:sp>
      <p:sp>
        <p:nvSpPr>
          <p:cNvPr id="4" name="S13-card40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3-cardtext40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고르고, 답이 1보다 큰지 작은지로 까닭을 말해요.</a:t>
            </a:r>
            <a:endParaRPr lang="ko-KR" sz="2800" dirty="0"/>
          </a:p>
        </p:txBody>
      </p:sp>
      <p:sp>
        <p:nvSpPr>
          <p:cNvPr id="6" name="S13-chip409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800" dirty="0"/>
          </a:p>
        </p:txBody>
      </p:sp>
      <p:sp>
        <p:nvSpPr>
          <p:cNvPr id="7" name="S13-num410"/>
          <p:cNvSpPr txBox="1"/>
          <p:nvPr/>
        </p:nvSpPr>
        <p:spPr>
          <a:xfrm>
            <a:off x="1927098" y="3222244"/>
            <a:ext cx="696468" cy="659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4400" dirty="0"/>
          </a:p>
        </p:txBody>
      </p:sp>
      <p:sp>
        <p:nvSpPr>
          <p:cNvPr id="8" name="S13-fracbar411"/>
          <p:cNvSpPr/>
          <p:nvPr/>
        </p:nvSpPr>
        <p:spPr>
          <a:xfrm>
            <a:off x="1963674" y="3918204"/>
            <a:ext cx="623316" cy="0"/>
          </a:xfrm>
          <a:prstGeom prst="line">
            <a:avLst/>
          </a:prstGeom>
          <a:noFill/>
          <a:ln w="34925">
            <a:solidFill>
              <a:srgbClr val="1F2937"/>
            </a:solidFill>
            <a:prstDash val="solid"/>
          </a:ln>
        </p:spPr>
      </p:sp>
      <p:sp>
        <p:nvSpPr>
          <p:cNvPr id="9" name="S13-num412"/>
          <p:cNvSpPr txBox="1"/>
          <p:nvPr/>
        </p:nvSpPr>
        <p:spPr>
          <a:xfrm>
            <a:off x="1927098" y="3954780"/>
            <a:ext cx="696468" cy="659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4400" dirty="0"/>
          </a:p>
        </p:txBody>
      </p:sp>
      <p:sp>
        <p:nvSpPr>
          <p:cNvPr id="10" name="S13-chip413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800" dirty="0"/>
          </a:p>
        </p:txBody>
      </p:sp>
      <p:sp>
        <p:nvSpPr>
          <p:cNvPr id="11" name="S13-num414"/>
          <p:cNvSpPr txBox="1"/>
          <p:nvPr/>
        </p:nvSpPr>
        <p:spPr>
          <a:xfrm>
            <a:off x="5476240" y="3222244"/>
            <a:ext cx="423672" cy="139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4400" dirty="0"/>
          </a:p>
        </p:txBody>
      </p:sp>
      <p:sp>
        <p:nvSpPr>
          <p:cNvPr id="12" name="S13-num415"/>
          <p:cNvSpPr txBox="1"/>
          <p:nvPr/>
        </p:nvSpPr>
        <p:spPr>
          <a:xfrm>
            <a:off x="5899912" y="3222244"/>
            <a:ext cx="812800" cy="659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4400" dirty="0"/>
          </a:p>
        </p:txBody>
      </p:sp>
      <p:sp>
        <p:nvSpPr>
          <p:cNvPr id="13" name="S13-fracbar416"/>
          <p:cNvSpPr/>
          <p:nvPr/>
        </p:nvSpPr>
        <p:spPr>
          <a:xfrm>
            <a:off x="5936488" y="3918204"/>
            <a:ext cx="739648" cy="0"/>
          </a:xfrm>
          <a:prstGeom prst="line">
            <a:avLst/>
          </a:prstGeom>
          <a:noFill/>
          <a:ln w="34925">
            <a:solidFill>
              <a:srgbClr val="1F2937"/>
            </a:solidFill>
            <a:prstDash val="solid"/>
          </a:ln>
        </p:spPr>
      </p:sp>
      <p:sp>
        <p:nvSpPr>
          <p:cNvPr id="14" name="S13-num417"/>
          <p:cNvSpPr txBox="1"/>
          <p:nvPr/>
        </p:nvSpPr>
        <p:spPr>
          <a:xfrm>
            <a:off x="5899912" y="3954780"/>
            <a:ext cx="812800" cy="659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4400" dirty="0"/>
          </a:p>
        </p:txBody>
      </p:sp>
      <p:sp>
        <p:nvSpPr>
          <p:cNvPr id="15" name="S13-chip418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800" dirty="0"/>
          </a:p>
        </p:txBody>
      </p:sp>
      <p:sp>
        <p:nvSpPr>
          <p:cNvPr id="16" name="S13-num419"/>
          <p:cNvSpPr txBox="1"/>
          <p:nvPr/>
        </p:nvSpPr>
        <p:spPr>
          <a:xfrm>
            <a:off x="9507220" y="3222244"/>
            <a:ext cx="812800" cy="659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4400" dirty="0"/>
          </a:p>
        </p:txBody>
      </p:sp>
      <p:sp>
        <p:nvSpPr>
          <p:cNvPr id="17" name="S13-fracbar420"/>
          <p:cNvSpPr/>
          <p:nvPr/>
        </p:nvSpPr>
        <p:spPr>
          <a:xfrm>
            <a:off x="9543796" y="3918204"/>
            <a:ext cx="739648" cy="0"/>
          </a:xfrm>
          <a:prstGeom prst="line">
            <a:avLst/>
          </a:prstGeom>
          <a:noFill/>
          <a:ln w="34925">
            <a:solidFill>
              <a:srgbClr val="1F2937"/>
            </a:solidFill>
            <a:prstDash val="solid"/>
          </a:ln>
        </p:spPr>
      </p:sp>
      <p:sp>
        <p:nvSpPr>
          <p:cNvPr id="18" name="S13-num421"/>
          <p:cNvSpPr txBox="1"/>
          <p:nvPr/>
        </p:nvSpPr>
        <p:spPr>
          <a:xfrm>
            <a:off x="9507220" y="3954780"/>
            <a:ext cx="812800" cy="659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4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422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423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통분해서 분자끼리 더하고, 답은 기약분수나 대분수로 나타내요.</a:t>
            </a:r>
            <a:endParaRPr lang="ko-KR" sz="2800" dirty="0"/>
          </a:p>
        </p:txBody>
      </p:sp>
      <p:sp>
        <p:nvSpPr>
          <p:cNvPr id="5" name="S14-chip424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통분한 뒤 분자끼리 더하기</a:t>
            </a:r>
            <a:endParaRPr lang="ko-KR" sz="2200" dirty="0"/>
          </a:p>
        </p:txBody>
      </p:sp>
      <p:sp>
        <p:nvSpPr>
          <p:cNvPr id="6" name="S14-chip425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분모끼리 더하기</a:t>
            </a:r>
            <a:endParaRPr lang="ko-KR" sz="2200" dirty="0"/>
          </a:p>
        </p:txBody>
      </p:sp>
      <p:sp>
        <p:nvSpPr>
          <p:cNvPr id="7" name="S14-text426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4-op427"/>
          <p:cNvSpPr txBox="1"/>
          <p:nvPr/>
        </p:nvSpPr>
        <p:spPr>
          <a:xfrm>
            <a:off x="548640" y="4237228"/>
            <a:ext cx="579628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9" name="S14-num428"/>
          <p:cNvSpPr txBox="1"/>
          <p:nvPr/>
        </p:nvSpPr>
        <p:spPr>
          <a:xfrm>
            <a:off x="1237996" y="4237228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10" name="S14-fracbar429"/>
          <p:cNvSpPr/>
          <p:nvPr/>
        </p:nvSpPr>
        <p:spPr>
          <a:xfrm>
            <a:off x="1274572" y="4663440"/>
            <a:ext cx="383286" cy="0"/>
          </a:xfrm>
          <a:prstGeom prst="line">
            <a:avLst/>
          </a:prstGeom>
          <a:noFill/>
          <a:ln w="20638">
            <a:solidFill>
              <a:srgbClr val="FFFFFF"/>
            </a:solidFill>
            <a:prstDash val="solid"/>
          </a:ln>
        </p:spPr>
      </p:sp>
      <p:sp>
        <p:nvSpPr>
          <p:cNvPr id="11" name="S14-num430"/>
          <p:cNvSpPr txBox="1"/>
          <p:nvPr/>
        </p:nvSpPr>
        <p:spPr>
          <a:xfrm>
            <a:off x="1237996" y="4700016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600" dirty="0"/>
          </a:p>
        </p:txBody>
      </p:sp>
      <p:sp>
        <p:nvSpPr>
          <p:cNvPr id="12" name="S14-op431"/>
          <p:cNvSpPr txBox="1"/>
          <p:nvPr/>
        </p:nvSpPr>
        <p:spPr>
          <a:xfrm>
            <a:off x="1804162" y="4237228"/>
            <a:ext cx="394716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</a:t>
            </a:r>
            <a:endParaRPr lang="ko-KR" sz="2600" dirty="0"/>
          </a:p>
        </p:txBody>
      </p:sp>
      <p:sp>
        <p:nvSpPr>
          <p:cNvPr id="13" name="S14-num432"/>
          <p:cNvSpPr txBox="1"/>
          <p:nvPr/>
        </p:nvSpPr>
        <p:spPr>
          <a:xfrm>
            <a:off x="2308606" y="4237228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14" name="S14-fracbar433"/>
          <p:cNvSpPr/>
          <p:nvPr/>
        </p:nvSpPr>
        <p:spPr>
          <a:xfrm>
            <a:off x="2345182" y="4663440"/>
            <a:ext cx="383286" cy="0"/>
          </a:xfrm>
          <a:prstGeom prst="line">
            <a:avLst/>
          </a:prstGeom>
          <a:noFill/>
          <a:ln w="20638">
            <a:solidFill>
              <a:srgbClr val="FFFFFF"/>
            </a:solidFill>
            <a:prstDash val="solid"/>
          </a:ln>
        </p:spPr>
      </p:sp>
      <p:sp>
        <p:nvSpPr>
          <p:cNvPr id="15" name="S14-num434"/>
          <p:cNvSpPr txBox="1"/>
          <p:nvPr/>
        </p:nvSpPr>
        <p:spPr>
          <a:xfrm>
            <a:off x="2308606" y="4700016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16" name="S14-op435"/>
          <p:cNvSpPr txBox="1"/>
          <p:nvPr/>
        </p:nvSpPr>
        <p:spPr>
          <a:xfrm>
            <a:off x="4322064" y="4237228"/>
            <a:ext cx="579628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17" name="S14-num436"/>
          <p:cNvSpPr txBox="1"/>
          <p:nvPr/>
        </p:nvSpPr>
        <p:spPr>
          <a:xfrm>
            <a:off x="5011420" y="4237228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600" dirty="0"/>
          </a:p>
        </p:txBody>
      </p:sp>
      <p:sp>
        <p:nvSpPr>
          <p:cNvPr id="18" name="S14-fracbar437"/>
          <p:cNvSpPr/>
          <p:nvPr/>
        </p:nvSpPr>
        <p:spPr>
          <a:xfrm>
            <a:off x="5047996" y="4663440"/>
            <a:ext cx="383286" cy="0"/>
          </a:xfrm>
          <a:prstGeom prst="line">
            <a:avLst/>
          </a:prstGeom>
          <a:noFill/>
          <a:ln w="20638">
            <a:solidFill>
              <a:srgbClr val="FFFFFF"/>
            </a:solidFill>
            <a:prstDash val="solid"/>
          </a:ln>
        </p:spPr>
      </p:sp>
      <p:sp>
        <p:nvSpPr>
          <p:cNvPr id="19" name="S14-num438"/>
          <p:cNvSpPr txBox="1"/>
          <p:nvPr/>
        </p:nvSpPr>
        <p:spPr>
          <a:xfrm>
            <a:off x="5011420" y="4700016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600" dirty="0"/>
          </a:p>
        </p:txBody>
      </p:sp>
      <p:sp>
        <p:nvSpPr>
          <p:cNvPr id="20" name="S14-op439"/>
          <p:cNvSpPr txBox="1"/>
          <p:nvPr/>
        </p:nvSpPr>
        <p:spPr>
          <a:xfrm>
            <a:off x="5577586" y="4237228"/>
            <a:ext cx="394716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</a:t>
            </a:r>
            <a:endParaRPr lang="ko-KR" sz="2600" dirty="0"/>
          </a:p>
        </p:txBody>
      </p:sp>
      <p:sp>
        <p:nvSpPr>
          <p:cNvPr id="21" name="S14-num440"/>
          <p:cNvSpPr txBox="1"/>
          <p:nvPr/>
        </p:nvSpPr>
        <p:spPr>
          <a:xfrm>
            <a:off x="6082030" y="4237228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22" name="S14-fracbar441"/>
          <p:cNvSpPr/>
          <p:nvPr/>
        </p:nvSpPr>
        <p:spPr>
          <a:xfrm>
            <a:off x="6118606" y="4663440"/>
            <a:ext cx="383286" cy="0"/>
          </a:xfrm>
          <a:prstGeom prst="line">
            <a:avLst/>
          </a:prstGeom>
          <a:noFill/>
          <a:ln w="20638">
            <a:solidFill>
              <a:srgbClr val="FFFFFF"/>
            </a:solidFill>
            <a:prstDash val="solid"/>
          </a:ln>
        </p:spPr>
      </p:sp>
      <p:sp>
        <p:nvSpPr>
          <p:cNvPr id="23" name="S14-num442"/>
          <p:cNvSpPr txBox="1"/>
          <p:nvPr/>
        </p:nvSpPr>
        <p:spPr>
          <a:xfrm>
            <a:off x="6082030" y="4700016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24" name="S14-op443"/>
          <p:cNvSpPr txBox="1"/>
          <p:nvPr/>
        </p:nvSpPr>
        <p:spPr>
          <a:xfrm>
            <a:off x="8095488" y="4237228"/>
            <a:ext cx="579628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25" name="S14-num444"/>
          <p:cNvSpPr txBox="1"/>
          <p:nvPr/>
        </p:nvSpPr>
        <p:spPr>
          <a:xfrm>
            <a:off x="8784844" y="4237228"/>
            <a:ext cx="272796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26" name="S14-num445"/>
          <p:cNvSpPr txBox="1"/>
          <p:nvPr/>
        </p:nvSpPr>
        <p:spPr>
          <a:xfrm>
            <a:off x="9057640" y="4237228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27" name="S14-fracbar446"/>
          <p:cNvSpPr/>
          <p:nvPr/>
        </p:nvSpPr>
        <p:spPr>
          <a:xfrm>
            <a:off x="9094216" y="4663440"/>
            <a:ext cx="383286" cy="0"/>
          </a:xfrm>
          <a:prstGeom prst="line">
            <a:avLst/>
          </a:prstGeom>
          <a:noFill/>
          <a:ln w="20638">
            <a:solidFill>
              <a:srgbClr val="FFFFFF"/>
            </a:solidFill>
            <a:prstDash val="solid"/>
          </a:ln>
        </p:spPr>
      </p:sp>
      <p:sp>
        <p:nvSpPr>
          <p:cNvPr id="28" name="S14-num447"/>
          <p:cNvSpPr txBox="1"/>
          <p:nvPr/>
        </p:nvSpPr>
        <p:spPr>
          <a:xfrm>
            <a:off x="9057640" y="4700016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29" name="S14-op448"/>
          <p:cNvSpPr txBox="1"/>
          <p:nvPr/>
        </p:nvSpPr>
        <p:spPr>
          <a:xfrm>
            <a:off x="9623806" y="4237228"/>
            <a:ext cx="394716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</a:t>
            </a:r>
            <a:endParaRPr lang="ko-KR" sz="2600" dirty="0"/>
          </a:p>
        </p:txBody>
      </p:sp>
      <p:sp>
        <p:nvSpPr>
          <p:cNvPr id="30" name="S14-num449"/>
          <p:cNvSpPr txBox="1"/>
          <p:nvPr/>
        </p:nvSpPr>
        <p:spPr>
          <a:xfrm>
            <a:off x="10128250" y="4237228"/>
            <a:ext cx="272796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31" name="S14-num450"/>
          <p:cNvSpPr txBox="1"/>
          <p:nvPr/>
        </p:nvSpPr>
        <p:spPr>
          <a:xfrm>
            <a:off x="10401046" y="4237228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600" dirty="0"/>
          </a:p>
        </p:txBody>
      </p:sp>
      <p:sp>
        <p:nvSpPr>
          <p:cNvPr id="32" name="S14-fracbar451"/>
          <p:cNvSpPr/>
          <p:nvPr/>
        </p:nvSpPr>
        <p:spPr>
          <a:xfrm>
            <a:off x="10437622" y="4663440"/>
            <a:ext cx="383286" cy="0"/>
          </a:xfrm>
          <a:prstGeom prst="line">
            <a:avLst/>
          </a:prstGeom>
          <a:noFill/>
          <a:ln w="20638">
            <a:solidFill>
              <a:srgbClr val="FFFFFF"/>
            </a:solidFill>
            <a:prstDash val="solid"/>
          </a:ln>
        </p:spPr>
      </p:sp>
      <p:sp>
        <p:nvSpPr>
          <p:cNvPr id="33" name="S14-num452"/>
          <p:cNvSpPr txBox="1"/>
          <p:nvPr/>
        </p:nvSpPr>
        <p:spPr>
          <a:xfrm>
            <a:off x="10401046" y="4700016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600" dirty="0"/>
          </a:p>
        </p:txBody>
      </p:sp>
      <p:sp>
        <p:nvSpPr>
          <p:cNvPr id="34" name="S14-text453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분모가 다른 분수의 뺄셈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분모가 같은 분수의 덧셈</a:t>
            </a:r>
            <a:endParaRPr lang="ko-KR" sz="4000" dirty="0"/>
          </a:p>
        </p:txBody>
      </p:sp>
      <p:sp>
        <p:nvSpPr>
          <p:cNvPr id="3" name="S15-text45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분모가 같으면 분자끼리 더해요.</a:t>
            </a:r>
            <a:endParaRPr lang="ko-KR" sz="2800" dirty="0"/>
          </a:p>
        </p:txBody>
      </p:sp>
      <p:sp>
        <p:nvSpPr>
          <p:cNvPr id="4" name="S15-card455"/>
          <p:cNvSpPr/>
          <p:nvPr/>
        </p:nvSpPr>
        <p:spPr>
          <a:xfrm>
            <a:off x="548640" y="5037836"/>
            <a:ext cx="11091672" cy="1180084"/>
          </a:xfrm>
          <a:prstGeom prst="roundRect">
            <a:avLst>
              <a:gd name="adj" fmla="val 929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5-cardtext456"/>
          <p:cNvSpPr txBox="1"/>
          <p:nvPr/>
        </p:nvSpPr>
        <p:spPr>
          <a:xfrm>
            <a:off x="822960" y="5174996"/>
            <a:ext cx="10543032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7분의 2 + 7분의 3 = 7분의 5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분모는 그대로, 7분의 1이 2개 + 3개 = 5개</a:t>
            </a:r>
            <a:endParaRPr lang="ko-KR" sz="2800" dirty="0"/>
          </a:p>
        </p:txBody>
      </p:sp>
      <p:sp>
        <p:nvSpPr>
          <p:cNvPr id="6" name="S15-num457"/>
          <p:cNvSpPr txBox="1"/>
          <p:nvPr/>
        </p:nvSpPr>
        <p:spPr>
          <a:xfrm>
            <a:off x="784289" y="2072809"/>
            <a:ext cx="443103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500" dirty="0"/>
          </a:p>
        </p:txBody>
      </p:sp>
      <p:sp>
        <p:nvSpPr>
          <p:cNvPr id="7" name="S15-fracbar458"/>
          <p:cNvSpPr/>
          <p:nvPr/>
        </p:nvSpPr>
        <p:spPr>
          <a:xfrm>
            <a:off x="820865" y="2484035"/>
            <a:ext cx="369951" cy="0"/>
          </a:xfrm>
          <a:prstGeom prst="line">
            <a:avLst/>
          </a:prstGeom>
          <a:noFill/>
          <a:ln w="19844">
            <a:solidFill>
              <a:srgbClr val="1F2937"/>
            </a:solidFill>
            <a:prstDash val="solid"/>
          </a:ln>
        </p:spPr>
      </p:sp>
      <p:sp>
        <p:nvSpPr>
          <p:cNvPr id="8" name="S15-num459"/>
          <p:cNvSpPr txBox="1"/>
          <p:nvPr/>
        </p:nvSpPr>
        <p:spPr>
          <a:xfrm>
            <a:off x="784289" y="2520611"/>
            <a:ext cx="443103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500" dirty="0"/>
          </a:p>
        </p:txBody>
      </p:sp>
      <p:sp>
        <p:nvSpPr>
          <p:cNvPr id="9" name="S15-cell460"/>
          <p:cNvSpPr/>
          <p:nvPr/>
        </p:nvSpPr>
        <p:spPr>
          <a:xfrm>
            <a:off x="1600200" y="2148840"/>
            <a:ext cx="1434302" cy="670391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15-cell461"/>
          <p:cNvSpPr/>
          <p:nvPr/>
        </p:nvSpPr>
        <p:spPr>
          <a:xfrm>
            <a:off x="3034502" y="2148840"/>
            <a:ext cx="1434302" cy="670391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15-cell462"/>
          <p:cNvSpPr/>
          <p:nvPr/>
        </p:nvSpPr>
        <p:spPr>
          <a:xfrm>
            <a:off x="4468803" y="2148840"/>
            <a:ext cx="1434302" cy="670391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15-cell463"/>
          <p:cNvSpPr/>
          <p:nvPr/>
        </p:nvSpPr>
        <p:spPr>
          <a:xfrm>
            <a:off x="5903105" y="2148840"/>
            <a:ext cx="1434302" cy="670391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15-cell464"/>
          <p:cNvSpPr/>
          <p:nvPr/>
        </p:nvSpPr>
        <p:spPr>
          <a:xfrm>
            <a:off x="7337407" y="2148840"/>
            <a:ext cx="1434302" cy="670391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15-cell465"/>
          <p:cNvSpPr/>
          <p:nvPr/>
        </p:nvSpPr>
        <p:spPr>
          <a:xfrm>
            <a:off x="8771709" y="2148840"/>
            <a:ext cx="1434302" cy="670391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15-cell466"/>
          <p:cNvSpPr/>
          <p:nvPr/>
        </p:nvSpPr>
        <p:spPr>
          <a:xfrm>
            <a:off x="10206010" y="2148840"/>
            <a:ext cx="1434302" cy="670391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15-figure467" descr="똑같이 7칸으로 나눈 띠, 2칸 색칠"/>
          <p:cNvSpPr/>
          <p:nvPr/>
        </p:nvSpPr>
        <p:spPr>
          <a:xfrm>
            <a:off x="1600200" y="2148840"/>
            <a:ext cx="10040112" cy="670391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7" name="S15-num468"/>
          <p:cNvSpPr txBox="1"/>
          <p:nvPr/>
        </p:nvSpPr>
        <p:spPr>
          <a:xfrm>
            <a:off x="784289" y="2999232"/>
            <a:ext cx="443103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500" dirty="0"/>
          </a:p>
        </p:txBody>
      </p:sp>
      <p:sp>
        <p:nvSpPr>
          <p:cNvPr id="18" name="S15-fracbar469"/>
          <p:cNvSpPr/>
          <p:nvPr/>
        </p:nvSpPr>
        <p:spPr>
          <a:xfrm>
            <a:off x="820865" y="3410458"/>
            <a:ext cx="369951" cy="0"/>
          </a:xfrm>
          <a:prstGeom prst="line">
            <a:avLst/>
          </a:prstGeom>
          <a:noFill/>
          <a:ln w="19844">
            <a:solidFill>
              <a:srgbClr val="1F2937"/>
            </a:solidFill>
            <a:prstDash val="solid"/>
          </a:ln>
        </p:spPr>
      </p:sp>
      <p:sp>
        <p:nvSpPr>
          <p:cNvPr id="19" name="S15-num470"/>
          <p:cNvSpPr txBox="1"/>
          <p:nvPr/>
        </p:nvSpPr>
        <p:spPr>
          <a:xfrm>
            <a:off x="784289" y="3447034"/>
            <a:ext cx="443103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500" dirty="0"/>
          </a:p>
        </p:txBody>
      </p:sp>
      <p:sp>
        <p:nvSpPr>
          <p:cNvPr id="20" name="S15-cell471"/>
          <p:cNvSpPr/>
          <p:nvPr/>
        </p:nvSpPr>
        <p:spPr>
          <a:xfrm>
            <a:off x="1600200" y="3075263"/>
            <a:ext cx="1434302" cy="670391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15-cell472"/>
          <p:cNvSpPr/>
          <p:nvPr/>
        </p:nvSpPr>
        <p:spPr>
          <a:xfrm>
            <a:off x="3034502" y="3075263"/>
            <a:ext cx="1434302" cy="670391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15-cell473"/>
          <p:cNvSpPr/>
          <p:nvPr/>
        </p:nvSpPr>
        <p:spPr>
          <a:xfrm>
            <a:off x="4468803" y="3075263"/>
            <a:ext cx="1434302" cy="670391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15-cell474"/>
          <p:cNvSpPr/>
          <p:nvPr/>
        </p:nvSpPr>
        <p:spPr>
          <a:xfrm>
            <a:off x="5903105" y="3075263"/>
            <a:ext cx="1434302" cy="670391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4" name="S15-cell475"/>
          <p:cNvSpPr/>
          <p:nvPr/>
        </p:nvSpPr>
        <p:spPr>
          <a:xfrm>
            <a:off x="7337407" y="3075263"/>
            <a:ext cx="1434302" cy="670391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5" name="S15-cell476"/>
          <p:cNvSpPr/>
          <p:nvPr/>
        </p:nvSpPr>
        <p:spPr>
          <a:xfrm>
            <a:off x="8771709" y="3075263"/>
            <a:ext cx="1434302" cy="670391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6" name="S15-cell477"/>
          <p:cNvSpPr/>
          <p:nvPr/>
        </p:nvSpPr>
        <p:spPr>
          <a:xfrm>
            <a:off x="10206010" y="3075263"/>
            <a:ext cx="1434302" cy="670391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15-figure478" descr="똑같이 7칸으로 나눈 띠, 3칸 색칠"/>
          <p:cNvSpPr/>
          <p:nvPr/>
        </p:nvSpPr>
        <p:spPr>
          <a:xfrm>
            <a:off x="1600200" y="3075263"/>
            <a:ext cx="10040112" cy="670391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8" name="S15-num479"/>
          <p:cNvSpPr txBox="1"/>
          <p:nvPr/>
        </p:nvSpPr>
        <p:spPr>
          <a:xfrm>
            <a:off x="784289" y="3925655"/>
            <a:ext cx="443103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500" dirty="0"/>
          </a:p>
        </p:txBody>
      </p:sp>
      <p:sp>
        <p:nvSpPr>
          <p:cNvPr id="29" name="S15-fracbar480"/>
          <p:cNvSpPr/>
          <p:nvPr/>
        </p:nvSpPr>
        <p:spPr>
          <a:xfrm>
            <a:off x="820865" y="4336881"/>
            <a:ext cx="369951" cy="0"/>
          </a:xfrm>
          <a:prstGeom prst="line">
            <a:avLst/>
          </a:prstGeom>
          <a:noFill/>
          <a:ln w="19844">
            <a:solidFill>
              <a:srgbClr val="1F2937"/>
            </a:solidFill>
            <a:prstDash val="solid"/>
          </a:ln>
        </p:spPr>
      </p:sp>
      <p:sp>
        <p:nvSpPr>
          <p:cNvPr id="30" name="S15-num481"/>
          <p:cNvSpPr txBox="1"/>
          <p:nvPr/>
        </p:nvSpPr>
        <p:spPr>
          <a:xfrm>
            <a:off x="784289" y="4373457"/>
            <a:ext cx="443103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500" dirty="0"/>
          </a:p>
        </p:txBody>
      </p:sp>
      <p:sp>
        <p:nvSpPr>
          <p:cNvPr id="31" name="S15-cell482"/>
          <p:cNvSpPr/>
          <p:nvPr/>
        </p:nvSpPr>
        <p:spPr>
          <a:xfrm>
            <a:off x="1600200" y="4001685"/>
            <a:ext cx="1434302" cy="670391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2" name="S15-cell483"/>
          <p:cNvSpPr/>
          <p:nvPr/>
        </p:nvSpPr>
        <p:spPr>
          <a:xfrm>
            <a:off x="3034502" y="4001685"/>
            <a:ext cx="1434302" cy="670391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3" name="S15-cell484"/>
          <p:cNvSpPr/>
          <p:nvPr/>
        </p:nvSpPr>
        <p:spPr>
          <a:xfrm>
            <a:off x="4468803" y="4001685"/>
            <a:ext cx="1434302" cy="670391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4" name="S15-cell485"/>
          <p:cNvSpPr/>
          <p:nvPr/>
        </p:nvSpPr>
        <p:spPr>
          <a:xfrm>
            <a:off x="5903105" y="4001685"/>
            <a:ext cx="1434302" cy="670391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5" name="S15-cell486"/>
          <p:cNvSpPr/>
          <p:nvPr/>
        </p:nvSpPr>
        <p:spPr>
          <a:xfrm>
            <a:off x="7337407" y="4001685"/>
            <a:ext cx="1434302" cy="670391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6" name="S15-cell487"/>
          <p:cNvSpPr/>
          <p:nvPr/>
        </p:nvSpPr>
        <p:spPr>
          <a:xfrm>
            <a:off x="8771709" y="4001685"/>
            <a:ext cx="1434302" cy="670391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7" name="S15-cell488"/>
          <p:cNvSpPr/>
          <p:nvPr/>
        </p:nvSpPr>
        <p:spPr>
          <a:xfrm>
            <a:off x="10206010" y="4001685"/>
            <a:ext cx="1434302" cy="670391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8" name="S15-figure489" descr="똑같이 7칸으로 나눈 띠, 5칸 색칠"/>
          <p:cNvSpPr/>
          <p:nvPr/>
        </p:nvSpPr>
        <p:spPr>
          <a:xfrm>
            <a:off x="1600200" y="4001685"/>
            <a:ext cx="10040112" cy="670391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초5 수학 분모가 다른 분수의 덧셈</dc:title>
  <dc:subject>KR22-G05-MAT-FRAC-ADD-L01</dc:subject>
  <dc:creator>education-ppt</dc:creator>
  <cp:lastModifiedBy>education-ppt</cp:lastModifiedBy>
  <cp:revision>1</cp:revision>
  <dcterms:created xsi:type="dcterms:W3CDTF">2026-10-26T08:29:51Z</dcterms:created>
  <dcterms:modified xsi:type="dcterms:W3CDTF">2026-10-26T08:29:51Z</dcterms:modified>
</cp:coreProperties>
</file>