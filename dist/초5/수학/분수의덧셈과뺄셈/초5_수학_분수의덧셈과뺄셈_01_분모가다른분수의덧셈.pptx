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13a2566f-0575-0e52-1827-877f6319a239}">
          <p14:sldIdLst>
            <p14:sldId id="256"/>
            <p14:sldId id="257"/>
          </p14:sldIdLst>
        </p14:section>
        <p14:section name="개념" id="{8f0f1096-31a1-ea47-f2bf-51013eb63cd6}">
          <p14:sldIdLst>
            <p14:sldId id="258"/>
            <p14:sldId id="259"/>
            <p14:sldId id="261"/>
            <p14:sldId id="263"/>
            <p14:sldId id="264"/>
          </p14:sldIdLst>
        </p14:section>
        <p14:section name="연습" id="{c32c610d-011f-1ddc-3075-6b9da83b74a8}">
          <p14:sldIdLst>
            <p14:sldId id="260"/>
            <p14:sldId id="262"/>
            <p14:sldId id="265"/>
          </p14:sldIdLst>
        </p14:section>
        <p14:section name="개념" id="{517fb044-81f1-6a75-02fd-ca2b902e4edd}">
          <p14:sldIdLst/>
        </p14:section>
        <p14:section name="연습" id="{958a2027-aece-f44c-049d-2190d8109526}">
          <p14:sldIdLst/>
        </p14:section>
        <p14:section name="개념" id="{5692b414-4139-5ee2-1533-cecf36142bf4}">
          <p14:sldIdLst/>
        </p14:section>
        <p14:section name="연습" id="{e149253d-d10a-36c2-99f7-5b6ca1306aae}">
          <p14:sldIdLst/>
        </p14:section>
        <p14:section name="확인" id="{648c0efb-6e20-e190-ff1f-f3c3ff7eb510}">
          <p14:sldIdLst>
            <p14:sldId id="266"/>
            <p14:sldId id="267"/>
            <p14:sldId id="268"/>
          </p14:sldIdLst>
        </p14:section>
        <p14:section name="정리" id="{098b12a1-3819-87e0-15c5-3bcc412d642d}">
          <p14:sldIdLst>
            <p14:sldId id="269"/>
          </p14:sldIdLst>
        </p14:section>
        <p14:section name="보충" id="{1f52d18e-91cd-7e6a-37a1-3261cb12da9d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분모가 같은 분수의 덧셈(초4)과 통분(지난 시간)을 이어, 분모가 다른 분수를 어떻게 더할지 궁금하게 합니다.
시간: 약 2분
이렇게 말해 보세요
- “분모가 같을 때는 분자끼리 더했지? 2분의 1과 3분의 1처럼 분모가 다르면 어떻게 더할까? 먼저 예상해 볼래?”
예상 답
- “5분의 2요.” “통분해요.” “모르겠어요.”
막히면
- 답을 확인하지 않고 넘어갑니다. S03과 S07에서 같은 문제를 다시 봅니다.
주의
- 아이가 ‘5분의 2’라고 하면 적어 두었다가 S07에서 다시 이야기합니다. 종이 띠와 색연필을 준비합니다.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확인(분모가 같은 분수의 덧셈, 통분, 대분수)]
목적: 오늘 덧셈에 필요한 분모가 같은 분수의 덧셈, 통분, 가분수를 대분수로 바꾸기를 기억하는지 확인합니다.
시간: 약 3분
이렇게 말해 보세요
- “①은 분모가 같아. 어떻게 더했지?”
- “②는 4와 6의 최소공배수 12로 통분해 볼래?”
- “③은 12분의 13을 대분수로 바꾸면?”
정답
- ① 7분의 5
- ② 12분의 9, 12분의 2
- ③ 1과 12분의 1
막히면
- ①이 흔들리면 S15(보충)를 먼저 합니다. 보충으로도 어려우면 초4 ‘분모가 같은 분수의 덧셈’(KR22-G04-MAT-FRACADD-L01)을 먼저 합니다.
- ②가 흔들리면 ‘통분과 크기 비교’(KR22-G05-MAT-FRAC-COMMON-L01)를, ③이 흔들리면 초3 ‘진분수·가분수·대분수’(KR22-G03-MAT-MIXED-L01)를 다시 봅니다.
주의
- 오늘은 ②의 통분 → ①의 분자끼리 더하기 → ③의 대분수로 나타내기를 차례로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띠 그림으로 분모가 다른 분수 더하기]
목적: 통분하면 같은 크기의 칸(6분의 1)이 되어 칸 수를 더할 수 있다는 것을 띠 그림으로 봅니다.
시간: 약 3분
이렇게 말해 보세요
- “2분의 1과 3분의 1은 한 칸의 크기가 달라서 바로 셀 수 없어. 둘 다 6칸으로 나누면?”
- “첫째 띠의 3칸 뒤에 둘째 띠의 2칸을 이어 붙이면 모두 몇 칸이야?”
예상 답
- “6분의 3과 6분의 2요.” “5칸, 6분의 5예요.”
막히면
- 종이 띠를 6칸으로 접어 3칸을 한 색, 이어서 2칸을 다른 색으로 칠해 봅니다.
주의
- 둘째 띠는 첫째 띠의 색칠이 끝난 곳부터 칠해 ‘이어 더하기’를 보여 줍니다. 색칠한 칸은 2칸으로 6분의 2입니다.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분모의 곱·최소공배수로 통분하여 더하기]
목적: 분모의 곱으로 통분해도, 최소공배수로 통분해도 같은 답이 나오며, 답은 기약분수로 나타낸다는 것을 비교합니다.
시간: 약 3분
이렇게 말해 보세요
- “왼쪽은 4 × 6 = 24로 통분해서 더했어. 24분의 10은 더 약분할 수 있을까?”
- “오른쪽은 최소공배수 12로 통분했어. 두 답은 같아?”
예상 답
- “2로 약분하면 12분의 5예요.” “같아요. 오른쪽이 수가 작아서 편해요.”
막히면
- 24분의 10을 약분할 때 10과 24의 최대공약수(2)를 함께 찾습니다.
주의
- 24분의 10도 크기로는 맞는 답입니다. 교과서처럼 마지막에는 기약분수(12분의 5)로 나타내게 합니다(M3).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안내받는 연습(진분수의 덧셈, 받아올림 없음)]
목적: 도움을 받으며 통분하여 더하고, 답을 기약분수로 나타냅니다.
시간: 약 3분
이렇게 말해 보세요
- “①은 공통분모 15로 통분해. 3분의 1과 5분의 2는 각각 15분의 몇이야?”
- “②는 8이 4의 배수라서 4분의 1만 바꾸면 돼.”
- “③은 더한 다음 약분할 수 있는지 봐.”
정답
- ① 15분의 5 + 15분의 6 = 15분의 11
- ② 8분의 3 + 8분의 2 = 8분의 5
- ③ 6분의 4 = 3분의 2
막히면
- 통분이 막히면 S02 ②처럼 통분만 먼저 따로 써 보게 합니다.
주의
- ③을 6분의 4에서 멈추면 크기는 맞지만 기약분수가 아닙니다. 4와 6의 공약수 2로 약분하게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합이 1보다 큰 진분수의 덧셈]
목적: 진분수끼리 더한 값이 1보다 크면 가분수를 대분수로 나타낸다는 것을 보여 줍니다.
시간: 약 3분
이렇게 말해 보세요
- “6분의 5와 4분의 3을 12로 통분하면? 분자끼리 더하면?”
- “12분의 19에는 12분의 12, 곧 1이 들어 있어. 남는 것은?”
예상 답
- “12분의 10과 12분의 9요.” “12분의 19요.” “1과 12분의 7이에요.”
막히면
- 오른쪽 띠처럼 12칸 띠 하나를 꽉 채우고(12칸) 남은 7칸을 다음 띠에 칠해 봅니다.
주의
- 12분의 19도 크기는 맞는 답이지만, 교과서는 1보다 큰 답을 대분수로 나타냅니다(M3).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오개념 비교(분자끼리, 분모끼리 더하기)]
목적: 분자끼리, 분모끼리 더하는 실수(M1)를 찾고, 더한 값이 더하는 수보다 작아질 수 없다는 것으로 반박합니다.
시간: 약 3분
이렇게 말해 보세요
- “2분의 1에 무언가를 더했는데 답이 2분의 1보다 작아질 수 있을까?”
- “5분의 2는 2분의 1보다 커, 작아? S03의 띠를 떠올려 봐.”
예상 답
- “작아질 수 없어요.” “5분의 2는 2분의 1보다 작아요. 곰이 맞아요.”
정답
- 곰이 맞습니다. 2분의 1 + 3분의 1 = 6분의 3 + 6분의 2 = 6분의 5.
- 토끼의 5분의 2는 2분의 1보다 작으므로 답이 될 수 없습니다. 한 칸의 크기(분모)가 다르면 칸 수를 그냥 더할 수 없습니다.
막히면
- 종이 띠로 2분의 1과 5분의 2를 나란히 놓고 비교해 봅니다.
주의
- S01에서 ‘5분의 2’라고 예상했다면 여기서 다시 봅니다.
- 여기까지가 목표 ①입니다. 지치면 여기서 쉬고, 다음에 S08부터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대분수의 덧셈(받아올림 없음)]
목적: 대분수의 덧셈은 분수 부분을 통분한 뒤 자연수끼리, 분수끼리 더한다는 것을 보여 줍니다.
시간: 약 3분
이렇게 말해 보세요
- “3분의 2와 4분의 1을 12로 통분하면 1과 12분의 8, 2와 12분의 3이 돼.”
- “자연수끼리 1 + 2는? 분수끼리 12분의 8 + 12분의 3은?”
- “11과 12의 공약수는 1뿐이니 더 약분할 수 없어.”
예상 답
- “3이요.” “12분의 11이요.” “3과 12분의 11이에요.”
막히면
- 자연수 부분을 손으로 가리고 분수 부분만 먼저 더해 본 뒤, 자연수 부분을 더합니다.
주의
- 대분수를 가분수로 바꾸어 더하는 방법(3분의 5 + 4분의 9 = 12분의 20 + 12분의 27 = 12분의 47 = 3과 12분의 11)도 있습니다. 수가 커지므로 오늘은 자연수끼리·분수끼리 더하는 방법을 중심으로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대분수의 덧셈(받아올림 있음)]
목적: 분수 부분의 합이 1 이상이면 1을 자연수로 받아올린다는 것을 보여 줍니다.
시간: 약 3분
이렇게 말해 보세요
- “통분해서 자연수끼리, 분수끼리 더하면 3과 12분의 19야. 12분의 19 안에 1이 들어 있지?”
- “12분의 12를 1로 바꾸어 자연수 3에 더하면? 남는 분수는?”
예상 답
- “4와 12분의 7이에요.”
막히면
- S06의 띠 그림(12칸 꽉 찬 띠와 7칸)을 다시 보여 줍니다.
주의
- 3과 12분의 19로 멈추거나, 1을 올리지 않고 3과 12분의 7로 쓰는 실수가 흔합니다(M4).
- 가분수로 바꾸어 더해도 됩니다: 4분의 11 + 6분의 11 = 12분의 33 + 12분의 22 = 12분의 55 = 4와 12분의 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안내받는 연습(대분수의 덧셈)]
목적: 도움을 받으며 대분수의 덧셈(받아올림 없음·있음)을 합니다.
시간: 약 3분
이렇게 말해 보세요
- “①은 분수 부분을 6으로 통분해 볼까?”
- “②는 10이 5의 배수야. 5분의 2는 10분의 몇?”
- “③은 분수끼리 더하면 1이 넘어. 어떻게 하지?”
정답
- ① 3과 6분의 5 (1과 6분의 3 + 2와 6분의 2)
- ② 3과 10분의 7 (2와 10분의 4 + 1과 10분의 3)
- ③ 4와 12분의 5 (1과 12분의 9 + 2와 12분의 8 = 3과 12분의 17)
막히면
- 공책에 통분한 식을 먼저 쓰게 하고, 자연수와 분수를 다른 색으로 동그라미 치게 합니다.
주의
- ③을 3과 12분의 17로 쓰면 받아올림을 하지 않은 것입니다(M4).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해결]
목적: 도움 없이 진분수끼리(①②③, 목표 ①), 대분수끼리(④, 목표 ②) 덧셈을 하고 답을 알맞게 나타내는지 확인합니다.
시간: 약 5분
이렇게 말해 보세요
- “이번에는 혼자 해 볼래? 다 하면 공통분모를 무엇으로 했는지 말해 줘.”
정답
- ① 15분의 13 (15분의 10 + 15분의 3)
- ② 15분의 7 (30분의 9 + 30분의 5 = 30분의 14 → 약분)
- ③ 1과 8분의 3 (8분의 7 + 8분의 4 = 8분의 11)
- ④ 4와 18분의 5 (2와 18분의 15 + 1과 18분의 8 = 3과 18분의 23)
막히면
- 바로 알려 주지 말고 “공통분모를 무엇으로 할까?”라고만 묻습니다.
- 도움을 받아 해결했다면 기록표에 ‘도움’으로 표시합니다.
주의
- ②를 분모의 곱 60으로 통분했다면 60분의 28 = 15분의 7까지 약분하면 정답입니다.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함께 확인하고 흔한 실수를 바로잡습니다. 수업용에만 있는 장입니다.
시간: 약 2분
이렇게 말해 보세요
- “네 답과 같은지 볼까? 크기는 같은데 모양이 다르면 약분이나 받아올림을 했는지 보자.”
정답
- ① 15분의 13 ② 15분의 7 ③ 1과 8분의 3 ④ 4와 18분의 5
막히면
- 분모끼리 더했으면 S07로(M1), 약분하지 않았으면 S04로, 받아올리지 않았으면 S09로(M4) 돌아갑니다.
주의
- 30분의 14, 8분의 11, 3과 18분의 23는 크기로는 맞는 답입니다. ‘계산은 맞았고 나타내기만 남았다’고 말해 주고 기약분수·대분수로 고쳐 쓰게 합니다.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확인(어림으로 답 판단하기)]
목적: 처음 보는 덧셈의 답을 계산과 어림(1보다 큰지)으로 판단하는지 확인합니다.
시간: 약 2분
이렇게 말해 보세요
- “4분의 3과 3분의 2는 각각 2분의 1보다 커, 작아? 그러면 둘을 더하면 1보다 클까?”
- “계산해서 확인해 볼래?”
정답
- 나(1과 12분의 5). 12분의 9 + 12분의 8 = 12분의 17 = 1과 12분의 5. 두 분수가 모두 2분의 1보다 크므로 합은 1보다 큽니다.
- 가(7분의 5)는 분자끼리·분모끼리 더한 답(M1), 다(12분의 5)는 대분수로 바꿀 때 자연수 1을 빠뜨린 답으로, 둘 다 1보다 작습니다.
막히면
- 4분의 3과 3분의 2를 띠로 그려 이어 붙이면 띠 하나를 넘는다는 것을 봅니다.
주의
- 계산과 ‘1보다 크다’는 까닭을 함께 말하면 목표 ① 확인 완료입니다.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정리와 다음 수업 복습]
목적: 핵심을 정리하고 다음 수업 첫 5분에 풀 복습 문제를 알려 줍니다.
시간: 약 2분
이렇게 말해 보세요
- “분모가 다른 분수를 더할 때 먼저 무엇을 했어? 분수끼리 더해서 1이 넘으면?”
예상 답
- “통분해요.” “1을 자연수로 받아올려요.”
정답
- ① 12분의 11
- ② 1과 6분의 1 (6분의 7)
- ③ 4와 10분의 3 (3과 10분의 13에서 받아올림)
막히면
- S04와 S09를 다시 보여 줍니다.
주의
- 복습 세 문제는 다음 수업을 시작할 때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보충(분모가 같은 분수의 덧셈)]
목적: S02 ①이 흔들리면, 분모가 같은 분수의 덧셈(단위분수의 개수 세기)부터 다시 익힙니다.
시간: 약 5분
이렇게 말해 보세요
- “7분의 1이 2개인 것과 3개인 것을 이어 붙이면 7분의 1이 몇 개야?”
- “분모는 왜 그대로일까?”
정답
- 7분의 5
- 분모는 ‘몇 칸으로 나누었는지’라서 더해도 바뀌지 않습니다.
막히면
- 종이 띠를 7칸으로 접기 어려우면 공책에 7칸 띠를 그려 색칠합니다.
주의
- 보충으로도 어려우면 초4 ‘분모가 같은 분수의 덧셈’(KR22-G04-MAT-FRACADD-L01)을 먼저 하고, 통분이 흔들리면 ‘통분과 크기 비교’(KR22-G05-MAT-FRAC-COMMON-L01)를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분수의덧셈과뺄셈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분모가 다른 분수의 덧셈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분모가 다른 분수의 덧셈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수학 · 분모가 다른 분수의 덧셈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분모가 다른 분수의 덧셈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2분의 1과 3분의 1을 더하면 얼마일까?</a:t>
            </a:r>
            <a:endParaRPr lang="ko-KR" sz="2800" dirty="0"/>
          </a:p>
        </p:txBody>
      </p:sp>
      <p:sp>
        <p:nvSpPr>
          <p:cNvPr id="4" name="S01-num1"/>
          <p:cNvSpPr txBox="1"/>
          <p:nvPr/>
        </p:nvSpPr>
        <p:spPr>
          <a:xfrm>
            <a:off x="8034528" y="1467104"/>
            <a:ext cx="643128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4000" dirty="0"/>
          </a:p>
        </p:txBody>
      </p:sp>
      <p:sp>
        <p:nvSpPr>
          <p:cNvPr id="5" name="S01-fracbar2"/>
          <p:cNvSpPr/>
          <p:nvPr/>
        </p:nvSpPr>
        <p:spPr>
          <a:xfrm>
            <a:off x="8071104" y="2103120"/>
            <a:ext cx="569976" cy="0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</p:sp>
      <p:sp>
        <p:nvSpPr>
          <p:cNvPr id="6" name="S01-num3"/>
          <p:cNvSpPr txBox="1"/>
          <p:nvPr/>
        </p:nvSpPr>
        <p:spPr>
          <a:xfrm>
            <a:off x="8034528" y="2139696"/>
            <a:ext cx="643128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4000" dirty="0"/>
          </a:p>
        </p:txBody>
      </p:sp>
      <p:sp>
        <p:nvSpPr>
          <p:cNvPr id="7" name="S01-op4"/>
          <p:cNvSpPr txBox="1"/>
          <p:nvPr/>
        </p:nvSpPr>
        <p:spPr>
          <a:xfrm>
            <a:off x="8787384" y="1467104"/>
            <a:ext cx="469392" cy="127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4000" dirty="0"/>
          </a:p>
        </p:txBody>
      </p:sp>
      <p:sp>
        <p:nvSpPr>
          <p:cNvPr id="8" name="S01-num5"/>
          <p:cNvSpPr txBox="1"/>
          <p:nvPr/>
        </p:nvSpPr>
        <p:spPr>
          <a:xfrm>
            <a:off x="9366504" y="1467104"/>
            <a:ext cx="643128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4000" dirty="0"/>
          </a:p>
        </p:txBody>
      </p:sp>
      <p:sp>
        <p:nvSpPr>
          <p:cNvPr id="9" name="S01-fracbar6"/>
          <p:cNvSpPr/>
          <p:nvPr/>
        </p:nvSpPr>
        <p:spPr>
          <a:xfrm>
            <a:off x="9403080" y="2103120"/>
            <a:ext cx="569976" cy="0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</p:sp>
      <p:sp>
        <p:nvSpPr>
          <p:cNvPr id="10" name="S01-num7"/>
          <p:cNvSpPr txBox="1"/>
          <p:nvPr/>
        </p:nvSpPr>
        <p:spPr>
          <a:xfrm>
            <a:off x="9366504" y="2139696"/>
            <a:ext cx="643128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4000" dirty="0"/>
          </a:p>
        </p:txBody>
      </p:sp>
      <p:sp>
        <p:nvSpPr>
          <p:cNvPr id="11" name="S01-op8"/>
          <p:cNvSpPr txBox="1"/>
          <p:nvPr/>
        </p:nvSpPr>
        <p:spPr>
          <a:xfrm>
            <a:off x="10119360" y="1467104"/>
            <a:ext cx="469392" cy="127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4000" dirty="0"/>
          </a:p>
        </p:txBody>
      </p:sp>
      <p:sp>
        <p:nvSpPr>
          <p:cNvPr id="12" name="S01-op9"/>
          <p:cNvSpPr txBox="1"/>
          <p:nvPr/>
        </p:nvSpPr>
        <p:spPr>
          <a:xfrm>
            <a:off x="10698480" y="1467104"/>
            <a:ext cx="560832" cy="127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4000" dirty="0"/>
          </a:p>
        </p:txBody>
      </p:sp>
      <p:sp>
        <p:nvSpPr>
          <p:cNvPr id="13" name="S01-card10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4" name="S01-cardtext11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통분해서 분모가 다른 분수를 더해요.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대분수끼리 더하고 받아올림해요.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text1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□를 채워요. ②는 통분이에요.</a:t>
            </a:r>
            <a:endParaRPr lang="ko-KR" sz="2800" dirty="0"/>
          </a:p>
        </p:txBody>
      </p:sp>
      <p:sp>
        <p:nvSpPr>
          <p:cNvPr id="4" name="S02-chip13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num14"/>
          <p:cNvSpPr txBox="1"/>
          <p:nvPr/>
        </p:nvSpPr>
        <p:spPr>
          <a:xfrm>
            <a:off x="1344168" y="21356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6" name="S02-fracbar15"/>
          <p:cNvSpPr/>
          <p:nvPr/>
        </p:nvSpPr>
        <p:spPr>
          <a:xfrm>
            <a:off x="1380744" y="2651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02-num16"/>
          <p:cNvSpPr txBox="1"/>
          <p:nvPr/>
        </p:nvSpPr>
        <p:spPr>
          <a:xfrm>
            <a:off x="1344168" y="26883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200" dirty="0"/>
          </a:p>
        </p:txBody>
      </p:sp>
      <p:sp>
        <p:nvSpPr>
          <p:cNvPr id="8" name="S02-op17"/>
          <p:cNvSpPr txBox="1"/>
          <p:nvPr/>
        </p:nvSpPr>
        <p:spPr>
          <a:xfrm>
            <a:off x="1990344" y="213563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3200" dirty="0"/>
          </a:p>
        </p:txBody>
      </p:sp>
      <p:sp>
        <p:nvSpPr>
          <p:cNvPr id="9" name="S02-num18"/>
          <p:cNvSpPr txBox="1"/>
          <p:nvPr/>
        </p:nvSpPr>
        <p:spPr>
          <a:xfrm>
            <a:off x="2526792" y="21356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0" name="S02-fracbar19"/>
          <p:cNvSpPr/>
          <p:nvPr/>
        </p:nvSpPr>
        <p:spPr>
          <a:xfrm>
            <a:off x="2563368" y="2651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02-num20"/>
          <p:cNvSpPr txBox="1"/>
          <p:nvPr/>
        </p:nvSpPr>
        <p:spPr>
          <a:xfrm>
            <a:off x="2526792" y="26883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200" dirty="0"/>
          </a:p>
        </p:txBody>
      </p:sp>
      <p:sp>
        <p:nvSpPr>
          <p:cNvPr id="12" name="S02-op21"/>
          <p:cNvSpPr txBox="1"/>
          <p:nvPr/>
        </p:nvSpPr>
        <p:spPr>
          <a:xfrm>
            <a:off x="3172968" y="213563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3" name="S02-blank22"/>
          <p:cNvSpPr/>
          <p:nvPr/>
        </p:nvSpPr>
        <p:spPr>
          <a:xfrm>
            <a:off x="3800206" y="219797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4" name="S02-fracbar23"/>
          <p:cNvSpPr/>
          <p:nvPr/>
        </p:nvSpPr>
        <p:spPr>
          <a:xfrm>
            <a:off x="3745992" y="2651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5" name="S02-num24"/>
          <p:cNvSpPr txBox="1"/>
          <p:nvPr/>
        </p:nvSpPr>
        <p:spPr>
          <a:xfrm>
            <a:off x="3709416" y="26883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200" dirty="0"/>
          </a:p>
        </p:txBody>
      </p:sp>
      <p:sp>
        <p:nvSpPr>
          <p:cNvPr id="16" name="S02-chip25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7" name="S02-num26"/>
          <p:cNvSpPr txBox="1"/>
          <p:nvPr/>
        </p:nvSpPr>
        <p:spPr>
          <a:xfrm>
            <a:off x="1344168" y="35986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8" name="S02-fracbar27"/>
          <p:cNvSpPr/>
          <p:nvPr/>
        </p:nvSpPr>
        <p:spPr>
          <a:xfrm>
            <a:off x="1380744" y="41148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" name="S02-num28"/>
          <p:cNvSpPr txBox="1"/>
          <p:nvPr/>
        </p:nvSpPr>
        <p:spPr>
          <a:xfrm>
            <a:off x="1344168" y="41513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20" name="S02-op29"/>
          <p:cNvSpPr txBox="1"/>
          <p:nvPr/>
        </p:nvSpPr>
        <p:spPr>
          <a:xfrm>
            <a:off x="1990344" y="3598672"/>
            <a:ext cx="499872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endParaRPr lang="ko-KR" sz="3200" dirty="0"/>
          </a:p>
        </p:txBody>
      </p:sp>
      <p:sp>
        <p:nvSpPr>
          <p:cNvPr id="21" name="S02-num30"/>
          <p:cNvSpPr txBox="1"/>
          <p:nvPr/>
        </p:nvSpPr>
        <p:spPr>
          <a:xfrm>
            <a:off x="2599944" y="35986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22" name="S02-fracbar31"/>
          <p:cNvSpPr/>
          <p:nvPr/>
        </p:nvSpPr>
        <p:spPr>
          <a:xfrm>
            <a:off x="2636520" y="41148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3" name="S02-num32"/>
          <p:cNvSpPr txBox="1"/>
          <p:nvPr/>
        </p:nvSpPr>
        <p:spPr>
          <a:xfrm>
            <a:off x="2599944" y="41513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24" name="S02-op33"/>
          <p:cNvSpPr txBox="1"/>
          <p:nvPr/>
        </p:nvSpPr>
        <p:spPr>
          <a:xfrm>
            <a:off x="3246120" y="359867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ko-KR" sz="3200" dirty="0"/>
          </a:p>
        </p:txBody>
      </p:sp>
      <p:sp>
        <p:nvSpPr>
          <p:cNvPr id="25" name="S02-blank34"/>
          <p:cNvSpPr/>
          <p:nvPr/>
        </p:nvSpPr>
        <p:spPr>
          <a:xfrm>
            <a:off x="4150726" y="366101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6" name="S02-fracbar35"/>
          <p:cNvSpPr/>
          <p:nvPr/>
        </p:nvSpPr>
        <p:spPr>
          <a:xfrm>
            <a:off x="4046728" y="411480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" name="S02-num36"/>
          <p:cNvSpPr txBox="1"/>
          <p:nvPr/>
        </p:nvSpPr>
        <p:spPr>
          <a:xfrm>
            <a:off x="4010152" y="415137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3200" dirty="0"/>
          </a:p>
        </p:txBody>
      </p:sp>
      <p:sp>
        <p:nvSpPr>
          <p:cNvPr id="28" name="S02-op37"/>
          <p:cNvSpPr txBox="1"/>
          <p:nvPr/>
        </p:nvSpPr>
        <p:spPr>
          <a:xfrm>
            <a:off x="4755896" y="3598672"/>
            <a:ext cx="499872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endParaRPr lang="ko-KR" sz="3200" dirty="0"/>
          </a:p>
        </p:txBody>
      </p:sp>
      <p:sp>
        <p:nvSpPr>
          <p:cNvPr id="29" name="S02-blank38"/>
          <p:cNvSpPr/>
          <p:nvPr/>
        </p:nvSpPr>
        <p:spPr>
          <a:xfrm>
            <a:off x="5506070" y="366101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0" name="S02-fracbar39"/>
          <p:cNvSpPr/>
          <p:nvPr/>
        </p:nvSpPr>
        <p:spPr>
          <a:xfrm>
            <a:off x="5402072" y="411480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1" name="S02-num40"/>
          <p:cNvSpPr txBox="1"/>
          <p:nvPr/>
        </p:nvSpPr>
        <p:spPr>
          <a:xfrm>
            <a:off x="5365496" y="415137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3200" dirty="0"/>
          </a:p>
        </p:txBody>
      </p:sp>
      <p:sp>
        <p:nvSpPr>
          <p:cNvPr id="32" name="S02-chip41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33" name="S02-num42"/>
          <p:cNvSpPr txBox="1"/>
          <p:nvPr/>
        </p:nvSpPr>
        <p:spPr>
          <a:xfrm>
            <a:off x="1344168" y="506171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ko-KR" sz="3200" dirty="0"/>
          </a:p>
        </p:txBody>
      </p:sp>
      <p:sp>
        <p:nvSpPr>
          <p:cNvPr id="34" name="S02-fracbar43"/>
          <p:cNvSpPr/>
          <p:nvPr/>
        </p:nvSpPr>
        <p:spPr>
          <a:xfrm>
            <a:off x="1380744" y="557784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5" name="S02-num44"/>
          <p:cNvSpPr txBox="1"/>
          <p:nvPr/>
        </p:nvSpPr>
        <p:spPr>
          <a:xfrm>
            <a:off x="1344168" y="561441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3200" dirty="0"/>
          </a:p>
        </p:txBody>
      </p:sp>
      <p:sp>
        <p:nvSpPr>
          <p:cNvPr id="36" name="S02-op45"/>
          <p:cNvSpPr txBox="1"/>
          <p:nvPr/>
        </p:nvSpPr>
        <p:spPr>
          <a:xfrm>
            <a:off x="2089912" y="506171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37" name="S02-blank46"/>
          <p:cNvSpPr/>
          <p:nvPr/>
        </p:nvSpPr>
        <p:spPr>
          <a:xfrm>
            <a:off x="2626360" y="5400406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8" name="S02-blank47"/>
          <p:cNvSpPr/>
          <p:nvPr/>
        </p:nvSpPr>
        <p:spPr>
          <a:xfrm>
            <a:off x="3194954" y="512405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9" name="S02-fracbar48"/>
          <p:cNvSpPr/>
          <p:nvPr/>
        </p:nvSpPr>
        <p:spPr>
          <a:xfrm>
            <a:off x="3090956" y="557784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0" name="S02-num49"/>
          <p:cNvSpPr txBox="1"/>
          <p:nvPr/>
        </p:nvSpPr>
        <p:spPr>
          <a:xfrm>
            <a:off x="3054380" y="561441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그림으로 더해요</a:t>
            </a:r>
            <a:endParaRPr lang="ko-KR" sz="4000" dirty="0"/>
          </a:p>
        </p:txBody>
      </p:sp>
      <p:sp>
        <p:nvSpPr>
          <p:cNvPr id="3" name="S03-text5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2분의 1 = 6분의 3, 3분의 1 = 6분의 2예요.</a:t>
            </a:r>
            <a:endParaRPr lang="ko-KR" sz="2800" dirty="0"/>
          </a:p>
        </p:txBody>
      </p:sp>
      <p:sp>
        <p:nvSpPr>
          <p:cNvPr id="4" name="S03-card51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52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2분의 1 + 3분의 1 = 6분의 5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6분의 1이 3개 + 2개 = 5개</a:t>
            </a:r>
            <a:endParaRPr lang="ko-KR" sz="2800" dirty="0"/>
          </a:p>
        </p:txBody>
      </p:sp>
      <p:sp>
        <p:nvSpPr>
          <p:cNvPr id="6" name="S03-num53"/>
          <p:cNvSpPr txBox="1"/>
          <p:nvPr/>
        </p:nvSpPr>
        <p:spPr>
          <a:xfrm>
            <a:off x="784289" y="2072809"/>
            <a:ext cx="44310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500" dirty="0"/>
          </a:p>
        </p:txBody>
      </p:sp>
      <p:sp>
        <p:nvSpPr>
          <p:cNvPr id="7" name="S03-fracbar54"/>
          <p:cNvSpPr/>
          <p:nvPr/>
        </p:nvSpPr>
        <p:spPr>
          <a:xfrm>
            <a:off x="820865" y="2484035"/>
            <a:ext cx="369951" cy="0"/>
          </a:xfrm>
          <a:prstGeom prst="line">
            <a:avLst/>
          </a:prstGeom>
          <a:noFill/>
          <a:ln w="19844">
            <a:solidFill>
              <a:srgbClr val="1F2937"/>
            </a:solidFill>
            <a:prstDash val="solid"/>
          </a:ln>
        </p:spPr>
      </p:sp>
      <p:sp>
        <p:nvSpPr>
          <p:cNvPr id="8" name="S03-num55"/>
          <p:cNvSpPr txBox="1"/>
          <p:nvPr/>
        </p:nvSpPr>
        <p:spPr>
          <a:xfrm>
            <a:off x="784289" y="2520611"/>
            <a:ext cx="44310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500" dirty="0"/>
          </a:p>
        </p:txBody>
      </p:sp>
      <p:sp>
        <p:nvSpPr>
          <p:cNvPr id="9" name="S03-cell56"/>
          <p:cNvSpPr/>
          <p:nvPr/>
        </p:nvSpPr>
        <p:spPr>
          <a:xfrm>
            <a:off x="1600200" y="2148840"/>
            <a:ext cx="167335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3-cell57"/>
          <p:cNvSpPr/>
          <p:nvPr/>
        </p:nvSpPr>
        <p:spPr>
          <a:xfrm>
            <a:off x="3273552" y="2148840"/>
            <a:ext cx="167335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3-cell58"/>
          <p:cNvSpPr/>
          <p:nvPr/>
        </p:nvSpPr>
        <p:spPr>
          <a:xfrm>
            <a:off x="4946904" y="2148840"/>
            <a:ext cx="167335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3-cell59"/>
          <p:cNvSpPr/>
          <p:nvPr/>
        </p:nvSpPr>
        <p:spPr>
          <a:xfrm>
            <a:off x="6620256" y="2148840"/>
            <a:ext cx="167335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3-cell60"/>
          <p:cNvSpPr/>
          <p:nvPr/>
        </p:nvSpPr>
        <p:spPr>
          <a:xfrm>
            <a:off x="8293608" y="2148840"/>
            <a:ext cx="167335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3-cell61"/>
          <p:cNvSpPr/>
          <p:nvPr/>
        </p:nvSpPr>
        <p:spPr>
          <a:xfrm>
            <a:off x="9966960" y="2148840"/>
            <a:ext cx="167335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3-figure62" descr="똑같이 6칸으로 나눈 띠, 3칸 색칠"/>
          <p:cNvSpPr/>
          <p:nvPr/>
        </p:nvSpPr>
        <p:spPr>
          <a:xfrm>
            <a:off x="1600200" y="2148840"/>
            <a:ext cx="10040112" cy="670391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6" name="S03-num63"/>
          <p:cNvSpPr txBox="1"/>
          <p:nvPr/>
        </p:nvSpPr>
        <p:spPr>
          <a:xfrm>
            <a:off x="784289" y="2999232"/>
            <a:ext cx="44310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500" dirty="0"/>
          </a:p>
        </p:txBody>
      </p:sp>
      <p:sp>
        <p:nvSpPr>
          <p:cNvPr id="17" name="S03-fracbar64"/>
          <p:cNvSpPr/>
          <p:nvPr/>
        </p:nvSpPr>
        <p:spPr>
          <a:xfrm>
            <a:off x="820865" y="3410458"/>
            <a:ext cx="369951" cy="0"/>
          </a:xfrm>
          <a:prstGeom prst="line">
            <a:avLst/>
          </a:prstGeom>
          <a:noFill/>
          <a:ln w="19844">
            <a:solidFill>
              <a:srgbClr val="1F2937"/>
            </a:solidFill>
            <a:prstDash val="solid"/>
          </a:ln>
        </p:spPr>
      </p:sp>
      <p:sp>
        <p:nvSpPr>
          <p:cNvPr id="18" name="S03-num65"/>
          <p:cNvSpPr txBox="1"/>
          <p:nvPr/>
        </p:nvSpPr>
        <p:spPr>
          <a:xfrm>
            <a:off x="784289" y="3447034"/>
            <a:ext cx="44310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500" dirty="0"/>
          </a:p>
        </p:txBody>
      </p:sp>
      <p:sp>
        <p:nvSpPr>
          <p:cNvPr id="19" name="S03-cell66"/>
          <p:cNvSpPr/>
          <p:nvPr/>
        </p:nvSpPr>
        <p:spPr>
          <a:xfrm>
            <a:off x="1600200" y="3075263"/>
            <a:ext cx="167335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3-cell67"/>
          <p:cNvSpPr/>
          <p:nvPr/>
        </p:nvSpPr>
        <p:spPr>
          <a:xfrm>
            <a:off x="3273552" y="3075263"/>
            <a:ext cx="167335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3-cell68"/>
          <p:cNvSpPr/>
          <p:nvPr/>
        </p:nvSpPr>
        <p:spPr>
          <a:xfrm>
            <a:off x="4946904" y="3075263"/>
            <a:ext cx="167335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3-cell69"/>
          <p:cNvSpPr/>
          <p:nvPr/>
        </p:nvSpPr>
        <p:spPr>
          <a:xfrm>
            <a:off x="6620256" y="3075263"/>
            <a:ext cx="167335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3-cell70"/>
          <p:cNvSpPr/>
          <p:nvPr/>
        </p:nvSpPr>
        <p:spPr>
          <a:xfrm>
            <a:off x="8293608" y="3075263"/>
            <a:ext cx="167335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3-cell71"/>
          <p:cNvSpPr/>
          <p:nvPr/>
        </p:nvSpPr>
        <p:spPr>
          <a:xfrm>
            <a:off x="9966960" y="3075263"/>
            <a:ext cx="167335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3-figure72" descr="똑같이 6칸으로 나눈 띠, 2칸 색칠"/>
          <p:cNvSpPr/>
          <p:nvPr/>
        </p:nvSpPr>
        <p:spPr>
          <a:xfrm>
            <a:off x="1600200" y="3075263"/>
            <a:ext cx="10040112" cy="670391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6" name="S03-num73"/>
          <p:cNvSpPr txBox="1"/>
          <p:nvPr/>
        </p:nvSpPr>
        <p:spPr>
          <a:xfrm>
            <a:off x="784289" y="3925655"/>
            <a:ext cx="44310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500" dirty="0"/>
          </a:p>
        </p:txBody>
      </p:sp>
      <p:sp>
        <p:nvSpPr>
          <p:cNvPr id="27" name="S03-fracbar74"/>
          <p:cNvSpPr/>
          <p:nvPr/>
        </p:nvSpPr>
        <p:spPr>
          <a:xfrm>
            <a:off x="820865" y="4336881"/>
            <a:ext cx="369951" cy="0"/>
          </a:xfrm>
          <a:prstGeom prst="line">
            <a:avLst/>
          </a:prstGeom>
          <a:noFill/>
          <a:ln w="19844">
            <a:solidFill>
              <a:srgbClr val="1F2937"/>
            </a:solidFill>
            <a:prstDash val="solid"/>
          </a:ln>
        </p:spPr>
      </p:sp>
      <p:sp>
        <p:nvSpPr>
          <p:cNvPr id="28" name="S03-num75"/>
          <p:cNvSpPr txBox="1"/>
          <p:nvPr/>
        </p:nvSpPr>
        <p:spPr>
          <a:xfrm>
            <a:off x="784289" y="4373457"/>
            <a:ext cx="44310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500" dirty="0"/>
          </a:p>
        </p:txBody>
      </p:sp>
      <p:sp>
        <p:nvSpPr>
          <p:cNvPr id="29" name="S03-cell76"/>
          <p:cNvSpPr/>
          <p:nvPr/>
        </p:nvSpPr>
        <p:spPr>
          <a:xfrm>
            <a:off x="1600200" y="4001685"/>
            <a:ext cx="167335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3-cell77"/>
          <p:cNvSpPr/>
          <p:nvPr/>
        </p:nvSpPr>
        <p:spPr>
          <a:xfrm>
            <a:off x="3273552" y="4001685"/>
            <a:ext cx="167335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3-cell78"/>
          <p:cNvSpPr/>
          <p:nvPr/>
        </p:nvSpPr>
        <p:spPr>
          <a:xfrm>
            <a:off x="4946904" y="4001685"/>
            <a:ext cx="167335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3-cell79"/>
          <p:cNvSpPr/>
          <p:nvPr/>
        </p:nvSpPr>
        <p:spPr>
          <a:xfrm>
            <a:off x="6620256" y="4001685"/>
            <a:ext cx="167335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3-cell80"/>
          <p:cNvSpPr/>
          <p:nvPr/>
        </p:nvSpPr>
        <p:spPr>
          <a:xfrm>
            <a:off x="8293608" y="4001685"/>
            <a:ext cx="167335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3-cell81"/>
          <p:cNvSpPr/>
          <p:nvPr/>
        </p:nvSpPr>
        <p:spPr>
          <a:xfrm>
            <a:off x="9966960" y="4001685"/>
            <a:ext cx="167335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3-figure82" descr="똑같이 6칸으로 나눈 띠, 5칸 색칠"/>
          <p:cNvSpPr/>
          <p:nvPr/>
        </p:nvSpPr>
        <p:spPr>
          <a:xfrm>
            <a:off x="1600200" y="4001685"/>
            <a:ext cx="10040112" cy="670391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 방법으로 더해요</a:t>
            </a:r>
            <a:endParaRPr lang="ko-KR" sz="4000" dirty="0"/>
          </a:p>
        </p:txBody>
      </p:sp>
      <p:sp>
        <p:nvSpPr>
          <p:cNvPr id="3" name="S04-card8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8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 1 + 6분의 1을 계산했어요.</a:t>
            </a:r>
            <a:endParaRPr lang="ko-KR" sz="2800" dirty="0"/>
          </a:p>
        </p:txBody>
      </p:sp>
      <p:sp>
        <p:nvSpPr>
          <p:cNvPr id="5" name="S04-card8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4-cardtext8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답의 크기가 같나요? 어느 방법이 편할까요?</a:t>
            </a:r>
            <a:endParaRPr lang="ko-KR" sz="2800" dirty="0"/>
          </a:p>
        </p:txBody>
      </p:sp>
      <p:sp>
        <p:nvSpPr>
          <p:cNvPr id="7" name="S04-chip87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분모의 곱 24로</a:t>
            </a:r>
            <a:endParaRPr lang="ko-KR" sz="2200" dirty="0"/>
          </a:p>
        </p:txBody>
      </p:sp>
      <p:sp>
        <p:nvSpPr>
          <p:cNvPr id="8" name="S04-num88"/>
          <p:cNvSpPr txBox="1"/>
          <p:nvPr/>
        </p:nvSpPr>
        <p:spPr>
          <a:xfrm>
            <a:off x="1629918" y="3405378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9" name="S04-fracbar89"/>
          <p:cNvSpPr/>
          <p:nvPr/>
        </p:nvSpPr>
        <p:spPr>
          <a:xfrm>
            <a:off x="1666494" y="3921506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" name="S04-num90"/>
          <p:cNvSpPr txBox="1"/>
          <p:nvPr/>
        </p:nvSpPr>
        <p:spPr>
          <a:xfrm>
            <a:off x="1629918" y="395808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ko-KR" sz="3200" dirty="0"/>
          </a:p>
        </p:txBody>
      </p:sp>
      <p:sp>
        <p:nvSpPr>
          <p:cNvPr id="11" name="S04-op91"/>
          <p:cNvSpPr txBox="1"/>
          <p:nvPr/>
        </p:nvSpPr>
        <p:spPr>
          <a:xfrm>
            <a:off x="2375662" y="3405378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3200" dirty="0"/>
          </a:p>
        </p:txBody>
      </p:sp>
      <p:sp>
        <p:nvSpPr>
          <p:cNvPr id="12" name="S04-num92"/>
          <p:cNvSpPr txBox="1"/>
          <p:nvPr/>
        </p:nvSpPr>
        <p:spPr>
          <a:xfrm>
            <a:off x="2912110" y="3405378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13" name="S04-fracbar93"/>
          <p:cNvSpPr/>
          <p:nvPr/>
        </p:nvSpPr>
        <p:spPr>
          <a:xfrm>
            <a:off x="2948686" y="3921506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" name="S04-num94"/>
          <p:cNvSpPr txBox="1"/>
          <p:nvPr/>
        </p:nvSpPr>
        <p:spPr>
          <a:xfrm>
            <a:off x="2912110" y="395808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ko-KR" sz="3200" dirty="0"/>
          </a:p>
        </p:txBody>
      </p:sp>
      <p:sp>
        <p:nvSpPr>
          <p:cNvPr id="15" name="S04-op95"/>
          <p:cNvSpPr txBox="1"/>
          <p:nvPr/>
        </p:nvSpPr>
        <p:spPr>
          <a:xfrm>
            <a:off x="3657854" y="3405378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6" name="S04-num96"/>
          <p:cNvSpPr txBox="1"/>
          <p:nvPr/>
        </p:nvSpPr>
        <p:spPr>
          <a:xfrm>
            <a:off x="4194302" y="3405378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200" dirty="0"/>
          </a:p>
        </p:txBody>
      </p:sp>
      <p:sp>
        <p:nvSpPr>
          <p:cNvPr id="17" name="S04-fracbar97"/>
          <p:cNvSpPr/>
          <p:nvPr/>
        </p:nvSpPr>
        <p:spPr>
          <a:xfrm>
            <a:off x="4230878" y="3921506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" name="S04-num98"/>
          <p:cNvSpPr txBox="1"/>
          <p:nvPr/>
        </p:nvSpPr>
        <p:spPr>
          <a:xfrm>
            <a:off x="4194302" y="395808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ko-KR" sz="3200" dirty="0"/>
          </a:p>
        </p:txBody>
      </p:sp>
      <p:sp>
        <p:nvSpPr>
          <p:cNvPr id="19" name="S04-text99"/>
          <p:cNvSpPr txBox="1"/>
          <p:nvPr/>
        </p:nvSpPr>
        <p:spPr>
          <a:xfrm>
            <a:off x="548640" y="4688332"/>
            <a:ext cx="5362956" cy="432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24분의 10을 약분하면 12분의 5</a:t>
            </a:r>
            <a:endParaRPr lang="ko-KR" sz="2200" dirty="0"/>
          </a:p>
        </p:txBody>
      </p:sp>
      <p:sp>
        <p:nvSpPr>
          <p:cNvPr id="20" name="S04-chip100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최소공배수 12로</a:t>
            </a:r>
            <a:endParaRPr lang="ko-KR" sz="2200" dirty="0"/>
          </a:p>
        </p:txBody>
      </p:sp>
      <p:sp>
        <p:nvSpPr>
          <p:cNvPr id="21" name="S04-num101"/>
          <p:cNvSpPr txBox="1"/>
          <p:nvPr/>
        </p:nvSpPr>
        <p:spPr>
          <a:xfrm>
            <a:off x="7358634" y="3405378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22" name="S04-fracbar102"/>
          <p:cNvSpPr/>
          <p:nvPr/>
        </p:nvSpPr>
        <p:spPr>
          <a:xfrm>
            <a:off x="7395210" y="3921506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3" name="S04-num103"/>
          <p:cNvSpPr txBox="1"/>
          <p:nvPr/>
        </p:nvSpPr>
        <p:spPr>
          <a:xfrm>
            <a:off x="7358634" y="395808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3200" dirty="0"/>
          </a:p>
        </p:txBody>
      </p:sp>
      <p:sp>
        <p:nvSpPr>
          <p:cNvPr id="24" name="S04-op104"/>
          <p:cNvSpPr txBox="1"/>
          <p:nvPr/>
        </p:nvSpPr>
        <p:spPr>
          <a:xfrm>
            <a:off x="8104378" y="3405378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3200" dirty="0"/>
          </a:p>
        </p:txBody>
      </p:sp>
      <p:sp>
        <p:nvSpPr>
          <p:cNvPr id="25" name="S04-num105"/>
          <p:cNvSpPr txBox="1"/>
          <p:nvPr/>
        </p:nvSpPr>
        <p:spPr>
          <a:xfrm>
            <a:off x="8640826" y="3405378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26" name="S04-fracbar106"/>
          <p:cNvSpPr/>
          <p:nvPr/>
        </p:nvSpPr>
        <p:spPr>
          <a:xfrm>
            <a:off x="8677402" y="3921506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" name="S04-num107"/>
          <p:cNvSpPr txBox="1"/>
          <p:nvPr/>
        </p:nvSpPr>
        <p:spPr>
          <a:xfrm>
            <a:off x="8640826" y="395808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3200" dirty="0"/>
          </a:p>
        </p:txBody>
      </p:sp>
      <p:sp>
        <p:nvSpPr>
          <p:cNvPr id="28" name="S04-op108"/>
          <p:cNvSpPr txBox="1"/>
          <p:nvPr/>
        </p:nvSpPr>
        <p:spPr>
          <a:xfrm>
            <a:off x="9386570" y="3405378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9" name="S04-num109"/>
          <p:cNvSpPr txBox="1"/>
          <p:nvPr/>
        </p:nvSpPr>
        <p:spPr>
          <a:xfrm>
            <a:off x="9923018" y="3405378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30" name="S04-fracbar110"/>
          <p:cNvSpPr/>
          <p:nvPr/>
        </p:nvSpPr>
        <p:spPr>
          <a:xfrm>
            <a:off x="9959594" y="3921506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1" name="S04-num111"/>
          <p:cNvSpPr txBox="1"/>
          <p:nvPr/>
        </p:nvSpPr>
        <p:spPr>
          <a:xfrm>
            <a:off x="9923018" y="395808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3200" dirty="0"/>
          </a:p>
        </p:txBody>
      </p:sp>
      <p:sp>
        <p:nvSpPr>
          <p:cNvPr id="32" name="S04-text112"/>
          <p:cNvSpPr txBox="1"/>
          <p:nvPr/>
        </p:nvSpPr>
        <p:spPr>
          <a:xfrm>
            <a:off x="6277356" y="4688332"/>
            <a:ext cx="5362956" cy="432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기약분수예요.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통분해서 더해요</a:t>
            </a:r>
            <a:endParaRPr lang="ko-KR" sz="4000" dirty="0"/>
          </a:p>
        </p:txBody>
      </p:sp>
      <p:sp>
        <p:nvSpPr>
          <p:cNvPr id="3" name="S05-text11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□를 채워요. 답은 기약분수로 나타내요.</a:t>
            </a:r>
            <a:endParaRPr lang="ko-KR" sz="2800" dirty="0"/>
          </a:p>
        </p:txBody>
      </p:sp>
      <p:sp>
        <p:nvSpPr>
          <p:cNvPr id="4" name="S05-card11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11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최소공배수로 통분하면 수가 작아요.</a:t>
            </a:r>
            <a:endParaRPr lang="ko-KR" sz="2800" dirty="0"/>
          </a:p>
        </p:txBody>
      </p:sp>
      <p:sp>
        <p:nvSpPr>
          <p:cNvPr id="6" name="S05-chip116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5-num117"/>
          <p:cNvSpPr txBox="1"/>
          <p:nvPr/>
        </p:nvSpPr>
        <p:spPr>
          <a:xfrm>
            <a:off x="1344168" y="20126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8" name="S05-fracbar118"/>
          <p:cNvSpPr/>
          <p:nvPr/>
        </p:nvSpPr>
        <p:spPr>
          <a:xfrm>
            <a:off x="1380744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" name="S05-num119"/>
          <p:cNvSpPr txBox="1"/>
          <p:nvPr/>
        </p:nvSpPr>
        <p:spPr>
          <a:xfrm>
            <a:off x="1344168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10" name="S05-op120"/>
          <p:cNvSpPr txBox="1"/>
          <p:nvPr/>
        </p:nvSpPr>
        <p:spPr>
          <a:xfrm>
            <a:off x="1937004" y="201269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800" dirty="0"/>
          </a:p>
        </p:txBody>
      </p:sp>
      <p:sp>
        <p:nvSpPr>
          <p:cNvPr id="11" name="S05-num121"/>
          <p:cNvSpPr txBox="1"/>
          <p:nvPr/>
        </p:nvSpPr>
        <p:spPr>
          <a:xfrm>
            <a:off x="2452116" y="20126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12" name="S05-fracbar122"/>
          <p:cNvSpPr/>
          <p:nvPr/>
        </p:nvSpPr>
        <p:spPr>
          <a:xfrm>
            <a:off x="2488692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5-num123"/>
          <p:cNvSpPr txBox="1"/>
          <p:nvPr/>
        </p:nvSpPr>
        <p:spPr>
          <a:xfrm>
            <a:off x="2452116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14" name="S05-op124"/>
          <p:cNvSpPr txBox="1"/>
          <p:nvPr/>
        </p:nvSpPr>
        <p:spPr>
          <a:xfrm>
            <a:off x="3044952" y="201269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15" name="S05-blank125"/>
          <p:cNvSpPr/>
          <p:nvPr/>
        </p:nvSpPr>
        <p:spPr>
          <a:xfrm>
            <a:off x="3693353" y="206724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6" name="S05-fracbar126"/>
          <p:cNvSpPr/>
          <p:nvPr/>
        </p:nvSpPr>
        <p:spPr>
          <a:xfrm>
            <a:off x="3596640" y="246888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5-num127"/>
          <p:cNvSpPr txBox="1"/>
          <p:nvPr/>
        </p:nvSpPr>
        <p:spPr>
          <a:xfrm>
            <a:off x="3560064" y="250545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2800" dirty="0"/>
          </a:p>
        </p:txBody>
      </p:sp>
      <p:sp>
        <p:nvSpPr>
          <p:cNvPr id="18" name="S05-op128"/>
          <p:cNvSpPr txBox="1"/>
          <p:nvPr/>
        </p:nvSpPr>
        <p:spPr>
          <a:xfrm>
            <a:off x="4246880" y="201269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800" dirty="0"/>
          </a:p>
        </p:txBody>
      </p:sp>
      <p:sp>
        <p:nvSpPr>
          <p:cNvPr id="19" name="S05-blank129"/>
          <p:cNvSpPr/>
          <p:nvPr/>
        </p:nvSpPr>
        <p:spPr>
          <a:xfrm>
            <a:off x="4895281" y="206724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0" name="S05-fracbar130"/>
          <p:cNvSpPr/>
          <p:nvPr/>
        </p:nvSpPr>
        <p:spPr>
          <a:xfrm>
            <a:off x="4798568" y="246888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05-num131"/>
          <p:cNvSpPr txBox="1"/>
          <p:nvPr/>
        </p:nvSpPr>
        <p:spPr>
          <a:xfrm>
            <a:off x="4761992" y="250545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2800" dirty="0"/>
          </a:p>
        </p:txBody>
      </p:sp>
      <p:sp>
        <p:nvSpPr>
          <p:cNvPr id="22" name="S05-op132"/>
          <p:cNvSpPr txBox="1"/>
          <p:nvPr/>
        </p:nvSpPr>
        <p:spPr>
          <a:xfrm>
            <a:off x="5448808" y="201269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23" name="S05-blank133"/>
          <p:cNvSpPr/>
          <p:nvPr/>
        </p:nvSpPr>
        <p:spPr>
          <a:xfrm>
            <a:off x="6097209" y="206724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4" name="S05-fracbar134"/>
          <p:cNvSpPr/>
          <p:nvPr/>
        </p:nvSpPr>
        <p:spPr>
          <a:xfrm>
            <a:off x="6000496" y="246888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05-num135"/>
          <p:cNvSpPr txBox="1"/>
          <p:nvPr/>
        </p:nvSpPr>
        <p:spPr>
          <a:xfrm>
            <a:off x="5963920" y="250545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2800" dirty="0"/>
          </a:p>
        </p:txBody>
      </p:sp>
      <p:sp>
        <p:nvSpPr>
          <p:cNvPr id="26" name="S05-chip136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27" name="S05-num137"/>
          <p:cNvSpPr txBox="1"/>
          <p:nvPr/>
        </p:nvSpPr>
        <p:spPr>
          <a:xfrm>
            <a:off x="1344168" y="31099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28" name="S05-fracbar138"/>
          <p:cNvSpPr/>
          <p:nvPr/>
        </p:nvSpPr>
        <p:spPr>
          <a:xfrm>
            <a:off x="1380744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9" name="S05-num139"/>
          <p:cNvSpPr txBox="1"/>
          <p:nvPr/>
        </p:nvSpPr>
        <p:spPr>
          <a:xfrm>
            <a:off x="1344168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800" dirty="0"/>
          </a:p>
        </p:txBody>
      </p:sp>
      <p:sp>
        <p:nvSpPr>
          <p:cNvPr id="30" name="S05-op140"/>
          <p:cNvSpPr txBox="1"/>
          <p:nvPr/>
        </p:nvSpPr>
        <p:spPr>
          <a:xfrm>
            <a:off x="1937004" y="310997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800" dirty="0"/>
          </a:p>
        </p:txBody>
      </p:sp>
      <p:sp>
        <p:nvSpPr>
          <p:cNvPr id="31" name="S05-num141"/>
          <p:cNvSpPr txBox="1"/>
          <p:nvPr/>
        </p:nvSpPr>
        <p:spPr>
          <a:xfrm>
            <a:off x="2452116" y="31099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32" name="S05-fracbar142"/>
          <p:cNvSpPr/>
          <p:nvPr/>
        </p:nvSpPr>
        <p:spPr>
          <a:xfrm>
            <a:off x="2488692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3" name="S05-num143"/>
          <p:cNvSpPr txBox="1"/>
          <p:nvPr/>
        </p:nvSpPr>
        <p:spPr>
          <a:xfrm>
            <a:off x="2452116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34" name="S05-op144"/>
          <p:cNvSpPr txBox="1"/>
          <p:nvPr/>
        </p:nvSpPr>
        <p:spPr>
          <a:xfrm>
            <a:off x="3044952" y="310997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35" name="S05-num145"/>
          <p:cNvSpPr txBox="1"/>
          <p:nvPr/>
        </p:nvSpPr>
        <p:spPr>
          <a:xfrm>
            <a:off x="3560064" y="31099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36" name="S05-fracbar146"/>
          <p:cNvSpPr/>
          <p:nvPr/>
        </p:nvSpPr>
        <p:spPr>
          <a:xfrm>
            <a:off x="3596640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7" name="S05-num147"/>
          <p:cNvSpPr txBox="1"/>
          <p:nvPr/>
        </p:nvSpPr>
        <p:spPr>
          <a:xfrm>
            <a:off x="3560064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800" dirty="0"/>
          </a:p>
        </p:txBody>
      </p:sp>
      <p:sp>
        <p:nvSpPr>
          <p:cNvPr id="38" name="S05-op148"/>
          <p:cNvSpPr txBox="1"/>
          <p:nvPr/>
        </p:nvSpPr>
        <p:spPr>
          <a:xfrm>
            <a:off x="4152900" y="310997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800" dirty="0"/>
          </a:p>
        </p:txBody>
      </p:sp>
      <p:sp>
        <p:nvSpPr>
          <p:cNvPr id="39" name="S05-blank149"/>
          <p:cNvSpPr/>
          <p:nvPr/>
        </p:nvSpPr>
        <p:spPr>
          <a:xfrm>
            <a:off x="4754311" y="316452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0" name="S05-fracbar150"/>
          <p:cNvSpPr/>
          <p:nvPr/>
        </p:nvSpPr>
        <p:spPr>
          <a:xfrm>
            <a:off x="4704588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1" name="S05-num151"/>
          <p:cNvSpPr txBox="1"/>
          <p:nvPr/>
        </p:nvSpPr>
        <p:spPr>
          <a:xfrm>
            <a:off x="4668012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800" dirty="0"/>
          </a:p>
        </p:txBody>
      </p:sp>
      <p:sp>
        <p:nvSpPr>
          <p:cNvPr id="42" name="S05-op152"/>
          <p:cNvSpPr txBox="1"/>
          <p:nvPr/>
        </p:nvSpPr>
        <p:spPr>
          <a:xfrm>
            <a:off x="5260848" y="310997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43" name="S05-blank153"/>
          <p:cNvSpPr/>
          <p:nvPr/>
        </p:nvSpPr>
        <p:spPr>
          <a:xfrm>
            <a:off x="5862259" y="316452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4" name="S05-fracbar154"/>
          <p:cNvSpPr/>
          <p:nvPr/>
        </p:nvSpPr>
        <p:spPr>
          <a:xfrm>
            <a:off x="5812536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5" name="S05-num155"/>
          <p:cNvSpPr txBox="1"/>
          <p:nvPr/>
        </p:nvSpPr>
        <p:spPr>
          <a:xfrm>
            <a:off x="5775960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800" dirty="0"/>
          </a:p>
        </p:txBody>
      </p:sp>
      <p:sp>
        <p:nvSpPr>
          <p:cNvPr id="46" name="S05-chip156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47" name="S05-num157"/>
          <p:cNvSpPr txBox="1"/>
          <p:nvPr/>
        </p:nvSpPr>
        <p:spPr>
          <a:xfrm>
            <a:off x="1344168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48" name="S05-fracbar158"/>
          <p:cNvSpPr/>
          <p:nvPr/>
        </p:nvSpPr>
        <p:spPr>
          <a:xfrm>
            <a:off x="1380744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9" name="S05-num159"/>
          <p:cNvSpPr txBox="1"/>
          <p:nvPr/>
        </p:nvSpPr>
        <p:spPr>
          <a:xfrm>
            <a:off x="1344168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50" name="S05-op160"/>
          <p:cNvSpPr txBox="1"/>
          <p:nvPr/>
        </p:nvSpPr>
        <p:spPr>
          <a:xfrm>
            <a:off x="1937004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800" dirty="0"/>
          </a:p>
        </p:txBody>
      </p:sp>
      <p:sp>
        <p:nvSpPr>
          <p:cNvPr id="51" name="S05-num161"/>
          <p:cNvSpPr txBox="1"/>
          <p:nvPr/>
        </p:nvSpPr>
        <p:spPr>
          <a:xfrm>
            <a:off x="2452116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52" name="S05-fracbar162"/>
          <p:cNvSpPr/>
          <p:nvPr/>
        </p:nvSpPr>
        <p:spPr>
          <a:xfrm>
            <a:off x="2488692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3" name="S05-num163"/>
          <p:cNvSpPr txBox="1"/>
          <p:nvPr/>
        </p:nvSpPr>
        <p:spPr>
          <a:xfrm>
            <a:off x="2452116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54" name="S05-op164"/>
          <p:cNvSpPr txBox="1"/>
          <p:nvPr/>
        </p:nvSpPr>
        <p:spPr>
          <a:xfrm>
            <a:off x="3044952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55" name="S05-blank165"/>
          <p:cNvSpPr/>
          <p:nvPr/>
        </p:nvSpPr>
        <p:spPr>
          <a:xfrm>
            <a:off x="3646363" y="426180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56" name="S05-fracbar166"/>
          <p:cNvSpPr/>
          <p:nvPr/>
        </p:nvSpPr>
        <p:spPr>
          <a:xfrm>
            <a:off x="3596640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7" name="S05-num167"/>
          <p:cNvSpPr txBox="1"/>
          <p:nvPr/>
        </p:nvSpPr>
        <p:spPr>
          <a:xfrm>
            <a:off x="3560064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58" name="S05-op168"/>
          <p:cNvSpPr txBox="1"/>
          <p:nvPr/>
        </p:nvSpPr>
        <p:spPr>
          <a:xfrm>
            <a:off x="4152900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59" name="S05-blank169"/>
          <p:cNvSpPr/>
          <p:nvPr/>
        </p:nvSpPr>
        <p:spPr>
          <a:xfrm>
            <a:off x="4754311" y="426180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60" name="S05-fracbar170"/>
          <p:cNvSpPr/>
          <p:nvPr/>
        </p:nvSpPr>
        <p:spPr>
          <a:xfrm>
            <a:off x="4704588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1" name="S05-num171"/>
          <p:cNvSpPr txBox="1"/>
          <p:nvPr/>
        </p:nvSpPr>
        <p:spPr>
          <a:xfrm>
            <a:off x="4668012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1보다 크면 대분수로</a:t>
            </a:r>
            <a:endParaRPr lang="ko-KR" sz="4000" dirty="0"/>
          </a:p>
        </p:txBody>
      </p:sp>
      <p:sp>
        <p:nvSpPr>
          <p:cNvPr id="3" name="S06-num172"/>
          <p:cNvSpPr txBox="1"/>
          <p:nvPr/>
        </p:nvSpPr>
        <p:spPr>
          <a:xfrm>
            <a:off x="548640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4" name="S06-fracbar173"/>
          <p:cNvSpPr/>
          <p:nvPr/>
        </p:nvSpPr>
        <p:spPr>
          <a:xfrm>
            <a:off x="585216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" name="S06-num174"/>
          <p:cNvSpPr txBox="1"/>
          <p:nvPr/>
        </p:nvSpPr>
        <p:spPr>
          <a:xfrm>
            <a:off x="548640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6" name="S06-op175"/>
          <p:cNvSpPr txBox="1"/>
          <p:nvPr/>
        </p:nvSpPr>
        <p:spPr>
          <a:xfrm>
            <a:off x="1194816" y="138125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3200" dirty="0"/>
          </a:p>
        </p:txBody>
      </p:sp>
      <p:sp>
        <p:nvSpPr>
          <p:cNvPr id="7" name="S06-num176"/>
          <p:cNvSpPr txBox="1"/>
          <p:nvPr/>
        </p:nvSpPr>
        <p:spPr>
          <a:xfrm>
            <a:off x="1731264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8" name="S06-fracbar177"/>
          <p:cNvSpPr/>
          <p:nvPr/>
        </p:nvSpPr>
        <p:spPr>
          <a:xfrm>
            <a:off x="1767840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" name="S06-num178"/>
          <p:cNvSpPr txBox="1"/>
          <p:nvPr/>
        </p:nvSpPr>
        <p:spPr>
          <a:xfrm>
            <a:off x="1731264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10" name="S06-label179"/>
          <p:cNvSpPr txBox="1"/>
          <p:nvPr/>
        </p:nvSpPr>
        <p:spPr>
          <a:xfrm>
            <a:off x="7778984" y="3461004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1" name="S06-cell180"/>
          <p:cNvSpPr/>
          <p:nvPr/>
        </p:nvSpPr>
        <p:spPr>
          <a:xfrm>
            <a:off x="8830544" y="3461004"/>
            <a:ext cx="234147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6-cell181"/>
          <p:cNvSpPr/>
          <p:nvPr/>
        </p:nvSpPr>
        <p:spPr>
          <a:xfrm>
            <a:off x="9064691" y="3461004"/>
            <a:ext cx="234147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6-cell182"/>
          <p:cNvSpPr/>
          <p:nvPr/>
        </p:nvSpPr>
        <p:spPr>
          <a:xfrm>
            <a:off x="9298838" y="3461004"/>
            <a:ext cx="234147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6-cell183"/>
          <p:cNvSpPr/>
          <p:nvPr/>
        </p:nvSpPr>
        <p:spPr>
          <a:xfrm>
            <a:off x="9532986" y="3461004"/>
            <a:ext cx="234147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6-cell184"/>
          <p:cNvSpPr/>
          <p:nvPr/>
        </p:nvSpPr>
        <p:spPr>
          <a:xfrm>
            <a:off x="9767133" y="3461004"/>
            <a:ext cx="234147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6-cell185"/>
          <p:cNvSpPr/>
          <p:nvPr/>
        </p:nvSpPr>
        <p:spPr>
          <a:xfrm>
            <a:off x="10001280" y="3461004"/>
            <a:ext cx="234147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6-cell186"/>
          <p:cNvSpPr/>
          <p:nvPr/>
        </p:nvSpPr>
        <p:spPr>
          <a:xfrm>
            <a:off x="10235428" y="3461004"/>
            <a:ext cx="234147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6-cell187"/>
          <p:cNvSpPr/>
          <p:nvPr/>
        </p:nvSpPr>
        <p:spPr>
          <a:xfrm>
            <a:off x="10469575" y="3461004"/>
            <a:ext cx="234147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6-cell188"/>
          <p:cNvSpPr/>
          <p:nvPr/>
        </p:nvSpPr>
        <p:spPr>
          <a:xfrm>
            <a:off x="10703723" y="3461004"/>
            <a:ext cx="234147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6-cell189"/>
          <p:cNvSpPr/>
          <p:nvPr/>
        </p:nvSpPr>
        <p:spPr>
          <a:xfrm>
            <a:off x="10937870" y="3461004"/>
            <a:ext cx="234147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6-cell190"/>
          <p:cNvSpPr/>
          <p:nvPr/>
        </p:nvSpPr>
        <p:spPr>
          <a:xfrm>
            <a:off x="11172017" y="3461004"/>
            <a:ext cx="234147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6-cell191"/>
          <p:cNvSpPr/>
          <p:nvPr/>
        </p:nvSpPr>
        <p:spPr>
          <a:xfrm>
            <a:off x="11406165" y="3461004"/>
            <a:ext cx="234147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6-figure192" descr="똑같이 12칸으로 나눈 띠, 12칸 색칠"/>
          <p:cNvSpPr/>
          <p:nvPr/>
        </p:nvSpPr>
        <p:spPr>
          <a:xfrm>
            <a:off x="8830544" y="3461004"/>
            <a:ext cx="2809768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4" name="S06-num193"/>
          <p:cNvSpPr txBox="1"/>
          <p:nvPr/>
        </p:nvSpPr>
        <p:spPr>
          <a:xfrm>
            <a:off x="7947640" y="4495292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800" dirty="0"/>
          </a:p>
        </p:txBody>
      </p:sp>
      <p:sp>
        <p:nvSpPr>
          <p:cNvPr id="25" name="S06-fracbar194"/>
          <p:cNvSpPr/>
          <p:nvPr/>
        </p:nvSpPr>
        <p:spPr>
          <a:xfrm>
            <a:off x="7984216" y="4951476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6-num195"/>
          <p:cNvSpPr txBox="1"/>
          <p:nvPr/>
        </p:nvSpPr>
        <p:spPr>
          <a:xfrm>
            <a:off x="7947640" y="4988052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27" name="S06-cell196"/>
          <p:cNvSpPr/>
          <p:nvPr/>
        </p:nvSpPr>
        <p:spPr>
          <a:xfrm>
            <a:off x="8830544" y="4539996"/>
            <a:ext cx="234147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6-cell197"/>
          <p:cNvSpPr/>
          <p:nvPr/>
        </p:nvSpPr>
        <p:spPr>
          <a:xfrm>
            <a:off x="9064691" y="4539996"/>
            <a:ext cx="234147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6-cell198"/>
          <p:cNvSpPr/>
          <p:nvPr/>
        </p:nvSpPr>
        <p:spPr>
          <a:xfrm>
            <a:off x="9298838" y="4539996"/>
            <a:ext cx="234147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6-cell199"/>
          <p:cNvSpPr/>
          <p:nvPr/>
        </p:nvSpPr>
        <p:spPr>
          <a:xfrm>
            <a:off x="9532986" y="4539996"/>
            <a:ext cx="234147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6-cell200"/>
          <p:cNvSpPr/>
          <p:nvPr/>
        </p:nvSpPr>
        <p:spPr>
          <a:xfrm>
            <a:off x="9767133" y="4539996"/>
            <a:ext cx="234147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6-cell201"/>
          <p:cNvSpPr/>
          <p:nvPr/>
        </p:nvSpPr>
        <p:spPr>
          <a:xfrm>
            <a:off x="10001280" y="4539996"/>
            <a:ext cx="234147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6-cell202"/>
          <p:cNvSpPr/>
          <p:nvPr/>
        </p:nvSpPr>
        <p:spPr>
          <a:xfrm>
            <a:off x="10235428" y="4539996"/>
            <a:ext cx="234147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6-cell203"/>
          <p:cNvSpPr/>
          <p:nvPr/>
        </p:nvSpPr>
        <p:spPr>
          <a:xfrm>
            <a:off x="10469575" y="4539996"/>
            <a:ext cx="234147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6-cell204"/>
          <p:cNvSpPr/>
          <p:nvPr/>
        </p:nvSpPr>
        <p:spPr>
          <a:xfrm>
            <a:off x="10703723" y="4539996"/>
            <a:ext cx="234147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6-cell205"/>
          <p:cNvSpPr/>
          <p:nvPr/>
        </p:nvSpPr>
        <p:spPr>
          <a:xfrm>
            <a:off x="10937870" y="4539996"/>
            <a:ext cx="234147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6-cell206"/>
          <p:cNvSpPr/>
          <p:nvPr/>
        </p:nvSpPr>
        <p:spPr>
          <a:xfrm>
            <a:off x="11172017" y="4539996"/>
            <a:ext cx="234147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6-cell207"/>
          <p:cNvSpPr/>
          <p:nvPr/>
        </p:nvSpPr>
        <p:spPr>
          <a:xfrm>
            <a:off x="11406165" y="4539996"/>
            <a:ext cx="234147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6-figure208" descr="똑같이 12칸으로 나눈 띠, 7칸 색칠"/>
          <p:cNvSpPr/>
          <p:nvPr/>
        </p:nvSpPr>
        <p:spPr>
          <a:xfrm>
            <a:off x="8830544" y="4539996"/>
            <a:ext cx="2809768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0" name="S06-stepno209"/>
          <p:cNvSpPr txBox="1"/>
          <p:nvPr/>
        </p:nvSpPr>
        <p:spPr>
          <a:xfrm>
            <a:off x="548640" y="2924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41" name="S06-text210"/>
          <p:cNvSpPr txBox="1"/>
          <p:nvPr/>
        </p:nvSpPr>
        <p:spPr>
          <a:xfrm>
            <a:off x="1325880" y="2878836"/>
            <a:ext cx="3204219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12로 통분해요.</a:t>
            </a:r>
            <a:endParaRPr lang="ko-KR" sz="2800" dirty="0"/>
          </a:p>
        </p:txBody>
      </p:sp>
      <p:sp>
        <p:nvSpPr>
          <p:cNvPr id="42" name="S06-op211"/>
          <p:cNvSpPr txBox="1"/>
          <p:nvPr/>
        </p:nvSpPr>
        <p:spPr>
          <a:xfrm>
            <a:off x="4530099" y="287883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43" name="S06-num212"/>
          <p:cNvSpPr txBox="1"/>
          <p:nvPr/>
        </p:nvSpPr>
        <p:spPr>
          <a:xfrm>
            <a:off x="5045211" y="287883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800" dirty="0"/>
          </a:p>
        </p:txBody>
      </p:sp>
      <p:sp>
        <p:nvSpPr>
          <p:cNvPr id="44" name="S06-fracbar213"/>
          <p:cNvSpPr/>
          <p:nvPr/>
        </p:nvSpPr>
        <p:spPr>
          <a:xfrm>
            <a:off x="5081787" y="333502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5" name="S06-num214"/>
          <p:cNvSpPr txBox="1"/>
          <p:nvPr/>
        </p:nvSpPr>
        <p:spPr>
          <a:xfrm>
            <a:off x="5045211" y="337159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46" name="S06-op215"/>
          <p:cNvSpPr txBox="1"/>
          <p:nvPr/>
        </p:nvSpPr>
        <p:spPr>
          <a:xfrm>
            <a:off x="5732027" y="287883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800" dirty="0"/>
          </a:p>
        </p:txBody>
      </p:sp>
      <p:sp>
        <p:nvSpPr>
          <p:cNvPr id="47" name="S06-num216"/>
          <p:cNvSpPr txBox="1"/>
          <p:nvPr/>
        </p:nvSpPr>
        <p:spPr>
          <a:xfrm>
            <a:off x="6247139" y="287883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800" dirty="0"/>
          </a:p>
        </p:txBody>
      </p:sp>
      <p:sp>
        <p:nvSpPr>
          <p:cNvPr id="48" name="S06-fracbar217"/>
          <p:cNvSpPr/>
          <p:nvPr/>
        </p:nvSpPr>
        <p:spPr>
          <a:xfrm>
            <a:off x="6283715" y="333502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9" name="S06-num218"/>
          <p:cNvSpPr txBox="1"/>
          <p:nvPr/>
        </p:nvSpPr>
        <p:spPr>
          <a:xfrm>
            <a:off x="6247139" y="337159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50" name="S06-stepno219"/>
          <p:cNvSpPr txBox="1"/>
          <p:nvPr/>
        </p:nvSpPr>
        <p:spPr>
          <a:xfrm>
            <a:off x="548640" y="40015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51" name="S06-text220"/>
          <p:cNvSpPr txBox="1"/>
          <p:nvPr/>
        </p:nvSpPr>
        <p:spPr>
          <a:xfrm>
            <a:off x="1325880" y="3955796"/>
            <a:ext cx="3204219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분자끼리 더해요.</a:t>
            </a:r>
            <a:endParaRPr lang="ko-KR" sz="2800" dirty="0"/>
          </a:p>
        </p:txBody>
      </p:sp>
      <p:sp>
        <p:nvSpPr>
          <p:cNvPr id="52" name="S06-op221"/>
          <p:cNvSpPr txBox="1"/>
          <p:nvPr/>
        </p:nvSpPr>
        <p:spPr>
          <a:xfrm>
            <a:off x="4530099" y="395579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53" name="S06-num222"/>
          <p:cNvSpPr txBox="1"/>
          <p:nvPr/>
        </p:nvSpPr>
        <p:spPr>
          <a:xfrm>
            <a:off x="5045211" y="395579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ko-KR" sz="2800" dirty="0"/>
          </a:p>
        </p:txBody>
      </p:sp>
      <p:sp>
        <p:nvSpPr>
          <p:cNvPr id="54" name="S06-fracbar223"/>
          <p:cNvSpPr/>
          <p:nvPr/>
        </p:nvSpPr>
        <p:spPr>
          <a:xfrm>
            <a:off x="5081787" y="441198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5" name="S06-num224"/>
          <p:cNvSpPr txBox="1"/>
          <p:nvPr/>
        </p:nvSpPr>
        <p:spPr>
          <a:xfrm>
            <a:off x="5045211" y="444855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56" name="S06-stepno225"/>
          <p:cNvSpPr txBox="1"/>
          <p:nvPr/>
        </p:nvSpPr>
        <p:spPr>
          <a:xfrm>
            <a:off x="548640" y="50784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57" name="S06-text226"/>
          <p:cNvSpPr txBox="1"/>
          <p:nvPr/>
        </p:nvSpPr>
        <p:spPr>
          <a:xfrm>
            <a:off x="1325880" y="5032756"/>
            <a:ext cx="3204219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대분수로 나타내요.</a:t>
            </a:r>
            <a:endParaRPr lang="ko-KR" sz="2800" dirty="0"/>
          </a:p>
        </p:txBody>
      </p:sp>
      <p:sp>
        <p:nvSpPr>
          <p:cNvPr id="58" name="S06-op227"/>
          <p:cNvSpPr txBox="1"/>
          <p:nvPr/>
        </p:nvSpPr>
        <p:spPr>
          <a:xfrm>
            <a:off x="4530099" y="50327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59" name="S06-num228"/>
          <p:cNvSpPr txBox="1"/>
          <p:nvPr/>
        </p:nvSpPr>
        <p:spPr>
          <a:xfrm>
            <a:off x="5045211" y="5032756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60" name="S06-num229"/>
          <p:cNvSpPr txBox="1"/>
          <p:nvPr/>
        </p:nvSpPr>
        <p:spPr>
          <a:xfrm>
            <a:off x="5334771" y="503275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800" dirty="0"/>
          </a:p>
        </p:txBody>
      </p:sp>
      <p:sp>
        <p:nvSpPr>
          <p:cNvPr id="61" name="S06-fracbar230"/>
          <p:cNvSpPr/>
          <p:nvPr/>
        </p:nvSpPr>
        <p:spPr>
          <a:xfrm>
            <a:off x="5371347" y="548894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2" name="S06-num231"/>
          <p:cNvSpPr txBox="1"/>
          <p:nvPr/>
        </p:nvSpPr>
        <p:spPr>
          <a:xfrm>
            <a:off x="5334771" y="552551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7-card232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233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2분의 1 + 3분의 1을 계산했어요.</a:t>
            </a:r>
            <a:endParaRPr lang="ko-KR" sz="2800" dirty="0"/>
          </a:p>
        </p:txBody>
      </p:sp>
      <p:sp>
        <p:nvSpPr>
          <p:cNvPr id="5" name="S07-card23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23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2분의 1보다 작은 답이 나올 수 있나요?</a:t>
            </a:r>
            <a:endParaRPr lang="ko-KR" sz="2800" dirty="0"/>
          </a:p>
        </p:txBody>
      </p:sp>
      <p:sp>
        <p:nvSpPr>
          <p:cNvPr id="7" name="S07-chip236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5분의 2</a:t>
            </a:r>
            <a:endParaRPr lang="ko-KR" sz="2200" dirty="0"/>
          </a:p>
        </p:txBody>
      </p:sp>
      <p:sp>
        <p:nvSpPr>
          <p:cNvPr id="8" name="S07-text237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분자끼리 1 + 1 = 2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분모끼리 2 + 3 = 5</a:t>
            </a:r>
            <a:endParaRPr lang="ko-KR" sz="2800" dirty="0"/>
          </a:p>
        </p:txBody>
      </p:sp>
      <p:sp>
        <p:nvSpPr>
          <p:cNvPr id="9" name="S07-chip238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6분의 5</a:t>
            </a:r>
            <a:endParaRPr lang="ko-KR" sz="2200" dirty="0"/>
          </a:p>
        </p:txBody>
      </p:sp>
      <p:sp>
        <p:nvSpPr>
          <p:cNvPr id="10" name="S07-text239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6분의 3 + 6분의 2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6분의 5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대분수끼리 더해요</a:t>
            </a:r>
            <a:endParaRPr lang="ko-KR" sz="4000" dirty="0"/>
          </a:p>
        </p:txBody>
      </p:sp>
      <p:sp>
        <p:nvSpPr>
          <p:cNvPr id="3" name="S08-num240"/>
          <p:cNvSpPr txBox="1"/>
          <p:nvPr/>
        </p:nvSpPr>
        <p:spPr>
          <a:xfrm>
            <a:off x="548640" y="1381252"/>
            <a:ext cx="323088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4" name="S08-num241"/>
          <p:cNvSpPr txBox="1"/>
          <p:nvPr/>
        </p:nvSpPr>
        <p:spPr>
          <a:xfrm>
            <a:off x="871728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5" name="S08-fracbar242"/>
          <p:cNvSpPr/>
          <p:nvPr/>
        </p:nvSpPr>
        <p:spPr>
          <a:xfrm>
            <a:off x="908304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" name="S08-num243"/>
          <p:cNvSpPr txBox="1"/>
          <p:nvPr/>
        </p:nvSpPr>
        <p:spPr>
          <a:xfrm>
            <a:off x="871728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7" name="S08-op244"/>
          <p:cNvSpPr txBox="1"/>
          <p:nvPr/>
        </p:nvSpPr>
        <p:spPr>
          <a:xfrm>
            <a:off x="1517904" y="138125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3200" dirty="0"/>
          </a:p>
        </p:txBody>
      </p:sp>
      <p:sp>
        <p:nvSpPr>
          <p:cNvPr id="8" name="S08-num245"/>
          <p:cNvSpPr txBox="1"/>
          <p:nvPr/>
        </p:nvSpPr>
        <p:spPr>
          <a:xfrm>
            <a:off x="2054352" y="1381252"/>
            <a:ext cx="323088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9" name="S08-num246"/>
          <p:cNvSpPr txBox="1"/>
          <p:nvPr/>
        </p:nvSpPr>
        <p:spPr>
          <a:xfrm>
            <a:off x="2377440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10" name="S08-fracbar247"/>
          <p:cNvSpPr/>
          <p:nvPr/>
        </p:nvSpPr>
        <p:spPr>
          <a:xfrm>
            <a:off x="2414016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08-num248"/>
          <p:cNvSpPr txBox="1"/>
          <p:nvPr/>
        </p:nvSpPr>
        <p:spPr>
          <a:xfrm>
            <a:off x="2377440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12" name="S08-stepno249"/>
          <p:cNvSpPr txBox="1"/>
          <p:nvPr/>
        </p:nvSpPr>
        <p:spPr>
          <a:xfrm>
            <a:off x="548640" y="31064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3" name="S08-text250"/>
          <p:cNvSpPr txBox="1"/>
          <p:nvPr/>
        </p:nvSpPr>
        <p:spPr>
          <a:xfrm>
            <a:off x="1325880" y="3060700"/>
            <a:ext cx="565593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 부분을 통분해요.</a:t>
            </a:r>
            <a:endParaRPr lang="ko-KR" sz="2800" dirty="0"/>
          </a:p>
        </p:txBody>
      </p:sp>
      <p:sp>
        <p:nvSpPr>
          <p:cNvPr id="14" name="S08-op251"/>
          <p:cNvSpPr txBox="1"/>
          <p:nvPr/>
        </p:nvSpPr>
        <p:spPr>
          <a:xfrm>
            <a:off x="6981810" y="3060700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15" name="S08-num252"/>
          <p:cNvSpPr txBox="1"/>
          <p:nvPr/>
        </p:nvSpPr>
        <p:spPr>
          <a:xfrm>
            <a:off x="7496922" y="3060700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16" name="S08-num253"/>
          <p:cNvSpPr txBox="1"/>
          <p:nvPr/>
        </p:nvSpPr>
        <p:spPr>
          <a:xfrm>
            <a:off x="7786482" y="3060700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800" dirty="0"/>
          </a:p>
        </p:txBody>
      </p:sp>
      <p:sp>
        <p:nvSpPr>
          <p:cNvPr id="17" name="S08-fracbar254"/>
          <p:cNvSpPr/>
          <p:nvPr/>
        </p:nvSpPr>
        <p:spPr>
          <a:xfrm>
            <a:off x="7823058" y="3516884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8-num255"/>
          <p:cNvSpPr txBox="1"/>
          <p:nvPr/>
        </p:nvSpPr>
        <p:spPr>
          <a:xfrm>
            <a:off x="7786482" y="3553460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19" name="S08-op256"/>
          <p:cNvSpPr txBox="1"/>
          <p:nvPr/>
        </p:nvSpPr>
        <p:spPr>
          <a:xfrm>
            <a:off x="8473298" y="3060700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800" dirty="0"/>
          </a:p>
        </p:txBody>
      </p:sp>
      <p:sp>
        <p:nvSpPr>
          <p:cNvPr id="20" name="S08-num257"/>
          <p:cNvSpPr txBox="1"/>
          <p:nvPr/>
        </p:nvSpPr>
        <p:spPr>
          <a:xfrm>
            <a:off x="8988410" y="3060700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21" name="S08-num258"/>
          <p:cNvSpPr txBox="1"/>
          <p:nvPr/>
        </p:nvSpPr>
        <p:spPr>
          <a:xfrm>
            <a:off x="9277970" y="3060700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22" name="S08-fracbar259"/>
          <p:cNvSpPr/>
          <p:nvPr/>
        </p:nvSpPr>
        <p:spPr>
          <a:xfrm>
            <a:off x="9314546" y="3516884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3" name="S08-num260"/>
          <p:cNvSpPr txBox="1"/>
          <p:nvPr/>
        </p:nvSpPr>
        <p:spPr>
          <a:xfrm>
            <a:off x="9277970" y="3553460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24" name="S08-stepno261"/>
          <p:cNvSpPr txBox="1"/>
          <p:nvPr/>
        </p:nvSpPr>
        <p:spPr>
          <a:xfrm>
            <a:off x="548640" y="418338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25" name="S08-text262"/>
          <p:cNvSpPr txBox="1"/>
          <p:nvPr/>
        </p:nvSpPr>
        <p:spPr>
          <a:xfrm>
            <a:off x="1325880" y="4137660"/>
            <a:ext cx="565593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자연수끼리, 분수끼리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더해요.</a:t>
            </a:r>
            <a:endParaRPr lang="ko-KR" sz="2800" dirty="0"/>
          </a:p>
        </p:txBody>
      </p:sp>
      <p:sp>
        <p:nvSpPr>
          <p:cNvPr id="26" name="S08-op263"/>
          <p:cNvSpPr txBox="1"/>
          <p:nvPr/>
        </p:nvSpPr>
        <p:spPr>
          <a:xfrm>
            <a:off x="6981810" y="4137660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27" name="S08-num264"/>
          <p:cNvSpPr txBox="1"/>
          <p:nvPr/>
        </p:nvSpPr>
        <p:spPr>
          <a:xfrm>
            <a:off x="7496922" y="4137660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28" name="S08-num265"/>
          <p:cNvSpPr txBox="1"/>
          <p:nvPr/>
        </p:nvSpPr>
        <p:spPr>
          <a:xfrm>
            <a:off x="7786482" y="4137660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800" dirty="0"/>
          </a:p>
        </p:txBody>
      </p:sp>
      <p:sp>
        <p:nvSpPr>
          <p:cNvPr id="29" name="S08-fracbar266"/>
          <p:cNvSpPr/>
          <p:nvPr/>
        </p:nvSpPr>
        <p:spPr>
          <a:xfrm>
            <a:off x="7823058" y="4593844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8-num267"/>
          <p:cNvSpPr txBox="1"/>
          <p:nvPr/>
        </p:nvSpPr>
        <p:spPr>
          <a:xfrm>
            <a:off x="7786482" y="4630420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31" name="S08-stepno268"/>
          <p:cNvSpPr txBox="1"/>
          <p:nvPr/>
        </p:nvSpPr>
        <p:spPr>
          <a:xfrm>
            <a:off x="548640" y="52146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32" name="S08-text269"/>
          <p:cNvSpPr txBox="1"/>
          <p:nvPr/>
        </p:nvSpPr>
        <p:spPr>
          <a:xfrm>
            <a:off x="1325880" y="521462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12분의 11은 기약분수인지 확인해요.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분수끼리 1이 넘으면</a:t>
            </a:r>
            <a:endParaRPr lang="ko-KR" sz="4000" dirty="0"/>
          </a:p>
        </p:txBody>
      </p:sp>
      <p:sp>
        <p:nvSpPr>
          <p:cNvPr id="3" name="S09-num270"/>
          <p:cNvSpPr txBox="1"/>
          <p:nvPr/>
        </p:nvSpPr>
        <p:spPr>
          <a:xfrm>
            <a:off x="548640" y="1381252"/>
            <a:ext cx="323088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4" name="S09-num271"/>
          <p:cNvSpPr txBox="1"/>
          <p:nvPr/>
        </p:nvSpPr>
        <p:spPr>
          <a:xfrm>
            <a:off x="871728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5" name="S09-fracbar272"/>
          <p:cNvSpPr/>
          <p:nvPr/>
        </p:nvSpPr>
        <p:spPr>
          <a:xfrm>
            <a:off x="908304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" name="S09-num273"/>
          <p:cNvSpPr txBox="1"/>
          <p:nvPr/>
        </p:nvSpPr>
        <p:spPr>
          <a:xfrm>
            <a:off x="871728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7" name="S09-op274"/>
          <p:cNvSpPr txBox="1"/>
          <p:nvPr/>
        </p:nvSpPr>
        <p:spPr>
          <a:xfrm>
            <a:off x="1517904" y="138125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3200" dirty="0"/>
          </a:p>
        </p:txBody>
      </p:sp>
      <p:sp>
        <p:nvSpPr>
          <p:cNvPr id="8" name="S09-num275"/>
          <p:cNvSpPr txBox="1"/>
          <p:nvPr/>
        </p:nvSpPr>
        <p:spPr>
          <a:xfrm>
            <a:off x="2054352" y="1381252"/>
            <a:ext cx="323088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9" name="S09-num276"/>
          <p:cNvSpPr txBox="1"/>
          <p:nvPr/>
        </p:nvSpPr>
        <p:spPr>
          <a:xfrm>
            <a:off x="2377440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10" name="S09-fracbar277"/>
          <p:cNvSpPr/>
          <p:nvPr/>
        </p:nvSpPr>
        <p:spPr>
          <a:xfrm>
            <a:off x="2414016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09-num278"/>
          <p:cNvSpPr txBox="1"/>
          <p:nvPr/>
        </p:nvSpPr>
        <p:spPr>
          <a:xfrm>
            <a:off x="2377440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12" name="S09-stepno279"/>
          <p:cNvSpPr txBox="1"/>
          <p:nvPr/>
        </p:nvSpPr>
        <p:spPr>
          <a:xfrm>
            <a:off x="548640" y="2924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3" name="S09-text280"/>
          <p:cNvSpPr txBox="1"/>
          <p:nvPr/>
        </p:nvSpPr>
        <p:spPr>
          <a:xfrm>
            <a:off x="1325880" y="2878836"/>
            <a:ext cx="565593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통분해요.</a:t>
            </a:r>
            <a:endParaRPr lang="ko-KR" sz="2800" dirty="0"/>
          </a:p>
        </p:txBody>
      </p:sp>
      <p:sp>
        <p:nvSpPr>
          <p:cNvPr id="14" name="S09-op281"/>
          <p:cNvSpPr txBox="1"/>
          <p:nvPr/>
        </p:nvSpPr>
        <p:spPr>
          <a:xfrm>
            <a:off x="6981810" y="287883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15" name="S09-num282"/>
          <p:cNvSpPr txBox="1"/>
          <p:nvPr/>
        </p:nvSpPr>
        <p:spPr>
          <a:xfrm>
            <a:off x="7496922" y="2878836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16" name="S09-num283"/>
          <p:cNvSpPr txBox="1"/>
          <p:nvPr/>
        </p:nvSpPr>
        <p:spPr>
          <a:xfrm>
            <a:off x="7786482" y="287883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800" dirty="0"/>
          </a:p>
        </p:txBody>
      </p:sp>
      <p:sp>
        <p:nvSpPr>
          <p:cNvPr id="17" name="S09-fracbar284"/>
          <p:cNvSpPr/>
          <p:nvPr/>
        </p:nvSpPr>
        <p:spPr>
          <a:xfrm>
            <a:off x="7823058" y="333502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9-num285"/>
          <p:cNvSpPr txBox="1"/>
          <p:nvPr/>
        </p:nvSpPr>
        <p:spPr>
          <a:xfrm>
            <a:off x="7786482" y="337159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19" name="S09-op286"/>
          <p:cNvSpPr txBox="1"/>
          <p:nvPr/>
        </p:nvSpPr>
        <p:spPr>
          <a:xfrm>
            <a:off x="8473298" y="287883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800" dirty="0"/>
          </a:p>
        </p:txBody>
      </p:sp>
      <p:sp>
        <p:nvSpPr>
          <p:cNvPr id="20" name="S09-num287"/>
          <p:cNvSpPr txBox="1"/>
          <p:nvPr/>
        </p:nvSpPr>
        <p:spPr>
          <a:xfrm>
            <a:off x="8988410" y="2878836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21" name="S09-num288"/>
          <p:cNvSpPr txBox="1"/>
          <p:nvPr/>
        </p:nvSpPr>
        <p:spPr>
          <a:xfrm>
            <a:off x="9277970" y="287883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800" dirty="0"/>
          </a:p>
        </p:txBody>
      </p:sp>
      <p:sp>
        <p:nvSpPr>
          <p:cNvPr id="22" name="S09-fracbar289"/>
          <p:cNvSpPr/>
          <p:nvPr/>
        </p:nvSpPr>
        <p:spPr>
          <a:xfrm>
            <a:off x="9314546" y="333502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3" name="S09-num290"/>
          <p:cNvSpPr txBox="1"/>
          <p:nvPr/>
        </p:nvSpPr>
        <p:spPr>
          <a:xfrm>
            <a:off x="9277970" y="337159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24" name="S09-stepno291"/>
          <p:cNvSpPr txBox="1"/>
          <p:nvPr/>
        </p:nvSpPr>
        <p:spPr>
          <a:xfrm>
            <a:off x="548640" y="40015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25" name="S09-text292"/>
          <p:cNvSpPr txBox="1"/>
          <p:nvPr/>
        </p:nvSpPr>
        <p:spPr>
          <a:xfrm>
            <a:off x="1325880" y="3955796"/>
            <a:ext cx="565593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자연수끼리, 분수끼리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더해요.</a:t>
            </a:r>
            <a:endParaRPr lang="ko-KR" sz="2800" dirty="0"/>
          </a:p>
        </p:txBody>
      </p:sp>
      <p:sp>
        <p:nvSpPr>
          <p:cNvPr id="26" name="S09-op293"/>
          <p:cNvSpPr txBox="1"/>
          <p:nvPr/>
        </p:nvSpPr>
        <p:spPr>
          <a:xfrm>
            <a:off x="6981810" y="395579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27" name="S09-num294"/>
          <p:cNvSpPr txBox="1"/>
          <p:nvPr/>
        </p:nvSpPr>
        <p:spPr>
          <a:xfrm>
            <a:off x="7496922" y="3955796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28" name="S09-num295"/>
          <p:cNvSpPr txBox="1"/>
          <p:nvPr/>
        </p:nvSpPr>
        <p:spPr>
          <a:xfrm>
            <a:off x="7786482" y="395579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ko-KR" sz="2800" dirty="0"/>
          </a:p>
        </p:txBody>
      </p:sp>
      <p:sp>
        <p:nvSpPr>
          <p:cNvPr id="29" name="S09-fracbar296"/>
          <p:cNvSpPr/>
          <p:nvPr/>
        </p:nvSpPr>
        <p:spPr>
          <a:xfrm>
            <a:off x="7823058" y="441198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9-num297"/>
          <p:cNvSpPr txBox="1"/>
          <p:nvPr/>
        </p:nvSpPr>
        <p:spPr>
          <a:xfrm>
            <a:off x="7786482" y="444855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31" name="S09-stepno298"/>
          <p:cNvSpPr txBox="1"/>
          <p:nvPr/>
        </p:nvSpPr>
        <p:spPr>
          <a:xfrm>
            <a:off x="548640" y="50784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32" name="S09-text299"/>
          <p:cNvSpPr txBox="1"/>
          <p:nvPr/>
        </p:nvSpPr>
        <p:spPr>
          <a:xfrm>
            <a:off x="1325880" y="5032756"/>
            <a:ext cx="565593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12분의 12를 1로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받아올려요.</a:t>
            </a:r>
            <a:endParaRPr lang="ko-KR" sz="2800" dirty="0"/>
          </a:p>
        </p:txBody>
      </p:sp>
      <p:sp>
        <p:nvSpPr>
          <p:cNvPr id="33" name="S09-op300"/>
          <p:cNvSpPr txBox="1"/>
          <p:nvPr/>
        </p:nvSpPr>
        <p:spPr>
          <a:xfrm>
            <a:off x="6981810" y="50327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34" name="S09-num301"/>
          <p:cNvSpPr txBox="1"/>
          <p:nvPr/>
        </p:nvSpPr>
        <p:spPr>
          <a:xfrm>
            <a:off x="7496922" y="5032756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35" name="S09-num302"/>
          <p:cNvSpPr txBox="1"/>
          <p:nvPr/>
        </p:nvSpPr>
        <p:spPr>
          <a:xfrm>
            <a:off x="7786482" y="503275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800" dirty="0"/>
          </a:p>
        </p:txBody>
      </p:sp>
      <p:sp>
        <p:nvSpPr>
          <p:cNvPr id="36" name="S09-fracbar303"/>
          <p:cNvSpPr/>
          <p:nvPr/>
        </p:nvSpPr>
        <p:spPr>
          <a:xfrm>
            <a:off x="7823058" y="548894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7" name="S09-num304"/>
          <p:cNvSpPr txBox="1"/>
          <p:nvPr/>
        </p:nvSpPr>
        <p:spPr>
          <a:xfrm>
            <a:off x="7786482" y="552551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대분수의 덧셈</a:t>
            </a:r>
            <a:endParaRPr lang="ko-KR" sz="4000" dirty="0"/>
          </a:p>
        </p:txBody>
      </p:sp>
      <p:sp>
        <p:nvSpPr>
          <p:cNvPr id="3" name="S10-text30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□를 채워요.</a:t>
            </a:r>
            <a:endParaRPr lang="ko-KR" sz="2800" dirty="0"/>
          </a:p>
        </p:txBody>
      </p:sp>
      <p:sp>
        <p:nvSpPr>
          <p:cNvPr id="4" name="S10-card30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30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분수끼리 더해 1이 넘으면 받아올려요.</a:t>
            </a:r>
            <a:endParaRPr lang="ko-KR" sz="2800" dirty="0"/>
          </a:p>
        </p:txBody>
      </p:sp>
      <p:sp>
        <p:nvSpPr>
          <p:cNvPr id="6" name="S10-chip308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10-num309"/>
          <p:cNvSpPr txBox="1"/>
          <p:nvPr/>
        </p:nvSpPr>
        <p:spPr>
          <a:xfrm>
            <a:off x="1344168" y="2012696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8" name="S10-num310"/>
          <p:cNvSpPr txBox="1"/>
          <p:nvPr/>
        </p:nvSpPr>
        <p:spPr>
          <a:xfrm>
            <a:off x="1633728" y="20126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9" name="S10-fracbar311"/>
          <p:cNvSpPr/>
          <p:nvPr/>
        </p:nvSpPr>
        <p:spPr>
          <a:xfrm>
            <a:off x="1670304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10-num312"/>
          <p:cNvSpPr txBox="1"/>
          <p:nvPr/>
        </p:nvSpPr>
        <p:spPr>
          <a:xfrm>
            <a:off x="1633728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11" name="S10-op313"/>
          <p:cNvSpPr txBox="1"/>
          <p:nvPr/>
        </p:nvSpPr>
        <p:spPr>
          <a:xfrm>
            <a:off x="2226564" y="201269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800" dirty="0"/>
          </a:p>
        </p:txBody>
      </p:sp>
      <p:sp>
        <p:nvSpPr>
          <p:cNvPr id="12" name="S10-num314"/>
          <p:cNvSpPr txBox="1"/>
          <p:nvPr/>
        </p:nvSpPr>
        <p:spPr>
          <a:xfrm>
            <a:off x="2741676" y="2012696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13" name="S10-num315"/>
          <p:cNvSpPr txBox="1"/>
          <p:nvPr/>
        </p:nvSpPr>
        <p:spPr>
          <a:xfrm>
            <a:off x="3031236" y="20126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14" name="S10-fracbar316"/>
          <p:cNvSpPr/>
          <p:nvPr/>
        </p:nvSpPr>
        <p:spPr>
          <a:xfrm>
            <a:off x="3067812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10-num317"/>
          <p:cNvSpPr txBox="1"/>
          <p:nvPr/>
        </p:nvSpPr>
        <p:spPr>
          <a:xfrm>
            <a:off x="3031236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16" name="S10-op318"/>
          <p:cNvSpPr txBox="1"/>
          <p:nvPr/>
        </p:nvSpPr>
        <p:spPr>
          <a:xfrm>
            <a:off x="3624072" y="201269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17" name="S10-blank319"/>
          <p:cNvSpPr/>
          <p:nvPr/>
        </p:nvSpPr>
        <p:spPr>
          <a:xfrm>
            <a:off x="4139184" y="231362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8" name="S10-blank320"/>
          <p:cNvSpPr/>
          <p:nvPr/>
        </p:nvSpPr>
        <p:spPr>
          <a:xfrm>
            <a:off x="4609145" y="206724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9" name="S10-fracbar321"/>
          <p:cNvSpPr/>
          <p:nvPr/>
        </p:nvSpPr>
        <p:spPr>
          <a:xfrm>
            <a:off x="4559422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10-num322"/>
          <p:cNvSpPr txBox="1"/>
          <p:nvPr/>
        </p:nvSpPr>
        <p:spPr>
          <a:xfrm>
            <a:off x="4522846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21" name="S10-chip323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22" name="S10-num324"/>
          <p:cNvSpPr txBox="1"/>
          <p:nvPr/>
        </p:nvSpPr>
        <p:spPr>
          <a:xfrm>
            <a:off x="1344168" y="3109976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23" name="S10-num325"/>
          <p:cNvSpPr txBox="1"/>
          <p:nvPr/>
        </p:nvSpPr>
        <p:spPr>
          <a:xfrm>
            <a:off x="1633728" y="31099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24" name="S10-fracbar326"/>
          <p:cNvSpPr/>
          <p:nvPr/>
        </p:nvSpPr>
        <p:spPr>
          <a:xfrm>
            <a:off x="1670304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10-num327"/>
          <p:cNvSpPr txBox="1"/>
          <p:nvPr/>
        </p:nvSpPr>
        <p:spPr>
          <a:xfrm>
            <a:off x="1633728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26" name="S10-op328"/>
          <p:cNvSpPr txBox="1"/>
          <p:nvPr/>
        </p:nvSpPr>
        <p:spPr>
          <a:xfrm>
            <a:off x="2226564" y="310997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800" dirty="0"/>
          </a:p>
        </p:txBody>
      </p:sp>
      <p:sp>
        <p:nvSpPr>
          <p:cNvPr id="27" name="S10-num329"/>
          <p:cNvSpPr txBox="1"/>
          <p:nvPr/>
        </p:nvSpPr>
        <p:spPr>
          <a:xfrm>
            <a:off x="2741676" y="3109976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28" name="S10-num330"/>
          <p:cNvSpPr txBox="1"/>
          <p:nvPr/>
        </p:nvSpPr>
        <p:spPr>
          <a:xfrm>
            <a:off x="3031236" y="310997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29" name="S10-fracbar331"/>
          <p:cNvSpPr/>
          <p:nvPr/>
        </p:nvSpPr>
        <p:spPr>
          <a:xfrm>
            <a:off x="3067812" y="356616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10-num332"/>
          <p:cNvSpPr txBox="1"/>
          <p:nvPr/>
        </p:nvSpPr>
        <p:spPr>
          <a:xfrm>
            <a:off x="3031236" y="360273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800" dirty="0"/>
          </a:p>
        </p:txBody>
      </p:sp>
      <p:sp>
        <p:nvSpPr>
          <p:cNvPr id="31" name="S10-op333"/>
          <p:cNvSpPr txBox="1"/>
          <p:nvPr/>
        </p:nvSpPr>
        <p:spPr>
          <a:xfrm>
            <a:off x="3718052" y="310997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32" name="S10-blank334"/>
          <p:cNvSpPr/>
          <p:nvPr/>
        </p:nvSpPr>
        <p:spPr>
          <a:xfrm>
            <a:off x="4233164" y="341090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3" name="S10-blank335"/>
          <p:cNvSpPr/>
          <p:nvPr/>
        </p:nvSpPr>
        <p:spPr>
          <a:xfrm>
            <a:off x="4750115" y="316452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4" name="S10-fracbar336"/>
          <p:cNvSpPr/>
          <p:nvPr/>
        </p:nvSpPr>
        <p:spPr>
          <a:xfrm>
            <a:off x="4653402" y="356616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5" name="S10-num337"/>
          <p:cNvSpPr txBox="1"/>
          <p:nvPr/>
        </p:nvSpPr>
        <p:spPr>
          <a:xfrm>
            <a:off x="4616826" y="360273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800" dirty="0"/>
          </a:p>
        </p:txBody>
      </p:sp>
      <p:sp>
        <p:nvSpPr>
          <p:cNvPr id="36" name="S10-chip338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37" name="S10-num339"/>
          <p:cNvSpPr txBox="1"/>
          <p:nvPr/>
        </p:nvSpPr>
        <p:spPr>
          <a:xfrm>
            <a:off x="1344168" y="4207256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38" name="S10-num340"/>
          <p:cNvSpPr txBox="1"/>
          <p:nvPr/>
        </p:nvSpPr>
        <p:spPr>
          <a:xfrm>
            <a:off x="1633728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39" name="S10-fracbar341"/>
          <p:cNvSpPr/>
          <p:nvPr/>
        </p:nvSpPr>
        <p:spPr>
          <a:xfrm>
            <a:off x="1670304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0" name="S10-num342"/>
          <p:cNvSpPr txBox="1"/>
          <p:nvPr/>
        </p:nvSpPr>
        <p:spPr>
          <a:xfrm>
            <a:off x="1633728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41" name="S10-op343"/>
          <p:cNvSpPr txBox="1"/>
          <p:nvPr/>
        </p:nvSpPr>
        <p:spPr>
          <a:xfrm>
            <a:off x="2226564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800" dirty="0"/>
          </a:p>
        </p:txBody>
      </p:sp>
      <p:sp>
        <p:nvSpPr>
          <p:cNvPr id="42" name="S10-num344"/>
          <p:cNvSpPr txBox="1"/>
          <p:nvPr/>
        </p:nvSpPr>
        <p:spPr>
          <a:xfrm>
            <a:off x="2741676" y="4207256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43" name="S10-num345"/>
          <p:cNvSpPr txBox="1"/>
          <p:nvPr/>
        </p:nvSpPr>
        <p:spPr>
          <a:xfrm>
            <a:off x="3031236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44" name="S10-fracbar346"/>
          <p:cNvSpPr/>
          <p:nvPr/>
        </p:nvSpPr>
        <p:spPr>
          <a:xfrm>
            <a:off x="3067812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5" name="S10-num347"/>
          <p:cNvSpPr txBox="1"/>
          <p:nvPr/>
        </p:nvSpPr>
        <p:spPr>
          <a:xfrm>
            <a:off x="3031236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46" name="S10-op348"/>
          <p:cNvSpPr txBox="1"/>
          <p:nvPr/>
        </p:nvSpPr>
        <p:spPr>
          <a:xfrm>
            <a:off x="3624072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47" name="S10-blank349"/>
          <p:cNvSpPr/>
          <p:nvPr/>
        </p:nvSpPr>
        <p:spPr>
          <a:xfrm>
            <a:off x="4139184" y="450818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8" name="S10-blank350"/>
          <p:cNvSpPr/>
          <p:nvPr/>
        </p:nvSpPr>
        <p:spPr>
          <a:xfrm>
            <a:off x="4656135" y="426180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9" name="S10-fracbar351"/>
          <p:cNvSpPr/>
          <p:nvPr/>
        </p:nvSpPr>
        <p:spPr>
          <a:xfrm>
            <a:off x="4559422" y="466344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0" name="S10-num352"/>
          <p:cNvSpPr txBox="1"/>
          <p:nvPr/>
        </p:nvSpPr>
        <p:spPr>
          <a:xfrm>
            <a:off x="4522846" y="470001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35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답은 기약분수나 대분수로 나타내요.</a:t>
            </a:r>
            <a:endParaRPr lang="ko-KR" sz="2800" dirty="0"/>
          </a:p>
        </p:txBody>
      </p:sp>
      <p:sp>
        <p:nvSpPr>
          <p:cNvPr id="4" name="S11-chip35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1-num355"/>
          <p:cNvSpPr txBox="1"/>
          <p:nvPr/>
        </p:nvSpPr>
        <p:spPr>
          <a:xfrm>
            <a:off x="1344168" y="22270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6" name="S11-fracbar356"/>
          <p:cNvSpPr/>
          <p:nvPr/>
        </p:nvSpPr>
        <p:spPr>
          <a:xfrm>
            <a:off x="1380744" y="27432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11-num357"/>
          <p:cNvSpPr txBox="1"/>
          <p:nvPr/>
        </p:nvSpPr>
        <p:spPr>
          <a:xfrm>
            <a:off x="1344168" y="27797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8" name="S11-op358"/>
          <p:cNvSpPr txBox="1"/>
          <p:nvPr/>
        </p:nvSpPr>
        <p:spPr>
          <a:xfrm>
            <a:off x="1990344" y="22270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3200" dirty="0"/>
          </a:p>
        </p:txBody>
      </p:sp>
      <p:sp>
        <p:nvSpPr>
          <p:cNvPr id="9" name="S11-num359"/>
          <p:cNvSpPr txBox="1"/>
          <p:nvPr/>
        </p:nvSpPr>
        <p:spPr>
          <a:xfrm>
            <a:off x="2526792" y="22270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10" name="S11-fracbar360"/>
          <p:cNvSpPr/>
          <p:nvPr/>
        </p:nvSpPr>
        <p:spPr>
          <a:xfrm>
            <a:off x="2563368" y="27432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11-num361"/>
          <p:cNvSpPr txBox="1"/>
          <p:nvPr/>
        </p:nvSpPr>
        <p:spPr>
          <a:xfrm>
            <a:off x="2526792" y="27797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12" name="S11-op362"/>
          <p:cNvSpPr txBox="1"/>
          <p:nvPr/>
        </p:nvSpPr>
        <p:spPr>
          <a:xfrm>
            <a:off x="3172968" y="22270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3" name="S11-blank363"/>
          <p:cNvSpPr/>
          <p:nvPr/>
        </p:nvSpPr>
        <p:spPr>
          <a:xfrm>
            <a:off x="3800206" y="228941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4" name="S11-fracbar364"/>
          <p:cNvSpPr/>
          <p:nvPr/>
        </p:nvSpPr>
        <p:spPr>
          <a:xfrm>
            <a:off x="3745992" y="27432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5" name="S11-blank365"/>
          <p:cNvSpPr/>
          <p:nvPr/>
        </p:nvSpPr>
        <p:spPr>
          <a:xfrm>
            <a:off x="3800206" y="284211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6" name="S11-chip366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7" name="S11-num367"/>
          <p:cNvSpPr txBox="1"/>
          <p:nvPr/>
        </p:nvSpPr>
        <p:spPr>
          <a:xfrm>
            <a:off x="7072884" y="222707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8" name="S11-fracbar368"/>
          <p:cNvSpPr/>
          <p:nvPr/>
        </p:nvSpPr>
        <p:spPr>
          <a:xfrm>
            <a:off x="7109460" y="274320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" name="S11-num369"/>
          <p:cNvSpPr txBox="1"/>
          <p:nvPr/>
        </p:nvSpPr>
        <p:spPr>
          <a:xfrm>
            <a:off x="7072884" y="277977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200" dirty="0"/>
          </a:p>
        </p:txBody>
      </p:sp>
      <p:sp>
        <p:nvSpPr>
          <p:cNvPr id="20" name="S11-op370"/>
          <p:cNvSpPr txBox="1"/>
          <p:nvPr/>
        </p:nvSpPr>
        <p:spPr>
          <a:xfrm>
            <a:off x="7818628" y="22270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3200" dirty="0"/>
          </a:p>
        </p:txBody>
      </p:sp>
      <p:sp>
        <p:nvSpPr>
          <p:cNvPr id="21" name="S11-num371"/>
          <p:cNvSpPr txBox="1"/>
          <p:nvPr/>
        </p:nvSpPr>
        <p:spPr>
          <a:xfrm>
            <a:off x="8355076" y="22270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22" name="S11-fracbar372"/>
          <p:cNvSpPr/>
          <p:nvPr/>
        </p:nvSpPr>
        <p:spPr>
          <a:xfrm>
            <a:off x="8391652" y="27432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3" name="S11-num373"/>
          <p:cNvSpPr txBox="1"/>
          <p:nvPr/>
        </p:nvSpPr>
        <p:spPr>
          <a:xfrm>
            <a:off x="8355076" y="27797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24" name="S11-op374"/>
          <p:cNvSpPr txBox="1"/>
          <p:nvPr/>
        </p:nvSpPr>
        <p:spPr>
          <a:xfrm>
            <a:off x="9001252" y="22270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5" name="S11-blank375"/>
          <p:cNvSpPr/>
          <p:nvPr/>
        </p:nvSpPr>
        <p:spPr>
          <a:xfrm>
            <a:off x="9628490" y="228941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6" name="S11-fracbar376"/>
          <p:cNvSpPr/>
          <p:nvPr/>
        </p:nvSpPr>
        <p:spPr>
          <a:xfrm>
            <a:off x="9574276" y="27432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" name="S11-blank377"/>
          <p:cNvSpPr/>
          <p:nvPr/>
        </p:nvSpPr>
        <p:spPr>
          <a:xfrm>
            <a:off x="9628490" y="284211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8" name="S11-chip378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9" name="S11-num379"/>
          <p:cNvSpPr txBox="1"/>
          <p:nvPr/>
        </p:nvSpPr>
        <p:spPr>
          <a:xfrm>
            <a:off x="1344168" y="44216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200" dirty="0"/>
          </a:p>
        </p:txBody>
      </p:sp>
      <p:sp>
        <p:nvSpPr>
          <p:cNvPr id="30" name="S11-fracbar380"/>
          <p:cNvSpPr/>
          <p:nvPr/>
        </p:nvSpPr>
        <p:spPr>
          <a:xfrm>
            <a:off x="1380744" y="4937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1" name="S11-num381"/>
          <p:cNvSpPr txBox="1"/>
          <p:nvPr/>
        </p:nvSpPr>
        <p:spPr>
          <a:xfrm>
            <a:off x="1344168" y="49743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200" dirty="0"/>
          </a:p>
        </p:txBody>
      </p:sp>
      <p:sp>
        <p:nvSpPr>
          <p:cNvPr id="32" name="S11-op382"/>
          <p:cNvSpPr txBox="1"/>
          <p:nvPr/>
        </p:nvSpPr>
        <p:spPr>
          <a:xfrm>
            <a:off x="1990344" y="442163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3200" dirty="0"/>
          </a:p>
        </p:txBody>
      </p:sp>
      <p:sp>
        <p:nvSpPr>
          <p:cNvPr id="33" name="S11-num383"/>
          <p:cNvSpPr txBox="1"/>
          <p:nvPr/>
        </p:nvSpPr>
        <p:spPr>
          <a:xfrm>
            <a:off x="2526792" y="44216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34" name="S11-fracbar384"/>
          <p:cNvSpPr/>
          <p:nvPr/>
        </p:nvSpPr>
        <p:spPr>
          <a:xfrm>
            <a:off x="2563368" y="4937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5" name="S11-num385"/>
          <p:cNvSpPr txBox="1"/>
          <p:nvPr/>
        </p:nvSpPr>
        <p:spPr>
          <a:xfrm>
            <a:off x="2526792" y="49743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36" name="S11-op386"/>
          <p:cNvSpPr txBox="1"/>
          <p:nvPr/>
        </p:nvSpPr>
        <p:spPr>
          <a:xfrm>
            <a:off x="3172968" y="442163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37" name="S11-blank387"/>
          <p:cNvSpPr/>
          <p:nvPr/>
        </p:nvSpPr>
        <p:spPr>
          <a:xfrm>
            <a:off x="3709416" y="4760326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8" name="S11-blank388"/>
          <p:cNvSpPr/>
          <p:nvPr/>
        </p:nvSpPr>
        <p:spPr>
          <a:xfrm>
            <a:off x="4228226" y="448397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9" name="S11-fracbar389"/>
          <p:cNvSpPr/>
          <p:nvPr/>
        </p:nvSpPr>
        <p:spPr>
          <a:xfrm>
            <a:off x="4174012" y="4937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0" name="S11-blank390"/>
          <p:cNvSpPr/>
          <p:nvPr/>
        </p:nvSpPr>
        <p:spPr>
          <a:xfrm>
            <a:off x="4228226" y="503667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1" name="S11-chip391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42" name="S11-num392"/>
          <p:cNvSpPr txBox="1"/>
          <p:nvPr/>
        </p:nvSpPr>
        <p:spPr>
          <a:xfrm>
            <a:off x="7072884" y="4421632"/>
            <a:ext cx="323088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43" name="S11-num393"/>
          <p:cNvSpPr txBox="1"/>
          <p:nvPr/>
        </p:nvSpPr>
        <p:spPr>
          <a:xfrm>
            <a:off x="7395972" y="44216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44" name="S11-fracbar394"/>
          <p:cNvSpPr/>
          <p:nvPr/>
        </p:nvSpPr>
        <p:spPr>
          <a:xfrm>
            <a:off x="7432548" y="4937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5" name="S11-num395"/>
          <p:cNvSpPr txBox="1"/>
          <p:nvPr/>
        </p:nvSpPr>
        <p:spPr>
          <a:xfrm>
            <a:off x="7395972" y="49743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46" name="S11-op396"/>
          <p:cNvSpPr txBox="1"/>
          <p:nvPr/>
        </p:nvSpPr>
        <p:spPr>
          <a:xfrm>
            <a:off x="8042148" y="442163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3200" dirty="0"/>
          </a:p>
        </p:txBody>
      </p:sp>
      <p:sp>
        <p:nvSpPr>
          <p:cNvPr id="47" name="S11-num397"/>
          <p:cNvSpPr txBox="1"/>
          <p:nvPr/>
        </p:nvSpPr>
        <p:spPr>
          <a:xfrm>
            <a:off x="8578596" y="4421632"/>
            <a:ext cx="323088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48" name="S11-num398"/>
          <p:cNvSpPr txBox="1"/>
          <p:nvPr/>
        </p:nvSpPr>
        <p:spPr>
          <a:xfrm>
            <a:off x="8901684" y="44216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49" name="S11-fracbar399"/>
          <p:cNvSpPr/>
          <p:nvPr/>
        </p:nvSpPr>
        <p:spPr>
          <a:xfrm>
            <a:off x="8938260" y="4937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0" name="S11-num400"/>
          <p:cNvSpPr txBox="1"/>
          <p:nvPr/>
        </p:nvSpPr>
        <p:spPr>
          <a:xfrm>
            <a:off x="8901684" y="49743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200" dirty="0"/>
          </a:p>
        </p:txBody>
      </p:sp>
      <p:sp>
        <p:nvSpPr>
          <p:cNvPr id="51" name="S11-op401"/>
          <p:cNvSpPr txBox="1"/>
          <p:nvPr/>
        </p:nvSpPr>
        <p:spPr>
          <a:xfrm>
            <a:off x="9547860" y="442163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52" name="S11-blank402"/>
          <p:cNvSpPr/>
          <p:nvPr/>
        </p:nvSpPr>
        <p:spPr>
          <a:xfrm>
            <a:off x="10084308" y="4760326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53" name="S11-blank403"/>
          <p:cNvSpPr/>
          <p:nvPr/>
        </p:nvSpPr>
        <p:spPr>
          <a:xfrm>
            <a:off x="10603118" y="448397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54" name="S11-fracbar404"/>
          <p:cNvSpPr/>
          <p:nvPr/>
        </p:nvSpPr>
        <p:spPr>
          <a:xfrm>
            <a:off x="10548904" y="4937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5" name="S11-blank405"/>
          <p:cNvSpPr/>
          <p:nvPr/>
        </p:nvSpPr>
        <p:spPr>
          <a:xfrm>
            <a:off x="10603118" y="503667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2-card40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40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답이 1보다 크면 대분수로, 약분되면 기약분수로 고치게 하세요.</a:t>
            </a:r>
            <a:endParaRPr lang="ko-KR" sz="2800" dirty="0"/>
          </a:p>
        </p:txBody>
      </p:sp>
      <p:sp>
        <p:nvSpPr>
          <p:cNvPr id="5" name="S12-chip408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2-text409"/>
          <p:cNvSpPr txBox="1"/>
          <p:nvPr/>
        </p:nvSpPr>
        <p:spPr>
          <a:xfrm>
            <a:off x="548640" y="20574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15분의 13</a:t>
            </a:r>
            <a:endParaRPr lang="ko-KR" sz="2800" dirty="0"/>
          </a:p>
        </p:txBody>
      </p:sp>
      <p:sp>
        <p:nvSpPr>
          <p:cNvPr id="7" name="S12-text410"/>
          <p:cNvSpPr txBox="1"/>
          <p:nvPr/>
        </p:nvSpPr>
        <p:spPr>
          <a:xfrm>
            <a:off x="548640" y="28575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15분의 7</a:t>
            </a:r>
            <a:endParaRPr lang="ko-KR" sz="2800" dirty="0"/>
          </a:p>
        </p:txBody>
      </p:sp>
      <p:sp>
        <p:nvSpPr>
          <p:cNvPr id="8" name="S12-text411"/>
          <p:cNvSpPr txBox="1"/>
          <p:nvPr/>
        </p:nvSpPr>
        <p:spPr>
          <a:xfrm>
            <a:off x="548640" y="36576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1과 8분의 3</a:t>
            </a:r>
            <a:endParaRPr lang="ko-KR" sz="2800" dirty="0"/>
          </a:p>
        </p:txBody>
      </p:sp>
      <p:sp>
        <p:nvSpPr>
          <p:cNvPr id="9" name="S12-text412"/>
          <p:cNvSpPr txBox="1"/>
          <p:nvPr/>
        </p:nvSpPr>
        <p:spPr>
          <a:xfrm>
            <a:off x="548640" y="44577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4와 18분의 5</a:t>
            </a:r>
            <a:endParaRPr lang="ko-KR" sz="2800" dirty="0"/>
          </a:p>
        </p:txBody>
      </p:sp>
      <p:sp>
        <p:nvSpPr>
          <p:cNvPr id="10" name="S12-chip413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1" name="S12-num414"/>
          <p:cNvSpPr txBox="1"/>
          <p:nvPr/>
        </p:nvSpPr>
        <p:spPr>
          <a:xfrm>
            <a:off x="6277356" y="2096008"/>
            <a:ext cx="547624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12" name="S12-fracbar415"/>
          <p:cNvSpPr/>
          <p:nvPr/>
        </p:nvSpPr>
        <p:spPr>
          <a:xfrm>
            <a:off x="6313932" y="2522220"/>
            <a:ext cx="474472" cy="0"/>
          </a:xfrm>
          <a:prstGeom prst="line">
            <a:avLst/>
          </a:prstGeom>
          <a:noFill/>
          <a:ln w="20638">
            <a:solidFill>
              <a:srgbClr val="1F2937"/>
            </a:solidFill>
            <a:prstDash val="solid"/>
          </a:ln>
        </p:spPr>
      </p:sp>
      <p:sp>
        <p:nvSpPr>
          <p:cNvPr id="13" name="S12-num416"/>
          <p:cNvSpPr txBox="1"/>
          <p:nvPr/>
        </p:nvSpPr>
        <p:spPr>
          <a:xfrm>
            <a:off x="6277356" y="2558796"/>
            <a:ext cx="547624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ko-KR" sz="2600" dirty="0"/>
          </a:p>
        </p:txBody>
      </p:sp>
      <p:sp>
        <p:nvSpPr>
          <p:cNvPr id="14" name="S12-text417"/>
          <p:cNvSpPr txBox="1"/>
          <p:nvPr/>
        </p:nvSpPr>
        <p:spPr>
          <a:xfrm>
            <a:off x="9095994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분모끼리 더함</a:t>
            </a:r>
            <a:endParaRPr lang="ko-KR" sz="2200" dirty="0"/>
          </a:p>
        </p:txBody>
      </p:sp>
      <p:sp>
        <p:nvSpPr>
          <p:cNvPr id="15" name="S12-num418"/>
          <p:cNvSpPr txBox="1"/>
          <p:nvPr/>
        </p:nvSpPr>
        <p:spPr>
          <a:xfrm>
            <a:off x="6277356" y="3162808"/>
            <a:ext cx="547624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ko-KR" sz="2600" dirty="0"/>
          </a:p>
        </p:txBody>
      </p:sp>
      <p:sp>
        <p:nvSpPr>
          <p:cNvPr id="16" name="S12-fracbar419"/>
          <p:cNvSpPr/>
          <p:nvPr/>
        </p:nvSpPr>
        <p:spPr>
          <a:xfrm>
            <a:off x="6313932" y="3589020"/>
            <a:ext cx="474472" cy="0"/>
          </a:xfrm>
          <a:prstGeom prst="line">
            <a:avLst/>
          </a:prstGeom>
          <a:noFill/>
          <a:ln w="20638">
            <a:solidFill>
              <a:srgbClr val="1F2937"/>
            </a:solidFill>
            <a:prstDash val="solid"/>
          </a:ln>
        </p:spPr>
      </p:sp>
      <p:sp>
        <p:nvSpPr>
          <p:cNvPr id="17" name="S12-num420"/>
          <p:cNvSpPr txBox="1"/>
          <p:nvPr/>
        </p:nvSpPr>
        <p:spPr>
          <a:xfrm>
            <a:off x="6277356" y="3625596"/>
            <a:ext cx="547624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2600" dirty="0"/>
          </a:p>
        </p:txBody>
      </p:sp>
      <p:sp>
        <p:nvSpPr>
          <p:cNvPr id="18" name="S12-text421"/>
          <p:cNvSpPr txBox="1"/>
          <p:nvPr/>
        </p:nvSpPr>
        <p:spPr>
          <a:xfrm>
            <a:off x="9095994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약분 안 함</a:t>
            </a:r>
            <a:endParaRPr lang="ko-KR" sz="2200" dirty="0"/>
          </a:p>
        </p:txBody>
      </p:sp>
      <p:sp>
        <p:nvSpPr>
          <p:cNvPr id="19" name="S12-num422"/>
          <p:cNvSpPr txBox="1"/>
          <p:nvPr/>
        </p:nvSpPr>
        <p:spPr>
          <a:xfrm>
            <a:off x="6277356" y="4229608"/>
            <a:ext cx="27279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20" name="S12-num423"/>
          <p:cNvSpPr txBox="1"/>
          <p:nvPr/>
        </p:nvSpPr>
        <p:spPr>
          <a:xfrm>
            <a:off x="6550152" y="4229608"/>
            <a:ext cx="547624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ko-KR" sz="2600" dirty="0"/>
          </a:p>
        </p:txBody>
      </p:sp>
      <p:sp>
        <p:nvSpPr>
          <p:cNvPr id="21" name="S12-fracbar424"/>
          <p:cNvSpPr/>
          <p:nvPr/>
        </p:nvSpPr>
        <p:spPr>
          <a:xfrm>
            <a:off x="6586728" y="4655820"/>
            <a:ext cx="474472" cy="0"/>
          </a:xfrm>
          <a:prstGeom prst="line">
            <a:avLst/>
          </a:prstGeom>
          <a:noFill/>
          <a:ln w="20638">
            <a:solidFill>
              <a:srgbClr val="1F2937"/>
            </a:solidFill>
            <a:prstDash val="solid"/>
          </a:ln>
        </p:spPr>
      </p:sp>
      <p:sp>
        <p:nvSpPr>
          <p:cNvPr id="22" name="S12-num425"/>
          <p:cNvSpPr txBox="1"/>
          <p:nvPr/>
        </p:nvSpPr>
        <p:spPr>
          <a:xfrm>
            <a:off x="6550152" y="4692396"/>
            <a:ext cx="547624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ko-KR" sz="2600" dirty="0"/>
          </a:p>
        </p:txBody>
      </p:sp>
      <p:sp>
        <p:nvSpPr>
          <p:cNvPr id="23" name="S12-text426"/>
          <p:cNvSpPr txBox="1"/>
          <p:nvPr/>
        </p:nvSpPr>
        <p:spPr>
          <a:xfrm>
            <a:off x="9095994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받아올림 안 함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답은?</a:t>
            </a:r>
            <a:endParaRPr lang="ko-KR" sz="4000" dirty="0"/>
          </a:p>
        </p:txBody>
      </p:sp>
      <p:sp>
        <p:nvSpPr>
          <p:cNvPr id="3" name="S13-text42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 3 + 3분의 2의 답으로 알맞은 것은?</a:t>
            </a:r>
            <a:endParaRPr lang="ko-KR" sz="2800" dirty="0"/>
          </a:p>
        </p:txBody>
      </p:sp>
      <p:sp>
        <p:nvSpPr>
          <p:cNvPr id="4" name="S13-card4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4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고르고, 답이 1보다 큰지 작은지로 까닭을 말해요.</a:t>
            </a:r>
            <a:endParaRPr lang="ko-KR" sz="2800" dirty="0"/>
          </a:p>
        </p:txBody>
      </p:sp>
      <p:sp>
        <p:nvSpPr>
          <p:cNvPr id="6" name="S13-chip430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13-num431"/>
          <p:cNvSpPr txBox="1"/>
          <p:nvPr/>
        </p:nvSpPr>
        <p:spPr>
          <a:xfrm>
            <a:off x="1927098" y="3222244"/>
            <a:ext cx="696468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4400" dirty="0"/>
          </a:p>
        </p:txBody>
      </p:sp>
      <p:sp>
        <p:nvSpPr>
          <p:cNvPr id="8" name="S13-fracbar432"/>
          <p:cNvSpPr/>
          <p:nvPr/>
        </p:nvSpPr>
        <p:spPr>
          <a:xfrm>
            <a:off x="1963674" y="3918204"/>
            <a:ext cx="623316" cy="0"/>
          </a:xfrm>
          <a:prstGeom prst="line">
            <a:avLst/>
          </a:prstGeom>
          <a:noFill/>
          <a:ln w="34925">
            <a:solidFill>
              <a:srgbClr val="1F2937"/>
            </a:solidFill>
            <a:prstDash val="solid"/>
          </a:ln>
        </p:spPr>
      </p:sp>
      <p:sp>
        <p:nvSpPr>
          <p:cNvPr id="9" name="S13-num433"/>
          <p:cNvSpPr txBox="1"/>
          <p:nvPr/>
        </p:nvSpPr>
        <p:spPr>
          <a:xfrm>
            <a:off x="1927098" y="3954780"/>
            <a:ext cx="696468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4400" dirty="0"/>
          </a:p>
        </p:txBody>
      </p:sp>
      <p:sp>
        <p:nvSpPr>
          <p:cNvPr id="10" name="S13-chip434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1" name="S13-num435"/>
          <p:cNvSpPr txBox="1"/>
          <p:nvPr/>
        </p:nvSpPr>
        <p:spPr>
          <a:xfrm>
            <a:off x="5476240" y="3222244"/>
            <a:ext cx="423672" cy="139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4400" dirty="0"/>
          </a:p>
        </p:txBody>
      </p:sp>
      <p:sp>
        <p:nvSpPr>
          <p:cNvPr id="12" name="S13-num436"/>
          <p:cNvSpPr txBox="1"/>
          <p:nvPr/>
        </p:nvSpPr>
        <p:spPr>
          <a:xfrm>
            <a:off x="5899912" y="3222244"/>
            <a:ext cx="812800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4400" dirty="0"/>
          </a:p>
        </p:txBody>
      </p:sp>
      <p:sp>
        <p:nvSpPr>
          <p:cNvPr id="13" name="S13-fracbar437"/>
          <p:cNvSpPr/>
          <p:nvPr/>
        </p:nvSpPr>
        <p:spPr>
          <a:xfrm>
            <a:off x="5936488" y="3918204"/>
            <a:ext cx="739648" cy="0"/>
          </a:xfrm>
          <a:prstGeom prst="line">
            <a:avLst/>
          </a:prstGeom>
          <a:noFill/>
          <a:ln w="34925">
            <a:solidFill>
              <a:srgbClr val="1F2937"/>
            </a:solidFill>
            <a:prstDash val="solid"/>
          </a:ln>
        </p:spPr>
      </p:sp>
      <p:sp>
        <p:nvSpPr>
          <p:cNvPr id="14" name="S13-num438"/>
          <p:cNvSpPr txBox="1"/>
          <p:nvPr/>
        </p:nvSpPr>
        <p:spPr>
          <a:xfrm>
            <a:off x="5899912" y="3954780"/>
            <a:ext cx="812800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4400" dirty="0"/>
          </a:p>
        </p:txBody>
      </p:sp>
      <p:sp>
        <p:nvSpPr>
          <p:cNvPr id="15" name="S13-chip439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6" name="S13-num440"/>
          <p:cNvSpPr txBox="1"/>
          <p:nvPr/>
        </p:nvSpPr>
        <p:spPr>
          <a:xfrm>
            <a:off x="9507220" y="3222244"/>
            <a:ext cx="812800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4400" dirty="0"/>
          </a:p>
        </p:txBody>
      </p:sp>
      <p:sp>
        <p:nvSpPr>
          <p:cNvPr id="17" name="S13-fracbar441"/>
          <p:cNvSpPr/>
          <p:nvPr/>
        </p:nvSpPr>
        <p:spPr>
          <a:xfrm>
            <a:off x="9543796" y="3918204"/>
            <a:ext cx="739648" cy="0"/>
          </a:xfrm>
          <a:prstGeom prst="line">
            <a:avLst/>
          </a:prstGeom>
          <a:noFill/>
          <a:ln w="34925">
            <a:solidFill>
              <a:srgbClr val="1F2937"/>
            </a:solidFill>
            <a:prstDash val="solid"/>
          </a:ln>
        </p:spPr>
      </p:sp>
      <p:sp>
        <p:nvSpPr>
          <p:cNvPr id="18" name="S13-num442"/>
          <p:cNvSpPr txBox="1"/>
          <p:nvPr/>
        </p:nvSpPr>
        <p:spPr>
          <a:xfrm>
            <a:off x="9507220" y="3954780"/>
            <a:ext cx="812800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44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44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통분해서 분자끼리 더하고, 답은 기약분수나 대분수로 나타내요.</a:t>
            </a:r>
            <a:endParaRPr lang="ko-KR" sz="2800" dirty="0"/>
          </a:p>
        </p:txBody>
      </p:sp>
      <p:sp>
        <p:nvSpPr>
          <p:cNvPr id="5" name="S14-chip445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통분한 뒤 분자끼리 더하기</a:t>
            </a:r>
            <a:endParaRPr lang="ko-KR" sz="2200" dirty="0"/>
          </a:p>
        </p:txBody>
      </p:sp>
      <p:sp>
        <p:nvSpPr>
          <p:cNvPr id="6" name="S14-chip446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분모끼리 더하기</a:t>
            </a:r>
            <a:endParaRPr lang="ko-KR" sz="2200" dirty="0"/>
          </a:p>
        </p:txBody>
      </p:sp>
      <p:sp>
        <p:nvSpPr>
          <p:cNvPr id="7" name="S14-text447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op448"/>
          <p:cNvSpPr txBox="1"/>
          <p:nvPr/>
        </p:nvSpPr>
        <p:spPr>
          <a:xfrm>
            <a:off x="548640" y="4237228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9" name="S14-num449"/>
          <p:cNvSpPr txBox="1"/>
          <p:nvPr/>
        </p:nvSpPr>
        <p:spPr>
          <a:xfrm>
            <a:off x="1237996" y="423722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10" name="S14-fracbar450"/>
          <p:cNvSpPr/>
          <p:nvPr/>
        </p:nvSpPr>
        <p:spPr>
          <a:xfrm>
            <a:off x="1274572" y="4663440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11" name="S14-num451"/>
          <p:cNvSpPr txBox="1"/>
          <p:nvPr/>
        </p:nvSpPr>
        <p:spPr>
          <a:xfrm>
            <a:off x="1237996" y="470001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12" name="S14-op452"/>
          <p:cNvSpPr txBox="1"/>
          <p:nvPr/>
        </p:nvSpPr>
        <p:spPr>
          <a:xfrm>
            <a:off x="1804162" y="4237228"/>
            <a:ext cx="39471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600" dirty="0"/>
          </a:p>
        </p:txBody>
      </p:sp>
      <p:sp>
        <p:nvSpPr>
          <p:cNvPr id="13" name="S14-num453"/>
          <p:cNvSpPr txBox="1"/>
          <p:nvPr/>
        </p:nvSpPr>
        <p:spPr>
          <a:xfrm>
            <a:off x="2308606" y="423722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4" name="S14-fracbar454"/>
          <p:cNvSpPr/>
          <p:nvPr/>
        </p:nvSpPr>
        <p:spPr>
          <a:xfrm>
            <a:off x="2345182" y="4663440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15" name="S14-num455"/>
          <p:cNvSpPr txBox="1"/>
          <p:nvPr/>
        </p:nvSpPr>
        <p:spPr>
          <a:xfrm>
            <a:off x="2308606" y="470001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6" name="S14-op456"/>
          <p:cNvSpPr txBox="1"/>
          <p:nvPr/>
        </p:nvSpPr>
        <p:spPr>
          <a:xfrm>
            <a:off x="4322064" y="4237228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7" name="S14-num457"/>
          <p:cNvSpPr txBox="1"/>
          <p:nvPr/>
        </p:nvSpPr>
        <p:spPr>
          <a:xfrm>
            <a:off x="5011420" y="423722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18" name="S14-fracbar458"/>
          <p:cNvSpPr/>
          <p:nvPr/>
        </p:nvSpPr>
        <p:spPr>
          <a:xfrm>
            <a:off x="5047996" y="4663440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19" name="S14-num459"/>
          <p:cNvSpPr txBox="1"/>
          <p:nvPr/>
        </p:nvSpPr>
        <p:spPr>
          <a:xfrm>
            <a:off x="5011420" y="470001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20" name="S14-op460"/>
          <p:cNvSpPr txBox="1"/>
          <p:nvPr/>
        </p:nvSpPr>
        <p:spPr>
          <a:xfrm>
            <a:off x="5577586" y="4237228"/>
            <a:ext cx="39471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600" dirty="0"/>
          </a:p>
        </p:txBody>
      </p:sp>
      <p:sp>
        <p:nvSpPr>
          <p:cNvPr id="21" name="S14-num461"/>
          <p:cNvSpPr txBox="1"/>
          <p:nvPr/>
        </p:nvSpPr>
        <p:spPr>
          <a:xfrm>
            <a:off x="6082030" y="423722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22" name="S14-fracbar462"/>
          <p:cNvSpPr/>
          <p:nvPr/>
        </p:nvSpPr>
        <p:spPr>
          <a:xfrm>
            <a:off x="6118606" y="4663440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23" name="S14-num463"/>
          <p:cNvSpPr txBox="1"/>
          <p:nvPr/>
        </p:nvSpPr>
        <p:spPr>
          <a:xfrm>
            <a:off x="6082030" y="470001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24" name="S14-op464"/>
          <p:cNvSpPr txBox="1"/>
          <p:nvPr/>
        </p:nvSpPr>
        <p:spPr>
          <a:xfrm>
            <a:off x="8095488" y="4237228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25" name="S14-num465"/>
          <p:cNvSpPr txBox="1"/>
          <p:nvPr/>
        </p:nvSpPr>
        <p:spPr>
          <a:xfrm>
            <a:off x="8784844" y="4237228"/>
            <a:ext cx="27279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26" name="S14-num466"/>
          <p:cNvSpPr txBox="1"/>
          <p:nvPr/>
        </p:nvSpPr>
        <p:spPr>
          <a:xfrm>
            <a:off x="9057640" y="423722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27" name="S14-fracbar467"/>
          <p:cNvSpPr/>
          <p:nvPr/>
        </p:nvSpPr>
        <p:spPr>
          <a:xfrm>
            <a:off x="9094216" y="4663440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28" name="S14-num468"/>
          <p:cNvSpPr txBox="1"/>
          <p:nvPr/>
        </p:nvSpPr>
        <p:spPr>
          <a:xfrm>
            <a:off x="9057640" y="470001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29" name="S14-op469"/>
          <p:cNvSpPr txBox="1"/>
          <p:nvPr/>
        </p:nvSpPr>
        <p:spPr>
          <a:xfrm>
            <a:off x="9623806" y="4237228"/>
            <a:ext cx="39471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600" dirty="0"/>
          </a:p>
        </p:txBody>
      </p:sp>
      <p:sp>
        <p:nvSpPr>
          <p:cNvPr id="30" name="S14-num470"/>
          <p:cNvSpPr txBox="1"/>
          <p:nvPr/>
        </p:nvSpPr>
        <p:spPr>
          <a:xfrm>
            <a:off x="10128250" y="4237228"/>
            <a:ext cx="27279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31" name="S14-num471"/>
          <p:cNvSpPr txBox="1"/>
          <p:nvPr/>
        </p:nvSpPr>
        <p:spPr>
          <a:xfrm>
            <a:off x="10401046" y="423722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32" name="S14-fracbar472"/>
          <p:cNvSpPr/>
          <p:nvPr/>
        </p:nvSpPr>
        <p:spPr>
          <a:xfrm>
            <a:off x="10437622" y="4663440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33" name="S14-num473"/>
          <p:cNvSpPr txBox="1"/>
          <p:nvPr/>
        </p:nvSpPr>
        <p:spPr>
          <a:xfrm>
            <a:off x="10401046" y="470001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34" name="S14-text474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분모가 다른 분수의 뺄셈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분모가 같은 분수의 덧셈</a:t>
            </a:r>
            <a:endParaRPr lang="ko-KR" sz="4000" dirty="0"/>
          </a:p>
        </p:txBody>
      </p:sp>
      <p:sp>
        <p:nvSpPr>
          <p:cNvPr id="3" name="S15-text47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분모가 같으면 분자끼리 더해요.</a:t>
            </a:r>
            <a:endParaRPr lang="ko-KR" sz="2800" dirty="0"/>
          </a:p>
        </p:txBody>
      </p:sp>
      <p:sp>
        <p:nvSpPr>
          <p:cNvPr id="4" name="S15-card476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477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7분의 2 + 7분의 3 = 7분의 5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분모는 그대로, 7분의 1이 2개 + 3개 = 5개</a:t>
            </a:r>
            <a:endParaRPr lang="ko-KR" sz="2800" dirty="0"/>
          </a:p>
        </p:txBody>
      </p:sp>
      <p:sp>
        <p:nvSpPr>
          <p:cNvPr id="6" name="S15-num478"/>
          <p:cNvSpPr txBox="1"/>
          <p:nvPr/>
        </p:nvSpPr>
        <p:spPr>
          <a:xfrm>
            <a:off x="784289" y="2072809"/>
            <a:ext cx="44310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500" dirty="0"/>
          </a:p>
        </p:txBody>
      </p:sp>
      <p:sp>
        <p:nvSpPr>
          <p:cNvPr id="7" name="S15-fracbar479"/>
          <p:cNvSpPr/>
          <p:nvPr/>
        </p:nvSpPr>
        <p:spPr>
          <a:xfrm>
            <a:off x="820865" y="2484035"/>
            <a:ext cx="369951" cy="0"/>
          </a:xfrm>
          <a:prstGeom prst="line">
            <a:avLst/>
          </a:prstGeom>
          <a:noFill/>
          <a:ln w="19844">
            <a:solidFill>
              <a:srgbClr val="1F2937"/>
            </a:solidFill>
            <a:prstDash val="solid"/>
          </a:ln>
        </p:spPr>
      </p:sp>
      <p:sp>
        <p:nvSpPr>
          <p:cNvPr id="8" name="S15-num480"/>
          <p:cNvSpPr txBox="1"/>
          <p:nvPr/>
        </p:nvSpPr>
        <p:spPr>
          <a:xfrm>
            <a:off x="784289" y="2520611"/>
            <a:ext cx="44310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500" dirty="0"/>
          </a:p>
        </p:txBody>
      </p:sp>
      <p:sp>
        <p:nvSpPr>
          <p:cNvPr id="9" name="S15-cell481"/>
          <p:cNvSpPr/>
          <p:nvPr/>
        </p:nvSpPr>
        <p:spPr>
          <a:xfrm>
            <a:off x="1600200" y="2148840"/>
            <a:ext cx="143430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15-cell482"/>
          <p:cNvSpPr/>
          <p:nvPr/>
        </p:nvSpPr>
        <p:spPr>
          <a:xfrm>
            <a:off x="3034502" y="2148840"/>
            <a:ext cx="143430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5-cell483"/>
          <p:cNvSpPr/>
          <p:nvPr/>
        </p:nvSpPr>
        <p:spPr>
          <a:xfrm>
            <a:off x="4468803" y="2148840"/>
            <a:ext cx="143430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15-cell484"/>
          <p:cNvSpPr/>
          <p:nvPr/>
        </p:nvSpPr>
        <p:spPr>
          <a:xfrm>
            <a:off x="5903105" y="2148840"/>
            <a:ext cx="143430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5-cell485"/>
          <p:cNvSpPr/>
          <p:nvPr/>
        </p:nvSpPr>
        <p:spPr>
          <a:xfrm>
            <a:off x="7337407" y="2148840"/>
            <a:ext cx="143430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15-cell486"/>
          <p:cNvSpPr/>
          <p:nvPr/>
        </p:nvSpPr>
        <p:spPr>
          <a:xfrm>
            <a:off x="8771709" y="2148840"/>
            <a:ext cx="143430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5-cell487"/>
          <p:cNvSpPr/>
          <p:nvPr/>
        </p:nvSpPr>
        <p:spPr>
          <a:xfrm>
            <a:off x="10206010" y="2148840"/>
            <a:ext cx="143430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15-figure488" descr="똑같이 7칸으로 나눈 띠, 2칸 색칠"/>
          <p:cNvSpPr/>
          <p:nvPr/>
        </p:nvSpPr>
        <p:spPr>
          <a:xfrm>
            <a:off x="1600200" y="2148840"/>
            <a:ext cx="10040112" cy="670391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7" name="S15-num489"/>
          <p:cNvSpPr txBox="1"/>
          <p:nvPr/>
        </p:nvSpPr>
        <p:spPr>
          <a:xfrm>
            <a:off x="784289" y="2999232"/>
            <a:ext cx="44310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500" dirty="0"/>
          </a:p>
        </p:txBody>
      </p:sp>
      <p:sp>
        <p:nvSpPr>
          <p:cNvPr id="18" name="S15-fracbar490"/>
          <p:cNvSpPr/>
          <p:nvPr/>
        </p:nvSpPr>
        <p:spPr>
          <a:xfrm>
            <a:off x="820865" y="3410458"/>
            <a:ext cx="369951" cy="0"/>
          </a:xfrm>
          <a:prstGeom prst="line">
            <a:avLst/>
          </a:prstGeom>
          <a:noFill/>
          <a:ln w="19844">
            <a:solidFill>
              <a:srgbClr val="1F2937"/>
            </a:solidFill>
            <a:prstDash val="solid"/>
          </a:ln>
        </p:spPr>
      </p:sp>
      <p:sp>
        <p:nvSpPr>
          <p:cNvPr id="19" name="S15-num491"/>
          <p:cNvSpPr txBox="1"/>
          <p:nvPr/>
        </p:nvSpPr>
        <p:spPr>
          <a:xfrm>
            <a:off x="784289" y="3447034"/>
            <a:ext cx="44310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500" dirty="0"/>
          </a:p>
        </p:txBody>
      </p:sp>
      <p:sp>
        <p:nvSpPr>
          <p:cNvPr id="20" name="S15-cell492"/>
          <p:cNvSpPr/>
          <p:nvPr/>
        </p:nvSpPr>
        <p:spPr>
          <a:xfrm>
            <a:off x="1600200" y="3075263"/>
            <a:ext cx="143430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5-cell493"/>
          <p:cNvSpPr/>
          <p:nvPr/>
        </p:nvSpPr>
        <p:spPr>
          <a:xfrm>
            <a:off x="3034502" y="3075263"/>
            <a:ext cx="143430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15-cell494"/>
          <p:cNvSpPr/>
          <p:nvPr/>
        </p:nvSpPr>
        <p:spPr>
          <a:xfrm>
            <a:off x="4468803" y="3075263"/>
            <a:ext cx="143430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15-cell495"/>
          <p:cNvSpPr/>
          <p:nvPr/>
        </p:nvSpPr>
        <p:spPr>
          <a:xfrm>
            <a:off x="5903105" y="3075263"/>
            <a:ext cx="143430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15-cell496"/>
          <p:cNvSpPr/>
          <p:nvPr/>
        </p:nvSpPr>
        <p:spPr>
          <a:xfrm>
            <a:off x="7337407" y="3075263"/>
            <a:ext cx="143430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15-cell497"/>
          <p:cNvSpPr/>
          <p:nvPr/>
        </p:nvSpPr>
        <p:spPr>
          <a:xfrm>
            <a:off x="8771709" y="3075263"/>
            <a:ext cx="143430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15-cell498"/>
          <p:cNvSpPr/>
          <p:nvPr/>
        </p:nvSpPr>
        <p:spPr>
          <a:xfrm>
            <a:off x="10206010" y="3075263"/>
            <a:ext cx="143430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15-figure499" descr="똑같이 7칸으로 나눈 띠, 3칸 색칠"/>
          <p:cNvSpPr/>
          <p:nvPr/>
        </p:nvSpPr>
        <p:spPr>
          <a:xfrm>
            <a:off x="1600200" y="3075263"/>
            <a:ext cx="10040112" cy="670391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8" name="S15-num500"/>
          <p:cNvSpPr txBox="1"/>
          <p:nvPr/>
        </p:nvSpPr>
        <p:spPr>
          <a:xfrm>
            <a:off x="784289" y="3925655"/>
            <a:ext cx="44310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500" dirty="0"/>
          </a:p>
        </p:txBody>
      </p:sp>
      <p:sp>
        <p:nvSpPr>
          <p:cNvPr id="29" name="S15-fracbar501"/>
          <p:cNvSpPr/>
          <p:nvPr/>
        </p:nvSpPr>
        <p:spPr>
          <a:xfrm>
            <a:off x="820865" y="4336881"/>
            <a:ext cx="369951" cy="0"/>
          </a:xfrm>
          <a:prstGeom prst="line">
            <a:avLst/>
          </a:prstGeom>
          <a:noFill/>
          <a:ln w="19844">
            <a:solidFill>
              <a:srgbClr val="1F2937"/>
            </a:solidFill>
            <a:prstDash val="solid"/>
          </a:ln>
        </p:spPr>
      </p:sp>
      <p:sp>
        <p:nvSpPr>
          <p:cNvPr id="30" name="S15-num502"/>
          <p:cNvSpPr txBox="1"/>
          <p:nvPr/>
        </p:nvSpPr>
        <p:spPr>
          <a:xfrm>
            <a:off x="784289" y="4373457"/>
            <a:ext cx="44310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500" dirty="0"/>
          </a:p>
        </p:txBody>
      </p:sp>
      <p:sp>
        <p:nvSpPr>
          <p:cNvPr id="31" name="S15-cell503"/>
          <p:cNvSpPr/>
          <p:nvPr/>
        </p:nvSpPr>
        <p:spPr>
          <a:xfrm>
            <a:off x="1600200" y="4001685"/>
            <a:ext cx="143430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15-cell504"/>
          <p:cNvSpPr/>
          <p:nvPr/>
        </p:nvSpPr>
        <p:spPr>
          <a:xfrm>
            <a:off x="3034502" y="4001685"/>
            <a:ext cx="143430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15-cell505"/>
          <p:cNvSpPr/>
          <p:nvPr/>
        </p:nvSpPr>
        <p:spPr>
          <a:xfrm>
            <a:off x="4468803" y="4001685"/>
            <a:ext cx="143430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15-cell506"/>
          <p:cNvSpPr/>
          <p:nvPr/>
        </p:nvSpPr>
        <p:spPr>
          <a:xfrm>
            <a:off x="5903105" y="4001685"/>
            <a:ext cx="143430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15-cell507"/>
          <p:cNvSpPr/>
          <p:nvPr/>
        </p:nvSpPr>
        <p:spPr>
          <a:xfrm>
            <a:off x="7337407" y="4001685"/>
            <a:ext cx="143430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15-cell508"/>
          <p:cNvSpPr/>
          <p:nvPr/>
        </p:nvSpPr>
        <p:spPr>
          <a:xfrm>
            <a:off x="8771709" y="4001685"/>
            <a:ext cx="143430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15-cell509"/>
          <p:cNvSpPr/>
          <p:nvPr/>
        </p:nvSpPr>
        <p:spPr>
          <a:xfrm>
            <a:off x="10206010" y="4001685"/>
            <a:ext cx="143430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15-figure510" descr="똑같이 7칸으로 나눈 띠, 5칸 색칠"/>
          <p:cNvSpPr/>
          <p:nvPr/>
        </p:nvSpPr>
        <p:spPr>
          <a:xfrm>
            <a:off x="1600200" y="4001685"/>
            <a:ext cx="10040112" cy="670391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수학 분모가 다른 분수의 덧셈</dc:title>
  <dc:subject>KR22-G05-MAT-FRAC-ADD-L01</dc:subject>
  <dc:creator>education-ppt</dc:creator>
  <cp:lastModifiedBy>education-ppt</cp:lastModifiedBy>
  <cp:revision>1</cp:revision>
  <dcterms:created xsi:type="dcterms:W3CDTF">2026-10-26T08:23:51Z</dcterms:created>
  <dcterms:modified xsi:type="dcterms:W3CDTF">2026-10-26T08:23:51Z</dcterms:modified>
</cp:coreProperties>
</file>