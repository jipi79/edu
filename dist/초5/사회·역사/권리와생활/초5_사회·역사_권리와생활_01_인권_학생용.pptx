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e1dc7b4-bfb7-469c-51d8-cddef13a0a8a}">
          <p14:sldIdLst>
            <p14:sldId id="256"/>
            <p14:sldId id="257"/>
          </p14:sldIdLst>
        </p14:section>
        <p14:section name="개념" id="{588cd9dc-9851-8d84-2838-b7a84c1a0508}">
          <p14:sldIdLst>
            <p14:sldId id="258"/>
            <p14:sldId id="259"/>
            <p14:sldId id="262"/>
          </p14:sldIdLst>
        </p14:section>
        <p14:section name="연습" id="{56a06bf4-f52d-35b7-230b-35a4ad0c6476}">
          <p14:sldIdLst>
            <p14:sldId id="260"/>
            <p14:sldId id="261"/>
            <p14:sldId id="263"/>
            <p14:sldId id="264"/>
          </p14:sldIdLst>
        </p14:section>
        <p14:section name="개념" id="{b99801df-f6e4-e56c-f091-e9e0e574828c}">
          <p14:sldIdLst/>
        </p14:section>
        <p14:section name="연습" id="{bf131c4a-c0e8-0130-235f-6495b39d3868}">
          <p14:sldIdLst/>
        </p14:section>
        <p14:section name="확인" id="{fa765e75-c039-f5d9-67e4-cf7c7bfb0b3e}">
          <p14:sldIdLst>
            <p14:sldId id="265"/>
            <p14:sldId id="266"/>
          </p14:sldIdLst>
        </p14:section>
        <p14:section name="정리" id="{09e73c3d-e6d4-6276-5fdd-bb35883bfff3}">
          <p14:sldIdLst>
            <p14:sldId id="267"/>
          </p14:sldIdLst>
        </p14:section>
        <p14:section name="보충" id="{645351db-7687-1f84-ff85-f66230fac282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권리와생활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인권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인권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사회·역사 · 인권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인권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 존중받아야 하는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까닭은 무엇일까요?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인권의 뜻을 알고 존중과 침해를 구별해요.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인권을 지키는 모습을 찾고 실천을 계획해요.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생각해 볼까요?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‘존중한다’는 무슨 뜻일까요?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생김새나 생각이 달라도 똑같이 대해야 하는 까닭은?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사람이 나를 이렇게 대해 주면 좋겠다 하는 것 한 가지는?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인권이란 무엇일까요?</a:t>
            </a:r>
            <a:endParaRPr lang="ko-KR" sz="4000" dirty="0"/>
          </a:p>
        </p:txBody>
      </p:sp>
      <p:sp>
        <p:nvSpPr>
          <p:cNvPr id="3" name="S03-text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인권: 사람이라면 누구나 사람답게 살 수 있는 권리</a:t>
            </a:r>
            <a:endParaRPr lang="ko-KR" sz="2800" dirty="0"/>
          </a:p>
        </p:txBody>
      </p:sp>
      <p:sp>
        <p:nvSpPr>
          <p:cNvPr id="4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인권이 소중한 만큼 다른 사람의 인권도 소중해요.</a:t>
            </a:r>
            <a:endParaRPr lang="ko-KR" sz="2800" dirty="0"/>
          </a:p>
        </p:txBody>
      </p:sp>
      <p:sp>
        <p:nvSpPr>
          <p:cNvPr id="6" name="S03-card12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3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나이, 성별, 장애,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피부색과 관계없어요.</a:t>
            </a:r>
            <a:endParaRPr lang="ko-KR" sz="2800" dirty="0"/>
          </a:p>
        </p:txBody>
      </p:sp>
      <p:sp>
        <p:nvSpPr>
          <p:cNvPr id="8" name="S03-card14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5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태어날 때부터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사람이라면 처음부터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가지고 있어요.</a:t>
            </a:r>
            <a:endParaRPr lang="ko-KR" sz="2800" dirty="0"/>
          </a:p>
        </p:txBody>
      </p:sp>
      <p:sp>
        <p:nvSpPr>
          <p:cNvPr id="10" name="S03-card16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7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빼앗을 수 없어요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누구도 함부로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빼앗을 수 없어요.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여러 가지 인권</a:t>
            </a:r>
            <a:endParaRPr lang="ko-KR" sz="4000" dirty="0"/>
          </a:p>
        </p:txBody>
      </p:sp>
      <p:sp>
        <p:nvSpPr>
          <p:cNvPr id="3" name="S04-card18"/>
          <p:cNvSpPr/>
          <p:nvPr/>
        </p:nvSpPr>
        <p:spPr>
          <a:xfrm>
            <a:off x="548640" y="1325880"/>
            <a:ext cx="3544824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146304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안전하게 살 권리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다치거나 위협받지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않아요.</a:t>
            </a:r>
            <a:endParaRPr lang="ko-KR" sz="2800" dirty="0"/>
          </a:p>
        </p:txBody>
      </p:sp>
      <p:sp>
        <p:nvSpPr>
          <p:cNvPr id="5" name="S04-card20"/>
          <p:cNvSpPr/>
          <p:nvPr/>
        </p:nvSpPr>
        <p:spPr>
          <a:xfrm>
            <a:off x="4322064" y="1325880"/>
            <a:ext cx="3544824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1"/>
          <p:cNvSpPr txBox="1"/>
          <p:nvPr/>
        </p:nvSpPr>
        <p:spPr>
          <a:xfrm>
            <a:off x="4596384" y="146304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배울 권리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학교에서 배울 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있어요.</a:t>
            </a:r>
            <a:endParaRPr lang="ko-KR" sz="2800" dirty="0"/>
          </a:p>
        </p:txBody>
      </p:sp>
      <p:sp>
        <p:nvSpPr>
          <p:cNvPr id="7" name="S04-card22"/>
          <p:cNvSpPr/>
          <p:nvPr/>
        </p:nvSpPr>
        <p:spPr>
          <a:xfrm>
            <a:off x="8095488" y="1325880"/>
            <a:ext cx="3544824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3"/>
          <p:cNvSpPr txBox="1"/>
          <p:nvPr/>
        </p:nvSpPr>
        <p:spPr>
          <a:xfrm>
            <a:off x="8369808" y="146304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쉬고 놀 권리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쉬는 시간과 놀이가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필요해요.</a:t>
            </a:r>
            <a:endParaRPr lang="ko-KR" sz="2800" dirty="0"/>
          </a:p>
        </p:txBody>
      </p:sp>
      <p:sp>
        <p:nvSpPr>
          <p:cNvPr id="9" name="S04-card24"/>
          <p:cNvSpPr/>
          <p:nvPr/>
        </p:nvSpPr>
        <p:spPr>
          <a:xfrm>
            <a:off x="548640" y="3886200"/>
            <a:ext cx="3544824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25"/>
          <p:cNvSpPr txBox="1"/>
          <p:nvPr/>
        </p:nvSpPr>
        <p:spPr>
          <a:xfrm>
            <a:off x="822960" y="402336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차별받지 않을 권리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다르다고 따돌리지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않아요.</a:t>
            </a:r>
            <a:endParaRPr lang="ko-KR" sz="2800" dirty="0"/>
          </a:p>
        </p:txBody>
      </p:sp>
      <p:sp>
        <p:nvSpPr>
          <p:cNvPr id="11" name="S04-card26"/>
          <p:cNvSpPr/>
          <p:nvPr/>
        </p:nvSpPr>
        <p:spPr>
          <a:xfrm>
            <a:off x="4322064" y="3886200"/>
            <a:ext cx="3544824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4-cardtext27"/>
          <p:cNvSpPr txBox="1"/>
          <p:nvPr/>
        </p:nvSpPr>
        <p:spPr>
          <a:xfrm>
            <a:off x="4596384" y="402336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사생활을 지킬 권리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일기와 비밀을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지켜요.</a:t>
            </a:r>
            <a:endParaRPr lang="ko-KR" sz="2800" dirty="0"/>
          </a:p>
        </p:txBody>
      </p:sp>
      <p:sp>
        <p:nvSpPr>
          <p:cNvPr id="13" name="S04-card28"/>
          <p:cNvSpPr/>
          <p:nvPr/>
        </p:nvSpPr>
        <p:spPr>
          <a:xfrm>
            <a:off x="8095488" y="3886200"/>
            <a:ext cx="3544824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4-cardtext29"/>
          <p:cNvSpPr txBox="1"/>
          <p:nvPr/>
        </p:nvSpPr>
        <p:spPr>
          <a:xfrm>
            <a:off x="8369808" y="402336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의견을 말할 권리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생각을 말하고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 줘요.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존중일까요, 침해일까요?</a:t>
            </a:r>
            <a:endParaRPr lang="ko-KR" sz="4000" dirty="0"/>
          </a:p>
        </p:txBody>
      </p:sp>
      <p:sp>
        <p:nvSpPr>
          <p:cNvPr id="3" name="S05-text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인권을 지켰는지, 해쳤는지(침해) 말해요.</a:t>
            </a:r>
            <a:endParaRPr lang="ko-KR" sz="2800" dirty="0"/>
          </a:p>
        </p:txBody>
      </p:sp>
      <p:sp>
        <p:nvSpPr>
          <p:cNvPr id="4" name="S05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권리와 관계있는지도 함께 말해요.</a:t>
            </a:r>
            <a:endParaRPr lang="ko-KR" sz="2800" dirty="0"/>
          </a:p>
        </p:txBody>
      </p:sp>
      <p:sp>
        <p:nvSpPr>
          <p:cNvPr id="6" name="S05-chip3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text34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친구의 일기장을 몰래 읽고 다른 친구에게 말했어요.</a:t>
            </a:r>
            <a:endParaRPr lang="ko-KR" sz="2800" dirty="0"/>
          </a:p>
        </p:txBody>
      </p:sp>
      <p:sp>
        <p:nvSpPr>
          <p:cNvPr id="8" name="S05-chip3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5-text36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휠체어를 탄 친구도 들어오도록 학교 입구에 경사로를 만들었어요.</a:t>
            </a:r>
            <a:endParaRPr lang="ko-KR" sz="2800" dirty="0"/>
          </a:p>
        </p:txBody>
      </p:sp>
      <p:sp>
        <p:nvSpPr>
          <p:cNvPr id="10" name="S05-chip3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5-text38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피부색이 다르다고 놀이에 끼워 주지 않았어요.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대해야 할까요?</a:t>
            </a:r>
            <a:endParaRPr lang="ko-KR" sz="4000" dirty="0"/>
          </a:p>
        </p:txBody>
      </p:sp>
      <p:sp>
        <p:nvSpPr>
          <p:cNvPr id="3" name="S06-card39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40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전학 온 친구가 다른 나라에서 와서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우리말이 아직 서툴러요.</a:t>
            </a:r>
            <a:endParaRPr lang="ko-KR" sz="2800" dirty="0"/>
          </a:p>
        </p:txBody>
      </p:sp>
      <p:sp>
        <p:nvSpPr>
          <p:cNvPr id="5" name="S06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생각이 알맞을까요? 나라면 어떻게 할까요?</a:t>
            </a:r>
            <a:endParaRPr lang="ko-KR" sz="2800" dirty="0"/>
          </a:p>
        </p:txBody>
      </p:sp>
      <p:sp>
        <p:nvSpPr>
          <p:cNvPr id="7" name="S06-chip43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6-text44"/>
          <p:cNvSpPr txBox="1"/>
          <p:nvPr/>
        </p:nvSpPr>
        <p:spPr>
          <a:xfrm>
            <a:off x="548640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“말이 서투니까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모둠 활동에서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빼도 돼요.”</a:t>
            </a:r>
            <a:endParaRPr lang="ko-KR" sz="2800" dirty="0"/>
          </a:p>
        </p:txBody>
      </p:sp>
      <p:sp>
        <p:nvSpPr>
          <p:cNvPr id="9" name="S06-chip45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6-text46"/>
          <p:cNvSpPr txBox="1"/>
          <p:nvPr/>
        </p:nvSpPr>
        <p:spPr>
          <a:xfrm>
            <a:off x="6277356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“말이 서툴러도 똑같이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존중받아야 해요. 천천히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말해 주면 함께할 수 있어요.”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인권을 지키는 모습</a:t>
            </a:r>
            <a:endParaRPr lang="ko-KR" sz="4000" dirty="0"/>
          </a:p>
        </p:txBody>
      </p:sp>
      <p:sp>
        <p:nvSpPr>
          <p:cNvPr id="3" name="S07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인권을 지키려는 노력은 우리 둘레 곳곳에 있어요.</a:t>
            </a:r>
            <a:endParaRPr lang="ko-KR" sz="2800" dirty="0"/>
          </a:p>
        </p:txBody>
      </p:sp>
      <p:sp>
        <p:nvSpPr>
          <p:cNvPr id="5" name="S07-card49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50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경사로, 점자 블록,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바닥이 낮은 버스</a:t>
            </a:r>
            <a:endParaRPr lang="ko-KR" sz="2800" dirty="0"/>
          </a:p>
        </p:txBody>
      </p:sp>
      <p:sp>
        <p:nvSpPr>
          <p:cNvPr id="7" name="S07-card51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52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제도와 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어린이 보호 구역,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 받는 교육</a:t>
            </a:r>
            <a:endParaRPr lang="ko-KR" sz="2800" dirty="0"/>
          </a:p>
        </p:txBody>
      </p:sp>
      <p:sp>
        <p:nvSpPr>
          <p:cNvPr id="9" name="S07-card53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7-cardtext54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사람들의 노력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수어 통역, 자막,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나라 말 안내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인권을 지킬까요?</a:t>
            </a:r>
            <a:endParaRPr lang="ko-KR" sz="4000" dirty="0"/>
          </a:p>
        </p:txBody>
      </p:sp>
      <p:sp>
        <p:nvSpPr>
          <p:cNvPr id="3" name="S08-text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도움이 되고, 어떤 권리를 지킬까요?</a:t>
            </a:r>
            <a:endParaRPr lang="ko-KR" sz="2800" dirty="0"/>
          </a:p>
        </p:txBody>
      </p:sp>
      <p:sp>
        <p:nvSpPr>
          <p:cNvPr id="4" name="S08-chip5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8-text5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점자 블록</a:t>
            </a:r>
            <a:endParaRPr lang="ko-KR" sz="2800" dirty="0"/>
          </a:p>
        </p:txBody>
      </p:sp>
      <p:sp>
        <p:nvSpPr>
          <p:cNvPr id="6" name="S08-chip5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8-text5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바닥이 낮은 버스</a:t>
            </a:r>
            <a:endParaRPr lang="ko-KR" sz="2800" dirty="0"/>
          </a:p>
        </p:txBody>
      </p:sp>
      <p:sp>
        <p:nvSpPr>
          <p:cNvPr id="8" name="S08-chip6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8-text61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뉴스의 수어 통역</a:t>
            </a:r>
            <a:endParaRPr lang="ko-KR" sz="2800" dirty="0"/>
          </a:p>
        </p:txBody>
      </p:sp>
      <p:sp>
        <p:nvSpPr>
          <p:cNvPr id="10" name="S08-chip62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08-text63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앞 어린이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보호 구역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 인권 지킴이 찾기</a:t>
            </a:r>
            <a:endParaRPr lang="ko-KR" sz="4000" dirty="0"/>
          </a:p>
        </p:txBody>
      </p:sp>
      <p:sp>
        <p:nvSpPr>
          <p:cNvPr id="3" name="S09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함께 찾아요.</a:t>
            </a:r>
            <a:endParaRPr lang="ko-KR" sz="2800" dirty="0"/>
          </a:p>
        </p:txBody>
      </p:sp>
      <p:sp>
        <p:nvSpPr>
          <p:cNvPr id="4" name="S09-card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밖에서는 꼭 어른과 함께 다니고 찻길을 조심해요.</a:t>
            </a:r>
            <a:endParaRPr lang="ko-KR" sz="2800" dirty="0"/>
          </a:p>
        </p:txBody>
      </p:sp>
      <p:sp>
        <p:nvSpPr>
          <p:cNvPr id="6" name="S09-card67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68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시설 세 가지 찾기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도움받는 사람 말하기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지키는 권리 말하기</a:t>
            </a:r>
            <a:endParaRPr lang="ko-KR" sz="2800" dirty="0"/>
          </a:p>
        </p:txBody>
      </p:sp>
      <p:sp>
        <p:nvSpPr>
          <p:cNvPr id="8" name="S09-stepno69"/>
          <p:cNvSpPr txBox="1"/>
          <p:nvPr/>
        </p:nvSpPr>
        <p:spPr>
          <a:xfrm>
            <a:off x="548640" y="21554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9" name="S09-text70"/>
          <p:cNvSpPr txBox="1"/>
          <p:nvPr/>
        </p:nvSpPr>
        <p:spPr>
          <a:xfrm>
            <a:off x="1325880" y="215544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 둘레나 학교 가는 길을 걸어요.</a:t>
            </a:r>
            <a:endParaRPr lang="ko-KR" sz="2200" dirty="0"/>
          </a:p>
        </p:txBody>
      </p:sp>
      <p:sp>
        <p:nvSpPr>
          <p:cNvPr id="10" name="S09-stepno71"/>
          <p:cNvSpPr txBox="1"/>
          <p:nvPr/>
        </p:nvSpPr>
        <p:spPr>
          <a:xfrm>
            <a:off x="548640" y="28686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1" name="S09-text72"/>
          <p:cNvSpPr txBox="1"/>
          <p:nvPr/>
        </p:nvSpPr>
        <p:spPr>
          <a:xfrm>
            <a:off x="1325880" y="286867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인권을 지키는 시설을 찾아요.</a:t>
            </a:r>
            <a:endParaRPr lang="ko-KR" sz="2200" dirty="0"/>
          </a:p>
        </p:txBody>
      </p:sp>
      <p:sp>
        <p:nvSpPr>
          <p:cNvPr id="12" name="S09-stepno73"/>
          <p:cNvSpPr txBox="1"/>
          <p:nvPr/>
        </p:nvSpPr>
        <p:spPr>
          <a:xfrm>
            <a:off x="548640" y="36276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3" name="S09-text74"/>
          <p:cNvSpPr txBox="1"/>
          <p:nvPr/>
        </p:nvSpPr>
        <p:spPr>
          <a:xfrm>
            <a:off x="1325880" y="3581908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어떤 도움이 되는지 이야기해요.</a:t>
            </a:r>
            <a:endParaRPr lang="ko-KR" sz="2200" dirty="0"/>
          </a:p>
        </p:txBody>
      </p:sp>
      <p:sp>
        <p:nvSpPr>
          <p:cNvPr id="14" name="S09-stepno75"/>
          <p:cNvSpPr txBox="1"/>
          <p:nvPr/>
        </p:nvSpPr>
        <p:spPr>
          <a:xfrm>
            <a:off x="548640" y="44282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5" name="S09-text76"/>
          <p:cNvSpPr txBox="1"/>
          <p:nvPr/>
        </p:nvSpPr>
        <p:spPr>
          <a:xfrm>
            <a:off x="1325880" y="442823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4에 기록해요.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chip7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0-text78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인권이 무엇인지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말로 말해요.</a:t>
            </a:r>
            <a:endParaRPr lang="ko-KR" sz="2800" dirty="0"/>
          </a:p>
        </p:txBody>
      </p:sp>
      <p:sp>
        <p:nvSpPr>
          <p:cNvPr id="5" name="S10-chip79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0-text80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동생이 말할 때마다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무시하고 끊어요.</a:t>
            </a:r>
            <a:endParaRPr lang="ko-KR" sz="2800" dirty="0"/>
          </a:p>
        </p:txBody>
      </p:sp>
      <p:sp>
        <p:nvSpPr>
          <p:cNvPr id="7" name="S10-chip81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0-text82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키가 작다고 놀리는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별명을 불러요.</a:t>
            </a:r>
            <a:endParaRPr lang="ko-KR" sz="2800" dirty="0"/>
          </a:p>
        </p:txBody>
      </p:sp>
      <p:sp>
        <p:nvSpPr>
          <p:cNvPr id="9" name="S10-chip83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0-text84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다친 친구를 보건실에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데려다줬어요.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반에 친구가 와요</a:t>
            </a:r>
            <a:endParaRPr lang="ko-KR" sz="4000" dirty="0"/>
          </a:p>
        </p:txBody>
      </p:sp>
      <p:sp>
        <p:nvSpPr>
          <p:cNvPr id="3" name="S12-text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휠체어를 타는 친구가 우리 반에 전학 와요.</a:t>
            </a:r>
            <a:endParaRPr lang="ko-KR" sz="2800" dirty="0"/>
          </a:p>
        </p:txBody>
      </p:sp>
      <p:sp>
        <p:nvSpPr>
          <p:cNvPr id="4" name="S12-chip8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2-text87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교실에서 친구가 불편할 수 있는 점 하나는?</a:t>
            </a:r>
            <a:endParaRPr lang="ko-KR" sz="2800" dirty="0"/>
          </a:p>
        </p:txBody>
      </p:sp>
      <p:sp>
        <p:nvSpPr>
          <p:cNvPr id="6" name="S12-chip8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2-text89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반이 할 수 있는 일 두 가지와 그 까닭은?</a:t>
            </a:r>
            <a:endParaRPr lang="ko-KR" sz="2800" dirty="0"/>
          </a:p>
        </p:txBody>
      </p:sp>
      <p:sp>
        <p:nvSpPr>
          <p:cNvPr id="8" name="S12-chip9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2-text9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내가 지킬 인권 존중 약속 하나는?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92"/>
          <p:cNvSpPr/>
          <p:nvPr/>
        </p:nvSpPr>
        <p:spPr>
          <a:xfrm>
            <a:off x="548640" y="1325880"/>
            <a:ext cx="11091672" cy="1630680"/>
          </a:xfrm>
          <a:prstGeom prst="roundRect">
            <a:avLst>
              <a:gd name="adj" fmla="val 6729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3"/>
          <p:cNvSpPr txBox="1"/>
          <p:nvPr/>
        </p:nvSpPr>
        <p:spPr>
          <a:xfrm>
            <a:off x="822960" y="1463040"/>
            <a:ext cx="10543032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인권은 사람이라면 누구나 태어날 때부터 가지는, 사람답게 살 권리예요.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시설·제도·우리의 행동으로 인권을 지켜요.</a:t>
            </a:r>
            <a:endParaRPr lang="ko-KR" sz="2800" dirty="0"/>
          </a:p>
        </p:txBody>
      </p:sp>
      <p:sp>
        <p:nvSpPr>
          <p:cNvPr id="5" name="S13-chip94"/>
          <p:cNvSpPr txBox="1"/>
          <p:nvPr/>
        </p:nvSpPr>
        <p:spPr>
          <a:xfrm>
            <a:off x="548640" y="3185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다른 사람의 입장에서 생각하기</a:t>
            </a:r>
            <a:endParaRPr lang="ko-KR" sz="2200" dirty="0"/>
          </a:p>
        </p:txBody>
      </p:sp>
      <p:sp>
        <p:nvSpPr>
          <p:cNvPr id="6" name="S13-chip95"/>
          <p:cNvSpPr txBox="1"/>
          <p:nvPr/>
        </p:nvSpPr>
        <p:spPr>
          <a:xfrm>
            <a:off x="6208776" y="3185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다르다는 까닭으로 차별하기</a:t>
            </a:r>
            <a:endParaRPr lang="ko-KR" sz="2200" dirty="0"/>
          </a:p>
        </p:txBody>
      </p:sp>
      <p:sp>
        <p:nvSpPr>
          <p:cNvPr id="7" name="S13-text96"/>
          <p:cNvSpPr txBox="1"/>
          <p:nvPr/>
        </p:nvSpPr>
        <p:spPr>
          <a:xfrm>
            <a:off x="548640" y="4008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97"/>
          <p:cNvSpPr txBox="1"/>
          <p:nvPr/>
        </p:nvSpPr>
        <p:spPr>
          <a:xfrm>
            <a:off x="548640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인권의 뜻은?</a:t>
            </a:r>
            <a:endParaRPr lang="ko-KR" sz="2200" dirty="0"/>
          </a:p>
        </p:txBody>
      </p:sp>
      <p:sp>
        <p:nvSpPr>
          <p:cNvPr id="9" name="S13-text98"/>
          <p:cNvSpPr txBox="1"/>
          <p:nvPr/>
        </p:nvSpPr>
        <p:spPr>
          <a:xfrm>
            <a:off x="4322064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인권을 지키는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 두 가지는?</a:t>
            </a:r>
            <a:endParaRPr lang="ko-KR" sz="2200" dirty="0"/>
          </a:p>
        </p:txBody>
      </p:sp>
      <p:sp>
        <p:nvSpPr>
          <p:cNvPr id="10" name="S13-text99"/>
          <p:cNvSpPr txBox="1"/>
          <p:nvPr/>
        </p:nvSpPr>
        <p:spPr>
          <a:xfrm>
            <a:off x="8095488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생활 속 인권 침해의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 하나는?</a:t>
            </a:r>
            <a:endParaRPr lang="ko-KR" sz="2200" dirty="0"/>
          </a:p>
        </p:txBody>
      </p:sp>
      <p:sp>
        <p:nvSpPr>
          <p:cNvPr id="11" name="S13-text10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법과 규칙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권리란 무엇일까요?</a:t>
            </a:r>
            <a:endParaRPr lang="ko-KR" sz="4000" dirty="0"/>
          </a:p>
        </p:txBody>
      </p:sp>
      <p:sp>
        <p:nvSpPr>
          <p:cNvPr id="3" name="S14-card101"/>
          <p:cNvSpPr/>
          <p:nvPr/>
        </p:nvSpPr>
        <p:spPr>
          <a:xfrm>
            <a:off x="548640" y="1773174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02"/>
          <p:cNvSpPr txBox="1"/>
          <p:nvPr/>
        </p:nvSpPr>
        <p:spPr>
          <a:xfrm>
            <a:off x="822960" y="1910334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마땅히 누릴 수 있는 자격이에요.</a:t>
            </a:r>
            <a:endParaRPr lang="ko-KR" sz="2800" dirty="0"/>
          </a:p>
        </p:txBody>
      </p:sp>
      <p:sp>
        <p:nvSpPr>
          <p:cNvPr id="5" name="S14-card103"/>
          <p:cNvSpPr/>
          <p:nvPr/>
        </p:nvSpPr>
        <p:spPr>
          <a:xfrm>
            <a:off x="548640" y="3181858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104"/>
          <p:cNvSpPr txBox="1"/>
          <p:nvPr/>
        </p:nvSpPr>
        <p:spPr>
          <a:xfrm>
            <a:off x="822960" y="3319018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학교에서 배울 권리, 쉬는 시간에 쉴 권리</a:t>
            </a:r>
            <a:endParaRPr lang="ko-KR" sz="2800" dirty="0"/>
          </a:p>
        </p:txBody>
      </p:sp>
      <p:sp>
        <p:nvSpPr>
          <p:cNvPr id="7" name="S14-card105"/>
          <p:cNvSpPr/>
          <p:nvPr/>
        </p:nvSpPr>
        <p:spPr>
          <a:xfrm>
            <a:off x="548640" y="4590542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4-cardtext106"/>
          <p:cNvSpPr txBox="1"/>
          <p:nvPr/>
        </p:nvSpPr>
        <p:spPr>
          <a:xfrm>
            <a:off x="822960" y="4727702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지켜요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권리가 소중하면 다른 사람의 권리도 소중해요.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사회·역사 인권</dc:title>
  <dc:subject>KR22-G05-SOC-RIGHTS-L01</dc:subject>
  <dc:creator>education-ppt</dc:creator>
  <cp:lastModifiedBy>education-ppt</cp:lastModifiedBy>
  <cp:revision>1</cp:revision>
  <dcterms:created xsi:type="dcterms:W3CDTF">2026-10-26T13:24:58Z</dcterms:created>
  <dcterms:modified xsi:type="dcterms:W3CDTF">2026-10-26T13:24:58Z</dcterms:modified>
</cp:coreProperties>
</file>