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95f5feb6-f5a1-39ec-d19c-0c2c0f89e658}">
          <p14:sldIdLst>
            <p14:sldId id="256"/>
            <p14:sldId id="257"/>
          </p14:sldIdLst>
        </p14:section>
        <p14:section name="개념" id="{f0695f31-bb39-2be3-f338-c0af06658326}">
          <p14:sldIdLst>
            <p14:sldId id="258"/>
            <p14:sldId id="259"/>
            <p14:sldId id="262"/>
          </p14:sldIdLst>
        </p14:section>
        <p14:section name="연습" id="{99cf1323-481a-43cb-b4ea-9f85cad3386a}">
          <p14:sldIdLst>
            <p14:sldId id="260"/>
            <p14:sldId id="261"/>
            <p14:sldId id="263"/>
            <p14:sldId id="264"/>
          </p14:sldIdLst>
        </p14:section>
        <p14:section name="개념" id="{5cd3d4d6-c69c-bc27-1de1-4c973d0cabe3}">
          <p14:sldIdLst/>
        </p14:section>
        <p14:section name="연습" id="{457b1655-bebd-a7d1-2be0-2ff0b243607f}">
          <p14:sldIdLst/>
        </p14:section>
        <p14:section name="확인" id="{8cfc06c4-7672-40ae-849c-446be78b13b2}">
          <p14:sldIdLst>
            <p14:sldId id="265"/>
            <p14:sldId id="266"/>
          </p14:sldIdLst>
        </p14:section>
        <p14:section name="정리" id="{7b440f69-4a40-2fdf-e778-6e964d7d34ae}">
          <p14:sldIdLst>
            <p14:sldId id="267"/>
          </p14:sldIdLst>
        </p14:section>
        <p14:section name="보충" id="{021e340b-02de-5e8d-8c20-7603917299a4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사회·역사 · 권리와생활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사회·역사 · 인권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사회·역사 · 인권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초5 사회·역사 · 인권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인권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누구나 존중받아야 하는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까닭은 무엇일까요?</a:t>
            </a:r>
            <a:endParaRPr lang="ko-KR" sz="2800" dirty="0"/>
          </a:p>
        </p:txBody>
      </p:sp>
      <p:sp>
        <p:nvSpPr>
          <p:cNvPr id="4" name="S01-card1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인권의 뜻을 알고 존중과 침해를 구별해요.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인권을 지키는 모습을 찾고 실천을 계획해요.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생각해 볼까요?</a:t>
            </a:r>
            <a:endParaRPr lang="ko-KR" sz="4000" dirty="0"/>
          </a:p>
        </p:txBody>
      </p:sp>
      <p:sp>
        <p:nvSpPr>
          <p:cNvPr id="3" name="S02-chip3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02-text4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‘존중한다’는 무슨 뜻일까요?</a:t>
            </a:r>
            <a:endParaRPr lang="ko-KR" sz="2800" dirty="0"/>
          </a:p>
        </p:txBody>
      </p:sp>
      <p:sp>
        <p:nvSpPr>
          <p:cNvPr id="5" name="S02-chip5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02-text6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생김새나 생각이 달라도 똑같이 대해야 하는 까닭은?</a:t>
            </a:r>
            <a:endParaRPr lang="ko-KR" sz="2800" dirty="0"/>
          </a:p>
        </p:txBody>
      </p:sp>
      <p:sp>
        <p:nvSpPr>
          <p:cNvPr id="7" name="S02-chip7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8" name="S02-text8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사람이 나를 이렇게 대해 주면 좋겠다 하는 것 한 가지는?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인권이란 무엇일까요?</a:t>
            </a:r>
            <a:endParaRPr lang="ko-KR" sz="4000" dirty="0"/>
          </a:p>
        </p:txBody>
      </p:sp>
      <p:sp>
        <p:nvSpPr>
          <p:cNvPr id="3" name="S03-text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인권: 사람이라면 누구나 사람답게 살 수 있는 권리</a:t>
            </a:r>
            <a:endParaRPr lang="ko-KR" sz="2800" dirty="0"/>
          </a:p>
        </p:txBody>
      </p:sp>
      <p:sp>
        <p:nvSpPr>
          <p:cNvPr id="4" name="S03-card1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나의 인권이 소중한 만큼 다른 사람의 인권도 소중해요.</a:t>
            </a:r>
            <a:endParaRPr lang="ko-KR" sz="2800" dirty="0"/>
          </a:p>
        </p:txBody>
      </p:sp>
      <p:sp>
        <p:nvSpPr>
          <p:cNvPr id="6" name="S03-card12"/>
          <p:cNvSpPr/>
          <p:nvPr/>
        </p:nvSpPr>
        <p:spPr>
          <a:xfrm>
            <a:off x="548640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13"/>
          <p:cNvSpPr txBox="1"/>
          <p:nvPr/>
        </p:nvSpPr>
        <p:spPr>
          <a:xfrm>
            <a:off x="822960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누구나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나이, 성별, 장애,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피부색과 관계없어요.</a:t>
            </a:r>
            <a:endParaRPr lang="ko-KR" sz="2800" dirty="0"/>
          </a:p>
        </p:txBody>
      </p:sp>
      <p:sp>
        <p:nvSpPr>
          <p:cNvPr id="8" name="S03-card14"/>
          <p:cNvSpPr/>
          <p:nvPr/>
        </p:nvSpPr>
        <p:spPr>
          <a:xfrm>
            <a:off x="4322064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3-cardtext15"/>
          <p:cNvSpPr txBox="1"/>
          <p:nvPr/>
        </p:nvSpPr>
        <p:spPr>
          <a:xfrm>
            <a:off x="4596384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태어날 때부터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사람이라면 처음부터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가지고 있어요.</a:t>
            </a:r>
            <a:endParaRPr lang="ko-KR" sz="2800" dirty="0"/>
          </a:p>
        </p:txBody>
      </p:sp>
      <p:sp>
        <p:nvSpPr>
          <p:cNvPr id="10" name="S03-card16"/>
          <p:cNvSpPr/>
          <p:nvPr/>
        </p:nvSpPr>
        <p:spPr>
          <a:xfrm>
            <a:off x="8095488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3-cardtext17"/>
          <p:cNvSpPr txBox="1"/>
          <p:nvPr/>
        </p:nvSpPr>
        <p:spPr>
          <a:xfrm>
            <a:off x="8369808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빼앗을 수 없어요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누구도 함부로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빼앗을 수 없어요.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생활 속 여러 가지 인권</a:t>
            </a:r>
            <a:endParaRPr lang="ko-KR" sz="4000" dirty="0"/>
          </a:p>
        </p:txBody>
      </p:sp>
      <p:sp>
        <p:nvSpPr>
          <p:cNvPr id="3" name="S04-card18"/>
          <p:cNvSpPr/>
          <p:nvPr/>
        </p:nvSpPr>
        <p:spPr>
          <a:xfrm>
            <a:off x="548640" y="1325880"/>
            <a:ext cx="3544824" cy="2331720"/>
          </a:xfrm>
          <a:prstGeom prst="roundRect">
            <a:avLst>
              <a:gd name="adj" fmla="val 470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4-cardtext19"/>
          <p:cNvSpPr txBox="1"/>
          <p:nvPr/>
        </p:nvSpPr>
        <p:spPr>
          <a:xfrm>
            <a:off x="822960" y="146304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안전하게 살 권리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다치거나 위협받지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않아요.</a:t>
            </a:r>
            <a:endParaRPr lang="ko-KR" sz="2800" dirty="0"/>
          </a:p>
        </p:txBody>
      </p:sp>
      <p:sp>
        <p:nvSpPr>
          <p:cNvPr id="5" name="S04-card20"/>
          <p:cNvSpPr/>
          <p:nvPr/>
        </p:nvSpPr>
        <p:spPr>
          <a:xfrm>
            <a:off x="4322064" y="1325880"/>
            <a:ext cx="3544824" cy="2331720"/>
          </a:xfrm>
          <a:prstGeom prst="roundRect">
            <a:avLst>
              <a:gd name="adj" fmla="val 470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4-cardtext21"/>
          <p:cNvSpPr txBox="1"/>
          <p:nvPr/>
        </p:nvSpPr>
        <p:spPr>
          <a:xfrm>
            <a:off x="4596384" y="146304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배울 권리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학교에서 배울 수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있어요.</a:t>
            </a:r>
            <a:endParaRPr lang="ko-KR" sz="2800" dirty="0"/>
          </a:p>
        </p:txBody>
      </p:sp>
      <p:sp>
        <p:nvSpPr>
          <p:cNvPr id="7" name="S04-card22"/>
          <p:cNvSpPr/>
          <p:nvPr/>
        </p:nvSpPr>
        <p:spPr>
          <a:xfrm>
            <a:off x="8095488" y="1325880"/>
            <a:ext cx="3544824" cy="2331720"/>
          </a:xfrm>
          <a:prstGeom prst="roundRect">
            <a:avLst>
              <a:gd name="adj" fmla="val 470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4-cardtext23"/>
          <p:cNvSpPr txBox="1"/>
          <p:nvPr/>
        </p:nvSpPr>
        <p:spPr>
          <a:xfrm>
            <a:off x="8369808" y="146304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쉬고 놀 권리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쉬는 시간과 놀이가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필요해요.</a:t>
            </a:r>
            <a:endParaRPr lang="ko-KR" sz="2800" dirty="0"/>
          </a:p>
        </p:txBody>
      </p:sp>
      <p:sp>
        <p:nvSpPr>
          <p:cNvPr id="9" name="S04-card24"/>
          <p:cNvSpPr/>
          <p:nvPr/>
        </p:nvSpPr>
        <p:spPr>
          <a:xfrm>
            <a:off x="548640" y="3886200"/>
            <a:ext cx="3544824" cy="2331720"/>
          </a:xfrm>
          <a:prstGeom prst="roundRect">
            <a:avLst>
              <a:gd name="adj" fmla="val 470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4-cardtext25"/>
          <p:cNvSpPr txBox="1"/>
          <p:nvPr/>
        </p:nvSpPr>
        <p:spPr>
          <a:xfrm>
            <a:off x="822960" y="402336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차별받지 않을 권리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다르다고 따돌리지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않아요.</a:t>
            </a:r>
            <a:endParaRPr lang="ko-KR" sz="2800" dirty="0"/>
          </a:p>
        </p:txBody>
      </p:sp>
      <p:sp>
        <p:nvSpPr>
          <p:cNvPr id="11" name="S04-card26"/>
          <p:cNvSpPr/>
          <p:nvPr/>
        </p:nvSpPr>
        <p:spPr>
          <a:xfrm>
            <a:off x="4322064" y="3886200"/>
            <a:ext cx="3544824" cy="2331720"/>
          </a:xfrm>
          <a:prstGeom prst="roundRect">
            <a:avLst>
              <a:gd name="adj" fmla="val 470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2" name="S04-cardtext27"/>
          <p:cNvSpPr txBox="1"/>
          <p:nvPr/>
        </p:nvSpPr>
        <p:spPr>
          <a:xfrm>
            <a:off x="4596384" y="402336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사생활을 지킬 권리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일기와 비밀을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지켜요.</a:t>
            </a:r>
            <a:endParaRPr lang="ko-KR" sz="2800" dirty="0"/>
          </a:p>
        </p:txBody>
      </p:sp>
      <p:sp>
        <p:nvSpPr>
          <p:cNvPr id="13" name="S04-card28"/>
          <p:cNvSpPr/>
          <p:nvPr/>
        </p:nvSpPr>
        <p:spPr>
          <a:xfrm>
            <a:off x="8095488" y="3886200"/>
            <a:ext cx="3544824" cy="2331720"/>
          </a:xfrm>
          <a:prstGeom prst="roundRect">
            <a:avLst>
              <a:gd name="adj" fmla="val 470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04-cardtext29"/>
          <p:cNvSpPr txBox="1"/>
          <p:nvPr/>
        </p:nvSpPr>
        <p:spPr>
          <a:xfrm>
            <a:off x="8369808" y="402336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의견을 말할 권리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생각을 말하고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들어 줘요.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존중일까요, 침해일까요?</a:t>
            </a:r>
            <a:endParaRPr lang="ko-KR" sz="4000" dirty="0"/>
          </a:p>
        </p:txBody>
      </p:sp>
      <p:sp>
        <p:nvSpPr>
          <p:cNvPr id="3" name="S05-text3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인권을 지켰는지, 해쳤는지(침해) 말해요.</a:t>
            </a:r>
            <a:endParaRPr lang="ko-KR" sz="2800" dirty="0"/>
          </a:p>
        </p:txBody>
      </p:sp>
      <p:sp>
        <p:nvSpPr>
          <p:cNvPr id="4" name="S05-card3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5-cardtext3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권리와 관계있는지도 함께 말해요.</a:t>
            </a:r>
            <a:endParaRPr lang="ko-KR" sz="2800" dirty="0"/>
          </a:p>
        </p:txBody>
      </p:sp>
      <p:sp>
        <p:nvSpPr>
          <p:cNvPr id="6" name="S05-chip33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05-text34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친구의 일기장을 몰래 읽고 다른 친구에게 말했어요.</a:t>
            </a:r>
            <a:endParaRPr lang="ko-KR" sz="2800" dirty="0"/>
          </a:p>
        </p:txBody>
      </p:sp>
      <p:sp>
        <p:nvSpPr>
          <p:cNvPr id="8" name="S05-chip35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05-text36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휠체어를 탄 친구도 들어오도록 학교 입구에 경사로를 만들었어요.</a:t>
            </a:r>
            <a:endParaRPr lang="ko-KR" sz="2800" dirty="0"/>
          </a:p>
        </p:txBody>
      </p:sp>
      <p:sp>
        <p:nvSpPr>
          <p:cNvPr id="10" name="S05-chip37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05-text38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피부색이 다르다고 놀이에 끼워 주지 않았어요.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대해야 할까요?</a:t>
            </a:r>
            <a:endParaRPr lang="ko-KR" sz="4000" dirty="0"/>
          </a:p>
        </p:txBody>
      </p:sp>
      <p:sp>
        <p:nvSpPr>
          <p:cNvPr id="3" name="S06-card39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6-cardtext40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새로 전학 온 친구가 다른 나라에서 와서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우리말이 아직 서툴러요.</a:t>
            </a:r>
            <a:endParaRPr lang="ko-KR" sz="2800" dirty="0"/>
          </a:p>
        </p:txBody>
      </p:sp>
      <p:sp>
        <p:nvSpPr>
          <p:cNvPr id="5" name="S06-card4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6-cardtext4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누구의 생각이 알맞을까요? 나라면 어떻게 할까요?</a:t>
            </a:r>
            <a:endParaRPr lang="ko-KR" sz="2800" dirty="0"/>
          </a:p>
        </p:txBody>
      </p:sp>
      <p:sp>
        <p:nvSpPr>
          <p:cNvPr id="7" name="S06-chip43"/>
          <p:cNvSpPr txBox="1"/>
          <p:nvPr/>
        </p:nvSpPr>
        <p:spPr>
          <a:xfrm>
            <a:off x="548640" y="2751328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8" name="S06-text44"/>
          <p:cNvSpPr txBox="1"/>
          <p:nvPr/>
        </p:nvSpPr>
        <p:spPr>
          <a:xfrm>
            <a:off x="548640" y="3482848"/>
            <a:ext cx="5362956" cy="163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“말이 서투니까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모둠 활동에서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빼도 돼요.”</a:t>
            </a:r>
            <a:endParaRPr lang="ko-KR" sz="2800" dirty="0"/>
          </a:p>
        </p:txBody>
      </p:sp>
      <p:sp>
        <p:nvSpPr>
          <p:cNvPr id="9" name="S06-chip45"/>
          <p:cNvSpPr txBox="1"/>
          <p:nvPr/>
        </p:nvSpPr>
        <p:spPr>
          <a:xfrm>
            <a:off x="6277356" y="2751328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10" name="S06-text46"/>
          <p:cNvSpPr txBox="1"/>
          <p:nvPr/>
        </p:nvSpPr>
        <p:spPr>
          <a:xfrm>
            <a:off x="6277356" y="3482848"/>
            <a:ext cx="5362956" cy="163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“말이 서툴러도 똑같이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존중받아야 해요. 천천히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말해 주면 함께할 수 있어요.”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인권을 지키는 모습</a:t>
            </a:r>
            <a:endParaRPr lang="ko-KR" sz="4000" dirty="0"/>
          </a:p>
        </p:txBody>
      </p:sp>
      <p:sp>
        <p:nvSpPr>
          <p:cNvPr id="3" name="S07-card4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4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인권을 지키려는 노력은 우리 둘레 곳곳에 있어요.</a:t>
            </a:r>
            <a:endParaRPr lang="ko-KR" sz="2800" dirty="0"/>
          </a:p>
        </p:txBody>
      </p:sp>
      <p:sp>
        <p:nvSpPr>
          <p:cNvPr id="5" name="S07-card49"/>
          <p:cNvSpPr/>
          <p:nvPr/>
        </p:nvSpPr>
        <p:spPr>
          <a:xfrm>
            <a:off x="548640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7-cardtext50"/>
          <p:cNvSpPr txBox="1"/>
          <p:nvPr/>
        </p:nvSpPr>
        <p:spPr>
          <a:xfrm>
            <a:off x="822960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시설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경사로, 점자 블록,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바닥이 낮은 버스</a:t>
            </a:r>
            <a:endParaRPr lang="ko-KR" sz="2800" dirty="0"/>
          </a:p>
        </p:txBody>
      </p:sp>
      <p:sp>
        <p:nvSpPr>
          <p:cNvPr id="7" name="S07-card51"/>
          <p:cNvSpPr/>
          <p:nvPr/>
        </p:nvSpPr>
        <p:spPr>
          <a:xfrm>
            <a:off x="4322064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7-cardtext52"/>
          <p:cNvSpPr txBox="1"/>
          <p:nvPr/>
        </p:nvSpPr>
        <p:spPr>
          <a:xfrm>
            <a:off x="4596384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제도와 법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어린이 보호 구역,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누구나 받는 교육</a:t>
            </a:r>
            <a:endParaRPr lang="ko-KR" sz="2800" dirty="0"/>
          </a:p>
        </p:txBody>
      </p:sp>
      <p:sp>
        <p:nvSpPr>
          <p:cNvPr id="9" name="S07-card53"/>
          <p:cNvSpPr/>
          <p:nvPr/>
        </p:nvSpPr>
        <p:spPr>
          <a:xfrm>
            <a:off x="8095488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7-cardtext54"/>
          <p:cNvSpPr txBox="1"/>
          <p:nvPr/>
        </p:nvSpPr>
        <p:spPr>
          <a:xfrm>
            <a:off x="8369808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사람들의 노력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수어 통역, 자막,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나라 말 안내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누구의 인권을 지킬까요?</a:t>
            </a:r>
            <a:endParaRPr lang="ko-KR" sz="4000" dirty="0"/>
          </a:p>
        </p:txBody>
      </p:sp>
      <p:sp>
        <p:nvSpPr>
          <p:cNvPr id="3" name="S08-text5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누구에게 도움이 되고, 어떤 권리를 지킬까요?</a:t>
            </a:r>
            <a:endParaRPr lang="ko-KR" sz="2800" dirty="0"/>
          </a:p>
        </p:txBody>
      </p:sp>
      <p:sp>
        <p:nvSpPr>
          <p:cNvPr id="4" name="S08-chip56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08-text57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점자 블록</a:t>
            </a:r>
            <a:endParaRPr lang="ko-KR" sz="2800" dirty="0"/>
          </a:p>
        </p:txBody>
      </p:sp>
      <p:sp>
        <p:nvSpPr>
          <p:cNvPr id="6" name="S08-chip58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08-text59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바닥이 낮은 버스</a:t>
            </a:r>
            <a:endParaRPr lang="ko-KR" sz="2800" dirty="0"/>
          </a:p>
        </p:txBody>
      </p:sp>
      <p:sp>
        <p:nvSpPr>
          <p:cNvPr id="8" name="S08-chip60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9" name="S08-text61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뉴스의 수어 통역</a:t>
            </a:r>
            <a:endParaRPr lang="ko-KR" sz="2800" dirty="0"/>
          </a:p>
        </p:txBody>
      </p:sp>
      <p:sp>
        <p:nvSpPr>
          <p:cNvPr id="10" name="S08-chip62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1" name="S08-text63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 앞 어린이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보호 구역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동네 인권 지킴이 찾기</a:t>
            </a:r>
            <a:endParaRPr lang="ko-KR" sz="4000" dirty="0"/>
          </a:p>
        </p:txBody>
      </p:sp>
      <p:sp>
        <p:nvSpPr>
          <p:cNvPr id="3" name="S09-text6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엄마(아빠)와 함께 찾아요.</a:t>
            </a:r>
            <a:endParaRPr lang="ko-KR" sz="2800" dirty="0"/>
          </a:p>
        </p:txBody>
      </p:sp>
      <p:sp>
        <p:nvSpPr>
          <p:cNvPr id="4" name="S09-card6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9-cardtext6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밖에서는 꼭 어른과 함께 다니고 찻길을 조심해요.</a:t>
            </a:r>
            <a:endParaRPr lang="ko-KR" sz="2800" dirty="0"/>
          </a:p>
        </p:txBody>
      </p:sp>
      <p:sp>
        <p:nvSpPr>
          <p:cNvPr id="6" name="S09-card67"/>
          <p:cNvSpPr/>
          <p:nvPr/>
        </p:nvSpPr>
        <p:spPr>
          <a:xfrm>
            <a:off x="6813652" y="2011680"/>
            <a:ext cx="4826660" cy="3108960"/>
          </a:xfrm>
          <a:prstGeom prst="roundRect">
            <a:avLst>
              <a:gd name="adj" fmla="val 35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9-cardtext68"/>
          <p:cNvSpPr txBox="1"/>
          <p:nvPr/>
        </p:nvSpPr>
        <p:spPr>
          <a:xfrm>
            <a:off x="7087972" y="2148840"/>
            <a:ext cx="42780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시설 세 가지 찾기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도움받는 사람 말하기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지키는 권리 말하기</a:t>
            </a:r>
            <a:endParaRPr lang="ko-KR" sz="2800" dirty="0"/>
          </a:p>
        </p:txBody>
      </p:sp>
      <p:sp>
        <p:nvSpPr>
          <p:cNvPr id="8" name="S09-stepno69"/>
          <p:cNvSpPr txBox="1"/>
          <p:nvPr/>
        </p:nvSpPr>
        <p:spPr>
          <a:xfrm>
            <a:off x="548640" y="215544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9" name="S09-text70"/>
          <p:cNvSpPr txBox="1"/>
          <p:nvPr/>
        </p:nvSpPr>
        <p:spPr>
          <a:xfrm>
            <a:off x="1325880" y="215544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 둘레나 학교 가는 길을 걸어요.</a:t>
            </a:r>
            <a:endParaRPr lang="ko-KR" sz="2200" dirty="0"/>
          </a:p>
        </p:txBody>
      </p:sp>
      <p:sp>
        <p:nvSpPr>
          <p:cNvPr id="10" name="S09-stepno71"/>
          <p:cNvSpPr txBox="1"/>
          <p:nvPr/>
        </p:nvSpPr>
        <p:spPr>
          <a:xfrm>
            <a:off x="548640" y="286867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11" name="S09-text72"/>
          <p:cNvSpPr txBox="1"/>
          <p:nvPr/>
        </p:nvSpPr>
        <p:spPr>
          <a:xfrm>
            <a:off x="1325880" y="286867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인권을 지키는 시설을 찾아요.</a:t>
            </a:r>
            <a:endParaRPr lang="ko-KR" sz="2200" dirty="0"/>
          </a:p>
        </p:txBody>
      </p:sp>
      <p:sp>
        <p:nvSpPr>
          <p:cNvPr id="12" name="S09-stepno73"/>
          <p:cNvSpPr txBox="1"/>
          <p:nvPr/>
        </p:nvSpPr>
        <p:spPr>
          <a:xfrm>
            <a:off x="548640" y="36276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3" name="S09-text74"/>
          <p:cNvSpPr txBox="1"/>
          <p:nvPr/>
        </p:nvSpPr>
        <p:spPr>
          <a:xfrm>
            <a:off x="1325880" y="3581908"/>
            <a:ext cx="512201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누구에게 어떤 도움이 되는지 이야기해요.</a:t>
            </a:r>
            <a:endParaRPr lang="ko-KR" sz="2200" dirty="0"/>
          </a:p>
        </p:txBody>
      </p:sp>
      <p:sp>
        <p:nvSpPr>
          <p:cNvPr id="14" name="S09-stepno75"/>
          <p:cNvSpPr txBox="1"/>
          <p:nvPr/>
        </p:nvSpPr>
        <p:spPr>
          <a:xfrm>
            <a:off x="548640" y="442823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15" name="S09-text76"/>
          <p:cNvSpPr txBox="1"/>
          <p:nvPr/>
        </p:nvSpPr>
        <p:spPr>
          <a:xfrm>
            <a:off x="1325880" y="442823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활동지 4에 기록해요.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0-chip77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10-text78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인권이 무엇인지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말로 말해요.</a:t>
            </a:r>
            <a:endParaRPr lang="ko-KR" sz="2800" dirty="0"/>
          </a:p>
        </p:txBody>
      </p:sp>
      <p:sp>
        <p:nvSpPr>
          <p:cNvPr id="5" name="S10-chip79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10-text80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동생이 말할 때마다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무시하고 끊어요.</a:t>
            </a:r>
            <a:endParaRPr lang="ko-KR" sz="2800" dirty="0"/>
          </a:p>
        </p:txBody>
      </p:sp>
      <p:sp>
        <p:nvSpPr>
          <p:cNvPr id="7" name="S10-chip81"/>
          <p:cNvSpPr txBox="1"/>
          <p:nvPr/>
        </p:nvSpPr>
        <p:spPr>
          <a:xfrm>
            <a:off x="548640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8" name="S10-text82"/>
          <p:cNvSpPr txBox="1"/>
          <p:nvPr/>
        </p:nvSpPr>
        <p:spPr>
          <a:xfrm>
            <a:off x="1344168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키가 작다고 놀리는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별명을 불러요.</a:t>
            </a:r>
            <a:endParaRPr lang="ko-KR" sz="2800" dirty="0"/>
          </a:p>
        </p:txBody>
      </p:sp>
      <p:sp>
        <p:nvSpPr>
          <p:cNvPr id="9" name="S10-chip83"/>
          <p:cNvSpPr txBox="1"/>
          <p:nvPr/>
        </p:nvSpPr>
        <p:spPr>
          <a:xfrm>
            <a:off x="6277356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0" name="S10-text84"/>
          <p:cNvSpPr txBox="1"/>
          <p:nvPr/>
        </p:nvSpPr>
        <p:spPr>
          <a:xfrm>
            <a:off x="7072884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다친 친구를 보건실에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데려다줬어요.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반에 친구가 와요</a:t>
            </a:r>
            <a:endParaRPr lang="ko-KR" sz="4000" dirty="0"/>
          </a:p>
        </p:txBody>
      </p:sp>
      <p:sp>
        <p:nvSpPr>
          <p:cNvPr id="3" name="S12-text8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휠체어를 타는 친구가 우리 반에 전학 와요.</a:t>
            </a:r>
            <a:endParaRPr lang="ko-KR" sz="2800" dirty="0"/>
          </a:p>
        </p:txBody>
      </p:sp>
      <p:sp>
        <p:nvSpPr>
          <p:cNvPr id="4" name="S12-chip86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12-text87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교실에서 친구가 불편할 수 있는 점 하나는?</a:t>
            </a:r>
            <a:endParaRPr lang="ko-KR" sz="2800" dirty="0"/>
          </a:p>
        </p:txBody>
      </p:sp>
      <p:sp>
        <p:nvSpPr>
          <p:cNvPr id="6" name="S12-chip88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12-text89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반이 할 수 있는 일 두 가지와 그 까닭은?</a:t>
            </a:r>
            <a:endParaRPr lang="ko-KR" sz="2800" dirty="0"/>
          </a:p>
        </p:txBody>
      </p:sp>
      <p:sp>
        <p:nvSpPr>
          <p:cNvPr id="8" name="S12-chip90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9" name="S12-text91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집에서 내가 지킬 인권 존중 약속 하나는?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92"/>
          <p:cNvSpPr/>
          <p:nvPr/>
        </p:nvSpPr>
        <p:spPr>
          <a:xfrm>
            <a:off x="548640" y="1325880"/>
            <a:ext cx="11091672" cy="1630680"/>
          </a:xfrm>
          <a:prstGeom prst="roundRect">
            <a:avLst>
              <a:gd name="adj" fmla="val 6729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93"/>
          <p:cNvSpPr txBox="1"/>
          <p:nvPr/>
        </p:nvSpPr>
        <p:spPr>
          <a:xfrm>
            <a:off x="822960" y="1463040"/>
            <a:ext cx="10543032" cy="1356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인권은 사람이라면 누구나 태어날 때부터 가지는, 사람답게 살 권리예요.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시설·제도·우리의 행동으로 인권을 지켜요.</a:t>
            </a:r>
            <a:endParaRPr lang="ko-KR" sz="2800" dirty="0"/>
          </a:p>
        </p:txBody>
      </p:sp>
      <p:sp>
        <p:nvSpPr>
          <p:cNvPr id="5" name="S13-chip94"/>
          <p:cNvSpPr txBox="1"/>
          <p:nvPr/>
        </p:nvSpPr>
        <p:spPr>
          <a:xfrm>
            <a:off x="548640" y="3185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다른 사람의 입장에서 생각하기</a:t>
            </a:r>
            <a:endParaRPr lang="ko-KR" sz="2200" dirty="0"/>
          </a:p>
        </p:txBody>
      </p:sp>
      <p:sp>
        <p:nvSpPr>
          <p:cNvPr id="6" name="S13-chip95"/>
          <p:cNvSpPr txBox="1"/>
          <p:nvPr/>
        </p:nvSpPr>
        <p:spPr>
          <a:xfrm>
            <a:off x="6208776" y="3185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다르다는 까닭으로 차별하기</a:t>
            </a:r>
            <a:endParaRPr lang="ko-KR" sz="2200" dirty="0"/>
          </a:p>
        </p:txBody>
      </p:sp>
      <p:sp>
        <p:nvSpPr>
          <p:cNvPr id="7" name="S13-text96"/>
          <p:cNvSpPr txBox="1"/>
          <p:nvPr/>
        </p:nvSpPr>
        <p:spPr>
          <a:xfrm>
            <a:off x="548640" y="4008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3-text97"/>
          <p:cNvSpPr txBox="1"/>
          <p:nvPr/>
        </p:nvSpPr>
        <p:spPr>
          <a:xfrm>
            <a:off x="548640" y="4511040"/>
            <a:ext cx="3544824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인권의 뜻은?</a:t>
            </a:r>
            <a:endParaRPr lang="ko-KR" sz="2200" dirty="0"/>
          </a:p>
        </p:txBody>
      </p:sp>
      <p:sp>
        <p:nvSpPr>
          <p:cNvPr id="9" name="S13-text98"/>
          <p:cNvSpPr txBox="1"/>
          <p:nvPr/>
        </p:nvSpPr>
        <p:spPr>
          <a:xfrm>
            <a:off x="4322064" y="4511040"/>
            <a:ext cx="3544824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인권을 지키는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시설 두 가지는?</a:t>
            </a:r>
            <a:endParaRPr lang="ko-KR" sz="2200" dirty="0"/>
          </a:p>
        </p:txBody>
      </p:sp>
      <p:sp>
        <p:nvSpPr>
          <p:cNvPr id="10" name="S13-text99"/>
          <p:cNvSpPr txBox="1"/>
          <p:nvPr/>
        </p:nvSpPr>
        <p:spPr>
          <a:xfrm>
            <a:off x="8095488" y="4511040"/>
            <a:ext cx="3544824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생활 속 인권 침해의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 하나는?</a:t>
            </a:r>
            <a:endParaRPr lang="ko-KR" sz="2200" dirty="0"/>
          </a:p>
        </p:txBody>
      </p:sp>
      <p:sp>
        <p:nvSpPr>
          <p:cNvPr id="11" name="S13-text100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법과 규칙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권리란 무엇일까요?</a:t>
            </a:r>
            <a:endParaRPr lang="ko-KR" sz="4000" dirty="0"/>
          </a:p>
        </p:txBody>
      </p:sp>
      <p:sp>
        <p:nvSpPr>
          <p:cNvPr id="3" name="S14-card101"/>
          <p:cNvSpPr/>
          <p:nvPr/>
        </p:nvSpPr>
        <p:spPr>
          <a:xfrm>
            <a:off x="548640" y="1773174"/>
            <a:ext cx="11091672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4-cardtext102"/>
          <p:cNvSpPr txBox="1"/>
          <p:nvPr/>
        </p:nvSpPr>
        <p:spPr>
          <a:xfrm>
            <a:off x="822960" y="1910334"/>
            <a:ext cx="10543032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권리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마땅히 누릴 수 있는 자격이에요.</a:t>
            </a:r>
            <a:endParaRPr lang="ko-KR" sz="2800" dirty="0"/>
          </a:p>
        </p:txBody>
      </p:sp>
      <p:sp>
        <p:nvSpPr>
          <p:cNvPr id="5" name="S14-card103"/>
          <p:cNvSpPr/>
          <p:nvPr/>
        </p:nvSpPr>
        <p:spPr>
          <a:xfrm>
            <a:off x="548640" y="3181858"/>
            <a:ext cx="11091672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4-cardtext104"/>
          <p:cNvSpPr txBox="1"/>
          <p:nvPr/>
        </p:nvSpPr>
        <p:spPr>
          <a:xfrm>
            <a:off x="822960" y="3319018"/>
            <a:ext cx="10543032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학교에서 배울 권리, 쉬는 시간에 쉴 권리</a:t>
            </a:r>
            <a:endParaRPr lang="ko-KR" sz="2800" dirty="0"/>
          </a:p>
        </p:txBody>
      </p:sp>
      <p:sp>
        <p:nvSpPr>
          <p:cNvPr id="7" name="S14-card105"/>
          <p:cNvSpPr/>
          <p:nvPr/>
        </p:nvSpPr>
        <p:spPr>
          <a:xfrm>
            <a:off x="548640" y="4590542"/>
            <a:ext cx="11091672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4-cardtext106"/>
          <p:cNvSpPr txBox="1"/>
          <p:nvPr/>
        </p:nvSpPr>
        <p:spPr>
          <a:xfrm>
            <a:off x="822960" y="4727702"/>
            <a:ext cx="10543032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함께 지켜요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권리가 소중하면 다른 사람의 권리도 소중해요.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초5 사회·역사 인권</dc:title>
  <dc:subject>KR22-G05-SOC-RIGHTS-L01</dc:subject>
  <dc:creator>education-ppt</dc:creator>
  <cp:lastModifiedBy>education-ppt</cp:lastModifiedBy>
  <cp:revision>1</cp:revision>
  <dcterms:created xsi:type="dcterms:W3CDTF">2026-10-26T13:16:57Z</dcterms:created>
  <dcterms:modified xsi:type="dcterms:W3CDTF">2026-10-26T13:16:57Z</dcterms:modified>
</cp:coreProperties>
</file>