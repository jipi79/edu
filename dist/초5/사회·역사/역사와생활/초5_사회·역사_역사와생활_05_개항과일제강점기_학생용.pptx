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df9a9f6-ee4d-2c68-8622-10a8f7ad0aaf}">
          <p14:sldIdLst>
            <p14:sldId id="256"/>
            <p14:sldId id="257"/>
          </p14:sldIdLst>
        </p14:section>
        <p14:section name="개념" id="{41417950-66e1-9244-d848-09f2b0100910}">
          <p14:sldIdLst>
            <p14:sldId id="258"/>
            <p14:sldId id="259"/>
            <p14:sldId id="260"/>
            <p14:sldId id="262"/>
            <p14:sldId id="263"/>
            <p14:sldId id="264"/>
          </p14:sldIdLst>
        </p14:section>
        <p14:section name="연습" id="{cc8eb9da-4864-b93f-a6f2-87b048efab6f}">
          <p14:sldIdLst>
            <p14:sldId id="261"/>
            <p14:sldId id="265"/>
            <p14:sldId id="266"/>
          </p14:sldIdLst>
        </p14:section>
        <p14:section name="개념" id="{511923d4-142f-a1b7-a2e3-77908d8e94da}">
          <p14:sldIdLst/>
        </p14:section>
        <p14:section name="연습" id="{c8804d10-44cc-79a3-b7ba-dd9255668664}">
          <p14:sldIdLst/>
        </p14:section>
        <p14:section name="확인" id="{5c19d682-c938-0b7e-79b3-719154397d02}">
          <p14:sldIdLst>
            <p14:sldId id="267"/>
          </p14:sldIdLst>
        </p14:section>
        <p14:section name="정리" id="{b14c749e-5c3c-ae90-6cb7-646264776bed}">
          <p14:sldIdLst>
            <p14:sldId id="268"/>
          </p14:sldIdLst>
        </p14:section>
        <p14:section name="보충" id="{e978af03-c82b-a1af-3810-a4cd795c78b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개항과 일제강점기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개항과 일제강점기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개항과 일제강점기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개항과 일제강점기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잃은 사람들은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위해 어떻게 노력했을까?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개항부터 나라를 빼앗기기까지의 흐름을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여러 가지 독립운동을 자료로 살펴요.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조선을 세운 사람과 해는?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 때 바다에서 나라를 지킨 장군은?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의병은 어떤 사람들이었나요?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개항에서 광복까지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 조선은 일본과 조약을 맺고 항구를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열었어요. 이것을 개항이라고 해요.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일본에 나라를 빼앗긴 1910년부터 1945년까지를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일제강점기라고 해요.</a:t>
            </a:r>
            <a:endParaRPr lang="ko-KR" sz="2800" dirty="0"/>
          </a:p>
        </p:txBody>
      </p:sp>
      <p:sp>
        <p:nvSpPr>
          <p:cNvPr id="6" name="S03-line12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13"/>
          <p:cNvSpPr/>
          <p:nvPr/>
        </p:nvSpPr>
        <p:spPr>
          <a:xfrm>
            <a:off x="175839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14"/>
          <p:cNvSpPr txBox="1"/>
          <p:nvPr/>
        </p:nvSpPr>
        <p:spPr>
          <a:xfrm>
            <a:off x="868680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</a:t>
            </a:r>
            <a:endParaRPr lang="ko-KR" sz="2200" dirty="0"/>
          </a:p>
        </p:txBody>
      </p:sp>
      <p:sp>
        <p:nvSpPr>
          <p:cNvPr id="9" name="S03-label15"/>
          <p:cNvSpPr txBox="1"/>
          <p:nvPr/>
        </p:nvSpPr>
        <p:spPr>
          <a:xfrm>
            <a:off x="868680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1876년, 개항</a:t>
            </a:r>
            <a:endParaRPr lang="ko-KR" sz="1800" dirty="0"/>
          </a:p>
        </p:txBody>
      </p:sp>
      <p:sp>
        <p:nvSpPr>
          <p:cNvPr id="10" name="S03-event16"/>
          <p:cNvSpPr/>
          <p:nvPr/>
        </p:nvSpPr>
        <p:spPr>
          <a:xfrm>
            <a:off x="386699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17"/>
          <p:cNvSpPr txBox="1"/>
          <p:nvPr/>
        </p:nvSpPr>
        <p:spPr>
          <a:xfrm>
            <a:off x="2977286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국권 피탈</a:t>
            </a:r>
            <a:endParaRPr lang="ko-KR" sz="2200" dirty="0"/>
          </a:p>
        </p:txBody>
      </p:sp>
      <p:sp>
        <p:nvSpPr>
          <p:cNvPr id="12" name="S03-label18"/>
          <p:cNvSpPr txBox="1"/>
          <p:nvPr/>
        </p:nvSpPr>
        <p:spPr>
          <a:xfrm>
            <a:off x="297728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</a:t>
            </a:r>
            <a:endParaRPr lang="ko-KR" sz="1800" dirty="0"/>
          </a:p>
        </p:txBody>
      </p:sp>
      <p:sp>
        <p:nvSpPr>
          <p:cNvPr id="13" name="S03-event19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0"/>
          <p:cNvSpPr txBox="1"/>
          <p:nvPr/>
        </p:nvSpPr>
        <p:spPr>
          <a:xfrm>
            <a:off x="5085893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</a:t>
            </a:r>
            <a:endParaRPr lang="ko-KR" sz="2200" dirty="0"/>
          </a:p>
        </p:txBody>
      </p:sp>
      <p:sp>
        <p:nvSpPr>
          <p:cNvPr id="15" name="S03-label21"/>
          <p:cNvSpPr txBox="1"/>
          <p:nvPr/>
        </p:nvSpPr>
        <p:spPr>
          <a:xfrm>
            <a:off x="5085893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</a:t>
            </a:r>
            <a:endParaRPr lang="ko-KR" sz="1800" dirty="0"/>
          </a:p>
        </p:txBody>
      </p:sp>
      <p:sp>
        <p:nvSpPr>
          <p:cNvPr id="16" name="S03-event22"/>
          <p:cNvSpPr/>
          <p:nvPr/>
        </p:nvSpPr>
        <p:spPr>
          <a:xfrm>
            <a:off x="808421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3-label23"/>
          <p:cNvSpPr txBox="1"/>
          <p:nvPr/>
        </p:nvSpPr>
        <p:spPr>
          <a:xfrm>
            <a:off x="7194499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정부</a:t>
            </a:r>
            <a:endParaRPr lang="ko-KR" sz="2200" dirty="0"/>
          </a:p>
        </p:txBody>
      </p:sp>
      <p:sp>
        <p:nvSpPr>
          <p:cNvPr id="18" name="S03-label24"/>
          <p:cNvSpPr txBox="1"/>
          <p:nvPr/>
        </p:nvSpPr>
        <p:spPr>
          <a:xfrm>
            <a:off x="7194499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</a:t>
            </a:r>
            <a:endParaRPr lang="ko-KR" sz="1800" dirty="0"/>
          </a:p>
        </p:txBody>
      </p:sp>
      <p:sp>
        <p:nvSpPr>
          <p:cNvPr id="19" name="S03-event25"/>
          <p:cNvSpPr/>
          <p:nvPr/>
        </p:nvSpPr>
        <p:spPr>
          <a:xfrm>
            <a:off x="1019281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3-label26"/>
          <p:cNvSpPr txBox="1"/>
          <p:nvPr/>
        </p:nvSpPr>
        <p:spPr>
          <a:xfrm>
            <a:off x="9303106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21" name="S03-label27"/>
          <p:cNvSpPr txBox="1"/>
          <p:nvPr/>
        </p:nvSpPr>
        <p:spPr>
          <a:xfrm>
            <a:off x="930310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 읽기</a:t>
            </a:r>
            <a:endParaRPr lang="ko-KR" sz="40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조약은 어느 나라에 더 유리할까요? 왜 그럴까요?</a:t>
            </a:r>
            <a:endParaRPr lang="ko-KR" sz="2800" dirty="0"/>
          </a:p>
        </p:txBody>
      </p:sp>
      <p:sp>
        <p:nvSpPr>
          <p:cNvPr id="5" name="S04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조약의 내용 가운데 일부(쉽게 풀어 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조선은 부산 등 항구 세 곳을 열어 일본과 무역한다.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일본은 조선의 바닷가를 자유롭게 조사할 수 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일본 사람이 조선의 항구에서 죄를 지으면 일본 관리가 재판한다.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지키려는 노력</a:t>
            </a:r>
            <a:endParaRPr lang="ko-KR" sz="40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일본의 간섭이 심해지자 사람들은 이렇게 노력했어요.</a:t>
            </a:r>
            <a:endParaRPr lang="ko-KR" sz="2800" dirty="0"/>
          </a:p>
        </p:txBody>
      </p:sp>
      <p:sp>
        <p:nvSpPr>
          <p:cNvPr id="4" name="S05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일본은 1910년에 나라를 빼앗았어요.</a:t>
            </a:r>
            <a:endParaRPr lang="ko-KR" sz="2800" dirty="0"/>
          </a:p>
        </p:txBody>
      </p:sp>
      <p:sp>
        <p:nvSpPr>
          <p:cNvPr id="6" name="S05-card3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국채 보상 운동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나랏빚을 갚으려고 담배를 끊고 반지를 내놓아 돈을 모았어요.</a:t>
            </a:r>
            <a:endParaRPr lang="ko-KR" sz="2800" dirty="0"/>
          </a:p>
        </p:txBody>
      </p:sp>
      <p:sp>
        <p:nvSpPr>
          <p:cNvPr id="8" name="S05-card3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지키려고 다시 의병이 일어났어요.</a:t>
            </a:r>
            <a:endParaRPr lang="ko-KR" sz="2800" dirty="0"/>
          </a:p>
        </p:txBody>
      </p:sp>
      <p:sp>
        <p:nvSpPr>
          <p:cNvPr id="10" name="S05-card3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4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학교와 신문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학교를 세우고 신문을 펴내 사람들을 깨우쳤어요.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일제강점기의 생활</a:t>
            </a:r>
            <a:endParaRPr lang="ko-KR" sz="40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보고 생활이 어떻게 달라졌는지 짐작해요.</a:t>
            </a:r>
            <a:endParaRPr lang="ko-KR" sz="2800" dirty="0"/>
          </a:p>
        </p:txBody>
      </p:sp>
      <p:sp>
        <p:nvSpPr>
          <p:cNvPr id="4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‘자료로 보면 ~라고 생각할 수 있어요.’로 말해요.</a:t>
            </a:r>
            <a:endParaRPr lang="ko-KR" sz="2800" dirty="0"/>
          </a:p>
        </p:txBody>
      </p:sp>
      <p:sp>
        <p:nvSpPr>
          <p:cNvPr id="6" name="S06-chip4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4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우리말 대신 일본어로 공부하게 했어요.</a:t>
            </a:r>
            <a:endParaRPr lang="ko-KR" sz="2800" dirty="0"/>
          </a:p>
        </p:txBody>
      </p:sp>
      <p:sp>
        <p:nvSpPr>
          <p:cNvPr id="8" name="S06-chip4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쌀이 일본으로 실려 갔어요.</a:t>
            </a:r>
            <a:endParaRPr lang="ko-KR" sz="2800" dirty="0"/>
          </a:p>
        </p:txBody>
      </p:sp>
      <p:sp>
        <p:nvSpPr>
          <p:cNvPr id="10" name="S06-chip4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4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일본식으로 바꾸게 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</a:t>
            </a:r>
            <a:endParaRPr lang="ko-KR" sz="4000" dirty="0"/>
          </a:p>
        </p:txBody>
      </p:sp>
      <p:sp>
        <p:nvSpPr>
          <p:cNvPr id="3" name="S07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아이, 남자와 여자 모두 함께했어요.</a:t>
            </a:r>
            <a:endParaRPr lang="ko-KR" sz="2800" dirty="0"/>
          </a:p>
        </p:txBody>
      </p:sp>
      <p:sp>
        <p:nvSpPr>
          <p:cNvPr id="5" name="S07-text5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 3월 1일, 사람들이 독립을 외쳤어요.</a:t>
            </a:r>
            <a:endParaRPr lang="ko-KR" sz="2800" dirty="0"/>
          </a:p>
        </p:txBody>
      </p:sp>
      <p:sp>
        <p:nvSpPr>
          <p:cNvPr id="6" name="S07-stepno53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7-text54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민족 대표들이 독립 선언서를 발표했어요.</a:t>
            </a:r>
            <a:endParaRPr lang="ko-KR" sz="2800" dirty="0"/>
          </a:p>
        </p:txBody>
      </p:sp>
      <p:sp>
        <p:nvSpPr>
          <p:cNvPr id="8" name="S07-stepno55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7-text56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학생과 시민이 태극기를 들고 ‘대한 독립 만세’를 외쳤어요.</a:t>
            </a:r>
            <a:endParaRPr lang="ko-KR" sz="2800" dirty="0"/>
          </a:p>
        </p:txBody>
      </p:sp>
      <p:sp>
        <p:nvSpPr>
          <p:cNvPr id="10" name="S07-stepno57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7-text58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만세 운동이 전국과 나라 밖까지 퍼졌어요.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 임시 정부</a:t>
            </a:r>
            <a:endParaRPr lang="ko-KR" sz="4000" dirty="0"/>
          </a:p>
        </p:txBody>
      </p:sp>
      <p:sp>
        <p:nvSpPr>
          <p:cNvPr id="3" name="S08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 뒤, 1919년 중국 상하이에 세워졌어요.</a:t>
            </a:r>
            <a:endParaRPr lang="ko-KR" sz="2800" dirty="0"/>
          </a:p>
        </p:txBody>
      </p:sp>
      <p:sp>
        <p:nvSpPr>
          <p:cNvPr id="4" name="S08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김구 같은 사람들이 임시 정부를 이끌었어요.</a:t>
            </a:r>
            <a:endParaRPr lang="ko-KR" sz="2800" dirty="0"/>
          </a:p>
        </p:txBody>
      </p:sp>
      <p:sp>
        <p:nvSpPr>
          <p:cNvPr id="6" name="S08-card6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6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독립운동을 이끌었어요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안팎의 독립운동을 하나로 모으려 했어요.</a:t>
            </a:r>
            <a:endParaRPr lang="ko-KR" sz="2800" dirty="0"/>
          </a:p>
        </p:txBody>
      </p:sp>
      <p:sp>
        <p:nvSpPr>
          <p:cNvPr id="8" name="S08-card6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6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이름, 대한민국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주인인 민주 공화국을 내세웠어요.</a:t>
            </a:r>
            <a:endParaRPr lang="ko-KR" sz="2800" dirty="0"/>
          </a:p>
        </p:txBody>
      </p:sp>
      <p:sp>
        <p:nvSpPr>
          <p:cNvPr id="10" name="S08-card6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오늘날의 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대한민국은 임시 정부를 이어받았어요.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독립운동</a:t>
            </a:r>
            <a:endParaRPr lang="ko-KR" sz="4000" dirty="0"/>
          </a:p>
        </p:txBody>
      </p:sp>
      <p:sp>
        <p:nvSpPr>
          <p:cNvPr id="3" name="S09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저마다 할 수 있는 방법으로 힘썼어요.</a:t>
            </a:r>
            <a:endParaRPr lang="ko-KR" sz="2800" dirty="0"/>
          </a:p>
        </p:txBody>
      </p:sp>
      <p:sp>
        <p:nvSpPr>
          <p:cNvPr id="4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나라의 독립이라는 같은 목표를 위해 노력했어요.</a:t>
            </a:r>
            <a:endParaRPr lang="ko-KR" sz="2800" dirty="0"/>
          </a:p>
        </p:txBody>
      </p:sp>
      <p:graphicFrame>
        <p:nvGraphicFramePr>
          <p:cNvPr id="10" name="S09-table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62200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83393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싸워서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독립군이 만주 등에서 일본군과 싸워 이기기도 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가르쳐서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학교를 세워 우리 역사와 글을 가르쳤어요.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우리말을 지켜서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조선어 학회가 우리말 사전을 만들려고 애썼어요.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알려서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 밖에 우리 사정을 알리고 도움을 구했어요.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방법이었을까?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방법 가운데 어디에 들어갈까요?</a:t>
            </a:r>
            <a:endParaRPr lang="ko-KR" sz="2800" dirty="0"/>
          </a:p>
        </p:txBody>
      </p:sp>
      <p:sp>
        <p:nvSpPr>
          <p:cNvPr id="4" name="S10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사람의 공통점은 무엇일까요?</a:t>
            </a:r>
            <a:endParaRPr lang="ko-KR" sz="2800" dirty="0"/>
          </a:p>
        </p:txBody>
      </p:sp>
      <p:sp>
        <p:nvSpPr>
          <p:cNvPr id="6" name="S10-chip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7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안창호는 학교를 세워 나라를 이끌 사람을 길렀어요.</a:t>
            </a:r>
            <a:endParaRPr lang="ko-KR" sz="28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7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홍범도는 봉오동에서 독립군을 이끌고 싸웠어요.</a:t>
            </a:r>
            <a:endParaRPr lang="ko-KR" sz="2800" dirty="0"/>
          </a:p>
        </p:txBody>
      </p:sp>
      <p:sp>
        <p:nvSpPr>
          <p:cNvPr id="10" name="S10-chip7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8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주시경은 우리말과 한글을 연구하고 가르쳤어요.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운동은 소용없었을까?</a:t>
            </a:r>
            <a:endParaRPr lang="ko-KR" sz="4000" dirty="0"/>
          </a:p>
        </p:txBody>
      </p:sp>
      <p:sp>
        <p:nvSpPr>
          <p:cNvPr id="3" name="S11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운동을 배우고 두 친구가 말했어요.</a:t>
            </a:r>
            <a:endParaRPr lang="ko-KR" sz="2800" dirty="0"/>
          </a:p>
        </p:txBody>
      </p:sp>
      <p:sp>
        <p:nvSpPr>
          <p:cNvPr id="5" name="S11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고개가 끄덕여지나요? 까닭도 말해요.</a:t>
            </a:r>
            <a:endParaRPr lang="ko-KR" sz="2800" dirty="0"/>
          </a:p>
        </p:txBody>
      </p:sp>
      <p:sp>
        <p:nvSpPr>
          <p:cNvPr id="7" name="S11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1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“바로 독립하지 못했으니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소용없었어요.”</a:t>
            </a:r>
            <a:endParaRPr lang="ko-KR" sz="2800" dirty="0"/>
          </a:p>
        </p:txBody>
      </p:sp>
      <p:sp>
        <p:nvSpPr>
          <p:cNvPr id="9" name="S11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1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“바로 독립하지는 못했지만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정부가 세워지고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독립운동이 더 활발해졌어요.”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9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1876년, 1910년,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1919년에 있었던 일은?</a:t>
            </a:r>
            <a:endParaRPr lang="ko-KR" sz="2800" dirty="0"/>
          </a:p>
        </p:txBody>
      </p:sp>
      <p:sp>
        <p:nvSpPr>
          <p:cNvPr id="5" name="S12-chip9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9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조약이 불평등했던 까닭 하나는?</a:t>
            </a:r>
            <a:endParaRPr lang="ko-KR" sz="2800" dirty="0"/>
          </a:p>
        </p:txBody>
      </p:sp>
      <p:sp>
        <p:nvSpPr>
          <p:cNvPr id="7" name="S12-chip9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9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 뒤에 세워진 것은?</a:t>
            </a:r>
            <a:endParaRPr lang="ko-KR" sz="2800" dirty="0"/>
          </a:p>
        </p:txBody>
      </p:sp>
      <p:sp>
        <p:nvSpPr>
          <p:cNvPr id="9" name="S12-chip9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9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독립운동의 방법 두 가지를 예와 함께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 나라를 빼앗긴 뒤에도 사람들은 3·1 운동, 임시 정부,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독립군, 교육, 우리말 지키기로 독립을 위해 노력했어요.</a:t>
            </a:r>
            <a:endParaRPr lang="ko-KR" sz="2800" dirty="0"/>
          </a:p>
        </p:txBody>
      </p:sp>
      <p:sp>
        <p:nvSpPr>
          <p:cNvPr id="5" name="S14-chip9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무엇을 위해 어떻게 노력했나</a:t>
            </a:r>
            <a:endParaRPr lang="ko-KR" sz="2200" dirty="0"/>
          </a:p>
        </p:txBody>
      </p:sp>
      <p:sp>
        <p:nvSpPr>
          <p:cNvPr id="6" name="S14-chip10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싸움만 독립운동으로 보기</a:t>
            </a:r>
            <a:endParaRPr lang="ko-KR" sz="2200" dirty="0"/>
          </a:p>
        </p:txBody>
      </p:sp>
      <p:sp>
        <p:nvSpPr>
          <p:cNvPr id="7" name="S14-text10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1876년에 일본과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맺은 조약은?</a:t>
            </a:r>
            <a:endParaRPr lang="ko-KR" sz="2200" dirty="0"/>
          </a:p>
        </p:txBody>
      </p:sp>
      <p:sp>
        <p:nvSpPr>
          <p:cNvPr id="9" name="S14-text10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3·1 운동은 몇 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월 며칠?</a:t>
            </a:r>
            <a:endParaRPr lang="ko-KR" sz="2200" dirty="0"/>
          </a:p>
        </p:txBody>
      </p:sp>
      <p:sp>
        <p:nvSpPr>
          <p:cNvPr id="10" name="S14-text10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1919년 상하이에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세워진 것은?</a:t>
            </a:r>
            <a:endParaRPr lang="ko-KR" sz="2200" dirty="0"/>
          </a:p>
        </p:txBody>
      </p:sp>
      <p:sp>
        <p:nvSpPr>
          <p:cNvPr id="11" name="S14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광복과 6·25전쟁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나라를 지킨 노력</a:t>
            </a:r>
            <a:endParaRPr lang="ko-KR" sz="4000" dirty="0"/>
          </a:p>
        </p:txBody>
      </p:sp>
      <p:sp>
        <p:nvSpPr>
          <p:cNvPr id="3" name="S15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시간까지 배운 노력을 다시 봐요.</a:t>
            </a:r>
            <a:endParaRPr lang="ko-KR" sz="2800" dirty="0"/>
          </a:p>
        </p:txBody>
      </p:sp>
      <p:sp>
        <p:nvSpPr>
          <p:cNvPr id="4" name="S15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어려울 때 사람들은 여러 방법으로 힘을 모았어요.</a:t>
            </a:r>
            <a:endParaRPr lang="ko-KR" sz="2800" dirty="0"/>
          </a:p>
        </p:txBody>
      </p:sp>
      <p:graphicFrame>
        <p:nvGraphicFramePr>
          <p:cNvPr id="15" name="S15-table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843784"/>
          <a:ext cx="109728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3950208"/>
                <a:gridCol w="526694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나라를 지킨 노력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거란·몽골이 쳐들어옴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서희의 외교, 강감찬, 강화도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임진왜란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이순신과 수군, 의병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개항과 일제강점기</dc:title>
  <dc:subject>KR22-G05-SOC-COLONIAL-L01</dc:subject>
  <dc:creator>education-ppt</dc:creator>
  <cp:lastModifiedBy>education-ppt</cp:lastModifiedBy>
  <cp:revision>1</cp:revision>
  <dcterms:created xsi:type="dcterms:W3CDTF">2026-10-26T13:08:42Z</dcterms:created>
  <dcterms:modified xsi:type="dcterms:W3CDTF">2026-10-26T13:08:42Z</dcterms:modified>
</cp:coreProperties>
</file>