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e5c535d-b3db-6e07-3926-606be32b673d}">
          <p14:sldIdLst>
            <p14:sldId id="256"/>
            <p14:sldId id="257"/>
          </p14:sldIdLst>
        </p14:section>
        <p14:section name="개념" id="{7b04ddf1-f2b7-0f05-fa10-fbbab332f37d}">
          <p14:sldIdLst>
            <p14:sldId id="258"/>
            <p14:sldId id="259"/>
            <p14:sldId id="262"/>
            <p14:sldId id="263"/>
            <p14:sldId id="264"/>
          </p14:sldIdLst>
        </p14:section>
        <p14:section name="연습" id="{6c0e4a60-a7c8-7b8b-7592-b2f13ed3d1fa}">
          <p14:sldIdLst>
            <p14:sldId id="260"/>
            <p14:sldId id="261"/>
            <p14:sldId id="265"/>
            <p14:sldId id="266"/>
          </p14:sldIdLst>
        </p14:section>
        <p14:section name="개념" id="{d082dba0-2a52-73fd-b901-ac06bb777a78}">
          <p14:sldIdLst/>
        </p14:section>
        <p14:section name="연습" id="{6d3dd704-d89c-4136-b7ef-8e933ce70125}">
          <p14:sldIdLst/>
        </p14:section>
        <p14:section name="확인" id="{66af411a-f719-0750-c423-f3d1c9d5603b}">
          <p14:sldIdLst>
            <p14:sldId id="267"/>
          </p14:sldIdLst>
        </p14:section>
        <p14:section name="정리" id="{61c690f6-56f5-2c8a-6b9c-03d8bda4a0f5}">
          <p14:sldIdLst>
            <p14:sldId id="268"/>
          </p14:sldIdLst>
        </p14:section>
        <p14:section name="보충" id="{582ed1b7-01ed-582d-a514-19d544d6a96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광복과 6·25전쟁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광복과 6·25전쟁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광복과 6·25전쟁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광복과 6·25전쟁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 뒤 우리나라는 어떻게 세워졌고,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전쟁은 사람들의 삶을 어떻게 바꾸었을까?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광복부터 대한민국 정부 수립까지 차례대로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6·25 전쟁이 사람들의 생활에 준 영향을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1919년에 있었던 일 두 가지는?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독립운동의 방법 두 가지는?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일본에 나라를 빼앗긴 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광복의 뜻과 까닭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 8월 15일, 우리나라는 광복을 맞았어요.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광복은 우리 민족이 오랫동안 노력한 결과이기도 해요.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‘빛을 되찾음’이라는 뜻으로, 빼앗긴 나라를 되찾은 것을 말해요.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일본이 제2차 세계 대전에서 졌어요.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민족이 끈질기게 독립운동을 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세워지기까지</a:t>
            </a:r>
            <a:endParaRPr lang="ko-KR" sz="40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 뒤 38도선을 경계로 남쪽에는 미군,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북쪽에는 소련군이 들어왔어요.</a:t>
            </a:r>
            <a:endParaRPr lang="ko-KR" sz="2800" dirty="0"/>
          </a:p>
        </p:txBody>
      </p:sp>
      <p:sp>
        <p:nvSpPr>
          <p:cNvPr id="4" name="S04-card1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북에 서로 다른 정부가 세워져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둘로 나뉘었어요.</a:t>
            </a:r>
            <a:endParaRPr lang="ko-KR" sz="2800" dirty="0"/>
          </a:p>
        </p:txBody>
      </p:sp>
      <p:sp>
        <p:nvSpPr>
          <p:cNvPr id="6" name="S04-line21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4-event22"/>
          <p:cNvSpPr/>
          <p:nvPr/>
        </p:nvSpPr>
        <p:spPr>
          <a:xfrm>
            <a:off x="175839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4-label23"/>
          <p:cNvSpPr txBox="1"/>
          <p:nvPr/>
        </p:nvSpPr>
        <p:spPr>
          <a:xfrm>
            <a:off x="868680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9" name="S04-label24"/>
          <p:cNvSpPr txBox="1"/>
          <p:nvPr/>
        </p:nvSpPr>
        <p:spPr>
          <a:xfrm>
            <a:off x="868680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 8월 15일</a:t>
            </a:r>
            <a:endParaRPr lang="ko-KR" sz="1800" dirty="0"/>
          </a:p>
        </p:txBody>
      </p:sp>
      <p:sp>
        <p:nvSpPr>
          <p:cNvPr id="10" name="S04-event25"/>
          <p:cNvSpPr/>
          <p:nvPr/>
        </p:nvSpPr>
        <p:spPr>
          <a:xfrm>
            <a:off x="386699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4-label26"/>
          <p:cNvSpPr txBox="1"/>
          <p:nvPr/>
        </p:nvSpPr>
        <p:spPr>
          <a:xfrm>
            <a:off x="2977286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남북으로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나뉨</a:t>
            </a:r>
            <a:endParaRPr lang="ko-KR" sz="2200" dirty="0"/>
          </a:p>
        </p:txBody>
      </p:sp>
      <p:sp>
        <p:nvSpPr>
          <p:cNvPr id="12" name="S04-label27"/>
          <p:cNvSpPr txBox="1"/>
          <p:nvPr/>
        </p:nvSpPr>
        <p:spPr>
          <a:xfrm>
            <a:off x="297728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38도선이 경계</a:t>
            </a:r>
            <a:endParaRPr lang="ko-KR" sz="1800" dirty="0"/>
          </a:p>
        </p:txBody>
      </p:sp>
      <p:sp>
        <p:nvSpPr>
          <p:cNvPr id="13" name="S04-event28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4-label29"/>
          <p:cNvSpPr txBox="1"/>
          <p:nvPr/>
        </p:nvSpPr>
        <p:spPr>
          <a:xfrm>
            <a:off x="5085893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총선거</a:t>
            </a:r>
            <a:endParaRPr lang="ko-KR" sz="2200" dirty="0"/>
          </a:p>
        </p:txBody>
      </p:sp>
      <p:sp>
        <p:nvSpPr>
          <p:cNvPr id="15" name="S04-label30"/>
          <p:cNvSpPr txBox="1"/>
          <p:nvPr/>
        </p:nvSpPr>
        <p:spPr>
          <a:xfrm>
            <a:off x="5085893" y="3813048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1948년, 국민이 대표를 뽑음</a:t>
            </a:r>
            <a:endParaRPr lang="ko-KR" sz="1800" dirty="0"/>
          </a:p>
        </p:txBody>
      </p:sp>
      <p:sp>
        <p:nvSpPr>
          <p:cNvPr id="16" name="S04-event31"/>
          <p:cNvSpPr/>
          <p:nvPr/>
        </p:nvSpPr>
        <p:spPr>
          <a:xfrm>
            <a:off x="808421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4-label32"/>
          <p:cNvSpPr txBox="1"/>
          <p:nvPr/>
        </p:nvSpPr>
        <p:spPr>
          <a:xfrm>
            <a:off x="7194499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수립</a:t>
            </a:r>
            <a:endParaRPr lang="ko-KR" sz="2200" dirty="0"/>
          </a:p>
        </p:txBody>
      </p:sp>
      <p:sp>
        <p:nvSpPr>
          <p:cNvPr id="18" name="S04-label33"/>
          <p:cNvSpPr txBox="1"/>
          <p:nvPr/>
        </p:nvSpPr>
        <p:spPr>
          <a:xfrm>
            <a:off x="7194499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 8월 15일</a:t>
            </a:r>
            <a:endParaRPr lang="ko-KR" sz="1800" dirty="0"/>
          </a:p>
        </p:txBody>
      </p:sp>
      <p:sp>
        <p:nvSpPr>
          <p:cNvPr id="19" name="S04-event34"/>
          <p:cNvSpPr/>
          <p:nvPr/>
        </p:nvSpPr>
        <p:spPr>
          <a:xfrm>
            <a:off x="1019281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4-label35"/>
          <p:cNvSpPr txBox="1"/>
          <p:nvPr/>
        </p:nvSpPr>
        <p:spPr>
          <a:xfrm>
            <a:off x="9303106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북쪽에도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200" dirty="0"/>
          </a:p>
        </p:txBody>
      </p:sp>
      <p:sp>
        <p:nvSpPr>
          <p:cNvPr id="21" name="S04-label36"/>
          <p:cNvSpPr txBox="1"/>
          <p:nvPr/>
        </p:nvSpPr>
        <p:spPr>
          <a:xfrm>
            <a:off x="930310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남북이 나뉨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 뒤의 일</a:t>
            </a:r>
            <a:endParaRPr lang="ko-KR" sz="4000" dirty="0"/>
          </a:p>
        </p:txBody>
      </p:sp>
      <p:sp>
        <p:nvSpPr>
          <p:cNvPr id="3" name="S05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5-text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38도선을 경계로 남북에 다른 군대가 들어왔어요. 그 뒤 어떤 일이 생겼나요?</a:t>
            </a:r>
            <a:endParaRPr lang="ko-KR" sz="2800" dirty="0"/>
          </a:p>
        </p:txBody>
      </p:sp>
      <p:sp>
        <p:nvSpPr>
          <p:cNvPr id="5" name="S05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5-text4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 총선거는 국민이 처음 투표해 대표를 뽑은 선거예요. 왜 소중할까요?</a:t>
            </a:r>
            <a:endParaRPr lang="ko-KR" sz="2800" dirty="0"/>
          </a:p>
        </p:txBody>
      </p:sp>
      <p:sp>
        <p:nvSpPr>
          <p:cNvPr id="7" name="S05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5-text4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광복절에 함께 기념하는 일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광복은 저절로 왔을까?</a:t>
            </a:r>
            <a:endParaRPr lang="ko-KR" sz="4000" dirty="0"/>
          </a:p>
        </p:txBody>
      </p:sp>
      <p:sp>
        <p:nvSpPr>
          <p:cNvPr id="3" name="S06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광복을 배우고 두 친구가 말했어요.</a:t>
            </a:r>
            <a:endParaRPr lang="ko-KR" sz="2800" dirty="0"/>
          </a:p>
        </p:txBody>
      </p:sp>
      <p:sp>
        <p:nvSpPr>
          <p:cNvPr id="5" name="S06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근거를 말해요.</a:t>
            </a:r>
            <a:endParaRPr lang="ko-KR" sz="2800" dirty="0"/>
          </a:p>
        </p:txBody>
      </p:sp>
      <p:sp>
        <p:nvSpPr>
          <p:cNvPr id="7" name="S06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“일본이 전쟁에서 져서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저절로 광복이 되었어요.”</a:t>
            </a:r>
            <a:endParaRPr lang="ko-KR" sz="2800" dirty="0"/>
          </a:p>
        </p:txBody>
      </p:sp>
      <p:sp>
        <p:nvSpPr>
          <p:cNvPr id="9" name="S06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“일본이 진 것도 까닭이지만,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민족의 독립운동도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광복의 바탕이 되었어요.”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전쟁의 흐름</a:t>
            </a:r>
            <a:endParaRPr lang="ko-KR" sz="4000" dirty="0"/>
          </a:p>
        </p:txBody>
      </p:sp>
      <p:sp>
        <p:nvSpPr>
          <p:cNvPr id="3" name="S07-text51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 6월 25일, 북한군이 38도선을 넘어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쳐들어왔어요.</a:t>
            </a:r>
            <a:endParaRPr lang="ko-KR" sz="2800" dirty="0"/>
          </a:p>
        </p:txBody>
      </p:sp>
      <p:sp>
        <p:nvSpPr>
          <p:cNvPr id="4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협정으로 싸움을 멈추고 휴전선이 생겼어요.</a:t>
            </a:r>
            <a:endParaRPr lang="ko-KR" sz="2800" dirty="0"/>
          </a:p>
        </p:txBody>
      </p:sp>
      <p:sp>
        <p:nvSpPr>
          <p:cNvPr id="6" name="S07-line54"/>
          <p:cNvSpPr/>
          <p:nvPr/>
        </p:nvSpPr>
        <p:spPr>
          <a:xfrm>
            <a:off x="822960" y="3748532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7-event55"/>
          <p:cNvSpPr/>
          <p:nvPr/>
        </p:nvSpPr>
        <p:spPr>
          <a:xfrm>
            <a:off x="1758391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7-label56"/>
          <p:cNvSpPr txBox="1"/>
          <p:nvPr/>
        </p:nvSpPr>
        <p:spPr>
          <a:xfrm>
            <a:off x="868680" y="3065907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시작</a:t>
            </a:r>
            <a:endParaRPr lang="ko-KR" sz="2200" dirty="0"/>
          </a:p>
        </p:txBody>
      </p:sp>
      <p:sp>
        <p:nvSpPr>
          <p:cNvPr id="9" name="S07-label57"/>
          <p:cNvSpPr txBox="1"/>
          <p:nvPr/>
        </p:nvSpPr>
        <p:spPr>
          <a:xfrm>
            <a:off x="868680" y="3977132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1950년, 북한군이 내려옴</a:t>
            </a:r>
            <a:endParaRPr lang="ko-KR" sz="1800" dirty="0"/>
          </a:p>
        </p:txBody>
      </p:sp>
      <p:sp>
        <p:nvSpPr>
          <p:cNvPr id="10" name="S07-event58"/>
          <p:cNvSpPr/>
          <p:nvPr/>
        </p:nvSpPr>
        <p:spPr>
          <a:xfrm>
            <a:off x="3866998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7-label59"/>
          <p:cNvSpPr txBox="1"/>
          <p:nvPr/>
        </p:nvSpPr>
        <p:spPr>
          <a:xfrm>
            <a:off x="2977286" y="2716657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낙동강까지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밀림</a:t>
            </a:r>
            <a:endParaRPr lang="ko-KR" sz="2200" dirty="0"/>
          </a:p>
        </p:txBody>
      </p:sp>
      <p:sp>
        <p:nvSpPr>
          <p:cNvPr id="12" name="S07-label60"/>
          <p:cNvSpPr txBox="1"/>
          <p:nvPr/>
        </p:nvSpPr>
        <p:spPr>
          <a:xfrm>
            <a:off x="2977286" y="3977132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유엔군이 도우러 옴</a:t>
            </a:r>
            <a:endParaRPr lang="ko-KR" sz="1800" dirty="0"/>
          </a:p>
        </p:txBody>
      </p:sp>
      <p:sp>
        <p:nvSpPr>
          <p:cNvPr id="13" name="S07-event61"/>
          <p:cNvSpPr/>
          <p:nvPr/>
        </p:nvSpPr>
        <p:spPr>
          <a:xfrm>
            <a:off x="5975604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7-label62"/>
          <p:cNvSpPr txBox="1"/>
          <p:nvPr/>
        </p:nvSpPr>
        <p:spPr>
          <a:xfrm>
            <a:off x="5085893" y="2716657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서울을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되찾음</a:t>
            </a:r>
            <a:endParaRPr lang="ko-KR" sz="2200" dirty="0"/>
          </a:p>
        </p:txBody>
      </p:sp>
      <p:sp>
        <p:nvSpPr>
          <p:cNvPr id="15" name="S07-label63"/>
          <p:cNvSpPr txBox="1"/>
          <p:nvPr/>
        </p:nvSpPr>
        <p:spPr>
          <a:xfrm>
            <a:off x="5085893" y="3977132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북쪽으로 올라감</a:t>
            </a:r>
            <a:endParaRPr lang="ko-KR" sz="1800" dirty="0"/>
          </a:p>
        </p:txBody>
      </p:sp>
      <p:sp>
        <p:nvSpPr>
          <p:cNvPr id="16" name="S07-event64"/>
          <p:cNvSpPr/>
          <p:nvPr/>
        </p:nvSpPr>
        <p:spPr>
          <a:xfrm>
            <a:off x="8084210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7-label65"/>
          <p:cNvSpPr txBox="1"/>
          <p:nvPr/>
        </p:nvSpPr>
        <p:spPr>
          <a:xfrm>
            <a:off x="7194499" y="3065907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밀림</a:t>
            </a:r>
            <a:endParaRPr lang="ko-KR" sz="2200" dirty="0"/>
          </a:p>
        </p:txBody>
      </p:sp>
      <p:sp>
        <p:nvSpPr>
          <p:cNvPr id="18" name="S07-label66"/>
          <p:cNvSpPr txBox="1"/>
          <p:nvPr/>
        </p:nvSpPr>
        <p:spPr>
          <a:xfrm>
            <a:off x="7194499" y="3977132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중국군이 내려옴</a:t>
            </a:r>
            <a:endParaRPr lang="ko-KR" sz="1800" dirty="0"/>
          </a:p>
        </p:txBody>
      </p:sp>
      <p:sp>
        <p:nvSpPr>
          <p:cNvPr id="19" name="S07-event67"/>
          <p:cNvSpPr/>
          <p:nvPr/>
        </p:nvSpPr>
        <p:spPr>
          <a:xfrm>
            <a:off x="10192817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7-label68"/>
          <p:cNvSpPr txBox="1"/>
          <p:nvPr/>
        </p:nvSpPr>
        <p:spPr>
          <a:xfrm>
            <a:off x="9303106" y="3065907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</a:t>
            </a:r>
            <a:endParaRPr lang="ko-KR" sz="2200" dirty="0"/>
          </a:p>
        </p:txBody>
      </p:sp>
      <p:sp>
        <p:nvSpPr>
          <p:cNvPr id="21" name="S07-label69"/>
          <p:cNvSpPr txBox="1"/>
          <p:nvPr/>
        </p:nvSpPr>
        <p:spPr>
          <a:xfrm>
            <a:off x="9303106" y="3977132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1953년, 싸움을 멈춤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들려준 이야기</a:t>
            </a:r>
            <a:endParaRPr lang="ko-KR" sz="4000" dirty="0"/>
          </a:p>
        </p:txBody>
      </p:sp>
      <p:sp>
        <p:nvSpPr>
          <p:cNvPr id="3" name="S08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전쟁은 사람들의 생활을 어떻게 바꾸었나요?</a:t>
            </a:r>
            <a:endParaRPr lang="ko-KR" sz="2800" dirty="0"/>
          </a:p>
        </p:txBody>
      </p:sp>
      <p:sp>
        <p:nvSpPr>
          <p:cNvPr id="5" name="S08-passagebox7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7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피란 이야기(그때를 바탕으로 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전쟁이 나자 우리 가족은 짐을 이고 지고 남쪽으로 피란을 떠났어. 길에는 피란 가는 사람들이 끝없이 이어졌지.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사람들 틈에서 오빠의 손을 놓쳤는데, 그 뒤로 오빠를 다시 만나지 못했단다.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부산의 작은 판잣집에서 살면서도 천막 학교에 다니며 공부를 이어 갔어.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전쟁이 남긴 것</a:t>
            </a:r>
            <a:endParaRPr lang="ko-KR" sz="4000" dirty="0"/>
          </a:p>
        </p:txBody>
      </p:sp>
      <p:sp>
        <p:nvSpPr>
          <p:cNvPr id="3" name="S09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사람들은 힘을 모아 무너진 삶터를 다시 일으켰어요.</a:t>
            </a:r>
            <a:endParaRPr lang="ko-KR" sz="2800" dirty="0"/>
          </a:p>
        </p:txBody>
      </p:sp>
      <p:graphicFrame>
        <p:nvGraphicFramePr>
          <p:cNvPr id="10" name="S09-table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되었나요?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사람이 목숨을 잃거나 다쳤어요.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헤어진 이산가족과 부모를 잃은 아이들이 생겼어요.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삶터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집·학교·공장·다리가 많이 무너졌어요.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남과 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서로 믿지 못하게 되고 분단이 굳어졌어요.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이산가족의 마음</a:t>
            </a:r>
            <a:endParaRPr lang="ko-KR" sz="4000" dirty="0"/>
          </a:p>
        </p:txBody>
      </p:sp>
      <p:sp>
        <p:nvSpPr>
          <p:cNvPr id="3" name="S10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그분들의 마음이 되어 생각해요.</a:t>
            </a:r>
            <a:endParaRPr lang="ko-KR" sz="2800" dirty="0"/>
          </a:p>
        </p:txBody>
      </p:sp>
      <p:sp>
        <p:nvSpPr>
          <p:cNvPr id="5" name="S10-chip7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80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이산가족은 어떤 사람들인가요?</a:t>
            </a:r>
            <a:endParaRPr lang="ko-KR" sz="2800" dirty="0"/>
          </a:p>
        </p:txBody>
      </p:sp>
      <p:sp>
        <p:nvSpPr>
          <p:cNvPr id="7" name="S10-chip8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82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방송으로 많은 이산가족이 서로를 찾았어요. 왜 그렇게 애타게 찾았을까요?</a:t>
            </a:r>
            <a:endParaRPr lang="ko-KR" sz="2800" dirty="0"/>
          </a:p>
        </p:txBody>
      </p:sp>
      <p:sp>
        <p:nvSpPr>
          <p:cNvPr id="9" name="S10-chip8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84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가족을 만나지 못한 분들께 무엇이 필요할까요?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전쟁은 끝났을까?</a:t>
            </a:r>
            <a:endParaRPr lang="ko-KR" sz="4000" dirty="0"/>
          </a:p>
        </p:txBody>
      </p:sp>
      <p:sp>
        <p:nvSpPr>
          <p:cNvPr id="3" name="S11-card8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전쟁을 배우고 두 친구가 말했어요.</a:t>
            </a:r>
            <a:endParaRPr lang="ko-KR" sz="2800" dirty="0"/>
          </a:p>
        </p:txBody>
      </p:sp>
      <p:sp>
        <p:nvSpPr>
          <p:cNvPr id="5" name="S11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맞을까요? 휴전선을 보면 무엇을 알 수 있나요?</a:t>
            </a:r>
            <a:endParaRPr lang="ko-KR" sz="2800" dirty="0"/>
          </a:p>
        </p:txBody>
      </p:sp>
      <p:sp>
        <p:nvSpPr>
          <p:cNvPr id="7" name="S11-chip8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1-text9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“1953년에 전쟁이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끝났어요.”</a:t>
            </a:r>
            <a:endParaRPr lang="ko-KR" sz="2800" dirty="0"/>
          </a:p>
        </p:txBody>
      </p:sp>
      <p:sp>
        <p:nvSpPr>
          <p:cNvPr id="9" name="S11-chip9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1-text9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“싸움을 멈추기로(정전)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약속했지만, 아직 평화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협정은 맺지 못했어요.”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9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9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광복, 6·25 전쟁 시작, 정부 수립을 차례로 놓고 해를 말해요.</a:t>
            </a:r>
            <a:endParaRPr lang="ko-KR" sz="2800" dirty="0"/>
          </a:p>
        </p:txBody>
      </p:sp>
      <p:sp>
        <p:nvSpPr>
          <p:cNvPr id="5" name="S12-chip9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9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광복을 맞은 까닭 두 가지는?</a:t>
            </a:r>
            <a:endParaRPr lang="ko-KR" sz="2800" dirty="0"/>
          </a:p>
        </p:txBody>
      </p:sp>
      <p:sp>
        <p:nvSpPr>
          <p:cNvPr id="7" name="S12-chip9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9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전쟁이 생활에 준 영향 두 가지는?</a:t>
            </a:r>
            <a:endParaRPr lang="ko-KR" sz="2800" dirty="0"/>
          </a:p>
        </p:txBody>
      </p:sp>
      <p:sp>
        <p:nvSpPr>
          <p:cNvPr id="9" name="S12-chip9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10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평화를 위해 필요한 일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광복과 대한민국 정부 수립 뒤 6·25 전쟁이 일어났어요.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전쟁의 아픔을 겪은 우리에게 평화는 소중해요.</a:t>
            </a:r>
            <a:endParaRPr lang="ko-KR" sz="2800" dirty="0"/>
          </a:p>
        </p:txBody>
      </p:sp>
      <p:sp>
        <p:nvSpPr>
          <p:cNvPr id="5" name="S14-chip10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광복의 까닭 두 가지 말하기</a:t>
            </a:r>
            <a:endParaRPr lang="ko-KR" sz="2200" dirty="0"/>
          </a:p>
        </p:txBody>
      </p:sp>
      <p:sp>
        <p:nvSpPr>
          <p:cNvPr id="6" name="S14-chip10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정전을 종전으로 알기</a:t>
            </a:r>
            <a:endParaRPr lang="ko-KR" sz="2200" dirty="0"/>
          </a:p>
        </p:txBody>
      </p:sp>
      <p:sp>
        <p:nvSpPr>
          <p:cNvPr id="7" name="S14-text10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광복을 맞은 날은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언제인가요?</a:t>
            </a:r>
            <a:endParaRPr lang="ko-KR" sz="2200" dirty="0"/>
          </a:p>
        </p:txBody>
      </p:sp>
      <p:sp>
        <p:nvSpPr>
          <p:cNvPr id="9" name="S14-text10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대한민국 정부가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세워진 해는?</a:t>
            </a:r>
            <a:endParaRPr lang="ko-KR" sz="2200" dirty="0"/>
          </a:p>
        </p:txBody>
      </p:sp>
      <p:sp>
        <p:nvSpPr>
          <p:cNvPr id="10" name="S14-text10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전쟁 때 헤어진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가족을 무엇이라 하나요?</a:t>
            </a:r>
            <a:endParaRPr lang="ko-KR" sz="2200" dirty="0"/>
          </a:p>
        </p:txBody>
      </p:sp>
      <p:sp>
        <p:nvSpPr>
          <p:cNvPr id="11" name="S14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개항에서 광복까지</a:t>
            </a:r>
            <a:endParaRPr lang="ko-KR" sz="4000" dirty="0"/>
          </a:p>
        </p:txBody>
      </p:sp>
      <p:sp>
        <p:nvSpPr>
          <p:cNvPr id="3" name="S15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흐름을 다시 봐요.</a:t>
            </a:r>
            <a:endParaRPr lang="ko-KR" sz="2800" dirty="0"/>
          </a:p>
        </p:txBody>
      </p:sp>
      <p:sp>
        <p:nvSpPr>
          <p:cNvPr id="4" name="S15-card11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1910년부터 1945년까지 사람들은 여러 방법으로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독립운동을 했어요.</a:t>
            </a:r>
            <a:endParaRPr lang="ko-KR" sz="2800" dirty="0"/>
          </a:p>
        </p:txBody>
      </p:sp>
      <p:sp>
        <p:nvSpPr>
          <p:cNvPr id="6" name="S15-line113"/>
          <p:cNvSpPr/>
          <p:nvPr/>
        </p:nvSpPr>
        <p:spPr>
          <a:xfrm>
            <a:off x="822960" y="34020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5-event114"/>
          <p:cNvSpPr/>
          <p:nvPr/>
        </p:nvSpPr>
        <p:spPr>
          <a:xfrm>
            <a:off x="2021967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5-label115"/>
          <p:cNvSpPr txBox="1"/>
          <p:nvPr/>
        </p:nvSpPr>
        <p:spPr>
          <a:xfrm>
            <a:off x="868680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</a:t>
            </a:r>
            <a:endParaRPr lang="ko-KR" sz="2200" dirty="0"/>
          </a:p>
        </p:txBody>
      </p:sp>
      <p:sp>
        <p:nvSpPr>
          <p:cNvPr id="9" name="S15-label116"/>
          <p:cNvSpPr txBox="1"/>
          <p:nvPr/>
        </p:nvSpPr>
        <p:spPr>
          <a:xfrm>
            <a:off x="868680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1876년, 개항</a:t>
            </a:r>
            <a:endParaRPr lang="ko-KR" sz="1800" dirty="0"/>
          </a:p>
        </p:txBody>
      </p:sp>
      <p:sp>
        <p:nvSpPr>
          <p:cNvPr id="10" name="S15-event117"/>
          <p:cNvSpPr/>
          <p:nvPr/>
        </p:nvSpPr>
        <p:spPr>
          <a:xfrm>
            <a:off x="4657725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5-label118"/>
          <p:cNvSpPr txBox="1"/>
          <p:nvPr/>
        </p:nvSpPr>
        <p:spPr>
          <a:xfrm>
            <a:off x="3504438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국권 피탈</a:t>
            </a:r>
            <a:endParaRPr lang="ko-KR" sz="2200" dirty="0"/>
          </a:p>
        </p:txBody>
      </p:sp>
      <p:sp>
        <p:nvSpPr>
          <p:cNvPr id="12" name="S15-label119"/>
          <p:cNvSpPr txBox="1"/>
          <p:nvPr/>
        </p:nvSpPr>
        <p:spPr>
          <a:xfrm>
            <a:off x="3504438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</a:t>
            </a:r>
            <a:endParaRPr lang="ko-KR" sz="1800" dirty="0"/>
          </a:p>
        </p:txBody>
      </p:sp>
      <p:sp>
        <p:nvSpPr>
          <p:cNvPr id="13" name="S15-event120"/>
          <p:cNvSpPr/>
          <p:nvPr/>
        </p:nvSpPr>
        <p:spPr>
          <a:xfrm>
            <a:off x="7293483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5-label121"/>
          <p:cNvSpPr txBox="1"/>
          <p:nvPr/>
        </p:nvSpPr>
        <p:spPr>
          <a:xfrm>
            <a:off x="6140196" y="2370201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</a:t>
            </a:r>
            <a:endParaRPr lang="ko-KR" sz="2200" dirty="0"/>
          </a:p>
        </p:txBody>
      </p:sp>
      <p:sp>
        <p:nvSpPr>
          <p:cNvPr id="15" name="S15-label122"/>
          <p:cNvSpPr txBox="1"/>
          <p:nvPr/>
        </p:nvSpPr>
        <p:spPr>
          <a:xfrm>
            <a:off x="6140196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</a:t>
            </a:r>
            <a:endParaRPr lang="ko-KR" sz="1800" dirty="0"/>
          </a:p>
        </p:txBody>
      </p:sp>
      <p:sp>
        <p:nvSpPr>
          <p:cNvPr id="16" name="S15-event123"/>
          <p:cNvSpPr/>
          <p:nvPr/>
        </p:nvSpPr>
        <p:spPr>
          <a:xfrm>
            <a:off x="9929241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15-label124"/>
          <p:cNvSpPr txBox="1"/>
          <p:nvPr/>
        </p:nvSpPr>
        <p:spPr>
          <a:xfrm>
            <a:off x="8775954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18" name="S15-label125"/>
          <p:cNvSpPr txBox="1"/>
          <p:nvPr/>
        </p:nvSpPr>
        <p:spPr>
          <a:xfrm>
            <a:off x="8775954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광복과 6·25전쟁</dc:title>
  <dc:subject>KR22-G05-SOC-LIBERATION-L01</dc:subject>
  <dc:creator>education-ppt</dc:creator>
  <cp:lastModifiedBy>education-ppt</cp:lastModifiedBy>
  <cp:revision>1</cp:revision>
  <dcterms:created xsi:type="dcterms:W3CDTF">2026-10-26T13:43:01Z</dcterms:created>
  <dcterms:modified xsi:type="dcterms:W3CDTF">2026-10-26T13:43:01Z</dcterms:modified>
</cp:coreProperties>
</file>