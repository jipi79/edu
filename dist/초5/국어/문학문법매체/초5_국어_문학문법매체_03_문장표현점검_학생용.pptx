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4185dd85-9cac-17cf-4848-50f3c3d846ae}">
          <p14:sldIdLst>
            <p14:sldId id="256"/>
            <p14:sldId id="257"/>
          </p14:sldIdLst>
        </p14:section>
        <p14:section name="개념" id="{a4a98b35-6b8d-ae7b-1a9c-245cce7297f7}">
          <p14:sldIdLst>
            <p14:sldId id="258"/>
            <p14:sldId id="259"/>
            <p14:sldId id="260"/>
            <p14:sldId id="261"/>
            <p14:sldId id="262"/>
          </p14:sldIdLst>
        </p14:section>
        <p14:section name="연습" id="{83b7894f-85b6-f5f8-7f07-4fc9c5f1a51f}">
          <p14:sldIdLst>
            <p14:sldId id="263"/>
            <p14:sldId id="264"/>
            <p14:sldId id="265"/>
          </p14:sldIdLst>
        </p14:section>
        <p14:section name="확인" id="{d1dda56d-e76a-5103-c26c-c5df4c8285d3}">
          <p14:sldIdLst>
            <p14:sldId id="266"/>
            <p14:sldId id="267"/>
          </p14:sldIdLst>
        </p14:section>
        <p14:section name="정리" id="{18cfc38b-b381-6d58-ee60-b3fb8260f551}">
          <p14:sldIdLst>
            <p14:sldId id="268"/>
          </p14:sldIdLst>
        </p14:section>
        <p14:section name="보충" id="{f979f5a7-1f38-6873-0f6e-cdce0a4b1564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문학문법매체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국어 · 문장 표현 점검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표현 점검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“내일 할머니가 오셨다.”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어색할까?</a:t>
            </a:r>
            <a:endParaRPr lang="ko-KR" sz="2800" dirty="0"/>
          </a:p>
        </p:txBody>
      </p:sp>
      <p:sp>
        <p:nvSpPr>
          <p:cNvPr id="4" name="S01-card1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높임 표현이 알맞은지 점검하고 고쳐 쓸 수 있어요.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때를 나타내는 말과 시간 표현을 맞게 쓸 수 있어요.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기억나요?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2학년과 지난 시간에 배운 것을 떠올려요.</a:t>
            </a:r>
            <a:endParaRPr lang="ko-KR" sz="28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‘할아버지가 자요.’를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높임말로 바꾸면?</a:t>
            </a:r>
            <a:endParaRPr lang="ko-KR" sz="28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‘먹다’와 ‘있다’의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높임말은?</a:t>
            </a:r>
            <a:endParaRPr lang="ko-KR" sz="28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3일에 만든 안내문의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‘내일 쉽니다’는 며칠일까요?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누구를 높일까요?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표현은 누구를 높이느냐에 따라 세 가지예요.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높이는 말: ‘께서, -시-’ · ‘께, 드리다’ · ‘-습니다, -요’</a:t>
            </a:r>
            <a:endParaRPr lang="ko-KR" sz="2800" dirty="0"/>
          </a:p>
        </p:txBody>
      </p:sp>
      <p:sp>
        <p:nvSpPr>
          <p:cNvPr id="6" name="S03-card13"/>
          <p:cNvSpPr/>
          <p:nvPr/>
        </p:nvSpPr>
        <p:spPr>
          <a:xfrm>
            <a:off x="548640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4"/>
          <p:cNvSpPr txBox="1"/>
          <p:nvPr/>
        </p:nvSpPr>
        <p:spPr>
          <a:xfrm>
            <a:off x="822960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주체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문장의 주인(누가)을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할머니께서 주무신다.</a:t>
            </a:r>
            <a:endParaRPr lang="ko-KR" sz="2800" dirty="0"/>
          </a:p>
        </p:txBody>
      </p:sp>
      <p:sp>
        <p:nvSpPr>
          <p:cNvPr id="8" name="S03-card15"/>
          <p:cNvSpPr/>
          <p:nvPr/>
        </p:nvSpPr>
        <p:spPr>
          <a:xfrm>
            <a:off x="4322064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3-cardtext16"/>
          <p:cNvSpPr txBox="1"/>
          <p:nvPr/>
        </p:nvSpPr>
        <p:spPr>
          <a:xfrm>
            <a:off x="4596384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객체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행동을 받는 사람을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할머니께 물을 드렸다.</a:t>
            </a:r>
            <a:endParaRPr lang="ko-KR" sz="2800" dirty="0"/>
          </a:p>
        </p:txBody>
      </p:sp>
      <p:sp>
        <p:nvSpPr>
          <p:cNvPr id="10" name="S03-card17"/>
          <p:cNvSpPr/>
          <p:nvPr/>
        </p:nvSpPr>
        <p:spPr>
          <a:xfrm>
            <a:off x="8095488" y="2464816"/>
            <a:ext cx="3544824" cy="2202688"/>
          </a:xfrm>
          <a:prstGeom prst="roundRect">
            <a:avLst>
              <a:gd name="adj" fmla="val 498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3-cardtext18"/>
          <p:cNvSpPr txBox="1"/>
          <p:nvPr/>
        </p:nvSpPr>
        <p:spPr>
          <a:xfrm>
            <a:off x="8369808" y="2601976"/>
            <a:ext cx="2996184" cy="192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상대 높임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듣는 사람을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높여요.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“선생님, 다 했습니다.”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낱말을 바꾸어 높여요</a:t>
            </a:r>
            <a:endParaRPr lang="ko-KR" sz="4000" dirty="0"/>
          </a:p>
        </p:txBody>
      </p:sp>
      <p:sp>
        <p:nvSpPr>
          <p:cNvPr id="3" name="S04-text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때 아예 다른 낱말을 쓰기도 해요.</a:t>
            </a:r>
            <a:endParaRPr lang="ko-KR" sz="2800" dirty="0"/>
          </a:p>
        </p:txBody>
      </p:sp>
      <p:graphicFrame>
        <p:nvGraphicFramePr>
          <p:cNvPr id="5" name="S04-table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429256"/>
          <a:ext cx="10058400" cy="914400"/>
        </p:xfrm>
        <a:graphic>
          <a:graphicData uri="http://schemas.openxmlformats.org/drawingml/2006/table">
            <a:tbl>
              <a:tblPr/>
              <a:tblGrid>
                <a:gridCol w="2816352"/>
                <a:gridCol w="3621024"/>
                <a:gridCol w="3621024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높임 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높이는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있다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계시다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먹다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드시다, 잡수시다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자다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주무시다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문장의 주인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주다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드리다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묻다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여쭈다, 여쭙다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보다, 만나다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뵙다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행동을 받는 사람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표현, 이렇게 고쳐요</a:t>
            </a:r>
            <a:endParaRPr lang="ko-KR" sz="4000" dirty="0"/>
          </a:p>
        </p:txBody>
      </p:sp>
      <p:sp>
        <p:nvSpPr>
          <p:cNvPr id="3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나보다 어린 사람, 동물, 나 자신은 높이지 않아요.</a:t>
            </a:r>
            <a:endParaRPr lang="ko-KR" sz="2800" dirty="0"/>
          </a:p>
        </p:txBody>
      </p:sp>
      <p:graphicFrame>
        <p:nvGraphicFramePr>
          <p:cNvPr id="6" name="S05-table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019300"/>
          <a:ext cx="10972800" cy="914400"/>
        </p:xfrm>
        <a:graphic>
          <a:graphicData uri="http://schemas.openxmlformats.org/drawingml/2006/table">
            <a:tbl>
              <a:tblPr/>
              <a:tblGrid>
                <a:gridCol w="5266944"/>
                <a:gridCol w="5705856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알맞지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이렇게 고쳐요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할머니가 방에서 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할머니께서 방에서 주무신다.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삼촌에게 물을 주었다.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삼촌께 물을 드렸다.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(선생님께) “다 했어.”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“다 했습니다.” / “다 했어요.”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동생께서 과자를 드신다.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동생이 과자를 먹는다.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때와 문장 끝이 짝을 이뤄요</a:t>
            </a:r>
            <a:endParaRPr lang="ko-KR" sz="4000" dirty="0"/>
          </a:p>
        </p:txBody>
      </p:sp>
      <p:sp>
        <p:nvSpPr>
          <p:cNvPr id="3" name="S06-text2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말에 따라 문장 끝이 달라져요.</a:t>
            </a:r>
            <a:endParaRPr lang="ko-KR" sz="2800" dirty="0"/>
          </a:p>
        </p:txBody>
      </p:sp>
      <p:sp>
        <p:nvSpPr>
          <p:cNvPr id="4" name="S06-card2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6-cardtext2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말을 먼저 찾고, 문장 끝을 그 때에 맞추어요.</a:t>
            </a:r>
            <a:endParaRPr lang="ko-KR" sz="2800" dirty="0"/>
          </a:p>
        </p:txBody>
      </p:sp>
      <p:sp>
        <p:nvSpPr>
          <p:cNvPr id="6" name="S06-card2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6-cardtext2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과거(지나간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어제, 지난주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‘-았-, -었-’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비가 왔다.</a:t>
            </a:r>
            <a:endParaRPr lang="ko-KR" sz="2800" dirty="0"/>
          </a:p>
        </p:txBody>
      </p:sp>
      <p:sp>
        <p:nvSpPr>
          <p:cNvPr id="8" name="S06-card2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9" name="S06-cardtext3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현재(지금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지금, 요즘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‘-ㄴ-, -는-’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비가 온다.</a:t>
            </a:r>
            <a:endParaRPr lang="ko-KR" sz="2800" dirty="0"/>
          </a:p>
        </p:txBody>
      </p:sp>
      <p:sp>
        <p:nvSpPr>
          <p:cNvPr id="10" name="S06-card3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6-cardtext3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미래(앞으로 일)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내일, 다음 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‘-겠-, -ㄹ 것이다’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비가 오겠다.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표현, 이렇게 고쳐요</a:t>
            </a:r>
            <a:endParaRPr lang="ko-KR" sz="4000" dirty="0"/>
          </a:p>
        </p:txBody>
      </p:sp>
      <p:sp>
        <p:nvSpPr>
          <p:cNvPr id="3" name="S07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‘어제’에는 지나간 일, ‘내일’에는 앞으로 일의 표현을 써요.</a:t>
            </a:r>
            <a:endParaRPr lang="ko-KR" sz="2800" dirty="0"/>
          </a:p>
        </p:txBody>
      </p:sp>
      <p:graphicFrame>
        <p:nvGraphicFramePr>
          <p:cNvPr id="8" name="S07-table3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8076" y="2260092"/>
          <a:ext cx="109728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알맞지 않아요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○ 이렇게 고쳐요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어제 자전거를 탈 것이다.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어제 자전거를 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내일 바다에 갔다.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내일 바다에 갈 것이다.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× 지난주에 이모께서 오신다.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l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지난주에 이모께서 오셨다.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 표현을 점검해요</a:t>
            </a:r>
            <a:endParaRPr lang="ko-KR" sz="4000" dirty="0"/>
          </a:p>
        </p:txBody>
      </p:sp>
      <p:sp>
        <p:nvSpPr>
          <p:cNvPr id="3" name="S08-text3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알맞으면 ○, 알맞지 않으면 고쳐 말해요.</a:t>
            </a:r>
            <a:endParaRPr lang="ko-KR" sz="2800" dirty="0"/>
          </a:p>
        </p:txBody>
      </p:sp>
      <p:sp>
        <p:nvSpPr>
          <p:cNvPr id="4" name="S08-card3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사람이 누구인지 먼저 찾아요.</a:t>
            </a:r>
            <a:endParaRPr lang="ko-KR" sz="2800" dirty="0"/>
          </a:p>
        </p:txBody>
      </p:sp>
      <p:sp>
        <p:nvSpPr>
          <p:cNvPr id="6" name="S08-chip3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40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할아버지께서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마당에 계신다.</a:t>
            </a:r>
            <a:endParaRPr lang="ko-KR" sz="2800" dirty="0"/>
          </a:p>
        </p:txBody>
      </p:sp>
      <p:sp>
        <p:nvSpPr>
          <p:cNvPr id="8" name="S08-chip41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42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나는 어머니에게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편지를 주었다.</a:t>
            </a:r>
            <a:endParaRPr lang="ko-KR" sz="2800" dirty="0"/>
          </a:p>
        </p:txBody>
      </p:sp>
      <p:sp>
        <p:nvSpPr>
          <p:cNvPr id="10" name="S08-chip4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8-text44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 집 강아지께서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주무신다.</a:t>
            </a:r>
            <a:endParaRPr lang="ko-KR" sz="2800" dirty="0"/>
          </a:p>
        </p:txBody>
      </p:sp>
      <p:sp>
        <p:nvSpPr>
          <p:cNvPr id="12" name="S08-chip45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08-text46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선생님께서 교실에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들어오셨다.</a:t>
            </a:r>
            <a:endParaRPr lang="ko-KR" sz="2800" dirty="0"/>
          </a:p>
        </p:txBody>
      </p:sp>
      <p:sp>
        <p:nvSpPr>
          <p:cNvPr id="14" name="S08-chip47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08-text48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과일을 먹는다.</a:t>
            </a:r>
            <a:endParaRPr lang="ko-KR" sz="2800" dirty="0"/>
          </a:p>
        </p:txBody>
      </p:sp>
      <p:sp>
        <p:nvSpPr>
          <p:cNvPr id="16" name="S08-chip49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08-text50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(선생님께)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“이것 좀 봐.”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나를 높이면 될까?</a:t>
            </a:r>
            <a:endParaRPr lang="ko-KR" sz="4000" dirty="0"/>
          </a:p>
        </p:txBody>
      </p:sp>
      <p:sp>
        <p:nvSpPr>
          <p:cNvPr id="3" name="S09-card5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5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 내가 한 일을 엄마께 이야기해요.</a:t>
            </a:r>
            <a:endParaRPr lang="ko-KR" sz="2800" dirty="0"/>
          </a:p>
        </p:txBody>
      </p:sp>
      <p:sp>
        <p:nvSpPr>
          <p:cNvPr id="5" name="S09-card5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5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쪽이 알맞을까요? 누구를 높여야 하나요?</a:t>
            </a:r>
            <a:endParaRPr lang="ko-KR" sz="2800" dirty="0"/>
          </a:p>
        </p:txBody>
      </p:sp>
      <p:sp>
        <p:nvSpPr>
          <p:cNvPr id="7" name="S09-chip5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5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선생님께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말씀하셨어요.”</a:t>
            </a:r>
            <a:endParaRPr lang="ko-KR" sz="2800" dirty="0"/>
          </a:p>
        </p:txBody>
      </p:sp>
      <p:sp>
        <p:nvSpPr>
          <p:cNvPr id="9" name="S09-chip5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5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“제가 선생님께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말씀드렸어요.”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시간 표현을 점검해요</a:t>
            </a:r>
            <a:endParaRPr lang="ko-KR" sz="4000" dirty="0"/>
          </a:p>
        </p:txBody>
      </p:sp>
      <p:sp>
        <p:nvSpPr>
          <p:cNvPr id="3" name="S10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알맞으면 ○, 알맞지 않으면 고쳐 말해요.</a:t>
            </a:r>
            <a:endParaRPr lang="ko-KR" sz="2800" dirty="0"/>
          </a:p>
        </p:txBody>
      </p:sp>
      <p:sp>
        <p:nvSpPr>
          <p:cNvPr id="4" name="S10-card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때를 나타내는 말에 ○ 하고 문장 끝을 봐요.</a:t>
            </a:r>
            <a:endParaRPr lang="ko-KR" sz="2800" dirty="0"/>
          </a:p>
        </p:txBody>
      </p:sp>
      <p:sp>
        <p:nvSpPr>
          <p:cNvPr id="6" name="S10-chip62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0-text63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어제 저녁에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피자를 먹었다.</a:t>
            </a:r>
            <a:endParaRPr lang="ko-KR" sz="2800" dirty="0"/>
          </a:p>
        </p:txBody>
      </p:sp>
      <p:sp>
        <p:nvSpPr>
          <p:cNvPr id="8" name="S10-chip64"/>
          <p:cNvSpPr txBox="1"/>
          <p:nvPr/>
        </p:nvSpPr>
        <p:spPr>
          <a:xfrm>
            <a:off x="6277356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0-text65"/>
          <p:cNvSpPr txBox="1"/>
          <p:nvPr/>
        </p:nvSpPr>
        <p:spPr>
          <a:xfrm>
            <a:off x="7072884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 아침에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일찍 일어났다.</a:t>
            </a:r>
            <a:endParaRPr lang="ko-KR" sz="2800" dirty="0"/>
          </a:p>
        </p:txBody>
      </p:sp>
      <p:sp>
        <p:nvSpPr>
          <p:cNvPr id="10" name="S10-chip66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0-text67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아기가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잠을 잔다.</a:t>
            </a:r>
            <a:endParaRPr lang="ko-KR" sz="2800" dirty="0"/>
          </a:p>
        </p:txBody>
      </p:sp>
      <p:sp>
        <p:nvSpPr>
          <p:cNvPr id="12" name="S10-chip68"/>
          <p:cNvSpPr txBox="1"/>
          <p:nvPr/>
        </p:nvSpPr>
        <p:spPr>
          <a:xfrm>
            <a:off x="6277356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3" name="S10-text69"/>
          <p:cNvSpPr txBox="1"/>
          <p:nvPr/>
        </p:nvSpPr>
        <p:spPr>
          <a:xfrm>
            <a:off x="7072884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작년에 우리 가족은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바닷가에 갈 것이다.</a:t>
            </a:r>
            <a:endParaRPr lang="ko-KR" sz="2800" dirty="0"/>
          </a:p>
        </p:txBody>
      </p:sp>
      <p:sp>
        <p:nvSpPr>
          <p:cNvPr id="14" name="S10-chip70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</a:t>
            </a:r>
            <a:endParaRPr lang="ko-KR" sz="2200" dirty="0"/>
          </a:p>
        </p:txBody>
      </p:sp>
      <p:sp>
        <p:nvSpPr>
          <p:cNvPr id="15" name="S10-text71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주에 우리 반은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학예회를 열었다.</a:t>
            </a:r>
            <a:endParaRPr lang="ko-KR" sz="2800" dirty="0"/>
          </a:p>
        </p:txBody>
      </p:sp>
      <p:sp>
        <p:nvSpPr>
          <p:cNvPr id="16" name="S10-chip72"/>
          <p:cNvSpPr txBox="1"/>
          <p:nvPr/>
        </p:nvSpPr>
        <p:spPr>
          <a:xfrm>
            <a:off x="6277356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</a:t>
            </a:r>
            <a:endParaRPr lang="ko-KR" sz="2200" dirty="0"/>
          </a:p>
        </p:txBody>
      </p:sp>
      <p:sp>
        <p:nvSpPr>
          <p:cNvPr id="17" name="S10-text73"/>
          <p:cNvSpPr txBox="1"/>
          <p:nvPr/>
        </p:nvSpPr>
        <p:spPr>
          <a:xfrm>
            <a:off x="7072884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내일은 바람이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많이 불겠다.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보기: 일기 점검</a:t>
            </a:r>
            <a:endParaRPr lang="ko-KR" sz="4000" dirty="0"/>
          </a:p>
        </p:txBody>
      </p:sp>
      <p:sp>
        <p:nvSpPr>
          <p:cNvPr id="3" name="S11-card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알맞지 않은 문장 네 개를 찾아 고쳐 써요.</a:t>
            </a:r>
            <a:endParaRPr lang="ko-KR" sz="2800" dirty="0"/>
          </a:p>
        </p:txBody>
      </p:sp>
      <p:sp>
        <p:nvSpPr>
          <p:cNvPr id="5" name="S11-passagebox76"/>
          <p:cNvSpPr/>
          <p:nvPr/>
        </p:nvSpPr>
        <p:spPr>
          <a:xfrm>
            <a:off x="548640" y="1325880"/>
            <a:ext cx="11091672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6" name="S11-passage77"/>
          <p:cNvSpPr txBox="1"/>
          <p:nvPr/>
        </p:nvSpPr>
        <p:spPr>
          <a:xfrm>
            <a:off x="822960" y="1508760"/>
            <a:ext cx="10543032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10월 12일 토요일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오늘 우리 가족은 시골 할머니 댁에 갔다.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할머니께서는 대문 앞에서 우리를 기다리고 계셨다.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나는 할머니에게 어제 그린 그림을 주었다.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할아버지는 방에서 낮잠을 잤다.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⑤ 어제 할머니께서는 텃밭에서 고구마를 캐신다.</a:t>
            </a:r>
            <a:endParaRPr lang="ko-KR" sz="24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⑥ 우리는 내일 아침에 집으로 돌아갔다.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내가 쓰는 세 문장</a:t>
            </a:r>
            <a:endParaRPr lang="ko-KR" sz="4000" dirty="0"/>
          </a:p>
        </p:txBody>
      </p:sp>
      <p:sp>
        <p:nvSpPr>
          <p:cNvPr id="3" name="S13-text78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조건에 맞게 말하고 활동지에 써요.</a:t>
            </a:r>
            <a:endParaRPr lang="ko-KR" sz="2800" dirty="0"/>
          </a:p>
        </p:txBody>
      </p:sp>
      <p:sp>
        <p:nvSpPr>
          <p:cNvPr id="4" name="S13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3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사람과 때를 나타내는 말을 확인해요.</a:t>
            </a:r>
            <a:endParaRPr lang="ko-KR" sz="2800" dirty="0"/>
          </a:p>
        </p:txBody>
      </p:sp>
      <p:sp>
        <p:nvSpPr>
          <p:cNvPr id="6" name="S13-chip81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3-text82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‘어제’로 시작해 웃어른 한 분이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 일을 써요.</a:t>
            </a:r>
            <a:endParaRPr lang="ko-KR" sz="2800" dirty="0"/>
          </a:p>
        </p:txBody>
      </p:sp>
      <p:sp>
        <p:nvSpPr>
          <p:cNvPr id="8" name="S13-chip83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3-text84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‘내일’로 시작해 웃어른께 무언가를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드릴 일을 써요.</a:t>
            </a:r>
            <a:endParaRPr lang="ko-KR" sz="2800" dirty="0"/>
          </a:p>
        </p:txBody>
      </p:sp>
      <p:sp>
        <p:nvSpPr>
          <p:cNvPr id="10" name="S13-chip85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3-text86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선생님께 오늘 한 일을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말하는 문장을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4-card87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4-cardtext88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사람에 맞게 높임 표현을 쓰고, 때를 나타내는 말과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문장 끝의 시간 표현을 맞추어요.</a:t>
            </a:r>
            <a:endParaRPr lang="ko-KR" sz="2800" dirty="0"/>
          </a:p>
        </p:txBody>
      </p:sp>
      <p:sp>
        <p:nvSpPr>
          <p:cNvPr id="5" name="S14-chip89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높일 사람·때를 나타내는 말 먼저 찾기</a:t>
            </a:r>
            <a:endParaRPr lang="ko-KR" sz="2000" dirty="0"/>
          </a:p>
        </p:txBody>
      </p:sp>
      <p:sp>
        <p:nvSpPr>
          <p:cNvPr id="6" name="S14-chip90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나·동생·동물 높이기</a:t>
            </a:r>
            <a:endParaRPr lang="ko-KR" sz="2200" dirty="0"/>
          </a:p>
        </p:txBody>
      </p:sp>
      <p:sp>
        <p:nvSpPr>
          <p:cNvPr id="7" name="S14-text91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4-text92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‘삼촌에게 책을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주었다’를 고치면?</a:t>
            </a:r>
            <a:endParaRPr lang="ko-KR" sz="2200" dirty="0"/>
          </a:p>
        </p:txBody>
      </p:sp>
      <p:sp>
        <p:nvSpPr>
          <p:cNvPr id="9" name="S14-text93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‘내일 비가 왔다’를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고치면?</a:t>
            </a:r>
            <a:endParaRPr lang="ko-KR" sz="2200" dirty="0"/>
          </a:p>
        </p:txBody>
      </p:sp>
      <p:sp>
        <p:nvSpPr>
          <p:cNvPr id="10" name="S14-text94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높임 표현은 누구를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높이나요? (세 가지)</a:t>
            </a:r>
            <a:endParaRPr lang="ko-KR" sz="2200" dirty="0"/>
          </a:p>
        </p:txBody>
      </p:sp>
      <p:sp>
        <p:nvSpPr>
          <p:cNvPr id="11" name="S14-text95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사실과 의견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말로 바꾸어 봐요</a:t>
            </a:r>
            <a:endParaRPr lang="ko-KR" sz="4000" dirty="0"/>
          </a:p>
        </p:txBody>
      </p:sp>
      <p:sp>
        <p:nvSpPr>
          <p:cNvPr id="3" name="S15-text9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높임말과 때에 맞는 말로 바꾸어 말해요.</a:t>
            </a:r>
            <a:endParaRPr lang="ko-KR" sz="2800" dirty="0"/>
          </a:p>
        </p:txBody>
      </p:sp>
      <p:sp>
        <p:nvSpPr>
          <p:cNvPr id="4" name="S15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5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높일 사람과 때를 나타내는 말을 먼저 찾아요.</a:t>
            </a:r>
            <a:endParaRPr lang="ko-KR" sz="2800" dirty="0"/>
          </a:p>
        </p:txBody>
      </p:sp>
      <p:sp>
        <p:nvSpPr>
          <p:cNvPr id="6" name="S15-chip99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15-text100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“아빠가 집에 있어.”</a:t>
            </a:r>
            <a:endParaRPr lang="ko-KR" sz="2800" dirty="0"/>
          </a:p>
        </p:txBody>
      </p:sp>
      <p:sp>
        <p:nvSpPr>
          <p:cNvPr id="8" name="S15-chip101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15-text102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“할머니에게 물어봐.”</a:t>
            </a:r>
            <a:endParaRPr lang="ko-KR" sz="2800" dirty="0"/>
          </a:p>
        </p:txBody>
      </p:sp>
      <p:sp>
        <p:nvSpPr>
          <p:cNvPr id="10" name="S15-chip103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15-text104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“어제 비가 와.”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국어 문장 표현 점검</dc:title>
  <dc:subject>KR22-G05-KOR-AGREEMENT-L01</dc:subject>
  <dc:creator>education-ppt</dc:creator>
  <cp:lastModifiedBy>education-ppt</cp:lastModifiedBy>
  <cp:revision>1</cp:revision>
  <dcterms:created xsi:type="dcterms:W3CDTF">2026-10-26T08:58:17Z</dcterms:created>
  <dcterms:modified xsi:type="dcterms:W3CDTF">2026-10-26T08:58:17Z</dcterms:modified>
</cp:coreProperties>
</file>