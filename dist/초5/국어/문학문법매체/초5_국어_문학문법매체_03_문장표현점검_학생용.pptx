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8f288b4-0f03-96c0-680b-80d2bb10231d}">
          <p14:sldIdLst>
            <p14:sldId id="256"/>
            <p14:sldId id="257"/>
          </p14:sldIdLst>
        </p14:section>
        <p14:section name="개념" id="{83545372-d375-31e9-5d51-2acc2732480a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434051b6-73c0-319a-9129-0a7fcd70db97}">
          <p14:sldIdLst>
            <p14:sldId id="263"/>
            <p14:sldId id="264"/>
            <p14:sldId id="265"/>
          </p14:sldIdLst>
        </p14:section>
        <p14:section name="확인" id="{90084852-6572-7df2-9f9a-23359ff33bef}">
          <p14:sldIdLst>
            <p14:sldId id="266"/>
            <p14:sldId id="267"/>
          </p14:sldIdLst>
        </p14:section>
        <p14:section name="정리" id="{f701af20-64d8-8349-c308-898aa070e41b}">
          <p14:sldIdLst>
            <p14:sldId id="268"/>
          </p14:sldIdLst>
        </p14:section>
        <p14:section name="보충" id="{8f92cb13-1454-a3cf-41ca-be95da110e6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문학문법매체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문장 표현 점검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문장 표현 점검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문장 표현 점검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표현 점검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할머니가 오셨다.”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어디가 어색할까?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높임 표현이 알맞은지 점검하고 고쳐 쓸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때를 나타내는 말과 시간 표현을 맞게 쓸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2학년과 지난 시간에 배운 것을 떠올려요.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‘할아버지가 자요.’를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바꾸면?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‘먹다’와 ‘있다’의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높임말은?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3일에 만든 안내문의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‘내일 쉽니다’는 며칠일까요?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누구를 높일까요?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표현은 누구를 높이느냐에 따라 세 가지예요.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높이는 말: ‘께서, -시-’ · ‘께, 드리다’ · ‘-습니다, -요’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주체 높임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주인(누가)을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주무신다.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높임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행동을 받는 사람을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 물을 드렸다.</a:t>
            </a:r>
            <a:endParaRPr lang="ko-KR" sz="28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높임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“선생님, 다 했습니다.”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바꾸어 높여요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때 아예 다른 낱말을 쓰기도 해요.</a:t>
            </a:r>
            <a:endParaRPr lang="ko-KR" sz="28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61260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3621024"/>
                <a:gridCol w="362102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보통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높임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계시다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문장의 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드시다, 잡수시다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문장의 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주무시다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문장의 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드리다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행동을 받는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여쭈다, 여쭙다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행동을 받는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보다, 만나다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뵙다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행동을 받는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표현, 이렇게 고쳐요</a:t>
            </a:r>
            <a:endParaRPr lang="ko-KR" sz="4000" dirty="0"/>
          </a:p>
        </p:txBody>
      </p:sp>
      <p:sp>
        <p:nvSpPr>
          <p:cNvPr id="3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나보다 어린 사람, 동물, 나 자신은 높이지 않아요.</a:t>
            </a:r>
            <a:endParaRPr lang="ko-KR" sz="2800" dirty="0"/>
          </a:p>
        </p:txBody>
      </p:sp>
      <p:graphicFrame>
        <p:nvGraphicFramePr>
          <p:cNvPr id="6" name="S05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42160"/>
          <a:ext cx="10972800" cy="914400"/>
        </p:xfrm>
        <a:graphic>
          <a:graphicData uri="http://schemas.openxmlformats.org/drawingml/2006/table">
            <a:tbl>
              <a:tblPr/>
              <a:tblGrid>
                <a:gridCol w="5266944"/>
                <a:gridCol w="5705856"/>
              </a:tblGrid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알맞지 않아요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이렇게 고쳐요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할머니가 방에서 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할머니께서 방에서 주무신다.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삼촌에게 물을 주었다.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삼촌께 물을 드렸다.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(선생님께) “다 했어.”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“다 했습니다.” / “다 했어요.”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동생께서 과자를 드신다.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과자를 먹는다.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문장 끝이 짝을 이뤄요</a:t>
            </a:r>
            <a:endParaRPr lang="ko-KR" sz="40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나타내는 말에 따라 문장 끝이 달라져요.</a:t>
            </a:r>
            <a:endParaRPr lang="ko-KR" sz="28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나타내는 말을 먼저 찾고, 문장 끝을 그 때에 맞추어요.</a:t>
            </a:r>
            <a:endParaRPr lang="ko-KR" sz="2800" dirty="0"/>
          </a:p>
        </p:txBody>
      </p:sp>
      <p:sp>
        <p:nvSpPr>
          <p:cNvPr id="6" name="S06-card2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2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과거(지나간 일)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어제, 지난주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‘-았-, -었-’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비가 왔다.</a:t>
            </a:r>
            <a:endParaRPr lang="ko-KR" sz="2800" dirty="0"/>
          </a:p>
        </p:txBody>
      </p:sp>
      <p:sp>
        <p:nvSpPr>
          <p:cNvPr id="8" name="S06-card2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3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현재(지금 일)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지금, 요즘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‘-ㄴ-, -는-’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비가 온다.</a:t>
            </a:r>
            <a:endParaRPr lang="ko-KR" sz="2800" dirty="0"/>
          </a:p>
        </p:txBody>
      </p:sp>
      <p:sp>
        <p:nvSpPr>
          <p:cNvPr id="10" name="S06-card3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미래(앞으로 일)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내일, 다음 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‘-겠-, -ㄹ 것이다’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비가 오겠다.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표현, 이렇게 고쳐요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‘어제’에는 지나간 일, ‘내일’에는 앞으로 일의 표현을 써요.</a:t>
            </a:r>
            <a:endParaRPr lang="ko-KR" sz="2800" dirty="0"/>
          </a:p>
        </p:txBody>
      </p:sp>
      <p:graphicFrame>
        <p:nvGraphicFramePr>
          <p:cNvPr id="8" name="S07-table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783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알맞지 않아요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이렇게 고쳐요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어제 자전거를 탈 것이다.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어제 자전거를 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내일 바다에 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내일 바다에 갈 것이다.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지난주에 이모께서 오신다.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지난주에 이모께서 오셨다.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표현을 점검해요</a:t>
            </a:r>
            <a:endParaRPr lang="ko-KR" sz="4000" dirty="0"/>
          </a:p>
        </p:txBody>
      </p:sp>
      <p:sp>
        <p:nvSpPr>
          <p:cNvPr id="3" name="S08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알맞으면 ○, 알맞지 않으면 고쳐 말해요.</a:t>
            </a:r>
            <a:endParaRPr lang="ko-KR" sz="2800" dirty="0"/>
          </a:p>
        </p:txBody>
      </p:sp>
      <p:sp>
        <p:nvSpPr>
          <p:cNvPr id="4" name="S08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사람이 누구인지 먼저 찾아요.</a:t>
            </a:r>
            <a:endParaRPr lang="ko-KR" sz="2800" dirty="0"/>
          </a:p>
        </p:txBody>
      </p:sp>
      <p:sp>
        <p:nvSpPr>
          <p:cNvPr id="6" name="S08-chip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마당에 계신다.</a:t>
            </a:r>
            <a:endParaRPr lang="ko-KR" sz="2800" dirty="0"/>
          </a:p>
        </p:txBody>
      </p:sp>
      <p:sp>
        <p:nvSpPr>
          <p:cNvPr id="8" name="S08-chip4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4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어머니에게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편지를 주었다.</a:t>
            </a:r>
            <a:endParaRPr lang="ko-KR" sz="2800" dirty="0"/>
          </a:p>
        </p:txBody>
      </p:sp>
      <p:sp>
        <p:nvSpPr>
          <p:cNvPr id="10" name="S08-chip4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4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강아지께서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주무신다.</a:t>
            </a:r>
            <a:endParaRPr lang="ko-KR" sz="2800" dirty="0"/>
          </a:p>
        </p:txBody>
      </p:sp>
      <p:sp>
        <p:nvSpPr>
          <p:cNvPr id="12" name="S08-chip45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8-text46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선생님께서 교실에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들어오셨다.</a:t>
            </a:r>
            <a:endParaRPr lang="ko-KR" sz="2800" dirty="0"/>
          </a:p>
        </p:txBody>
      </p:sp>
      <p:sp>
        <p:nvSpPr>
          <p:cNvPr id="14" name="S08-chip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15" name="S08-text4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과일을 먹는다.</a:t>
            </a:r>
            <a:endParaRPr lang="ko-KR" sz="2800" dirty="0"/>
          </a:p>
        </p:txBody>
      </p:sp>
      <p:sp>
        <p:nvSpPr>
          <p:cNvPr id="16" name="S08-chip4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17" name="S08-text5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(선생님께)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“이것 좀 봐.”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높이면 될까?</a:t>
            </a:r>
            <a:endParaRPr lang="ko-KR" sz="4000" dirty="0"/>
          </a:p>
        </p:txBody>
      </p:sp>
      <p:sp>
        <p:nvSpPr>
          <p:cNvPr id="3" name="S09-card5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 내가 한 일을 엄마께 이야기해요.</a:t>
            </a:r>
            <a:endParaRPr lang="ko-KR" sz="2800" dirty="0"/>
          </a:p>
        </p:txBody>
      </p:sp>
      <p:sp>
        <p:nvSpPr>
          <p:cNvPr id="5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누구를 높여야 하나요?</a:t>
            </a:r>
            <a:endParaRPr lang="ko-KR" sz="2800" dirty="0"/>
          </a:p>
        </p:txBody>
      </p:sp>
      <p:sp>
        <p:nvSpPr>
          <p:cNvPr id="7" name="S09-chip5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5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선생님께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말씀하셨어요.”</a:t>
            </a:r>
            <a:endParaRPr lang="ko-KR" sz="2800" dirty="0"/>
          </a:p>
        </p:txBody>
      </p:sp>
      <p:sp>
        <p:nvSpPr>
          <p:cNvPr id="9" name="S09-chip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5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선생님께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말씀드렸어요.”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표현을 점검해요</a:t>
            </a:r>
            <a:endParaRPr lang="ko-KR" sz="4000" dirty="0"/>
          </a:p>
        </p:txBody>
      </p:sp>
      <p:sp>
        <p:nvSpPr>
          <p:cNvPr id="3" name="S10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알맞으면 ○, 알맞지 않으면 고쳐 말해요.</a:t>
            </a:r>
            <a:endParaRPr lang="ko-KR" sz="2800" dirty="0"/>
          </a:p>
        </p:txBody>
      </p:sp>
      <p:sp>
        <p:nvSpPr>
          <p:cNvPr id="4" name="S10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나타내는 말에 ○ 하고 문장 끝을 봐요.</a:t>
            </a:r>
            <a:endParaRPr lang="ko-KR" sz="2800" dirty="0"/>
          </a:p>
        </p:txBody>
      </p:sp>
      <p:sp>
        <p:nvSpPr>
          <p:cNvPr id="6" name="S10-chip6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6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저녁에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피자를 먹었다.</a:t>
            </a:r>
            <a:endParaRPr lang="ko-KR" sz="2800" dirty="0"/>
          </a:p>
        </p:txBody>
      </p:sp>
      <p:sp>
        <p:nvSpPr>
          <p:cNvPr id="8" name="S10-chip64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65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아침에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일찍 일어났다.</a:t>
            </a:r>
            <a:endParaRPr lang="ko-KR" sz="2800" dirty="0"/>
          </a:p>
        </p:txBody>
      </p:sp>
      <p:sp>
        <p:nvSpPr>
          <p:cNvPr id="10" name="S10-chip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아기가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잔다.</a:t>
            </a:r>
            <a:endParaRPr lang="ko-KR" sz="2800" dirty="0"/>
          </a:p>
        </p:txBody>
      </p:sp>
      <p:sp>
        <p:nvSpPr>
          <p:cNvPr id="12" name="S10-chip68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69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작년에 우리 가족은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갈 것이다.</a:t>
            </a:r>
            <a:endParaRPr lang="ko-KR" sz="2800" dirty="0"/>
          </a:p>
        </p:txBody>
      </p:sp>
      <p:sp>
        <p:nvSpPr>
          <p:cNvPr id="14" name="S10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15" name="S10-text7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주에 우리 반은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학예회를 열었다.</a:t>
            </a:r>
            <a:endParaRPr lang="ko-KR" sz="2800" dirty="0"/>
          </a:p>
        </p:txBody>
      </p:sp>
      <p:sp>
        <p:nvSpPr>
          <p:cNvPr id="16" name="S10-chip72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17" name="S10-text73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바람이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불겠다.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보기: 일기 점검</a:t>
            </a:r>
            <a:endParaRPr lang="ko-KR" sz="40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문장 네 개를 찾아 고쳐 써요.</a:t>
            </a:r>
            <a:endParaRPr lang="ko-KR" sz="2800" dirty="0"/>
          </a:p>
        </p:txBody>
      </p:sp>
      <p:sp>
        <p:nvSpPr>
          <p:cNvPr id="5" name="S11-passagebox7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7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 토요일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오늘 우리 가족은 시골 할머니 댁에 갔다.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할머니께서는 대문 앞에서 우리를 기다리고 계셨다.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나는 할머니에게 어제 그린 그림을 주었다.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할아버지는 방에서 낮잠을 잤다.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어제 할머니께서는 텃밭에서 고구마를 캐신다.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우리는 내일 아침에 집으로 돌아갔다.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세 문장</a:t>
            </a:r>
            <a:endParaRPr lang="ko-KR" sz="4000" dirty="0"/>
          </a:p>
        </p:txBody>
      </p:sp>
      <p:sp>
        <p:nvSpPr>
          <p:cNvPr id="3" name="S13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조건에 맞게 말하고 활동지에 써요.</a:t>
            </a:r>
            <a:endParaRPr lang="ko-KR" sz="2800" dirty="0"/>
          </a:p>
        </p:txBody>
      </p:sp>
      <p:sp>
        <p:nvSpPr>
          <p:cNvPr id="4" name="S13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사람과 때를 나타내는 말을 확인해요.</a:t>
            </a:r>
            <a:endParaRPr lang="ko-KR" sz="2800" dirty="0"/>
          </a:p>
        </p:txBody>
      </p:sp>
      <p:sp>
        <p:nvSpPr>
          <p:cNvPr id="6" name="S13-chip8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8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‘어제’로 시작해 웃어른 한 분이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써요.</a:t>
            </a:r>
            <a:endParaRPr lang="ko-KR" sz="2800" dirty="0"/>
          </a:p>
        </p:txBody>
      </p:sp>
      <p:sp>
        <p:nvSpPr>
          <p:cNvPr id="8" name="S13-chip8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8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‘내일’로 시작해 웃어른께 무언가를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드릴 일을 써요.</a:t>
            </a:r>
            <a:endParaRPr lang="ko-KR" sz="2800" dirty="0"/>
          </a:p>
        </p:txBody>
      </p:sp>
      <p:sp>
        <p:nvSpPr>
          <p:cNvPr id="10" name="S13-chip8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3-text8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 오늘 한 일을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문장을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사람에 맞게 높임 표현을 쓰고, 때를 나타내는 말과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끝의 시간 표현을 맞추어요.</a:t>
            </a:r>
            <a:endParaRPr lang="ko-KR" sz="2800" dirty="0"/>
          </a:p>
        </p:txBody>
      </p:sp>
      <p:sp>
        <p:nvSpPr>
          <p:cNvPr id="5" name="S14-chip8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높일 사람·때를 나타내는 말 먼저 찾기</a:t>
            </a:r>
            <a:endParaRPr lang="ko-KR" sz="2000" dirty="0"/>
          </a:p>
        </p:txBody>
      </p:sp>
      <p:sp>
        <p:nvSpPr>
          <p:cNvPr id="6" name="S14-chip9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나·동생·동물 높이기</a:t>
            </a:r>
            <a:endParaRPr lang="ko-KR" sz="2200" dirty="0"/>
          </a:p>
        </p:txBody>
      </p:sp>
      <p:sp>
        <p:nvSpPr>
          <p:cNvPr id="7" name="S14-text9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‘삼촌에게 책을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주었다’를 고치면?</a:t>
            </a:r>
            <a:endParaRPr lang="ko-KR" sz="2200" dirty="0"/>
          </a:p>
        </p:txBody>
      </p:sp>
      <p:sp>
        <p:nvSpPr>
          <p:cNvPr id="9" name="S14-text9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‘내일 비가 왔다’를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고치면?</a:t>
            </a:r>
            <a:endParaRPr lang="ko-KR" sz="2200" dirty="0"/>
          </a:p>
        </p:txBody>
      </p:sp>
      <p:sp>
        <p:nvSpPr>
          <p:cNvPr id="10" name="S14-text9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높임 표현은 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높이나요? (세 가지)</a:t>
            </a:r>
            <a:endParaRPr lang="ko-KR" sz="2200" dirty="0"/>
          </a:p>
        </p:txBody>
      </p:sp>
      <p:sp>
        <p:nvSpPr>
          <p:cNvPr id="11" name="S14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사실과 의견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말로 바꾸어 봐요</a:t>
            </a:r>
            <a:endParaRPr lang="ko-KR" sz="4000" dirty="0"/>
          </a:p>
        </p:txBody>
      </p:sp>
      <p:sp>
        <p:nvSpPr>
          <p:cNvPr id="3" name="S1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높임말과 때에 맞는 말로 바꾸어 말해요.</a:t>
            </a:r>
            <a:endParaRPr lang="ko-KR" sz="2800" dirty="0"/>
          </a:p>
        </p:txBody>
      </p:sp>
      <p:sp>
        <p:nvSpPr>
          <p:cNvPr id="4" name="S1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사람과 때를 나타내는 말을 먼저 찾아요.</a:t>
            </a:r>
            <a:endParaRPr lang="ko-KR" sz="2800" dirty="0"/>
          </a:p>
        </p:txBody>
      </p:sp>
      <p:sp>
        <p:nvSpPr>
          <p:cNvPr id="6" name="S15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5-text10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“아빠가 집에 있어.”</a:t>
            </a:r>
            <a:endParaRPr lang="ko-KR" sz="2800" dirty="0"/>
          </a:p>
        </p:txBody>
      </p:sp>
      <p:sp>
        <p:nvSpPr>
          <p:cNvPr id="8" name="S15-chip10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5-text10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“할머니에게 물어봐.”</a:t>
            </a:r>
            <a:endParaRPr lang="ko-KR" sz="2800" dirty="0"/>
          </a:p>
        </p:txBody>
      </p:sp>
      <p:sp>
        <p:nvSpPr>
          <p:cNvPr id="10" name="S15-chip10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5-text10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“어제 비가 와.”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문장 표현 점검</dc:title>
  <dc:subject>KR22-G05-KOR-AGREEMENT-L01</dc:subject>
  <dc:creator>education-ppt</dc:creator>
  <cp:lastModifiedBy>education-ppt</cp:lastModifiedBy>
  <cp:revision>1</cp:revision>
  <dcterms:created xsi:type="dcterms:W3CDTF">2026-10-26T08:46:09Z</dcterms:created>
  <dcterms:modified xsi:type="dcterms:W3CDTF">2026-10-26T08:46:09Z</dcterms:modified>
</cp:coreProperties>
</file>