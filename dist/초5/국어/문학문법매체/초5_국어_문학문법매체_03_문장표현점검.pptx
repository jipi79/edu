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ffa8db0-0336-b872-64b4-8612aa4528c7}">
          <p14:sldIdLst>
            <p14:sldId id="256"/>
            <p14:sldId id="257"/>
          </p14:sldIdLst>
        </p14:section>
        <p14:section name="개념" id="{0d51707c-b7bc-5365-a1fa-6a0f5742f7e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637be286-cfc0-cfc9-d319-e58f13f1513e}">
          <p14:sldIdLst>
            <p14:sldId id="263"/>
            <p14:sldId id="264"/>
            <p14:sldId id="265"/>
          </p14:sldIdLst>
        </p14:section>
        <p14:section name="확인" id="{d6ab9d26-edd5-e03f-bcfa-b82f07dc9170}">
          <p14:sldIdLst>
            <p14:sldId id="266"/>
            <p14:sldId id="267"/>
            <p14:sldId id="268"/>
          </p14:sldIdLst>
        </p14:section>
        <p14:section name="정리" id="{68cf5235-25bc-9aeb-9518-d0f07d48fee3}">
          <p14:sldIdLst>
            <p14:sldId id="269"/>
          </p14:sldIdLst>
        </p14:section>
        <p14:section name="보충" id="{7a9ef04a-dc0c-0ed2-91a0-04b31e738b3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문장의 높임 표현과 시간 표현이 서로 맞아야 한다는 것에 관심을 갖게 합니다.
시간: 약 2분
이렇게 말해 보세요
- “‘내일 할머니가 오셨다.’ 소리 내어 읽어 볼래? 어디가 어색해?”
- “오늘은 높임 표현과 시간 표현이 문장 안에서 알맞게 이어졌는지 점검하고 고쳐 쓰는 연습을 할 거야.”
예상 답
- “‘내일’인데 ‘오셨다’라고 했어요. ‘오실 것이다’나 ‘오신다’라고 해야 해요.”
정답
- ‘내일’은 앞으로 일인데 ‘오셨다’는 지나간 일의 표현이라 어울리지 않습니다. 바른 문장: “내일 할머니께서 오실 것이다.”(‘오시겠다’, ‘오신다’도 맞음)
막히면
- “‘내일’은 언제야? 아직 안 일어난 일이지? ‘오셨다’는 벌써 일어난 일일까, 앞으로 일어날 일일까?”라고 묻습니다.
주의
- ‘할머니가’를 ‘할머니께서’로 고치겠다고 하면 좋은 생각이라고 칭찬하고, 오늘 그것도 배운다고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확인(높임말, 만든 때와 ‘내일’)]
목적: 2학년 ‘바르고 고운 말’(KR22-G02-KOR-POLITE-L01)에서 배운 ‘께서’와 높임 낱말을 기억하는지 확인합니다. ③은 계획상 앞 차시 ‘자료 출처 확인’(KR22-G05-KOR-SOURCE-L01)의 ‘만든 때’를 떠올리며, ‘내일’ 같은 때를 나타내는 말이 기준 날짜에 따라 정해진다는 것을 오늘의 시간 표현과 이어 줍니다.
시간: 약 3분
이렇게 말해 보세요
- “2학년 때 웃어른께 쓰는 높임말을 배웠지? ①과 ②를 말해 볼래?”
- “③ 안내문을 만든 날이 10월 3일이야. 그럼 안내문에 쓴 ‘내일’은 며칠일까?”
정답
- ① 할아버지께서 주무세요.(‘주무셔요’, ‘주무신다’도 맞음)
- ② 먹다 → 드시다(잡수시다), 있다 → 계시다
- ③ 10월 4일(만든 날의 다음 날)
막히면
- ①은 “할아버지를 높일 때는 ‘가’ 대신 무엇을 써? ‘자다’는 어떻게 바꿔?”라고 나누어 묻습니다.
- ①②를 모두 답하지 못하면 S15(보충)를 먼저 합니다.
주의
- ③을 ‘오늘의 다음 날’이라고 답하면, 안내문의 ‘내일’은 읽는 날이 아니라 만든 날을 기준으로 한다고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높임 표현의 세 가지(주체·객체·상대 높임)]
목적: 높임 표현이 누구를 높이느냐에 따라 문장의 주인을 높이는 주체 높임, 행동을 받는 사람을 높이는 객체 높임, 듣는 사람을 높이는 상대 높임으로 나뉜다는 것을 알려 줍니다(목표 A).
시간: 약 3분
이렇게 말해 보세요
- “‘할머니께서 주무신다.’에서 주무시는 사람은 누구야? 문장의 주인인 할머니를 높였지? ‘께서’와 ‘주무시다’로 높였어.”
- “‘할머니께 물을 드렸다.’에서 물을 드린 사람은 나야. 그럼 누구를 높였어? 물을 받는 할머니를 ‘께’와 ‘드리다’로 높였어.”
- “‘선생님, 다 했습니다.’는 듣는 선생님을 문장 끝 ‘-습니다’로 높였어.”
예상 답
- “첫째는 자는 할머니, 둘째는 물을 받는 할머니, 셋째는 듣는 선생님을 높여요.”
막히면
- 4학년 ‘문장의 기본 짜임’에서 배운 ‘누가/무엇이’가 문장의 주인이라고 이어 줍니다. “누가 주무셔? 누가 물을 드렸어? 누가 받았어?”라고 차례로 묻습니다.
주의
- ‘주체·객체·상대’라는 이름을 외우게 하지 않습니다. 누구를 높이는지 말할 수 있으면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낱말을 바꾸어 높이기]
목적: 주체 높임과 객체 높임에 쓰는 높임 낱말을 정리합니다(목표 A, 오해 M1·M2).
시간: 약 3분
이렇게 말해 보세요
- “위의 세 낱말은 웃어른이 문장의 주인일 때 써. ‘할아버지께서 방에 계신다.’처럼.”
- “아래 세 낱말은 웃어른이 행동을 받을 때 써. ‘선생님께 길을 여쭈었다.’, ‘이모를 뵈었다.’처럼.”
- “‘할머니께서 떡을 ○○.’에는 무엇이 들어갈까?”
예상 답
- “드신다요. 잡수신다도 돼요.”
막히면
- 부모가 표의 낱말로 짧은 문장을 하나씩 말해 주고, 아이가 따라 말하게 합니다.
주의
- ‘여쭈다’와 ‘여쭙다’, ‘뵈다’와 ‘뵙다’는 모두 표준어입니다. ‘드시다’와 ‘잡수시다’도 모두 ‘먹다’의 높임말입니다.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알맞지 않은 높임 표현 고치기(시범)]
목적: 높임 표현이 알맞지 않은 문장을 고치는 모습을 보여 줍니다. 왼쪽은 모두 알맞지 않은 문장(×)이고 오른쪽이 고친 문장입니다(목표 A, 오해 M1·M2·M3).
시간: 약 3분
이렇게 말해 보세요
- “왼쪽은 모두 알맞지 않은 문장이야. 첫째 줄은 문장의 주인인 할머니를 높이지 않았어. 어떻게 고쳤지?”
- “둘째 줄은 물을 받는 삼촌을, 셋째 줄은 듣는 선생님을 높이지 않았어.”
- “넷째 줄은 반대야. 높이지 않아야 할 동생을 높였어. 동생은 나보다 어리니까 높이지 않아.”
예상 답
- “첫째 줄은 ‘께서’랑 ‘주무신다’로 고쳤어요. 넷째 줄은 높이면 오히려 어색해요.”
막히면
- 줄마다 “여기서 높여야 할 사람은 누구야? 그 사람이 문장의 주인이야, 행동을 받는 사람이야, 듣는 사람이야?”라고 묻습니다.
주의
- 왼쪽 문장을 따라 쓰지 않도록, 화면의 ×를 손가락으로 짚으며 ‘틀린 예’라고 분명히 말해 줍니다. 가족끼리 편하게 말할 때와 달리 글에서는 웃어른을 높여 쓴다고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시간 표현(과거·현재·미래)]
목적: 때를 나타내는 말과 문장 끝의 시간 표현(과거·현재·미래)이 짝을 이룬다는 것을 알려 줍니다(목표 B, 오해 M4).
시간: 약 3분
이렇게 말해 보세요
- “‘어제 비가 왔다.’에서 ‘어제’는 지나간 때야. 그래서 끝이 ‘왔다’처럼 ‘-았-, -었-’이 들어간 꼴이야.”
- “‘지금 비가 온다.’는 지금 일, ‘내일 비가 오겠다.’는 앞으로 일이야. ‘내일 비가 올 것이다.’라고 해도 돼.”
- “‘지난주에 책을 ○○.’에서 ‘읽다’를 알맞게 바꾸면?”
예상 답
- “읽었다요. 지난주는 지나간 때니까요.”
막히면
- 달력을 보며 어제·오늘·내일을 손가락으로 짚고, 날마다 한 일이나 할 일을 한 문장씩 말하게 합니다.
주의
- ‘내일 학교에 간다.’처럼 현재 꼴로 정해진 앞일을 말하는 것도 바른 표현입니다. 아이가 이렇게 말하면 맞다고 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어울리지 않는 시간 표현 고치기(시범)]
목적: 때를 나타내는 말과 어울리지 않는 문장 끝을 고치는 모습을 보여 줍니다. 왼쪽은 모두 알맞지 않은 문장(×)입니다(목표 B, 오해 M4).
시간: 약 2분
이렇게 말해 보세요
- “왼쪽 문장에서 때를 나타내는 말을 찾아볼래? ‘어제’, ‘내일’, ‘지난주’야.”
- “‘어제’인데 ‘탈 것이다’라고 앞으로 일처럼 썼어. 그래서 ‘탔다’로 고쳤어. 둘째와 셋째 줄은 어떻게 고쳤어?”
예상 답
- “내일은 앞으로 일이라 ‘갈 것이다’로, 지난주는 지나간 일이라 ‘오셨다’로 고쳤어요.”
막히면
- 때를 나타내는 말에 색연필로 ○를 하고, S06의 카드 가운데 어느 칸인지 짚게 합니다.
주의
- 셋째 줄의 ‘이모께서 오셨다’는 높임 표현도 함께 맞추어 쓴 것입니다. 시간 표현을 고칠 때 높임 표현(‘-시-’)이 빠지지 않게 합니다.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높임 표현 점검하고 고치기]
목적: 높일 사람을 찾아 높임 표현이 알맞은지 점검하고, 알맞지 않은 문장을 고쳐 말합니다(목표 A, 오해 M1·M2·M3). 활동지 2에 같은 문장이 있습니다.
시간: 약 4분
이렇게 말해 보세요
- “문장마다 높일 사람이 있는지 먼저 찾아봐. 그 사람이 문장의 주인이야, 행동을 받는 사람이야, 듣는 사람이야?”
- “알맞지 않으면 어떻게 고칠지 말해 볼래?”
정답
- ① ○ (문장의 주인 할아버지를 ‘께서’, ‘계시다’로 높임)
- ② × → 나는 어머니께 편지를 드렸다. (행동을 받는 어머니를 높임)
- ③ × → 우리 집 강아지가 잔다. (동물은 높이지 않음)
- ④ ○ (‘께서’, ‘-시-’로 선생님을 높임)
- ⑤ × → 할머니께서 과일을 드신다(잡수신다).
- ⑥ × → “이것 좀 봐 주세요.” (‘보세요’도 맞음. 듣는 선생님을 높임)
막히면
- S04·S05를 다시 보여 주고, 문장마다 바꿀 낱말을 표에서 찾게 합니다. ①~③을 함께 하고 ④~⑥은 아이 혼자 해 보게 합니다.
주의
- ②는 집에서 엄마에게 편하게 말하는 것과 다르게, 글에서는 웃어른인 어머니를 높여 ‘께 드리다’로 쓴다고 알려 줍니다. ⑥에서 ‘봐요’라고 고쳐도 상대 높임으로는 맞지만, 부탁할 때는 ‘봐 주세요’가 더 공손하다고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비교(나 자신을 높이는 표현)]
목적: 공손하게 하려고 ‘-시-’를 붙여 오히려 나 자신을 높이는 잘못을 바로잡습니다(목표 A, 오해 M3).
시간: 약 2분
이렇게 말해 보세요
- “이 문장에서 말한 사람, 곧 문장의 주인은 누구야? ‘제가’니까 나지?”
- “‘말씀하셨어요’의 ‘-시-’는 문장의 주인을 높여. 그럼 가는 누구를 높인 걸까? 높여야 할 사람은 누구야?”
정답
- 나가 알맞습니다. 높여야 할 사람은 말을 듣는(행동을 받는) 선생님이므로 객체 높임 ‘말씀드리다’를 씁니다.
- 가는 알맞지 않습니다(×). ‘-시-’가 문장의 주인인 나를 높여 버렸습니다.
막히면
- “‘제가 밥을 드셨어요.’라고 하면 어때?”처럼 더 분명한 예로 나를 높이면 어색하다는 것을 느끼게 합니다.
주의
- ‘엄마께’, ‘이야기해요’처럼 화면의 다른 높임 표현도 함께 짚어 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시간 표현 점검하고 고치기]
목적: 때를 나타내는 말과 문장 끝의 시간 표현이 어울리는지 점검하고 고쳐 말합니다(목표 B, 오해 M4). 활동지 3에 같은 문장이 있습니다.
시간: 약 3분
이렇게 말해 보세요
- “문장마다 때를 나타내는 말을 먼저 찾아볼래? 그 때와 문장 끝이 어울려?”
정답
- ① ○
- ② × → 내일 아침에 일찍 일어날 것이다. (‘일어나겠다’, ‘일어난다’도 맞음)
- ③ ○
- ④ × → 작년에 우리 가족은 바닷가에 갔다.
- ⑤ × → 다음 주에 우리 반은 학예회를 열 것이다. (‘열겠다’, ‘연다’도 맞음)
- ⑥ ○
막히면
- 때를 나타내는 말을 부모가 짚어 주고 “이건 지나간 때야, 지금이야, 앞으로야?”만 묻습니다.
주의
- ①③⑥처럼 알맞은 문장은 그대로 두어야 합니다. 맞는 문장까지 고치면 “소리 내어 읽어 볼래? 어색해?”라고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점검하기(일기에서 높임·시간 표현 고치기)]
목적: 도움 없이 일기에서 높임 표현과 시간 표현이 알맞지 않은 문장을 찾아 고치는지 확인합니다(목표 A·B). 활동지 4에 씁니다.
시간: 약 5분
이렇게 말해 보세요
- “이번에는 혼자 점검해 볼래? 높일 사람과 때를 나타내는 말에 ○를 하고, 알맞지 않은 문장 네 개를 찾아 활동지 4에 고쳐 써.”
정답
- ①, ②는 알맞은 문장입니다.
- ③ × 높임 → 나는 할머니께 어제 그린 그림을 드렸다.
- ④ × 높임 → 할아버지께서는 방에서 낮잠을 주무셨다.
- ⑤ × 시간 → 어제 할머니께서는 텃밭에서 고구마를 캐셨다.
- ⑥ × 시간 → 우리는 내일 아침에 집으로 돌아갈 것이다.(‘돌아간다’, ‘돌아가겠다’도 맞음)
막히면
- 문장마다 “높일 사람이 있어? 때를 나타내는 말이 있어?” 두 가지를 묻습니다.
- 도움을 받아 찾았다면 기록표에 ‘도움’으로 표시합니다.
주의
- ④를 ‘할아버지께서는 낮잠을 잤다’로만 고치면 ‘자다’도 높임 낱말로 바꾸어야 한다고 짚어 줍니다(오해 M1). ⑤를 고칠 때 ‘-시-’가 빠지지 않았는지도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아이가 고친 문장을 확인하고 흔한 실수와 비교합니다.
시간: 약 1분
이렇게 말해 보세요
- “네가 고친 문장을 소리 내어 읽어 볼래? 왼쪽과 같아?”
- “오른쪽 실수 가운데 네 답에 있는 것이 있을까?”
예상 답
- “④를 ‘께서는 … 잤다’로 고쳤어요. ‘주무셨다’로 다시 고칠게요.”
정답
- ③ 나는 할머니께 어제 그린 그림을 드렸다. ④ 할아버지께서는 방에서 낮잠을 주무셨다. ⑤ 어제 할머니께서는 텃밭에서 고구마를 캐셨다. ⑥ 우리는 내일 아침에 집으로 돌아갈 것이다.
막히면
- 틀린 문장을 S05·S07의 표와 견주어 어느 줄과 같은 실수인지 찾게 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확인(높임·시간 표현을 갖춘 문장 쓰기)]
목적: 높임 표현과 시간 표현을 함께 갖춘 문장을 스스로 쓰는지 확인합니다(목표 A·B). 활동지 5에 씁니다.
시간: 약 3분
이렇게 말해 보세요
- “①은 어제 할머니, 할아버지, 선생님 같은 웃어른이 하신 일을 써 봐. ②는 내일 웃어른께 무엇을 드릴지, ③은 선생님께 직접 말하듯이 써 봐.”
예상 답
- ① 어제 할아버지께서 텃밭에 물을 주셨다. ② 내일 선생님께 편지를 드릴 것이다. ③ “선생님, 오늘 책을 두 권 읽었습니다.”
정답
- 기준: ① 문장의 주인인 웃어른을 높이고(‘께서’, ‘-시-’ 또는 높임 낱말) 과거 표현(‘-았-/-었-’)을 씀 ② 행동을 받는 웃어른을 높이고(‘께’, ‘드리다’) 미래 표현(‘-ㄹ 것이다’, ‘-겠-’, 또는 ‘드린다’)을 씀 ③ 듣는 선생님을 높이고(‘-습니다’, ‘-요’) 오늘 한 일을 과거 표현으로 씀
- 세 문장이 모두 기준에 맞으면 목표 달성, 두 문장이면 거의 달성으로 봅니다.
막히면
- ①은 “어제 할머니께서 무엇을 하셨어?”, ②는 “내일 누구에게 무엇을 드리고 싶어?”, ③은 “선생님 앞에 있다고 생각하고 말해 봐.”라고 묻습니다.
주의
- ③에서 ‘선생님께서’처럼 주체 높임만 쓰고 문장 끝을 ‘했어’로 끝내면 듣는 선생님을 높이는 ‘-습니다, -요’가 필요하다고 짚어 줍니다. 답만 쓰고 점검하지 않으면 S12의 흔한 실수와 견주어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 다음 국어 차시는 계획상 6학년 국어의 첫 차시입니다.
시간: 약 2분
이렇게 말해 보세요
- “문장을 점검할 때 무엇을 먼저 찾으면 되는지 말해 볼래?”
예상 답
- “높일 사람이 있는지, 때를 나타내는 말이 있는지 먼저 찾아요.”
정답
- ① 삼촌께 책을 드렸다. ② 내일 비가 올 것이다(오겠다, 온다). ③ 문장의 주인(누가), 행동을 받는 사람, 듣는 사람
막히면
- S03과 S06을 다시 보여 줍니다.
주의
- 아이가 쓴 일기나 글을 함께 읽으며 높임 표현과 시간 표현을 점검해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보충(가족에게 하는 말로 높임과 시간 연습)]
목적: 말로 짧게 바꾸어 보며 높임 낱말과 때에 맞는 문장 끝을 다집니다.
시간: 약 4분
이렇게 말해 보세요
- “①은 아빠를 높여서, ②는 할머니를 높여서, ③은 어제 일이니까 지나간 일로 바꾸어 말해 볼래?”
정답
- ① “아빠께서 집에 계셔.”(‘아빠가 집에 계셔.’도 맞음)
- ② “할머니께 여쭤봐.”(‘여쭈어봐’도 맞음)
- ③ “어제 비가 왔어.”
막히면
- 부모가 먼저 바꾸어 말해 주고 아이가 따라 말하게 한 뒤, 다른 낱말(먹다, 자다)로 다시 해 봅니다.
- 이 차시의 계획상 선수 차시는 ‘자료 출처 확인’(KR22-G05-KOR-SOURCE-L01)이지만, 내용의 바탕은 2학년 ‘바르고 고운 말’(KR22-G02-KOR-POLITE-L01)과 4학년 ‘문장의 기본 짜임’(KR22-G04-KOR-SENTFORM-L01)입니다. 보충으로도 어려우면 ‘바르고 고운 말’의 높임 낱말부터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문학문법매체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문장 표현 점검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문장 표현 점검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문장 표현 점검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표현 점검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할머니가 오셨다.”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어색할까?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높임 표현이 알맞은지 점검하고 고쳐 쓸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때를 나타내는 말과 시간 표현을 맞게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2학년과 지난 시간에 배운 것을 떠올려요.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‘할아버지가 자요.’를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바꾸면?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‘먹다’와 ‘있다’의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높임말은?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3일에 만든 안내문의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‘내일 쉽니다’는 며칠일까요?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누구를 높일까요?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표현은 누구를 높이느냐에 따라 세 가지예요.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높이는 말: ‘께서, -시-’ · ‘께, 드리다’ · ‘-습니다, -요’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주체 높임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문장의 주인(누가)을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주무신다.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높임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행동을 받는 사람을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 물을 드렸다.</a:t>
            </a:r>
            <a:endParaRPr lang="ko-KR" sz="28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높임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“선생님, 다 했습니다.”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바꾸어 높여요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때 아예 다른 낱말을 쓰기도 해요.</a:t>
            </a:r>
            <a:endParaRPr lang="ko-KR" sz="2800" dirty="0"/>
          </a:p>
        </p:txBody>
      </p:sp>
      <p:graphicFrame>
        <p:nvGraphicFramePr>
          <p:cNvPr id="5" name="S04-table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461260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3621024"/>
                <a:gridCol w="362102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높임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계시다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문장의 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드시다, 잡수시다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문장의 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주무시다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문장의 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드리다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행동을 받는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묻다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여쭈다, 여쭙다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행동을 받는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보다, 만나다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뵙다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행동을 받는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표현, 이렇게 고쳐요</a:t>
            </a:r>
            <a:endParaRPr lang="ko-KR" sz="4000" dirty="0"/>
          </a:p>
        </p:txBody>
      </p:sp>
      <p:sp>
        <p:nvSpPr>
          <p:cNvPr id="3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나보다 어린 사람, 동물, 나 자신은 높이지 않아요.</a:t>
            </a:r>
            <a:endParaRPr lang="ko-KR" sz="2800" dirty="0"/>
          </a:p>
        </p:txBody>
      </p:sp>
      <p:graphicFrame>
        <p:nvGraphicFramePr>
          <p:cNvPr id="6" name="S05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42160"/>
          <a:ext cx="10972800" cy="914400"/>
        </p:xfrm>
        <a:graphic>
          <a:graphicData uri="http://schemas.openxmlformats.org/drawingml/2006/table">
            <a:tbl>
              <a:tblPr/>
              <a:tblGrid>
                <a:gridCol w="5266944"/>
                <a:gridCol w="5705856"/>
              </a:tblGrid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알맞지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이렇게 고쳐요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할머니가 방에서 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할머니께서 방에서 주무신다.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삼촌에게 물을 주었다.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삼촌께 물을 드렸다.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(선생님께) “다 했어.”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“다 했습니다.” / “다 했어요.”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동생께서 과자를 드신다.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동생이 과자를 먹는다.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때와 문장 끝이 짝을 이뤄요</a:t>
            </a:r>
            <a:endParaRPr lang="ko-KR" sz="4000" dirty="0"/>
          </a:p>
        </p:txBody>
      </p:sp>
      <p:sp>
        <p:nvSpPr>
          <p:cNvPr id="3" name="S06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나타내는 말에 따라 문장 끝이 달라져요.</a:t>
            </a:r>
            <a:endParaRPr lang="ko-KR" sz="2800" dirty="0"/>
          </a:p>
        </p:txBody>
      </p:sp>
      <p:sp>
        <p:nvSpPr>
          <p:cNvPr id="4" name="S06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나타내는 말을 먼저 찾고, 문장 끝을 그 때에 맞추어요.</a:t>
            </a:r>
            <a:endParaRPr lang="ko-KR" sz="2800" dirty="0"/>
          </a:p>
        </p:txBody>
      </p:sp>
      <p:sp>
        <p:nvSpPr>
          <p:cNvPr id="6" name="S06-card2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2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과거(지나간 일)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어제, 지난주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‘-았-, -었-’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비가 왔다.</a:t>
            </a:r>
            <a:endParaRPr lang="ko-KR" sz="2800" dirty="0"/>
          </a:p>
        </p:txBody>
      </p:sp>
      <p:sp>
        <p:nvSpPr>
          <p:cNvPr id="8" name="S06-card2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3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현재(지금 일)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지금, 요즘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‘-ㄴ-, -는-’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비가 온다.</a:t>
            </a:r>
            <a:endParaRPr lang="ko-KR" sz="2800" dirty="0"/>
          </a:p>
        </p:txBody>
      </p:sp>
      <p:sp>
        <p:nvSpPr>
          <p:cNvPr id="10" name="S06-card3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미래(앞으로 일)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내일, 다음 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‘-겠-, -ㄹ 것이다’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비가 오겠다.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표현, 이렇게 고쳐요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‘어제’에는 지나간 일, ‘내일’에는 앞으로 일의 표현을 써요.</a:t>
            </a:r>
            <a:endParaRPr lang="ko-KR" sz="2800" dirty="0"/>
          </a:p>
        </p:txBody>
      </p:sp>
      <p:graphicFrame>
        <p:nvGraphicFramePr>
          <p:cNvPr id="8" name="S07-table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783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알맞지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이렇게 고쳐요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어제 자전거를 탈 것이다.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어제 자전거를 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내일 바다에 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내일 바다에 갈 것이다.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지난주에 이모께서 오신다.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지난주에 이모께서 오셨다.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표현을 점검해요</a:t>
            </a:r>
            <a:endParaRPr lang="ko-KR" sz="4000" dirty="0"/>
          </a:p>
        </p:txBody>
      </p:sp>
      <p:sp>
        <p:nvSpPr>
          <p:cNvPr id="3" name="S08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알맞으면 ○, 알맞지 않으면 고쳐 말해요.</a:t>
            </a:r>
            <a:endParaRPr lang="ko-KR" sz="2800" dirty="0"/>
          </a:p>
        </p:txBody>
      </p:sp>
      <p:sp>
        <p:nvSpPr>
          <p:cNvPr id="4" name="S08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사람이 누구인지 먼저 찾아요.</a:t>
            </a:r>
            <a:endParaRPr lang="ko-KR" sz="2800" dirty="0"/>
          </a:p>
        </p:txBody>
      </p:sp>
      <p:sp>
        <p:nvSpPr>
          <p:cNvPr id="6" name="S08-chip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마당에 계신다.</a:t>
            </a:r>
            <a:endParaRPr lang="ko-KR" sz="2800" dirty="0"/>
          </a:p>
        </p:txBody>
      </p:sp>
      <p:sp>
        <p:nvSpPr>
          <p:cNvPr id="8" name="S08-chip41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2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어머니에게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편지를 주었다.</a:t>
            </a:r>
            <a:endParaRPr lang="ko-KR" sz="2800" dirty="0"/>
          </a:p>
        </p:txBody>
      </p:sp>
      <p:sp>
        <p:nvSpPr>
          <p:cNvPr id="10" name="S08-chip4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강아지께서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주무신다.</a:t>
            </a:r>
            <a:endParaRPr lang="ko-KR" sz="2800" dirty="0"/>
          </a:p>
        </p:txBody>
      </p:sp>
      <p:sp>
        <p:nvSpPr>
          <p:cNvPr id="12" name="S08-chip45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46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선생님께서 교실에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들어오셨다.</a:t>
            </a:r>
            <a:endParaRPr lang="ko-KR" sz="2800" dirty="0"/>
          </a:p>
        </p:txBody>
      </p:sp>
      <p:sp>
        <p:nvSpPr>
          <p:cNvPr id="14" name="S08-chip4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5" name="S08-text4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과일을 먹는다.</a:t>
            </a:r>
            <a:endParaRPr lang="ko-KR" sz="2800" dirty="0"/>
          </a:p>
        </p:txBody>
      </p:sp>
      <p:sp>
        <p:nvSpPr>
          <p:cNvPr id="16" name="S08-chip49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17" name="S08-text50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(선생님께)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“이것 좀 봐.”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높이면 될까?</a:t>
            </a:r>
            <a:endParaRPr lang="ko-KR" sz="4000" dirty="0"/>
          </a:p>
        </p:txBody>
      </p:sp>
      <p:sp>
        <p:nvSpPr>
          <p:cNvPr id="3" name="S09-card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 내가 한 일을 엄마께 이야기해요.</a:t>
            </a:r>
            <a:endParaRPr lang="ko-KR" sz="2800" dirty="0"/>
          </a:p>
        </p:txBody>
      </p:sp>
      <p:sp>
        <p:nvSpPr>
          <p:cNvPr id="5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누구를 높여야 하나요?</a:t>
            </a:r>
            <a:endParaRPr lang="ko-KR" sz="2800" dirty="0"/>
          </a:p>
        </p:txBody>
      </p:sp>
      <p:sp>
        <p:nvSpPr>
          <p:cNvPr id="7" name="S09-chip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“제가 선생님께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말씀하셨어요.”</a:t>
            </a:r>
            <a:endParaRPr lang="ko-KR" sz="2800" dirty="0"/>
          </a:p>
        </p:txBody>
      </p:sp>
      <p:sp>
        <p:nvSpPr>
          <p:cNvPr id="9" name="S09-chip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“제가 선생님께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말씀드렸어요.”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표현을 점검해요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알맞으면 ○, 알맞지 않으면 고쳐 말해요.</a:t>
            </a:r>
            <a:endParaRPr lang="ko-KR" sz="2800" dirty="0"/>
          </a:p>
        </p:txBody>
      </p:sp>
      <p:sp>
        <p:nvSpPr>
          <p:cNvPr id="4" name="S10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나타내는 말에 ○ 하고 문장 끝을 봐요.</a:t>
            </a:r>
            <a:endParaRPr lang="ko-KR" sz="2800" dirty="0"/>
          </a:p>
        </p:txBody>
      </p:sp>
      <p:sp>
        <p:nvSpPr>
          <p:cNvPr id="6" name="S10-chip6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저녁에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피자를 먹었다.</a:t>
            </a:r>
            <a:endParaRPr lang="ko-KR" sz="2800" dirty="0"/>
          </a:p>
        </p:txBody>
      </p:sp>
      <p:sp>
        <p:nvSpPr>
          <p:cNvPr id="8" name="S10-chip64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5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아침에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일찍 일어났다.</a:t>
            </a:r>
            <a:endParaRPr lang="ko-KR" sz="2800" dirty="0"/>
          </a:p>
        </p:txBody>
      </p:sp>
      <p:sp>
        <p:nvSpPr>
          <p:cNvPr id="10" name="S10-chip6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7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아기가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잔다.</a:t>
            </a:r>
            <a:endParaRPr lang="ko-KR" sz="2800" dirty="0"/>
          </a:p>
        </p:txBody>
      </p:sp>
      <p:sp>
        <p:nvSpPr>
          <p:cNvPr id="12" name="S10-chip68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9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작년에 우리 가족은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갈 것이다.</a:t>
            </a:r>
            <a:endParaRPr lang="ko-KR" sz="2800" dirty="0"/>
          </a:p>
        </p:txBody>
      </p:sp>
      <p:sp>
        <p:nvSpPr>
          <p:cNvPr id="14" name="S10-chip7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5" name="S10-text71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 우리 반은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학예회를 열었다.</a:t>
            </a:r>
            <a:endParaRPr lang="ko-KR" sz="2800" dirty="0"/>
          </a:p>
        </p:txBody>
      </p:sp>
      <p:sp>
        <p:nvSpPr>
          <p:cNvPr id="16" name="S10-chip72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17" name="S10-text73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내일은 바람이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불겠다.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보기: 일기 점검</a:t>
            </a:r>
            <a:endParaRPr lang="ko-KR" sz="4000" dirty="0"/>
          </a:p>
        </p:txBody>
      </p:sp>
      <p:sp>
        <p:nvSpPr>
          <p:cNvPr id="3" name="S11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문장 네 개를 찾아 고쳐 써요.</a:t>
            </a:r>
            <a:endParaRPr lang="ko-KR" sz="2800" dirty="0"/>
          </a:p>
        </p:txBody>
      </p:sp>
      <p:sp>
        <p:nvSpPr>
          <p:cNvPr id="5" name="S11-passagebox7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12일 토요일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우리 가족은 시골 할머니 댁에 갔다.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할머니께서는 대문 앞에서 우리를 기다리고 계셨다.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나는 할머니에게 어제 그린 그림을 주었다.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할아버지는 방에서 낮잠을 잤다.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어제 할머니께서는 텃밭에서 고구마를 캐신다.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우리는 내일 아침에 집으로 돌아갔다.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사람과 때를 나타내는 말을 먼저 찾아요.</a:t>
            </a:r>
            <a:endParaRPr lang="ko-KR" sz="2800" dirty="0"/>
          </a:p>
        </p:txBody>
      </p:sp>
      <p:sp>
        <p:nvSpPr>
          <p:cNvPr id="5" name="S12-chip8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81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할머니께 … 드렸다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할아버지께서는 … 주무셨다</a:t>
            </a:r>
            <a:endParaRPr lang="ko-KR" sz="2800" dirty="0"/>
          </a:p>
        </p:txBody>
      </p:sp>
      <p:sp>
        <p:nvSpPr>
          <p:cNvPr id="7" name="S12-text82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어제 … 캐셨다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내일 … 돌아갈 것이다</a:t>
            </a:r>
            <a:endParaRPr lang="ko-KR" sz="2800" dirty="0"/>
          </a:p>
        </p:txBody>
      </p:sp>
      <p:sp>
        <p:nvSpPr>
          <p:cNvPr id="8" name="S12-text83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그대로</a:t>
            </a:r>
            <a:endParaRPr lang="ko-KR" sz="2800" dirty="0"/>
          </a:p>
        </p:txBody>
      </p:sp>
      <p:sp>
        <p:nvSpPr>
          <p:cNvPr id="9" name="S12-text84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문장</a:t>
            </a:r>
            <a:endParaRPr lang="ko-KR" sz="2200" dirty="0"/>
          </a:p>
        </p:txBody>
      </p:sp>
      <p:sp>
        <p:nvSpPr>
          <p:cNvPr id="10" name="S12-chip8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86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께서는 … 잤다</a:t>
            </a:r>
            <a:endParaRPr lang="ko-KR" sz="2800" dirty="0"/>
          </a:p>
        </p:txBody>
      </p:sp>
      <p:sp>
        <p:nvSpPr>
          <p:cNvPr id="12" name="S12-text87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‘주무시다’로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바꿔요</a:t>
            </a:r>
            <a:endParaRPr lang="ko-KR" sz="2200" dirty="0"/>
          </a:p>
        </p:txBody>
      </p:sp>
      <p:sp>
        <p:nvSpPr>
          <p:cNvPr id="13" name="S12-text88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어제 … 캤다</a:t>
            </a:r>
            <a:endParaRPr lang="ko-KR" sz="2800" dirty="0"/>
          </a:p>
        </p:txBody>
      </p:sp>
      <p:sp>
        <p:nvSpPr>
          <p:cNvPr id="14" name="S12-text89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‘-시-’가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빠졌어요</a:t>
            </a:r>
            <a:endParaRPr lang="ko-KR" sz="2200" dirty="0"/>
          </a:p>
        </p:txBody>
      </p:sp>
      <p:sp>
        <p:nvSpPr>
          <p:cNvPr id="15" name="S12-text90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고침</a:t>
            </a:r>
            <a:endParaRPr lang="ko-KR" sz="2800" dirty="0"/>
          </a:p>
        </p:txBody>
      </p:sp>
      <p:sp>
        <p:nvSpPr>
          <p:cNvPr id="16" name="S12-text91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문장은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둬요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쓰는 세 문장</a:t>
            </a:r>
            <a:endParaRPr lang="ko-KR" sz="4000" dirty="0"/>
          </a:p>
        </p:txBody>
      </p:sp>
      <p:sp>
        <p:nvSpPr>
          <p:cNvPr id="3" name="S13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조건에 맞게 말하고 활동지에 써요.</a:t>
            </a:r>
            <a:endParaRPr lang="ko-KR" sz="2800" dirty="0"/>
          </a:p>
        </p:txBody>
      </p:sp>
      <p:sp>
        <p:nvSpPr>
          <p:cNvPr id="4" name="S13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사람과 때를 나타내는 말을 확인해요.</a:t>
            </a:r>
            <a:endParaRPr lang="ko-KR" sz="2800" dirty="0"/>
          </a:p>
        </p:txBody>
      </p:sp>
      <p:sp>
        <p:nvSpPr>
          <p:cNvPr id="6" name="S13-chip9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9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‘어제’로 시작해 웃어른 한 분이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써요.</a:t>
            </a:r>
            <a:endParaRPr lang="ko-KR" sz="2800" dirty="0"/>
          </a:p>
        </p:txBody>
      </p:sp>
      <p:sp>
        <p:nvSpPr>
          <p:cNvPr id="8" name="S13-chip9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9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‘내일’로 시작해 웃어른께 무언가를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드릴 일을 써요.</a:t>
            </a:r>
            <a:endParaRPr lang="ko-KR" sz="2800" dirty="0"/>
          </a:p>
        </p:txBody>
      </p:sp>
      <p:sp>
        <p:nvSpPr>
          <p:cNvPr id="10" name="S13-chip9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3-text10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 오늘 한 일을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문장을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사람에 맞게 높임 표현을 쓰고, 때를 나타내는 말과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끝의 시간 표현을 맞추어요.</a:t>
            </a:r>
            <a:endParaRPr lang="ko-KR" sz="2800" dirty="0"/>
          </a:p>
        </p:txBody>
      </p:sp>
      <p:sp>
        <p:nvSpPr>
          <p:cNvPr id="5" name="S14-chip10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높일 사람·때를 나타내는 말 먼저 찾기</a:t>
            </a:r>
            <a:endParaRPr lang="ko-KR" sz="2000" dirty="0"/>
          </a:p>
        </p:txBody>
      </p:sp>
      <p:sp>
        <p:nvSpPr>
          <p:cNvPr id="6" name="S14-chip10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나·동생·동물 높이기</a:t>
            </a:r>
            <a:endParaRPr lang="ko-KR" sz="2200" dirty="0"/>
          </a:p>
        </p:txBody>
      </p:sp>
      <p:sp>
        <p:nvSpPr>
          <p:cNvPr id="7" name="S14-text10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‘삼촌에게 책을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주었다’를 고치면?</a:t>
            </a:r>
            <a:endParaRPr lang="ko-KR" sz="2200" dirty="0"/>
          </a:p>
        </p:txBody>
      </p:sp>
      <p:sp>
        <p:nvSpPr>
          <p:cNvPr id="9" name="S14-text10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‘내일 비가 왔다’를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고치면?</a:t>
            </a:r>
            <a:endParaRPr lang="ko-KR" sz="2200" dirty="0"/>
          </a:p>
        </p:txBody>
      </p:sp>
      <p:sp>
        <p:nvSpPr>
          <p:cNvPr id="10" name="S14-text10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높임 표현은 누구를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높이나요? (세 가지)</a:t>
            </a:r>
            <a:endParaRPr lang="ko-KR" sz="2200" dirty="0"/>
          </a:p>
        </p:txBody>
      </p:sp>
      <p:sp>
        <p:nvSpPr>
          <p:cNvPr id="11" name="S14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사실과 의견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말로 바꾸어 봐요</a:t>
            </a:r>
            <a:endParaRPr lang="ko-KR" sz="4000" dirty="0"/>
          </a:p>
        </p:txBody>
      </p:sp>
      <p:sp>
        <p:nvSpPr>
          <p:cNvPr id="3" name="S15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높임말과 때에 맞는 말로 바꾸어 말해요.</a:t>
            </a:r>
            <a:endParaRPr lang="ko-KR" sz="2800" dirty="0"/>
          </a:p>
        </p:txBody>
      </p:sp>
      <p:sp>
        <p:nvSpPr>
          <p:cNvPr id="4" name="S15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사람과 때를 나타내는 말을 먼저 찾아요.</a:t>
            </a:r>
            <a:endParaRPr lang="ko-KR" sz="2800" dirty="0"/>
          </a:p>
        </p:txBody>
      </p:sp>
      <p:sp>
        <p:nvSpPr>
          <p:cNvPr id="6" name="S15-chip11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5-text11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“아빠가 집에 있어.”</a:t>
            </a:r>
            <a:endParaRPr lang="ko-KR" sz="2800" dirty="0"/>
          </a:p>
        </p:txBody>
      </p:sp>
      <p:sp>
        <p:nvSpPr>
          <p:cNvPr id="8" name="S15-chip11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5-text11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“할머니에게 물어봐.”</a:t>
            </a:r>
            <a:endParaRPr lang="ko-KR" sz="2800" dirty="0"/>
          </a:p>
        </p:txBody>
      </p:sp>
      <p:sp>
        <p:nvSpPr>
          <p:cNvPr id="10" name="S15-chip11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5-text11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“어제 비가 와.”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문장 표현 점검</dc:title>
  <dc:subject>KR22-G05-KOR-AGREEMENT-L01</dc:subject>
  <dc:creator>education-ppt</dc:creator>
  <cp:lastModifiedBy>education-ppt</cp:lastModifiedBy>
  <cp:revision>1</cp:revision>
  <dcterms:created xsi:type="dcterms:W3CDTF">2026-10-26T08:46:09Z</dcterms:created>
  <dcterms:modified xsi:type="dcterms:W3CDTF">2026-10-26T08:46:09Z</dcterms:modified>
</cp:coreProperties>
</file>