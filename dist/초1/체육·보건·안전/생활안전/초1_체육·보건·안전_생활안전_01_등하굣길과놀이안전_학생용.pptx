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fb9c203-f9f0-d804-a2f9-bbb221bb15d2}">
          <p14:sldIdLst>
            <p14:sldId id="256"/>
            <p14:sldId id="257"/>
          </p14:sldIdLst>
        </p14:section>
        <p14:section name="개념" id="{1dc3400b-5a27-63c4-47cc-12e663cbf20d}">
          <p14:sldIdLst>
            <p14:sldId id="258"/>
            <p14:sldId id="261"/>
            <p14:sldId id="262"/>
            <p14:sldId id="264"/>
          </p14:sldIdLst>
        </p14:section>
        <p14:section name="연습" id="{2e8927e0-6776-5003-a2f8-f1eedd76a4ff}">
          <p14:sldIdLst>
            <p14:sldId id="259"/>
            <p14:sldId id="260"/>
            <p14:sldId id="263"/>
            <p14:sldId id="265"/>
          </p14:sldIdLst>
        </p14:section>
        <p14:section name="개념" id="{6c53fc23-4ec4-9e90-f562-b3d70f7d79bd}">
          <p14:sldIdLst/>
        </p14:section>
        <p14:section name="연습" id="{b21dc63b-203a-e041-bd85-6092334f1085}">
          <p14:sldIdLst/>
        </p14:section>
        <p14:section name="개념" id="{12d730bb-69ba-04cc-5f23-c8d3a1d8667e}">
          <p14:sldIdLst/>
        </p14:section>
        <p14:section name="연습" id="{2964cfdf-b236-90da-e713-2d4bccab76cf}">
          <p14:sldIdLst/>
        </p14:section>
        <p14:section name="확인" id="{ffb8fa89-6c3c-bb67-0c3c-1da560c28a22}">
          <p14:sldIdLst>
            <p14:sldId id="266"/>
          </p14:sldIdLst>
        </p14:section>
        <p14:section name="정리" id="{8c4828fd-92f9-94a8-7d53-93134a375cb4}">
          <p14:sldIdLst>
            <p14:sldId id="267"/>
          </p14:sldIdLst>
        </p14:section>
        <p14:section name="보충" id="{1ef215ce-18af-1ce1-5c02-4500a38cfc9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생활안전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등하굣길과 놀이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등하굣길과 놀이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등하굣길과 놀이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등하굣길과 놀이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가는 길,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조심할까?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횡단보도를 안전하게 건너요.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위험할 때 어른에게 도움을 청해요.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건너도 되는 불은?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 신호등이에요.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불은 무슨 뜻일까요?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figure7" descr="빨간 신호등 불"/>
          <p:cNvSpPr/>
          <p:nvPr/>
        </p:nvSpPr>
        <p:spPr>
          <a:xfrm>
            <a:off x="2462923" y="2891548"/>
            <a:ext cx="1534391" cy="1534391"/>
          </a:xfrm>
          <a:prstGeom prst="ellipse">
            <a:avLst/>
          </a:prstGeom>
          <a:solidFill>
            <a:srgbClr val="C8434E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label8"/>
          <p:cNvSpPr txBox="1"/>
          <p:nvPr/>
        </p:nvSpPr>
        <p:spPr>
          <a:xfrm>
            <a:off x="548640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빨간불</a:t>
            </a:r>
            <a:endParaRPr lang="ko-KR" sz="2600" dirty="0"/>
          </a:p>
        </p:txBody>
      </p:sp>
      <p:sp>
        <p:nvSpPr>
          <p:cNvPr id="9" name="S02-chip9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figure10" descr="초록 신호등 불"/>
          <p:cNvSpPr/>
          <p:nvPr/>
        </p:nvSpPr>
        <p:spPr>
          <a:xfrm>
            <a:off x="8191639" y="2891548"/>
            <a:ext cx="1534391" cy="1534391"/>
          </a:xfrm>
          <a:prstGeom prst="ellipse">
            <a:avLst/>
          </a:prstGeom>
          <a:solidFill>
            <a:srgbClr val="2A9D8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abel11"/>
          <p:cNvSpPr txBox="1"/>
          <p:nvPr/>
        </p:nvSpPr>
        <p:spPr>
          <a:xfrm>
            <a:off x="6277356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 건너기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초록불이 깜박이면 다음 신호를 기다려요.</a:t>
            </a:r>
            <a:endParaRPr lang="ko-KR" sz="3200" dirty="0"/>
          </a:p>
        </p:txBody>
      </p:sp>
      <p:sp>
        <p:nvSpPr>
          <p:cNvPr id="5" name="S03-stepno14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5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멈춰요. 한 걸음 뒤에 서요.</a:t>
            </a:r>
            <a:endParaRPr lang="ko-KR" sz="3200" dirty="0"/>
          </a:p>
        </p:txBody>
      </p:sp>
      <p:sp>
        <p:nvSpPr>
          <p:cNvPr id="7" name="S03-stepno16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7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초록불인지 봐요.</a:t>
            </a:r>
            <a:endParaRPr lang="ko-KR" sz="3200" dirty="0"/>
          </a:p>
        </p:txBody>
      </p:sp>
      <p:sp>
        <p:nvSpPr>
          <p:cNvPr id="9" name="S03-stepno18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19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왼쪽, 오른쪽 차를 살펴요.</a:t>
            </a:r>
            <a:endParaRPr lang="ko-KR" sz="3200" dirty="0"/>
          </a:p>
        </p:txBody>
      </p:sp>
      <p:sp>
        <p:nvSpPr>
          <p:cNvPr id="11" name="S03-stepno20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3-text21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차가 멈추면 손 들고 건너요.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거실 횡단보도 놀이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띠로 횡단보도를 만들어요.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진짜 길에서는 어른과 함께 연습해요.</a:t>
            </a:r>
            <a:endParaRPr lang="ko-KR" sz="3200" dirty="0"/>
          </a:p>
        </p:txBody>
      </p:sp>
      <p:sp>
        <p:nvSpPr>
          <p:cNvPr id="6" name="S04-card2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걸음 뒤에 멈췄어요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신호와 좌우를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깜박일 때 기다렸어요</a:t>
            </a:r>
            <a:endParaRPr lang="ko-KR" sz="3200" dirty="0"/>
          </a:p>
        </p:txBody>
      </p:sp>
      <p:sp>
        <p:nvSpPr>
          <p:cNvPr id="8" name="S04-stepno2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8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신호등이 돼요.</a:t>
            </a:r>
            <a:endParaRPr lang="ko-KR" sz="2600" dirty="0"/>
          </a:p>
        </p:txBody>
      </p:sp>
      <p:sp>
        <p:nvSpPr>
          <p:cNvPr id="10" name="S04-stepno2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0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멈추고, 신호를 봐요.</a:t>
            </a:r>
            <a:endParaRPr lang="ko-KR" sz="2600" dirty="0"/>
          </a:p>
        </p:txBody>
      </p:sp>
      <p:sp>
        <p:nvSpPr>
          <p:cNvPr id="12" name="S04-stepno3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2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좌우를 살피고 손 들고 건너요.</a:t>
            </a:r>
            <a:endParaRPr lang="ko-KR" sz="2600" dirty="0"/>
          </a:p>
        </p:txBody>
      </p:sp>
      <p:sp>
        <p:nvSpPr>
          <p:cNvPr id="14" name="S04-stepno3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4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깜박이면 기다려요.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초록불이 깜박여요</a:t>
            </a:r>
            <a:endParaRPr lang="ko-KR" sz="4400" dirty="0"/>
          </a:p>
        </p:txBody>
      </p:sp>
      <p:sp>
        <p:nvSpPr>
          <p:cNvPr id="3" name="S05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횡단보도에 막 도착했어요.</a:t>
            </a:r>
            <a:endParaRPr lang="ko-KR" sz="3200" dirty="0"/>
          </a:p>
        </p:txBody>
      </p:sp>
      <p:sp>
        <p:nvSpPr>
          <p:cNvPr id="5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안전할까요? 왜 그럴까요?</a:t>
            </a:r>
            <a:endParaRPr lang="ko-KR" sz="3200" dirty="0"/>
          </a:p>
        </p:txBody>
      </p:sp>
      <p:sp>
        <p:nvSpPr>
          <p:cNvPr id="7" name="S05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서둘러 뛰어서 건너요.</a:t>
            </a:r>
            <a:endParaRPr lang="ko-KR" sz="3200" dirty="0"/>
          </a:p>
        </p:txBody>
      </p:sp>
      <p:sp>
        <p:nvSpPr>
          <p:cNvPr id="9" name="S05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초록불을 기다려요.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안전 약속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다치지 않게 이렇게 놀아요.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앉아서 내려와요</a:t>
            </a:r>
            <a:endParaRPr lang="ko-KR" sz="3200" dirty="0"/>
          </a:p>
        </p:txBody>
      </p:sp>
      <p:sp>
        <p:nvSpPr>
          <p:cNvPr id="6" name="S06-card46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앞뒤로 지나가지 않아요</a:t>
            </a:r>
            <a:endParaRPr lang="ko-KR" sz="3200" dirty="0"/>
          </a:p>
        </p:txBody>
      </p:sp>
      <p:sp>
        <p:nvSpPr>
          <p:cNvPr id="8" name="S06-card48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9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정글짐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손으로 꼭 잡아요</a:t>
            </a:r>
            <a:endParaRPr lang="ko-KR" sz="3200" dirty="0"/>
          </a:p>
        </p:txBody>
      </p:sp>
      <p:sp>
        <p:nvSpPr>
          <p:cNvPr id="10" name="S06-card50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51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찻길·주차장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여기서는 놀지 않아요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부르면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‘엄마가 데려오래.’ 해도 먼저 확인해요.</a:t>
            </a:r>
            <a:endParaRPr lang="ko-KR" sz="3200" dirty="0"/>
          </a:p>
        </p:txBody>
      </p:sp>
      <p:sp>
        <p:nvSpPr>
          <p:cNvPr id="5" name="S07-stepno5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5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선물이나 부탁에도 따라가지 않아요.</a:t>
            </a:r>
            <a:endParaRPr lang="ko-KR" sz="3200" dirty="0"/>
          </a:p>
        </p:txBody>
      </p:sp>
      <p:sp>
        <p:nvSpPr>
          <p:cNvPr id="7" name="S07-stepno5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5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‘싫어요!’ 하고 사람 많은 곳으로 가요.</a:t>
            </a:r>
            <a:endParaRPr lang="ko-KR" sz="3200" dirty="0"/>
          </a:p>
        </p:txBody>
      </p:sp>
      <p:sp>
        <p:nvSpPr>
          <p:cNvPr id="9" name="S07-stepno5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5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수 있는 어른에게 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위험할까요?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위험한지, 어떻게 할지 말해요.</a:t>
            </a:r>
            <a:endParaRPr lang="ko-KR" sz="32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점 → 안전한 행동</a:t>
            </a:r>
            <a:endParaRPr lang="ko-KR" sz="3200" dirty="0"/>
          </a:p>
        </p:txBody>
      </p:sp>
      <p:sp>
        <p:nvSpPr>
          <p:cNvPr id="6" name="S08-chip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6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찻길로 굴러갔어요.</a:t>
            </a:r>
            <a:endParaRPr lang="ko-KR" sz="3200" dirty="0"/>
          </a:p>
        </p:txBody>
      </p:sp>
      <p:sp>
        <p:nvSpPr>
          <p:cNvPr id="8" name="S08-chip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 바로 앞으로 지나가요.</a:t>
            </a:r>
            <a:endParaRPr lang="ko-KR" sz="3200" dirty="0"/>
          </a:p>
        </p:txBody>
      </p:sp>
      <p:sp>
        <p:nvSpPr>
          <p:cNvPr id="10" name="S08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어른이 같이 가재요.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도움을 청해요</a:t>
            </a:r>
            <a:endParaRPr lang="ko-KR" sz="4400" dirty="0"/>
          </a:p>
        </p:txBody>
      </p:sp>
      <p:sp>
        <p:nvSpPr>
          <p:cNvPr id="3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 그 자리에 서서 기다려요.</a:t>
            </a:r>
            <a:endParaRPr lang="ko-KR" sz="3200" dirty="0"/>
          </a:p>
        </p:txBody>
      </p:sp>
      <p:sp>
        <p:nvSpPr>
          <p:cNvPr id="5" name="S09-card7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어른에게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엄마·아빠, 선생님,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경찰관</a:t>
            </a:r>
            <a:endParaRPr lang="ko-KR" sz="3200" dirty="0"/>
          </a:p>
        </p:txBody>
      </p:sp>
      <p:sp>
        <p:nvSpPr>
          <p:cNvPr id="7" name="S09-card7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7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사람,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잃었을 때</a:t>
            </a:r>
            <a:endParaRPr lang="ko-KR" sz="3200" dirty="0"/>
          </a:p>
        </p:txBody>
      </p:sp>
      <p:sp>
        <p:nvSpPr>
          <p:cNvPr id="9" name="S09-card7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9-cardtext7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났을 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다쳤을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도와주세요, 말해 봐요</a:t>
            </a:r>
            <a:endParaRPr lang="ko-KR" sz="4400" dirty="0"/>
          </a:p>
        </p:txBody>
      </p:sp>
      <p:sp>
        <p:nvSpPr>
          <p:cNvPr id="3" name="S10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뭐라고 말할까요?</a:t>
            </a:r>
            <a:endParaRPr lang="ko-KR" sz="3200" dirty="0"/>
          </a:p>
        </p:txBody>
      </p:sp>
      <p:sp>
        <p:nvSpPr>
          <p:cNvPr id="4" name="S10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“도와주세요. 저는 ○○○이에요.”</a:t>
            </a:r>
            <a:endParaRPr lang="ko-KR" sz="3200" dirty="0"/>
          </a:p>
        </p:txBody>
      </p:sp>
      <p:sp>
        <p:nvSpPr>
          <p:cNvPr id="6" name="S10-chip8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8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엄마가 안 보여요.</a:t>
            </a:r>
            <a:endParaRPr lang="ko-KR" sz="3200" dirty="0"/>
          </a:p>
        </p:txBody>
      </p:sp>
      <p:sp>
        <p:nvSpPr>
          <p:cNvPr id="8" name="S10-chip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8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미끄럼틀에서 떨어졌어요.</a:t>
            </a:r>
            <a:endParaRPr lang="ko-KR" sz="3200" dirty="0"/>
          </a:p>
        </p:txBody>
      </p:sp>
      <p:sp>
        <p:nvSpPr>
          <p:cNvPr id="10" name="S10-chip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연기가 가득해요.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8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8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 건너기를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줘요.</a:t>
            </a:r>
            <a:endParaRPr lang="ko-KR" sz="3200" dirty="0"/>
          </a:p>
        </p:txBody>
      </p:sp>
      <p:sp>
        <p:nvSpPr>
          <p:cNvPr id="5" name="S11-chip8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8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 탈 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약속은?</a:t>
            </a:r>
            <a:endParaRPr lang="ko-KR" sz="3200" dirty="0"/>
          </a:p>
        </p:txBody>
      </p:sp>
      <p:sp>
        <p:nvSpPr>
          <p:cNvPr id="7" name="S11-chip9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따라오래요.</a:t>
            </a:r>
            <a:endParaRPr lang="ko-KR" sz="3200" dirty="0"/>
          </a:p>
        </p:txBody>
      </p:sp>
      <p:sp>
        <p:nvSpPr>
          <p:cNvPr id="9" name="S11-chip9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11-text9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번에 전화해요?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멈추고, 보고, 살피고 건너요.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위험할 땐 어른에게 도움을 청해요.</a:t>
            </a:r>
            <a:endParaRPr lang="ko-KR" sz="32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깜박이면 기다리기</a:t>
            </a:r>
            <a:endParaRPr lang="ko-KR" sz="26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모르는 사람 따라가기</a:t>
            </a:r>
            <a:endParaRPr lang="ko-KR" sz="26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횡단보도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건너는 순서</a:t>
            </a:r>
            <a:endParaRPr lang="ko-KR" sz="26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놀이터 약속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112와 119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걸까요?</a:t>
            </a:r>
            <a:endParaRPr lang="ko-KR" sz="26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질문하고 이유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신호등 약속</a:t>
            </a:r>
            <a:endParaRPr lang="ko-KR" sz="44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신호마다 할 일이 달라요.</a:t>
            </a:r>
            <a:endParaRPr lang="ko-KR" sz="32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어른 손을 잡고 건너요.</a:t>
            </a:r>
            <a:endParaRPr lang="ko-KR" sz="3200" dirty="0"/>
          </a:p>
        </p:txBody>
      </p:sp>
      <p:graphicFrame>
        <p:nvGraphicFramePr>
          <p:cNvPr id="14" name="S14-table1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975610"/>
          <a:ext cx="10058400" cy="914400"/>
        </p:xfrm>
        <a:graphic>
          <a:graphicData uri="http://schemas.openxmlformats.org/drawingml/2006/table">
            <a:tbl>
              <a:tblPr/>
              <a:tblGrid>
                <a:gridCol w="3352800"/>
                <a:gridCol w="3352800"/>
                <a:gridCol w="33528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빨간불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깜박이는 초록불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살피고 건너요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기다려요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등하굣길과 놀이 안전</dc:title>
  <dc:subject>KR22-G01-PHE-SAFEWAY-L01</dc:subject>
  <dc:creator>education-ppt</dc:creator>
  <cp:lastModifiedBy>education-ppt</cp:lastModifiedBy>
  <cp:revision>1</cp:revision>
  <dcterms:created xsi:type="dcterms:W3CDTF">2026-10-26T09:58:41Z</dcterms:created>
  <dcterms:modified xsi:type="dcterms:W3CDTF">2026-10-26T09:58:41Z</dcterms:modified>
</cp:coreProperties>
</file>