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c75a0d0-eeff-e701-1bc4-b971bf06de34}">
          <p14:sldIdLst>
            <p14:sldId id="256"/>
            <p14:sldId id="257"/>
          </p14:sldIdLst>
        </p14:section>
        <p14:section name="개념" id="{e0e3d08b-2c81-8cab-fb9a-93bbe4329799}">
          <p14:sldIdLst>
            <p14:sldId id="258"/>
            <p14:sldId id="261"/>
            <p14:sldId id="262"/>
            <p14:sldId id="264"/>
          </p14:sldIdLst>
        </p14:section>
        <p14:section name="연습" id="{23052aa9-ac47-67cf-63d7-36a0c49469f6}">
          <p14:sldIdLst>
            <p14:sldId id="259"/>
            <p14:sldId id="260"/>
            <p14:sldId id="263"/>
            <p14:sldId id="265"/>
          </p14:sldIdLst>
        </p14:section>
        <p14:section name="개념" id="{ff46cae5-45a6-d446-bdff-b286f039193b}">
          <p14:sldIdLst/>
        </p14:section>
        <p14:section name="연습" id="{f29b839f-fd24-495b-c742-47ac4a06a58c}">
          <p14:sldIdLst/>
        </p14:section>
        <p14:section name="개념" id="{b26f4367-7587-317f-0237-bed15bb33da6}">
          <p14:sldIdLst/>
        </p14:section>
        <p14:section name="연습" id="{beadea65-b044-bc14-2370-3d33cc08ae94}">
          <p14:sldIdLst/>
        </p14:section>
        <p14:section name="확인" id="{f7ba35ea-52e4-5fe0-5a21-715d67e3fda4}">
          <p14:sldIdLst>
            <p14:sldId id="266"/>
          </p14:sldIdLst>
        </p14:section>
        <p14:section name="정리" id="{6982cbd8-89d1-ce98-fd1b-93877ce5fed7}">
          <p14:sldIdLst>
            <p14:sldId id="267"/>
          </p14:sldIdLst>
        </p14:section>
        <p14:section name="보충" id="{10766a74-31cc-bc9e-ba06-f74fb888bb42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체육·보건·안전 · 생활안전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체육·보건·안전 · 등하굣길과 놀이 안전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체육·보건·안전 · 등하굣길과 놀이 안전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체육·보건·안전 · 등하굣길과 놀이 안전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등하굣길과 놀이 안전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가는 길,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조심할까?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횡단보도를 안전하게 건너요.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위험할 때 어른에게 도움을 청해요.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건너도 되는 불은?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횡단보도 신호등이에요.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불은 무슨 뜻일까요?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2-card7"/>
          <p:cNvSpPr/>
          <p:nvPr/>
        </p:nvSpPr>
        <p:spPr>
          <a:xfrm>
            <a:off x="548640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2-cardtext8"/>
          <p:cNvSpPr txBox="1"/>
          <p:nvPr/>
        </p:nvSpPr>
        <p:spPr>
          <a:xfrm>
            <a:off x="822960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빨간불</a:t>
            </a:r>
            <a:endParaRPr lang="ko-KR" sz="3200" dirty="0"/>
          </a:p>
        </p:txBody>
      </p:sp>
      <p:sp>
        <p:nvSpPr>
          <p:cNvPr id="9" name="S02-chip9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2-card10"/>
          <p:cNvSpPr/>
          <p:nvPr/>
        </p:nvSpPr>
        <p:spPr>
          <a:xfrm>
            <a:off x="6277356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2-cardtext11"/>
          <p:cNvSpPr txBox="1"/>
          <p:nvPr/>
        </p:nvSpPr>
        <p:spPr>
          <a:xfrm>
            <a:off x="6551676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초록불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횡단보도 건너기</a:t>
            </a:r>
            <a:endParaRPr lang="ko-KR" sz="4400" dirty="0"/>
          </a:p>
        </p:txBody>
      </p:sp>
      <p:sp>
        <p:nvSpPr>
          <p:cNvPr id="3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초록불이 깜박이면 다음 신호를 기다려요.</a:t>
            </a:r>
            <a:endParaRPr lang="ko-KR" sz="3200" dirty="0"/>
          </a:p>
        </p:txBody>
      </p:sp>
      <p:sp>
        <p:nvSpPr>
          <p:cNvPr id="5" name="S03-stepno14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3-text15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멈춰요. 한 걸음 뒤에 서요.</a:t>
            </a:r>
            <a:endParaRPr lang="ko-KR" sz="3200" dirty="0"/>
          </a:p>
        </p:txBody>
      </p:sp>
      <p:sp>
        <p:nvSpPr>
          <p:cNvPr id="7" name="S03-stepno16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3-text17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초록불인지 봐요.</a:t>
            </a:r>
            <a:endParaRPr lang="ko-KR" sz="3200" dirty="0"/>
          </a:p>
        </p:txBody>
      </p:sp>
      <p:sp>
        <p:nvSpPr>
          <p:cNvPr id="9" name="S03-stepno18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3-text19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왼쪽, 오른쪽 차를 살펴요.</a:t>
            </a:r>
            <a:endParaRPr lang="ko-KR" sz="3200" dirty="0"/>
          </a:p>
        </p:txBody>
      </p:sp>
      <p:sp>
        <p:nvSpPr>
          <p:cNvPr id="11" name="S03-stepno20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3-text21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차가 멈추면 손 들고 건너요.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거실 횡단보도 놀이</a:t>
            </a:r>
            <a:endParaRPr lang="ko-KR" sz="4400" dirty="0"/>
          </a:p>
        </p:txBody>
      </p:sp>
      <p:sp>
        <p:nvSpPr>
          <p:cNvPr id="3" name="S04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띠로 횡단보도를 만들어요.</a:t>
            </a:r>
            <a:endParaRPr lang="ko-KR" sz="3200" dirty="0"/>
          </a:p>
        </p:txBody>
      </p:sp>
      <p:sp>
        <p:nvSpPr>
          <p:cNvPr id="4" name="S04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진짜 길에서는 어른과 함께 연습해요.</a:t>
            </a:r>
            <a:endParaRPr lang="ko-KR" sz="3200" dirty="0"/>
          </a:p>
        </p:txBody>
      </p:sp>
      <p:sp>
        <p:nvSpPr>
          <p:cNvPr id="6" name="S04-card25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6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한 걸음 뒤에 멈췄어요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신호와 좌우를 봤어요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깜박일 때 기다렸어요</a:t>
            </a:r>
            <a:endParaRPr lang="ko-KR" sz="3200" dirty="0"/>
          </a:p>
        </p:txBody>
      </p:sp>
      <p:sp>
        <p:nvSpPr>
          <p:cNvPr id="8" name="S04-stepno27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4-text28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엄마(아빠)는 신호등이 돼요.</a:t>
            </a:r>
            <a:endParaRPr lang="ko-KR" sz="2600" dirty="0"/>
          </a:p>
        </p:txBody>
      </p:sp>
      <p:sp>
        <p:nvSpPr>
          <p:cNvPr id="10" name="S04-stepno29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4-text30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멈추고, 신호를 봐요.</a:t>
            </a:r>
            <a:endParaRPr lang="ko-KR" sz="2600" dirty="0"/>
          </a:p>
        </p:txBody>
      </p:sp>
      <p:sp>
        <p:nvSpPr>
          <p:cNvPr id="12" name="S04-stepno31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4-text32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좌우를 살피고 손 들고 건너요.</a:t>
            </a:r>
            <a:endParaRPr lang="ko-KR" sz="2600" dirty="0"/>
          </a:p>
        </p:txBody>
      </p:sp>
      <p:sp>
        <p:nvSpPr>
          <p:cNvPr id="14" name="S04-stepno33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4-text34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깜박이면 기다려요.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초록불이 깜박여요</a:t>
            </a:r>
            <a:endParaRPr lang="ko-KR" sz="4400" dirty="0"/>
          </a:p>
        </p:txBody>
      </p:sp>
      <p:sp>
        <p:nvSpPr>
          <p:cNvPr id="3" name="S05-card3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횡단보도에 막 도착했어요.</a:t>
            </a:r>
            <a:endParaRPr lang="ko-KR" sz="3200" dirty="0"/>
          </a:p>
        </p:txBody>
      </p:sp>
      <p:sp>
        <p:nvSpPr>
          <p:cNvPr id="5" name="S05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안전할까요? 왜 그럴까요?</a:t>
            </a:r>
            <a:endParaRPr lang="ko-KR" sz="3200" dirty="0"/>
          </a:p>
        </p:txBody>
      </p:sp>
      <p:sp>
        <p:nvSpPr>
          <p:cNvPr id="7" name="S05-chip3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5-text4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서둘러 뛰어서 건너요.</a:t>
            </a:r>
            <a:endParaRPr lang="ko-KR" sz="3200" dirty="0"/>
          </a:p>
        </p:txBody>
      </p:sp>
      <p:sp>
        <p:nvSpPr>
          <p:cNvPr id="9" name="S05-chip4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5-text4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초록불을 기다려요.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 안전 약속</a:t>
            </a:r>
            <a:endParaRPr lang="ko-KR" sz="4400" dirty="0"/>
          </a:p>
        </p:txBody>
      </p:sp>
      <p:sp>
        <p:nvSpPr>
          <p:cNvPr id="3" name="S06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다치지 않게 이렇게 놀아요.</a:t>
            </a:r>
            <a:endParaRPr lang="ko-KR" sz="3200" dirty="0"/>
          </a:p>
        </p:txBody>
      </p:sp>
      <p:sp>
        <p:nvSpPr>
          <p:cNvPr id="4" name="S06-card44"/>
          <p:cNvSpPr/>
          <p:nvPr/>
        </p:nvSpPr>
        <p:spPr>
          <a:xfrm>
            <a:off x="548640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45"/>
          <p:cNvSpPr txBox="1"/>
          <p:nvPr/>
        </p:nvSpPr>
        <p:spPr>
          <a:xfrm>
            <a:off x="822960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미끄럼틀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앉아서 내려와요</a:t>
            </a:r>
            <a:endParaRPr lang="ko-KR" sz="3200" dirty="0"/>
          </a:p>
        </p:txBody>
      </p:sp>
      <p:sp>
        <p:nvSpPr>
          <p:cNvPr id="6" name="S06-card46"/>
          <p:cNvSpPr/>
          <p:nvPr/>
        </p:nvSpPr>
        <p:spPr>
          <a:xfrm>
            <a:off x="6208776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47"/>
          <p:cNvSpPr txBox="1"/>
          <p:nvPr/>
        </p:nvSpPr>
        <p:spPr>
          <a:xfrm>
            <a:off x="6483096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앞뒤로 지나가지 않아요</a:t>
            </a:r>
            <a:endParaRPr lang="ko-KR" sz="3200" dirty="0"/>
          </a:p>
        </p:txBody>
      </p:sp>
      <p:sp>
        <p:nvSpPr>
          <p:cNvPr id="8" name="S06-card48"/>
          <p:cNvSpPr/>
          <p:nvPr/>
        </p:nvSpPr>
        <p:spPr>
          <a:xfrm>
            <a:off x="548640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49"/>
          <p:cNvSpPr txBox="1"/>
          <p:nvPr/>
        </p:nvSpPr>
        <p:spPr>
          <a:xfrm>
            <a:off x="822960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정글짐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손으로 꼭 잡아요</a:t>
            </a:r>
            <a:endParaRPr lang="ko-KR" sz="3200" dirty="0"/>
          </a:p>
        </p:txBody>
      </p:sp>
      <p:sp>
        <p:nvSpPr>
          <p:cNvPr id="10" name="S06-card50"/>
          <p:cNvSpPr/>
          <p:nvPr/>
        </p:nvSpPr>
        <p:spPr>
          <a:xfrm>
            <a:off x="6208776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6-cardtext51"/>
          <p:cNvSpPr txBox="1"/>
          <p:nvPr/>
        </p:nvSpPr>
        <p:spPr>
          <a:xfrm>
            <a:off x="6483096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찻길·주차장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여기서는 놀지 않아요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사람이 부르면</a:t>
            </a:r>
            <a:endParaRPr lang="ko-KR" sz="4400" dirty="0"/>
          </a:p>
        </p:txBody>
      </p:sp>
      <p:sp>
        <p:nvSpPr>
          <p:cNvPr id="3" name="S07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‘엄마가 데려오래.’ 해도 먼저 확인해요.</a:t>
            </a:r>
            <a:endParaRPr lang="ko-KR" sz="3200" dirty="0"/>
          </a:p>
        </p:txBody>
      </p:sp>
      <p:sp>
        <p:nvSpPr>
          <p:cNvPr id="5" name="S07-stepno54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7-text55"/>
          <p:cNvSpPr txBox="1"/>
          <p:nvPr/>
        </p:nvSpPr>
        <p:spPr>
          <a:xfrm>
            <a:off x="1325880" y="22357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선물이나 부탁에도 따라가지 않아요.</a:t>
            </a:r>
            <a:endParaRPr lang="ko-KR" sz="3200" dirty="0"/>
          </a:p>
        </p:txBody>
      </p:sp>
      <p:sp>
        <p:nvSpPr>
          <p:cNvPr id="7" name="S07-stepno56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7-text57"/>
          <p:cNvSpPr txBox="1"/>
          <p:nvPr/>
        </p:nvSpPr>
        <p:spPr>
          <a:xfrm>
            <a:off x="1325880" y="29489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‘싫어요!’ 하고 사람 많은 곳으로 가요.</a:t>
            </a:r>
            <a:endParaRPr lang="ko-KR" sz="3200" dirty="0"/>
          </a:p>
        </p:txBody>
      </p:sp>
      <p:sp>
        <p:nvSpPr>
          <p:cNvPr id="9" name="S07-stepno58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7-text59"/>
          <p:cNvSpPr txBox="1"/>
          <p:nvPr/>
        </p:nvSpPr>
        <p:spPr>
          <a:xfrm>
            <a:off x="1325880" y="36621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믿을 수 있는 어른에게 알려요.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위험할까요?</a:t>
            </a:r>
            <a:endParaRPr lang="ko-KR" sz="4400" dirty="0"/>
          </a:p>
        </p:txBody>
      </p:sp>
      <p:sp>
        <p:nvSpPr>
          <p:cNvPr id="3" name="S08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위험한지, 어떻게 할지 말해요.</a:t>
            </a:r>
            <a:endParaRPr lang="ko-KR" sz="3200" dirty="0"/>
          </a:p>
        </p:txBody>
      </p:sp>
      <p:sp>
        <p:nvSpPr>
          <p:cNvPr id="4" name="S08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위험한 점 → 안전한 행동</a:t>
            </a:r>
            <a:endParaRPr lang="ko-KR" sz="3200" dirty="0"/>
          </a:p>
        </p:txBody>
      </p:sp>
      <p:sp>
        <p:nvSpPr>
          <p:cNvPr id="6" name="S08-chip6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text6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공이 찻길로 굴러갔어요.</a:t>
            </a:r>
            <a:endParaRPr lang="ko-KR" sz="3200" dirty="0"/>
          </a:p>
        </p:txBody>
      </p:sp>
      <p:sp>
        <p:nvSpPr>
          <p:cNvPr id="8" name="S08-chip6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8-text6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그네 바로 앞으로 지나가요.</a:t>
            </a:r>
            <a:endParaRPr lang="ko-KR" sz="3200" dirty="0"/>
          </a:p>
        </p:txBody>
      </p:sp>
      <p:sp>
        <p:nvSpPr>
          <p:cNvPr id="10" name="S08-chip6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8-text6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어른이 같이 가재요.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도움을 청해요</a:t>
            </a:r>
            <a:endParaRPr lang="ko-KR" sz="4400" dirty="0"/>
          </a:p>
        </p:txBody>
      </p:sp>
      <p:sp>
        <p:nvSpPr>
          <p:cNvPr id="3" name="S09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길을 잃으면 그 자리에 서서 기다려요.</a:t>
            </a:r>
            <a:endParaRPr lang="ko-KR" sz="3200" dirty="0"/>
          </a:p>
        </p:txBody>
      </p:sp>
      <p:sp>
        <p:nvSpPr>
          <p:cNvPr id="5" name="S09-card71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72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어른에게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엄마·아빠, 선생님,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경찰관</a:t>
            </a:r>
            <a:endParaRPr lang="ko-KR" sz="3200" dirty="0"/>
          </a:p>
        </p:txBody>
      </p:sp>
      <p:sp>
        <p:nvSpPr>
          <p:cNvPr id="7" name="S09-card73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9-cardtext74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위험한 사람,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길을 잃었을 때</a:t>
            </a:r>
            <a:endParaRPr lang="ko-KR" sz="3200" dirty="0"/>
          </a:p>
        </p:txBody>
      </p:sp>
      <p:sp>
        <p:nvSpPr>
          <p:cNvPr id="9" name="S09-card75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9-cardtext76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119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불이 났을 때,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 다쳤을 때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도와주세요, 말해 봐요</a:t>
            </a:r>
            <a:endParaRPr lang="ko-KR" sz="4400" dirty="0"/>
          </a:p>
        </p:txBody>
      </p:sp>
      <p:sp>
        <p:nvSpPr>
          <p:cNvPr id="3" name="S10-text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뭐라고 말할까요?</a:t>
            </a:r>
            <a:endParaRPr lang="ko-KR" sz="3200" dirty="0"/>
          </a:p>
        </p:txBody>
      </p:sp>
      <p:sp>
        <p:nvSpPr>
          <p:cNvPr id="4" name="S10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“도와주세요. 저는 ○○○이에요.”</a:t>
            </a:r>
            <a:endParaRPr lang="ko-KR" sz="3200" dirty="0"/>
          </a:p>
        </p:txBody>
      </p:sp>
      <p:sp>
        <p:nvSpPr>
          <p:cNvPr id="6" name="S10-chip8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0-text8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놀이터에서 엄마가 안 보여요.</a:t>
            </a:r>
            <a:endParaRPr lang="ko-KR" sz="3200" dirty="0"/>
          </a:p>
        </p:txBody>
      </p:sp>
      <p:sp>
        <p:nvSpPr>
          <p:cNvPr id="8" name="S10-chip8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text8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미끄럼틀에서 떨어졌어요.</a:t>
            </a:r>
            <a:endParaRPr lang="ko-KR" sz="3200" dirty="0"/>
          </a:p>
        </p:txBody>
      </p:sp>
      <p:sp>
        <p:nvSpPr>
          <p:cNvPr id="10" name="S10-chip8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text8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연기가 가득해요.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chip8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1-text87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횡단보도 건너기를 보여 줘요.</a:t>
            </a:r>
            <a:endParaRPr lang="ko-KR" sz="3200" dirty="0"/>
          </a:p>
        </p:txBody>
      </p:sp>
      <p:sp>
        <p:nvSpPr>
          <p:cNvPr id="5" name="S11-chip88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11-text89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그네 탈 때 약속은?</a:t>
            </a:r>
            <a:endParaRPr lang="ko-KR" sz="3200" dirty="0"/>
          </a:p>
        </p:txBody>
      </p:sp>
      <p:sp>
        <p:nvSpPr>
          <p:cNvPr id="7" name="S11-chip90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11-text91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사람이 따라오래요.</a:t>
            </a:r>
            <a:endParaRPr lang="ko-KR" sz="3200" dirty="0"/>
          </a:p>
        </p:txBody>
      </p:sp>
      <p:sp>
        <p:nvSpPr>
          <p:cNvPr id="9" name="S11-chip92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0" name="S11-text93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불이 나면 몇 번에 전화해요?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94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5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멈추고, 보고, 살피고 건너요.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위험할 땐 어른에게 도움을 청해요.</a:t>
            </a:r>
            <a:endParaRPr lang="ko-KR" sz="3200" dirty="0"/>
          </a:p>
        </p:txBody>
      </p:sp>
      <p:sp>
        <p:nvSpPr>
          <p:cNvPr id="5" name="S13-chip96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깜박이면 기다리기</a:t>
            </a:r>
            <a:endParaRPr lang="ko-KR" sz="2600" dirty="0"/>
          </a:p>
        </p:txBody>
      </p:sp>
      <p:sp>
        <p:nvSpPr>
          <p:cNvPr id="6" name="S13-chip97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모르는 사람 따라가기</a:t>
            </a:r>
            <a:endParaRPr lang="ko-KR" sz="2600" dirty="0"/>
          </a:p>
        </p:txBody>
      </p:sp>
      <p:sp>
        <p:nvSpPr>
          <p:cNvPr id="7" name="S13-text98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99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횡단보도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건너는 순서</a:t>
            </a:r>
            <a:endParaRPr lang="ko-KR" sz="2600" dirty="0"/>
          </a:p>
        </p:txBody>
      </p:sp>
      <p:sp>
        <p:nvSpPr>
          <p:cNvPr id="9" name="S13-text100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놀이터 약속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</a:t>
            </a:r>
            <a:endParaRPr lang="ko-KR" sz="2600" dirty="0"/>
          </a:p>
        </p:txBody>
      </p:sp>
      <p:sp>
        <p:nvSpPr>
          <p:cNvPr id="10" name="S13-text101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112와 119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걸까요?</a:t>
            </a:r>
            <a:endParaRPr lang="ko-KR" sz="2600" dirty="0"/>
          </a:p>
        </p:txBody>
      </p:sp>
      <p:sp>
        <p:nvSpPr>
          <p:cNvPr id="11" name="S13-text10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질문하고 이유 말하기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신호등 약속</a:t>
            </a:r>
            <a:endParaRPr lang="ko-KR" sz="4400" dirty="0"/>
          </a:p>
        </p:txBody>
      </p:sp>
      <p:sp>
        <p:nvSpPr>
          <p:cNvPr id="3" name="S14-text1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신호마다 할 일이 달라요.</a:t>
            </a:r>
            <a:endParaRPr lang="ko-KR" sz="3200" dirty="0"/>
          </a:p>
        </p:txBody>
      </p:sp>
      <p:sp>
        <p:nvSpPr>
          <p:cNvPr id="4" name="S14-card1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헷갈리면 어른 손을 잡고 건너요.</a:t>
            </a:r>
            <a:endParaRPr lang="ko-KR" sz="3200" dirty="0"/>
          </a:p>
        </p:txBody>
      </p:sp>
      <p:graphicFrame>
        <p:nvGraphicFramePr>
          <p:cNvPr id="14" name="S14-table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975610"/>
          <a:ext cx="10058400" cy="91440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빨간불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초록불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깜박이는 초록불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멈춰요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살피고 건너요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기다려요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체육·보건·안전 등하굣길과 놀이 안전</dc:title>
  <dc:subject>KR22-G01-PHE-SAFEWAY-L01</dc:subject>
  <dc:creator>education-ppt</dc:creator>
  <cp:lastModifiedBy>education-ppt</cp:lastModifiedBy>
  <cp:revision>1</cp:revision>
  <dcterms:created xsi:type="dcterms:W3CDTF">2026-10-26T09:54:15Z</dcterms:created>
  <dcterms:modified xsi:type="dcterms:W3CDTF">2026-10-26T09:54:15Z</dcterms:modified>
</cp:coreProperties>
</file>