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954288a-3063-9c5c-fc3a-2fecfc89055d}">
          <p14:sldIdLst>
            <p14:sldId id="256"/>
            <p14:sldId id="257"/>
          </p14:sldIdLst>
        </p14:section>
        <p14:section name="개념" id="{a1fd34e0-b36c-f965-d680-85b036859775}">
          <p14:sldIdLst>
            <p14:sldId id="258"/>
          </p14:sldIdLst>
        </p14:section>
        <p14:section name="연습" id="{0318e061-a099-f526-004e-6d0807a18e39}">
          <p14:sldIdLst>
            <p14:sldId id="259"/>
            <p14:sldId id="260"/>
          </p14:sldIdLst>
        </p14:section>
        <p14:section name="확인" id="{73194ffc-cafc-8f6a-44f0-37449aeb3f74}">
          <p14:sldIdLst>
            <p14:sldId id="261"/>
          </p14:sldIdLst>
        </p14:section>
        <p14:section name="정리" id="{89991246-3eb6-2302-1141-d1b8907f43d5}">
          <p14:sldIdLst>
            <p14:sldId id="262"/>
          </p14:sldIdLst>
        </p14:section>
        <p14:section name="보충" id="{5b804a2c-738d-06c2-3c7a-c56bca1b4f5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움직임 놀이를 알리고, 몸을 움직일 준비를 합니다.
시간: 약 2분
이렇게 말해 보세요
- “오늘은 엄마(아빠)랑 걷기, 달리기, 한 발로 서기 놀이를 할 거야. 그런데 다치지 않으려면 약속이 있어. 무엇일까?”
예상 답
- “조심해요.” / “뛰면 안 돼요?” / “몰라요.”
주의
- 아이가 아프거나 다친 곳이 있으면 오늘 활동은 쉬고 다른 날 합니다. 밥을 먹은 바로 뒤에는 하지 않습니다.
- 거실처럼 팔을 벌리고 한 바퀴 돌아도 닿는 것이 없는 곳을 고릅니다. 놀이터나 공원 잔디밭에서 해도 좋습니다.
- 바닥에 붙일 마스킹 테이프(약 2 m)와 마실 물을 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확인(듣고 몸 움직이기, 몸 풀기)]
목적: 몸의 부위 이름을 알고 말을 듣고 그 부위를 움직일 수 있는지 확인하며, 다치지 않게 몸을 풉니다. 이 차시는 계획상 앞 차시가 없으므로 유치원에서 해 온 ‘말 듣고 몸 움직이기’를 확인합니다.
시간: 약 4분
이렇게 말해 보세요
- “엄마(아빠)가 말하는 곳을 천천히 움직여 봐. 목을 천천히 돌려.”
- “어깨를 위로 으쓱 올렸다 내려.” “무릎을 굽혔다 펴.” “발목을 빙글빙글 돌려.”
- “이번엔 순서를 바꿔 볼게. 발목, 그다음 어깨!”
- “아픈 곳은 없어?”
정답
- 말한 부위를 맞게 움직이면 맞습니다. 순서를 바꿔 말해도 말한 순서대로 하면 더 좋습니다.
- 아픈 곳이 없다고 답하면 다음으로 넘어갑니다.
막히면
- 부위 이름을 헷갈리면 부모가 그 곳을 손으로 가볍게 짚어 줍니다.
- 말만 듣고 움직이기가 어려우면 S08(보충)을 먼저 합니다.
주의
- 목은 크게 젖히지 말고 천천히 돌립니다. 아프다고 하면 그 동작은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안전 약속과 균형 잡는 법]
목적: 움직임 놀이의 안전 약속(공간·바닥·멈춤 신호)과 균형을 잡는 방법을 알려 줍니다.
시간: 약 3분
이렇게 말해 보세요
- “놀기 전에 주위를 보자. 부딪히면 아픈 것이 어디 있을까?” (탁자 모서리, 소파 팔걸이, 바닥의 장난감을 함께 찾습니다.)
- “양말을 신고 뛰면 어떻게 될까? 미끄러지겠지? 그래서 미끄러운 양말은 벗어.”
- “엄마가 ‘멈춰!’ 하면 그 자리에서 얼음처럼 멈추는 거야.”
- “한 발로 설 때는 두 팔을 비행기처럼 벌리고, 앞에 있는 한 곳을 봐.”
예상 답
- “탁자요.” / “장난감 밟으면 넘어져요.” / “양말 신으면 미끄러워요.”
막히면
- 위험한 것을 찾지 못하면 부모가 탁자 모서리를 손으로 짚으며 “여기에 머리를 부딪히면?” 하고 묻습니다.
주의
- 바닥이 미끄러운 마루라면 맨발이나 미끄럼 방지 실내화가 안전합니다. 밖에서는 운동화를 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공간 만들기와 신호 놀이]
목적: 놀 곳의 위험한 것을 직접 치우고(목표 C), 손뼉 신호의 빠르기에 맞춰 걷기와 달리기를 바꾸고 멈추는 연습을 합니다(목표 A, 리듬 놀이).
시간: 약 8분
이렇게 말해 보세요
- “놀기 전에 바닥을 같이 살펴볼까? 밟으면 넘어질 것을 치워 줘.”
- “엄마(아빠)가 손뼉을 ‘짝……짝……’ 느리게 치면 손뼉에 맞춰 한 걸음씩 걸어. ‘짝짝짝짝’ 빠르게 치면 제자리에서 달려.”
- “그리고 ‘멈춰!’ 하면 얼음! 시작!”
- (다섯 번쯤 신호를 바꾸며 합니다.) “잘 들었어. 이번엔 네가 손뼉을 쳐 볼래? 엄마가 해 볼게.”
예상 답
- 처음에는 ‘멈춰!’ 뒤에도 몇 걸음 더 가기 쉽습니다(M1).
- 빠른 손뼉에 신이 나서 앞으로 뛰어나가기 쉽습니다(M2).
정답
- 물건을 먼저 치우고, 다섯 번의 신호 중 네 번 이상 손뼉에 맞춰 바꾸고 ‘멈춰!’에 두 걸음 안에 멈추면 연습 완료입니다.
막히면
- 바로 멈추지 못하면(M1) 걷다가 멈추기만 먼저 연습하고, 익숙해지면 달리다가 멈추기를 합니다.
- 손뼉 빠르기를 구별하지 못하면 느린 손뼉과 빠른 손뼉 사이를 아주 다르게 칩니다.
주의
- 집 안에서는 제자리 달리기만 합니다. 놀이터나 공원 잔디밭에서는 열 걸음쯤 짧게 앞으로 달려도 좋습니다.
- ‘박에 맞춰 노래하기’ 차시에서 친 박처럼, 손뼉 하나에 한 걸음씩 디디게 하면 리듬 놀이가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균형 놀이]
목적: 한 발 서기와 선 따라 걷기로 몸의 균형을 잡는 연습을 합니다(목표 B).
시간: 약 8분
이렇게 말해 보세요
- “두 팔을 비행기처럼 벌리고, 벽에 붙인 스티커를 봐. 한 발을 살짝 들고 같이 세어 보자. 하나, 둘, 셋, 넷, 다섯!”
- “이번엔 다른 발로!”
- “바닥의 테이프 선이 외나무다리야. 선을 밟으며 끝까지 걸어 볼까?”
예상 답
- 처음에는 발밑을 보다가 금방 발을 내리기 쉽습니다(M3).
정답
- 양발 모두 다섯을 세는 동안 서 있고, 2 m쯤의 테이프 선을 벗어나지 않고 끝까지 걸으면 연습 완료입니다. 한쪽 발이 더 어려운 것은 자연스럽습니다.
막히면
- 금방 넘어지면(M3) 한 손으로 벽을 짚고 하다가, 손가락 하나로 짚기, 손 떼기 순서로 도움을 줄여 갑니다.
- 선 따라 걷기가 어려우면 부모가 손을 잡아 주고, 다음에는 손을 놓습니다.
주의
- 쿠션이나 이불 위에서 하는 균형 놀이는 미끄러져 다치기 쉬우므로 하지 않습니다.
- 테이프는 가구와 문에서 떨어진 곳에 붙이고, 끝나면 떼어 걸려 넘어지지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혼자 해 보기(동작 이어 하기)]
목적: 도움 없이 공간을 살피고(목표 C), 신호에 맞춰 움직이고 멈추며(목표 A), 균형을 잡는지(목표 B) 관찰합니다.
시간: 약 8분
이렇게 말해 보세요
- “이번엔 엄마(아빠)가 도와주지 않을게. 먼저 놀 곳을 살펴 줘.”
- “손뼉 시작! …… 멈춰! 이번에는 멈출 때 한 발로 서 볼까? 다섯까지 세어 줄게.”
- “마지막으로 외나무다리를 건너 봐.”
- “놀기 전에 무엇을 살폈는지 말해 줄래?”
예상 답
- “장난감을 치웠어요. 탁자에서 멀리 갔어요. 양말을 벗었어요.”
정답
- 관찰 기준 네 가지를 모두 지키고 놀기 전 살핀 것을 두 가지 이상 말하면 목표 A·B·C 확인 완료입니다. 세 가지면 부족한 동작만 다음 수업 처음에 다시 합니다.
막히면
- 공간 살피기를 잊으면 시작하기 전에 “놀기 전에 뭐 하기로 했지?” 하고 한 번만 물어 주고, 기록표에 ‘도움’으로 표시합니다.
주의
- 넘어져 많이 아파하거나 머리를 부딪치면 바로 멈추고 어른이 살핍니다. 심하게 다쳤으면 119에 신고합니다. 처치는 아이에게 맡기지 않습니다.
- 관찰 결과를 기록표(S06 줄)에 바로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지킨 안전 약속과 움직임을 정리하고 다음 수업 첫 5분 복습을 알려 줍니다.
시간: 약 2분
이렇게 말해 보세요
- “오늘 놀기 전에 무엇을 했지? 어떤 놀이가 제일 재미있었어?”
예상 답
- “물건을 치웠어요.” / “한 발로 서기가 재미있었어요.”
정답
- ① 놀 곳이 넓은지, 바닥에 물건이 있는지, 미끄러운 양말을 신었는지 중 두 가지 ② 양발 각각 다섯을 세는 동안 서 있으면 맞음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보충(거울 놀이)]
목적: S02에서 말만 듣고 몸을 움직이기 어려우면, 보고 따라 하는 거울 놀이로 몸의 부위와 움직임을 먼저 익힙니다.
시간: 약 5분
이렇게 말해 보세요
- “엄마(아빠)는 거울이야. 엄마가 하는 대로 똑같이 해 봐.” (천천히 팔 들기, 무릎 굽히기, 한쪽 발 들기)
- “지금 어디를 움직였지? 맞아, 무릎이야.”
- “이번엔 네가 거울을 해 볼래? 엄마가 따라 할게.”
정답
- 부모의 동작을 따라 하고 움직인 부위의 이름을 말하면 맞습니다.
막히면
- 동작을 하나만 아주 천천히 보여 주고, 아이 손을 잡고 함께 움직입니다.
- 이 차시는 계획상 앞 차시가 없습니다. 따라 하기도 어렵거나 자주 넘어지면 담임 선생님과 상의해 보세요. 며칠 동안 거울 놀이를 짧게 한 뒤 S02부터 다시 합니다.
주의
- 거울 놀이에서는 뛰거나 도는 동작을 넣지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움직임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걷기·달리기·균형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걷기·달리기·균형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체육·보건·안전 · 걷기·달리기·균형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걷기·달리기·균형 놀이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몸은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움직일까?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신호에 맞춰 안전하게 걷고 달리고 멈춰요.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발로 서서 균형을 잡아요.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 풀기: 말 듣고 해요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말한 곳을 천천히 움직여요.</a:t>
            </a:r>
            <a:endParaRPr lang="ko-KR" sz="3200" dirty="0"/>
          </a:p>
        </p:txBody>
      </p:sp>
      <p:sp>
        <p:nvSpPr>
          <p:cNvPr id="4" name="S02-step4"/>
          <p:cNvSpPr txBox="1"/>
          <p:nvPr/>
        </p:nvSpPr>
        <p:spPr>
          <a:xfrm>
            <a:off x="548640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3200" dirty="0"/>
          </a:p>
        </p:txBody>
      </p:sp>
      <p:sp>
        <p:nvSpPr>
          <p:cNvPr id="5" name="S02-line5"/>
          <p:cNvSpPr/>
          <p:nvPr/>
        </p:nvSpPr>
        <p:spPr>
          <a:xfrm>
            <a:off x="3067812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" name="S02-step6"/>
          <p:cNvSpPr txBox="1"/>
          <p:nvPr/>
        </p:nvSpPr>
        <p:spPr>
          <a:xfrm>
            <a:off x="3424428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어깨</a:t>
            </a:r>
            <a:endParaRPr lang="ko-KR" sz="3200" dirty="0"/>
          </a:p>
        </p:txBody>
      </p:sp>
      <p:sp>
        <p:nvSpPr>
          <p:cNvPr id="7" name="S02-line7"/>
          <p:cNvSpPr/>
          <p:nvPr/>
        </p:nvSpPr>
        <p:spPr>
          <a:xfrm>
            <a:off x="5943600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2-step8"/>
          <p:cNvSpPr txBox="1"/>
          <p:nvPr/>
        </p:nvSpPr>
        <p:spPr>
          <a:xfrm>
            <a:off x="6300216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무릎</a:t>
            </a:r>
            <a:endParaRPr lang="ko-KR" sz="3200" dirty="0"/>
          </a:p>
        </p:txBody>
      </p:sp>
      <p:sp>
        <p:nvSpPr>
          <p:cNvPr id="9" name="S02-line9"/>
          <p:cNvSpPr/>
          <p:nvPr/>
        </p:nvSpPr>
        <p:spPr>
          <a:xfrm>
            <a:off x="8819388" y="41148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2-step10"/>
          <p:cNvSpPr txBox="1"/>
          <p:nvPr/>
        </p:nvSpPr>
        <p:spPr>
          <a:xfrm>
            <a:off x="9176004" y="34290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발목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놀기 전에 알아 둬요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미끄러운 양말은 벗고 시작해요.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곳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가구에서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멀리 떨어져요</a:t>
            </a:r>
            <a:endParaRPr lang="ko-KR" sz="3200" dirty="0"/>
          </a:p>
        </p:txBody>
      </p:sp>
      <p:sp>
        <p:nvSpPr>
          <p:cNvPr id="7" name="S03-card15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신호를 들으면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멈춰요</a:t>
            </a:r>
            <a:endParaRPr lang="ko-KR" sz="3200" dirty="0"/>
          </a:p>
        </p:txBody>
      </p:sp>
      <p:sp>
        <p:nvSpPr>
          <p:cNvPr id="9" name="S03-card17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8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팔을 벌리고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곳을 봐요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 놀이</a:t>
            </a:r>
            <a:endParaRPr lang="ko-KR" sz="44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소리를 잘 들어요.</a:t>
            </a:r>
            <a:endParaRPr lang="ko-KR" sz="32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집 안에서는 제자리에서 달려요.</a:t>
            </a:r>
            <a:endParaRPr lang="ko-KR" sz="3200" dirty="0"/>
          </a:p>
        </p:txBody>
      </p:sp>
      <p:sp>
        <p:nvSpPr>
          <p:cNvPr id="6" name="S04-card22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3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물건을 먼저 치워요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손뼉에 맞춰 바꿔요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‘멈춰!’에 바로 멈춰요</a:t>
            </a:r>
            <a:endParaRPr lang="ko-KR" sz="3200" dirty="0"/>
          </a:p>
        </p:txBody>
      </p:sp>
      <p:sp>
        <p:nvSpPr>
          <p:cNvPr id="8" name="S04-stepno24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5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바닥의 물건을 치워요.</a:t>
            </a:r>
            <a:endParaRPr lang="ko-KR" sz="3200" dirty="0"/>
          </a:p>
        </p:txBody>
      </p:sp>
      <p:sp>
        <p:nvSpPr>
          <p:cNvPr id="10" name="S04-stepno26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27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손뼉: 걸어요.</a:t>
            </a:r>
            <a:endParaRPr lang="ko-KR" sz="3200" dirty="0"/>
          </a:p>
        </p:txBody>
      </p:sp>
      <p:sp>
        <p:nvSpPr>
          <p:cNvPr id="12" name="S04-stepno28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29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손뼉: 달려요.</a:t>
            </a:r>
            <a:endParaRPr lang="ko-KR" sz="3200" dirty="0"/>
          </a:p>
        </p:txBody>
      </p:sp>
      <p:sp>
        <p:nvSpPr>
          <p:cNvPr id="14" name="S04-stepno30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1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‘멈춰!’: 그대로 멈춰요.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균형 놀이</a:t>
            </a:r>
            <a:endParaRPr lang="ko-KR" sz="4400" dirty="0"/>
          </a:p>
        </p:txBody>
      </p:sp>
      <p:sp>
        <p:nvSpPr>
          <p:cNvPr id="3" name="S05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팔을 벌리고 해 봐요.</a:t>
            </a:r>
            <a:endParaRPr lang="ko-KR" sz="3200" dirty="0"/>
          </a:p>
        </p:txBody>
      </p:sp>
      <p:sp>
        <p:nvSpPr>
          <p:cNvPr id="4" name="S05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벽 옆에서 하고, 가구 위에 올라가지 않아요.</a:t>
            </a:r>
            <a:endParaRPr lang="ko-KR" sz="3200" dirty="0"/>
          </a:p>
        </p:txBody>
      </p:sp>
      <p:sp>
        <p:nvSpPr>
          <p:cNvPr id="6" name="S05-card3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3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다섯까지 버텨요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발 모두 해 봐요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선에서 떨어지지 않아요</a:t>
            </a:r>
            <a:endParaRPr lang="ko-KR" sz="3200" dirty="0"/>
          </a:p>
        </p:txBody>
      </p:sp>
      <p:sp>
        <p:nvSpPr>
          <p:cNvPr id="8" name="S05-stepno37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38"/>
          <p:cNvSpPr txBox="1"/>
          <p:nvPr/>
        </p:nvSpPr>
        <p:spPr>
          <a:xfrm>
            <a:off x="1325880" y="23571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발로 서서 다섯을 세요.</a:t>
            </a:r>
            <a:endParaRPr lang="ko-KR" sz="3200" dirty="0"/>
          </a:p>
        </p:txBody>
      </p:sp>
      <p:sp>
        <p:nvSpPr>
          <p:cNvPr id="10" name="S05-stepno39"/>
          <p:cNvSpPr txBox="1"/>
          <p:nvPr/>
        </p:nvSpPr>
        <p:spPr>
          <a:xfrm>
            <a:off x="548640" y="30703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0"/>
          <p:cNvSpPr txBox="1"/>
          <p:nvPr/>
        </p:nvSpPr>
        <p:spPr>
          <a:xfrm>
            <a:off x="1325880" y="30703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발을 바꿔서 해요.</a:t>
            </a:r>
            <a:endParaRPr lang="ko-KR" sz="3200" dirty="0"/>
          </a:p>
        </p:txBody>
      </p:sp>
      <p:sp>
        <p:nvSpPr>
          <p:cNvPr id="12" name="S05-stepno41"/>
          <p:cNvSpPr txBox="1"/>
          <p:nvPr/>
        </p:nvSpPr>
        <p:spPr>
          <a:xfrm>
            <a:off x="548640" y="3829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2"/>
          <p:cNvSpPr txBox="1"/>
          <p:nvPr/>
        </p:nvSpPr>
        <p:spPr>
          <a:xfrm>
            <a:off x="1325880" y="3783584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 테이프 선을 따라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순서대로 이어서 해요.</a:t>
            </a:r>
            <a:endParaRPr lang="ko-KR" sz="32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힘들면 쉬고 물을 마셔요.</a:t>
            </a:r>
            <a:endParaRPr lang="ko-KR" sz="3200" dirty="0"/>
          </a:p>
        </p:txBody>
      </p:sp>
      <p:sp>
        <p:nvSpPr>
          <p:cNvPr id="6" name="S06-card46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7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위험한 것을 먼저 치워요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신호에 맞춰 바꾸고 멈춰요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발로 다섯까지 버텨요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선을 따라 끝까지 걸어요</a:t>
            </a:r>
            <a:endParaRPr lang="ko-KR" sz="2600" dirty="0"/>
          </a:p>
        </p:txBody>
      </p:sp>
      <p:sp>
        <p:nvSpPr>
          <p:cNvPr id="8" name="S06-stepno48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49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 곳을 살피고 치워요.</a:t>
            </a:r>
            <a:endParaRPr lang="ko-KR" sz="3200" dirty="0"/>
          </a:p>
        </p:txBody>
      </p:sp>
      <p:sp>
        <p:nvSpPr>
          <p:cNvPr id="10" name="S06-stepno50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51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손뼉에 맞춰 걷고 달려요.</a:t>
            </a:r>
            <a:endParaRPr lang="ko-KR" sz="3200" dirty="0"/>
          </a:p>
        </p:txBody>
      </p:sp>
      <p:sp>
        <p:nvSpPr>
          <p:cNvPr id="12" name="S06-stepno52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53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‘멈춰!’ 하면 한 발로 서요.</a:t>
            </a:r>
            <a:endParaRPr lang="ko-KR" sz="3200" dirty="0"/>
          </a:p>
        </p:txBody>
      </p:sp>
      <p:sp>
        <p:nvSpPr>
          <p:cNvPr id="14" name="S06-stepno54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55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테이프 선을 따라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넓은 곳에서, 신호를 잘 듣고 몸을 움직여요.</a:t>
            </a:r>
            <a:endParaRPr lang="ko-KR" sz="3200" dirty="0"/>
          </a:p>
        </p:txBody>
      </p:sp>
      <p:sp>
        <p:nvSpPr>
          <p:cNvPr id="5" name="S07-chip5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‘멈춰!’에 바로 멈추기</a:t>
            </a:r>
            <a:endParaRPr lang="ko-KR" sz="2600" dirty="0"/>
          </a:p>
        </p:txBody>
      </p:sp>
      <p:sp>
        <p:nvSpPr>
          <p:cNvPr id="6" name="S07-chip5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가구 옆에서 뛰기</a:t>
            </a:r>
            <a:endParaRPr lang="ko-KR" sz="2600" dirty="0"/>
          </a:p>
        </p:txBody>
      </p:sp>
      <p:sp>
        <p:nvSpPr>
          <p:cNvPr id="7" name="S07-text6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놀기 전에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살필 것 두 가지</a:t>
            </a:r>
            <a:endParaRPr lang="ko-KR" sz="2600" dirty="0"/>
          </a:p>
        </p:txBody>
      </p:sp>
      <p:sp>
        <p:nvSpPr>
          <p:cNvPr id="9" name="S07-text62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발로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다섯까지 서기</a:t>
            </a:r>
            <a:endParaRPr lang="ko-KR" sz="2600" dirty="0"/>
          </a:p>
        </p:txBody>
      </p:sp>
      <p:sp>
        <p:nvSpPr>
          <p:cNvPr id="10" name="S07-text6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손 씻기와 몸의 경계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거울 놀이</a:t>
            </a:r>
            <a:endParaRPr lang="ko-KR" sz="4400" dirty="0"/>
          </a:p>
        </p:txBody>
      </p:sp>
      <p:sp>
        <p:nvSpPr>
          <p:cNvPr id="3" name="S08-text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엄마(아빠)를 보고 똑같이 해요.</a:t>
            </a:r>
            <a:endParaRPr lang="ko-KR" sz="3200" dirty="0"/>
          </a:p>
        </p:txBody>
      </p:sp>
      <p:sp>
        <p:nvSpPr>
          <p:cNvPr id="4" name="S08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천천히, 하나씩 따라 해요.</a:t>
            </a:r>
            <a:endParaRPr lang="ko-KR" sz="3200" dirty="0"/>
          </a:p>
        </p:txBody>
      </p:sp>
      <p:sp>
        <p:nvSpPr>
          <p:cNvPr id="6" name="S08-step67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엄마를 봐요</a:t>
            </a:r>
            <a:endParaRPr lang="ko-KR" sz="3000" dirty="0"/>
          </a:p>
        </p:txBody>
      </p:sp>
      <p:sp>
        <p:nvSpPr>
          <p:cNvPr id="7" name="S08-line68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69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해요</a:t>
            </a:r>
            <a:endParaRPr lang="ko-KR" sz="3000" dirty="0"/>
          </a:p>
        </p:txBody>
      </p:sp>
      <p:sp>
        <p:nvSpPr>
          <p:cNvPr id="9" name="S08-line70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1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말해요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체육·보건·안전 걷기·달리기·균형 놀이</dc:title>
  <dc:subject>KR22-G01-PHE-MOVE-L01</dc:subject>
  <dc:creator>education-ppt</dc:creator>
  <cp:lastModifiedBy>education-ppt</cp:lastModifiedBy>
  <cp:revision>1</cp:revision>
  <dcterms:created xsi:type="dcterms:W3CDTF">2026-10-26T09:47:53Z</dcterms:created>
  <dcterms:modified xsi:type="dcterms:W3CDTF">2026-10-26T09:47:53Z</dcterms:modified>
</cp:coreProperties>
</file>