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f71cc37-68af-fd54-81b3-da9f492ba94d}">
          <p14:sldIdLst>
            <p14:sldId id="256"/>
            <p14:sldId id="257"/>
          </p14:sldIdLst>
        </p14:section>
        <p14:section name="개념" id="{87f43149-f33b-5120-7a57-569bcf18a70d}">
          <p14:sldIdLst>
            <p14:sldId id="258"/>
          </p14:sldIdLst>
        </p14:section>
        <p14:section name="연습" id="{98e27227-6548-262f-fa1d-b54e997ca6e2}">
          <p14:sldIdLst>
            <p14:sldId id="259"/>
            <p14:sldId id="260"/>
          </p14:sldIdLst>
        </p14:section>
        <p14:section name="확인" id="{ca87e129-13a6-b925-c7d9-21ce1b6be772}">
          <p14:sldIdLst>
            <p14:sldId id="261"/>
          </p14:sldIdLst>
        </p14:section>
        <p14:section name="정리" id="{f3a2a9b7-8f49-a661-e30f-8df36d79330d}">
          <p14:sldIdLst>
            <p14:sldId id="262"/>
          </p14:sldIdLst>
        </p14:section>
        <p14:section name="보충" id="{c5535312-a9cf-4e27-f8e8-38a490a636ca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체육·보건·안전 · 움직임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체육·보건·안전 · 걷기·달리기·균형 놀이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체육·보건·안전 · 걷기·달리기·균형 놀이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체육·보건·안전 · 걷기·달리기·균형 놀이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걷기·달리기·균형 놀이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몸은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움직일까?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신호에 맞춰 안전하게 걷고 달리고 멈춰요.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한 발로 서서 균형을 잡아요.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 풀기: 말 듣고 해요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말한 곳을 천천히 움직여요.</a:t>
            </a:r>
            <a:endParaRPr lang="ko-KR" sz="3200" dirty="0"/>
          </a:p>
        </p:txBody>
      </p:sp>
      <p:sp>
        <p:nvSpPr>
          <p:cNvPr id="4" name="S02-step4"/>
          <p:cNvSpPr txBox="1"/>
          <p:nvPr/>
        </p:nvSpPr>
        <p:spPr>
          <a:xfrm>
            <a:off x="548640" y="342900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</a:t>
            </a:r>
            <a:endParaRPr lang="ko-KR" sz="3200" dirty="0"/>
          </a:p>
        </p:txBody>
      </p:sp>
      <p:sp>
        <p:nvSpPr>
          <p:cNvPr id="5" name="S02-line5"/>
          <p:cNvSpPr/>
          <p:nvPr/>
        </p:nvSpPr>
        <p:spPr>
          <a:xfrm>
            <a:off x="3067812" y="41148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" name="S02-step6"/>
          <p:cNvSpPr txBox="1"/>
          <p:nvPr/>
        </p:nvSpPr>
        <p:spPr>
          <a:xfrm>
            <a:off x="3424428" y="342900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어깨</a:t>
            </a:r>
            <a:endParaRPr lang="ko-KR" sz="3200" dirty="0"/>
          </a:p>
        </p:txBody>
      </p:sp>
      <p:sp>
        <p:nvSpPr>
          <p:cNvPr id="7" name="S02-line7"/>
          <p:cNvSpPr/>
          <p:nvPr/>
        </p:nvSpPr>
        <p:spPr>
          <a:xfrm>
            <a:off x="5943600" y="41148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2-step8"/>
          <p:cNvSpPr txBox="1"/>
          <p:nvPr/>
        </p:nvSpPr>
        <p:spPr>
          <a:xfrm>
            <a:off x="6300216" y="342900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무릎</a:t>
            </a:r>
            <a:endParaRPr lang="ko-KR" sz="3200" dirty="0"/>
          </a:p>
        </p:txBody>
      </p:sp>
      <p:sp>
        <p:nvSpPr>
          <p:cNvPr id="9" name="S02-line9"/>
          <p:cNvSpPr/>
          <p:nvPr/>
        </p:nvSpPr>
        <p:spPr>
          <a:xfrm>
            <a:off x="8819388" y="41148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2-step10"/>
          <p:cNvSpPr txBox="1"/>
          <p:nvPr/>
        </p:nvSpPr>
        <p:spPr>
          <a:xfrm>
            <a:off x="9176004" y="342900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발목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놀기 전에 알아 둬요</a:t>
            </a:r>
            <a:endParaRPr lang="ko-KR" sz="4400" dirty="0"/>
          </a:p>
        </p:txBody>
      </p:sp>
      <p:sp>
        <p:nvSpPr>
          <p:cNvPr id="3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미끄러운 양말은 벗고 시작해요.</a:t>
            </a:r>
            <a:endParaRPr lang="ko-KR" sz="3200" dirty="0"/>
          </a:p>
        </p:txBody>
      </p:sp>
      <p:sp>
        <p:nvSpPr>
          <p:cNvPr id="5" name="S03-card13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3-cardtext14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넓은 곳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가구에서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멀리 떨어져요</a:t>
            </a:r>
            <a:endParaRPr lang="ko-KR" sz="3200" dirty="0"/>
          </a:p>
        </p:txBody>
      </p:sp>
      <p:sp>
        <p:nvSpPr>
          <p:cNvPr id="7" name="S03-card15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6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‘멈춰!’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신호를 들으면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멈춰요</a:t>
            </a:r>
            <a:endParaRPr lang="ko-KR" sz="3200" dirty="0"/>
          </a:p>
        </p:txBody>
      </p:sp>
      <p:sp>
        <p:nvSpPr>
          <p:cNvPr id="9" name="S03-card17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8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균형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팔을 벌리고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곳을 봐요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 놀이</a:t>
            </a:r>
            <a:endParaRPr lang="ko-KR" sz="4400" dirty="0"/>
          </a:p>
        </p:txBody>
      </p:sp>
      <p:sp>
        <p:nvSpPr>
          <p:cNvPr id="3" name="S04-text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 소리를 잘 들어요.</a:t>
            </a:r>
            <a:endParaRPr lang="ko-KR" sz="3200" dirty="0"/>
          </a:p>
        </p:txBody>
      </p:sp>
      <p:sp>
        <p:nvSpPr>
          <p:cNvPr id="4" name="S04-card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집 안에서는 제자리에서 달려요.</a:t>
            </a:r>
            <a:endParaRPr lang="ko-KR" sz="3200" dirty="0"/>
          </a:p>
        </p:txBody>
      </p:sp>
      <p:sp>
        <p:nvSpPr>
          <p:cNvPr id="6" name="S04-card22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23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물건을 먼저 치워요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손뼉에 맞춰 바꿔요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‘멈춰!’에 바로 멈춰요</a:t>
            </a:r>
            <a:endParaRPr lang="ko-KR" sz="3200" dirty="0"/>
          </a:p>
        </p:txBody>
      </p:sp>
      <p:sp>
        <p:nvSpPr>
          <p:cNvPr id="8" name="S04-stepno24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4-text25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바닥의 물건을 치워요.</a:t>
            </a:r>
            <a:endParaRPr lang="ko-KR" sz="3200" dirty="0"/>
          </a:p>
        </p:txBody>
      </p:sp>
      <p:sp>
        <p:nvSpPr>
          <p:cNvPr id="10" name="S04-stepno26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4-text27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느린 손뼉: 걸어요.</a:t>
            </a:r>
            <a:endParaRPr lang="ko-KR" sz="3200" dirty="0"/>
          </a:p>
        </p:txBody>
      </p:sp>
      <p:sp>
        <p:nvSpPr>
          <p:cNvPr id="12" name="S04-stepno28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4-text29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빠른 손뼉: 달려요.</a:t>
            </a:r>
            <a:endParaRPr lang="ko-KR" sz="3200" dirty="0"/>
          </a:p>
        </p:txBody>
      </p:sp>
      <p:sp>
        <p:nvSpPr>
          <p:cNvPr id="14" name="S04-stepno30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4-text31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‘멈춰!’: 그대로 멈춰요.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균형 놀이</a:t>
            </a:r>
            <a:endParaRPr lang="ko-KR" sz="4400" dirty="0"/>
          </a:p>
        </p:txBody>
      </p:sp>
      <p:sp>
        <p:nvSpPr>
          <p:cNvPr id="3" name="S05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팔을 벌리고 해 봐요.</a:t>
            </a:r>
            <a:endParaRPr lang="ko-KR" sz="3200" dirty="0"/>
          </a:p>
        </p:txBody>
      </p:sp>
      <p:sp>
        <p:nvSpPr>
          <p:cNvPr id="4" name="S05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벽 옆에서 하고, 가구 위에 올라가지 않아요.</a:t>
            </a:r>
            <a:endParaRPr lang="ko-KR" sz="3200" dirty="0"/>
          </a:p>
        </p:txBody>
      </p:sp>
      <p:sp>
        <p:nvSpPr>
          <p:cNvPr id="6" name="S05-card35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36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다섯까지 버텨요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두 발 모두 해 봐요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선에서 떨어지지 않아요</a:t>
            </a:r>
            <a:endParaRPr lang="ko-KR" sz="3200" dirty="0"/>
          </a:p>
        </p:txBody>
      </p:sp>
      <p:sp>
        <p:nvSpPr>
          <p:cNvPr id="8" name="S05-stepno37"/>
          <p:cNvSpPr txBox="1"/>
          <p:nvPr/>
        </p:nvSpPr>
        <p:spPr>
          <a:xfrm>
            <a:off x="548640" y="23571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5-text38"/>
          <p:cNvSpPr txBox="1"/>
          <p:nvPr/>
        </p:nvSpPr>
        <p:spPr>
          <a:xfrm>
            <a:off x="1325880" y="23571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발로 서서 다섯을 세요.</a:t>
            </a:r>
            <a:endParaRPr lang="ko-KR" sz="3200" dirty="0"/>
          </a:p>
        </p:txBody>
      </p:sp>
      <p:sp>
        <p:nvSpPr>
          <p:cNvPr id="10" name="S05-stepno39"/>
          <p:cNvSpPr txBox="1"/>
          <p:nvPr/>
        </p:nvSpPr>
        <p:spPr>
          <a:xfrm>
            <a:off x="548640" y="30703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5-text40"/>
          <p:cNvSpPr txBox="1"/>
          <p:nvPr/>
        </p:nvSpPr>
        <p:spPr>
          <a:xfrm>
            <a:off x="1325880" y="307035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발을 바꿔서 해요.</a:t>
            </a:r>
            <a:endParaRPr lang="ko-KR" sz="3200" dirty="0"/>
          </a:p>
        </p:txBody>
      </p:sp>
      <p:sp>
        <p:nvSpPr>
          <p:cNvPr id="12" name="S05-stepno41"/>
          <p:cNvSpPr txBox="1"/>
          <p:nvPr/>
        </p:nvSpPr>
        <p:spPr>
          <a:xfrm>
            <a:off x="548640" y="38293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5-text42"/>
          <p:cNvSpPr txBox="1"/>
          <p:nvPr/>
        </p:nvSpPr>
        <p:spPr>
          <a:xfrm>
            <a:off x="1325880" y="3783584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바닥 테이프 선을 따라 걸어요.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6-text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순서대로 이어서 해요.</a:t>
            </a:r>
            <a:endParaRPr lang="ko-KR" sz="3200" dirty="0"/>
          </a:p>
        </p:txBody>
      </p:sp>
      <p:sp>
        <p:nvSpPr>
          <p:cNvPr id="4" name="S06-card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힘들면 쉬고 물을 마셔요.</a:t>
            </a:r>
            <a:endParaRPr lang="ko-KR" sz="3200" dirty="0"/>
          </a:p>
        </p:txBody>
      </p:sp>
      <p:sp>
        <p:nvSpPr>
          <p:cNvPr id="6" name="S06-card46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47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위험한 것을 먼저 치워요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신호에 맞춰 바꾸고 멈춰요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한 발로 다섯까지 버텨요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선을 따라 끝까지 걸어요</a:t>
            </a:r>
            <a:endParaRPr lang="ko-KR" sz="2600" dirty="0"/>
          </a:p>
        </p:txBody>
      </p:sp>
      <p:sp>
        <p:nvSpPr>
          <p:cNvPr id="8" name="S06-stepno48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6-text49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 곳을 살피고 치워요.</a:t>
            </a:r>
            <a:endParaRPr lang="ko-KR" sz="3200" dirty="0"/>
          </a:p>
        </p:txBody>
      </p:sp>
      <p:sp>
        <p:nvSpPr>
          <p:cNvPr id="10" name="S06-stepno50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6-text51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손뼉에 맞춰 걷고 달려요.</a:t>
            </a:r>
            <a:endParaRPr lang="ko-KR" sz="3200" dirty="0"/>
          </a:p>
        </p:txBody>
      </p:sp>
      <p:sp>
        <p:nvSpPr>
          <p:cNvPr id="12" name="S06-stepno52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6-text53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‘멈춰!’ 하면 한 발로 서요.</a:t>
            </a:r>
            <a:endParaRPr lang="ko-KR" sz="3200" dirty="0"/>
          </a:p>
        </p:txBody>
      </p:sp>
      <p:sp>
        <p:nvSpPr>
          <p:cNvPr id="14" name="S06-stepno54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6-text55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테이프 선을 따라 걸어요.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7-card5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7-cardtext5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넓은 곳에서, 신호를 잘 듣고 몸을 움직여요.</a:t>
            </a:r>
            <a:endParaRPr lang="ko-KR" sz="3200" dirty="0"/>
          </a:p>
        </p:txBody>
      </p:sp>
      <p:sp>
        <p:nvSpPr>
          <p:cNvPr id="5" name="S07-chip58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‘멈춰!’에 바로 멈추기</a:t>
            </a:r>
            <a:endParaRPr lang="ko-KR" sz="2600" dirty="0"/>
          </a:p>
        </p:txBody>
      </p:sp>
      <p:sp>
        <p:nvSpPr>
          <p:cNvPr id="6" name="S07-chip59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가구 옆에서 뛰기</a:t>
            </a:r>
            <a:endParaRPr lang="ko-KR" sz="2600" dirty="0"/>
          </a:p>
        </p:txBody>
      </p:sp>
      <p:sp>
        <p:nvSpPr>
          <p:cNvPr id="7" name="S07-text60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7-text61"/>
          <p:cNvSpPr txBox="1"/>
          <p:nvPr/>
        </p:nvSpPr>
        <p:spPr>
          <a:xfrm>
            <a:off x="548640" y="3749040"/>
            <a:ext cx="5431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놀기 전에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살필 것 두 가지</a:t>
            </a:r>
            <a:endParaRPr lang="ko-KR" sz="2600" dirty="0"/>
          </a:p>
        </p:txBody>
      </p:sp>
      <p:sp>
        <p:nvSpPr>
          <p:cNvPr id="9" name="S07-text62"/>
          <p:cNvSpPr txBox="1"/>
          <p:nvPr/>
        </p:nvSpPr>
        <p:spPr>
          <a:xfrm>
            <a:off x="6208776" y="3749040"/>
            <a:ext cx="5431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한 발로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다섯까지 서기</a:t>
            </a:r>
            <a:endParaRPr lang="ko-KR" sz="2600" dirty="0"/>
          </a:p>
        </p:txBody>
      </p:sp>
      <p:sp>
        <p:nvSpPr>
          <p:cNvPr id="10" name="S07-text6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손 씻기와 몸의 경계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거울 놀이</a:t>
            </a:r>
            <a:endParaRPr lang="ko-KR" sz="4400" dirty="0"/>
          </a:p>
        </p:txBody>
      </p:sp>
      <p:sp>
        <p:nvSpPr>
          <p:cNvPr id="3" name="S08-text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엄마(아빠)를 보고 똑같이 해요.</a:t>
            </a:r>
            <a:endParaRPr lang="ko-KR" sz="3200" dirty="0"/>
          </a:p>
        </p:txBody>
      </p:sp>
      <p:sp>
        <p:nvSpPr>
          <p:cNvPr id="4" name="S08-card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천천히, 하나씩 따라 해요.</a:t>
            </a:r>
            <a:endParaRPr lang="ko-KR" sz="3200" dirty="0"/>
          </a:p>
        </p:txBody>
      </p:sp>
      <p:sp>
        <p:nvSpPr>
          <p:cNvPr id="6" name="S08-step67"/>
          <p:cNvSpPr txBox="1"/>
          <p:nvPr/>
        </p:nvSpPr>
        <p:spPr>
          <a:xfrm>
            <a:off x="129387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엄마를 봐요</a:t>
            </a:r>
            <a:endParaRPr lang="ko-KR" sz="3000" dirty="0"/>
          </a:p>
        </p:txBody>
      </p:sp>
      <p:sp>
        <p:nvSpPr>
          <p:cNvPr id="7" name="S08-line68"/>
          <p:cNvSpPr/>
          <p:nvPr/>
        </p:nvSpPr>
        <p:spPr>
          <a:xfrm>
            <a:off x="427482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8-step69"/>
          <p:cNvSpPr txBox="1"/>
          <p:nvPr/>
        </p:nvSpPr>
        <p:spPr>
          <a:xfrm>
            <a:off x="463143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해요</a:t>
            </a:r>
            <a:endParaRPr lang="ko-KR" sz="3000" dirty="0"/>
          </a:p>
        </p:txBody>
      </p:sp>
      <p:sp>
        <p:nvSpPr>
          <p:cNvPr id="9" name="S08-line70"/>
          <p:cNvSpPr/>
          <p:nvPr/>
        </p:nvSpPr>
        <p:spPr>
          <a:xfrm>
            <a:off x="761238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8-step71"/>
          <p:cNvSpPr txBox="1"/>
          <p:nvPr/>
        </p:nvSpPr>
        <p:spPr>
          <a:xfrm>
            <a:off x="796899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말해요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체육·보건·안전 걷기·달리기·균형 놀이</dc:title>
  <dc:subject>KR22-G01-PHE-MOVE-L01</dc:subject>
  <dc:creator>education-ppt</dc:creator>
  <cp:lastModifiedBy>education-ppt</cp:lastModifiedBy>
  <cp:revision>1</cp:revision>
  <dcterms:created xsi:type="dcterms:W3CDTF">2026-10-26T09:47:30Z</dcterms:created>
  <dcterms:modified xsi:type="dcterms:W3CDTF">2026-10-26T09:47:30Z</dcterms:modified>
</cp:coreProperties>
</file>