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7839a38-2fa4-f7b9-076f-c2d4dcf73329}">
          <p14:sldIdLst>
            <p14:sldId id="256"/>
            <p14:sldId id="257"/>
          </p14:sldIdLst>
        </p14:section>
        <p14:section name="개념" id="{f439295f-b835-569d-ecd5-c816e255ab2f}">
          <p14:sldIdLst>
            <p14:sldId id="258"/>
          </p14:sldIdLst>
        </p14:section>
        <p14:section name="연습" id="{475140bd-ffad-217c-ef49-a7c5b44f56b8}">
          <p14:sldIdLst>
            <p14:sldId id="259"/>
            <p14:sldId id="260"/>
          </p14:sldIdLst>
        </p14:section>
        <p14:section name="확인" id="{cffe561e-b8f4-886f-6230-8973d68c5dc8}">
          <p14:sldIdLst>
            <p14:sldId id="261"/>
          </p14:sldIdLst>
        </p14:section>
        <p14:section name="정리" id="{3d6c8de9-8054-a600-a3ad-b30d76f7ffea}">
          <p14:sldIdLst>
            <p14:sldId id="262"/>
          </p14:sldIdLst>
        </p14:section>
        <p14:section name="보충" id="{5896e495-3bc4-d111-288b-620867b702d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움직임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걷기·달리기·균형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걷기·달리기·균형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체육·보건·안전 · 걷기·달리기·균형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걷기·달리기·균형 놀이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움직일까?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신호에 맞춰 안전하게 걷고 달리고 멈춰요.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발로 서서 균형을 잡아요.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 풀기: 말 듣고 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곳을 천천히 움직여요.</a:t>
            </a:r>
            <a:endParaRPr lang="ko-KR" sz="3200" dirty="0"/>
          </a:p>
        </p:txBody>
      </p:sp>
      <p:sp>
        <p:nvSpPr>
          <p:cNvPr id="4" name="S02-step4"/>
          <p:cNvSpPr txBox="1"/>
          <p:nvPr/>
        </p:nvSpPr>
        <p:spPr>
          <a:xfrm>
            <a:off x="548640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3200" dirty="0"/>
          </a:p>
        </p:txBody>
      </p:sp>
      <p:sp>
        <p:nvSpPr>
          <p:cNvPr id="5" name="S02-line5"/>
          <p:cNvSpPr/>
          <p:nvPr/>
        </p:nvSpPr>
        <p:spPr>
          <a:xfrm>
            <a:off x="3067812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6"/>
          <p:cNvSpPr txBox="1"/>
          <p:nvPr/>
        </p:nvSpPr>
        <p:spPr>
          <a:xfrm>
            <a:off x="3424428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어깨</a:t>
            </a:r>
            <a:endParaRPr lang="ko-KR" sz="3200" dirty="0"/>
          </a:p>
        </p:txBody>
      </p:sp>
      <p:sp>
        <p:nvSpPr>
          <p:cNvPr id="7" name="S02-line7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2-step8"/>
          <p:cNvSpPr txBox="1"/>
          <p:nvPr/>
        </p:nvSpPr>
        <p:spPr>
          <a:xfrm>
            <a:off x="6300216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무릎</a:t>
            </a:r>
            <a:endParaRPr lang="ko-KR" sz="3200" dirty="0"/>
          </a:p>
        </p:txBody>
      </p:sp>
      <p:sp>
        <p:nvSpPr>
          <p:cNvPr id="9" name="S02-line9"/>
          <p:cNvSpPr/>
          <p:nvPr/>
        </p:nvSpPr>
        <p:spPr>
          <a:xfrm>
            <a:off x="8819388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2-step10"/>
          <p:cNvSpPr txBox="1"/>
          <p:nvPr/>
        </p:nvSpPr>
        <p:spPr>
          <a:xfrm>
            <a:off x="9176004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발목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놀기 전에 알아 둬요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미끄러운 양말은 벗고 시작해요.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곳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가구에서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멀리 떨어져요</a:t>
            </a:r>
            <a:endParaRPr lang="ko-KR" sz="3200" dirty="0"/>
          </a:p>
        </p:txBody>
      </p:sp>
      <p:sp>
        <p:nvSpPr>
          <p:cNvPr id="7" name="S03-card1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신호를 들으면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멈춰요</a:t>
            </a:r>
            <a:endParaRPr lang="ko-KR" sz="3200" dirty="0"/>
          </a:p>
        </p:txBody>
      </p:sp>
      <p:sp>
        <p:nvSpPr>
          <p:cNvPr id="9" name="S03-card1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벌리고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곳을 봐요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놀이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소리를 잘 들어요.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집 안에서는 제자리에서 달려요.</a:t>
            </a:r>
            <a:endParaRPr lang="ko-KR" sz="3200" dirty="0"/>
          </a:p>
        </p:txBody>
      </p:sp>
      <p:sp>
        <p:nvSpPr>
          <p:cNvPr id="6" name="S04-card22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3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물건을 먼저 치워요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손뼉에 맞춰 바꿔요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‘멈춰!’에 바로 멈춰요</a:t>
            </a:r>
            <a:endParaRPr lang="ko-KR" sz="3200" dirty="0"/>
          </a:p>
        </p:txBody>
      </p:sp>
      <p:sp>
        <p:nvSpPr>
          <p:cNvPr id="8" name="S04-stepno24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5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바닥의 물건을 치워요.</a:t>
            </a:r>
            <a:endParaRPr lang="ko-KR" sz="3200" dirty="0"/>
          </a:p>
        </p:txBody>
      </p:sp>
      <p:sp>
        <p:nvSpPr>
          <p:cNvPr id="10" name="S04-stepno26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27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손뼉: 걸어요.</a:t>
            </a:r>
            <a:endParaRPr lang="ko-KR" sz="3200" dirty="0"/>
          </a:p>
        </p:txBody>
      </p:sp>
      <p:sp>
        <p:nvSpPr>
          <p:cNvPr id="12" name="S04-stepno28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29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손뼉: 달려요.</a:t>
            </a:r>
            <a:endParaRPr lang="ko-KR" sz="3200" dirty="0"/>
          </a:p>
        </p:txBody>
      </p:sp>
      <p:sp>
        <p:nvSpPr>
          <p:cNvPr id="14" name="S04-stepno30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1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‘멈춰!’: 그대로 멈춰요.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놀이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팔을 벌리고 해 봐요.</a:t>
            </a:r>
            <a:endParaRPr lang="ko-KR" sz="3200" dirty="0"/>
          </a:p>
        </p:txBody>
      </p:sp>
      <p:sp>
        <p:nvSpPr>
          <p:cNvPr id="4" name="S05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벽 옆에서 하고, 가구 위에 올라가지 않아요.</a:t>
            </a:r>
            <a:endParaRPr lang="ko-KR" sz="3200" dirty="0"/>
          </a:p>
        </p:txBody>
      </p:sp>
      <p:sp>
        <p:nvSpPr>
          <p:cNvPr id="6" name="S05-card3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다섯까지 버텨요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발 모두 해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선에서 떨어지지 않아요</a:t>
            </a:r>
            <a:endParaRPr lang="ko-KR" sz="3200" dirty="0"/>
          </a:p>
        </p:txBody>
      </p:sp>
      <p:sp>
        <p:nvSpPr>
          <p:cNvPr id="8" name="S05-stepno37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8"/>
          <p:cNvSpPr txBox="1"/>
          <p:nvPr/>
        </p:nvSpPr>
        <p:spPr>
          <a:xfrm>
            <a:off x="1325880" y="23571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발로 서서 다섯을 세요.</a:t>
            </a:r>
            <a:endParaRPr lang="ko-KR" sz="3200" dirty="0"/>
          </a:p>
        </p:txBody>
      </p:sp>
      <p:sp>
        <p:nvSpPr>
          <p:cNvPr id="10" name="S05-stepno39"/>
          <p:cNvSpPr txBox="1"/>
          <p:nvPr/>
        </p:nvSpPr>
        <p:spPr>
          <a:xfrm>
            <a:off x="548640" y="30703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0"/>
          <p:cNvSpPr txBox="1"/>
          <p:nvPr/>
        </p:nvSpPr>
        <p:spPr>
          <a:xfrm>
            <a:off x="1325880" y="30703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발을 바꿔서 해요.</a:t>
            </a:r>
            <a:endParaRPr lang="ko-KR" sz="3200" dirty="0"/>
          </a:p>
        </p:txBody>
      </p:sp>
      <p:sp>
        <p:nvSpPr>
          <p:cNvPr id="12" name="S05-stepno41"/>
          <p:cNvSpPr txBox="1"/>
          <p:nvPr/>
        </p:nvSpPr>
        <p:spPr>
          <a:xfrm>
            <a:off x="548640" y="3829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2"/>
          <p:cNvSpPr txBox="1"/>
          <p:nvPr/>
        </p:nvSpPr>
        <p:spPr>
          <a:xfrm>
            <a:off x="1325880" y="378358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 테이프 선을 따라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이어서 해요.</a:t>
            </a:r>
            <a:endParaRPr lang="ko-KR" sz="32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힘들면 쉬고 물을 마셔요.</a:t>
            </a:r>
            <a:endParaRPr lang="ko-KR" sz="3200" dirty="0"/>
          </a:p>
        </p:txBody>
      </p:sp>
      <p:sp>
        <p:nvSpPr>
          <p:cNvPr id="6" name="S06-card46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7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위험한 것을 먼저 치워요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신호에 맞춰 바꾸고 멈춰요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발로 다섯까지 버텨요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선을 따라 끝까지 걸어요</a:t>
            </a:r>
            <a:endParaRPr lang="ko-KR" sz="2600" dirty="0"/>
          </a:p>
        </p:txBody>
      </p:sp>
      <p:sp>
        <p:nvSpPr>
          <p:cNvPr id="8" name="S06-stepno48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49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 곳을 살피고 치워요.</a:t>
            </a:r>
            <a:endParaRPr lang="ko-KR" sz="3200" dirty="0"/>
          </a:p>
        </p:txBody>
      </p:sp>
      <p:sp>
        <p:nvSpPr>
          <p:cNvPr id="10" name="S06-stepno50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51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손뼉에 맞춰 걷고 달려요.</a:t>
            </a:r>
            <a:endParaRPr lang="ko-KR" sz="3200" dirty="0"/>
          </a:p>
        </p:txBody>
      </p:sp>
      <p:sp>
        <p:nvSpPr>
          <p:cNvPr id="12" name="S06-stepno52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53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 하면 한 발로 서요.</a:t>
            </a:r>
            <a:endParaRPr lang="ko-KR" sz="3200" dirty="0"/>
          </a:p>
        </p:txBody>
      </p:sp>
      <p:sp>
        <p:nvSpPr>
          <p:cNvPr id="14" name="S06-stepno54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55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테이프 선을 따라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곳에서, 신호를 잘 듣고 몸을 움직여요.</a:t>
            </a:r>
            <a:endParaRPr lang="ko-KR" sz="3200" dirty="0"/>
          </a:p>
        </p:txBody>
      </p:sp>
      <p:sp>
        <p:nvSpPr>
          <p:cNvPr id="5" name="S07-chip5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‘멈춰!’에 바로 멈추기</a:t>
            </a:r>
            <a:endParaRPr lang="ko-KR" sz="2600" dirty="0"/>
          </a:p>
        </p:txBody>
      </p:sp>
      <p:sp>
        <p:nvSpPr>
          <p:cNvPr id="6" name="S07-chip5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가구 옆에서 뛰기</a:t>
            </a:r>
            <a:endParaRPr lang="ko-KR" sz="2600" dirty="0"/>
          </a:p>
        </p:txBody>
      </p:sp>
      <p:sp>
        <p:nvSpPr>
          <p:cNvPr id="7" name="S07-text6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놀기 전에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살필 것 두 가지</a:t>
            </a:r>
            <a:endParaRPr lang="ko-KR" sz="2600" dirty="0"/>
          </a:p>
        </p:txBody>
      </p:sp>
      <p:sp>
        <p:nvSpPr>
          <p:cNvPr id="9" name="S07-text62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발로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다섯까지 서기</a:t>
            </a:r>
            <a:endParaRPr lang="ko-KR" sz="2600" dirty="0"/>
          </a:p>
        </p:txBody>
      </p:sp>
      <p:sp>
        <p:nvSpPr>
          <p:cNvPr id="10" name="S07-text6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손 씻기와 몸의 경계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거울 놀이</a:t>
            </a:r>
            <a:endParaRPr lang="ko-KR" sz="4400" dirty="0"/>
          </a:p>
        </p:txBody>
      </p:sp>
      <p:sp>
        <p:nvSpPr>
          <p:cNvPr id="3" name="S08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엄마(아빠)를 보고 똑같이 해요.</a:t>
            </a:r>
            <a:endParaRPr lang="ko-KR" sz="3200" dirty="0"/>
          </a:p>
        </p:txBody>
      </p:sp>
      <p:sp>
        <p:nvSpPr>
          <p:cNvPr id="4" name="S08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천천히, 하나씩 따라 해요.</a:t>
            </a:r>
            <a:endParaRPr lang="ko-KR" sz="3200" dirty="0"/>
          </a:p>
        </p:txBody>
      </p:sp>
      <p:sp>
        <p:nvSpPr>
          <p:cNvPr id="6" name="S08-step67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엄마를 봐요</a:t>
            </a:r>
            <a:endParaRPr lang="ko-KR" sz="3000" dirty="0"/>
          </a:p>
        </p:txBody>
      </p:sp>
      <p:sp>
        <p:nvSpPr>
          <p:cNvPr id="7" name="S08-line68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9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해요</a:t>
            </a:r>
            <a:endParaRPr lang="ko-KR" sz="3000" dirty="0"/>
          </a:p>
        </p:txBody>
      </p:sp>
      <p:sp>
        <p:nvSpPr>
          <p:cNvPr id="9" name="S08-line70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1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말해요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체육·보건·안전 걷기·달리기·균형 놀이</dc:title>
  <dc:subject>KR22-G01-PHE-MOVE-L01</dc:subject>
  <dc:creator>education-ppt</dc:creator>
  <cp:lastModifiedBy>education-ppt</cp:lastModifiedBy>
  <cp:revision>1</cp:revision>
  <dcterms:created xsi:type="dcterms:W3CDTF">2026-10-26T09:58:36Z</dcterms:created>
  <dcterms:modified xsi:type="dcterms:W3CDTF">2026-10-26T09:58:36Z</dcterms:modified>
</cp:coreProperties>
</file>