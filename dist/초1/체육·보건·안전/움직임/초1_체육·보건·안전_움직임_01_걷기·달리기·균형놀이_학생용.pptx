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286e0b9-2345-2c23-a0f6-2d09a955377d}">
          <p14:sldIdLst>
            <p14:sldId id="256"/>
            <p14:sldId id="257"/>
          </p14:sldIdLst>
        </p14:section>
        <p14:section name="개념" id="{177f44a9-22b8-fc1a-406f-d12a7e554557}">
          <p14:sldIdLst>
            <p14:sldId id="258"/>
          </p14:sldIdLst>
        </p14:section>
        <p14:section name="연습" id="{e2d25c90-88f1-d7a9-c416-89c6c2317d37}">
          <p14:sldIdLst>
            <p14:sldId id="259"/>
            <p14:sldId id="260"/>
          </p14:sldIdLst>
        </p14:section>
        <p14:section name="확인" id="{dd4f1b28-9b0c-490c-e6e4-4702b112ab30}">
          <p14:sldIdLst>
            <p14:sldId id="261"/>
          </p14:sldIdLst>
        </p14:section>
        <p14:section name="정리" id="{77acc9d1-7fe9-c6f7-3007-301dd9202a42}">
          <p14:sldIdLst>
            <p14:sldId id="262"/>
          </p14:sldIdLst>
        </p14:section>
        <p14:section name="보충" id="{4e7706f0-9a74-2b37-8ac6-bfc2e5f1ff49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움직임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걷기·달리기·균형 놀이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움직일까?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신호에 맞춰 안전하게 걷고 달리고 멈춰요.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 서서 균형을 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 풀기: 말 듣고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곳을 천천히 움직여요.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548640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3067812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3424428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어깨</a:t>
            </a:r>
            <a:endParaRPr lang="ko-KR" sz="3200" dirty="0"/>
          </a:p>
        </p:txBody>
      </p:sp>
      <p:sp>
        <p:nvSpPr>
          <p:cNvPr id="7" name="S02-line7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2-step8"/>
          <p:cNvSpPr txBox="1"/>
          <p:nvPr/>
        </p:nvSpPr>
        <p:spPr>
          <a:xfrm>
            <a:off x="6300216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</a:t>
            </a:r>
            <a:endParaRPr lang="ko-KR" sz="3200" dirty="0"/>
          </a:p>
        </p:txBody>
      </p:sp>
      <p:sp>
        <p:nvSpPr>
          <p:cNvPr id="9" name="S02-line9"/>
          <p:cNvSpPr/>
          <p:nvPr/>
        </p:nvSpPr>
        <p:spPr>
          <a:xfrm>
            <a:off x="8819388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2-step10"/>
          <p:cNvSpPr txBox="1"/>
          <p:nvPr/>
        </p:nvSpPr>
        <p:spPr>
          <a:xfrm>
            <a:off x="9176004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발목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놀기 전에 알아 둬요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미끄러운 양말은 벗고 시작해요.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가구에서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멀리 떨어져요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신호를 들으면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멈춰요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팔을 벌리고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곳을 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놀이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소리를 잘 들어요.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집 안에서는 제자리에서 달려요.</a:t>
            </a:r>
            <a:endParaRPr lang="ko-KR" sz="3200" dirty="0"/>
          </a:p>
        </p:txBody>
      </p:sp>
      <p:sp>
        <p:nvSpPr>
          <p:cNvPr id="6" name="S04-card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먼저 치워요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손뼉에 맞춰 바꿔요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4-stepno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바닥의 물건을 치워요.</a:t>
            </a:r>
            <a:endParaRPr lang="ko-KR" sz="3200" dirty="0"/>
          </a:p>
        </p:txBody>
      </p:sp>
      <p:sp>
        <p:nvSpPr>
          <p:cNvPr id="10" name="S04-stepno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손뼉: 걸어요.</a:t>
            </a:r>
            <a:endParaRPr lang="ko-KR" sz="3200" dirty="0"/>
          </a:p>
        </p:txBody>
      </p:sp>
      <p:sp>
        <p:nvSpPr>
          <p:cNvPr id="12" name="S04-stepno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손뼉: 달려요.</a:t>
            </a:r>
            <a:endParaRPr lang="ko-KR" sz="3200" dirty="0"/>
          </a:p>
        </p:txBody>
      </p:sp>
      <p:sp>
        <p:nvSpPr>
          <p:cNvPr id="14" name="S04-stepno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‘멈춰!’: 그대로 멈춰요.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 놀이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팔을 벌리고 해 봐요.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벽 옆에서 하고, 가구 위에 올라가지 않아요.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다섯까지 버텨요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발 모두 해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선에서 떨어지지 않아요</a:t>
            </a:r>
            <a:endParaRPr lang="ko-KR" sz="3200" dirty="0"/>
          </a:p>
        </p:txBody>
      </p:sp>
      <p:sp>
        <p:nvSpPr>
          <p:cNvPr id="8" name="S05-stepno37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8"/>
          <p:cNvSpPr txBox="1"/>
          <p:nvPr/>
        </p:nvSpPr>
        <p:spPr>
          <a:xfrm>
            <a:off x="1325880" y="23571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 서서 다섯을 세요.</a:t>
            </a:r>
            <a:endParaRPr lang="ko-KR" sz="3200" dirty="0"/>
          </a:p>
        </p:txBody>
      </p:sp>
      <p:sp>
        <p:nvSpPr>
          <p:cNvPr id="10" name="S05-stepno39"/>
          <p:cNvSpPr txBox="1"/>
          <p:nvPr/>
        </p:nvSpPr>
        <p:spPr>
          <a:xfrm>
            <a:off x="548640" y="3070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0"/>
          <p:cNvSpPr txBox="1"/>
          <p:nvPr/>
        </p:nvSpPr>
        <p:spPr>
          <a:xfrm>
            <a:off x="1325880" y="3070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바꿔서 해요.</a:t>
            </a:r>
            <a:endParaRPr lang="ko-KR" sz="3200" dirty="0"/>
          </a:p>
        </p:txBody>
      </p:sp>
      <p:sp>
        <p:nvSpPr>
          <p:cNvPr id="12" name="S05-stepno41"/>
          <p:cNvSpPr txBox="1"/>
          <p:nvPr/>
        </p:nvSpPr>
        <p:spPr>
          <a:xfrm>
            <a:off x="548640" y="3829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2"/>
          <p:cNvSpPr txBox="1"/>
          <p:nvPr/>
        </p:nvSpPr>
        <p:spPr>
          <a:xfrm>
            <a:off x="1325880" y="378358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 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이어서 해요.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쉬고 물을 마셔요.</a:t>
            </a:r>
            <a:endParaRPr lang="ko-KR" sz="3200" dirty="0"/>
          </a:p>
        </p:txBody>
      </p:sp>
      <p:sp>
        <p:nvSpPr>
          <p:cNvPr id="6" name="S06-card46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위험한 것을 먼저 치워요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신호에 맞춰 바꾸고 멈춰요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발로 다섯까지 버텨요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따라 끝까지 걸어요</a:t>
            </a:r>
            <a:endParaRPr lang="ko-KR" sz="2600" dirty="0"/>
          </a:p>
        </p:txBody>
      </p:sp>
      <p:sp>
        <p:nvSpPr>
          <p:cNvPr id="8" name="S06-stepno48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9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 곳을 살피고 치워요.</a:t>
            </a:r>
            <a:endParaRPr lang="ko-KR" sz="3200" dirty="0"/>
          </a:p>
        </p:txBody>
      </p:sp>
      <p:sp>
        <p:nvSpPr>
          <p:cNvPr id="10" name="S06-stepno50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1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손뼉에 맞춰 걷고 달려요.</a:t>
            </a:r>
            <a:endParaRPr lang="ko-KR" sz="3200" dirty="0"/>
          </a:p>
        </p:txBody>
      </p:sp>
      <p:sp>
        <p:nvSpPr>
          <p:cNvPr id="12" name="S06-stepno52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3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한 발로 서요.</a:t>
            </a:r>
            <a:endParaRPr lang="ko-KR" sz="3200" dirty="0"/>
          </a:p>
        </p:txBody>
      </p:sp>
      <p:sp>
        <p:nvSpPr>
          <p:cNvPr id="14" name="S06-stepno54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55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곳에서, 신호를 잘 듣고 몸을 움직여요.</a:t>
            </a:r>
            <a:endParaRPr lang="ko-KR" sz="3200" dirty="0"/>
          </a:p>
        </p:txBody>
      </p:sp>
      <p:sp>
        <p:nvSpPr>
          <p:cNvPr id="5" name="S07-chip5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‘멈춰!’에 바로 멈추기</a:t>
            </a:r>
            <a:endParaRPr lang="ko-KR" sz="2600" dirty="0"/>
          </a:p>
        </p:txBody>
      </p:sp>
      <p:sp>
        <p:nvSpPr>
          <p:cNvPr id="6" name="S07-chip5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가구 옆에서 뛰기</a:t>
            </a:r>
            <a:endParaRPr lang="ko-KR" sz="2600" dirty="0"/>
          </a:p>
        </p:txBody>
      </p:sp>
      <p:sp>
        <p:nvSpPr>
          <p:cNvPr id="7" name="S07-text6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놀기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2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다섯까지 서기</a:t>
            </a:r>
            <a:endParaRPr lang="ko-KR" sz="2600" dirty="0"/>
          </a:p>
        </p:txBody>
      </p:sp>
      <p:sp>
        <p:nvSpPr>
          <p:cNvPr id="10" name="S07-text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손 씻기와 몸의 경계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거울 놀이</a:t>
            </a:r>
            <a:endParaRPr lang="ko-KR" sz="4400" dirty="0"/>
          </a:p>
        </p:txBody>
      </p:sp>
      <p:sp>
        <p:nvSpPr>
          <p:cNvPr id="3" name="S08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보고 똑같이 해요.</a:t>
            </a:r>
            <a:endParaRPr lang="ko-KR" sz="3200" dirty="0"/>
          </a:p>
        </p:txBody>
      </p:sp>
      <p:sp>
        <p:nvSpPr>
          <p:cNvPr id="4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천천히, 하나씩 따라 해요.</a:t>
            </a:r>
            <a:endParaRPr lang="ko-KR" sz="3200" dirty="0"/>
          </a:p>
        </p:txBody>
      </p:sp>
      <p:sp>
        <p:nvSpPr>
          <p:cNvPr id="6" name="S08-step67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엄마를 봐요</a:t>
            </a:r>
            <a:endParaRPr lang="ko-KR" sz="3000" dirty="0"/>
          </a:p>
        </p:txBody>
      </p:sp>
      <p:sp>
        <p:nvSpPr>
          <p:cNvPr id="7" name="S08-line6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9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해요</a:t>
            </a:r>
            <a:endParaRPr lang="ko-KR" sz="3000" dirty="0"/>
          </a:p>
        </p:txBody>
      </p:sp>
      <p:sp>
        <p:nvSpPr>
          <p:cNvPr id="9" name="S08-line7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1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걷기·달리기·균형 놀이</dc:title>
  <dc:subject>KR22-G01-PHE-MOVE-L01</dc:subject>
  <dc:creator>education-ppt</dc:creator>
  <cp:lastModifiedBy>education-ppt</cp:lastModifiedBy>
  <cp:revision>1</cp:revision>
  <dcterms:created xsi:type="dcterms:W3CDTF">2026-10-26T09:47:53Z</dcterms:created>
  <dcterms:modified xsi:type="dcterms:W3CDTF">2026-10-26T09:47:53Z</dcterms:modified>
</cp:coreProperties>
</file>