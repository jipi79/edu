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e0d340d1-e6c3-8103-1d1f-5523fbc2a75f}">
          <p14:sldIdLst>
            <p14:sldId id="256"/>
            <p14:sldId id="257"/>
          </p14:sldIdLst>
        </p14:section>
        <p14:section name="개념" id="{f0295b71-170e-ad64-29b9-653b9f1649e7}">
          <p14:sldIdLst>
            <p14:sldId id="258"/>
            <p14:sldId id="259"/>
            <p14:sldId id="261"/>
            <p14:sldId id="263"/>
            <p14:sldId id="264"/>
          </p14:sldIdLst>
        </p14:section>
        <p14:section name="연습" id="{91605db8-1bd8-104b-3678-2e89efdebca4}">
          <p14:sldIdLst>
            <p14:sldId id="260"/>
            <p14:sldId id="262"/>
            <p14:sldId id="265"/>
          </p14:sldIdLst>
        </p14:section>
        <p14:section name="개념" id="{9a4d0285-0119-397d-c718-8f81b0600770}">
          <p14:sldIdLst/>
        </p14:section>
        <p14:section name="연습" id="{1a86f1bb-565c-5ecf-035f-71d5061e2d57}">
          <p14:sldIdLst/>
        </p14:section>
        <p14:section name="개념" id="{ab3e37af-e84d-3e66-a2d5-aed7b85b1849}">
          <p14:sldIdLst/>
        </p14:section>
        <p14:section name="연습" id="{12d32a8f-02c7-1ba4-f8e0-a40baf446bdc}">
          <p14:sldIdLst/>
        </p14:section>
        <p14:section name="확인" id="{b765267f-a6c3-553c-473a-f254b8a1f935}">
          <p14:sldIdLst>
            <p14:sldId id="266"/>
          </p14:sldIdLst>
        </p14:section>
        <p14:section name="정리" id="{27a98a58-eefe-16c3-e6d6-ee7b3fcb0268}">
          <p14:sldIdLst>
            <p14:sldId id="267"/>
          </p14:sldIdLst>
        </p14:section>
        <p14:section name="보충" id="{66f1a4fa-0c28-8d16-5f34-9d558a8bdc7b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체육·보건·안전 · 몸과마음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체육·보건·안전 · 손 씻기와 몸의 경계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체육·보건·안전 · 손 씻기와 몸의 경계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체육·보건·안전 · 손 씻기와 몸의 경계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씻기와 몸의 경계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몸을 지키려면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할까?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비누로 30초 넘게 손을 씻어요.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내 마음과 ‘싫어요’를 말로 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손을 씻을까요?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 씻어야 할 때를 모두 골라요.</a:t>
            </a:r>
            <a:endParaRPr lang="ko-KR" sz="3200" dirty="0"/>
          </a:p>
        </p:txBody>
      </p:sp>
      <p:sp>
        <p:nvSpPr>
          <p:cNvPr id="4" name="S02-card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2-cardtext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 언제 씻을까요?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2-card7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2-cardtext8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 먹기 전</a:t>
            </a:r>
            <a:endParaRPr lang="ko-KR" sz="3200" dirty="0"/>
          </a:p>
        </p:txBody>
      </p:sp>
      <p:sp>
        <p:nvSpPr>
          <p:cNvPr id="9" name="S02-chip9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2-card10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2-cardtext11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텔레비전 볼 때</a:t>
            </a:r>
            <a:endParaRPr lang="ko-KR" sz="3200" dirty="0"/>
          </a:p>
        </p:txBody>
      </p:sp>
      <p:sp>
        <p:nvSpPr>
          <p:cNvPr id="12" name="S02-chip12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02-card13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2-cardtext14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화장실 다녀온 뒤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씻기 순서</a:t>
            </a:r>
            <a:endParaRPr lang="ko-KR" sz="4400" dirty="0"/>
          </a:p>
        </p:txBody>
      </p:sp>
      <p:sp>
        <p:nvSpPr>
          <p:cNvPr id="3" name="S03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비누로 30초 넘게 씻어요.</a:t>
            </a:r>
            <a:endParaRPr lang="ko-KR" sz="3200" dirty="0"/>
          </a:p>
        </p:txBody>
      </p:sp>
      <p:sp>
        <p:nvSpPr>
          <p:cNvPr id="5" name="S03-stepno17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3-text18"/>
          <p:cNvSpPr txBox="1"/>
          <p:nvPr/>
        </p:nvSpPr>
        <p:spPr>
          <a:xfrm>
            <a:off x="1325880" y="18790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물을 묻히고 비누칠해요.</a:t>
            </a:r>
            <a:endParaRPr lang="ko-KR" sz="3200" dirty="0"/>
          </a:p>
        </p:txBody>
      </p:sp>
      <p:sp>
        <p:nvSpPr>
          <p:cNvPr id="7" name="S03-stepno19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3-text20"/>
          <p:cNvSpPr txBox="1"/>
          <p:nvPr/>
        </p:nvSpPr>
        <p:spPr>
          <a:xfrm>
            <a:off x="1325880" y="259232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30까지 세며 문질러요.</a:t>
            </a:r>
            <a:endParaRPr lang="ko-KR" sz="3200" dirty="0"/>
          </a:p>
        </p:txBody>
      </p:sp>
      <p:sp>
        <p:nvSpPr>
          <p:cNvPr id="9" name="S03-stepno21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3-text22"/>
          <p:cNvSpPr txBox="1"/>
          <p:nvPr/>
        </p:nvSpPr>
        <p:spPr>
          <a:xfrm>
            <a:off x="1325880" y="330555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흐르는 물에 헹궈요.</a:t>
            </a:r>
            <a:endParaRPr lang="ko-KR" sz="3200" dirty="0"/>
          </a:p>
        </p:txBody>
      </p:sp>
      <p:sp>
        <p:nvSpPr>
          <p:cNvPr id="11" name="S03-stepno23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3-text24"/>
          <p:cNvSpPr txBox="1"/>
          <p:nvPr/>
        </p:nvSpPr>
        <p:spPr>
          <a:xfrm>
            <a:off x="1325880" y="40187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깨끗한 수건으로 닦아요.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여섯 곳을 문질러요</a:t>
            </a:r>
            <a:endParaRPr lang="ko-KR" sz="4400" dirty="0"/>
          </a:p>
        </p:txBody>
      </p:sp>
      <p:sp>
        <p:nvSpPr>
          <p:cNvPr id="3" name="S04-text2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비누 거품으로 차례대로 문질러요.</a:t>
            </a:r>
            <a:endParaRPr lang="ko-KR" sz="3200" dirty="0"/>
          </a:p>
        </p:txBody>
      </p:sp>
      <p:sp>
        <p:nvSpPr>
          <p:cNvPr id="4" name="S04-card26"/>
          <p:cNvSpPr/>
          <p:nvPr/>
        </p:nvSpPr>
        <p:spPr>
          <a:xfrm>
            <a:off x="548640" y="2011680"/>
            <a:ext cx="3544824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4-cardtext27"/>
          <p:cNvSpPr txBox="1"/>
          <p:nvPr/>
        </p:nvSpPr>
        <p:spPr>
          <a:xfrm>
            <a:off x="822960" y="2148840"/>
            <a:ext cx="299618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손바닥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손바닥끼리</a:t>
            </a:r>
            <a:endParaRPr lang="ko-KR" sz="3200" dirty="0"/>
          </a:p>
        </p:txBody>
      </p:sp>
      <p:sp>
        <p:nvSpPr>
          <p:cNvPr id="6" name="S04-card28"/>
          <p:cNvSpPr/>
          <p:nvPr/>
        </p:nvSpPr>
        <p:spPr>
          <a:xfrm>
            <a:off x="4322064" y="2011680"/>
            <a:ext cx="3544824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29"/>
          <p:cNvSpPr txBox="1"/>
          <p:nvPr/>
        </p:nvSpPr>
        <p:spPr>
          <a:xfrm>
            <a:off x="4596384" y="2148840"/>
            <a:ext cx="299618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손등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손바닥으로 손등을</a:t>
            </a:r>
            <a:endParaRPr lang="ko-KR" sz="3200" dirty="0"/>
          </a:p>
        </p:txBody>
      </p:sp>
      <p:sp>
        <p:nvSpPr>
          <p:cNvPr id="8" name="S04-card30"/>
          <p:cNvSpPr/>
          <p:nvPr/>
        </p:nvSpPr>
        <p:spPr>
          <a:xfrm>
            <a:off x="8095488" y="2011680"/>
            <a:ext cx="3544824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4-cardtext31"/>
          <p:cNvSpPr txBox="1"/>
          <p:nvPr/>
        </p:nvSpPr>
        <p:spPr>
          <a:xfrm>
            <a:off x="8369808" y="2148840"/>
            <a:ext cx="299618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손가락 사이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깍지를 끼고</a:t>
            </a:r>
            <a:endParaRPr lang="ko-KR" sz="3200" dirty="0"/>
          </a:p>
        </p:txBody>
      </p:sp>
      <p:sp>
        <p:nvSpPr>
          <p:cNvPr id="10" name="S04-card32"/>
          <p:cNvSpPr/>
          <p:nvPr/>
        </p:nvSpPr>
        <p:spPr>
          <a:xfrm>
            <a:off x="548640" y="4229100"/>
            <a:ext cx="3544824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4-cardtext33"/>
          <p:cNvSpPr txBox="1"/>
          <p:nvPr/>
        </p:nvSpPr>
        <p:spPr>
          <a:xfrm>
            <a:off x="822960" y="4366260"/>
            <a:ext cx="299618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손가락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손을 마주 잡고</a:t>
            </a:r>
            <a:endParaRPr lang="ko-KR" sz="3200" dirty="0"/>
          </a:p>
        </p:txBody>
      </p:sp>
      <p:sp>
        <p:nvSpPr>
          <p:cNvPr id="12" name="S04-card34"/>
          <p:cNvSpPr/>
          <p:nvPr/>
        </p:nvSpPr>
        <p:spPr>
          <a:xfrm>
            <a:off x="4322064" y="4229100"/>
            <a:ext cx="3544824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04-cardtext35"/>
          <p:cNvSpPr txBox="1"/>
          <p:nvPr/>
        </p:nvSpPr>
        <p:spPr>
          <a:xfrm>
            <a:off x="4596384" y="4366260"/>
            <a:ext cx="299618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엄지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돌려 가며</a:t>
            </a:r>
            <a:endParaRPr lang="ko-KR" sz="3200" dirty="0"/>
          </a:p>
        </p:txBody>
      </p:sp>
      <p:sp>
        <p:nvSpPr>
          <p:cNvPr id="14" name="S04-card36"/>
          <p:cNvSpPr/>
          <p:nvPr/>
        </p:nvSpPr>
        <p:spPr>
          <a:xfrm>
            <a:off x="8095488" y="4229100"/>
            <a:ext cx="3544824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5" name="S04-cardtext37"/>
          <p:cNvSpPr txBox="1"/>
          <p:nvPr/>
        </p:nvSpPr>
        <p:spPr>
          <a:xfrm>
            <a:off x="8369808" y="4366260"/>
            <a:ext cx="2996184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손톱 밑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손바닥에 대고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진짜로 씻어 봐요</a:t>
            </a:r>
            <a:endParaRPr lang="ko-KR" sz="4400" dirty="0"/>
          </a:p>
        </p:txBody>
      </p:sp>
      <p:sp>
        <p:nvSpPr>
          <p:cNvPr id="3" name="S05-text3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세면대에서 함께 해요.</a:t>
            </a:r>
            <a:endParaRPr lang="ko-KR" sz="3200" dirty="0"/>
          </a:p>
        </p:txBody>
      </p:sp>
      <p:sp>
        <p:nvSpPr>
          <p:cNvPr id="4" name="S05-card3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4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바닥의 물기에 미끄러지지 않게 해요.</a:t>
            </a:r>
            <a:endParaRPr lang="ko-KR" sz="3200" dirty="0"/>
          </a:p>
        </p:txBody>
      </p:sp>
      <p:sp>
        <p:nvSpPr>
          <p:cNvPr id="6" name="S05-card41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42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비누를 썼어요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30까지 셌어요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여섯 곳을 다 문질렀어요</a:t>
            </a:r>
            <a:endParaRPr lang="ko-KR" sz="26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수건으로 닦았어요</a:t>
            </a:r>
            <a:endParaRPr lang="ko-KR" sz="2600" dirty="0"/>
          </a:p>
        </p:txBody>
      </p:sp>
      <p:sp>
        <p:nvSpPr>
          <p:cNvPr id="8" name="S05-stepno43"/>
          <p:cNvSpPr txBox="1"/>
          <p:nvPr/>
        </p:nvSpPr>
        <p:spPr>
          <a:xfrm>
            <a:off x="548640" y="23571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5-text44"/>
          <p:cNvSpPr txBox="1"/>
          <p:nvPr/>
        </p:nvSpPr>
        <p:spPr>
          <a:xfrm>
            <a:off x="1325880" y="235712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물을 묻히고 비누칠해요.</a:t>
            </a:r>
            <a:endParaRPr lang="ko-KR" sz="3200" dirty="0"/>
          </a:p>
        </p:txBody>
      </p:sp>
      <p:sp>
        <p:nvSpPr>
          <p:cNvPr id="10" name="S05-stepno45"/>
          <p:cNvSpPr txBox="1"/>
          <p:nvPr/>
        </p:nvSpPr>
        <p:spPr>
          <a:xfrm>
            <a:off x="548640" y="3116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05-text46"/>
          <p:cNvSpPr txBox="1"/>
          <p:nvPr/>
        </p:nvSpPr>
        <p:spPr>
          <a:xfrm>
            <a:off x="1325880" y="3070352"/>
            <a:ext cx="5122012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30까지 세며 여섯 곳을 문질러요.</a:t>
            </a:r>
            <a:endParaRPr lang="ko-KR" sz="3200" dirty="0"/>
          </a:p>
        </p:txBody>
      </p:sp>
      <p:sp>
        <p:nvSpPr>
          <p:cNvPr id="12" name="S05-stepno47"/>
          <p:cNvSpPr txBox="1"/>
          <p:nvPr/>
        </p:nvSpPr>
        <p:spPr>
          <a:xfrm>
            <a:off x="548640" y="42265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05-text48"/>
          <p:cNvSpPr txBox="1"/>
          <p:nvPr/>
        </p:nvSpPr>
        <p:spPr>
          <a:xfrm>
            <a:off x="1325880" y="422656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헹구고 수건으로 닦아요.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마음을 말해요</a:t>
            </a:r>
            <a:endParaRPr lang="ko-KR" sz="4400" dirty="0"/>
          </a:p>
        </p:txBody>
      </p:sp>
      <p:sp>
        <p:nvSpPr>
          <p:cNvPr id="3" name="S06-card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마음이든 말로 해도 괜찮아요.</a:t>
            </a:r>
            <a:endParaRPr lang="ko-KR" sz="3200" dirty="0"/>
          </a:p>
        </p:txBody>
      </p:sp>
      <p:sp>
        <p:nvSpPr>
          <p:cNvPr id="5" name="S06-word51"/>
          <p:cNvSpPr txBox="1"/>
          <p:nvPr/>
        </p:nvSpPr>
        <p:spPr>
          <a:xfrm>
            <a:off x="548640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기뻐요</a:t>
            </a:r>
            <a:endParaRPr lang="ko-KR" sz="3600" dirty="0"/>
          </a:p>
        </p:txBody>
      </p:sp>
      <p:sp>
        <p:nvSpPr>
          <p:cNvPr id="6" name="S06-word52"/>
          <p:cNvSpPr txBox="1"/>
          <p:nvPr/>
        </p:nvSpPr>
        <p:spPr>
          <a:xfrm>
            <a:off x="4337304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슬퍼요</a:t>
            </a:r>
            <a:endParaRPr lang="ko-KR" sz="3600" dirty="0"/>
          </a:p>
        </p:txBody>
      </p:sp>
      <p:sp>
        <p:nvSpPr>
          <p:cNvPr id="7" name="S06-word53"/>
          <p:cNvSpPr txBox="1"/>
          <p:nvPr/>
        </p:nvSpPr>
        <p:spPr>
          <a:xfrm>
            <a:off x="8125968" y="134874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화나요</a:t>
            </a:r>
            <a:endParaRPr lang="ko-KR" sz="3600" dirty="0"/>
          </a:p>
        </p:txBody>
      </p:sp>
      <p:sp>
        <p:nvSpPr>
          <p:cNvPr id="8" name="S06-word54"/>
          <p:cNvSpPr txBox="1"/>
          <p:nvPr/>
        </p:nvSpPr>
        <p:spPr>
          <a:xfrm>
            <a:off x="548640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무서워요</a:t>
            </a:r>
            <a:endParaRPr lang="ko-KR" sz="3600" dirty="0"/>
          </a:p>
        </p:txBody>
      </p:sp>
      <p:sp>
        <p:nvSpPr>
          <p:cNvPr id="9" name="S06-word55"/>
          <p:cNvSpPr txBox="1"/>
          <p:nvPr/>
        </p:nvSpPr>
        <p:spPr>
          <a:xfrm>
            <a:off x="4337304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걱정돼요</a:t>
            </a:r>
            <a:endParaRPr lang="ko-KR" sz="3600" dirty="0"/>
          </a:p>
        </p:txBody>
      </p:sp>
      <p:sp>
        <p:nvSpPr>
          <p:cNvPr id="10" name="S06-word56"/>
          <p:cNvSpPr txBox="1"/>
          <p:nvPr/>
        </p:nvSpPr>
        <p:spPr>
          <a:xfrm>
            <a:off x="8125968" y="3360420"/>
            <a:ext cx="351434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싫어요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마음일까요?</a:t>
            </a:r>
            <a:endParaRPr lang="ko-KR" sz="4400" dirty="0"/>
          </a:p>
        </p:txBody>
      </p:sp>
      <p:sp>
        <p:nvSpPr>
          <p:cNvPr id="3" name="S07-card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7-cardtext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‘나는 ~해서 ~해요.’로 말해요.</a:t>
            </a:r>
            <a:endParaRPr lang="ko-KR" sz="3200" dirty="0"/>
          </a:p>
        </p:txBody>
      </p:sp>
      <p:sp>
        <p:nvSpPr>
          <p:cNvPr id="5" name="S07-chip59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7-text60"/>
          <p:cNvSpPr txBox="1"/>
          <p:nvPr/>
        </p:nvSpPr>
        <p:spPr>
          <a:xfrm>
            <a:off x="1344168" y="132588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내 블록을 무너뜨렸어요.</a:t>
            </a:r>
            <a:endParaRPr lang="ko-KR" sz="3200" dirty="0"/>
          </a:p>
        </p:txBody>
      </p:sp>
      <p:sp>
        <p:nvSpPr>
          <p:cNvPr id="7" name="S07-chip61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7-text62"/>
          <p:cNvSpPr txBox="1"/>
          <p:nvPr/>
        </p:nvSpPr>
        <p:spPr>
          <a:xfrm>
            <a:off x="1344168" y="265176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생일 선물을 받았어요.</a:t>
            </a:r>
            <a:endParaRPr lang="ko-KR" sz="3200" dirty="0"/>
          </a:p>
        </p:txBody>
      </p:sp>
      <p:sp>
        <p:nvSpPr>
          <p:cNvPr id="9" name="S07-chip63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07-text64"/>
          <p:cNvSpPr txBox="1"/>
          <p:nvPr/>
        </p:nvSpPr>
        <p:spPr>
          <a:xfrm>
            <a:off x="1344168" y="397764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밤에 천둥이 크게 쳤어요.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몸의 주인은 나</a:t>
            </a:r>
            <a:endParaRPr lang="ko-KR" sz="4400" dirty="0"/>
          </a:p>
        </p:txBody>
      </p:sp>
      <p:sp>
        <p:nvSpPr>
          <p:cNvPr id="3" name="S08-card6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6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사람의 몸도 소중해요.</a:t>
            </a:r>
            <a:endParaRPr lang="ko-KR" sz="3200" dirty="0"/>
          </a:p>
        </p:txBody>
      </p:sp>
      <p:sp>
        <p:nvSpPr>
          <p:cNvPr id="5" name="S08-card67"/>
          <p:cNvSpPr/>
          <p:nvPr/>
        </p:nvSpPr>
        <p:spPr>
          <a:xfrm>
            <a:off x="548640" y="16916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8-cardtext68"/>
          <p:cNvSpPr txBox="1"/>
          <p:nvPr/>
        </p:nvSpPr>
        <p:spPr>
          <a:xfrm>
            <a:off x="822960" y="18288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몸은 소중해요. 주인은 나예요.</a:t>
            </a:r>
            <a:endParaRPr lang="ko-KR" sz="3200" dirty="0"/>
          </a:p>
        </p:txBody>
      </p:sp>
      <p:sp>
        <p:nvSpPr>
          <p:cNvPr id="7" name="S08-card69"/>
          <p:cNvSpPr/>
          <p:nvPr/>
        </p:nvSpPr>
        <p:spPr>
          <a:xfrm>
            <a:off x="548640" y="278892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8-cardtext70"/>
          <p:cNvSpPr txBox="1"/>
          <p:nvPr/>
        </p:nvSpPr>
        <p:spPr>
          <a:xfrm>
            <a:off x="822960" y="292608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속옷으로 가리는 곳은 남이 보거나 만지지 않아요.</a:t>
            </a:r>
            <a:endParaRPr lang="ko-KR" sz="3200" dirty="0"/>
          </a:p>
        </p:txBody>
      </p:sp>
      <p:sp>
        <p:nvSpPr>
          <p:cNvPr id="9" name="S08-card71"/>
          <p:cNvSpPr/>
          <p:nvPr/>
        </p:nvSpPr>
        <p:spPr>
          <a:xfrm>
            <a:off x="548640" y="388620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8-cardtext72"/>
          <p:cNvSpPr txBox="1"/>
          <p:nvPr/>
        </p:nvSpPr>
        <p:spPr>
          <a:xfrm>
            <a:off x="822960" y="402336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싫은 느낌이 들면 ‘싫어요!’ 해도 돼요.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싫은 느낌이 들면</a:t>
            </a:r>
            <a:endParaRPr lang="ko-KR" sz="4400" dirty="0"/>
          </a:p>
        </p:txBody>
      </p:sp>
      <p:sp>
        <p:nvSpPr>
          <p:cNvPr id="3" name="S09-card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비밀로 하라고 해도 말해요. 내 잘못이 아니에요.</a:t>
            </a:r>
            <a:endParaRPr lang="ko-KR" sz="3200" dirty="0"/>
          </a:p>
        </p:txBody>
      </p:sp>
      <p:sp>
        <p:nvSpPr>
          <p:cNvPr id="5" name="S09-stepno75"/>
          <p:cNvSpPr txBox="1"/>
          <p:nvPr/>
        </p:nvSpPr>
        <p:spPr>
          <a:xfrm>
            <a:off x="548640" y="22357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9-text76"/>
          <p:cNvSpPr txBox="1"/>
          <p:nvPr/>
        </p:nvSpPr>
        <p:spPr>
          <a:xfrm>
            <a:off x="1325880" y="223570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‘싫어요! 하지 마세요!’ 말해요.</a:t>
            </a:r>
            <a:endParaRPr lang="ko-KR" sz="3200" dirty="0"/>
          </a:p>
        </p:txBody>
      </p:sp>
      <p:sp>
        <p:nvSpPr>
          <p:cNvPr id="7" name="S09-stepno77"/>
          <p:cNvSpPr txBox="1"/>
          <p:nvPr/>
        </p:nvSpPr>
        <p:spPr>
          <a:xfrm>
            <a:off x="548640" y="29489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9-text78"/>
          <p:cNvSpPr txBox="1"/>
          <p:nvPr/>
        </p:nvSpPr>
        <p:spPr>
          <a:xfrm>
            <a:off x="1325880" y="294894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자리를 떠나요.</a:t>
            </a:r>
            <a:endParaRPr lang="ko-KR" sz="3200" dirty="0"/>
          </a:p>
        </p:txBody>
      </p:sp>
      <p:sp>
        <p:nvSpPr>
          <p:cNvPr id="9" name="S09-stepno79"/>
          <p:cNvSpPr txBox="1"/>
          <p:nvPr/>
        </p:nvSpPr>
        <p:spPr>
          <a:xfrm>
            <a:off x="548640" y="3662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9-text80"/>
          <p:cNvSpPr txBox="1"/>
          <p:nvPr/>
        </p:nvSpPr>
        <p:spPr>
          <a:xfrm>
            <a:off x="1325880" y="366217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믿을 수 있는 어른에게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이럴 때 어떻게 할까요?</a:t>
            </a:r>
            <a:endParaRPr lang="ko-KR" sz="4400" dirty="0"/>
          </a:p>
        </p:txBody>
      </p:sp>
      <p:sp>
        <p:nvSpPr>
          <p:cNvPr id="3" name="S10-text8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말과 행동으로 해 봐요.</a:t>
            </a:r>
            <a:endParaRPr lang="ko-KR" sz="3200" dirty="0"/>
          </a:p>
        </p:txBody>
      </p:sp>
      <p:sp>
        <p:nvSpPr>
          <p:cNvPr id="4" name="S10-card8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8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싫어요! → 떠나요 → 말해요</a:t>
            </a:r>
            <a:endParaRPr lang="ko-KR" sz="3200" dirty="0"/>
          </a:p>
        </p:txBody>
      </p:sp>
      <p:sp>
        <p:nvSpPr>
          <p:cNvPr id="6" name="S10-chip84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10-text85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이모가 꼭 안아 주는데, 지금은 싫어요.</a:t>
            </a:r>
            <a:endParaRPr lang="ko-KR" sz="3200" dirty="0"/>
          </a:p>
        </p:txBody>
      </p:sp>
      <p:sp>
        <p:nvSpPr>
          <p:cNvPr id="8" name="S10-chip86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10-text87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속옷 속을 보여 달래요.</a:t>
            </a:r>
            <a:endParaRPr lang="ko-KR" sz="3200" dirty="0"/>
          </a:p>
        </p:txBody>
      </p:sp>
      <p:sp>
        <p:nvSpPr>
          <p:cNvPr id="10" name="S10-chip88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10-text89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내 몸을 만지고 ‘비밀이야.’ 했어요.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1-chip90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11-text91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씻기 여섯 곳을 몸으로 보여 줘요.</a:t>
            </a:r>
            <a:endParaRPr lang="ko-KR" sz="3200" dirty="0"/>
          </a:p>
        </p:txBody>
      </p:sp>
      <p:sp>
        <p:nvSpPr>
          <p:cNvPr id="5" name="S11-chip92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11-text93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내 마음을 말해요.</a:t>
            </a:r>
            <a:endParaRPr lang="ko-KR" sz="3200" dirty="0"/>
          </a:p>
        </p:txBody>
      </p:sp>
      <p:sp>
        <p:nvSpPr>
          <p:cNvPr id="7" name="S11-chip94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11-text95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싫은 느낌이 들 때 할 일 세 가지는?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96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97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몸의 주인은 나예요.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싫으면 ‘싫어요!’ 하고 어른에게 말해요.</a:t>
            </a:r>
            <a:endParaRPr lang="ko-KR" sz="3200" dirty="0"/>
          </a:p>
        </p:txBody>
      </p:sp>
      <p:sp>
        <p:nvSpPr>
          <p:cNvPr id="5" name="S13-chip98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비누로 30초 넘게 씻기</a:t>
            </a:r>
            <a:endParaRPr lang="ko-KR" sz="2600" dirty="0"/>
          </a:p>
        </p:txBody>
      </p:sp>
      <p:sp>
        <p:nvSpPr>
          <p:cNvPr id="6" name="S13-chip99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싫은 일을 비밀로 하기</a:t>
            </a:r>
            <a:endParaRPr lang="ko-KR" sz="2600" dirty="0"/>
          </a:p>
        </p:txBody>
      </p:sp>
      <p:sp>
        <p:nvSpPr>
          <p:cNvPr id="7" name="S13-text100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101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손 씻기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여섯 곳 보여 주기</a:t>
            </a:r>
            <a:endParaRPr lang="ko-KR" sz="2600" dirty="0"/>
          </a:p>
        </p:txBody>
      </p:sp>
      <p:sp>
        <p:nvSpPr>
          <p:cNvPr id="9" name="S13-text102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지금 내 마음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말하기</a:t>
            </a:r>
            <a:endParaRPr lang="ko-KR" sz="2600" dirty="0"/>
          </a:p>
        </p:txBody>
      </p:sp>
      <p:sp>
        <p:nvSpPr>
          <p:cNvPr id="10" name="S13-text103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싫을 때 할 일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</a:t>
            </a:r>
            <a:endParaRPr lang="ko-KR" sz="2600" dirty="0"/>
          </a:p>
        </p:txBody>
      </p:sp>
      <p:sp>
        <p:nvSpPr>
          <p:cNvPr id="11" name="S13-text10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등하굣길과 놀이 안전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왜 손을 씻을까?</a:t>
            </a:r>
            <a:endParaRPr lang="ko-KR" sz="4400" dirty="0"/>
          </a:p>
        </p:txBody>
      </p:sp>
      <p:sp>
        <p:nvSpPr>
          <p:cNvPr id="3" name="S14-text10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눈에 안 보이는 세균이 옮아요.</a:t>
            </a:r>
            <a:endParaRPr lang="ko-KR" sz="3200" dirty="0"/>
          </a:p>
        </p:txBody>
      </p:sp>
      <p:sp>
        <p:nvSpPr>
          <p:cNvPr id="4" name="S14-card10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0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먹기 전, 화장실 뒤에 씻어요.</a:t>
            </a:r>
            <a:endParaRPr lang="ko-KR" sz="3200" dirty="0"/>
          </a:p>
        </p:txBody>
      </p:sp>
      <p:sp>
        <p:nvSpPr>
          <p:cNvPr id="6" name="S14-step108"/>
          <p:cNvSpPr txBox="1"/>
          <p:nvPr/>
        </p:nvSpPr>
        <p:spPr>
          <a:xfrm>
            <a:off x="1293876" y="2834640"/>
            <a:ext cx="2926080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문손잡이</a:t>
            </a:r>
            <a:endParaRPr lang="ko-KR" sz="3000" dirty="0"/>
          </a:p>
        </p:txBody>
      </p:sp>
      <p:sp>
        <p:nvSpPr>
          <p:cNvPr id="7" name="S14-line109"/>
          <p:cNvSpPr/>
          <p:nvPr/>
        </p:nvSpPr>
        <p:spPr>
          <a:xfrm>
            <a:off x="427482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14-step110"/>
          <p:cNvSpPr txBox="1"/>
          <p:nvPr/>
        </p:nvSpPr>
        <p:spPr>
          <a:xfrm>
            <a:off x="4631436" y="2834640"/>
            <a:ext cx="2926080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손</a:t>
            </a:r>
            <a:endParaRPr lang="ko-KR" sz="3000" dirty="0"/>
          </a:p>
        </p:txBody>
      </p:sp>
      <p:sp>
        <p:nvSpPr>
          <p:cNvPr id="9" name="S14-line111"/>
          <p:cNvSpPr/>
          <p:nvPr/>
        </p:nvSpPr>
        <p:spPr>
          <a:xfrm>
            <a:off x="761238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14-step112"/>
          <p:cNvSpPr txBox="1"/>
          <p:nvPr/>
        </p:nvSpPr>
        <p:spPr>
          <a:xfrm>
            <a:off x="7968996" y="2834640"/>
            <a:ext cx="2926080" cy="1463040"/>
          </a:xfrm>
          <a:prstGeom prst="roundRect">
            <a:avLst>
              <a:gd name="adj" fmla="val 75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입·눈·코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체육·보건·안전 손 씻기와 몸의 경계</dc:title>
  <dc:subject>KR22-G01-PHE-HANDWASH-L01</dc:subject>
  <dc:creator>education-ppt</dc:creator>
  <cp:lastModifiedBy>education-ppt</cp:lastModifiedBy>
  <cp:revision>1</cp:revision>
  <dcterms:created xsi:type="dcterms:W3CDTF">2026-10-26T09:58:38Z</dcterms:created>
  <dcterms:modified xsi:type="dcterms:W3CDTF">2026-10-26T09:58:38Z</dcterms:modified>
</cp:coreProperties>
</file>