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17fc912-9dcd-f085-c9eb-a11021bdafe2}">
          <p14:sldIdLst>
            <p14:sldId id="256"/>
            <p14:sldId id="257"/>
          </p14:sldIdLst>
        </p14:section>
        <p14:section name="개념" id="{ea09717d-e529-dc8c-994d-cc19e9a4bfc1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494b8bd7-9777-85a3-88cd-9d2f47030fe5}">
          <p14:sldIdLst>
            <p14:sldId id="260"/>
            <p14:sldId id="262"/>
            <p14:sldId id="265"/>
          </p14:sldIdLst>
        </p14:section>
        <p14:section name="개념" id="{92ec2b9d-5d5d-6870-e230-9c41672cbe90}">
          <p14:sldIdLst/>
        </p14:section>
        <p14:section name="연습" id="{9ea817cc-d838-4a1a-cf22-51d710afe06b}">
          <p14:sldIdLst/>
        </p14:section>
        <p14:section name="개념" id="{9c66eb87-76bb-78f1-188d-b878cdf6aee4}">
          <p14:sldIdLst/>
        </p14:section>
        <p14:section name="연습" id="{229670f1-f1a0-29f8-ac07-7dfe0e909efe}">
          <p14:sldIdLst/>
        </p14:section>
        <p14:section name="확인" id="{63de81e8-4149-2520-6ac5-b9a58a5212e9}">
          <p14:sldIdLst>
            <p14:sldId id="266"/>
          </p14:sldIdLst>
        </p14:section>
        <p14:section name="정리" id="{1210aa41-0a75-3811-39a0-45403a4943af}">
          <p14:sldIdLst>
            <p14:sldId id="267"/>
          </p14:sldIdLst>
        </p14:section>
        <p14:section name="보충" id="{a2b98187-b9ee-b4ab-4c0d-4fa12e740ab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몸과마음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몸의 경계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몸을 지키려면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비누로 30초 넘게 손을 씻어요.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마음과 ‘싫어요’를 말로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손을 씻을까요?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씻어야 할 때를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언제 씻을까요?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 전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볼 때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다녀온 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순서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넘게 씻어요.</a:t>
            </a:r>
            <a:endParaRPr lang="ko-KR" sz="3200" dirty="0"/>
          </a:p>
        </p:txBody>
      </p:sp>
      <p:sp>
        <p:nvSpPr>
          <p:cNvPr id="5" name="S03-stepno1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8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묻히고 비누칠해요.</a:t>
            </a:r>
            <a:endParaRPr lang="ko-KR" sz="3200" dirty="0"/>
          </a:p>
        </p:txBody>
      </p:sp>
      <p:sp>
        <p:nvSpPr>
          <p:cNvPr id="7" name="S03-stepno1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20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30까지 세며 문질러요.</a:t>
            </a:r>
            <a:endParaRPr lang="ko-KR" sz="3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헹궈요.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수건으로 닦아요.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곳을 문질러요</a:t>
            </a:r>
            <a:endParaRPr lang="ko-KR" sz="44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 거품으로 차례대로 문질러요.</a:t>
            </a:r>
            <a:endParaRPr lang="ko-KR" sz="3200" dirty="0"/>
          </a:p>
        </p:txBody>
      </p:sp>
      <p:sp>
        <p:nvSpPr>
          <p:cNvPr id="4" name="S04-card26"/>
          <p:cNvSpPr/>
          <p:nvPr/>
        </p:nvSpPr>
        <p:spPr>
          <a:xfrm>
            <a:off x="548640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손바닥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손바닥끼리</a:t>
            </a:r>
            <a:endParaRPr lang="ko-KR" sz="3200" dirty="0"/>
          </a:p>
        </p:txBody>
      </p:sp>
      <p:sp>
        <p:nvSpPr>
          <p:cNvPr id="6" name="S04-card28"/>
          <p:cNvSpPr/>
          <p:nvPr/>
        </p:nvSpPr>
        <p:spPr>
          <a:xfrm>
            <a:off x="4322064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9"/>
          <p:cNvSpPr txBox="1"/>
          <p:nvPr/>
        </p:nvSpPr>
        <p:spPr>
          <a:xfrm>
            <a:off x="4596384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손등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손바닥으로 손등을</a:t>
            </a:r>
            <a:endParaRPr lang="ko-KR" sz="3200" dirty="0"/>
          </a:p>
        </p:txBody>
      </p:sp>
      <p:sp>
        <p:nvSpPr>
          <p:cNvPr id="8" name="S04-card30"/>
          <p:cNvSpPr/>
          <p:nvPr/>
        </p:nvSpPr>
        <p:spPr>
          <a:xfrm>
            <a:off x="8095488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1"/>
          <p:cNvSpPr txBox="1"/>
          <p:nvPr/>
        </p:nvSpPr>
        <p:spPr>
          <a:xfrm>
            <a:off x="8369808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손가락 사이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깍지를 끼고</a:t>
            </a:r>
            <a:endParaRPr lang="ko-KR" sz="3200" dirty="0"/>
          </a:p>
        </p:txBody>
      </p:sp>
      <p:sp>
        <p:nvSpPr>
          <p:cNvPr id="10" name="S04-card32"/>
          <p:cNvSpPr/>
          <p:nvPr/>
        </p:nvSpPr>
        <p:spPr>
          <a:xfrm>
            <a:off x="548640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3"/>
          <p:cNvSpPr txBox="1"/>
          <p:nvPr/>
        </p:nvSpPr>
        <p:spPr>
          <a:xfrm>
            <a:off x="822960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손가락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마주 잡고</a:t>
            </a:r>
            <a:endParaRPr lang="ko-KR" sz="3200" dirty="0"/>
          </a:p>
        </p:txBody>
      </p:sp>
      <p:sp>
        <p:nvSpPr>
          <p:cNvPr id="12" name="S04-card34"/>
          <p:cNvSpPr/>
          <p:nvPr/>
        </p:nvSpPr>
        <p:spPr>
          <a:xfrm>
            <a:off x="4322064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35"/>
          <p:cNvSpPr txBox="1"/>
          <p:nvPr/>
        </p:nvSpPr>
        <p:spPr>
          <a:xfrm>
            <a:off x="4596384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엄지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가며</a:t>
            </a:r>
            <a:endParaRPr lang="ko-KR" sz="3200" dirty="0"/>
          </a:p>
        </p:txBody>
      </p:sp>
      <p:sp>
        <p:nvSpPr>
          <p:cNvPr id="14" name="S04-card36"/>
          <p:cNvSpPr/>
          <p:nvPr/>
        </p:nvSpPr>
        <p:spPr>
          <a:xfrm>
            <a:off x="8095488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4-cardtext37"/>
          <p:cNvSpPr txBox="1"/>
          <p:nvPr/>
        </p:nvSpPr>
        <p:spPr>
          <a:xfrm>
            <a:off x="8369808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손톱 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손바닥에 대고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진짜로 씻어 봐요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세면대에서 함께 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바닥의 물기에 미끄러지지 않게 해요.</a:t>
            </a:r>
            <a:endParaRPr lang="ko-KR" sz="3200" dirty="0"/>
          </a:p>
        </p:txBody>
      </p:sp>
      <p:sp>
        <p:nvSpPr>
          <p:cNvPr id="6" name="S05-card4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비누를 썼어요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30까지 셌어요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곳을 다 문질렀어요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수건으로 닦았어요</a:t>
            </a:r>
            <a:endParaRPr lang="ko-KR" sz="2600" dirty="0"/>
          </a:p>
        </p:txBody>
      </p:sp>
      <p:sp>
        <p:nvSpPr>
          <p:cNvPr id="8" name="S05-stepno43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4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묻히고 비누칠해요.</a:t>
            </a:r>
            <a:endParaRPr lang="ko-KR" sz="3200" dirty="0"/>
          </a:p>
        </p:txBody>
      </p:sp>
      <p:sp>
        <p:nvSpPr>
          <p:cNvPr id="10" name="S05-stepno45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6"/>
          <p:cNvSpPr txBox="1"/>
          <p:nvPr/>
        </p:nvSpPr>
        <p:spPr>
          <a:xfrm>
            <a:off x="1325880" y="30703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30까지 세며 여섯 곳을 문질러요.</a:t>
            </a:r>
            <a:endParaRPr lang="ko-KR" sz="3200" dirty="0"/>
          </a:p>
        </p:txBody>
      </p:sp>
      <p:sp>
        <p:nvSpPr>
          <p:cNvPr id="12" name="S05-stepno47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8"/>
          <p:cNvSpPr txBox="1"/>
          <p:nvPr/>
        </p:nvSpPr>
        <p:spPr>
          <a:xfrm>
            <a:off x="1325880" y="42265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헹구고 수건으로 닦아요.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마음을 말해요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마음이든 말로 해도 괜찮아요.</a:t>
            </a:r>
            <a:endParaRPr lang="ko-KR" sz="3200" dirty="0"/>
          </a:p>
        </p:txBody>
      </p:sp>
      <p:sp>
        <p:nvSpPr>
          <p:cNvPr id="5" name="S06-word5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6" name="S06-word5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7" name="S06-word5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8" name="S06-word5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600" dirty="0"/>
          </a:p>
        </p:txBody>
      </p:sp>
      <p:sp>
        <p:nvSpPr>
          <p:cNvPr id="9" name="S06-word5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10" name="S06-word5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400" dirty="0"/>
          </a:p>
        </p:txBody>
      </p:sp>
      <p:sp>
        <p:nvSpPr>
          <p:cNvPr id="3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~해서 ~해요.’로 말해요.</a:t>
            </a:r>
            <a:endParaRPr lang="ko-KR" sz="3200" dirty="0"/>
          </a:p>
        </p:txBody>
      </p:sp>
      <p:sp>
        <p:nvSpPr>
          <p:cNvPr id="5" name="S07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6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블록을 무너뜨렸어요.</a:t>
            </a:r>
            <a:endParaRPr lang="ko-KR" sz="3200" dirty="0"/>
          </a:p>
        </p:txBody>
      </p:sp>
      <p:sp>
        <p:nvSpPr>
          <p:cNvPr id="7" name="S07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6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선물을 받았어요.</a:t>
            </a:r>
            <a:endParaRPr lang="ko-KR" sz="3200" dirty="0"/>
          </a:p>
        </p:txBody>
      </p:sp>
      <p:sp>
        <p:nvSpPr>
          <p:cNvPr id="9" name="S07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6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천둥이 크게 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사람의 몸도 소중해요.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16916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18288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 소중해요. 주인은 나예요.</a:t>
            </a:r>
            <a:endParaRPr lang="ko-KR" sz="3200" dirty="0"/>
          </a:p>
        </p:txBody>
      </p:sp>
      <p:sp>
        <p:nvSpPr>
          <p:cNvPr id="7" name="S08-card69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0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속옷으로 가리는 곳은 남이 보거나 만지지 않아요.</a:t>
            </a:r>
            <a:endParaRPr lang="ko-KR" sz="3200" dirty="0"/>
          </a:p>
        </p:txBody>
      </p:sp>
      <p:sp>
        <p:nvSpPr>
          <p:cNvPr id="9" name="S08-card71"/>
          <p:cNvSpPr/>
          <p:nvPr/>
        </p:nvSpPr>
        <p:spPr>
          <a:xfrm>
            <a:off x="548640" y="3886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72"/>
          <p:cNvSpPr txBox="1"/>
          <p:nvPr/>
        </p:nvSpPr>
        <p:spPr>
          <a:xfrm>
            <a:off x="822960" y="40233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 ‘싫어요!’ 해도 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비밀로 하라고 해도 말해요. 내 잘못이 아니에요.</a:t>
            </a:r>
            <a:endParaRPr lang="ko-KR" sz="3200" dirty="0"/>
          </a:p>
        </p:txBody>
      </p:sp>
      <p:sp>
        <p:nvSpPr>
          <p:cNvPr id="5" name="S09-stepno75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76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 하지 마세요!’ 말해요.</a:t>
            </a:r>
            <a:endParaRPr lang="ko-KR" sz="3200" dirty="0"/>
          </a:p>
        </p:txBody>
      </p:sp>
      <p:sp>
        <p:nvSpPr>
          <p:cNvPr id="7" name="S09-stepno77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78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자리를 떠나요.</a:t>
            </a:r>
            <a:endParaRPr lang="ko-KR" sz="3200" dirty="0"/>
          </a:p>
        </p:txBody>
      </p:sp>
      <p:sp>
        <p:nvSpPr>
          <p:cNvPr id="9" name="S09-stepno79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0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행동으로 해 봐요.</a:t>
            </a:r>
            <a:endParaRPr lang="ko-KR" sz="3200" dirty="0"/>
          </a:p>
        </p:txBody>
      </p:sp>
      <p:sp>
        <p:nvSpPr>
          <p:cNvPr id="4" name="S10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싫어요! → 떠나요 → 말해요</a:t>
            </a:r>
            <a:endParaRPr lang="ko-KR" sz="3200" dirty="0"/>
          </a:p>
        </p:txBody>
      </p:sp>
      <p:sp>
        <p:nvSpPr>
          <p:cNvPr id="6" name="S10-chip8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8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이모가 꼭 안아 주는데, 지금은 싫어요.</a:t>
            </a:r>
            <a:endParaRPr lang="ko-KR" sz="3200" dirty="0"/>
          </a:p>
        </p:txBody>
      </p:sp>
      <p:sp>
        <p:nvSpPr>
          <p:cNvPr id="8" name="S10-chip8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속옷 속을 보여 달래요.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 몸을 만지고 ‘비밀이야.’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여섯 곳을 몸으로 보여 줘요.</a:t>
            </a:r>
            <a:endParaRPr lang="ko-KR" sz="3200" dirty="0"/>
          </a:p>
        </p:txBody>
      </p:sp>
      <p:sp>
        <p:nvSpPr>
          <p:cNvPr id="5" name="S11-chip9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마음을 말해요.</a:t>
            </a:r>
            <a:endParaRPr lang="ko-KR" sz="3200" dirty="0"/>
          </a:p>
        </p:txBody>
      </p:sp>
      <p:sp>
        <p:nvSpPr>
          <p:cNvPr id="7" name="S11-chip9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 때 할 일 세 가지는?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싫으면 ‘싫어요!’ 하고 어른에게 말해요.</a:t>
            </a:r>
            <a:endParaRPr lang="ko-KR" sz="3200" dirty="0"/>
          </a:p>
        </p:txBody>
      </p:sp>
      <p:sp>
        <p:nvSpPr>
          <p:cNvPr id="5" name="S13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비누로 30초 넘게 씻기</a:t>
            </a:r>
            <a:endParaRPr lang="ko-KR" sz="2600" dirty="0"/>
          </a:p>
        </p:txBody>
      </p:sp>
      <p:sp>
        <p:nvSpPr>
          <p:cNvPr id="6" name="S13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싫은 일을 비밀로 하기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 씻기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곳 보여 주기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지금 내 마음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ko-KR" sz="2600" dirty="0"/>
          </a:p>
        </p:txBody>
      </p:sp>
      <p:sp>
        <p:nvSpPr>
          <p:cNvPr id="10" name="S13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싫을 때 할 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등하굣길과 놀이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왜 손을 씻을까?</a:t>
            </a:r>
            <a:endParaRPr lang="ko-KR" sz="4400" dirty="0"/>
          </a:p>
        </p:txBody>
      </p:sp>
      <p:sp>
        <p:nvSpPr>
          <p:cNvPr id="3" name="S14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안 보이는 세균이 옮아요.</a:t>
            </a:r>
            <a:endParaRPr lang="ko-KR" sz="3200" dirty="0"/>
          </a:p>
        </p:txBody>
      </p:sp>
      <p:sp>
        <p:nvSpPr>
          <p:cNvPr id="4" name="S14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먹기 전, 화장실 뒤에 씻어요.</a:t>
            </a:r>
            <a:endParaRPr lang="ko-KR" sz="3200" dirty="0"/>
          </a:p>
        </p:txBody>
      </p:sp>
      <p:sp>
        <p:nvSpPr>
          <p:cNvPr id="6" name="S14-step10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문손잡이</a:t>
            </a:r>
            <a:endParaRPr lang="ko-KR" sz="3000" dirty="0"/>
          </a:p>
        </p:txBody>
      </p:sp>
      <p:sp>
        <p:nvSpPr>
          <p:cNvPr id="7" name="S14-line10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11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손</a:t>
            </a:r>
            <a:endParaRPr lang="ko-KR" sz="3000" dirty="0"/>
          </a:p>
        </p:txBody>
      </p:sp>
      <p:sp>
        <p:nvSpPr>
          <p:cNvPr id="9" name="S14-line11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1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입·눈·코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손 씻기와 몸의 경계</dc:title>
  <dc:subject>KR22-G01-PHE-HANDWASH-L01</dc:subject>
  <dc:creator>education-ppt</dc:creator>
  <cp:lastModifiedBy>education-ppt</cp:lastModifiedBy>
  <cp:revision>1</cp:revision>
  <dcterms:created xsi:type="dcterms:W3CDTF">2026-10-26T09:51:18Z</dcterms:created>
  <dcterms:modified xsi:type="dcterms:W3CDTF">2026-10-26T09:51:18Z</dcterms:modified>
</cp:coreProperties>
</file>