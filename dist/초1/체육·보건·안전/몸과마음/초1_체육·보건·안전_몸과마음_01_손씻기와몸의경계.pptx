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fb651c0-7b38-805a-f58a-1c12867632b4}">
          <p14:sldIdLst>
            <p14:sldId id="256"/>
            <p14:sldId id="257"/>
          </p14:sldIdLst>
        </p14:section>
        <p14:section name="개념" id="{d5f7d5eb-7bdf-c6eb-1dcc-5fc6b9f8e3fb}">
          <p14:sldIdLst>
            <p14:sldId id="258"/>
            <p14:sldId id="259"/>
            <p14:sldId id="261"/>
            <p14:sldId id="263"/>
            <p14:sldId id="264"/>
          </p14:sldIdLst>
        </p14:section>
        <p14:section name="연습" id="{4e0e06e3-5fd9-5019-ec71-9b51f84a34fd}">
          <p14:sldIdLst>
            <p14:sldId id="260"/>
            <p14:sldId id="262"/>
            <p14:sldId id="265"/>
          </p14:sldIdLst>
        </p14:section>
        <p14:section name="개념" id="{b4983dbe-343f-9343-b229-c58dcce65cf3}">
          <p14:sldIdLst/>
        </p14:section>
        <p14:section name="연습" id="{cef7d583-9ebd-cedf-51b7-7d0298aff5c0}">
          <p14:sldIdLst/>
        </p14:section>
        <p14:section name="개념" id="{cb5b41d4-6431-79fc-b67c-a4db5f27e327}">
          <p14:sldIdLst/>
        </p14:section>
        <p14:section name="연습" id="{3497feb9-8281-767c-9422-65c1aadb58f4}">
          <p14:sldIdLst/>
        </p14:section>
        <p14:section name="확인" id="{c8d7fe02-140b-9686-e376-cfa842f19b89}">
          <p14:sldIdLst>
            <p14:sldId id="266"/>
            <p14:sldId id="267"/>
          </p14:sldIdLst>
        </p14:section>
        <p14:section name="정리" id="{86bb3f89-1098-f514-d31a-c7fa55e8e3fa}">
          <p14:sldIdLst>
            <p14:sldId id="268"/>
          </p14:sldIdLst>
        </p14:section>
        <p14:section name="보충" id="{54d04e3e-2e14-ce90-35a7-c5757b33233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세 가지(손 씻기, 마음 말하기, 내 몸 지키기)를 알립니다.
시간: 약 2분
이렇게 말해 보세요
- “오늘은 내 몸을 지키는 방법을 배울 거야. 손을 깨끗이 씻는 법, 내 마음을 말로 하는 법, 그리고 싫을 때 ‘싫어요’ 하는 법이야.”
예상 답
- “손은 매일 씻어요.” / “싫어요는 왜 해요?”
주의
- 몸의 경계(S08~S10)는 차분하고 평소와 같은 목소리로 이야기합니다. 겁을 주는 말(‘나쁜 사람이 잡아 가’)은 쓰지 않습니다.
- 수업 중에 아이가 걱정되는 이야기를 꺼내면 놀라거나 캐묻지 말고 “말해 줘서 고마워. 네 잘못이 아니야.”라고 말해 줍니다. 아이의 안전이 걱정되면 112(아동학대 신고)에 알리거나 담임 선생님과 상의합니다.
- S05는 세면대에서 합니다. 비누와 깨끗한 수건을 준비하세요.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확인(손 씻을 때)]
목적: 손을 씻어야 할 때를 알고 있는지 확인합니다. 이 차시는 계획상 앞 차시가 없으므로 유치원과 집에서 해 온 생활 습관을 확인합니다.
시간: 약 2분
이렇게 말해 보세요
- “가, 나, 다 중에서 손을 꼭 씻어야 할 때를 모두 골라 볼래? 왜 그때 씻어야 할까?”
- “또 언제 손을 씻으면 좋을까?”
정답
- 가, 다. (나는 꼭 씻을 때가 아님)
- 또: 밖에서 놀고 온 뒤, 코를 풀거나 기침한 뒤, 동물을 만진 뒤 등 한 가지 이상 말하면 맞습니다.
막히면
- “밥을 손으로 집어 먹을 수도 있지? 그때 손이 더러우면?”처럼 까닭을 함께 생각해 봅니다.
- 왜 손을 씻는지 모르면 S14(보충)를 먼저 합니다.
주의
- 아이가 고른 까닭을 먼저 들어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손 씻기 순서]
목적: 비누를 써서 30초 넘게 문지르고, 흐르는 물에 헹군 뒤 닦는 손 씻기 순서를 알려 줍니다(M1).
시간: 약 3분
이렇게 말해 보세요
- “손 씻기는 네 단계야. 물을 묻히고 비누칠, 30까지 세며 문지르기, 흐르는 물에 헹구기, 수건으로 닦기.”
- “물로만 헹구면 어떨까? 눈에 안 보이는 세균이 남아 있을 수 있어. 그래서 비누로 30초 넘게 문질러.”
- “30까지 천천히 같이 세어 볼까? 하나, 둘, 셋 …”
예상 답
- “물로만 씻으면 안 돼요?” / “30은 길어요.”
막히면
- 30까지 세기가 어려우면 부모가 함께 세거나, 열까지 세기를 세 번 합니다.
주의
- 질병관리청은 흐르는 물에 비누로 30초 이상 손을 씻도록 안내합니다. 노래 대신 수 세기나 모래시계를 쓰면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문지를 여섯 곳]
목적: 비누칠한 뒤 문질러야 할 여섯 곳을 순서대로 몸으로 보여 줍니다.
시간: 약 3분
이렇게 말해 보세요
- “엄마(아빠)가 먼저 해 볼게. 물 없이 흉내만 내 보자.”
- “① 손바닥끼리 비비고, ② 손바닥으로 손등을 문지르고, ③ 깍지를 끼고 손가락 사이를 문질러.”
- “④ 두 손을 마주 잡고 손가락을 문지르고, ⑤ 엄지를 다른 손으로 감싸 돌리고, ⑥ 손톱 끝을 손바닥에 대고 문질러.”
- “같이 따라 해 볼까?”
예상 답
- 아이가 흉내를 내며 따라 합니다. ③, ⑥을 빠뜨리기 쉽습니다.
막히면
- 여섯 곳을 한꺼번에 하기 어려우면 ①~③, ④~⑥ 두 번에 나누어 익힙니다.
주의
- 질병관리청의 ‘올바른 손 씻기 6단계’ 순서입니다. 반대쪽 손도 똑같이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세면대에서 손 씻기]
목적: 세면대에서 실제로 손을 씻으며 순서와 시간을 지키는 연습을 합니다(목표 A).
시간: 약 6분
이렇게 말해 보세요
- “이제 진짜로 씻어 보자. 엄마(아빠)가 30까지 같이 세어 줄게.”
- “③ 손가락 사이도 했어? ⑥ 손톱 밑은?”
- (선택) “손등과 손톱 근처에 물로 지워지는 사인펜으로 점을 찍어 볼까? 다 씻은 뒤 점이 남았는지 보자.”
예상 답
- 처음에는 비누칠 뒤 금방 헹구기 쉽습니다(M1).
정답
- 관찰 기준 네 가지를 모두 지키면 연습 완료입니다.
막히면
- 빨리 헹구려 하면(M1) 부모가 손가락으로 숫자를 세어 보여 주며 30까지 기다리게 합니다.
- 세면대가 높으면 미끄럽지 않은 받침대를 놓습니다.
주의
- 물이 너무 뜨겁지 않게 맞춰 줍니다. 사인펜 점 확인은 선택이며, 피부에 쓰는 것이 걱정되면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감정 낱말]
목적: 여러 가지 마음을 나타내는 낱말을 알고, 모든 마음은 말해도 괜찮다는 것을 알려 줍니다(M2).
시간: 약 2분
이렇게 말해 보세요
- “마음에도 이름이 있어. 같이 읽어 볼까?”
- “엄마(아빠)는 네가 손을 잘 씻어서 기뻐. 너는 지금 어떤 마음이야?”
- “화나거나 무서운 마음도 나쁜 마음이 아니야. 말로 알려 주면 엄마가 도와줄 수 있어.”
예상 답
- “기뻐요.” / “몰라요.”
막히면
- 낱말을 읽기 어려우면 부모가 읽어 주고 얼굴 표정을 지어 보입니다. 아이가 표정을 따라 하게 합니다.
주의
- ‘싫어요’ 카드는 S09에서 다시 씁니다. 싫은 마음도 소중한 신호라는 것을 기억해 두게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상황에 맞는 마음 말하기]
목적: 상황에서 느끼는 마음을 감정 낱말로 고르고 까닭을 붙여 말하는 연습을 합니다(목표 B).
시간: 약 3분
이렇게 말해 보세요
- “①이면 너는 어떤 마음일 것 같아? ‘나는 ~해서 ~해요.’로 말해 볼까?”
- “엄마(아빠)도 말해 볼게. 나는 천둥소리가 커서 조금 무서워.”
예상 답
- ① “나는 블록이 무너져서 화나요(슬퍼요, 속상해요).”
- ② “나는 선물을 받아서 기뻐요(신나요).”
- ③ “나는 천둥이 쳐서 무서워요(놀랐어요).”
- 같은 상황에서도 마음은 다를 수 있습니다. 까닭이 맞으면 모두 맞습니다.
막히면
- S06의 낱말 카드를 다시 보여 주고 두 개 중에 고르게 합니다(“화나요, 기뻐요?”).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내 몸의 주인은 나]
목적: 내 몸의 주인은 나이고, 속옷으로 가리는 곳은 다른 사람이 보거나 만지지 않는 곳이며, 싫은 접촉에는 싫다고 말할 수 있다는 것을 차분하게 알려 줍니다(목표 C).
시간: 약 3분
이렇게 말해 보세요
- “네 몸의 주인은 누구일까? 맞아, 너야. 그래서 네 몸을 누가 만질 때 싫으면 ‘싫어요’ 할 수 있어.”
- “속옷으로 가리는 곳은 소중한 곳이라서 다른 사람이 보거나 만지지 않아. 다른 사람이 자기 몸을 보여 주거나 만지라고 해도 ‘싫어요’ 하는 거야.”
- “친구가 싫다고 하면 너도 바로 멈춰야 해. 친구의 몸도 소중하니까.”
예상 답
- “엄마가 씻겨 줄 때는요?” / “병원에서는요?”
막히면
- 아이가 질문하면 짧고 정확하게 답합니다. “씻는 걸 도와줄 때나, 아파서 병원에 가 엄마(아빠)와 함께 의사 선생님께 진찰받을 때는 괜찮아. 그때도 불편하면 말해도 돼.”
주의
- 속옷으로 가리는 곳의 정확한 이름(생식기, 남자아이는 음경, 여자아이는 외음부)을 알려 주어도 좋습니다. 정확한 이름을 알면 아이가 도움을 청할 때 분명하게 말할 수 있습니다.
- 가족끼리의 뽀뽀나 안기도 아이가 싫다고 하면 멈춥니다. 집에서 먼저 지켜 주면 아이가 이 약속을 믿게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싫을 때 할 일 세 가지]
목적: 싫은 접촉이 있을 때 할 일 세 가지(말하기, 떠나기, 알리기)와 비밀로 하지 않기를 알려 줍니다(M3).
시간: 약 3분
이렇게 말해 보세요
- “싫은 느낌이 들면 세 가지를 해. 크고 분명하게 ‘싫어요! 하지 마세요!’ 말하고, 그 자리를 떠나고, 믿을 수 있는 어른에게 말해.”
- “같이 크게 말해 볼까? ‘싫어요! 하지 마세요!’”
- “누가 ‘비밀이야’ 하고 말하지 말래도, 몸에 관한 일은 비밀로 하지 않아. 말해도 혼나지 않아. 네 잘못이 아니니까.”
- “네가 믿을 수 있는 어른은 누구야?”
예상 답
- “엄마, 아빠, 할머니, 선생님이요.”
막히면
- ‘싫어요’를 작게 말하면 부모가 먼저 똑바로 서서 상대 눈을 보고 크게 말하는 모습을 보여 주고 따라 하게 합니다.
주의
- 믿을 수 있는 어른에는 가족 말고 집 밖의 어른(담임 선생님 등)도 한 명 넣게 합니다. 처음 말한 어른이 도와주지 않으면 다른 어른에게 또 말하라고 알려 줍니다.
- 부모용 정보: 아이가 위험하거나 학대가 걱정되면 112, 학교폭력은 117, 청소년 상담은 1388로 연락할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상황 역할 놀이]
목적: 상황 역할 놀이로 싫다고 말하고, 떠나고, 알리는 연습을 합니다. 그때의 마음도 말하게 합니다(목표 B·C).
시간: 약 5분
이렇게 말해 보세요
- “엄마(아빠)가 이모 역할을 할게. (팔을 벌리며) 이리 와, 안아 줄게!” — “싫으면 어떻게 말할까?”
- “②에서는 무엇이라고 말할까? 그다음엔?”
- “③처럼 ‘비밀이야’라고 했으면 어떻게 해야 할까? 그때 마음은 어떨까?”
예상 답
- ① “지금은 싫어요. 하이파이브 해요.” — 가족이라도 싫으면 말할 수 있습니다.
- ② “싫어! 안 돼!” 하고 그 자리를 떠난 뒤 엄마(아빠)나 선생님께 말합니다.
- ③ 비밀로 하지 않고 바로 믿을 수 있는 어른에게 말합니다. 마음: “무서워요.”, “싫어요.”, “걱정돼요.”
막히면
- 답을 망설이면 S09의 세 단계를 함께 짚으며 하나씩 말하게 합니다.
- ③을 어려워하거나 불안해하면 무리하지 말고 “이럴 땐 엄마에게 말하면 돼.” 한 가지만 확인합니다.
주의
- ‘누가’는 모르는 사람만이 아니라 아는 사람일 수도 있습니다. 특정한 사람을 지목하거나 겁을 주지 않습니다.
- 역할 놀이 중 실제로 아이를 껴안거나 붙잡지 않습니다. 말과 몸짓으로만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보기]
목적: 도움 없이 손 씻기 순서(목표 A), 마음 말하기(목표 B), 싫을 때 할 일(목표 C)을 확인합니다.
시간: 약 4분
이렇게 말해 보세요
- “이번에는 엄마(아빠)가 도와주지 않을게. ①부터 해 볼래?”
- “③은 세 가지를 차례대로 말해 줘. 믿을 수 있는 어른도 두 명 말해 볼까?”
정답
- ① 손바닥 → 손등 → 손가락 사이 → 손가락 → 엄지 → 손톱 밑 여섯 곳(순서가 조금 바뀌어도 여섯 곳을 다 하면 맞음). 손을 씻어야 할 때도 두 가지 이상 말하면 목표 A 확인.
- ② ‘나는 ~해서 ~해요.’로 감정 낱말과 까닭을 말하면 목표 B 확인.
- ③ ‘싫어요!’ 말하기, 그 자리를 떠나기, 믿을 수 있는 어른에게 말하기 + 어른 두 명 이상을 말하면 목표 C 확인.
막히면
- 빠뜨린 것만 S04·S06·S09 화면으로 돌아가 다시 보고 해 봅니다.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잘한 모습과 흔한 실수]
목적: S11에서 아이가 한 모습을 잘한 예, 흔한 실수와 비교하며 돌아봅니다.
시간: 약 2분
이렇게 말해 보세요
- “오늘 너는 왼쪽처럼 했어, 오른쪽처럼 했어?”
- “오른쪽 마지막처럼 하면 왜 안 될까?”
예상 답
- “비밀로 하면 아무도 못 도와줘요.”
주의
- 이 장은 학생용 파일에서 빠집니다. 잘한 점을 먼저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학습]
목적: 세 가지 약속을 한 문장으로 정리하고 다음 수업 첫 5분 복습을 알려 줍니다.
시간: 약 2분
이렇게 말해 보세요
- “오늘 내 몸을 지키는 방법 세 가지가 뭐였지?”
예상 답
- “손 씻기, 마음 말하기, 싫어요 말하기요.”
정답
- ① 여섯 곳(손바닥, 손등, 손가락 사이, 손가락, 엄지, 손톱 밑) ② 감정 낱말과 까닭 ③ ‘싫어요!’ 말하기, 떠나기, 믿을 수 있는 어른에게 말하기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보충(왜 손을 씻을까)]
목적: S02에서 손을 씻어야 할 때를 잘 모르면, 손이 여러 물건을 만지고 그 손으로 입·눈·코를 만지면 세균이 몸에 들어갈 수 있다는 것을 먼저 알려 줍니다.
시간: 약 3분
이렇게 말해 보세요
- “오늘 네 손이 무엇을 만졌는지 생각해 볼까? 문손잡이, 신발, 장난감 …”
- “그 손으로 과자를 먹으면 어떻게 될까? 세균은 아주 작아서 눈에 안 보여. 그래서 비누로 씻어.”
정답
- 손이 만진 것을 두 가지 이상 말하고, 먹기 전에 손을 씻는 까닭을 말하면 맞습니다.
막히면
- 이 차시는 계획상 앞 차시가 없습니다. 어렵게 느끼면 오늘은 ‘먹기 전, 화장실 뒤’ 두 가지만 약속하고 S03으로 갑니다.
주의
- 세균 이야기로 겁을 주지 않습니다. 손을 씻으면 건강하게 지낼 수 있다는 쪽으로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몸과마음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손 씻기와 몸의 경계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손 씻기와 몸의 경계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체육·보건·안전 · 손 씻기와 몸의 경계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씻기와 몸의 경계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몸을 지키려면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비누로 30초 넘게 손을 씻어요.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 마음과 ‘싫어요’를 말로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손을 씻을까요?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씻어야 할 때를 모두 골라요.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언제 씻을까요?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2-card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2-cardtext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먹기 전</a:t>
            </a:r>
            <a:endParaRPr lang="ko-KR" sz="3200" dirty="0"/>
          </a:p>
        </p:txBody>
      </p:sp>
      <p:sp>
        <p:nvSpPr>
          <p:cNvPr id="9" name="S02-chip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2-card1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2-cardtext1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 볼 때</a:t>
            </a:r>
            <a:endParaRPr lang="ko-KR" sz="3200" dirty="0"/>
          </a:p>
        </p:txBody>
      </p:sp>
      <p:sp>
        <p:nvSpPr>
          <p:cNvPr id="12" name="S02-chip1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2-card1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2-cardtext1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다녀온 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 순서</a:t>
            </a:r>
            <a:endParaRPr lang="ko-KR" sz="4400" dirty="0"/>
          </a:p>
        </p:txBody>
      </p:sp>
      <p:sp>
        <p:nvSpPr>
          <p:cNvPr id="3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비누로 30초 넘게 씻어요.</a:t>
            </a:r>
            <a:endParaRPr lang="ko-KR" sz="3200" dirty="0"/>
          </a:p>
        </p:txBody>
      </p:sp>
      <p:sp>
        <p:nvSpPr>
          <p:cNvPr id="5" name="S03-stepno17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3-text18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묻히고 비누칠해요.</a:t>
            </a:r>
            <a:endParaRPr lang="ko-KR" sz="3200" dirty="0"/>
          </a:p>
        </p:txBody>
      </p:sp>
      <p:sp>
        <p:nvSpPr>
          <p:cNvPr id="7" name="S03-stepno19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3-text20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30까지 세며 문질러요.</a:t>
            </a:r>
            <a:endParaRPr lang="ko-KR" sz="3200" dirty="0"/>
          </a:p>
        </p:txBody>
      </p:sp>
      <p:sp>
        <p:nvSpPr>
          <p:cNvPr id="9" name="S03-stepno21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3-text22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물에 헹궈요.</a:t>
            </a:r>
            <a:endParaRPr lang="ko-KR" sz="3200" dirty="0"/>
          </a:p>
        </p:txBody>
      </p:sp>
      <p:sp>
        <p:nvSpPr>
          <p:cNvPr id="11" name="S03-stepno23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3-text24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깨끗한 수건으로 닦아요.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곳을 문질러요</a:t>
            </a:r>
            <a:endParaRPr lang="ko-KR" sz="4400" dirty="0"/>
          </a:p>
        </p:txBody>
      </p:sp>
      <p:sp>
        <p:nvSpPr>
          <p:cNvPr id="3" name="S04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 거품으로 차례대로 문질러요.</a:t>
            </a:r>
            <a:endParaRPr lang="ko-KR" sz="3200" dirty="0"/>
          </a:p>
        </p:txBody>
      </p:sp>
      <p:sp>
        <p:nvSpPr>
          <p:cNvPr id="4" name="S04-card26"/>
          <p:cNvSpPr/>
          <p:nvPr/>
        </p:nvSpPr>
        <p:spPr>
          <a:xfrm>
            <a:off x="548640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7"/>
          <p:cNvSpPr txBox="1"/>
          <p:nvPr/>
        </p:nvSpPr>
        <p:spPr>
          <a:xfrm>
            <a:off x="822960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손바닥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손바닥끼리</a:t>
            </a:r>
            <a:endParaRPr lang="ko-KR" sz="3200" dirty="0"/>
          </a:p>
        </p:txBody>
      </p:sp>
      <p:sp>
        <p:nvSpPr>
          <p:cNvPr id="6" name="S04-card28"/>
          <p:cNvSpPr/>
          <p:nvPr/>
        </p:nvSpPr>
        <p:spPr>
          <a:xfrm>
            <a:off x="4322064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9"/>
          <p:cNvSpPr txBox="1"/>
          <p:nvPr/>
        </p:nvSpPr>
        <p:spPr>
          <a:xfrm>
            <a:off x="4596384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손등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손바닥으로 손등을</a:t>
            </a:r>
            <a:endParaRPr lang="ko-KR" sz="3200" dirty="0"/>
          </a:p>
        </p:txBody>
      </p:sp>
      <p:sp>
        <p:nvSpPr>
          <p:cNvPr id="8" name="S04-card30"/>
          <p:cNvSpPr/>
          <p:nvPr/>
        </p:nvSpPr>
        <p:spPr>
          <a:xfrm>
            <a:off x="8095488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31"/>
          <p:cNvSpPr txBox="1"/>
          <p:nvPr/>
        </p:nvSpPr>
        <p:spPr>
          <a:xfrm>
            <a:off x="8369808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손가락 사이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깍지를 끼고</a:t>
            </a:r>
            <a:endParaRPr lang="ko-KR" sz="3200" dirty="0"/>
          </a:p>
        </p:txBody>
      </p:sp>
      <p:sp>
        <p:nvSpPr>
          <p:cNvPr id="10" name="S04-card32"/>
          <p:cNvSpPr/>
          <p:nvPr/>
        </p:nvSpPr>
        <p:spPr>
          <a:xfrm>
            <a:off x="548640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33"/>
          <p:cNvSpPr txBox="1"/>
          <p:nvPr/>
        </p:nvSpPr>
        <p:spPr>
          <a:xfrm>
            <a:off x="822960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손가락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손을 마주 잡고</a:t>
            </a:r>
            <a:endParaRPr lang="ko-KR" sz="3200" dirty="0"/>
          </a:p>
        </p:txBody>
      </p:sp>
      <p:sp>
        <p:nvSpPr>
          <p:cNvPr id="12" name="S04-card34"/>
          <p:cNvSpPr/>
          <p:nvPr/>
        </p:nvSpPr>
        <p:spPr>
          <a:xfrm>
            <a:off x="4322064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4-cardtext35"/>
          <p:cNvSpPr txBox="1"/>
          <p:nvPr/>
        </p:nvSpPr>
        <p:spPr>
          <a:xfrm>
            <a:off x="4596384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엄지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 가며</a:t>
            </a:r>
            <a:endParaRPr lang="ko-KR" sz="3200" dirty="0"/>
          </a:p>
        </p:txBody>
      </p:sp>
      <p:sp>
        <p:nvSpPr>
          <p:cNvPr id="14" name="S04-card36"/>
          <p:cNvSpPr/>
          <p:nvPr/>
        </p:nvSpPr>
        <p:spPr>
          <a:xfrm>
            <a:off x="8095488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4-cardtext37"/>
          <p:cNvSpPr txBox="1"/>
          <p:nvPr/>
        </p:nvSpPr>
        <p:spPr>
          <a:xfrm>
            <a:off x="8369808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손톱 밑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손바닥에 대고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진짜로 씻어 봐요</a:t>
            </a:r>
            <a:endParaRPr lang="ko-KR" sz="4400" dirty="0"/>
          </a:p>
        </p:txBody>
      </p:sp>
      <p:sp>
        <p:nvSpPr>
          <p:cNvPr id="3" name="S05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세면대에서 함께 해요.</a:t>
            </a:r>
            <a:endParaRPr lang="ko-KR" sz="3200" dirty="0"/>
          </a:p>
        </p:txBody>
      </p:sp>
      <p:sp>
        <p:nvSpPr>
          <p:cNvPr id="4" name="S05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바닥의 물기에 미끄러지지 않게 해요.</a:t>
            </a:r>
            <a:endParaRPr lang="ko-KR" sz="3200" dirty="0"/>
          </a:p>
        </p:txBody>
      </p:sp>
      <p:sp>
        <p:nvSpPr>
          <p:cNvPr id="6" name="S05-card41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42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비누를 썼어요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30까지 셌어요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여섯 곳을 다 문질렀어요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수건으로 닦았어요</a:t>
            </a:r>
            <a:endParaRPr lang="ko-KR" sz="2600" dirty="0"/>
          </a:p>
        </p:txBody>
      </p:sp>
      <p:sp>
        <p:nvSpPr>
          <p:cNvPr id="8" name="S05-stepno43"/>
          <p:cNvSpPr txBox="1"/>
          <p:nvPr/>
        </p:nvSpPr>
        <p:spPr>
          <a:xfrm>
            <a:off x="548640" y="23571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44"/>
          <p:cNvSpPr txBox="1"/>
          <p:nvPr/>
        </p:nvSpPr>
        <p:spPr>
          <a:xfrm>
            <a:off x="1325880" y="23571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묻히고 비누칠해요.</a:t>
            </a:r>
            <a:endParaRPr lang="ko-KR" sz="3200" dirty="0"/>
          </a:p>
        </p:txBody>
      </p:sp>
      <p:sp>
        <p:nvSpPr>
          <p:cNvPr id="10" name="S05-stepno45"/>
          <p:cNvSpPr txBox="1"/>
          <p:nvPr/>
        </p:nvSpPr>
        <p:spPr>
          <a:xfrm>
            <a:off x="548640" y="3116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46"/>
          <p:cNvSpPr txBox="1"/>
          <p:nvPr/>
        </p:nvSpPr>
        <p:spPr>
          <a:xfrm>
            <a:off x="1325880" y="3070352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30까지 세며 여섯 곳을 문질러요.</a:t>
            </a:r>
            <a:endParaRPr lang="ko-KR" sz="3200" dirty="0"/>
          </a:p>
        </p:txBody>
      </p:sp>
      <p:sp>
        <p:nvSpPr>
          <p:cNvPr id="12" name="S05-stepno47"/>
          <p:cNvSpPr txBox="1"/>
          <p:nvPr/>
        </p:nvSpPr>
        <p:spPr>
          <a:xfrm>
            <a:off x="548640" y="4226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48"/>
          <p:cNvSpPr txBox="1"/>
          <p:nvPr/>
        </p:nvSpPr>
        <p:spPr>
          <a:xfrm>
            <a:off x="1325880" y="42265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헹구고 수건으로 닦아요.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마음을 말해요</a:t>
            </a:r>
            <a:endParaRPr lang="ko-KR" sz="4400" dirty="0"/>
          </a:p>
        </p:txBody>
      </p:sp>
      <p:sp>
        <p:nvSpPr>
          <p:cNvPr id="3" name="S06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마음이든 말로 해도 괜찮아요.</a:t>
            </a:r>
            <a:endParaRPr lang="ko-KR" sz="3200" dirty="0"/>
          </a:p>
        </p:txBody>
      </p:sp>
      <p:sp>
        <p:nvSpPr>
          <p:cNvPr id="5" name="S06-word51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기뻐요</a:t>
            </a:r>
            <a:endParaRPr lang="ko-KR" sz="3600" dirty="0"/>
          </a:p>
        </p:txBody>
      </p:sp>
      <p:sp>
        <p:nvSpPr>
          <p:cNvPr id="6" name="S06-word52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슬퍼요</a:t>
            </a:r>
            <a:endParaRPr lang="ko-KR" sz="3600" dirty="0"/>
          </a:p>
        </p:txBody>
      </p:sp>
      <p:sp>
        <p:nvSpPr>
          <p:cNvPr id="7" name="S06-word53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화나요</a:t>
            </a:r>
            <a:endParaRPr lang="ko-KR" sz="3600" dirty="0"/>
          </a:p>
        </p:txBody>
      </p:sp>
      <p:sp>
        <p:nvSpPr>
          <p:cNvPr id="8" name="S06-word54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무서워요</a:t>
            </a:r>
            <a:endParaRPr lang="ko-KR" sz="3600" dirty="0"/>
          </a:p>
        </p:txBody>
      </p:sp>
      <p:sp>
        <p:nvSpPr>
          <p:cNvPr id="9" name="S06-word55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걱정돼요</a:t>
            </a:r>
            <a:endParaRPr lang="ko-KR" sz="3600" dirty="0"/>
          </a:p>
        </p:txBody>
      </p:sp>
      <p:sp>
        <p:nvSpPr>
          <p:cNvPr id="10" name="S06-word56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마음일까요?</a:t>
            </a:r>
            <a:endParaRPr lang="ko-KR" sz="4400" dirty="0"/>
          </a:p>
        </p:txBody>
      </p:sp>
      <p:sp>
        <p:nvSpPr>
          <p:cNvPr id="3" name="S07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‘나는 ~해서 ~해요.’로 말해요.</a:t>
            </a:r>
            <a:endParaRPr lang="ko-KR" sz="3200" dirty="0"/>
          </a:p>
        </p:txBody>
      </p:sp>
      <p:sp>
        <p:nvSpPr>
          <p:cNvPr id="5" name="S07-chip5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text60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내 블록을 무너뜨렸어요.</a:t>
            </a:r>
            <a:endParaRPr lang="ko-KR" sz="3200" dirty="0"/>
          </a:p>
        </p:txBody>
      </p:sp>
      <p:sp>
        <p:nvSpPr>
          <p:cNvPr id="7" name="S07-chip6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7-text62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생일 선물을 받았어요.</a:t>
            </a:r>
            <a:endParaRPr lang="ko-KR" sz="3200" dirty="0"/>
          </a:p>
        </p:txBody>
      </p:sp>
      <p:sp>
        <p:nvSpPr>
          <p:cNvPr id="9" name="S07-chip6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7-text64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천둥이 크게 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몸의 주인은 나</a:t>
            </a:r>
            <a:endParaRPr lang="ko-KR" sz="4400" dirty="0"/>
          </a:p>
        </p:txBody>
      </p:sp>
      <p:sp>
        <p:nvSpPr>
          <p:cNvPr id="3" name="S08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사람의 몸도 소중해요.</a:t>
            </a:r>
            <a:endParaRPr lang="ko-KR" sz="3200" dirty="0"/>
          </a:p>
        </p:txBody>
      </p:sp>
      <p:sp>
        <p:nvSpPr>
          <p:cNvPr id="5" name="S08-card67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68"/>
          <p:cNvSpPr txBox="1"/>
          <p:nvPr/>
        </p:nvSpPr>
        <p:spPr>
          <a:xfrm>
            <a:off x="822960" y="18288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몸은 소중해요. 주인은 나예요.</a:t>
            </a:r>
            <a:endParaRPr lang="ko-KR" sz="3200" dirty="0"/>
          </a:p>
        </p:txBody>
      </p:sp>
      <p:sp>
        <p:nvSpPr>
          <p:cNvPr id="7" name="S08-card69"/>
          <p:cNvSpPr/>
          <p:nvPr/>
        </p:nvSpPr>
        <p:spPr>
          <a:xfrm>
            <a:off x="548640" y="27889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70"/>
          <p:cNvSpPr txBox="1"/>
          <p:nvPr/>
        </p:nvSpPr>
        <p:spPr>
          <a:xfrm>
            <a:off x="822960" y="29260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속옷으로 가리는 곳은 남이 보거나 만지지 않아요.</a:t>
            </a:r>
            <a:endParaRPr lang="ko-KR" sz="3200" dirty="0"/>
          </a:p>
        </p:txBody>
      </p:sp>
      <p:sp>
        <p:nvSpPr>
          <p:cNvPr id="9" name="S08-card71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72"/>
          <p:cNvSpPr txBox="1"/>
          <p:nvPr/>
        </p:nvSpPr>
        <p:spPr>
          <a:xfrm>
            <a:off x="822960" y="40233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느낌이 들면 ‘싫어요!’ 해도 돼요.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느낌이 들면</a:t>
            </a:r>
            <a:endParaRPr lang="ko-KR" sz="4400" dirty="0"/>
          </a:p>
        </p:txBody>
      </p:sp>
      <p:sp>
        <p:nvSpPr>
          <p:cNvPr id="3" name="S09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비밀로 하라고 해도 말해요. 내 잘못이 아니에요.</a:t>
            </a:r>
            <a:endParaRPr lang="ko-KR" sz="3200" dirty="0"/>
          </a:p>
        </p:txBody>
      </p:sp>
      <p:sp>
        <p:nvSpPr>
          <p:cNvPr id="5" name="S09-stepno75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76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‘싫어요! 하지 마세요!’ 말해요.</a:t>
            </a:r>
            <a:endParaRPr lang="ko-KR" sz="3200" dirty="0"/>
          </a:p>
        </p:txBody>
      </p:sp>
      <p:sp>
        <p:nvSpPr>
          <p:cNvPr id="7" name="S09-stepno77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78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자리를 떠나요.</a:t>
            </a:r>
            <a:endParaRPr lang="ko-KR" sz="3200" dirty="0"/>
          </a:p>
        </p:txBody>
      </p:sp>
      <p:sp>
        <p:nvSpPr>
          <p:cNvPr id="9" name="S09-stepno79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80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수 있는 어른에게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어떻게 할까요?</a:t>
            </a:r>
            <a:endParaRPr lang="ko-KR" sz="4400" dirty="0"/>
          </a:p>
        </p:txBody>
      </p:sp>
      <p:sp>
        <p:nvSpPr>
          <p:cNvPr id="3" name="S10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말과 행동으로 해 봐요.</a:t>
            </a:r>
            <a:endParaRPr lang="ko-KR" sz="3200" dirty="0"/>
          </a:p>
        </p:txBody>
      </p:sp>
      <p:sp>
        <p:nvSpPr>
          <p:cNvPr id="4" name="S10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싫어요! → 떠나요 → 말해요</a:t>
            </a:r>
            <a:endParaRPr lang="ko-KR" sz="3200" dirty="0"/>
          </a:p>
        </p:txBody>
      </p:sp>
      <p:sp>
        <p:nvSpPr>
          <p:cNvPr id="6" name="S10-chip8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8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이모가 꼭 안아 주는데, 지금은 싫어요.</a:t>
            </a:r>
            <a:endParaRPr lang="ko-KR" sz="3200" dirty="0"/>
          </a:p>
        </p:txBody>
      </p:sp>
      <p:sp>
        <p:nvSpPr>
          <p:cNvPr id="8" name="S10-chip8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8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속옷 속을 보여 달래요.</a:t>
            </a:r>
            <a:endParaRPr lang="ko-KR" sz="3200" dirty="0"/>
          </a:p>
        </p:txBody>
      </p:sp>
      <p:sp>
        <p:nvSpPr>
          <p:cNvPr id="10" name="S10-chip8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8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내 몸을 만지고 ‘비밀이야.’ 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9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9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 여섯 곳을 몸으로 보여 줘요.</a:t>
            </a:r>
            <a:endParaRPr lang="ko-KR" sz="3200" dirty="0"/>
          </a:p>
        </p:txBody>
      </p:sp>
      <p:sp>
        <p:nvSpPr>
          <p:cNvPr id="5" name="S11-chip9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9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내 마음을 말해요.</a:t>
            </a:r>
            <a:endParaRPr lang="ko-KR" sz="3200" dirty="0"/>
          </a:p>
        </p:txBody>
      </p:sp>
      <p:sp>
        <p:nvSpPr>
          <p:cNvPr id="7" name="S11-chip9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9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느낌이 들 때 할 일 세 가지는?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모습과 흔한 실수</a:t>
            </a:r>
            <a:endParaRPr lang="ko-KR" sz="4400" dirty="0"/>
          </a:p>
        </p:txBody>
      </p:sp>
      <p:sp>
        <p:nvSpPr>
          <p:cNvPr id="3" name="S12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모두 하면 오늘 목표를 이룬 거예요.</a:t>
            </a:r>
            <a:endParaRPr lang="ko-KR" sz="3200" dirty="0"/>
          </a:p>
        </p:txBody>
      </p:sp>
      <p:sp>
        <p:nvSpPr>
          <p:cNvPr id="5" name="S12-chip9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99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비누로 30까지 문질러요</a:t>
            </a:r>
            <a:endParaRPr lang="ko-KR" sz="3200" dirty="0"/>
          </a:p>
        </p:txBody>
      </p:sp>
      <p:sp>
        <p:nvSpPr>
          <p:cNvPr id="7" name="S12-text100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“선물 받아서 기뻐요.”</a:t>
            </a:r>
            <a:endParaRPr lang="ko-KR" sz="3200" dirty="0"/>
          </a:p>
        </p:txBody>
      </p:sp>
      <p:sp>
        <p:nvSpPr>
          <p:cNvPr id="8" name="S12-text101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싫어요, 떠나요, 말해요</a:t>
            </a:r>
            <a:endParaRPr lang="ko-KR" sz="3200" dirty="0"/>
          </a:p>
        </p:txBody>
      </p:sp>
      <p:sp>
        <p:nvSpPr>
          <p:cNvPr id="9" name="S12-chip10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0" name="S12-text103"/>
          <p:cNvSpPr txBox="1"/>
          <p:nvPr/>
        </p:nvSpPr>
        <p:spPr>
          <a:xfrm>
            <a:off x="6277356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물만 묻히고 닦아요</a:t>
            </a:r>
            <a:endParaRPr lang="ko-KR" sz="3200" dirty="0"/>
          </a:p>
        </p:txBody>
      </p:sp>
      <p:sp>
        <p:nvSpPr>
          <p:cNvPr id="11" name="S12-text104"/>
          <p:cNvSpPr txBox="1"/>
          <p:nvPr/>
        </p:nvSpPr>
        <p:spPr>
          <a:xfrm>
            <a:off x="6277356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말하지 않아요</a:t>
            </a:r>
            <a:endParaRPr lang="ko-KR" sz="3200" dirty="0"/>
          </a:p>
        </p:txBody>
      </p:sp>
      <p:sp>
        <p:nvSpPr>
          <p:cNvPr id="12" name="S12-text105"/>
          <p:cNvSpPr txBox="1"/>
          <p:nvPr/>
        </p:nvSpPr>
        <p:spPr>
          <a:xfrm>
            <a:off x="6277356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비밀로 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06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7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몸의 주인은 나예요.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싫으면 ‘싫어요!’ 하고 어른에게 말해요.</a:t>
            </a:r>
            <a:endParaRPr lang="ko-KR" sz="3200" dirty="0"/>
          </a:p>
        </p:txBody>
      </p:sp>
      <p:sp>
        <p:nvSpPr>
          <p:cNvPr id="5" name="S13-chip108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비누로 30초 넘게 씻기</a:t>
            </a:r>
            <a:endParaRPr lang="ko-KR" sz="2600" dirty="0"/>
          </a:p>
        </p:txBody>
      </p:sp>
      <p:sp>
        <p:nvSpPr>
          <p:cNvPr id="6" name="S13-chip109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싫은 일을 비밀로 하기</a:t>
            </a:r>
            <a:endParaRPr lang="ko-KR" sz="2600" dirty="0"/>
          </a:p>
        </p:txBody>
      </p:sp>
      <p:sp>
        <p:nvSpPr>
          <p:cNvPr id="7" name="S13-text110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11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손 씻기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곳 보여 주기</a:t>
            </a:r>
            <a:endParaRPr lang="ko-KR" sz="2600" dirty="0"/>
          </a:p>
        </p:txBody>
      </p:sp>
      <p:sp>
        <p:nvSpPr>
          <p:cNvPr id="9" name="S13-text112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지금 내 마음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</a:t>
            </a:r>
            <a:endParaRPr lang="ko-KR" sz="2600" dirty="0"/>
          </a:p>
        </p:txBody>
      </p:sp>
      <p:sp>
        <p:nvSpPr>
          <p:cNvPr id="10" name="S13-text113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싫을 때 할 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</a:t>
            </a:r>
            <a:endParaRPr lang="ko-KR" sz="2600" dirty="0"/>
          </a:p>
        </p:txBody>
      </p:sp>
      <p:sp>
        <p:nvSpPr>
          <p:cNvPr id="11" name="S13-text11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등하굣길과 놀이 안전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왜 손을 씻을까?</a:t>
            </a:r>
            <a:endParaRPr lang="ko-KR" sz="4400" dirty="0"/>
          </a:p>
        </p:txBody>
      </p:sp>
      <p:sp>
        <p:nvSpPr>
          <p:cNvPr id="3" name="S14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눈에 안 보이는 세균이 옮아요.</a:t>
            </a:r>
            <a:endParaRPr lang="ko-KR" sz="3200" dirty="0"/>
          </a:p>
        </p:txBody>
      </p:sp>
      <p:sp>
        <p:nvSpPr>
          <p:cNvPr id="4" name="S14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먹기 전, 화장실 뒤에 씻어요.</a:t>
            </a:r>
            <a:endParaRPr lang="ko-KR" sz="3200" dirty="0"/>
          </a:p>
        </p:txBody>
      </p:sp>
      <p:sp>
        <p:nvSpPr>
          <p:cNvPr id="6" name="S14-step118"/>
          <p:cNvSpPr txBox="1"/>
          <p:nvPr/>
        </p:nvSpPr>
        <p:spPr>
          <a:xfrm>
            <a:off x="129387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문손잡이</a:t>
            </a:r>
            <a:endParaRPr lang="ko-KR" sz="3000" dirty="0"/>
          </a:p>
        </p:txBody>
      </p:sp>
      <p:sp>
        <p:nvSpPr>
          <p:cNvPr id="7" name="S14-line119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4-step120"/>
          <p:cNvSpPr txBox="1"/>
          <p:nvPr/>
        </p:nvSpPr>
        <p:spPr>
          <a:xfrm>
            <a:off x="463143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손</a:t>
            </a:r>
            <a:endParaRPr lang="ko-KR" sz="3000" dirty="0"/>
          </a:p>
        </p:txBody>
      </p:sp>
      <p:sp>
        <p:nvSpPr>
          <p:cNvPr id="9" name="S14-line121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4-step122"/>
          <p:cNvSpPr txBox="1"/>
          <p:nvPr/>
        </p:nvSpPr>
        <p:spPr>
          <a:xfrm>
            <a:off x="796899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입·눈·코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체육·보건·안전 손 씻기와 몸의 경계</dc:title>
  <dc:subject>KR22-G01-PHE-HANDWASH-L01</dc:subject>
  <dc:creator>education-ppt</dc:creator>
  <cp:lastModifiedBy>education-ppt</cp:lastModifiedBy>
  <cp:revision>1</cp:revision>
  <dcterms:created xsi:type="dcterms:W3CDTF">2026-10-26T09:51:17Z</dcterms:created>
  <dcterms:modified xsi:type="dcterms:W3CDTF">2026-10-26T09:51:17Z</dcterms:modified>
</cp:coreProperties>
</file>