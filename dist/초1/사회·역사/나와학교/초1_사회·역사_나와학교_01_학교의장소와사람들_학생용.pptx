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a3553e9-c3d3-6c11-f40a-1c61dd655fa9}">
          <p14:sldIdLst>
            <p14:sldId id="256"/>
            <p14:sldId id="257"/>
          </p14:sldIdLst>
        </p14:section>
        <p14:section name="개념" id="{23548401-2b4c-fe79-10a5-dea7b3f2d78f}">
          <p14:sldIdLst>
            <p14:sldId id="258"/>
            <p14:sldId id="259"/>
            <p14:sldId id="261"/>
          </p14:sldIdLst>
        </p14:section>
        <p14:section name="연습" id="{5e353960-ecce-69d3-21e6-e05bdd309e8b}">
          <p14:sldIdLst>
            <p14:sldId id="260"/>
            <p14:sldId id="262"/>
            <p14:sldId id="263"/>
            <p14:sldId id="264"/>
          </p14:sldIdLst>
        </p14:section>
        <p14:section name="개념" id="{108f8b25-7a3b-9b82-1983-ab7ec277eaa3}">
          <p14:sldIdLst/>
        </p14:section>
        <p14:section name="연습" id="{4c81e4d6-b4f5-c962-ad4b-76533eff167a}">
          <p14:sldIdLst/>
        </p14:section>
        <p14:section name="확인" id="{18505e3d-6d2e-b36f-e9f1-58ceddd57445}">
          <p14:sldIdLst>
            <p14:sldId id="265"/>
            <p14:sldId id="266"/>
            <p14:sldId id="267"/>
          </p14:sldIdLst>
        </p14:section>
        <p14:section name="정리" id="{0fba0d18-e548-d4f0-3235-7b6e5b412b82}">
          <p14:sldIdLst>
            <p14:sldId id="268"/>
          </p14:sldIdLst>
        </p14:section>
        <p14:section name="보충" id="{58321362-39b6-95c8-3a4a-fc7927e9ade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나와학교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학교의 장소와 사람들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학교의 장소와 사람들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사회·역사 · 학교의 장소와 사람들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학교의 장소와 사람들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학교에는 어떤 곳이 있고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도와주실까?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학교의 장소와 하는 일을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도와주시는 분을 알고 도움을 청해요.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 안의 장소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이 일을 하는 곳은 어디예요?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신발을 벗는 곳은?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씻는 곳은?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음식을 만드는 곳은?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별빛초등학교 둘러보기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짚으며 장소 이름을 읽어요.</a:t>
            </a:r>
            <a:endParaRPr lang="ko-KR" sz="3200" dirty="0"/>
          </a:p>
        </p:txBody>
      </p:sp>
      <p:sp>
        <p:nvSpPr>
          <p:cNvPr id="5" name="S03-figure12" descr="별빛초등학교 그림: 위쪽 건물에 왼쪽부터 교실, 보건실, 도서관, 급식실이 한 줄로 붙어 있고, 방마다 아래쪽 복도 쪽에 문(짙은 막대)이 있다. 건물 아래 넓은 초록 칸이 운동장이다. 교실 옆은 보건실, 급식실 옆은 도서관, 도서관 양옆은 보건실과 급식실이다."/>
          <p:cNvSpPr/>
          <p:nvPr/>
        </p:nvSpPr>
        <p:spPr>
          <a:xfrm>
            <a:off x="1778508" y="2863596"/>
            <a:ext cx="8631936" cy="575462"/>
          </a:xfrm>
          <a:custGeom>
            <a:avLst/>
            <a:gdLst/>
            <a:ahLst/>
            <a:cxnLst/>
            <a:rect l="l" t="t" r="r" b="b"/>
            <a:pathLst>
              <a:path w="8631936" h="575462">
                <a:moveTo>
                  <a:pt x="0" y="575462"/>
                </a:moveTo>
                <a:lnTo>
                  <a:pt x="8631936" y="575462"/>
                </a:lnTo>
                <a:lnTo>
                  <a:pt x="8631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6" name="S03-mark13"/>
          <p:cNvSpPr/>
          <p:nvPr/>
        </p:nvSpPr>
        <p:spPr>
          <a:xfrm>
            <a:off x="1778508" y="1424940"/>
            <a:ext cx="2157984" cy="1438656"/>
          </a:xfrm>
          <a:custGeom>
            <a:avLst/>
            <a:gdLst/>
            <a:ahLst/>
            <a:cxnLst/>
            <a:rect l="l" t="t" r="r" b="b"/>
            <a:pathLst>
              <a:path w="2157984" h="1438656">
                <a:moveTo>
                  <a:pt x="0" y="1438656"/>
                </a:moveTo>
                <a:lnTo>
                  <a:pt x="2157984" y="1438656"/>
                </a:lnTo>
                <a:lnTo>
                  <a:pt x="2157984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mark14"/>
          <p:cNvSpPr/>
          <p:nvPr/>
        </p:nvSpPr>
        <p:spPr>
          <a:xfrm>
            <a:off x="2569769" y="2719730"/>
            <a:ext cx="575462" cy="143866"/>
          </a:xfrm>
          <a:custGeom>
            <a:avLst/>
            <a:gdLst/>
            <a:ahLst/>
            <a:cxnLst/>
            <a:rect l="l" t="t" r="r" b="b"/>
            <a:pathLst>
              <a:path w="575462" h="143866">
                <a:moveTo>
                  <a:pt x="0" y="143866"/>
                </a:moveTo>
                <a:lnTo>
                  <a:pt x="575462" y="143866"/>
                </a:lnTo>
                <a:lnTo>
                  <a:pt x="575462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8" name="S03-mark15"/>
          <p:cNvSpPr/>
          <p:nvPr/>
        </p:nvSpPr>
        <p:spPr>
          <a:xfrm>
            <a:off x="3936492" y="1424940"/>
            <a:ext cx="2157984" cy="1438656"/>
          </a:xfrm>
          <a:custGeom>
            <a:avLst/>
            <a:gdLst/>
            <a:ahLst/>
            <a:cxnLst/>
            <a:rect l="l" t="t" r="r" b="b"/>
            <a:pathLst>
              <a:path w="2157984" h="1438656">
                <a:moveTo>
                  <a:pt x="0" y="1438656"/>
                </a:moveTo>
                <a:lnTo>
                  <a:pt x="2157984" y="1438656"/>
                </a:lnTo>
                <a:lnTo>
                  <a:pt x="2157984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mark16"/>
          <p:cNvSpPr/>
          <p:nvPr/>
        </p:nvSpPr>
        <p:spPr>
          <a:xfrm>
            <a:off x="4727753" y="2719730"/>
            <a:ext cx="575462" cy="143866"/>
          </a:xfrm>
          <a:custGeom>
            <a:avLst/>
            <a:gdLst/>
            <a:ahLst/>
            <a:cxnLst/>
            <a:rect l="l" t="t" r="r" b="b"/>
            <a:pathLst>
              <a:path w="575462" h="143866">
                <a:moveTo>
                  <a:pt x="0" y="143866"/>
                </a:moveTo>
                <a:lnTo>
                  <a:pt x="575462" y="143866"/>
                </a:lnTo>
                <a:lnTo>
                  <a:pt x="575462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0" name="S03-mark17"/>
          <p:cNvSpPr/>
          <p:nvPr/>
        </p:nvSpPr>
        <p:spPr>
          <a:xfrm>
            <a:off x="6094476" y="1424940"/>
            <a:ext cx="2157984" cy="1438656"/>
          </a:xfrm>
          <a:custGeom>
            <a:avLst/>
            <a:gdLst/>
            <a:ahLst/>
            <a:cxnLst/>
            <a:rect l="l" t="t" r="r" b="b"/>
            <a:pathLst>
              <a:path w="2157984" h="1438656">
                <a:moveTo>
                  <a:pt x="0" y="1438656"/>
                </a:moveTo>
                <a:lnTo>
                  <a:pt x="2157984" y="1438656"/>
                </a:lnTo>
                <a:lnTo>
                  <a:pt x="2157984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mark18"/>
          <p:cNvSpPr/>
          <p:nvPr/>
        </p:nvSpPr>
        <p:spPr>
          <a:xfrm>
            <a:off x="6885737" y="2719730"/>
            <a:ext cx="575462" cy="143866"/>
          </a:xfrm>
          <a:custGeom>
            <a:avLst/>
            <a:gdLst/>
            <a:ahLst/>
            <a:cxnLst/>
            <a:rect l="l" t="t" r="r" b="b"/>
            <a:pathLst>
              <a:path w="575462" h="143866">
                <a:moveTo>
                  <a:pt x="0" y="143866"/>
                </a:moveTo>
                <a:lnTo>
                  <a:pt x="575462" y="143866"/>
                </a:lnTo>
                <a:lnTo>
                  <a:pt x="575462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2" name="S03-mark19"/>
          <p:cNvSpPr/>
          <p:nvPr/>
        </p:nvSpPr>
        <p:spPr>
          <a:xfrm>
            <a:off x="8252460" y="1424940"/>
            <a:ext cx="2157984" cy="1438656"/>
          </a:xfrm>
          <a:custGeom>
            <a:avLst/>
            <a:gdLst/>
            <a:ahLst/>
            <a:cxnLst/>
            <a:rect l="l" t="t" r="r" b="b"/>
            <a:pathLst>
              <a:path w="2157984" h="1438656">
                <a:moveTo>
                  <a:pt x="0" y="1438656"/>
                </a:moveTo>
                <a:lnTo>
                  <a:pt x="2157984" y="1438656"/>
                </a:lnTo>
                <a:lnTo>
                  <a:pt x="2157984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mark20"/>
          <p:cNvSpPr/>
          <p:nvPr/>
        </p:nvSpPr>
        <p:spPr>
          <a:xfrm>
            <a:off x="9043721" y="2719730"/>
            <a:ext cx="575462" cy="143866"/>
          </a:xfrm>
          <a:custGeom>
            <a:avLst/>
            <a:gdLst/>
            <a:ahLst/>
            <a:cxnLst/>
            <a:rect l="l" t="t" r="r" b="b"/>
            <a:pathLst>
              <a:path w="575462" h="143866">
                <a:moveTo>
                  <a:pt x="0" y="143866"/>
                </a:moveTo>
                <a:lnTo>
                  <a:pt x="575462" y="143866"/>
                </a:lnTo>
                <a:lnTo>
                  <a:pt x="575462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4" name="S03-mark21"/>
          <p:cNvSpPr/>
          <p:nvPr/>
        </p:nvSpPr>
        <p:spPr>
          <a:xfrm>
            <a:off x="1778508" y="1424940"/>
            <a:ext cx="8631936" cy="2014118"/>
          </a:xfrm>
          <a:custGeom>
            <a:avLst/>
            <a:gdLst/>
            <a:ahLst/>
            <a:cxnLst/>
            <a:rect l="l" t="t" r="r" b="b"/>
            <a:pathLst>
              <a:path w="8631936" h="2014118">
                <a:moveTo>
                  <a:pt x="0" y="2014118"/>
                </a:moveTo>
                <a:lnTo>
                  <a:pt x="8631936" y="2014118"/>
                </a:lnTo>
                <a:lnTo>
                  <a:pt x="8631936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3-mark22"/>
          <p:cNvSpPr/>
          <p:nvPr/>
        </p:nvSpPr>
        <p:spPr>
          <a:xfrm>
            <a:off x="1778508" y="3726790"/>
            <a:ext cx="8631936" cy="1294790"/>
          </a:xfrm>
          <a:custGeom>
            <a:avLst/>
            <a:gdLst/>
            <a:ahLst/>
            <a:cxnLst/>
            <a:rect l="l" t="t" r="r" b="b"/>
            <a:pathLst>
              <a:path w="8631936" h="1294790">
                <a:moveTo>
                  <a:pt x="0" y="1294790"/>
                </a:moveTo>
                <a:lnTo>
                  <a:pt x="8631936" y="1294790"/>
                </a:lnTo>
                <a:lnTo>
                  <a:pt x="8631936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label24"/>
          <p:cNvSpPr txBox="1"/>
          <p:nvPr/>
        </p:nvSpPr>
        <p:spPr>
          <a:xfrm>
            <a:off x="2479040" y="1829994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</a:t>
            </a:r>
            <a:endParaRPr lang="ko-KR" sz="2600" dirty="0"/>
          </a:p>
        </p:txBody>
      </p:sp>
      <p:sp>
        <p:nvSpPr>
          <p:cNvPr id="17" name="S03-label26"/>
          <p:cNvSpPr txBox="1"/>
          <p:nvPr/>
        </p:nvSpPr>
        <p:spPr>
          <a:xfrm>
            <a:off x="4475226" y="1829994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보건실</a:t>
            </a:r>
            <a:endParaRPr lang="ko-KR" sz="2600" dirty="0"/>
          </a:p>
        </p:txBody>
      </p:sp>
      <p:sp>
        <p:nvSpPr>
          <p:cNvPr id="18" name="S03-label28"/>
          <p:cNvSpPr txBox="1"/>
          <p:nvPr/>
        </p:nvSpPr>
        <p:spPr>
          <a:xfrm>
            <a:off x="6633210" y="1829994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2600" dirty="0"/>
          </a:p>
        </p:txBody>
      </p:sp>
      <p:sp>
        <p:nvSpPr>
          <p:cNvPr id="19" name="S03-label30"/>
          <p:cNvSpPr txBox="1"/>
          <p:nvPr/>
        </p:nvSpPr>
        <p:spPr>
          <a:xfrm>
            <a:off x="8791194" y="1829994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</a:t>
            </a:r>
            <a:endParaRPr lang="ko-KR" sz="2600" dirty="0"/>
          </a:p>
        </p:txBody>
      </p:sp>
      <p:sp>
        <p:nvSpPr>
          <p:cNvPr id="20" name="S03-label32"/>
          <p:cNvSpPr txBox="1"/>
          <p:nvPr/>
        </p:nvSpPr>
        <p:spPr>
          <a:xfrm>
            <a:off x="5716016" y="2944952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복도</a:t>
            </a:r>
            <a:endParaRPr lang="ko-KR" sz="2600" dirty="0"/>
          </a:p>
        </p:txBody>
      </p:sp>
      <p:sp>
        <p:nvSpPr>
          <p:cNvPr id="21" name="S03-label34"/>
          <p:cNvSpPr txBox="1"/>
          <p:nvPr/>
        </p:nvSpPr>
        <p:spPr>
          <a:xfrm>
            <a:off x="5554218" y="4167810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장소마다 하는 일</a:t>
            </a:r>
            <a:endParaRPr lang="ko-KR" sz="4400" dirty="0"/>
          </a:p>
        </p:txBody>
      </p:sp>
      <p:sp>
        <p:nvSpPr>
          <p:cNvPr id="3" name="S04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장소마다 하는 일이 달라요.</a:t>
            </a:r>
            <a:endParaRPr lang="ko-KR" sz="3200" dirty="0"/>
          </a:p>
        </p:txBody>
      </p:sp>
      <p:sp>
        <p:nvSpPr>
          <p:cNvPr id="5" name="S04-card37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8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공부해요.</a:t>
            </a:r>
            <a:endParaRPr lang="ko-KR" sz="3200" dirty="0"/>
          </a:p>
        </p:txBody>
      </p:sp>
      <p:sp>
        <p:nvSpPr>
          <p:cNvPr id="7" name="S04-card39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40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 쉬고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치료받아요.</a:t>
            </a:r>
            <a:endParaRPr lang="ko-KR" sz="3200" dirty="0"/>
          </a:p>
        </p:txBody>
      </p:sp>
      <p:sp>
        <p:nvSpPr>
          <p:cNvPr id="9" name="S04-card41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42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읽고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빌려요.</a:t>
            </a:r>
            <a:endParaRPr lang="ko-KR" sz="3200" dirty="0"/>
          </a:p>
        </p:txBody>
      </p:sp>
      <p:sp>
        <p:nvSpPr>
          <p:cNvPr id="11" name="S04-card43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44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뛰어놀고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체육을 해요.</a:t>
            </a:r>
            <a:endParaRPr lang="ko-KR" sz="3200" dirty="0"/>
          </a:p>
        </p:txBody>
      </p:sp>
      <p:sp>
        <p:nvSpPr>
          <p:cNvPr id="13" name="S04-card45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46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점심을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어디로 갈까요?</a:t>
            </a:r>
            <a:endParaRPr lang="ko-KR" sz="4400" dirty="0"/>
          </a:p>
        </p:txBody>
      </p:sp>
      <p:sp>
        <p:nvSpPr>
          <p:cNvPr id="3" name="S05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장소를 고르고 까닭도 말해요.</a:t>
            </a:r>
            <a:endParaRPr lang="ko-KR" sz="3200" dirty="0"/>
          </a:p>
        </p:txBody>
      </p:sp>
      <p:sp>
        <p:nvSpPr>
          <p:cNvPr id="4" name="S05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 · 보건실 · 도서관 · 운동장 · 급식실</a:t>
            </a:r>
            <a:endParaRPr lang="ko-KR" sz="3200" dirty="0"/>
          </a:p>
        </p:txBody>
      </p:sp>
      <p:sp>
        <p:nvSpPr>
          <p:cNvPr id="6" name="S05-chip5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5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넘어져서 무릎이 아파요.</a:t>
            </a:r>
            <a:endParaRPr lang="ko-KR" sz="3200" dirty="0"/>
          </a:p>
        </p:txBody>
      </p:sp>
      <p:sp>
        <p:nvSpPr>
          <p:cNvPr id="8" name="S05-chip5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5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공룡 책을 빌리고 싶어요.</a:t>
            </a:r>
            <a:endParaRPr lang="ko-KR" sz="3200" dirty="0"/>
          </a:p>
        </p:txBody>
      </p:sp>
      <p:sp>
        <p:nvSpPr>
          <p:cNvPr id="10" name="S05-chip54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55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점심시간이 되었어요.</a:t>
            </a:r>
            <a:endParaRPr lang="ko-KR" sz="3200" dirty="0"/>
          </a:p>
        </p:txBody>
      </p:sp>
      <p:sp>
        <p:nvSpPr>
          <p:cNvPr id="12" name="S05-chip56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5-text57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공을 차며 놀고 싶어요.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도와주시는 분들</a:t>
            </a:r>
            <a:endParaRPr lang="ko-KR" sz="4400" dirty="0"/>
          </a:p>
        </p:txBody>
      </p:sp>
      <p:sp>
        <p:nvSpPr>
          <p:cNvPr id="3" name="S06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도움이 필요하면 가까운 어른께 말해요.</a:t>
            </a:r>
            <a:endParaRPr lang="ko-KR" sz="3200" dirty="0"/>
          </a:p>
        </p:txBody>
      </p:sp>
      <p:sp>
        <p:nvSpPr>
          <p:cNvPr id="5" name="S06-card60"/>
          <p:cNvSpPr/>
          <p:nvPr/>
        </p:nvSpPr>
        <p:spPr>
          <a:xfrm>
            <a:off x="548640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61"/>
          <p:cNvSpPr txBox="1"/>
          <p:nvPr/>
        </p:nvSpPr>
        <p:spPr>
          <a:xfrm>
            <a:off x="822960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담임 선생님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가르쳐 주세요.</a:t>
            </a:r>
            <a:endParaRPr lang="ko-KR" sz="3200" dirty="0"/>
          </a:p>
        </p:txBody>
      </p:sp>
      <p:sp>
        <p:nvSpPr>
          <p:cNvPr id="7" name="S06-card62"/>
          <p:cNvSpPr/>
          <p:nvPr/>
        </p:nvSpPr>
        <p:spPr>
          <a:xfrm>
            <a:off x="4322064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63"/>
          <p:cNvSpPr txBox="1"/>
          <p:nvPr/>
        </p:nvSpPr>
        <p:spPr>
          <a:xfrm>
            <a:off x="4596384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 선생님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아픈 곳을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살펴 주세요.</a:t>
            </a:r>
            <a:endParaRPr lang="ko-KR" sz="3200" dirty="0"/>
          </a:p>
        </p:txBody>
      </p:sp>
      <p:sp>
        <p:nvSpPr>
          <p:cNvPr id="9" name="S06-card64"/>
          <p:cNvSpPr/>
          <p:nvPr/>
        </p:nvSpPr>
        <p:spPr>
          <a:xfrm>
            <a:off x="8095488" y="132588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65"/>
          <p:cNvSpPr txBox="1"/>
          <p:nvPr/>
        </p:nvSpPr>
        <p:spPr>
          <a:xfrm>
            <a:off x="8369808" y="146304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사서 선생님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찾기를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도와주세요.</a:t>
            </a:r>
            <a:endParaRPr lang="ko-KR" sz="3200" dirty="0"/>
          </a:p>
        </p:txBody>
      </p:sp>
      <p:sp>
        <p:nvSpPr>
          <p:cNvPr id="11" name="S06-card66"/>
          <p:cNvSpPr/>
          <p:nvPr/>
        </p:nvSpPr>
        <p:spPr>
          <a:xfrm>
            <a:off x="548640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6-cardtext67"/>
          <p:cNvSpPr txBox="1"/>
          <p:nvPr/>
        </p:nvSpPr>
        <p:spPr>
          <a:xfrm>
            <a:off x="822960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조리사님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주세요.</a:t>
            </a:r>
            <a:endParaRPr lang="ko-KR" sz="3200" dirty="0"/>
          </a:p>
        </p:txBody>
      </p:sp>
      <p:sp>
        <p:nvSpPr>
          <p:cNvPr id="13" name="S06-card68"/>
          <p:cNvSpPr/>
          <p:nvPr/>
        </p:nvSpPr>
        <p:spPr>
          <a:xfrm>
            <a:off x="4322064" y="3337560"/>
            <a:ext cx="3544824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69"/>
          <p:cNvSpPr txBox="1"/>
          <p:nvPr/>
        </p:nvSpPr>
        <p:spPr>
          <a:xfrm>
            <a:off x="4596384" y="3474720"/>
            <a:ext cx="29961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배움터 지킴이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학교를 안전하게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 주세요.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말할까요?</a:t>
            </a:r>
            <a:endParaRPr lang="ko-KR" sz="4400" dirty="0"/>
          </a:p>
        </p:txBody>
      </p:sp>
      <p:sp>
        <p:nvSpPr>
          <p:cNvPr id="3" name="S07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도와주실 분을 고르고 까닭도 말해요.</a:t>
            </a:r>
            <a:endParaRPr lang="ko-KR" sz="3200" dirty="0"/>
          </a:p>
        </p:txBody>
      </p:sp>
      <p:sp>
        <p:nvSpPr>
          <p:cNvPr id="4" name="S07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그분이 하시는 일을 떠올려요.</a:t>
            </a:r>
            <a:endParaRPr lang="ko-KR" sz="3200" dirty="0"/>
          </a:p>
        </p:txBody>
      </p:sp>
      <p:sp>
        <p:nvSpPr>
          <p:cNvPr id="6" name="S07-chip7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7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배가 아파요.</a:t>
            </a:r>
            <a:endParaRPr lang="ko-KR" sz="3200" dirty="0"/>
          </a:p>
        </p:txBody>
      </p:sp>
      <p:sp>
        <p:nvSpPr>
          <p:cNvPr id="8" name="S07-chip7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7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싶은 책을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찾겠어요.</a:t>
            </a:r>
            <a:endParaRPr lang="ko-KR" sz="3200" dirty="0"/>
          </a:p>
        </p:txBody>
      </p:sp>
      <p:sp>
        <p:nvSpPr>
          <p:cNvPr id="10" name="S07-chip7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7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숙제를 잘 모르겠어요.</a:t>
            </a:r>
            <a:endParaRPr lang="ko-KR" sz="3200" dirty="0"/>
          </a:p>
        </p:txBody>
      </p:sp>
      <p:sp>
        <p:nvSpPr>
          <p:cNvPr id="12" name="S07-chip7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7-text8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급식실에서 숟가락을 떨어뜨렸어요.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아플 때는 어떻게 해요?</a:t>
            </a:r>
            <a:endParaRPr lang="ko-KR" sz="4400" dirty="0"/>
          </a:p>
        </p:txBody>
      </p:sp>
      <p:sp>
        <p:nvSpPr>
          <p:cNvPr id="3" name="S08-card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시간에 머리가 아파요.</a:t>
            </a:r>
            <a:endParaRPr lang="ko-KR" sz="3200" dirty="0"/>
          </a:p>
        </p:txBody>
      </p:sp>
      <p:sp>
        <p:nvSpPr>
          <p:cNvPr id="5" name="S08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잘했을까요? 왜 그럴까요?</a:t>
            </a:r>
            <a:endParaRPr lang="ko-KR" sz="3200" dirty="0"/>
          </a:p>
        </p:txBody>
      </p:sp>
      <p:sp>
        <p:nvSpPr>
          <p:cNvPr id="7" name="S08-chip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 말 없이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꾹 참아요.</a:t>
            </a:r>
            <a:endParaRPr lang="ko-KR" sz="3200" dirty="0"/>
          </a:p>
        </p:txBody>
      </p:sp>
      <p:sp>
        <p:nvSpPr>
          <p:cNvPr id="9" name="S08-chip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“선생님,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머리가 아파요.”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있을까요?</a:t>
            </a:r>
            <a:endParaRPr lang="ko-KR" sz="4400" dirty="0"/>
          </a:p>
        </p:txBody>
      </p:sp>
      <p:sp>
        <p:nvSpPr>
          <p:cNvPr id="3" name="S09-card89"/>
          <p:cNvSpPr/>
          <p:nvPr/>
        </p:nvSpPr>
        <p:spPr>
          <a:xfrm>
            <a:off x="548640" y="4401312"/>
            <a:ext cx="11091672" cy="1816608"/>
          </a:xfrm>
          <a:prstGeom prst="roundRect">
            <a:avLst>
              <a:gd name="adj" fmla="val 604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0"/>
          <p:cNvSpPr txBox="1"/>
          <p:nvPr/>
        </p:nvSpPr>
        <p:spPr>
          <a:xfrm>
            <a:off x="822960" y="4538472"/>
            <a:ext cx="10543032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교실 옆에 있는 곳은?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급식실 옆에 있는 곳은?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도서관 양옆에 있는 곳은?</a:t>
            </a:r>
            <a:endParaRPr lang="ko-KR" sz="3200" dirty="0"/>
          </a:p>
        </p:txBody>
      </p:sp>
      <p:sp>
        <p:nvSpPr>
          <p:cNvPr id="5" name="S09-figure91" descr="별빛초등학교 그림: 위쪽 건물에 왼쪽부터 교실, 보건실, 도서관, 급식실이 한 줄로 붙어 있고, 방마다 아래쪽 복도 쪽에 문(짙은 막대)이 있다. 건물 아래 넓은 초록 칸이 운동장이다. 교실 옆은 보건실, 급식실 옆은 도서관, 도서관 양옆은 보건실과 급식실이다."/>
          <p:cNvSpPr/>
          <p:nvPr/>
        </p:nvSpPr>
        <p:spPr>
          <a:xfrm>
            <a:off x="2916022" y="2484425"/>
            <a:ext cx="6356909" cy="423794"/>
          </a:xfrm>
          <a:custGeom>
            <a:avLst/>
            <a:gdLst/>
            <a:ahLst/>
            <a:cxnLst/>
            <a:rect l="l" t="t" r="r" b="b"/>
            <a:pathLst>
              <a:path w="6356909" h="423794">
                <a:moveTo>
                  <a:pt x="0" y="423794"/>
                </a:moveTo>
                <a:lnTo>
                  <a:pt x="6356909" y="423794"/>
                </a:lnTo>
                <a:lnTo>
                  <a:pt x="63569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6" name="S09-mark92"/>
          <p:cNvSpPr/>
          <p:nvPr/>
        </p:nvSpPr>
        <p:spPr>
          <a:xfrm>
            <a:off x="2916022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mark93"/>
          <p:cNvSpPr/>
          <p:nvPr/>
        </p:nvSpPr>
        <p:spPr>
          <a:xfrm>
            <a:off x="3498738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8" name="S09-mark94"/>
          <p:cNvSpPr/>
          <p:nvPr/>
        </p:nvSpPr>
        <p:spPr>
          <a:xfrm>
            <a:off x="4505249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mark95"/>
          <p:cNvSpPr/>
          <p:nvPr/>
        </p:nvSpPr>
        <p:spPr>
          <a:xfrm>
            <a:off x="5087965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0" name="S09-mark96"/>
          <p:cNvSpPr/>
          <p:nvPr/>
        </p:nvSpPr>
        <p:spPr>
          <a:xfrm>
            <a:off x="6094476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mark97"/>
          <p:cNvSpPr/>
          <p:nvPr/>
        </p:nvSpPr>
        <p:spPr>
          <a:xfrm>
            <a:off x="6677193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2" name="S09-mark98"/>
          <p:cNvSpPr/>
          <p:nvPr/>
        </p:nvSpPr>
        <p:spPr>
          <a:xfrm>
            <a:off x="7683703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mark99"/>
          <p:cNvSpPr/>
          <p:nvPr/>
        </p:nvSpPr>
        <p:spPr>
          <a:xfrm>
            <a:off x="8266420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4" name="S09-mark100"/>
          <p:cNvSpPr/>
          <p:nvPr/>
        </p:nvSpPr>
        <p:spPr>
          <a:xfrm>
            <a:off x="2916022" y="1424940"/>
            <a:ext cx="6356909" cy="1483279"/>
          </a:xfrm>
          <a:custGeom>
            <a:avLst/>
            <a:gdLst/>
            <a:ahLst/>
            <a:cxnLst/>
            <a:rect l="l" t="t" r="r" b="b"/>
            <a:pathLst>
              <a:path w="6356909" h="1483279">
                <a:moveTo>
                  <a:pt x="0" y="1483279"/>
                </a:moveTo>
                <a:lnTo>
                  <a:pt x="6356909" y="1483279"/>
                </a:lnTo>
                <a:lnTo>
                  <a:pt x="6356909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9-mark101"/>
          <p:cNvSpPr/>
          <p:nvPr/>
        </p:nvSpPr>
        <p:spPr>
          <a:xfrm>
            <a:off x="2916022" y="3120116"/>
            <a:ext cx="6356909" cy="953536"/>
          </a:xfrm>
          <a:custGeom>
            <a:avLst/>
            <a:gdLst/>
            <a:ahLst/>
            <a:cxnLst/>
            <a:rect l="l" t="t" r="r" b="b"/>
            <a:pathLst>
              <a:path w="6356909" h="953536">
                <a:moveTo>
                  <a:pt x="0" y="953536"/>
                </a:moveTo>
                <a:lnTo>
                  <a:pt x="6356909" y="953536"/>
                </a:lnTo>
                <a:lnTo>
                  <a:pt x="6356909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label103"/>
          <p:cNvSpPr txBox="1"/>
          <p:nvPr/>
        </p:nvSpPr>
        <p:spPr>
          <a:xfrm>
            <a:off x="3332175" y="1668846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</a:t>
            </a:r>
            <a:endParaRPr lang="ko-KR" sz="2600" dirty="0"/>
          </a:p>
        </p:txBody>
      </p:sp>
      <p:sp>
        <p:nvSpPr>
          <p:cNvPr id="17" name="S09-label105"/>
          <p:cNvSpPr txBox="1"/>
          <p:nvPr/>
        </p:nvSpPr>
        <p:spPr>
          <a:xfrm>
            <a:off x="4759604" y="1668846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보건실</a:t>
            </a:r>
            <a:endParaRPr lang="ko-KR" sz="2600" dirty="0"/>
          </a:p>
        </p:txBody>
      </p:sp>
      <p:sp>
        <p:nvSpPr>
          <p:cNvPr id="18" name="S09-label107"/>
          <p:cNvSpPr txBox="1"/>
          <p:nvPr/>
        </p:nvSpPr>
        <p:spPr>
          <a:xfrm>
            <a:off x="6348832" y="1668846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2600" dirty="0"/>
          </a:p>
        </p:txBody>
      </p:sp>
      <p:sp>
        <p:nvSpPr>
          <p:cNvPr id="19" name="S09-label109"/>
          <p:cNvSpPr txBox="1"/>
          <p:nvPr/>
        </p:nvSpPr>
        <p:spPr>
          <a:xfrm>
            <a:off x="7938059" y="1668846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</a:t>
            </a:r>
            <a:endParaRPr lang="ko-KR" sz="2600" dirty="0"/>
          </a:p>
        </p:txBody>
      </p:sp>
      <p:sp>
        <p:nvSpPr>
          <p:cNvPr id="20" name="S09-label111"/>
          <p:cNvSpPr txBox="1"/>
          <p:nvPr/>
        </p:nvSpPr>
        <p:spPr>
          <a:xfrm>
            <a:off x="5716016" y="2489947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복도</a:t>
            </a:r>
            <a:endParaRPr lang="ko-KR" sz="2600" dirty="0"/>
          </a:p>
        </p:txBody>
      </p:sp>
      <p:sp>
        <p:nvSpPr>
          <p:cNvPr id="21" name="S09-label113"/>
          <p:cNvSpPr txBox="1"/>
          <p:nvPr/>
        </p:nvSpPr>
        <p:spPr>
          <a:xfrm>
            <a:off x="5554218" y="3390509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장소, ③④는 도와주실 분을 말해요.</a:t>
            </a:r>
            <a:endParaRPr lang="ko-KR" sz="3200" dirty="0"/>
          </a:p>
        </p:txBody>
      </p:sp>
      <p:sp>
        <p:nvSpPr>
          <p:cNvPr id="4" name="S10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함께 말해요.</a:t>
            </a:r>
            <a:endParaRPr lang="ko-KR" sz="3200" dirty="0"/>
          </a:p>
        </p:txBody>
      </p:sp>
      <p:sp>
        <p:nvSpPr>
          <p:cNvPr id="6" name="S10-chip11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11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그림책을 빌리고 싶어요.</a:t>
            </a:r>
            <a:endParaRPr lang="ko-KR" sz="3200" dirty="0"/>
          </a:p>
        </p:txBody>
      </p:sp>
      <p:sp>
        <p:nvSpPr>
          <p:cNvPr id="8" name="S10-chip11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12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 연습을 해요.</a:t>
            </a:r>
            <a:endParaRPr lang="ko-KR" sz="3200" dirty="0"/>
          </a:p>
        </p:txBody>
      </p:sp>
      <p:sp>
        <p:nvSpPr>
          <p:cNvPr id="10" name="S10-chip12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122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코피가 나요.</a:t>
            </a:r>
            <a:endParaRPr lang="ko-KR" sz="3200" dirty="0"/>
          </a:p>
        </p:txBody>
      </p:sp>
      <p:sp>
        <p:nvSpPr>
          <p:cNvPr id="12" name="S10-chip123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10-text124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도서관에서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못 찾겠어요.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햇살초등학교</a:t>
            </a:r>
            <a:endParaRPr lang="ko-KR" sz="4400" dirty="0"/>
          </a:p>
        </p:txBody>
      </p:sp>
      <p:sp>
        <p:nvSpPr>
          <p:cNvPr id="3" name="S12-card125"/>
          <p:cNvSpPr/>
          <p:nvPr/>
        </p:nvSpPr>
        <p:spPr>
          <a:xfrm>
            <a:off x="548640" y="4401312"/>
            <a:ext cx="11091672" cy="1816608"/>
          </a:xfrm>
          <a:prstGeom prst="roundRect">
            <a:avLst>
              <a:gd name="adj" fmla="val 604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26"/>
          <p:cNvSpPr txBox="1"/>
          <p:nvPr/>
        </p:nvSpPr>
        <p:spPr>
          <a:xfrm>
            <a:off x="822960" y="4538472"/>
            <a:ext cx="10543032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보건실 옆에 있는 곳은?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급식실 옆에 있는 곳은?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도서관을 손가락으로 짚어요.</a:t>
            </a:r>
            <a:endParaRPr lang="ko-KR" sz="3200" dirty="0"/>
          </a:p>
        </p:txBody>
      </p:sp>
      <p:sp>
        <p:nvSpPr>
          <p:cNvPr id="5" name="S12-figure127" descr="햇살초등학교 그림: 위쪽 건물에 왼쪽부터 보건실, 교실, 도서관이 한 줄로 붙어 있고 문은 아래쪽 복도 쪽이다. 건물 아래 왼쪽에 넓은 운동장이 있고, 운동장 오른쪽 옆에 따로 떨어진 작은 건물 급식실이 있다(문은 운동장 쪽). 보건실 옆은 교실, 급식실 옆은 운동장이다."/>
          <p:cNvSpPr/>
          <p:nvPr/>
        </p:nvSpPr>
        <p:spPr>
          <a:xfrm>
            <a:off x="2651150" y="2484425"/>
            <a:ext cx="4767682" cy="423794"/>
          </a:xfrm>
          <a:custGeom>
            <a:avLst/>
            <a:gdLst/>
            <a:ahLst/>
            <a:cxnLst/>
            <a:rect l="l" t="t" r="r" b="b"/>
            <a:pathLst>
              <a:path w="4767682" h="423794">
                <a:moveTo>
                  <a:pt x="0" y="423794"/>
                </a:moveTo>
                <a:lnTo>
                  <a:pt x="4767682" y="423794"/>
                </a:lnTo>
                <a:lnTo>
                  <a:pt x="4767682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6" name="S12-mark128"/>
          <p:cNvSpPr/>
          <p:nvPr/>
        </p:nvSpPr>
        <p:spPr>
          <a:xfrm>
            <a:off x="2651150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2-mark129"/>
          <p:cNvSpPr/>
          <p:nvPr/>
        </p:nvSpPr>
        <p:spPr>
          <a:xfrm>
            <a:off x="3233867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8" name="S12-mark130"/>
          <p:cNvSpPr/>
          <p:nvPr/>
        </p:nvSpPr>
        <p:spPr>
          <a:xfrm>
            <a:off x="4240378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mark131"/>
          <p:cNvSpPr/>
          <p:nvPr/>
        </p:nvSpPr>
        <p:spPr>
          <a:xfrm>
            <a:off x="4823094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0" name="S12-mark132"/>
          <p:cNvSpPr/>
          <p:nvPr/>
        </p:nvSpPr>
        <p:spPr>
          <a:xfrm>
            <a:off x="5829605" y="1424940"/>
            <a:ext cx="1589227" cy="1059485"/>
          </a:xfrm>
          <a:custGeom>
            <a:avLst/>
            <a:gdLst/>
            <a:ahLst/>
            <a:cxnLst/>
            <a:rect l="l" t="t" r="r" b="b"/>
            <a:pathLst>
              <a:path w="1589227" h="1059485">
                <a:moveTo>
                  <a:pt x="0" y="1059485"/>
                </a:moveTo>
                <a:lnTo>
                  <a:pt x="1589227" y="1059485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mark133"/>
          <p:cNvSpPr/>
          <p:nvPr/>
        </p:nvSpPr>
        <p:spPr>
          <a:xfrm>
            <a:off x="6412321" y="2378476"/>
            <a:ext cx="423794" cy="105948"/>
          </a:xfrm>
          <a:custGeom>
            <a:avLst/>
            <a:gdLst/>
            <a:ahLst/>
            <a:cxnLst/>
            <a:rect l="l" t="t" r="r" b="b"/>
            <a:pathLst>
              <a:path w="423794" h="105948">
                <a:moveTo>
                  <a:pt x="0" y="105948"/>
                </a:moveTo>
                <a:lnTo>
                  <a:pt x="423794" y="105948"/>
                </a:lnTo>
                <a:lnTo>
                  <a:pt x="423794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2" name="S12-mark134"/>
          <p:cNvSpPr/>
          <p:nvPr/>
        </p:nvSpPr>
        <p:spPr>
          <a:xfrm>
            <a:off x="2651150" y="1424940"/>
            <a:ext cx="4767682" cy="1483279"/>
          </a:xfrm>
          <a:custGeom>
            <a:avLst/>
            <a:gdLst/>
            <a:ahLst/>
            <a:cxnLst/>
            <a:rect l="l" t="t" r="r" b="b"/>
            <a:pathLst>
              <a:path w="4767682" h="1483279">
                <a:moveTo>
                  <a:pt x="0" y="1483279"/>
                </a:moveTo>
                <a:lnTo>
                  <a:pt x="4767682" y="1483279"/>
                </a:lnTo>
                <a:lnTo>
                  <a:pt x="4767682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2-mark135"/>
          <p:cNvSpPr/>
          <p:nvPr/>
        </p:nvSpPr>
        <p:spPr>
          <a:xfrm>
            <a:off x="2651150" y="3120116"/>
            <a:ext cx="4767682" cy="953536"/>
          </a:xfrm>
          <a:custGeom>
            <a:avLst/>
            <a:gdLst/>
            <a:ahLst/>
            <a:cxnLst/>
            <a:rect l="l" t="t" r="r" b="b"/>
            <a:pathLst>
              <a:path w="4767682" h="953536">
                <a:moveTo>
                  <a:pt x="0" y="953536"/>
                </a:moveTo>
                <a:lnTo>
                  <a:pt x="4767682" y="953536"/>
                </a:lnTo>
                <a:lnTo>
                  <a:pt x="4767682" y="0"/>
                </a:lnTo>
                <a:lnTo>
                  <a:pt x="0" y="0"/>
                </a:lnTo>
                <a:close/>
              </a:path>
            </a:pathLst>
          </a:custGeom>
          <a:solidFill>
            <a:srgbClr val="D9EFD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2-mark136"/>
          <p:cNvSpPr/>
          <p:nvPr/>
        </p:nvSpPr>
        <p:spPr>
          <a:xfrm>
            <a:off x="7948574" y="2908219"/>
            <a:ext cx="1589227" cy="1165433"/>
          </a:xfrm>
          <a:custGeom>
            <a:avLst/>
            <a:gdLst/>
            <a:ahLst/>
            <a:cxnLst/>
            <a:rect l="l" t="t" r="r" b="b"/>
            <a:pathLst>
              <a:path w="1589227" h="1165433">
                <a:moveTo>
                  <a:pt x="0" y="1165433"/>
                </a:moveTo>
                <a:lnTo>
                  <a:pt x="1589227" y="1165433"/>
                </a:lnTo>
                <a:lnTo>
                  <a:pt x="1589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EAF3F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2-mark137"/>
          <p:cNvSpPr/>
          <p:nvPr/>
        </p:nvSpPr>
        <p:spPr>
          <a:xfrm>
            <a:off x="7948574" y="3279038"/>
            <a:ext cx="105948" cy="423794"/>
          </a:xfrm>
          <a:custGeom>
            <a:avLst/>
            <a:gdLst/>
            <a:ahLst/>
            <a:cxnLst/>
            <a:rect l="l" t="t" r="r" b="b"/>
            <a:pathLst>
              <a:path w="105948" h="423794">
                <a:moveTo>
                  <a:pt x="0" y="423794"/>
                </a:moveTo>
                <a:lnTo>
                  <a:pt x="105948" y="423794"/>
                </a:lnTo>
                <a:lnTo>
                  <a:pt x="105948" y="0"/>
                </a:lnTo>
                <a:lnTo>
                  <a:pt x="0" y="0"/>
                </a:lnTo>
                <a:close/>
              </a:path>
            </a:pathLst>
          </a:custGeom>
          <a:solidFill>
            <a:srgbClr val="264653"/>
          </a:solidFill>
          <a:ln/>
        </p:spPr>
      </p:sp>
      <p:sp>
        <p:nvSpPr>
          <p:cNvPr id="16" name="S12-label139"/>
          <p:cNvSpPr txBox="1"/>
          <p:nvPr/>
        </p:nvSpPr>
        <p:spPr>
          <a:xfrm>
            <a:off x="2905506" y="1668846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보건실</a:t>
            </a:r>
            <a:endParaRPr lang="ko-KR" sz="2600" dirty="0"/>
          </a:p>
        </p:txBody>
      </p:sp>
      <p:sp>
        <p:nvSpPr>
          <p:cNvPr id="17" name="S12-label141"/>
          <p:cNvSpPr txBox="1"/>
          <p:nvPr/>
        </p:nvSpPr>
        <p:spPr>
          <a:xfrm>
            <a:off x="4656531" y="1668846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</a:t>
            </a:r>
            <a:endParaRPr lang="ko-KR" sz="2600" dirty="0"/>
          </a:p>
        </p:txBody>
      </p:sp>
      <p:sp>
        <p:nvSpPr>
          <p:cNvPr id="18" name="S12-label143"/>
          <p:cNvSpPr txBox="1"/>
          <p:nvPr/>
        </p:nvSpPr>
        <p:spPr>
          <a:xfrm>
            <a:off x="6083960" y="1668846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</a:t>
            </a:r>
            <a:endParaRPr lang="ko-KR" sz="2600" dirty="0"/>
          </a:p>
        </p:txBody>
      </p:sp>
      <p:sp>
        <p:nvSpPr>
          <p:cNvPr id="19" name="S12-label145"/>
          <p:cNvSpPr txBox="1"/>
          <p:nvPr/>
        </p:nvSpPr>
        <p:spPr>
          <a:xfrm>
            <a:off x="4656531" y="2489947"/>
            <a:ext cx="75692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복도</a:t>
            </a:r>
            <a:endParaRPr lang="ko-KR" sz="2600" dirty="0"/>
          </a:p>
        </p:txBody>
      </p:sp>
      <p:sp>
        <p:nvSpPr>
          <p:cNvPr id="20" name="S12-label147"/>
          <p:cNvSpPr txBox="1"/>
          <p:nvPr/>
        </p:nvSpPr>
        <p:spPr>
          <a:xfrm>
            <a:off x="4494733" y="3390509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운동장</a:t>
            </a:r>
            <a:endParaRPr lang="ko-KR" sz="2600" dirty="0"/>
          </a:p>
        </p:txBody>
      </p:sp>
      <p:sp>
        <p:nvSpPr>
          <p:cNvPr id="21" name="S12-label149"/>
          <p:cNvSpPr txBox="1"/>
          <p:nvPr/>
        </p:nvSpPr>
        <p:spPr>
          <a:xfrm>
            <a:off x="8255904" y="3284560"/>
            <a:ext cx="1080516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급식실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학교 둘러보기</a:t>
            </a:r>
            <a:endParaRPr lang="ko-KR" sz="4400" dirty="0"/>
          </a:p>
        </p:txBody>
      </p:sp>
      <p:sp>
        <p:nvSpPr>
          <p:cNvPr id="3" name="S13-card150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151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학교 안에서는 혼자 멀리 가지 말고 선생님과 함께 다녀요.</a:t>
            </a:r>
            <a:endParaRPr lang="ko-KR" sz="3200" dirty="0"/>
          </a:p>
        </p:txBody>
      </p:sp>
      <p:sp>
        <p:nvSpPr>
          <p:cNvPr id="5" name="S13-card152"/>
          <p:cNvSpPr/>
          <p:nvPr/>
        </p:nvSpPr>
        <p:spPr>
          <a:xfrm>
            <a:off x="6813652" y="1325880"/>
            <a:ext cx="4826660" cy="3342640"/>
          </a:xfrm>
          <a:prstGeom prst="roundRect">
            <a:avLst>
              <a:gd name="adj" fmla="val 328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153"/>
          <p:cNvSpPr txBox="1"/>
          <p:nvPr/>
        </p:nvSpPr>
        <p:spPr>
          <a:xfrm>
            <a:off x="7087972" y="1463040"/>
            <a:ext cx="4278020" cy="3068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곳 이상 찾았어요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옆에 있는 곳을 말했어요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만난 분을 말했어요</a:t>
            </a:r>
            <a:endParaRPr lang="ko-KR" sz="3200" dirty="0"/>
          </a:p>
        </p:txBody>
      </p:sp>
      <p:sp>
        <p:nvSpPr>
          <p:cNvPr id="7" name="S13-stepno154"/>
          <p:cNvSpPr txBox="1"/>
          <p:nvPr/>
        </p:nvSpPr>
        <p:spPr>
          <a:xfrm>
            <a:off x="548640" y="16530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3-text155"/>
          <p:cNvSpPr txBox="1"/>
          <p:nvPr/>
        </p:nvSpPr>
        <p:spPr>
          <a:xfrm>
            <a:off x="1325880" y="16530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찾아볼 장소를 골라요.</a:t>
            </a:r>
            <a:endParaRPr lang="ko-KR" sz="3200" dirty="0"/>
          </a:p>
        </p:txBody>
      </p:sp>
      <p:sp>
        <p:nvSpPr>
          <p:cNvPr id="9" name="S13-stepno156"/>
          <p:cNvSpPr txBox="1"/>
          <p:nvPr/>
        </p:nvSpPr>
        <p:spPr>
          <a:xfrm>
            <a:off x="548640" y="23662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3-text157"/>
          <p:cNvSpPr txBox="1"/>
          <p:nvPr/>
        </p:nvSpPr>
        <p:spPr>
          <a:xfrm>
            <a:off x="1325880" y="23662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찾아봐요.</a:t>
            </a:r>
            <a:endParaRPr lang="ko-KR" sz="3200" dirty="0"/>
          </a:p>
        </p:txBody>
      </p:sp>
      <p:sp>
        <p:nvSpPr>
          <p:cNvPr id="11" name="S13-stepno158"/>
          <p:cNvSpPr txBox="1"/>
          <p:nvPr/>
        </p:nvSpPr>
        <p:spPr>
          <a:xfrm>
            <a:off x="548640" y="30794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3-text159"/>
          <p:cNvSpPr txBox="1"/>
          <p:nvPr/>
        </p:nvSpPr>
        <p:spPr>
          <a:xfrm>
            <a:off x="1325880" y="30794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도와주시는 분을 알아봐요.</a:t>
            </a:r>
            <a:endParaRPr lang="ko-KR" sz="3200" dirty="0"/>
          </a:p>
        </p:txBody>
      </p:sp>
      <p:sp>
        <p:nvSpPr>
          <p:cNvPr id="13" name="S13-stepno160"/>
          <p:cNvSpPr txBox="1"/>
          <p:nvPr/>
        </p:nvSpPr>
        <p:spPr>
          <a:xfrm>
            <a:off x="548640" y="37927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3-text161"/>
          <p:cNvSpPr txBox="1"/>
          <p:nvPr/>
        </p:nvSpPr>
        <p:spPr>
          <a:xfrm>
            <a:off x="1325880" y="37927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찾으면 기록표에 ○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62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63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학교에는 여러 장소와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우리를 도와주시는 분들이 있어요.</a:t>
            </a:r>
            <a:endParaRPr lang="ko-KR" sz="3200" dirty="0"/>
          </a:p>
        </p:txBody>
      </p:sp>
      <p:sp>
        <p:nvSpPr>
          <p:cNvPr id="5" name="S14-chip164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아프면 선생님께 말하기</a:t>
            </a:r>
            <a:endParaRPr lang="ko-KR" sz="2600" dirty="0"/>
          </a:p>
        </p:txBody>
      </p:sp>
      <p:sp>
        <p:nvSpPr>
          <p:cNvPr id="6" name="S14-chip165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아파도 꾹 참기</a:t>
            </a:r>
            <a:endParaRPr lang="ko-KR" sz="2600" dirty="0"/>
          </a:p>
        </p:txBody>
      </p:sp>
      <p:sp>
        <p:nvSpPr>
          <p:cNvPr id="7" name="S14-text166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67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책을 빌리는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곳은?</a:t>
            </a:r>
            <a:endParaRPr lang="ko-KR" sz="2600" dirty="0"/>
          </a:p>
        </p:txBody>
      </p:sp>
      <p:sp>
        <p:nvSpPr>
          <p:cNvPr id="9" name="S14-text168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아플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곳은?</a:t>
            </a:r>
            <a:endParaRPr lang="ko-KR" sz="2600" dirty="0"/>
          </a:p>
        </p:txBody>
      </p:sp>
      <p:sp>
        <p:nvSpPr>
          <p:cNvPr id="10" name="S14-text169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급식을 만들어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주시는 분은?</a:t>
            </a:r>
            <a:endParaRPr lang="ko-KR" sz="2600" dirty="0"/>
          </a:p>
        </p:txBody>
      </p:sp>
      <p:sp>
        <p:nvSpPr>
          <p:cNvPr id="11" name="S14-text17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함께 지킬 약속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집 안 둘러보기</a:t>
            </a:r>
            <a:endParaRPr lang="ko-KR" sz="4400" dirty="0"/>
          </a:p>
        </p:txBody>
      </p:sp>
      <p:sp>
        <p:nvSpPr>
          <p:cNvPr id="3" name="S15-text1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집 안을 걸어 봐요.</a:t>
            </a:r>
            <a:endParaRPr lang="ko-KR" sz="3200" dirty="0"/>
          </a:p>
        </p:txBody>
      </p:sp>
      <p:sp>
        <p:nvSpPr>
          <p:cNvPr id="4" name="S15-card1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장소마다 하는 일이 달라요.</a:t>
            </a:r>
            <a:endParaRPr lang="ko-KR" sz="3200" dirty="0"/>
          </a:p>
        </p:txBody>
      </p:sp>
      <p:sp>
        <p:nvSpPr>
          <p:cNvPr id="6" name="S15-card174"/>
          <p:cNvSpPr/>
          <p:nvPr/>
        </p:nvSpPr>
        <p:spPr>
          <a:xfrm>
            <a:off x="548640" y="25831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75"/>
          <p:cNvSpPr txBox="1"/>
          <p:nvPr/>
        </p:nvSpPr>
        <p:spPr>
          <a:xfrm>
            <a:off x="822960" y="27203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여기는 어디예요?</a:t>
            </a:r>
            <a:endParaRPr lang="ko-KR" sz="3200" dirty="0"/>
          </a:p>
        </p:txBody>
      </p:sp>
      <p:sp>
        <p:nvSpPr>
          <p:cNvPr id="8" name="S15-card176"/>
          <p:cNvSpPr/>
          <p:nvPr/>
        </p:nvSpPr>
        <p:spPr>
          <a:xfrm>
            <a:off x="548640" y="368046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177"/>
          <p:cNvSpPr txBox="1"/>
          <p:nvPr/>
        </p:nvSpPr>
        <p:spPr>
          <a:xfrm>
            <a:off x="822960" y="381762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무엇을 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사회·역사 학교의 장소와 사람들</dc:title>
  <dc:subject>KR22-G01-SOC-SCHOOL-L01</dc:subject>
  <dc:creator>education-ppt</dc:creator>
  <cp:lastModifiedBy>education-ppt</cp:lastModifiedBy>
  <cp:revision>1</cp:revision>
  <dcterms:created xsi:type="dcterms:W3CDTF">2026-10-26T10:01:40Z</dcterms:created>
  <dcterms:modified xsi:type="dcterms:W3CDTF">2026-10-26T10:01:40Z</dcterms:modified>
</cp:coreProperties>
</file>