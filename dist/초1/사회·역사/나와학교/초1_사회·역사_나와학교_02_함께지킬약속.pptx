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c0cc120-0dde-094d-cb06-7deac502eaf1}">
          <p14:sldIdLst>
            <p14:sldId id="256"/>
            <p14:sldId id="257"/>
          </p14:sldIdLst>
        </p14:section>
        <p14:section name="개념" id="{cdc31f49-b5d8-bec6-8de2-2c2fdf1aa230}">
          <p14:sldIdLst>
            <p14:sldId id="258"/>
            <p14:sldId id="259"/>
          </p14:sldIdLst>
        </p14:section>
        <p14:section name="연습" id="{9b6300bd-39e6-0b23-d544-340df49074d2}">
          <p14:sldIdLst>
            <p14:sldId id="260"/>
            <p14:sldId id="261"/>
            <p14:sldId id="262"/>
            <p14:sldId id="263"/>
          </p14:sldIdLst>
        </p14:section>
        <p14:section name="확인" id="{9b5aa433-913d-8310-ac74-e55f2b3c9f8b}">
          <p14:sldIdLst>
            <p14:sldId id="264"/>
            <p14:sldId id="265"/>
            <p14:sldId id="266"/>
          </p14:sldIdLst>
        </p14:section>
        <p14:section name="정리" id="{fc74e475-87ec-8004-d1d6-6b524caab9b3}">
          <p14:sldIdLst>
            <p14:sldId id="267"/>
          </p14:sldIdLst>
        </p14:section>
        <p14:section name="보충" id="{40a5dda3-d32f-5108-104a-cc8e65d82c0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오늘의 질문을 던지고, 약속을 외우는 것이 아니라 까닭을 찾는 수업이라는 것을 알립니다.
시간: 약 2분
이렇게 말해 보세요
- “학교에서 지키는 약속에는 무엇이 있어? 그런데 우리는 왜 약속을 지킬까?”
- “오늘은 약속이 왜 필요한지 까닭을 찾아보고, 네가 지킬 약속도 하나 정할 거야.”
예상 답
- “줄 서기요.” “뛰지 않기요.” “혼나니까요.” “몰라요.”
막히면
- “급식 먹을 때 줄을 서? 왜 줄을 설까?”처럼 장면 하나로 물어봅니다.
주의
- “혼나니까요.”라고 해도 고치지 말고 들어 둡니다. S08에서 다시 생각해 봅니다(오해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확인(학교의 장소와 하는 일)]
목적: 앞 차시 ‘학교의 장소와 사람들’에서 배운 학교의 장소와 하는 일을 기억하는지 확인합니다. 오늘 약속은 이 장소들에서 일어나는 일로 생각합니다.
시간: 약 2분
이렇게 말해 보세요
- “지난 시간에 배운 학교의 장소를 떠올려 볼까? 점심을 먹는 곳은? 책을 빌리는 곳은? 뛰어노는 곳은?”
- “우리 학교 둘러보기에서 찾은 곳이 있으면 알려 줘.”
정답
- ① 급식실(교실에서 먹는 학교면 교실도 맞음) ② 도서관 ③ 운동장(놀이터, 강당도 맞음)
막히면
- 두 가지 이상 어려우면 S13(보충)을 먼저 합니다.
주의
- 앞 차시 활동지 4(우리 학교 둘러보기 기록표)가 있으면 함께 보며 이야기합니다. 아직 둘러보지 못했어도 괜찮습니다.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약속이 없을 때와 있을 때 비교]
목적: 약속이 없을 때와 있을 때를 견주어, 약속이 왜 필요한지 아이 스스로 까닭을 찾게 합니다(목표 A, 오해 M2).
시간: 약 3분
이렇게 말해 보세요
- “가처럼 모두 밀면 어떤 일이 생길까?”
- “나처럼 줄을 서면 무엇이 좋을까?”
- “이렇게 모두가 함께 지키기로 정한 것을 ‘약속’이라고 해. 약속은 우리 모두를 위해 있는 거야.”
예상 답
- “넘어져서 다쳐요.” “국을 쏟아요.” “싸워요.”
- “안 다쳐요.” “모두 받을 수 있어요.” “기분이 좋아요.”
막히면
- 부모와 아이가 한꺼번에 문을 지나가려고 해 보고, 한 사람씩 지나갈 때와 견주어 봅니다.
주의
- 까닭이 하나라도 나오면 칭찬하고, “또 무엇이 있을까?”라고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함께 지킬 세 약속(무엇을 하는지와 까닭)]
목적: 학교생활에서 함께 지킬 세 약속(무엇을 하는지)과, 약속이 모두를 위한 것이라는 까닭을 알려 줍니다(목표 A·B).
시간: 약 3분
이렇게 말해 보세요
- “학교에서 지킬 약속은 많지만, 오늘은 세 가지를 생각해 보자. 차례 지키기, 정리하기, 고운 말 쓰기.”
- “학교에서 차례를 지키는 곳은 어디야? 쓴 물건을 정리하는 곳은?”
- “아래 문장을 같이 읽어 볼까? 약속은 모두가 즐겁고 안전하게 지내려고 지켜.”
예상 답
- “급식실, 화장실 앞, 물 마시는 곳에서 줄을 서요.” “교실에서 크레파스를 정리해요.” “도서관에서 책을 꽂아요.”
막히면
- S02에서 말한 장소를 하나씩 짚으며 “여기에서는 어떤 약속이 있을까?”라고 묻습니다.
주의
- 우리 반만의 약속(예: 복도에서 오른쪽으로 걷기)을 아이가 말하면 그 까닭도 물어봅니다. 학교마다 약속이 달라도 괜찮습니다.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약속을 지키지 않으면 생기는 일로 까닭 말하기]
목적: 약속을 지키지 않을 때 생기는 일을 떠올려, 세 약속이 필요한 까닭을 말하게 합니다(목표 A).
시간: 약 4분
이렇게 말해 보세요
- “①처럼 줄에 끼어들면 어떤 일이 생길까? 먼저 서 있던 친구는 어떤 마음일까?”
- “②는? 책을 아무 데나 두면 다음에 그 책을 읽고 싶은 친구는?”
- “③처럼 말하면 친구 마음은 어떨까? 그러니까 우리는 어떻게 하기로 약속할까?”
예상 답
- ① “먼저 온 친구가 속상해요.” “싸움이 나요.” “밀려서 넘어질 수 있어요.”
- ② “다음 사람이 책을 못 찾아요.” “책이 밟혀서 찢어져요.”
- ③ “친구 마음이 아파요.” “친구가 같이 안 놀아 줘요.”
- 기준: 지키지 않을 때 생기는 일을 하나 이상 말하면 맞습니다.
막히면
- 역할 놀이로 해 봅니다. 아이가 줄 앞에 서 있고 부모가 끼어든 뒤 “기분이 어땠어?”라고 묻습니다.
주의
- “선생님께 혼나요.”만 말하면 “선생님이 안 계셔도 친구는 어떤 마음일까?”라고 친구 쪽으로 생각을 넓혀 줍니다(오해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정리하기 약속에 맞는 행동 고르기]
목적: 정리하기 약속에 맞는 행동을 고르고 까닭을 말합니다(목표 B).
시간: 약 3분
이렇게 말해 보세요
- “가, 나, 다 가운데 어떻게 하면 좋을까? 왜?”
- “다처럼 그냥 가방에 넣어 가면 어떻게 될까?”
정답
- 나. 제자리에 두어야 다음 사람이 쉽게 찾고, 책이 망가지지 않습니다.
- 가는 다음 사람이 책을 찾기 어렵고, 다는 빌리지 않은 책을 가져가는 것이라 안 됩니다(빌리고 싶으면 사서 선생님께 빌려요).
막히면
- 집에 있는 그림책 몇 권을 아무 데나 두고 “어제 읽은 공룡 책 찾아 줄래?”라고 해 봅니다. 찾기 어려우면 정리의 까닭을 느낄 수 있습니다.
주의
- 도서관마다 다 읽은 책을 꽂는 곳(제자리, 반납대, 북트럭)이 다릅니다. 우리 학교 도서관의 방법을 아이가 알면 그대로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고운 말로 바꾸어 말하기]
목적: 거친 말을 고운 말로 바꾸어 실제로 소리 내어 말해 봅니다. 싫거나 속상한 마음도 다정하게 말할 수 있다는 것을 알게 합니다(목표 B, 오해 M3).
시간: 약 4분
이렇게 말해 보세요
- “①을 들으면 기분이 어때? 지나가고 싶을 때는 어떻게 말하면 좋을까?”
- “②처럼 내 물건을 지키고 싶은 마음은 괜찮아. 그 마음을 다정하게 말해 볼까?”
- “목소리도 중요해. 엄마(아빠)한테 직접 말해 줄래?”
예상 답
- ① “잠깐 지나가도 될까?” “미안한데 좀 비켜 줄래?”
- ② “지금 내가 쓰고 있어. 다 쓰고 빌려줄게.”
- ③ “천천히 해도 돼.” “우리 같이 할까?” “조금만 서둘러 줄래?”
- 기준: 명령하는 말을 부탁하는 말로 바꾸고, 내 마음(쓰고 싶다, 서두르고 싶다)은 그대로 담아 다정한 목소리로 말하면 맞습니다.
막히면
- 부모가 먼저 고운 말을 시범으로 말하고, 아이는 따라 말한 뒤 자기 말로 한 번 더 바꿔 봅니다.
주의
- ‘부탁해’만 붙이고 화난 목소리로 말하면 “목소리도 다정하게 해 볼까?”라고 한 번 더 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비교(아무도 보지 않을 때)]
목적: 약속은 혼나지 않으려고가 아니라 모두를 위해 지킨다는 것을 비교로 생각하게 합니다(목표 A·B, 오해 M1).
시간: 약 3분
이렇게 말해 보세요
- “가처럼 끼어들면 선생님은 모르실 수도 있어. 그런데 먼저 서 있던 친구는 어떤 마음일까?”
- “우리가 약속을 지키는 건 선생님 때문일까, 친구들과 나 모두를 위해서일까?”
정답
- 나. 선생님이 안 계셔도 끼어들면 먼저 온 친구가 속상하고 다툼이 생길 수 있습니다. 약속은 혼나지 않으려고가 아니라 모두가 즐겁고 안전하게 지내려고 지킵니다.
막히면
- “엄마(아빠)가 안 볼 때 동생(친구)이 네 간식을 먼저 가져가면 괜찮아?”처럼 아이 쪽에서 느껴 보게 합니다.
주의
- 여기까지가 배우는 부분입니다. 아이가 지치면 여기서 나누어 다음 날 S09부터 해도 됩니다.
- 가를 고르면 꾸짖지 말고 “그럼 줄을 서 있던 친구는?”이라고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하기(처음 보는 상황)]
목적: 도움 없이 처음 보는 상황에서 약속에 맞는 행동을 말하고 까닭을 대는지 확인합니다(목표 A·B).
시간: 약 4분
이렇게 말해 보세요
- “이번에는 혼자 해 볼래? 어떻게 할지 말하고, 왜 그렇게 하는지도 말해 줘.”
- “③은 친구에게 할 말을 직접 말해 줘.”
정답
- ① 줄 끝에 서서 차례를 기다려요(끼어들면 먼저 온 친구가 속상하고 다툼이 생기니까).
- ② 블록을 상자에 넣어 제자리에 정리해요(다음에 찾기 쉽고, 바닥의 블록을 밟아 다치지 않으니까).
- ③ 고운 말로 내 마음을 말해요. 예: “내 그림을 밟아서 속상해. 조심해 줄래?”(소리 지르거나 밀면 더 크게 다투니까)
- 기준: 세 가지 가운데 두 가지 이상에서 알맞은 행동(목표 B)을, 세 가지 모두에서 까닭(목표 A)을 말하면 이룬 것으로 봅니다.
막히면
- 바로 알려 주지 말고 S04 카드를 다시 보여 주며 “이건 어느 약속과 관계있을까?”라고만 묻습니다. 도움을 받아 해결했다면 기록표에 ‘도움’으로 표시합니다.
주의
- ③에서 친구가 일부러 밟은 것이 아닐 수 있다는 말을 하면 아주 좋은 생각이라고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S09의 답을 함께 확인하고 흔한 실수와 견주어 봅니다.
시간: 약 2분
이렇게 말해 보세요
- “네 답과 왼쪽을 견주어 보자. 오른쪽처럼 하면 어떤 일이 생길까?”
예상 답
- “끼어들면 친구가 속상해요.” “소리 지르면 싸워요.”
정답
- S09: ① 줄 끝에 서서 기다리기 ② 블록을 제자리(상자)에 정리하기 ③ 고운 말로 내 마음 말하기 — 모두 까닭과 함께
막히면
- 틀린 문제는 S05(까닭) 또는 S07(고운 말)로 돌아가 한 번 더 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나의 약속 정하고 실천 계획 세우기]
목적: 학교에서 더 잘 지키고 싶은 약속 하나를 스스로 정하고, 까닭과 함께 말한 뒤 활동지 4의 실천 기록표에 적습니다(목표 B).
시간: 약 5분
이렇게 말해 보세요
- “오늘 이야기한 약속 가운데 학교에서 더 잘 지키고 싶은 약속은 무엇이야?”
- “그 약속을 ‘나는 ~할게요.’로 말해 볼래? 왜 그 약속을 골랐어?”
- “일주일 동안 학교에서 돌아오면 지켰는지 같이 이야기하고 ○ 해 보자.”
예상 답
- “나는 급식실에서 줄을 서서 기다릴게요. 끼어들면 친구가 속상하니까요.”
- “나는 쓴 크레파스를 제자리에 놓을게요. 다음에 찾기 쉬우니까요.”
정답
- 기준: ① 약속 하나를 고름 ② 까닭을 말함 ③ ‘나는 ~할게요.’처럼 내가 할 행동으로 말함. 세 가지를 모두 하면 목표 B의 계획 단계를 이룬 것으로 봅니다. 실천 결과는 활동지 4로 확인합니다.
막히면
- 고르기 어려우면 S04의 세 약속 가운데 하나를 짚게 하고, 그 약속을 지킬 장소(급식실, 교실)를 함께 정합니다.
- ‘~하지 않을게요.’라고 하면 ‘대신 무엇을 할까?’라고 물어 할 행동으로 바꿉니다(예: 끼어들지 않을게요 → 줄 끝에 설게요).
주의
- 지키지 못한 날을 꾸짖지 않습니다. “내일은 어떻게 하면 지킬 수 있을까?”라고 함께 방법을 찾습니다.
- 학교에서 있었던 일은 아이가 말하는 만큼만 듣습니다.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 첫 5분에 풀 복습 질문을 알려 줍니다.
시간: 약 2분
이렇게 말해 보세요
- “우리는 왜 약속을 지킬까? 오늘 찾은 까닭을 말해 볼래?”
예상 답
- “모두 즐겁고 안전하게 지내려고요.” “친구가 속상하지 않게요.”
정답
- ① 먼저 온 친구가 속상하고 다툼이 생겨요(까닭을 하나 이상 말하면 맞음) ② 제자리 ③ 예: “잠깐 지나가도 될까?”(부탁하는 다정한 말이면 맞음)
막히면
- S03과 S08을 다시 보여 줍니다.
주의
- 복습 세 문제는 다음 수업을 시작할 때 활동지 마지막 쪽과 함께 풉니다. 실천 기록표(활동지 4)도 그때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보충(학교의 장소와 하는 일)]
목적: S02에서 학교의 장소와 하는 일이 흔들리면, 앞 차시의 핵심을 다시 짚습니다.
시간: 약 4분
이렇게 말해 보세요
- “카드를 같이 읽어 보자. 너희 학교에서 점심은 어디에서 먹어? 책은 어디에서 빌려?”
- “엄마가 하는 일을 말하면 장소를 맞혀 볼래? ‘줄넘기를 해요!’”
정답
- 예: 줄넘기 → 운동장, 받아쓰기 → 교실 (하는 일과 장소를 바르게 짝지으면 맞음)
막히면
- 장소 이름이 어려우면 부모가 이름을 말해 주고 아이는 하는 일을 말하게 합니다.
주의
- 보충으로도 어려우면 앞 차시 ‘학교의 장소와 사람들’(KR22-G01-SOC-SCHOOL-L01)의 S03~S05를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나와학교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함께 지킬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함께 지킬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사회·역사 · 함께 지킬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지킬 약속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왜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지킬까?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약속이 왜 필요한지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나의 약속을 정해요.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학교의 장소 떠올리기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어디일까요?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점심을 먹는 곳은?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빌리는 곳은?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뛰어노는 곳은?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약속이 없다면?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급식실에서 점심을 받아요.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좋을까요? 왜 그럴까요?</a:t>
            </a:r>
            <a:endParaRPr lang="ko-KR" sz="3200" dirty="0"/>
          </a:p>
        </p:txBody>
      </p:sp>
      <p:sp>
        <p:nvSpPr>
          <p:cNvPr id="7" name="S03-chip1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3-text1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먼저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받으려고 밀어요.</a:t>
            </a:r>
            <a:endParaRPr lang="ko-KR" sz="3200" dirty="0"/>
          </a:p>
        </p:txBody>
      </p:sp>
      <p:sp>
        <p:nvSpPr>
          <p:cNvPr id="9" name="S03-chip1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3-text1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서서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기다려요.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지킬 세 약속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약속은 모두가 즐겁고 안전하게 지내려고 지켜요.</a:t>
            </a:r>
            <a:endParaRPr lang="ko-KR" sz="3200" dirty="0"/>
          </a:p>
        </p:txBody>
      </p:sp>
      <p:sp>
        <p:nvSpPr>
          <p:cNvPr id="5" name="S04-card2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지키기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줄을 서서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기다려요.</a:t>
            </a:r>
            <a:endParaRPr lang="ko-KR" sz="3200" dirty="0"/>
          </a:p>
        </p:txBody>
      </p:sp>
      <p:sp>
        <p:nvSpPr>
          <p:cNvPr id="7" name="S04-card2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물건은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 놓아요.</a:t>
            </a:r>
            <a:endParaRPr lang="ko-KR" sz="3200" dirty="0"/>
          </a:p>
        </p:txBody>
      </p:sp>
      <p:sp>
        <p:nvSpPr>
          <p:cNvPr id="9" name="S04-card2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 쓰기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다정한 말로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필요할까요?</a:t>
            </a:r>
            <a:endParaRPr lang="ko-KR" sz="44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안 지키면 어떻게 될까요?</a:t>
            </a:r>
            <a:endParaRPr lang="ko-KR" sz="3200" dirty="0"/>
          </a:p>
        </p:txBody>
      </p:sp>
      <p:sp>
        <p:nvSpPr>
          <p:cNvPr id="4" name="S05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“~하니까요.”로 까닭을 말해요.</a:t>
            </a:r>
            <a:endParaRPr lang="ko-KR" sz="3200" dirty="0"/>
          </a:p>
        </p:txBody>
      </p:sp>
      <p:sp>
        <p:nvSpPr>
          <p:cNvPr id="6" name="S05-chip2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줄에 끼어들면?</a:t>
            </a:r>
            <a:endParaRPr lang="ko-KR" sz="3200" dirty="0"/>
          </a:p>
        </p:txBody>
      </p:sp>
      <p:sp>
        <p:nvSpPr>
          <p:cNvPr id="8" name="S05-chip3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아무 데나 두면?</a:t>
            </a:r>
            <a:endParaRPr lang="ko-KR" sz="3200" dirty="0"/>
          </a:p>
        </p:txBody>
      </p:sp>
      <p:sp>
        <p:nvSpPr>
          <p:cNvPr id="10" name="S05-chip3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 “저리 가!” 하면?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읽은 책은?</a:t>
            </a:r>
            <a:endParaRPr lang="ko-KR" sz="44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도서관에서 책을 다 읽었어요.</a:t>
            </a:r>
            <a:endParaRPr lang="ko-KR" sz="3200" dirty="0"/>
          </a:p>
        </p:txBody>
      </p:sp>
      <p:sp>
        <p:nvSpPr>
          <p:cNvPr id="4" name="S06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할까요? 고른 까닭도 말해요.</a:t>
            </a:r>
            <a:endParaRPr lang="ko-KR" sz="3200" dirty="0"/>
          </a:p>
        </p:txBody>
      </p:sp>
      <p:sp>
        <p:nvSpPr>
          <p:cNvPr id="6" name="S06-chip3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6-card3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4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두고 가요.</a:t>
            </a:r>
            <a:endParaRPr lang="ko-KR" sz="3200" dirty="0"/>
          </a:p>
        </p:txBody>
      </p:sp>
      <p:sp>
        <p:nvSpPr>
          <p:cNvPr id="9" name="S06-chip4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6-card4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4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 꽂거나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반납대에 놓아요.</a:t>
            </a:r>
            <a:endParaRPr lang="ko-KR" sz="3200" dirty="0"/>
          </a:p>
        </p:txBody>
      </p:sp>
      <p:sp>
        <p:nvSpPr>
          <p:cNvPr id="12" name="S06-chip4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6-card4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4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가방에 넣어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말로 바꿔요</a:t>
            </a:r>
            <a:endParaRPr lang="ko-KR" sz="44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다정한 말로 바꿔 말해 봐요.</a:t>
            </a:r>
            <a:endParaRPr lang="ko-KR" sz="3200" dirty="0"/>
          </a:p>
        </p:txBody>
      </p:sp>
      <p:sp>
        <p:nvSpPr>
          <p:cNvPr id="4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마음도 고운 말로 말할 수 있어요.</a:t>
            </a:r>
            <a:endParaRPr lang="ko-KR" sz="3200" dirty="0"/>
          </a:p>
        </p:txBody>
      </p:sp>
      <p:sp>
        <p:nvSpPr>
          <p:cNvPr id="6" name="S07-chip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5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“야, 비켜!”</a:t>
            </a:r>
            <a:endParaRPr lang="ko-KR" sz="3200" dirty="0"/>
          </a:p>
        </p:txBody>
      </p:sp>
      <p:sp>
        <p:nvSpPr>
          <p:cNvPr id="8" name="S07-chip5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5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 거야, 만지지 마!”</a:t>
            </a:r>
            <a:endParaRPr lang="ko-KR" sz="3200" dirty="0"/>
          </a:p>
        </p:txBody>
      </p:sp>
      <p:sp>
        <p:nvSpPr>
          <p:cNvPr id="10" name="S07-chip5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5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 느려. 빨리 해!”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안 보면?</a:t>
            </a:r>
            <a:endParaRPr lang="ko-KR" sz="4400" dirty="0"/>
          </a:p>
        </p:txBody>
      </p:sp>
      <p:sp>
        <p:nvSpPr>
          <p:cNvPr id="3" name="S08-card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마시는 곳에 줄이 있어요. 선생님은 안 계세요.</a:t>
            </a:r>
            <a:endParaRPr lang="ko-KR" sz="3200" dirty="0"/>
          </a:p>
        </p:txBody>
      </p:sp>
      <p:sp>
        <p:nvSpPr>
          <p:cNvPr id="5" name="S08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생각에 찬성해요? 왜요?</a:t>
            </a:r>
            <a:endParaRPr lang="ko-KR" sz="3200" dirty="0"/>
          </a:p>
        </p:txBody>
      </p:sp>
      <p:sp>
        <p:nvSpPr>
          <p:cNvPr id="7" name="S08-chip6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6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안 보니까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끼어들어도 돼요.</a:t>
            </a:r>
            <a:endParaRPr lang="ko-KR" sz="3200" dirty="0"/>
          </a:p>
        </p:txBody>
      </p:sp>
      <p:sp>
        <p:nvSpPr>
          <p:cNvPr id="9" name="S08-chip6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6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안 봐도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지켜요.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할지 말하고 까닭도 말해요.</a:t>
            </a:r>
            <a:endParaRPr lang="ko-KR" sz="3200" dirty="0"/>
          </a:p>
        </p:txBody>
      </p:sp>
      <p:sp>
        <p:nvSpPr>
          <p:cNvPr id="4" name="S09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· 정리 · 고운 말</a:t>
            </a:r>
            <a:endParaRPr lang="ko-KR" sz="3200" dirty="0"/>
          </a:p>
        </p:txBody>
      </p:sp>
      <p:sp>
        <p:nvSpPr>
          <p:cNvPr id="6" name="S09-chip6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6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앞에 줄이 길어요.</a:t>
            </a:r>
            <a:endParaRPr lang="ko-KR" sz="3200" dirty="0"/>
          </a:p>
        </p:txBody>
      </p:sp>
      <p:sp>
        <p:nvSpPr>
          <p:cNvPr id="8" name="S09-chip6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7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놀이가 끝났어요.</a:t>
            </a:r>
            <a:endParaRPr lang="ko-KR" sz="3200" dirty="0"/>
          </a:p>
        </p:txBody>
      </p:sp>
      <p:sp>
        <p:nvSpPr>
          <p:cNvPr id="10" name="S09-chip7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7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내 그림을 밟았어요.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0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약속은 까닭을 알고 지켜요.</a:t>
            </a:r>
            <a:endParaRPr lang="ko-KR" sz="3200" dirty="0"/>
          </a:p>
        </p:txBody>
      </p:sp>
      <p:sp>
        <p:nvSpPr>
          <p:cNvPr id="5" name="S10-chip7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76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줄 끝에 서요</a:t>
            </a:r>
            <a:endParaRPr lang="ko-KR" sz="2600" dirty="0"/>
          </a:p>
        </p:txBody>
      </p:sp>
      <p:sp>
        <p:nvSpPr>
          <p:cNvPr id="7" name="S10-text77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지키기</a:t>
            </a:r>
            <a:endParaRPr lang="ko-KR" sz="2600" dirty="0"/>
          </a:p>
        </p:txBody>
      </p:sp>
      <p:sp>
        <p:nvSpPr>
          <p:cNvPr id="8" name="S10-text78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상자에 넣어요</a:t>
            </a:r>
            <a:endParaRPr lang="ko-KR" sz="2600" dirty="0"/>
          </a:p>
        </p:txBody>
      </p:sp>
      <p:sp>
        <p:nvSpPr>
          <p:cNvPr id="9" name="S10-text79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 정리</a:t>
            </a:r>
            <a:endParaRPr lang="ko-KR" sz="2600" dirty="0"/>
          </a:p>
        </p:txBody>
      </p:sp>
      <p:sp>
        <p:nvSpPr>
          <p:cNvPr id="10" name="S10-text80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“속상해.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조심해 줄래?”</a:t>
            </a:r>
            <a:endParaRPr lang="ko-KR" sz="2600" dirty="0"/>
          </a:p>
        </p:txBody>
      </p:sp>
      <p:sp>
        <p:nvSpPr>
          <p:cNvPr id="11" name="S10-text81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</a:t>
            </a:r>
            <a:endParaRPr lang="ko-KR" sz="2600" dirty="0"/>
          </a:p>
        </p:txBody>
      </p:sp>
      <p:sp>
        <p:nvSpPr>
          <p:cNvPr id="12" name="S10-chip8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0-text8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“안 보니까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괜찮아.”</a:t>
            </a:r>
            <a:endParaRPr lang="ko-KR" sz="3200" dirty="0"/>
          </a:p>
        </p:txBody>
      </p:sp>
      <p:sp>
        <p:nvSpPr>
          <p:cNvPr id="14" name="S10-text8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봐도 지켜요</a:t>
            </a:r>
            <a:endParaRPr lang="ko-KR" sz="2600" dirty="0"/>
          </a:p>
        </p:txBody>
      </p:sp>
      <p:sp>
        <p:nvSpPr>
          <p:cNvPr id="15" name="S10-text8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“야!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저리 가!”</a:t>
            </a:r>
            <a:endParaRPr lang="ko-KR" sz="3200" dirty="0"/>
          </a:p>
        </p:txBody>
      </p:sp>
      <p:sp>
        <p:nvSpPr>
          <p:cNvPr id="16" name="S10-text8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마음이 다쳐요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약속 정하기</a:t>
            </a:r>
            <a:endParaRPr lang="ko-KR" sz="4400" dirty="0"/>
          </a:p>
        </p:txBody>
      </p:sp>
      <p:sp>
        <p:nvSpPr>
          <p:cNvPr id="3" name="S11-card87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8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약속 하나를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“~할게요.”로 말했어요</a:t>
            </a:r>
            <a:endParaRPr lang="ko-KR" sz="3200" dirty="0"/>
          </a:p>
        </p:txBody>
      </p:sp>
      <p:sp>
        <p:nvSpPr>
          <p:cNvPr id="5" name="S11-stepno89"/>
          <p:cNvSpPr txBox="1"/>
          <p:nvPr/>
        </p:nvSpPr>
        <p:spPr>
          <a:xfrm>
            <a:off x="548640" y="2030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1-text90"/>
          <p:cNvSpPr txBox="1"/>
          <p:nvPr/>
        </p:nvSpPr>
        <p:spPr>
          <a:xfrm>
            <a:off x="1325880" y="198475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 지키고 싶은 약속을 떠올려요.</a:t>
            </a:r>
            <a:endParaRPr lang="ko-KR" sz="3200" dirty="0"/>
          </a:p>
        </p:txBody>
      </p:sp>
      <p:sp>
        <p:nvSpPr>
          <p:cNvPr id="7" name="S11-stepno91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1-text92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골라요.</a:t>
            </a:r>
            <a:endParaRPr lang="ko-KR" sz="3200" dirty="0"/>
          </a:p>
        </p:txBody>
      </p:sp>
      <p:sp>
        <p:nvSpPr>
          <p:cNvPr id="9" name="S11-stepno93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1-text94"/>
          <p:cNvSpPr txBox="1"/>
          <p:nvPr/>
        </p:nvSpPr>
        <p:spPr>
          <a:xfrm>
            <a:off x="1325880" y="385419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~할게요.” 하고 말해요.</a:t>
            </a:r>
            <a:endParaRPr lang="ko-KR" sz="3200" dirty="0"/>
          </a:p>
        </p:txBody>
      </p:sp>
      <p:sp>
        <p:nvSpPr>
          <p:cNvPr id="11" name="S11-stepno95"/>
          <p:cNvSpPr txBox="1"/>
          <p:nvPr/>
        </p:nvSpPr>
        <p:spPr>
          <a:xfrm>
            <a:off x="548640" y="5010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1-text96"/>
          <p:cNvSpPr txBox="1"/>
          <p:nvPr/>
        </p:nvSpPr>
        <p:spPr>
          <a:xfrm>
            <a:off x="1325880" y="50104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동안 지키면 ○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9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9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약속은 모두가 즐겁고 안전하게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지내려고 함께 지켜요.</a:t>
            </a:r>
            <a:endParaRPr lang="ko-KR" sz="3200" dirty="0"/>
          </a:p>
        </p:txBody>
      </p:sp>
      <p:sp>
        <p:nvSpPr>
          <p:cNvPr id="5" name="S12-chip99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알고 지키기</a:t>
            </a:r>
            <a:endParaRPr lang="ko-KR" sz="2600" dirty="0"/>
          </a:p>
        </p:txBody>
      </p:sp>
      <p:sp>
        <p:nvSpPr>
          <p:cNvPr id="6" name="S12-chip100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안 볼 때 안 지키기</a:t>
            </a:r>
            <a:endParaRPr lang="ko-KR" sz="2600" dirty="0"/>
          </a:p>
        </p:txBody>
      </p:sp>
      <p:sp>
        <p:nvSpPr>
          <p:cNvPr id="7" name="S12-text101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102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줄에 끼어들면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2600" dirty="0"/>
          </a:p>
        </p:txBody>
      </p:sp>
      <p:sp>
        <p:nvSpPr>
          <p:cNvPr id="9" name="S12-text103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 쓴 물건은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둘까요?</a:t>
            </a:r>
            <a:endParaRPr lang="ko-KR" sz="2600" dirty="0"/>
          </a:p>
        </p:txBody>
      </p:sp>
      <p:sp>
        <p:nvSpPr>
          <p:cNvPr id="10" name="S12-text104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“비켜!”를 고운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바꾸면?</a:t>
            </a:r>
            <a:endParaRPr lang="ko-KR" sz="2600" dirty="0"/>
          </a:p>
        </p:txBody>
      </p:sp>
      <p:sp>
        <p:nvSpPr>
          <p:cNvPr id="11" name="S12-text1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가족의 생활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학교의 장소</a:t>
            </a:r>
            <a:endParaRPr lang="ko-KR" sz="4400" dirty="0"/>
          </a:p>
        </p:txBody>
      </p:sp>
      <p:sp>
        <p:nvSpPr>
          <p:cNvPr id="3" name="S13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장소마다 하는 일이 달라요.</a:t>
            </a:r>
            <a:endParaRPr lang="ko-KR" sz="3200" dirty="0"/>
          </a:p>
        </p:txBody>
      </p:sp>
      <p:sp>
        <p:nvSpPr>
          <p:cNvPr id="5" name="S13-card108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109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공부해요.</a:t>
            </a:r>
            <a:endParaRPr lang="ko-KR" sz="3200" dirty="0"/>
          </a:p>
        </p:txBody>
      </p:sp>
      <p:sp>
        <p:nvSpPr>
          <p:cNvPr id="7" name="S13-card110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11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점심을 먹어요.</a:t>
            </a:r>
            <a:endParaRPr lang="ko-KR" sz="3200" dirty="0"/>
          </a:p>
        </p:txBody>
      </p:sp>
      <p:sp>
        <p:nvSpPr>
          <p:cNvPr id="9" name="S13-card112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113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빌려요.</a:t>
            </a:r>
            <a:endParaRPr lang="ko-KR" sz="3200" dirty="0"/>
          </a:p>
        </p:txBody>
      </p:sp>
      <p:sp>
        <p:nvSpPr>
          <p:cNvPr id="11" name="S13-card114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3-cardtext115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뛰어놀아요.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사회·역사 함께 지킬 약속</dc:title>
  <dc:subject>KR22-G01-SOC-PROMISE-L01</dc:subject>
  <dc:creator>education-ppt</dc:creator>
  <cp:lastModifiedBy>education-ppt</cp:lastModifiedBy>
  <cp:revision>1</cp:revision>
  <dcterms:created xsi:type="dcterms:W3CDTF">2026-10-26T10:04:37Z</dcterms:created>
  <dcterms:modified xsi:type="dcterms:W3CDTF">2026-10-26T10:04:37Z</dcterms:modified>
</cp:coreProperties>
</file>