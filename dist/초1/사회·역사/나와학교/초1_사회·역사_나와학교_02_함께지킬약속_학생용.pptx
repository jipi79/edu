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1150be4-501d-6f73-3b4b-d6ac708142c3}">
          <p14:sldIdLst>
            <p14:sldId id="256"/>
            <p14:sldId id="257"/>
          </p14:sldIdLst>
        </p14:section>
        <p14:section name="개념" id="{cd1b766d-8c0e-1e54-df92-152bc5b8a070}">
          <p14:sldIdLst>
            <p14:sldId id="258"/>
            <p14:sldId id="259"/>
          </p14:sldIdLst>
        </p14:section>
        <p14:section name="연습" id="{68c98a6d-ae50-2b41-949d-3e2749b4136d}">
          <p14:sldIdLst>
            <p14:sldId id="260"/>
            <p14:sldId id="261"/>
            <p14:sldId id="262"/>
            <p14:sldId id="263"/>
          </p14:sldIdLst>
        </p14:section>
        <p14:section name="확인" id="{05816666-b9cb-cf33-771e-1108508386fc}">
          <p14:sldIdLst>
            <p14:sldId id="264"/>
            <p14:sldId id="265"/>
          </p14:sldIdLst>
        </p14:section>
        <p14:section name="정리" id="{bf366598-554c-679f-cbee-140065f1bb36}">
          <p14:sldIdLst>
            <p14:sldId id="266"/>
          </p14:sldIdLst>
        </p14:section>
        <p14:section name="보충" id="{53c1fc27-a45c-cde7-48ca-46dd2280d4f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나와학교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함께 지킬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함께 지킬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함께 지킬 약속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지킬 약속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왜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지킬까?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약속이 왜 필요한지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약속을 정해요.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학교의 장소 떠올리기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어디일까요?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 먹는 곳은?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빌리는 곳은?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뛰어노는 곳은?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약속이 없다면?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급식실에서 점심을 받아요.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좋을까요? 왜 그럴까요?</a:t>
            </a:r>
            <a:endParaRPr lang="ko-KR" sz="3200" dirty="0"/>
          </a:p>
        </p:txBody>
      </p:sp>
      <p:sp>
        <p:nvSpPr>
          <p:cNvPr id="7" name="S03-chip1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3-text1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먼저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받으려고 밀어요.</a:t>
            </a:r>
            <a:endParaRPr lang="ko-KR" sz="3200" dirty="0"/>
          </a:p>
        </p:txBody>
      </p:sp>
      <p:sp>
        <p:nvSpPr>
          <p:cNvPr id="9" name="S03-chip1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3-text1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서서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기다려요.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지킬 세 약속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 모두가 즐겁고 안전하게 지내려고 지켜요.</a:t>
            </a:r>
            <a:endParaRPr lang="ko-KR" sz="3200" dirty="0"/>
          </a:p>
        </p:txBody>
      </p:sp>
      <p:sp>
        <p:nvSpPr>
          <p:cNvPr id="5" name="S04-card2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지키기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줄을 서서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기다려요.</a:t>
            </a:r>
            <a:endParaRPr lang="ko-KR" sz="3200" dirty="0"/>
          </a:p>
        </p:txBody>
      </p:sp>
      <p:sp>
        <p:nvSpPr>
          <p:cNvPr id="7" name="S04-card2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놓아요.</a:t>
            </a:r>
            <a:endParaRPr lang="ko-KR" sz="3200" dirty="0"/>
          </a:p>
        </p:txBody>
      </p:sp>
      <p:sp>
        <p:nvSpPr>
          <p:cNvPr id="9" name="S04-card2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 쓰기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다정한 말로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필요할까요?</a:t>
            </a:r>
            <a:endParaRPr lang="ko-KR" sz="44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약속을 안 지키면 어떻게 될까요?</a:t>
            </a:r>
            <a:endParaRPr lang="ko-KR" sz="32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“~하니까요.”로 까닭을 말해요.</a:t>
            </a:r>
            <a:endParaRPr lang="ko-KR" sz="3200" dirty="0"/>
          </a:p>
        </p:txBody>
      </p:sp>
      <p:sp>
        <p:nvSpPr>
          <p:cNvPr id="6" name="S05-chip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줄에 끼어들면?</a:t>
            </a:r>
            <a:endParaRPr lang="ko-KR" sz="3200" dirty="0"/>
          </a:p>
        </p:txBody>
      </p:sp>
      <p:sp>
        <p:nvSpPr>
          <p:cNvPr id="8" name="S05-chip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아무 데나 두면?</a:t>
            </a:r>
            <a:endParaRPr lang="ko-KR" sz="3200" dirty="0"/>
          </a:p>
        </p:txBody>
      </p:sp>
      <p:sp>
        <p:nvSpPr>
          <p:cNvPr id="10" name="S05-chip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“저리 가!” 하면?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읽은 책은?</a:t>
            </a:r>
            <a:endParaRPr lang="ko-KR" sz="44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도서관에서 책을 다 읽었어요.</a:t>
            </a:r>
            <a:endParaRPr lang="ko-KR" sz="32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 고른 까닭도 말해요.</a:t>
            </a:r>
            <a:endParaRPr lang="ko-KR" sz="3200" dirty="0"/>
          </a:p>
        </p:txBody>
      </p:sp>
      <p:sp>
        <p:nvSpPr>
          <p:cNvPr id="6" name="S06-chip3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3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두고 가요.</a:t>
            </a:r>
            <a:endParaRPr lang="ko-KR" sz="3200" dirty="0"/>
          </a:p>
        </p:txBody>
      </p:sp>
      <p:sp>
        <p:nvSpPr>
          <p:cNvPr id="9" name="S06-chip4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4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꽂거나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반납대에 놓아요.</a:t>
            </a:r>
            <a:endParaRPr lang="ko-KR" sz="3200" dirty="0"/>
          </a:p>
        </p:txBody>
      </p:sp>
      <p:sp>
        <p:nvSpPr>
          <p:cNvPr id="12" name="S06-chip4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4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4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가방에 넣어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 바꿔요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다정한 말로 바꿔 말해 봐요.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마음도 고운 말로 말할 수 있어요.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“야, 비켜!”</a:t>
            </a:r>
            <a:endParaRPr lang="ko-KR" sz="3200" dirty="0"/>
          </a:p>
        </p:txBody>
      </p:sp>
      <p:sp>
        <p:nvSpPr>
          <p:cNvPr id="8" name="S07-chip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거야, 만지지 마!”</a:t>
            </a:r>
            <a:endParaRPr lang="ko-KR" sz="3200" dirty="0"/>
          </a:p>
        </p:txBody>
      </p:sp>
      <p:sp>
        <p:nvSpPr>
          <p:cNvPr id="10" name="S07-chip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 느려. 빨리 해!”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보면?</a:t>
            </a:r>
            <a:endParaRPr lang="ko-KR" sz="4400" dirty="0"/>
          </a:p>
        </p:txBody>
      </p:sp>
      <p:sp>
        <p:nvSpPr>
          <p:cNvPr id="3" name="S08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마시는 곳에 줄이 있어요. 선생님은 안 계세요.</a:t>
            </a:r>
            <a:endParaRPr lang="ko-KR" sz="3200" dirty="0"/>
          </a:p>
        </p:txBody>
      </p:sp>
      <p:sp>
        <p:nvSpPr>
          <p:cNvPr id="5" name="S08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찬성해요? 왜요?</a:t>
            </a:r>
            <a:endParaRPr lang="ko-KR" sz="3200" dirty="0"/>
          </a:p>
        </p:txBody>
      </p:sp>
      <p:sp>
        <p:nvSpPr>
          <p:cNvPr id="7" name="S08-chip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보니까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끼어들어도 돼요.</a:t>
            </a:r>
            <a:endParaRPr lang="ko-KR" sz="3200" dirty="0"/>
          </a:p>
        </p:txBody>
      </p:sp>
      <p:sp>
        <p:nvSpPr>
          <p:cNvPr id="9" name="S08-chip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6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봐도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지켜요.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 말하고 까닭도 말해요.</a:t>
            </a:r>
            <a:endParaRPr lang="ko-KR" sz="32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· 정리 · 고운 말</a:t>
            </a:r>
            <a:endParaRPr lang="ko-KR" sz="3200" dirty="0"/>
          </a:p>
        </p:txBody>
      </p:sp>
      <p:sp>
        <p:nvSpPr>
          <p:cNvPr id="6" name="S09-chip6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앞에 줄이 길어요.</a:t>
            </a:r>
            <a:endParaRPr lang="ko-KR" sz="3200" dirty="0"/>
          </a:p>
        </p:txBody>
      </p:sp>
      <p:sp>
        <p:nvSpPr>
          <p:cNvPr id="8" name="S09-chip6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7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놀이가 끝났어요.</a:t>
            </a:r>
            <a:endParaRPr lang="ko-KR" sz="3200" dirty="0"/>
          </a:p>
        </p:txBody>
      </p:sp>
      <p:sp>
        <p:nvSpPr>
          <p:cNvPr id="10" name="S09-chip7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그림을 밟았어요.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약속 정하기</a:t>
            </a:r>
            <a:endParaRPr lang="ko-KR" sz="4400" dirty="0"/>
          </a:p>
        </p:txBody>
      </p:sp>
      <p:sp>
        <p:nvSpPr>
          <p:cNvPr id="3" name="S11-card7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약속 하나를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“~할게요.”로 말했어요</a:t>
            </a:r>
            <a:endParaRPr lang="ko-KR" sz="3200" dirty="0"/>
          </a:p>
        </p:txBody>
      </p:sp>
      <p:sp>
        <p:nvSpPr>
          <p:cNvPr id="5" name="S11-stepno75"/>
          <p:cNvSpPr txBox="1"/>
          <p:nvPr/>
        </p:nvSpPr>
        <p:spPr>
          <a:xfrm>
            <a:off x="548640" y="2030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1-text76"/>
          <p:cNvSpPr txBox="1"/>
          <p:nvPr/>
        </p:nvSpPr>
        <p:spPr>
          <a:xfrm>
            <a:off x="1325880" y="198475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 지키고 싶은 약속을 떠올려요.</a:t>
            </a:r>
            <a:endParaRPr lang="ko-KR" sz="3200" dirty="0"/>
          </a:p>
        </p:txBody>
      </p:sp>
      <p:sp>
        <p:nvSpPr>
          <p:cNvPr id="7" name="S11-stepno77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1-text78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골라요.</a:t>
            </a:r>
            <a:endParaRPr lang="ko-KR" sz="3200" dirty="0"/>
          </a:p>
        </p:txBody>
      </p:sp>
      <p:sp>
        <p:nvSpPr>
          <p:cNvPr id="9" name="S11-stepno79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1-text80"/>
          <p:cNvSpPr txBox="1"/>
          <p:nvPr/>
        </p:nvSpPr>
        <p:spPr>
          <a:xfrm>
            <a:off x="1325880" y="385419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~할게요.” 하고 말해요.</a:t>
            </a:r>
            <a:endParaRPr lang="ko-KR" sz="3200" dirty="0"/>
          </a:p>
        </p:txBody>
      </p:sp>
      <p:sp>
        <p:nvSpPr>
          <p:cNvPr id="11" name="S11-stepno81"/>
          <p:cNvSpPr txBox="1"/>
          <p:nvPr/>
        </p:nvSpPr>
        <p:spPr>
          <a:xfrm>
            <a:off x="548640" y="5010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1-text82"/>
          <p:cNvSpPr txBox="1"/>
          <p:nvPr/>
        </p:nvSpPr>
        <p:spPr>
          <a:xfrm>
            <a:off x="1325880" y="50104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지키면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 모두가 즐겁고 안전하게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지내려고 함께 지켜요.</a:t>
            </a:r>
            <a:endParaRPr lang="ko-KR" sz="3200" dirty="0"/>
          </a:p>
        </p:txBody>
      </p:sp>
      <p:sp>
        <p:nvSpPr>
          <p:cNvPr id="5" name="S12-chip8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알고 지키기</a:t>
            </a:r>
            <a:endParaRPr lang="ko-KR" sz="2600" dirty="0"/>
          </a:p>
        </p:txBody>
      </p:sp>
      <p:sp>
        <p:nvSpPr>
          <p:cNvPr id="6" name="S12-chip8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안 볼 때 안 지키기</a:t>
            </a:r>
            <a:endParaRPr lang="ko-KR" sz="2600" dirty="0"/>
          </a:p>
        </p:txBody>
      </p:sp>
      <p:sp>
        <p:nvSpPr>
          <p:cNvPr id="7" name="S12-text8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줄에 끼어들면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될까요?</a:t>
            </a:r>
            <a:endParaRPr lang="ko-KR" sz="2600" dirty="0"/>
          </a:p>
        </p:txBody>
      </p:sp>
      <p:sp>
        <p:nvSpPr>
          <p:cNvPr id="9" name="S12-text8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 쓴 물건은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둘까요?</a:t>
            </a:r>
            <a:endParaRPr lang="ko-KR" sz="2600" dirty="0"/>
          </a:p>
        </p:txBody>
      </p:sp>
      <p:sp>
        <p:nvSpPr>
          <p:cNvPr id="10" name="S12-text9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“비켜!”를 고운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바꾸면?</a:t>
            </a:r>
            <a:endParaRPr lang="ko-KR" sz="2600" dirty="0"/>
          </a:p>
        </p:txBody>
      </p:sp>
      <p:sp>
        <p:nvSpPr>
          <p:cNvPr id="11" name="S12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가족의 생활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학교의 장소</a:t>
            </a:r>
            <a:endParaRPr lang="ko-KR" sz="4400" dirty="0"/>
          </a:p>
        </p:txBody>
      </p:sp>
      <p:sp>
        <p:nvSpPr>
          <p:cNvPr id="3" name="S13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일이 달라요.</a:t>
            </a:r>
            <a:endParaRPr lang="ko-KR" sz="3200" dirty="0"/>
          </a:p>
        </p:txBody>
      </p:sp>
      <p:sp>
        <p:nvSpPr>
          <p:cNvPr id="5" name="S13-card94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95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공부해요.</a:t>
            </a:r>
            <a:endParaRPr lang="ko-KR" sz="3200" dirty="0"/>
          </a:p>
        </p:txBody>
      </p:sp>
      <p:sp>
        <p:nvSpPr>
          <p:cNvPr id="7" name="S13-card96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97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 먹어요.</a:t>
            </a:r>
            <a:endParaRPr lang="ko-KR" sz="3200" dirty="0"/>
          </a:p>
        </p:txBody>
      </p:sp>
      <p:sp>
        <p:nvSpPr>
          <p:cNvPr id="9" name="S13-card98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9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빌려요.</a:t>
            </a:r>
            <a:endParaRPr lang="ko-KR" sz="3200" dirty="0"/>
          </a:p>
        </p:txBody>
      </p:sp>
      <p:sp>
        <p:nvSpPr>
          <p:cNvPr id="11" name="S13-card100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3-cardtext101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함께 지킬 약속</dc:title>
  <dc:subject>KR22-G01-SOC-PROMISE-L01</dc:subject>
  <dc:creator>education-ppt</dc:creator>
  <cp:lastModifiedBy>education-ppt</cp:lastModifiedBy>
  <cp:revision>1</cp:revision>
  <dcterms:created xsi:type="dcterms:W3CDTF">2026-10-26T10:04:37Z</dcterms:created>
  <dcterms:modified xsi:type="dcterms:W3CDTF">2026-10-26T10:04:37Z</dcterms:modified>
</cp:coreProperties>
</file>