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98d577c-d681-90f6-d0d5-ac644ef6f689}">
          <p14:sldIdLst>
            <p14:sldId id="256"/>
            <p14:sldId id="257"/>
          </p14:sldIdLst>
        </p14:section>
        <p14:section name="개념" id="{098d6c66-5599-f99d-1d2a-9cb5f45c9f43}">
          <p14:sldIdLst>
            <p14:sldId id="258"/>
            <p14:sldId id="259"/>
          </p14:sldIdLst>
        </p14:section>
        <p14:section name="연습" id="{2b8f9a3f-b28c-6213-558e-273f5099e7a2}">
          <p14:sldIdLst>
            <p14:sldId id="260"/>
            <p14:sldId id="261"/>
            <p14:sldId id="262"/>
            <p14:sldId id="263"/>
          </p14:sldIdLst>
        </p14:section>
        <p14:section name="확인" id="{a3c33c8c-4594-b6c0-47cb-9a550eaf9237}">
          <p14:sldIdLst>
            <p14:sldId id="264"/>
            <p14:sldId id="265"/>
          </p14:sldIdLst>
        </p14:section>
        <p14:section name="정리" id="{cc87f4f2-28c3-1fd5-85a7-3b8069bbf6bc}">
          <p14:sldIdLst>
            <p14:sldId id="266"/>
          </p14:sldIdLst>
        </p14:section>
        <p14:section name="보충" id="{177052cb-073b-ae96-5c6b-88a901fbc845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사회·역사 · 나와학교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사회·역사 · 함께 지킬 약속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사회·역사 · 함께 지킬 약속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사회·역사 · 함께 지킬 약속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지킬 약속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학교에서 왜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약속을 지킬까?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약속이 왜 필요한지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나의 약속을 정해요.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학교의 장소 떠올리기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어디일까요?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점심을 먹는 곳은?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책을 빌리는 곳은?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뛰어노는 곳은?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약속이 없다면?</a:t>
            </a:r>
            <a:endParaRPr lang="ko-KR" sz="4400" dirty="0"/>
          </a:p>
        </p:txBody>
      </p:sp>
      <p:sp>
        <p:nvSpPr>
          <p:cNvPr id="3" name="S03-card1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급식실에서 점심을 받아요.</a:t>
            </a:r>
            <a:endParaRPr lang="ko-KR" sz="3200" dirty="0"/>
          </a:p>
        </p:txBody>
      </p:sp>
      <p:sp>
        <p:nvSpPr>
          <p:cNvPr id="5" name="S03-card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3-cardtext1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좋을까요? 왜 그럴까요?</a:t>
            </a:r>
            <a:endParaRPr lang="ko-KR" sz="3200" dirty="0"/>
          </a:p>
        </p:txBody>
      </p:sp>
      <p:sp>
        <p:nvSpPr>
          <p:cNvPr id="7" name="S03-chip1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3-text1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먼저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받으려고 밀어요.</a:t>
            </a:r>
            <a:endParaRPr lang="ko-KR" sz="3200" dirty="0"/>
          </a:p>
        </p:txBody>
      </p:sp>
      <p:sp>
        <p:nvSpPr>
          <p:cNvPr id="9" name="S03-chip1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3-text1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줄로 서서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차례를 기다려요.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지킬 세 약속</a:t>
            </a:r>
            <a:endParaRPr lang="ko-KR" sz="4400" dirty="0"/>
          </a:p>
        </p:txBody>
      </p:sp>
      <p:sp>
        <p:nvSpPr>
          <p:cNvPr id="3" name="S04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약속은 모두가 즐겁고 안전하게 지내려고 지켜요.</a:t>
            </a:r>
            <a:endParaRPr lang="ko-KR" sz="3200" dirty="0"/>
          </a:p>
        </p:txBody>
      </p:sp>
      <p:sp>
        <p:nvSpPr>
          <p:cNvPr id="5" name="S04-card20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21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 지키기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줄을 서서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기다려요.</a:t>
            </a:r>
            <a:endParaRPr lang="ko-KR" sz="3200" dirty="0"/>
          </a:p>
        </p:txBody>
      </p:sp>
      <p:sp>
        <p:nvSpPr>
          <p:cNvPr id="7" name="S04-card22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23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정리하기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쓴 물건은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제자리에 놓아요.</a:t>
            </a:r>
            <a:endParaRPr lang="ko-KR" sz="3200" dirty="0"/>
          </a:p>
        </p:txBody>
      </p:sp>
      <p:sp>
        <p:nvSpPr>
          <p:cNvPr id="9" name="S04-card24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25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고운 말 쓰기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다정한 말로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필요할까요?</a:t>
            </a:r>
            <a:endParaRPr lang="ko-KR" sz="4400" dirty="0"/>
          </a:p>
        </p:txBody>
      </p:sp>
      <p:sp>
        <p:nvSpPr>
          <p:cNvPr id="3" name="S05-text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약속을 안 지키면 어떻게 될까요?</a:t>
            </a:r>
            <a:endParaRPr lang="ko-KR" sz="3200" dirty="0"/>
          </a:p>
        </p:txBody>
      </p:sp>
      <p:sp>
        <p:nvSpPr>
          <p:cNvPr id="4" name="S05-card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“~하니까요.”로 까닭을 말해요.</a:t>
            </a:r>
            <a:endParaRPr lang="ko-KR" sz="3200" dirty="0"/>
          </a:p>
        </p:txBody>
      </p:sp>
      <p:sp>
        <p:nvSpPr>
          <p:cNvPr id="6" name="S05-chip2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5-text30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줄에 끼어들면?</a:t>
            </a:r>
            <a:endParaRPr lang="ko-KR" sz="3200" dirty="0"/>
          </a:p>
        </p:txBody>
      </p:sp>
      <p:sp>
        <p:nvSpPr>
          <p:cNvPr id="8" name="S05-chip31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5-text32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책을 아무 데나 두면?</a:t>
            </a:r>
            <a:endParaRPr lang="ko-KR" sz="3200" dirty="0"/>
          </a:p>
        </p:txBody>
      </p:sp>
      <p:sp>
        <p:nvSpPr>
          <p:cNvPr id="10" name="S05-chip3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5-text34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친구에게 “저리 가!” 하면?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읽은 책은?</a:t>
            </a:r>
            <a:endParaRPr lang="ko-KR" sz="4400" dirty="0"/>
          </a:p>
        </p:txBody>
      </p:sp>
      <p:sp>
        <p:nvSpPr>
          <p:cNvPr id="3" name="S06-text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도서관에서 책을 다 읽었어요.</a:t>
            </a:r>
            <a:endParaRPr lang="ko-KR" sz="3200" dirty="0"/>
          </a:p>
        </p:txBody>
      </p:sp>
      <p:sp>
        <p:nvSpPr>
          <p:cNvPr id="4" name="S06-card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할까요? 고른 까닭도 말해요.</a:t>
            </a:r>
            <a:endParaRPr lang="ko-KR" sz="3200" dirty="0"/>
          </a:p>
        </p:txBody>
      </p:sp>
      <p:sp>
        <p:nvSpPr>
          <p:cNvPr id="6" name="S06-chip38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6-card39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6-cardtext40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책상 위에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두고 가요.</a:t>
            </a:r>
            <a:endParaRPr lang="ko-KR" sz="3200" dirty="0"/>
          </a:p>
        </p:txBody>
      </p:sp>
      <p:sp>
        <p:nvSpPr>
          <p:cNvPr id="9" name="S06-chip4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6-card42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6-cardtext43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제자리에 꽂거나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반납대에 놓아요.</a:t>
            </a:r>
            <a:endParaRPr lang="ko-KR" sz="3200" dirty="0"/>
          </a:p>
        </p:txBody>
      </p:sp>
      <p:sp>
        <p:nvSpPr>
          <p:cNvPr id="12" name="S06-chip44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6-card45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6-cardtext46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가방에 넣어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가져가요.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고운 말로 바꿔요</a:t>
            </a:r>
            <a:endParaRPr lang="ko-KR" sz="4400" dirty="0"/>
          </a:p>
        </p:txBody>
      </p:sp>
      <p:sp>
        <p:nvSpPr>
          <p:cNvPr id="3" name="S07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다정한 말로 바꿔 말해 봐요.</a:t>
            </a:r>
            <a:endParaRPr lang="ko-KR" sz="3200" dirty="0"/>
          </a:p>
        </p:txBody>
      </p:sp>
      <p:sp>
        <p:nvSpPr>
          <p:cNvPr id="4" name="S07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싫은 마음도 고운 말로 말할 수 있어요.</a:t>
            </a:r>
            <a:endParaRPr lang="ko-KR" sz="3200" dirty="0"/>
          </a:p>
        </p:txBody>
      </p:sp>
      <p:sp>
        <p:nvSpPr>
          <p:cNvPr id="6" name="S07-chip5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text5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“야, 비켜!”</a:t>
            </a:r>
            <a:endParaRPr lang="ko-KR" sz="3200" dirty="0"/>
          </a:p>
        </p:txBody>
      </p:sp>
      <p:sp>
        <p:nvSpPr>
          <p:cNvPr id="8" name="S07-chip5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7-text5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“내 거야, 만지지 마!”</a:t>
            </a:r>
            <a:endParaRPr lang="ko-KR" sz="3200" dirty="0"/>
          </a:p>
        </p:txBody>
      </p:sp>
      <p:sp>
        <p:nvSpPr>
          <p:cNvPr id="10" name="S07-chip5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7-text5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“너 느려. 빨리 해!”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아무도 안 보면?</a:t>
            </a:r>
            <a:endParaRPr lang="ko-KR" sz="4400" dirty="0"/>
          </a:p>
        </p:txBody>
      </p:sp>
      <p:sp>
        <p:nvSpPr>
          <p:cNvPr id="3" name="S08-card5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5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마시는 곳에 줄이 있어요. 선생님은 안 계세요.</a:t>
            </a:r>
            <a:endParaRPr lang="ko-KR" sz="3200" dirty="0"/>
          </a:p>
        </p:txBody>
      </p:sp>
      <p:sp>
        <p:nvSpPr>
          <p:cNvPr id="5" name="S08-card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생각에 찬성해요? 왜요?</a:t>
            </a:r>
            <a:endParaRPr lang="ko-KR" sz="3200" dirty="0"/>
          </a:p>
        </p:txBody>
      </p:sp>
      <p:sp>
        <p:nvSpPr>
          <p:cNvPr id="7" name="S08-chip6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8-text6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아무도 안 보니까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끼어들어도 돼요.</a:t>
            </a:r>
            <a:endParaRPr lang="ko-KR" sz="3200" dirty="0"/>
          </a:p>
        </p:txBody>
      </p:sp>
      <p:sp>
        <p:nvSpPr>
          <p:cNvPr id="9" name="S08-chip6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8-text6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아무도 안 봐도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차례를 지켜요.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text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할지 말하고 까닭도 말해요.</a:t>
            </a:r>
            <a:endParaRPr lang="ko-KR" sz="3200" dirty="0"/>
          </a:p>
        </p:txBody>
      </p:sp>
      <p:sp>
        <p:nvSpPr>
          <p:cNvPr id="4" name="S09-card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 · 정리 · 고운 말</a:t>
            </a:r>
            <a:endParaRPr lang="ko-KR" sz="3200" dirty="0"/>
          </a:p>
        </p:txBody>
      </p:sp>
      <p:sp>
        <p:nvSpPr>
          <p:cNvPr id="6" name="S09-chip6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text68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화장실 앞에 줄이 길어요.</a:t>
            </a:r>
            <a:endParaRPr lang="ko-KR" sz="3200" dirty="0"/>
          </a:p>
        </p:txBody>
      </p:sp>
      <p:sp>
        <p:nvSpPr>
          <p:cNvPr id="8" name="S09-chip6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text70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블록 놀이가 끝났어요.</a:t>
            </a:r>
            <a:endParaRPr lang="ko-KR" sz="3200" dirty="0"/>
          </a:p>
        </p:txBody>
      </p:sp>
      <p:sp>
        <p:nvSpPr>
          <p:cNvPr id="10" name="S09-chip7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text72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내 그림을 밟았어요.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약속 정하기</a:t>
            </a:r>
            <a:endParaRPr lang="ko-KR" sz="4400" dirty="0"/>
          </a:p>
        </p:txBody>
      </p:sp>
      <p:sp>
        <p:nvSpPr>
          <p:cNvPr id="3" name="S11-card73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74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약속 하나를 골랐어요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까닭을 말했어요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“~할게요.”로 말했어요</a:t>
            </a:r>
            <a:endParaRPr lang="ko-KR" sz="3200" dirty="0"/>
          </a:p>
        </p:txBody>
      </p:sp>
      <p:sp>
        <p:nvSpPr>
          <p:cNvPr id="5" name="S11-stepno75"/>
          <p:cNvSpPr txBox="1"/>
          <p:nvPr/>
        </p:nvSpPr>
        <p:spPr>
          <a:xfrm>
            <a:off x="548640" y="20304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11-text76"/>
          <p:cNvSpPr txBox="1"/>
          <p:nvPr/>
        </p:nvSpPr>
        <p:spPr>
          <a:xfrm>
            <a:off x="1325880" y="1984756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잘 지키고 싶은 약속을 떠올려요.</a:t>
            </a:r>
            <a:endParaRPr lang="ko-KR" sz="3200" dirty="0"/>
          </a:p>
        </p:txBody>
      </p:sp>
      <p:sp>
        <p:nvSpPr>
          <p:cNvPr id="7" name="S11-stepno77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11-text78"/>
          <p:cNvSpPr txBox="1"/>
          <p:nvPr/>
        </p:nvSpPr>
        <p:spPr>
          <a:xfrm>
            <a:off x="1325880" y="31409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골라요.</a:t>
            </a:r>
            <a:endParaRPr lang="ko-KR" sz="3200" dirty="0"/>
          </a:p>
        </p:txBody>
      </p:sp>
      <p:sp>
        <p:nvSpPr>
          <p:cNvPr id="9" name="S11-stepno79"/>
          <p:cNvSpPr txBox="1"/>
          <p:nvPr/>
        </p:nvSpPr>
        <p:spPr>
          <a:xfrm>
            <a:off x="548640" y="38999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11-text80"/>
          <p:cNvSpPr txBox="1"/>
          <p:nvPr/>
        </p:nvSpPr>
        <p:spPr>
          <a:xfrm>
            <a:off x="1325880" y="3854196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“나는 ~할게요.” 하고 말해요.</a:t>
            </a:r>
            <a:endParaRPr lang="ko-KR" sz="3200" dirty="0"/>
          </a:p>
        </p:txBody>
      </p:sp>
      <p:sp>
        <p:nvSpPr>
          <p:cNvPr id="11" name="S11-stepno81"/>
          <p:cNvSpPr txBox="1"/>
          <p:nvPr/>
        </p:nvSpPr>
        <p:spPr>
          <a:xfrm>
            <a:off x="548640" y="50104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11-text82"/>
          <p:cNvSpPr txBox="1"/>
          <p:nvPr/>
        </p:nvSpPr>
        <p:spPr>
          <a:xfrm>
            <a:off x="1325880" y="501040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일주일 동안 지키면 ○ 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83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84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약속은 모두가 즐겁고 안전하게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지내려고 함께 지켜요.</a:t>
            </a:r>
            <a:endParaRPr lang="ko-KR" sz="3200" dirty="0"/>
          </a:p>
        </p:txBody>
      </p:sp>
      <p:sp>
        <p:nvSpPr>
          <p:cNvPr id="5" name="S12-chip85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까닭을 알고 지키기</a:t>
            </a:r>
            <a:endParaRPr lang="ko-KR" sz="2600" dirty="0"/>
          </a:p>
        </p:txBody>
      </p:sp>
      <p:sp>
        <p:nvSpPr>
          <p:cNvPr id="6" name="S12-chip86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안 볼 때 안 지키기</a:t>
            </a:r>
            <a:endParaRPr lang="ko-KR" sz="2600" dirty="0"/>
          </a:p>
        </p:txBody>
      </p:sp>
      <p:sp>
        <p:nvSpPr>
          <p:cNvPr id="7" name="S12-text87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88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줄에 끼어들면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될까요?</a:t>
            </a:r>
            <a:endParaRPr lang="ko-KR" sz="2600" dirty="0"/>
          </a:p>
        </p:txBody>
      </p:sp>
      <p:sp>
        <p:nvSpPr>
          <p:cNvPr id="9" name="S12-text89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다 쓴 물건은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둘까요?</a:t>
            </a:r>
            <a:endParaRPr lang="ko-KR" sz="2600" dirty="0"/>
          </a:p>
        </p:txBody>
      </p:sp>
      <p:sp>
        <p:nvSpPr>
          <p:cNvPr id="10" name="S12-text90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“비켜!”를 고운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말로 바꾸면?</a:t>
            </a:r>
            <a:endParaRPr lang="ko-KR" sz="2600" dirty="0"/>
          </a:p>
        </p:txBody>
      </p:sp>
      <p:sp>
        <p:nvSpPr>
          <p:cNvPr id="11" name="S12-text9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가족의 생활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학교의 장소</a:t>
            </a:r>
            <a:endParaRPr lang="ko-KR" sz="4400" dirty="0"/>
          </a:p>
        </p:txBody>
      </p:sp>
      <p:sp>
        <p:nvSpPr>
          <p:cNvPr id="3" name="S13-card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3-cardtext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장소마다 하는 일이 달라요.</a:t>
            </a:r>
            <a:endParaRPr lang="ko-KR" sz="3200" dirty="0"/>
          </a:p>
        </p:txBody>
      </p:sp>
      <p:sp>
        <p:nvSpPr>
          <p:cNvPr id="5" name="S13-card94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3-cardtext95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공부해요.</a:t>
            </a:r>
            <a:endParaRPr lang="ko-KR" sz="3200" dirty="0"/>
          </a:p>
        </p:txBody>
      </p:sp>
      <p:sp>
        <p:nvSpPr>
          <p:cNvPr id="7" name="S13-card96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97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급식실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점심을 먹어요.</a:t>
            </a:r>
            <a:endParaRPr lang="ko-KR" sz="3200" dirty="0"/>
          </a:p>
        </p:txBody>
      </p:sp>
      <p:sp>
        <p:nvSpPr>
          <p:cNvPr id="9" name="S13-card98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3-cardtext99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도서관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책을 빌려요.</a:t>
            </a:r>
            <a:endParaRPr lang="ko-KR" sz="3200" dirty="0"/>
          </a:p>
        </p:txBody>
      </p:sp>
      <p:sp>
        <p:nvSpPr>
          <p:cNvPr id="11" name="S13-card100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13-cardtext101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운동장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뛰어놀아요.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사회·역사 함께 지킬 약속</dc:title>
  <dc:subject>KR22-G01-SOC-PROMISE-L01</dc:subject>
  <dc:creator>education-ppt</dc:creator>
  <cp:lastModifiedBy>education-ppt</cp:lastModifiedBy>
  <cp:revision>1</cp:revision>
  <dcterms:created xsi:type="dcterms:W3CDTF">2026-10-26T13:07:08Z</dcterms:created>
  <dcterms:modified xsi:type="dcterms:W3CDTF">2026-10-26T13:07:08Z</dcterms:modified>
</cp:coreProperties>
</file>