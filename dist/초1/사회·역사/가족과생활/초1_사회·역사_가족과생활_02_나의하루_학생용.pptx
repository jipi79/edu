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1d5a20c-ecb3-08f7-8c17-a25e3c59b605}">
          <p14:sldIdLst>
            <p14:sldId id="256"/>
            <p14:sldId id="257"/>
          </p14:sldIdLst>
        </p14:section>
        <p14:section name="개념" id="{314be1df-ca22-a800-c18f-e251b0be7181}">
          <p14:sldIdLst>
            <p14:sldId id="258"/>
            <p14:sldId id="259"/>
            <p14:sldId id="260"/>
          </p14:sldIdLst>
        </p14:section>
        <p14:section name="연습" id="{6d3224a2-f170-7c82-eaf3-4954a2db46ff}">
          <p14:sldIdLst>
            <p14:sldId id="261"/>
            <p14:sldId id="262"/>
            <p14:sldId id="263"/>
          </p14:sldIdLst>
        </p14:section>
        <p14:section name="확인" id="{a132c733-247c-5e27-dd17-527925d25fe5}">
          <p14:sldIdLst>
            <p14:sldId id="264"/>
            <p14:sldId id="265"/>
          </p14:sldIdLst>
        </p14:section>
        <p14:section name="정리" id="{21259a6f-4ee9-d644-0144-7d2bd2ff6e04}">
          <p14:sldIdLst>
            <p14:sldId id="266"/>
          </p14:sldIdLst>
        </p14:section>
        <p14:section name="보충" id="{a843e161-75fe-b7c1-d79a-fcb762881fd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가족과생활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나의 하루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나의 하루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나의 하루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순서일까?</a:t>
            </a:r>
            <a:endParaRPr lang="ko-KR" sz="3200" dirty="0"/>
          </a:p>
        </p:txBody>
      </p:sp>
      <p:sp>
        <p:nvSpPr>
          <p:cNvPr id="4" name="S01-figure1" descr="시계: 짧은바늘이 7, 긴바늘이 12를 가리킴(7시)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 flipH="1">
            <a:off x="9325051" y="2103120"/>
            <a:ext cx="321869" cy="55749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166774"/>
            <a:ext cx="0" cy="9363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하루의 일을 순서대로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하루를 그림과 글로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먼저? 나중에?</a:t>
            </a:r>
            <a:endParaRPr lang="ko-KR" sz="4400" dirty="0"/>
          </a:p>
        </p:txBody>
      </p:sp>
      <p:sp>
        <p:nvSpPr>
          <p:cNvPr id="3" name="S02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가운데 먼저 하는 일은?</a:t>
            </a:r>
            <a:endParaRPr lang="ko-KR" sz="3200" dirty="0"/>
          </a:p>
        </p:txBody>
      </p:sp>
      <p:sp>
        <p:nvSpPr>
          <p:cNvPr id="4" name="S02-chip8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8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씻기와 밥 먹기</a:t>
            </a:r>
            <a:endParaRPr lang="ko-KR" sz="3200" dirty="0"/>
          </a:p>
        </p:txBody>
      </p:sp>
      <p:sp>
        <p:nvSpPr>
          <p:cNvPr id="6" name="S02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8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잠옷 입기와 잠자기</a:t>
            </a:r>
            <a:endParaRPr lang="ko-KR" sz="3200" dirty="0"/>
          </a:p>
        </p:txBody>
      </p:sp>
      <p:sp>
        <p:nvSpPr>
          <p:cNvPr id="8" name="S02-chip8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8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일어나기와 학교 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아침·낮·저녁</a:t>
            </a:r>
            <a:endParaRPr lang="ko-KR" sz="4400" dirty="0"/>
          </a:p>
        </p:txBody>
      </p:sp>
      <p:sp>
        <p:nvSpPr>
          <p:cNvPr id="3" name="S03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아침 → 낮 → 저녁 순서로 지나가요.</a:t>
            </a:r>
            <a:endParaRPr lang="ko-KR" sz="3200" dirty="0"/>
          </a:p>
        </p:txBody>
      </p:sp>
      <p:sp>
        <p:nvSpPr>
          <p:cNvPr id="5" name="S03-step88"/>
          <p:cNvSpPr txBox="1"/>
          <p:nvPr/>
        </p:nvSpPr>
        <p:spPr>
          <a:xfrm>
            <a:off x="1293876" y="23545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떠요</a:t>
            </a:r>
            <a:endParaRPr lang="ko-KR" sz="3000" dirty="0"/>
          </a:p>
        </p:txBody>
      </p:sp>
      <p:sp>
        <p:nvSpPr>
          <p:cNvPr id="6" name="S03-line89"/>
          <p:cNvSpPr/>
          <p:nvPr/>
        </p:nvSpPr>
        <p:spPr>
          <a:xfrm>
            <a:off x="4274820" y="3223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3-step90"/>
          <p:cNvSpPr txBox="1"/>
          <p:nvPr/>
        </p:nvSpPr>
        <p:spPr>
          <a:xfrm>
            <a:off x="4631436" y="23545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높이 떠요</a:t>
            </a:r>
            <a:endParaRPr lang="ko-KR" sz="3000" dirty="0"/>
          </a:p>
        </p:txBody>
      </p:sp>
      <p:sp>
        <p:nvSpPr>
          <p:cNvPr id="8" name="S03-line91"/>
          <p:cNvSpPr/>
          <p:nvPr/>
        </p:nvSpPr>
        <p:spPr>
          <a:xfrm>
            <a:off x="7612380" y="3223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3-step92"/>
          <p:cNvSpPr txBox="1"/>
          <p:nvPr/>
        </p:nvSpPr>
        <p:spPr>
          <a:xfrm>
            <a:off x="7968996" y="23545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져요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민서의 하루</a:t>
            </a:r>
            <a:endParaRPr lang="ko-KR" sz="4400" dirty="0"/>
          </a:p>
        </p:txBody>
      </p:sp>
      <p:sp>
        <p:nvSpPr>
          <p:cNvPr id="3" name="S0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민서의 하루를 순서대로 말해요.</a:t>
            </a:r>
            <a:endParaRPr lang="ko-KR" sz="3200" dirty="0"/>
          </a:p>
        </p:txBody>
      </p:sp>
      <p:sp>
        <p:nvSpPr>
          <p:cNvPr id="4" name="S04-card94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5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일어나요. 그다음 아침밥을 먹어요.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…… 나중에 잠을 자요.</a:t>
            </a:r>
            <a:endParaRPr lang="ko-KR" sz="3200" dirty="0"/>
          </a:p>
        </p:txBody>
      </p:sp>
      <p:sp>
        <p:nvSpPr>
          <p:cNvPr id="6" name="S04-step96"/>
          <p:cNvSpPr txBox="1"/>
          <p:nvPr/>
        </p:nvSpPr>
        <p:spPr>
          <a:xfrm>
            <a:off x="548640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일어나기</a:t>
            </a:r>
            <a:endParaRPr lang="ko-KR" sz="2600" dirty="0"/>
          </a:p>
        </p:txBody>
      </p:sp>
      <p:sp>
        <p:nvSpPr>
          <p:cNvPr id="7" name="S04-line97"/>
          <p:cNvSpPr/>
          <p:nvPr/>
        </p:nvSpPr>
        <p:spPr>
          <a:xfrm>
            <a:off x="2109216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4-step98"/>
          <p:cNvSpPr txBox="1"/>
          <p:nvPr/>
        </p:nvSpPr>
        <p:spPr>
          <a:xfrm>
            <a:off x="2465832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</a:t>
            </a:r>
            <a:endParaRPr lang="ko-KR" sz="2600" dirty="0"/>
          </a:p>
        </p:txBody>
      </p:sp>
      <p:sp>
        <p:nvSpPr>
          <p:cNvPr id="9" name="S04-line99"/>
          <p:cNvSpPr/>
          <p:nvPr/>
        </p:nvSpPr>
        <p:spPr>
          <a:xfrm>
            <a:off x="4026408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step100"/>
          <p:cNvSpPr txBox="1"/>
          <p:nvPr/>
        </p:nvSpPr>
        <p:spPr>
          <a:xfrm>
            <a:off x="4383024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600" dirty="0"/>
          </a:p>
        </p:txBody>
      </p:sp>
      <p:sp>
        <p:nvSpPr>
          <p:cNvPr id="11" name="S04-line101"/>
          <p:cNvSpPr/>
          <p:nvPr/>
        </p:nvSpPr>
        <p:spPr>
          <a:xfrm>
            <a:off x="5943600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4-step102"/>
          <p:cNvSpPr txBox="1"/>
          <p:nvPr/>
        </p:nvSpPr>
        <p:spPr>
          <a:xfrm>
            <a:off x="6300216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600" dirty="0"/>
          </a:p>
        </p:txBody>
      </p:sp>
      <p:sp>
        <p:nvSpPr>
          <p:cNvPr id="13" name="S04-line103"/>
          <p:cNvSpPr/>
          <p:nvPr/>
        </p:nvSpPr>
        <p:spPr>
          <a:xfrm>
            <a:off x="7860792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4-step104"/>
          <p:cNvSpPr txBox="1"/>
          <p:nvPr/>
        </p:nvSpPr>
        <p:spPr>
          <a:xfrm>
            <a:off x="8217408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저녁밥</a:t>
            </a:r>
            <a:endParaRPr lang="ko-KR" sz="2600" dirty="0"/>
          </a:p>
        </p:txBody>
      </p:sp>
      <p:sp>
        <p:nvSpPr>
          <p:cNvPr id="15" name="S04-line105"/>
          <p:cNvSpPr/>
          <p:nvPr/>
        </p:nvSpPr>
        <p:spPr>
          <a:xfrm>
            <a:off x="9777984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4-step106"/>
          <p:cNvSpPr txBox="1"/>
          <p:nvPr/>
        </p:nvSpPr>
        <p:spPr>
          <a:xfrm>
            <a:off x="10134600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했을까요?</a:t>
            </a:r>
            <a:endParaRPr lang="ko-KR" sz="4400" dirty="0"/>
          </a:p>
        </p:txBody>
      </p:sp>
      <p:sp>
        <p:nvSpPr>
          <p:cNvPr id="3" name="S05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보면 무엇을 먼저 했는지 알 수 있어요.</a:t>
            </a:r>
            <a:endParaRPr lang="ko-KR" sz="3200" dirty="0"/>
          </a:p>
        </p:txBody>
      </p:sp>
      <p:sp>
        <p:nvSpPr>
          <p:cNvPr id="5" name="S05-figure109" descr="시계: 짧은바늘이 7, 긴바늘이 12를 가리킴(7시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5-line110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5-line111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112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113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114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15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line116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117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18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19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120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5-line121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122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123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124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125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5-line126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127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128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129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130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5-line131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132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133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134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135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5-line136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137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138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139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140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5-line141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142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143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144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145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5-line146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147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148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149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150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5-line151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152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153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154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155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5-line156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157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158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159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160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5-line161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162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163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164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165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5-line166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167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168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169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abel170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5-label171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5-label172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5-label173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5-label174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5-label175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5-label176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5-label177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5-label178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5-label179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5-label180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5-label181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5-line182"/>
          <p:cNvSpPr/>
          <p:nvPr/>
        </p:nvSpPr>
        <p:spPr>
          <a:xfrm flipH="1">
            <a:off x="1948586" y="2963799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5-line183"/>
          <p:cNvSpPr/>
          <p:nvPr/>
        </p:nvSpPr>
        <p:spPr>
          <a:xfrm flipV="1">
            <a:off x="2290572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5-pin184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5-label185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 일어나기</a:t>
            </a:r>
            <a:endParaRPr lang="ko-KR" sz="2600" dirty="0"/>
          </a:p>
        </p:txBody>
      </p:sp>
      <p:sp>
        <p:nvSpPr>
          <p:cNvPr id="82" name="S05-figure186" descr="시계: 짧은바늘이 7과 8 사이, 긴바늘이 6를 가리킴(7시 30분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5-line187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5-line188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line189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line190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line191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line192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5-line193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5-line194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line195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line196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line197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5-line198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line199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line200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line201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line202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5-line203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5-line204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line205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5-line206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line207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5-line208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line209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5-line210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line211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line212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5-line213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5-line214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5-line215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5-line216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5-line217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5-line218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5-line219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5-line220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5-line221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5-line222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5-line223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5-line224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5-line225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5-line226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5-line227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5-line228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5-line229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line230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5-line231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5-line232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5-line233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line234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5-line235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line236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5-line237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5-line238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5-line239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line240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5-line241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5-line242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5-line243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line244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5-line245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line246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5-label247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5-label248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5-label249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5-label250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5-label251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5-label252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5-label253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5-label254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5-label255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5-label256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5-label257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5-label258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5-line259"/>
          <p:cNvSpPr/>
          <p:nvPr/>
        </p:nvSpPr>
        <p:spPr>
          <a:xfrm flipH="1">
            <a:off x="5610835" y="296379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5-line260"/>
          <p:cNvSpPr/>
          <p:nvPr/>
        </p:nvSpPr>
        <p:spPr>
          <a:xfrm>
            <a:off x="6094476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5-pin261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5-label26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 30분 아침밥</a:t>
            </a:r>
            <a:endParaRPr lang="ko-KR" sz="2600" dirty="0"/>
          </a:p>
        </p:txBody>
      </p:sp>
      <p:sp>
        <p:nvSpPr>
          <p:cNvPr id="159" name="S05-figure263" descr="시계: 짧은바늘이 8과 9 사이, 긴바늘이 6를 가리킴(8시 30분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5-line264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5-line265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5-line266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5-line267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5-line268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5-line269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5-line270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5-line271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5-line272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5-line273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5-line274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5-line275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5-line276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5-line277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5-line278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5-line279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5-line280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5-line281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5-line282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5-line283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5-line284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5-line285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5-line286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5-line287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5-line288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5-line289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5-line290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5-line291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5-line292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5-line293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5-line294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5-line295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5-line296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5-line297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5-line298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5-line299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5-line300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5-line301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5-line302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5-line303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5-line304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5-line305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5-line306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5-line307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5-line308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5-line309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5-line310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5-line311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5-line312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5-line313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5-line314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5-line315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5-line316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5-line317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5-line318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5-line319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5-line320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5-line321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5-line322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5-line323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5-label324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5-label325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5-label326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5-label327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5-label328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5-label329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5-label330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5-label331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5-label332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5-label333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5-label334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5-label335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5-line336"/>
          <p:cNvSpPr/>
          <p:nvPr/>
        </p:nvSpPr>
        <p:spPr>
          <a:xfrm flipH="1">
            <a:off x="9237715" y="2963799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5-line337"/>
          <p:cNvSpPr/>
          <p:nvPr/>
        </p:nvSpPr>
        <p:spPr>
          <a:xfrm>
            <a:off x="9898380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5-pin338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5-label339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30분 학교 가기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준호의 하루</a:t>
            </a:r>
            <a:endParaRPr lang="ko-KR" sz="4400" dirty="0"/>
          </a:p>
        </p:txBody>
      </p:sp>
      <p:sp>
        <p:nvSpPr>
          <p:cNvPr id="3" name="S06-text3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순서대로 놓아 봐요.</a:t>
            </a:r>
            <a:endParaRPr lang="ko-KR" sz="3200" dirty="0"/>
          </a:p>
        </p:txBody>
      </p:sp>
      <p:sp>
        <p:nvSpPr>
          <p:cNvPr id="4" name="S06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~, 그다음 ~, 나중에 ~” 하고 말해요.</a:t>
            </a:r>
            <a:endParaRPr lang="ko-KR" sz="3200" dirty="0"/>
          </a:p>
        </p:txBody>
      </p:sp>
      <p:sp>
        <p:nvSpPr>
          <p:cNvPr id="6" name="S06-chip343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344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45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저녁밥을 먹어요.</a:t>
            </a:r>
            <a:endParaRPr lang="ko-KR" sz="3200" dirty="0"/>
          </a:p>
        </p:txBody>
      </p:sp>
      <p:sp>
        <p:nvSpPr>
          <p:cNvPr id="9" name="S06-chip346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347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48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일어나요.</a:t>
            </a:r>
            <a:endParaRPr lang="ko-KR" sz="3200" dirty="0"/>
          </a:p>
        </p:txBody>
      </p:sp>
      <p:sp>
        <p:nvSpPr>
          <p:cNvPr id="12" name="S06-chip349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350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351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공부해요.</a:t>
            </a:r>
            <a:endParaRPr lang="ko-KR" sz="3200" dirty="0"/>
          </a:p>
        </p:txBody>
      </p:sp>
      <p:sp>
        <p:nvSpPr>
          <p:cNvPr id="15" name="S06-chip35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6-card353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354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순서대로?</a:t>
            </a:r>
            <a:endParaRPr lang="ko-KR" sz="4400" dirty="0"/>
          </a:p>
        </p:txBody>
      </p:sp>
      <p:sp>
        <p:nvSpPr>
          <p:cNvPr id="3" name="S07-card3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어제 한 일을 말했어요.</a:t>
            </a:r>
            <a:endParaRPr lang="ko-KR" sz="3200" dirty="0"/>
          </a:p>
        </p:txBody>
      </p:sp>
      <p:sp>
        <p:nvSpPr>
          <p:cNvPr id="5" name="S07-card3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순서대로 말했나요? 어떻게 알았나요?</a:t>
            </a:r>
            <a:endParaRPr lang="ko-KR" sz="3200" dirty="0"/>
          </a:p>
        </p:txBody>
      </p:sp>
      <p:sp>
        <p:nvSpPr>
          <p:cNvPr id="7" name="S07-chip3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3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놀았어요.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일어났어요.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갔어요.</a:t>
            </a:r>
            <a:endParaRPr lang="ko-KR" sz="3200" dirty="0"/>
          </a:p>
        </p:txBody>
      </p:sp>
      <p:sp>
        <p:nvSpPr>
          <p:cNvPr id="9" name="S07-chip3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3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일어났어요.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갔어요.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지우의 아침</a:t>
            </a:r>
            <a:endParaRPr lang="ko-KR" sz="4400" dirty="0"/>
          </a:p>
        </p:txBody>
      </p:sp>
      <p:sp>
        <p:nvSpPr>
          <p:cNvPr id="3" name="S08-card36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36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읽고, 먼저 한 일부터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말해요.</a:t>
            </a:r>
            <a:endParaRPr lang="ko-KR" sz="3200" dirty="0"/>
          </a:p>
        </p:txBody>
      </p:sp>
      <p:sp>
        <p:nvSpPr>
          <p:cNvPr id="5" name="S08-figure365" descr="시계: 짧은바늘이 8, 긴바늘이 12를 가리킴(8시)"/>
          <p:cNvSpPr/>
          <p:nvPr/>
        </p:nvSpPr>
        <p:spPr>
          <a:xfrm>
            <a:off x="878713" y="1325880"/>
            <a:ext cx="2823718" cy="282371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8-line366"/>
          <p:cNvSpPr/>
          <p:nvPr/>
        </p:nvSpPr>
        <p:spPr>
          <a:xfrm>
            <a:off x="2290572" y="1362456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8-line367"/>
          <p:cNvSpPr/>
          <p:nvPr/>
        </p:nvSpPr>
        <p:spPr>
          <a:xfrm flipH="1">
            <a:off x="2426949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8-line368"/>
          <p:cNvSpPr/>
          <p:nvPr/>
        </p:nvSpPr>
        <p:spPr>
          <a:xfrm flipH="1">
            <a:off x="2561832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369"/>
          <p:cNvSpPr/>
          <p:nvPr/>
        </p:nvSpPr>
        <p:spPr>
          <a:xfrm flipH="1">
            <a:off x="2693743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370"/>
          <p:cNvSpPr/>
          <p:nvPr/>
        </p:nvSpPr>
        <p:spPr>
          <a:xfrm flipH="1">
            <a:off x="2821237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8-line371"/>
          <p:cNvSpPr/>
          <p:nvPr/>
        </p:nvSpPr>
        <p:spPr>
          <a:xfrm flipH="1">
            <a:off x="2900561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8-line372"/>
          <p:cNvSpPr/>
          <p:nvPr/>
        </p:nvSpPr>
        <p:spPr>
          <a:xfrm flipH="1">
            <a:off x="3057450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8-line373"/>
          <p:cNvSpPr/>
          <p:nvPr/>
        </p:nvSpPr>
        <p:spPr>
          <a:xfrm flipH="1">
            <a:off x="3163580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374"/>
          <p:cNvSpPr/>
          <p:nvPr/>
        </p:nvSpPr>
        <p:spPr>
          <a:xfrm flipH="1">
            <a:off x="3260146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375"/>
          <p:cNvSpPr/>
          <p:nvPr/>
        </p:nvSpPr>
        <p:spPr>
          <a:xfrm flipH="1">
            <a:off x="3346088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8-line376"/>
          <p:cNvSpPr/>
          <p:nvPr/>
        </p:nvSpPr>
        <p:spPr>
          <a:xfrm flipH="1">
            <a:off x="3347104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line377"/>
          <p:cNvSpPr/>
          <p:nvPr/>
        </p:nvSpPr>
        <p:spPr>
          <a:xfrm flipH="1">
            <a:off x="3482466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line378"/>
          <p:cNvSpPr/>
          <p:nvPr/>
        </p:nvSpPr>
        <p:spPr>
          <a:xfrm flipH="1">
            <a:off x="3531406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379"/>
          <p:cNvSpPr/>
          <p:nvPr/>
        </p:nvSpPr>
        <p:spPr>
          <a:xfrm flipH="1">
            <a:off x="3566751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380"/>
          <p:cNvSpPr/>
          <p:nvPr/>
        </p:nvSpPr>
        <p:spPr>
          <a:xfrm flipH="1">
            <a:off x="3588115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line381"/>
          <p:cNvSpPr/>
          <p:nvPr/>
        </p:nvSpPr>
        <p:spPr>
          <a:xfrm flipH="1">
            <a:off x="3510551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8-line382"/>
          <p:cNvSpPr/>
          <p:nvPr/>
        </p:nvSpPr>
        <p:spPr>
          <a:xfrm flipH="1" flipV="1">
            <a:off x="3588115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8-line383"/>
          <p:cNvSpPr/>
          <p:nvPr/>
        </p:nvSpPr>
        <p:spPr>
          <a:xfrm flipH="1" flipV="1">
            <a:off x="3566751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384"/>
          <p:cNvSpPr/>
          <p:nvPr/>
        </p:nvSpPr>
        <p:spPr>
          <a:xfrm flipH="1" flipV="1">
            <a:off x="3531406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385"/>
          <p:cNvSpPr/>
          <p:nvPr/>
        </p:nvSpPr>
        <p:spPr>
          <a:xfrm flipH="1" flipV="1">
            <a:off x="3482466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8-line386"/>
          <p:cNvSpPr/>
          <p:nvPr/>
        </p:nvSpPr>
        <p:spPr>
          <a:xfrm flipH="1" flipV="1">
            <a:off x="3347104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8-line387"/>
          <p:cNvSpPr/>
          <p:nvPr/>
        </p:nvSpPr>
        <p:spPr>
          <a:xfrm flipH="1" flipV="1">
            <a:off x="3346088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8-line388"/>
          <p:cNvSpPr/>
          <p:nvPr/>
        </p:nvSpPr>
        <p:spPr>
          <a:xfrm flipH="1" flipV="1">
            <a:off x="3260146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389"/>
          <p:cNvSpPr/>
          <p:nvPr/>
        </p:nvSpPr>
        <p:spPr>
          <a:xfrm flipH="1" flipV="1">
            <a:off x="3163580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390"/>
          <p:cNvSpPr/>
          <p:nvPr/>
        </p:nvSpPr>
        <p:spPr>
          <a:xfrm flipH="1" flipV="1">
            <a:off x="3057450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8-line391"/>
          <p:cNvSpPr/>
          <p:nvPr/>
        </p:nvSpPr>
        <p:spPr>
          <a:xfrm flipH="1" flipV="1">
            <a:off x="2900561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8-line392"/>
          <p:cNvSpPr/>
          <p:nvPr/>
        </p:nvSpPr>
        <p:spPr>
          <a:xfrm flipH="1" flipV="1">
            <a:off x="2821237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8-line393"/>
          <p:cNvSpPr/>
          <p:nvPr/>
        </p:nvSpPr>
        <p:spPr>
          <a:xfrm flipH="1" flipV="1">
            <a:off x="2693743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394"/>
          <p:cNvSpPr/>
          <p:nvPr/>
        </p:nvSpPr>
        <p:spPr>
          <a:xfrm flipH="1" flipV="1">
            <a:off x="2561832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395"/>
          <p:cNvSpPr/>
          <p:nvPr/>
        </p:nvSpPr>
        <p:spPr>
          <a:xfrm flipH="1" flipV="1">
            <a:off x="2426949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8-line396"/>
          <p:cNvSpPr/>
          <p:nvPr/>
        </p:nvSpPr>
        <p:spPr>
          <a:xfrm flipV="1">
            <a:off x="2290572" y="3957718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8-line397"/>
          <p:cNvSpPr/>
          <p:nvPr/>
        </p:nvSpPr>
        <p:spPr>
          <a:xfrm flipV="1">
            <a:off x="2146816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line398"/>
          <p:cNvSpPr/>
          <p:nvPr/>
        </p:nvSpPr>
        <p:spPr>
          <a:xfrm flipV="1">
            <a:off x="2004635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399"/>
          <p:cNvSpPr/>
          <p:nvPr/>
        </p:nvSpPr>
        <p:spPr>
          <a:xfrm flipV="1">
            <a:off x="1865586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400"/>
          <p:cNvSpPr/>
          <p:nvPr/>
        </p:nvSpPr>
        <p:spPr>
          <a:xfrm flipV="1">
            <a:off x="1731194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line401"/>
          <p:cNvSpPr/>
          <p:nvPr/>
        </p:nvSpPr>
        <p:spPr>
          <a:xfrm flipV="1">
            <a:off x="1602931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8-line402"/>
          <p:cNvSpPr/>
          <p:nvPr/>
        </p:nvSpPr>
        <p:spPr>
          <a:xfrm flipV="1">
            <a:off x="1482201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8-line403"/>
          <p:cNvSpPr/>
          <p:nvPr/>
        </p:nvSpPr>
        <p:spPr>
          <a:xfrm flipV="1">
            <a:off x="1370328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404"/>
          <p:cNvSpPr/>
          <p:nvPr/>
        </p:nvSpPr>
        <p:spPr>
          <a:xfrm flipV="1">
            <a:off x="1268538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405"/>
          <p:cNvSpPr/>
          <p:nvPr/>
        </p:nvSpPr>
        <p:spPr>
          <a:xfrm flipV="1">
            <a:off x="1177945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8-line406"/>
          <p:cNvSpPr/>
          <p:nvPr/>
        </p:nvSpPr>
        <p:spPr>
          <a:xfrm flipV="1">
            <a:off x="1099542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8-line407"/>
          <p:cNvSpPr/>
          <p:nvPr/>
        </p:nvSpPr>
        <p:spPr>
          <a:xfrm flipV="1">
            <a:off x="1034188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408"/>
          <p:cNvSpPr/>
          <p:nvPr/>
        </p:nvSpPr>
        <p:spPr>
          <a:xfrm flipV="1">
            <a:off x="982600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409"/>
          <p:cNvSpPr/>
          <p:nvPr/>
        </p:nvSpPr>
        <p:spPr>
          <a:xfrm flipV="1">
            <a:off x="945342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410"/>
          <p:cNvSpPr/>
          <p:nvPr/>
        </p:nvSpPr>
        <p:spPr>
          <a:xfrm flipV="1">
            <a:off x="922823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411"/>
          <p:cNvSpPr/>
          <p:nvPr/>
        </p:nvSpPr>
        <p:spPr>
          <a:xfrm>
            <a:off x="915289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8-line412"/>
          <p:cNvSpPr/>
          <p:nvPr/>
        </p:nvSpPr>
        <p:spPr>
          <a:xfrm>
            <a:off x="922823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413"/>
          <p:cNvSpPr/>
          <p:nvPr/>
        </p:nvSpPr>
        <p:spPr>
          <a:xfrm>
            <a:off x="945342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414"/>
          <p:cNvSpPr/>
          <p:nvPr/>
        </p:nvSpPr>
        <p:spPr>
          <a:xfrm>
            <a:off x="982600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415"/>
          <p:cNvSpPr/>
          <p:nvPr/>
        </p:nvSpPr>
        <p:spPr>
          <a:xfrm>
            <a:off x="1034188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8-line416"/>
          <p:cNvSpPr/>
          <p:nvPr/>
        </p:nvSpPr>
        <p:spPr>
          <a:xfrm>
            <a:off x="1099542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8-line417"/>
          <p:cNvSpPr/>
          <p:nvPr/>
        </p:nvSpPr>
        <p:spPr>
          <a:xfrm>
            <a:off x="1177945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418"/>
          <p:cNvSpPr/>
          <p:nvPr/>
        </p:nvSpPr>
        <p:spPr>
          <a:xfrm>
            <a:off x="1268538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419"/>
          <p:cNvSpPr/>
          <p:nvPr/>
        </p:nvSpPr>
        <p:spPr>
          <a:xfrm>
            <a:off x="1370328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420"/>
          <p:cNvSpPr/>
          <p:nvPr/>
        </p:nvSpPr>
        <p:spPr>
          <a:xfrm>
            <a:off x="1482201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421"/>
          <p:cNvSpPr/>
          <p:nvPr/>
        </p:nvSpPr>
        <p:spPr>
          <a:xfrm>
            <a:off x="1602930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8-line422"/>
          <p:cNvSpPr/>
          <p:nvPr/>
        </p:nvSpPr>
        <p:spPr>
          <a:xfrm>
            <a:off x="1731194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423"/>
          <p:cNvSpPr/>
          <p:nvPr/>
        </p:nvSpPr>
        <p:spPr>
          <a:xfrm>
            <a:off x="1865586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424"/>
          <p:cNvSpPr/>
          <p:nvPr/>
        </p:nvSpPr>
        <p:spPr>
          <a:xfrm>
            <a:off x="2004635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ine425"/>
          <p:cNvSpPr/>
          <p:nvPr/>
        </p:nvSpPr>
        <p:spPr>
          <a:xfrm>
            <a:off x="2146816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8-label426"/>
          <p:cNvSpPr txBox="1"/>
          <p:nvPr/>
        </p:nvSpPr>
        <p:spPr>
          <a:xfrm>
            <a:off x="2573936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7" name="S08-label427"/>
          <p:cNvSpPr txBox="1"/>
          <p:nvPr/>
        </p:nvSpPr>
        <p:spPr>
          <a:xfrm>
            <a:off x="2982190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8" name="S08-label428"/>
          <p:cNvSpPr txBox="1"/>
          <p:nvPr/>
        </p:nvSpPr>
        <p:spPr>
          <a:xfrm>
            <a:off x="3131621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9" name="S08-label429"/>
          <p:cNvSpPr txBox="1"/>
          <p:nvPr/>
        </p:nvSpPr>
        <p:spPr>
          <a:xfrm>
            <a:off x="2982190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70" name="S08-label430"/>
          <p:cNvSpPr txBox="1"/>
          <p:nvPr/>
        </p:nvSpPr>
        <p:spPr>
          <a:xfrm>
            <a:off x="2573936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1" name="S08-label431"/>
          <p:cNvSpPr txBox="1"/>
          <p:nvPr/>
        </p:nvSpPr>
        <p:spPr>
          <a:xfrm>
            <a:off x="2016252" y="36702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2" name="S08-label432"/>
          <p:cNvSpPr txBox="1"/>
          <p:nvPr/>
        </p:nvSpPr>
        <p:spPr>
          <a:xfrm>
            <a:off x="1458568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3" name="S08-label433"/>
          <p:cNvSpPr txBox="1"/>
          <p:nvPr/>
        </p:nvSpPr>
        <p:spPr>
          <a:xfrm>
            <a:off x="1050314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4" name="S08-label434"/>
          <p:cNvSpPr txBox="1"/>
          <p:nvPr/>
        </p:nvSpPr>
        <p:spPr>
          <a:xfrm>
            <a:off x="900883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5" name="S08-label435"/>
          <p:cNvSpPr txBox="1"/>
          <p:nvPr/>
        </p:nvSpPr>
        <p:spPr>
          <a:xfrm>
            <a:off x="1050314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6" name="S08-label436"/>
          <p:cNvSpPr txBox="1"/>
          <p:nvPr/>
        </p:nvSpPr>
        <p:spPr>
          <a:xfrm>
            <a:off x="1458568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7" name="S08-label437"/>
          <p:cNvSpPr txBox="1"/>
          <p:nvPr/>
        </p:nvSpPr>
        <p:spPr>
          <a:xfrm>
            <a:off x="2016252" y="14394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8" name="S08-line438"/>
          <p:cNvSpPr/>
          <p:nvPr/>
        </p:nvSpPr>
        <p:spPr>
          <a:xfrm flipH="1">
            <a:off x="1752581" y="2737739"/>
            <a:ext cx="537991" cy="310609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8-line439"/>
          <p:cNvSpPr/>
          <p:nvPr/>
        </p:nvSpPr>
        <p:spPr>
          <a:xfrm flipV="1">
            <a:off x="2290572" y="1834149"/>
            <a:ext cx="0" cy="90359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8-pin440"/>
          <p:cNvSpPr/>
          <p:nvPr/>
        </p:nvSpPr>
        <p:spPr>
          <a:xfrm>
            <a:off x="2235708" y="26828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8-label441"/>
          <p:cNvSpPr txBox="1"/>
          <p:nvPr/>
        </p:nvSpPr>
        <p:spPr>
          <a:xfrm>
            <a:off x="548640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아침밥</a:t>
            </a:r>
            <a:endParaRPr lang="ko-KR" sz="2600" dirty="0"/>
          </a:p>
        </p:txBody>
      </p:sp>
      <p:sp>
        <p:nvSpPr>
          <p:cNvPr id="82" name="S08-figure442" descr="시계: 짧은바늘이 8과 9 사이, 긴바늘이 6를 가리킴(8시 30분)"/>
          <p:cNvSpPr/>
          <p:nvPr/>
        </p:nvSpPr>
        <p:spPr>
          <a:xfrm>
            <a:off x="4682617" y="1325880"/>
            <a:ext cx="2823718" cy="282371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8-line443"/>
          <p:cNvSpPr/>
          <p:nvPr/>
        </p:nvSpPr>
        <p:spPr>
          <a:xfrm>
            <a:off x="6094476" y="1362456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8-line444"/>
          <p:cNvSpPr/>
          <p:nvPr/>
        </p:nvSpPr>
        <p:spPr>
          <a:xfrm flipH="1">
            <a:off x="6230853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445"/>
          <p:cNvSpPr/>
          <p:nvPr/>
        </p:nvSpPr>
        <p:spPr>
          <a:xfrm flipH="1">
            <a:off x="6365736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446"/>
          <p:cNvSpPr/>
          <p:nvPr/>
        </p:nvSpPr>
        <p:spPr>
          <a:xfrm flipH="1">
            <a:off x="6497647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447"/>
          <p:cNvSpPr/>
          <p:nvPr/>
        </p:nvSpPr>
        <p:spPr>
          <a:xfrm flipH="1">
            <a:off x="6625141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448"/>
          <p:cNvSpPr/>
          <p:nvPr/>
        </p:nvSpPr>
        <p:spPr>
          <a:xfrm flipH="1">
            <a:off x="6704465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8-line449"/>
          <p:cNvSpPr/>
          <p:nvPr/>
        </p:nvSpPr>
        <p:spPr>
          <a:xfrm flipH="1">
            <a:off x="6861354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450"/>
          <p:cNvSpPr/>
          <p:nvPr/>
        </p:nvSpPr>
        <p:spPr>
          <a:xfrm flipH="1">
            <a:off x="6967484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451"/>
          <p:cNvSpPr/>
          <p:nvPr/>
        </p:nvSpPr>
        <p:spPr>
          <a:xfrm flipH="1">
            <a:off x="7064050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452"/>
          <p:cNvSpPr/>
          <p:nvPr/>
        </p:nvSpPr>
        <p:spPr>
          <a:xfrm flipH="1">
            <a:off x="7149992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line453"/>
          <p:cNvSpPr/>
          <p:nvPr/>
        </p:nvSpPr>
        <p:spPr>
          <a:xfrm flipH="1">
            <a:off x="7151008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8-line454"/>
          <p:cNvSpPr/>
          <p:nvPr/>
        </p:nvSpPr>
        <p:spPr>
          <a:xfrm flipH="1">
            <a:off x="7286370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455"/>
          <p:cNvSpPr/>
          <p:nvPr/>
        </p:nvSpPr>
        <p:spPr>
          <a:xfrm flipH="1">
            <a:off x="7335310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456"/>
          <p:cNvSpPr/>
          <p:nvPr/>
        </p:nvSpPr>
        <p:spPr>
          <a:xfrm flipH="1">
            <a:off x="7370655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457"/>
          <p:cNvSpPr/>
          <p:nvPr/>
        </p:nvSpPr>
        <p:spPr>
          <a:xfrm flipH="1">
            <a:off x="7392019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458"/>
          <p:cNvSpPr/>
          <p:nvPr/>
        </p:nvSpPr>
        <p:spPr>
          <a:xfrm flipH="1">
            <a:off x="7314455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8-line459"/>
          <p:cNvSpPr/>
          <p:nvPr/>
        </p:nvSpPr>
        <p:spPr>
          <a:xfrm flipH="1" flipV="1">
            <a:off x="7392019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460"/>
          <p:cNvSpPr/>
          <p:nvPr/>
        </p:nvSpPr>
        <p:spPr>
          <a:xfrm flipH="1" flipV="1">
            <a:off x="7370655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461"/>
          <p:cNvSpPr/>
          <p:nvPr/>
        </p:nvSpPr>
        <p:spPr>
          <a:xfrm flipH="1" flipV="1">
            <a:off x="7335310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462"/>
          <p:cNvSpPr/>
          <p:nvPr/>
        </p:nvSpPr>
        <p:spPr>
          <a:xfrm flipH="1" flipV="1">
            <a:off x="7286370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line463"/>
          <p:cNvSpPr/>
          <p:nvPr/>
        </p:nvSpPr>
        <p:spPr>
          <a:xfrm flipH="1" flipV="1">
            <a:off x="7151008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8-line464"/>
          <p:cNvSpPr/>
          <p:nvPr/>
        </p:nvSpPr>
        <p:spPr>
          <a:xfrm flipH="1" flipV="1">
            <a:off x="7149992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465"/>
          <p:cNvSpPr/>
          <p:nvPr/>
        </p:nvSpPr>
        <p:spPr>
          <a:xfrm flipH="1" flipV="1">
            <a:off x="7064050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466"/>
          <p:cNvSpPr/>
          <p:nvPr/>
        </p:nvSpPr>
        <p:spPr>
          <a:xfrm flipH="1" flipV="1">
            <a:off x="6967484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467"/>
          <p:cNvSpPr/>
          <p:nvPr/>
        </p:nvSpPr>
        <p:spPr>
          <a:xfrm flipH="1" flipV="1">
            <a:off x="6861354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468"/>
          <p:cNvSpPr/>
          <p:nvPr/>
        </p:nvSpPr>
        <p:spPr>
          <a:xfrm flipH="1" flipV="1">
            <a:off x="6704465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8-line469"/>
          <p:cNvSpPr/>
          <p:nvPr/>
        </p:nvSpPr>
        <p:spPr>
          <a:xfrm flipH="1" flipV="1">
            <a:off x="6625141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470"/>
          <p:cNvSpPr/>
          <p:nvPr/>
        </p:nvSpPr>
        <p:spPr>
          <a:xfrm flipH="1" flipV="1">
            <a:off x="6497647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471"/>
          <p:cNvSpPr/>
          <p:nvPr/>
        </p:nvSpPr>
        <p:spPr>
          <a:xfrm flipH="1" flipV="1">
            <a:off x="6365736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472"/>
          <p:cNvSpPr/>
          <p:nvPr/>
        </p:nvSpPr>
        <p:spPr>
          <a:xfrm flipH="1" flipV="1">
            <a:off x="6230853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line473"/>
          <p:cNvSpPr/>
          <p:nvPr/>
        </p:nvSpPr>
        <p:spPr>
          <a:xfrm flipV="1">
            <a:off x="6094476" y="3957718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8-line474"/>
          <p:cNvSpPr/>
          <p:nvPr/>
        </p:nvSpPr>
        <p:spPr>
          <a:xfrm flipV="1">
            <a:off x="5950720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8-line475"/>
          <p:cNvSpPr/>
          <p:nvPr/>
        </p:nvSpPr>
        <p:spPr>
          <a:xfrm flipV="1">
            <a:off x="5808539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476"/>
          <p:cNvSpPr/>
          <p:nvPr/>
        </p:nvSpPr>
        <p:spPr>
          <a:xfrm flipV="1">
            <a:off x="5669490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477"/>
          <p:cNvSpPr/>
          <p:nvPr/>
        </p:nvSpPr>
        <p:spPr>
          <a:xfrm flipV="1">
            <a:off x="5535098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8-line478"/>
          <p:cNvSpPr/>
          <p:nvPr/>
        </p:nvSpPr>
        <p:spPr>
          <a:xfrm flipV="1">
            <a:off x="5406835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8-line479"/>
          <p:cNvSpPr/>
          <p:nvPr/>
        </p:nvSpPr>
        <p:spPr>
          <a:xfrm flipV="1">
            <a:off x="5286105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8-line480"/>
          <p:cNvSpPr/>
          <p:nvPr/>
        </p:nvSpPr>
        <p:spPr>
          <a:xfrm flipV="1">
            <a:off x="5174232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481"/>
          <p:cNvSpPr/>
          <p:nvPr/>
        </p:nvSpPr>
        <p:spPr>
          <a:xfrm flipV="1">
            <a:off x="5072442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482"/>
          <p:cNvSpPr/>
          <p:nvPr/>
        </p:nvSpPr>
        <p:spPr>
          <a:xfrm flipV="1">
            <a:off x="4981849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8-line483"/>
          <p:cNvSpPr/>
          <p:nvPr/>
        </p:nvSpPr>
        <p:spPr>
          <a:xfrm flipV="1">
            <a:off x="4903446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8-line484"/>
          <p:cNvSpPr/>
          <p:nvPr/>
        </p:nvSpPr>
        <p:spPr>
          <a:xfrm flipV="1">
            <a:off x="4838092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8-line485"/>
          <p:cNvSpPr/>
          <p:nvPr/>
        </p:nvSpPr>
        <p:spPr>
          <a:xfrm flipV="1">
            <a:off x="4786504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486"/>
          <p:cNvSpPr/>
          <p:nvPr/>
        </p:nvSpPr>
        <p:spPr>
          <a:xfrm flipV="1">
            <a:off x="4749246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487"/>
          <p:cNvSpPr/>
          <p:nvPr/>
        </p:nvSpPr>
        <p:spPr>
          <a:xfrm flipV="1">
            <a:off x="4726727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8-line488"/>
          <p:cNvSpPr/>
          <p:nvPr/>
        </p:nvSpPr>
        <p:spPr>
          <a:xfrm>
            <a:off x="4719193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8-line489"/>
          <p:cNvSpPr/>
          <p:nvPr/>
        </p:nvSpPr>
        <p:spPr>
          <a:xfrm>
            <a:off x="4726727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8-line490"/>
          <p:cNvSpPr/>
          <p:nvPr/>
        </p:nvSpPr>
        <p:spPr>
          <a:xfrm>
            <a:off x="4749246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491"/>
          <p:cNvSpPr/>
          <p:nvPr/>
        </p:nvSpPr>
        <p:spPr>
          <a:xfrm>
            <a:off x="4786504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492"/>
          <p:cNvSpPr/>
          <p:nvPr/>
        </p:nvSpPr>
        <p:spPr>
          <a:xfrm>
            <a:off x="4838092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8-line493"/>
          <p:cNvSpPr/>
          <p:nvPr/>
        </p:nvSpPr>
        <p:spPr>
          <a:xfrm>
            <a:off x="4903446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8-line494"/>
          <p:cNvSpPr/>
          <p:nvPr/>
        </p:nvSpPr>
        <p:spPr>
          <a:xfrm>
            <a:off x="4981849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8-line495"/>
          <p:cNvSpPr/>
          <p:nvPr/>
        </p:nvSpPr>
        <p:spPr>
          <a:xfrm>
            <a:off x="5072442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496"/>
          <p:cNvSpPr/>
          <p:nvPr/>
        </p:nvSpPr>
        <p:spPr>
          <a:xfrm>
            <a:off x="5174232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497"/>
          <p:cNvSpPr/>
          <p:nvPr/>
        </p:nvSpPr>
        <p:spPr>
          <a:xfrm>
            <a:off x="5286105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8-line498"/>
          <p:cNvSpPr/>
          <p:nvPr/>
        </p:nvSpPr>
        <p:spPr>
          <a:xfrm>
            <a:off x="5406835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8-line499"/>
          <p:cNvSpPr/>
          <p:nvPr/>
        </p:nvSpPr>
        <p:spPr>
          <a:xfrm>
            <a:off x="5535098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8-line500"/>
          <p:cNvSpPr/>
          <p:nvPr/>
        </p:nvSpPr>
        <p:spPr>
          <a:xfrm>
            <a:off x="5669490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501"/>
          <p:cNvSpPr/>
          <p:nvPr/>
        </p:nvSpPr>
        <p:spPr>
          <a:xfrm>
            <a:off x="5808539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ine502"/>
          <p:cNvSpPr/>
          <p:nvPr/>
        </p:nvSpPr>
        <p:spPr>
          <a:xfrm>
            <a:off x="5950720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8-label503"/>
          <p:cNvSpPr txBox="1"/>
          <p:nvPr/>
        </p:nvSpPr>
        <p:spPr>
          <a:xfrm>
            <a:off x="6377840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144" name="S08-label504"/>
          <p:cNvSpPr txBox="1"/>
          <p:nvPr/>
        </p:nvSpPr>
        <p:spPr>
          <a:xfrm>
            <a:off x="6786094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145" name="S08-label505"/>
          <p:cNvSpPr txBox="1"/>
          <p:nvPr/>
        </p:nvSpPr>
        <p:spPr>
          <a:xfrm>
            <a:off x="6935525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146" name="S08-label506"/>
          <p:cNvSpPr txBox="1"/>
          <p:nvPr/>
        </p:nvSpPr>
        <p:spPr>
          <a:xfrm>
            <a:off x="6786094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147" name="S08-label507"/>
          <p:cNvSpPr txBox="1"/>
          <p:nvPr/>
        </p:nvSpPr>
        <p:spPr>
          <a:xfrm>
            <a:off x="6377840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8" name="S08-label508"/>
          <p:cNvSpPr txBox="1"/>
          <p:nvPr/>
        </p:nvSpPr>
        <p:spPr>
          <a:xfrm>
            <a:off x="5820156" y="36702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149" name="S08-label509"/>
          <p:cNvSpPr txBox="1"/>
          <p:nvPr/>
        </p:nvSpPr>
        <p:spPr>
          <a:xfrm>
            <a:off x="5262472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150" name="S08-label510"/>
          <p:cNvSpPr txBox="1"/>
          <p:nvPr/>
        </p:nvSpPr>
        <p:spPr>
          <a:xfrm>
            <a:off x="4854218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151" name="S08-label511"/>
          <p:cNvSpPr txBox="1"/>
          <p:nvPr/>
        </p:nvSpPr>
        <p:spPr>
          <a:xfrm>
            <a:off x="4704787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152" name="S08-label512"/>
          <p:cNvSpPr txBox="1"/>
          <p:nvPr/>
        </p:nvSpPr>
        <p:spPr>
          <a:xfrm>
            <a:off x="4854218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153" name="S08-label513"/>
          <p:cNvSpPr txBox="1"/>
          <p:nvPr/>
        </p:nvSpPr>
        <p:spPr>
          <a:xfrm>
            <a:off x="5262472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154" name="S08-label514"/>
          <p:cNvSpPr txBox="1"/>
          <p:nvPr/>
        </p:nvSpPr>
        <p:spPr>
          <a:xfrm>
            <a:off x="5820156" y="14394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155" name="S08-line515"/>
          <p:cNvSpPr/>
          <p:nvPr/>
        </p:nvSpPr>
        <p:spPr>
          <a:xfrm flipH="1">
            <a:off x="5494426" y="2737739"/>
            <a:ext cx="600050" cy="1607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8-line516"/>
          <p:cNvSpPr/>
          <p:nvPr/>
        </p:nvSpPr>
        <p:spPr>
          <a:xfrm>
            <a:off x="6094476" y="2737739"/>
            <a:ext cx="0" cy="90359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8-pin517"/>
          <p:cNvSpPr/>
          <p:nvPr/>
        </p:nvSpPr>
        <p:spPr>
          <a:xfrm>
            <a:off x="6039612" y="26828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8-label518"/>
          <p:cNvSpPr txBox="1"/>
          <p:nvPr/>
        </p:nvSpPr>
        <p:spPr>
          <a:xfrm>
            <a:off x="4352544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학교 가기</a:t>
            </a:r>
            <a:endParaRPr lang="ko-KR" sz="2600" dirty="0"/>
          </a:p>
        </p:txBody>
      </p:sp>
      <p:sp>
        <p:nvSpPr>
          <p:cNvPr id="159" name="S08-figure519" descr="시계: 짧은바늘이 7과 8 사이, 긴바늘이 6를 가리킴(7시 30분)"/>
          <p:cNvSpPr/>
          <p:nvPr/>
        </p:nvSpPr>
        <p:spPr>
          <a:xfrm>
            <a:off x="8486521" y="1325880"/>
            <a:ext cx="2823718" cy="282371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8-line520"/>
          <p:cNvSpPr/>
          <p:nvPr/>
        </p:nvSpPr>
        <p:spPr>
          <a:xfrm>
            <a:off x="9898380" y="1362456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8-line521"/>
          <p:cNvSpPr/>
          <p:nvPr/>
        </p:nvSpPr>
        <p:spPr>
          <a:xfrm flipH="1">
            <a:off x="10034757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8-line522"/>
          <p:cNvSpPr/>
          <p:nvPr/>
        </p:nvSpPr>
        <p:spPr>
          <a:xfrm flipH="1">
            <a:off x="10169640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8-line523"/>
          <p:cNvSpPr/>
          <p:nvPr/>
        </p:nvSpPr>
        <p:spPr>
          <a:xfrm flipH="1">
            <a:off x="10301551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8-line524"/>
          <p:cNvSpPr/>
          <p:nvPr/>
        </p:nvSpPr>
        <p:spPr>
          <a:xfrm flipH="1">
            <a:off x="10429045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8-line525"/>
          <p:cNvSpPr/>
          <p:nvPr/>
        </p:nvSpPr>
        <p:spPr>
          <a:xfrm flipH="1">
            <a:off x="10508369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8-line526"/>
          <p:cNvSpPr/>
          <p:nvPr/>
        </p:nvSpPr>
        <p:spPr>
          <a:xfrm flipH="1">
            <a:off x="10665258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8-line527"/>
          <p:cNvSpPr/>
          <p:nvPr/>
        </p:nvSpPr>
        <p:spPr>
          <a:xfrm flipH="1">
            <a:off x="10771388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8-line528"/>
          <p:cNvSpPr/>
          <p:nvPr/>
        </p:nvSpPr>
        <p:spPr>
          <a:xfrm flipH="1">
            <a:off x="10867954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8-line529"/>
          <p:cNvSpPr/>
          <p:nvPr/>
        </p:nvSpPr>
        <p:spPr>
          <a:xfrm flipH="1">
            <a:off x="10953896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8-line530"/>
          <p:cNvSpPr/>
          <p:nvPr/>
        </p:nvSpPr>
        <p:spPr>
          <a:xfrm flipH="1">
            <a:off x="10954912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8-line531"/>
          <p:cNvSpPr/>
          <p:nvPr/>
        </p:nvSpPr>
        <p:spPr>
          <a:xfrm flipH="1">
            <a:off x="11090274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8-line532"/>
          <p:cNvSpPr/>
          <p:nvPr/>
        </p:nvSpPr>
        <p:spPr>
          <a:xfrm flipH="1">
            <a:off x="11139214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8-line533"/>
          <p:cNvSpPr/>
          <p:nvPr/>
        </p:nvSpPr>
        <p:spPr>
          <a:xfrm flipH="1">
            <a:off x="11174559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8-line534"/>
          <p:cNvSpPr/>
          <p:nvPr/>
        </p:nvSpPr>
        <p:spPr>
          <a:xfrm flipH="1">
            <a:off x="11195923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8-line535"/>
          <p:cNvSpPr/>
          <p:nvPr/>
        </p:nvSpPr>
        <p:spPr>
          <a:xfrm flipH="1">
            <a:off x="11118359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8-line536"/>
          <p:cNvSpPr/>
          <p:nvPr/>
        </p:nvSpPr>
        <p:spPr>
          <a:xfrm flipH="1" flipV="1">
            <a:off x="11195923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8-line537"/>
          <p:cNvSpPr/>
          <p:nvPr/>
        </p:nvSpPr>
        <p:spPr>
          <a:xfrm flipH="1" flipV="1">
            <a:off x="11174559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8-line538"/>
          <p:cNvSpPr/>
          <p:nvPr/>
        </p:nvSpPr>
        <p:spPr>
          <a:xfrm flipH="1" flipV="1">
            <a:off x="11139214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8-line539"/>
          <p:cNvSpPr/>
          <p:nvPr/>
        </p:nvSpPr>
        <p:spPr>
          <a:xfrm flipH="1" flipV="1">
            <a:off x="11090274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8-line540"/>
          <p:cNvSpPr/>
          <p:nvPr/>
        </p:nvSpPr>
        <p:spPr>
          <a:xfrm flipH="1" flipV="1">
            <a:off x="10954912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8-line541"/>
          <p:cNvSpPr/>
          <p:nvPr/>
        </p:nvSpPr>
        <p:spPr>
          <a:xfrm flipH="1" flipV="1">
            <a:off x="10953896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8-line542"/>
          <p:cNvSpPr/>
          <p:nvPr/>
        </p:nvSpPr>
        <p:spPr>
          <a:xfrm flipH="1" flipV="1">
            <a:off x="10867954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8-line543"/>
          <p:cNvSpPr/>
          <p:nvPr/>
        </p:nvSpPr>
        <p:spPr>
          <a:xfrm flipH="1" flipV="1">
            <a:off x="10771388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8-line544"/>
          <p:cNvSpPr/>
          <p:nvPr/>
        </p:nvSpPr>
        <p:spPr>
          <a:xfrm flipH="1" flipV="1">
            <a:off x="10665258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8-line545"/>
          <p:cNvSpPr/>
          <p:nvPr/>
        </p:nvSpPr>
        <p:spPr>
          <a:xfrm flipH="1" flipV="1">
            <a:off x="10508369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8-line546"/>
          <p:cNvSpPr/>
          <p:nvPr/>
        </p:nvSpPr>
        <p:spPr>
          <a:xfrm flipH="1" flipV="1">
            <a:off x="10429045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8-line547"/>
          <p:cNvSpPr/>
          <p:nvPr/>
        </p:nvSpPr>
        <p:spPr>
          <a:xfrm flipH="1" flipV="1">
            <a:off x="10301551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8-line548"/>
          <p:cNvSpPr/>
          <p:nvPr/>
        </p:nvSpPr>
        <p:spPr>
          <a:xfrm flipH="1" flipV="1">
            <a:off x="10169640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8-line549"/>
          <p:cNvSpPr/>
          <p:nvPr/>
        </p:nvSpPr>
        <p:spPr>
          <a:xfrm flipH="1" flipV="1">
            <a:off x="10034757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8-line550"/>
          <p:cNvSpPr/>
          <p:nvPr/>
        </p:nvSpPr>
        <p:spPr>
          <a:xfrm flipV="1">
            <a:off x="9898380" y="3957718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8-line551"/>
          <p:cNvSpPr/>
          <p:nvPr/>
        </p:nvSpPr>
        <p:spPr>
          <a:xfrm flipV="1">
            <a:off x="9754624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8-line552"/>
          <p:cNvSpPr/>
          <p:nvPr/>
        </p:nvSpPr>
        <p:spPr>
          <a:xfrm flipV="1">
            <a:off x="9612443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8-line553"/>
          <p:cNvSpPr/>
          <p:nvPr/>
        </p:nvSpPr>
        <p:spPr>
          <a:xfrm flipV="1">
            <a:off x="9473394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8-line554"/>
          <p:cNvSpPr/>
          <p:nvPr/>
        </p:nvSpPr>
        <p:spPr>
          <a:xfrm flipV="1">
            <a:off x="9339002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8-line555"/>
          <p:cNvSpPr/>
          <p:nvPr/>
        </p:nvSpPr>
        <p:spPr>
          <a:xfrm flipV="1">
            <a:off x="9210738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8-line556"/>
          <p:cNvSpPr/>
          <p:nvPr/>
        </p:nvSpPr>
        <p:spPr>
          <a:xfrm flipV="1">
            <a:off x="9090009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8-line557"/>
          <p:cNvSpPr/>
          <p:nvPr/>
        </p:nvSpPr>
        <p:spPr>
          <a:xfrm flipV="1">
            <a:off x="8978136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8-line558"/>
          <p:cNvSpPr/>
          <p:nvPr/>
        </p:nvSpPr>
        <p:spPr>
          <a:xfrm flipV="1">
            <a:off x="8876346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8-line559"/>
          <p:cNvSpPr/>
          <p:nvPr/>
        </p:nvSpPr>
        <p:spPr>
          <a:xfrm flipV="1">
            <a:off x="8785753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8-line560"/>
          <p:cNvSpPr/>
          <p:nvPr/>
        </p:nvSpPr>
        <p:spPr>
          <a:xfrm flipV="1">
            <a:off x="8707350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8-line561"/>
          <p:cNvSpPr/>
          <p:nvPr/>
        </p:nvSpPr>
        <p:spPr>
          <a:xfrm flipV="1">
            <a:off x="8641996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8-line562"/>
          <p:cNvSpPr/>
          <p:nvPr/>
        </p:nvSpPr>
        <p:spPr>
          <a:xfrm flipV="1">
            <a:off x="8590408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8-line563"/>
          <p:cNvSpPr/>
          <p:nvPr/>
        </p:nvSpPr>
        <p:spPr>
          <a:xfrm flipV="1">
            <a:off x="8553150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8-line564"/>
          <p:cNvSpPr/>
          <p:nvPr/>
        </p:nvSpPr>
        <p:spPr>
          <a:xfrm flipV="1">
            <a:off x="8530631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8-line565"/>
          <p:cNvSpPr/>
          <p:nvPr/>
        </p:nvSpPr>
        <p:spPr>
          <a:xfrm>
            <a:off x="8523097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8-line566"/>
          <p:cNvSpPr/>
          <p:nvPr/>
        </p:nvSpPr>
        <p:spPr>
          <a:xfrm>
            <a:off x="8530631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8-line567"/>
          <p:cNvSpPr/>
          <p:nvPr/>
        </p:nvSpPr>
        <p:spPr>
          <a:xfrm>
            <a:off x="8553150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8-line568"/>
          <p:cNvSpPr/>
          <p:nvPr/>
        </p:nvSpPr>
        <p:spPr>
          <a:xfrm>
            <a:off x="8590408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8-line569"/>
          <p:cNvSpPr/>
          <p:nvPr/>
        </p:nvSpPr>
        <p:spPr>
          <a:xfrm>
            <a:off x="8641996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8-line570"/>
          <p:cNvSpPr/>
          <p:nvPr/>
        </p:nvSpPr>
        <p:spPr>
          <a:xfrm>
            <a:off x="8707350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8-line571"/>
          <p:cNvSpPr/>
          <p:nvPr/>
        </p:nvSpPr>
        <p:spPr>
          <a:xfrm>
            <a:off x="8785753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8-line572"/>
          <p:cNvSpPr/>
          <p:nvPr/>
        </p:nvSpPr>
        <p:spPr>
          <a:xfrm>
            <a:off x="8876346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8-line573"/>
          <p:cNvSpPr/>
          <p:nvPr/>
        </p:nvSpPr>
        <p:spPr>
          <a:xfrm>
            <a:off x="8978136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8-line574"/>
          <p:cNvSpPr/>
          <p:nvPr/>
        </p:nvSpPr>
        <p:spPr>
          <a:xfrm>
            <a:off x="9090009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8-line575"/>
          <p:cNvSpPr/>
          <p:nvPr/>
        </p:nvSpPr>
        <p:spPr>
          <a:xfrm>
            <a:off x="9210738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8-line576"/>
          <p:cNvSpPr/>
          <p:nvPr/>
        </p:nvSpPr>
        <p:spPr>
          <a:xfrm>
            <a:off x="9339002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8-line577"/>
          <p:cNvSpPr/>
          <p:nvPr/>
        </p:nvSpPr>
        <p:spPr>
          <a:xfrm>
            <a:off x="9473394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8-line578"/>
          <p:cNvSpPr/>
          <p:nvPr/>
        </p:nvSpPr>
        <p:spPr>
          <a:xfrm>
            <a:off x="9612443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8-line579"/>
          <p:cNvSpPr/>
          <p:nvPr/>
        </p:nvSpPr>
        <p:spPr>
          <a:xfrm>
            <a:off x="9754624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8-label580"/>
          <p:cNvSpPr txBox="1"/>
          <p:nvPr/>
        </p:nvSpPr>
        <p:spPr>
          <a:xfrm>
            <a:off x="10181744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221" name="S08-label581"/>
          <p:cNvSpPr txBox="1"/>
          <p:nvPr/>
        </p:nvSpPr>
        <p:spPr>
          <a:xfrm>
            <a:off x="10589998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222" name="S08-label582"/>
          <p:cNvSpPr txBox="1"/>
          <p:nvPr/>
        </p:nvSpPr>
        <p:spPr>
          <a:xfrm>
            <a:off x="10739429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223" name="S08-label583"/>
          <p:cNvSpPr txBox="1"/>
          <p:nvPr/>
        </p:nvSpPr>
        <p:spPr>
          <a:xfrm>
            <a:off x="10589998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224" name="S08-label584"/>
          <p:cNvSpPr txBox="1"/>
          <p:nvPr/>
        </p:nvSpPr>
        <p:spPr>
          <a:xfrm>
            <a:off x="10181744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225" name="S08-label585"/>
          <p:cNvSpPr txBox="1"/>
          <p:nvPr/>
        </p:nvSpPr>
        <p:spPr>
          <a:xfrm>
            <a:off x="9624060" y="36702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226" name="S08-label586"/>
          <p:cNvSpPr txBox="1"/>
          <p:nvPr/>
        </p:nvSpPr>
        <p:spPr>
          <a:xfrm>
            <a:off x="9066376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227" name="S08-label587"/>
          <p:cNvSpPr txBox="1"/>
          <p:nvPr/>
        </p:nvSpPr>
        <p:spPr>
          <a:xfrm>
            <a:off x="8658122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228" name="S08-label588"/>
          <p:cNvSpPr txBox="1"/>
          <p:nvPr/>
        </p:nvSpPr>
        <p:spPr>
          <a:xfrm>
            <a:off x="8508691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229" name="S08-label589"/>
          <p:cNvSpPr txBox="1"/>
          <p:nvPr/>
        </p:nvSpPr>
        <p:spPr>
          <a:xfrm>
            <a:off x="8658122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230" name="S08-label590"/>
          <p:cNvSpPr txBox="1"/>
          <p:nvPr/>
        </p:nvSpPr>
        <p:spPr>
          <a:xfrm>
            <a:off x="9066376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231" name="S08-label591"/>
          <p:cNvSpPr txBox="1"/>
          <p:nvPr/>
        </p:nvSpPr>
        <p:spPr>
          <a:xfrm>
            <a:off x="9624060" y="14394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232" name="S08-line592"/>
          <p:cNvSpPr/>
          <p:nvPr/>
        </p:nvSpPr>
        <p:spPr>
          <a:xfrm flipH="1">
            <a:off x="9459113" y="2737739"/>
            <a:ext cx="439267" cy="43926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8-line593"/>
          <p:cNvSpPr/>
          <p:nvPr/>
        </p:nvSpPr>
        <p:spPr>
          <a:xfrm>
            <a:off x="9898380" y="2737739"/>
            <a:ext cx="0" cy="90359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8-pin594"/>
          <p:cNvSpPr/>
          <p:nvPr/>
        </p:nvSpPr>
        <p:spPr>
          <a:xfrm>
            <a:off x="9843516" y="26828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8-label595"/>
          <p:cNvSpPr txBox="1"/>
          <p:nvPr/>
        </p:nvSpPr>
        <p:spPr>
          <a:xfrm>
            <a:off x="8156448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일어나기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 그리기</a:t>
            </a:r>
            <a:endParaRPr lang="ko-KR" sz="4400" dirty="0"/>
          </a:p>
        </p:txBody>
      </p:sp>
      <p:sp>
        <p:nvSpPr>
          <p:cNvPr id="3" name="S09-card59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9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순서대로 그렸어요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아침·낮·저녁이 맞아요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먼저·나중에를 말했어요</a:t>
            </a:r>
            <a:endParaRPr lang="ko-KR" sz="3200" dirty="0"/>
          </a:p>
        </p:txBody>
      </p:sp>
      <p:sp>
        <p:nvSpPr>
          <p:cNvPr id="5" name="S09-stepno598"/>
          <p:cNvSpPr txBox="1"/>
          <p:nvPr/>
        </p:nvSpPr>
        <p:spPr>
          <a:xfrm>
            <a:off x="548640" y="22062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599"/>
          <p:cNvSpPr txBox="1"/>
          <p:nvPr/>
        </p:nvSpPr>
        <p:spPr>
          <a:xfrm>
            <a:off x="1325880" y="22062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일을 떠올려요.</a:t>
            </a:r>
            <a:endParaRPr lang="ko-KR" sz="3200" dirty="0"/>
          </a:p>
        </p:txBody>
      </p:sp>
      <p:sp>
        <p:nvSpPr>
          <p:cNvPr id="7" name="S09-stepno600"/>
          <p:cNvSpPr txBox="1"/>
          <p:nvPr/>
        </p:nvSpPr>
        <p:spPr>
          <a:xfrm>
            <a:off x="548640" y="2919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601"/>
          <p:cNvSpPr txBox="1"/>
          <p:nvPr/>
        </p:nvSpPr>
        <p:spPr>
          <a:xfrm>
            <a:off x="1325880" y="29194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가지를 골라요.</a:t>
            </a:r>
            <a:endParaRPr lang="ko-KR" sz="3200" dirty="0"/>
          </a:p>
        </p:txBody>
      </p:sp>
      <p:sp>
        <p:nvSpPr>
          <p:cNvPr id="9" name="S09-stepno602"/>
          <p:cNvSpPr txBox="1"/>
          <p:nvPr/>
        </p:nvSpPr>
        <p:spPr>
          <a:xfrm>
            <a:off x="548640" y="3632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603"/>
          <p:cNvSpPr txBox="1"/>
          <p:nvPr/>
        </p:nvSpPr>
        <p:spPr>
          <a:xfrm>
            <a:off x="1325880" y="3632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순서대로 그려요.</a:t>
            </a:r>
            <a:endParaRPr lang="ko-KR" sz="3200" dirty="0"/>
          </a:p>
        </p:txBody>
      </p:sp>
      <p:sp>
        <p:nvSpPr>
          <p:cNvPr id="11" name="S09-stepno604"/>
          <p:cNvSpPr txBox="1"/>
          <p:nvPr/>
        </p:nvSpPr>
        <p:spPr>
          <a:xfrm>
            <a:off x="548640" y="4391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605"/>
          <p:cNvSpPr txBox="1"/>
          <p:nvPr/>
        </p:nvSpPr>
        <p:spPr>
          <a:xfrm>
            <a:off x="1325880" y="434594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~, 그다음 ~” 하고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서아의 저녁</a:t>
            </a:r>
            <a:endParaRPr lang="ko-KR" sz="4400" dirty="0"/>
          </a:p>
        </p:txBody>
      </p:sp>
      <p:sp>
        <p:nvSpPr>
          <p:cNvPr id="3" name="S10-text6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순서대로 놓아 봐요.</a:t>
            </a:r>
            <a:endParaRPr lang="ko-KR" sz="3200" dirty="0"/>
          </a:p>
        </p:txBody>
      </p:sp>
      <p:sp>
        <p:nvSpPr>
          <p:cNvPr id="4" name="S10-card6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말하고, 어떻게 알았는지 말해요.</a:t>
            </a:r>
            <a:endParaRPr lang="ko-KR" sz="3200" dirty="0"/>
          </a:p>
        </p:txBody>
      </p:sp>
      <p:sp>
        <p:nvSpPr>
          <p:cNvPr id="6" name="S10-chip60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0-card610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611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그릇을 치워요.</a:t>
            </a:r>
            <a:endParaRPr lang="ko-KR" sz="3200" dirty="0"/>
          </a:p>
        </p:txBody>
      </p:sp>
      <p:sp>
        <p:nvSpPr>
          <p:cNvPr id="9" name="S10-chip61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0-card613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614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씻어요.</a:t>
            </a:r>
            <a:endParaRPr lang="ko-KR" sz="3200" dirty="0"/>
          </a:p>
        </p:txBody>
      </p:sp>
      <p:sp>
        <p:nvSpPr>
          <p:cNvPr id="12" name="S10-chip61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0-card616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0-cardtext617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자요.</a:t>
            </a:r>
            <a:endParaRPr lang="ko-KR" sz="3200" dirty="0"/>
          </a:p>
        </p:txBody>
      </p:sp>
      <p:sp>
        <p:nvSpPr>
          <p:cNvPr id="15" name="S10-chip61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10-card619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0-cardtext620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저녁밥을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62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2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하루의 일은 아침 → 낮 → 저녁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순서대로 말해요.</a:t>
            </a:r>
            <a:endParaRPr lang="ko-KR" sz="3200" dirty="0"/>
          </a:p>
        </p:txBody>
      </p:sp>
      <p:sp>
        <p:nvSpPr>
          <p:cNvPr id="5" name="S12-chip62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먼저·그다음·나중에</a:t>
            </a:r>
            <a:endParaRPr lang="ko-KR" sz="2600" dirty="0"/>
          </a:p>
        </p:txBody>
      </p:sp>
      <p:sp>
        <p:nvSpPr>
          <p:cNvPr id="6" name="S12-chip62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생각나는 대로 말하기</a:t>
            </a:r>
            <a:endParaRPr lang="ko-KR" sz="2600" dirty="0"/>
          </a:p>
        </p:txBody>
      </p:sp>
      <p:sp>
        <p:nvSpPr>
          <p:cNvPr id="7" name="S12-text62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62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해가 질 때는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아침? 저녁?</a:t>
            </a:r>
            <a:endParaRPr lang="ko-KR" sz="2600" dirty="0"/>
          </a:p>
        </p:txBody>
      </p:sp>
      <p:sp>
        <p:nvSpPr>
          <p:cNvPr id="9" name="S12-text62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일어나기와 잠자기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먼저는?</a:t>
            </a:r>
            <a:endParaRPr lang="ko-KR" sz="2600" dirty="0"/>
          </a:p>
        </p:txBody>
      </p:sp>
      <p:sp>
        <p:nvSpPr>
          <p:cNvPr id="10" name="S12-text62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긴바늘 6, 짧은바늘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7과 8 사이는?</a:t>
            </a:r>
            <a:endParaRPr lang="ko-KR" sz="2600" dirty="0"/>
          </a:p>
        </p:txBody>
      </p:sp>
      <p:sp>
        <p:nvSpPr>
          <p:cNvPr id="11" name="S12-text62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나는 소중해요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먼저와 나중</a:t>
            </a:r>
            <a:endParaRPr lang="ko-KR" sz="4400" dirty="0"/>
          </a:p>
        </p:txBody>
      </p:sp>
      <p:sp>
        <p:nvSpPr>
          <p:cNvPr id="3" name="S13-text6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닦는 순서를 말해요.</a:t>
            </a:r>
            <a:endParaRPr lang="ko-KR" sz="3200" dirty="0"/>
          </a:p>
        </p:txBody>
      </p:sp>
      <p:sp>
        <p:nvSpPr>
          <p:cNvPr id="4" name="S13-card6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6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→ 그다음 → 나중에</a:t>
            </a:r>
            <a:endParaRPr lang="ko-KR" sz="3200" dirty="0"/>
          </a:p>
        </p:txBody>
      </p:sp>
      <p:sp>
        <p:nvSpPr>
          <p:cNvPr id="6" name="S13-stepno633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3-text634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칫솔에 치약을 짜요.</a:t>
            </a:r>
            <a:endParaRPr lang="ko-KR" sz="3200" dirty="0"/>
          </a:p>
        </p:txBody>
      </p:sp>
      <p:sp>
        <p:nvSpPr>
          <p:cNvPr id="8" name="S13-stepno635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3-text636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닦아요.</a:t>
            </a:r>
            <a:endParaRPr lang="ko-KR" sz="3200" dirty="0"/>
          </a:p>
        </p:txBody>
      </p:sp>
      <p:sp>
        <p:nvSpPr>
          <p:cNvPr id="10" name="S13-stepno637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3-text638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입을 헹궈요.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나의 하루</dc:title>
  <dc:subject>KR22-G01-SOC-MYDAY-L01</dc:subject>
  <dc:creator>education-ppt</dc:creator>
  <cp:lastModifiedBy>education-ppt</cp:lastModifiedBy>
  <cp:revision>1</cp:revision>
  <dcterms:created xsi:type="dcterms:W3CDTF">2026-10-26T13:07:13Z</dcterms:created>
  <dcterms:modified xsi:type="dcterms:W3CDTF">2026-10-26T13:07:13Z</dcterms:modified>
</cp:coreProperties>
</file>