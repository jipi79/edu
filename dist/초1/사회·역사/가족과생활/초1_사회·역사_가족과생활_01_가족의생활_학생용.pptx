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6fc65de-ec37-283b-3a86-a5b57f25237a}">
          <p14:sldIdLst>
            <p14:sldId id="256"/>
            <p14:sldId id="257"/>
          </p14:sldIdLst>
        </p14:section>
        <p14:section name="개념" id="{939cf4b0-8a5d-e33f-bbe1-67b5efb1f5b4}">
          <p14:sldIdLst>
            <p14:sldId id="258"/>
            <p14:sldId id="259"/>
            <p14:sldId id="261"/>
            <p14:sldId id="262"/>
          </p14:sldIdLst>
        </p14:section>
        <p14:section name="연습" id="{29c7d784-bf79-3a6c-0434-b09a189df051}">
          <p14:sldIdLst>
            <p14:sldId id="260"/>
            <p14:sldId id="263"/>
            <p14:sldId id="264"/>
          </p14:sldIdLst>
        </p14:section>
        <p14:section name="개념" id="{ae2ef911-9813-2aa1-222a-714e4a4cf59a}">
          <p14:sldIdLst/>
        </p14:section>
        <p14:section name="연습" id="{f7e153da-245c-ce1d-d8f0-0a73fd674808}">
          <p14:sldIdLst/>
        </p14:section>
        <p14:section name="확인" id="{9c4fa4a2-a39f-c7bc-8a27-4969f753e849}">
          <p14:sldIdLst>
            <p14:sldId id="265"/>
            <p14:sldId id="266"/>
            <p14:sldId id="267"/>
          </p14:sldIdLst>
        </p14:section>
        <p14:section name="정리" id="{d8d54ece-d5fb-52da-b647-a920f2f5ee67}">
          <p14:sldIdLst>
            <p14:sldId id="268"/>
          </p14:sldIdLst>
        </p14:section>
        <p14:section name="보충" id="{b30c56a8-99a7-8def-fce8-77daa80cf873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사회·역사 · 가족과생활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사회·역사 · 가족의 생활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사회·역사 · 가족의 생활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사회·역사 · 가족의 생활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가족의 생활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가족은 함께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할까?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가족이 함께 하는 일과 돕는 모습을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내가 도울 수 있는 일을 정해요.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하는 일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하는 일일까요?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 먹기 전에 하는 일은?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 먹은 뒤에 하는 일은?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빨래가 마른 뒤에 하는 일은?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 가족</a:t>
            </a:r>
            <a:endParaRPr lang="ko-KR" sz="44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가족의 모습은 여러 가지예요.</a:t>
            </a:r>
            <a:endParaRPr lang="ko-KR" sz="32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모습은 달라도 서로 아끼고 돕는 가족이에요.</a:t>
            </a:r>
            <a:endParaRPr lang="ko-KR" sz="3200" dirty="0"/>
          </a:p>
        </p:txBody>
      </p:sp>
      <p:sp>
        <p:nvSpPr>
          <p:cNvPr id="6" name="S03-card13"/>
          <p:cNvSpPr/>
          <p:nvPr/>
        </p:nvSpPr>
        <p:spPr>
          <a:xfrm>
            <a:off x="548640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도윤이네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엄마, 아빠, 도윤, 동생</a:t>
            </a:r>
            <a:endParaRPr lang="ko-KR" sz="3200" dirty="0"/>
          </a:p>
        </p:txBody>
      </p:sp>
      <p:sp>
        <p:nvSpPr>
          <p:cNvPr id="8" name="S03-card15"/>
          <p:cNvSpPr/>
          <p:nvPr/>
        </p:nvSpPr>
        <p:spPr>
          <a:xfrm>
            <a:off x="6208776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6483096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하람이네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할머니, 하람</a:t>
            </a:r>
            <a:endParaRPr lang="ko-KR" sz="3200" dirty="0"/>
          </a:p>
        </p:txBody>
      </p:sp>
      <p:sp>
        <p:nvSpPr>
          <p:cNvPr id="10" name="S03-card17"/>
          <p:cNvSpPr/>
          <p:nvPr/>
        </p:nvSpPr>
        <p:spPr>
          <a:xfrm>
            <a:off x="548640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22960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서진이네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아빠, 서진</a:t>
            </a:r>
            <a:endParaRPr lang="ko-KR" sz="3200" dirty="0"/>
          </a:p>
        </p:txBody>
      </p:sp>
      <p:sp>
        <p:nvSpPr>
          <p:cNvPr id="12" name="S03-card19"/>
          <p:cNvSpPr/>
          <p:nvPr/>
        </p:nvSpPr>
        <p:spPr>
          <a:xfrm>
            <a:off x="6208776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3-cardtext20"/>
          <p:cNvSpPr txBox="1"/>
          <p:nvPr/>
        </p:nvSpPr>
        <p:spPr>
          <a:xfrm>
            <a:off x="6483096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유나네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엄마, 할아버지, 유나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서진이네 저녁</a:t>
            </a:r>
            <a:endParaRPr lang="ko-KR" sz="4400" dirty="0"/>
          </a:p>
        </p:txBody>
      </p:sp>
      <p:sp>
        <p:nvSpPr>
          <p:cNvPr id="3" name="S04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서진이네가 함께 한 일은 무엇일까요?</a:t>
            </a:r>
            <a:endParaRPr lang="ko-KR" sz="3200" dirty="0"/>
          </a:p>
        </p:txBody>
      </p:sp>
      <p:sp>
        <p:nvSpPr>
          <p:cNvPr id="5" name="S04-passagebox23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24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서진이와 아빠는 함께 장을 봐요.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아빠가 국을 끓이는 동안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서진이는 수저를 놓아요.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밥을 먹으며 오늘 있었던 일을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하람이네 주말</a:t>
            </a:r>
            <a:endParaRPr lang="ko-KR" sz="4400" dirty="0"/>
          </a:p>
        </p:txBody>
      </p:sp>
      <p:sp>
        <p:nvSpPr>
          <p:cNvPr id="3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함께 한 일은?  ② 서로 도운 모습은?</a:t>
            </a:r>
            <a:endParaRPr lang="ko-KR" sz="3200" dirty="0"/>
          </a:p>
        </p:txBody>
      </p:sp>
      <p:sp>
        <p:nvSpPr>
          <p:cNvPr id="5" name="S05-passagebox2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하람이는 할머니와 공원을 걸어요.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할머니가 마른 빨래를 걷고,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하람이는 양말을 짝 맞춰 개요.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할머니가 피곤하다고 하시자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하람이가 어깨를 주물러 드려요.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집안일은 누가 할까요?</a:t>
            </a:r>
            <a:endParaRPr lang="ko-KR" sz="4400" dirty="0"/>
          </a:p>
        </p:txBody>
      </p:sp>
      <p:sp>
        <p:nvSpPr>
          <p:cNvPr id="3" name="S06-card2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집안일이 많은 날이에요.</a:t>
            </a:r>
            <a:endParaRPr lang="ko-KR" sz="3200" dirty="0"/>
          </a:p>
        </p:txBody>
      </p:sp>
      <p:sp>
        <p:nvSpPr>
          <p:cNvPr id="5" name="S06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좋을까요? 왜요?</a:t>
            </a:r>
            <a:endParaRPr lang="ko-KR" sz="3200" dirty="0"/>
          </a:p>
        </p:txBody>
      </p:sp>
      <p:sp>
        <p:nvSpPr>
          <p:cNvPr id="7" name="S06-chip3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6-text3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해요.</a:t>
            </a:r>
            <a:endParaRPr lang="ko-KR" sz="3200" dirty="0"/>
          </a:p>
        </p:txBody>
      </p:sp>
      <p:sp>
        <p:nvSpPr>
          <p:cNvPr id="9" name="S06-chip3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6-text3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나누어 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할 수 있는 일</a:t>
            </a:r>
            <a:endParaRPr lang="ko-KR" sz="4400" dirty="0"/>
          </a:p>
        </p:txBody>
      </p:sp>
      <p:sp>
        <p:nvSpPr>
          <p:cNvPr id="3" name="S07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칼·불·뜨거운 것은 어른과 함께해요.</a:t>
            </a:r>
            <a:endParaRPr lang="ko-KR" sz="3200" dirty="0"/>
          </a:p>
        </p:txBody>
      </p:sp>
      <p:sp>
        <p:nvSpPr>
          <p:cNvPr id="5" name="S07-card39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40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할 수 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수저 놓기, 신발 정리,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빨래 개기</a:t>
            </a:r>
            <a:endParaRPr lang="ko-KR" sz="3200" dirty="0"/>
          </a:p>
        </p:txBody>
      </p:sp>
      <p:sp>
        <p:nvSpPr>
          <p:cNvPr id="7" name="S07-card41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42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어른과 함께해요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칼 쓰기, 불 쓰기,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뜨거운 것 나르기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혼자? 함께?</a:t>
            </a:r>
            <a:endParaRPr lang="ko-KR" sz="4400" dirty="0"/>
          </a:p>
        </p:txBody>
      </p:sp>
      <p:sp>
        <p:nvSpPr>
          <p:cNvPr id="3" name="S08-text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할까요, 어른과 함께할까요?</a:t>
            </a:r>
            <a:endParaRPr lang="ko-KR" sz="3200" dirty="0"/>
          </a:p>
        </p:txBody>
      </p:sp>
      <p:sp>
        <p:nvSpPr>
          <p:cNvPr id="4" name="S08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칼·불·뜨거운 것은 어른과 함께해요.</a:t>
            </a:r>
            <a:endParaRPr lang="ko-KR" sz="3200" dirty="0"/>
          </a:p>
        </p:txBody>
      </p:sp>
      <p:sp>
        <p:nvSpPr>
          <p:cNvPr id="6" name="S08-chip4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8-text4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장난감 정리하기</a:t>
            </a:r>
            <a:endParaRPr lang="ko-KR" sz="3200" dirty="0"/>
          </a:p>
        </p:txBody>
      </p:sp>
      <p:sp>
        <p:nvSpPr>
          <p:cNvPr id="8" name="S08-chip4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8-text4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칼로 과일 자르기</a:t>
            </a:r>
            <a:endParaRPr lang="ko-KR" sz="3200" dirty="0"/>
          </a:p>
        </p:txBody>
      </p:sp>
      <p:sp>
        <p:nvSpPr>
          <p:cNvPr id="10" name="S08-chip5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8-text51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화분에 물 주기</a:t>
            </a:r>
            <a:endParaRPr lang="ko-KR" sz="3200" dirty="0"/>
          </a:p>
        </p:txBody>
      </p:sp>
      <p:sp>
        <p:nvSpPr>
          <p:cNvPr id="12" name="S08-chip52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8-text53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뜨거운 국 나르기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도울까요?</a:t>
            </a:r>
            <a:endParaRPr lang="ko-KR" sz="4400" dirty="0"/>
          </a:p>
        </p:txBody>
      </p:sp>
      <p:sp>
        <p:nvSpPr>
          <p:cNvPr id="3" name="S09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가족이 감기에 걸려 누워 있어요.</a:t>
            </a:r>
            <a:endParaRPr lang="ko-KR" sz="3200" dirty="0"/>
          </a:p>
        </p:txBody>
      </p:sp>
      <p:sp>
        <p:nvSpPr>
          <p:cNvPr id="4" name="S09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말해요.</a:t>
            </a:r>
            <a:endParaRPr lang="ko-KR" sz="3200" dirty="0"/>
          </a:p>
        </p:txBody>
      </p:sp>
      <p:sp>
        <p:nvSpPr>
          <p:cNvPr id="6" name="S09-chip57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9-card58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9-cardtext59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옆에서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크게 노래해요.</a:t>
            </a:r>
            <a:endParaRPr lang="ko-KR" sz="3200" dirty="0"/>
          </a:p>
        </p:txBody>
      </p:sp>
      <p:sp>
        <p:nvSpPr>
          <p:cNvPr id="9" name="S09-chip60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9-card61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9-cardtext62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조용히 놀고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갖다 드려요.</a:t>
            </a:r>
            <a:endParaRPr lang="ko-KR" sz="3200" dirty="0"/>
          </a:p>
        </p:txBody>
      </p:sp>
      <p:sp>
        <p:nvSpPr>
          <p:cNvPr id="12" name="S09-chip6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9-card64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9-cardtext65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모른 척해요.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도윤이네 아침</a:t>
            </a:r>
            <a:endParaRPr lang="ko-KR" sz="4400" dirty="0"/>
          </a:p>
        </p:txBody>
      </p:sp>
      <p:sp>
        <p:nvSpPr>
          <p:cNvPr id="3" name="S10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서로 도운 모습 두 가지는?  ② 도윤이가 한 일은?</a:t>
            </a:r>
            <a:endParaRPr lang="ko-KR" sz="3200" dirty="0"/>
          </a:p>
        </p:txBody>
      </p:sp>
      <p:sp>
        <p:nvSpPr>
          <p:cNvPr id="5" name="S10-passagebox68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69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아빠가 아침밥을 차려요.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엄마는 동생이 옷 입는 것을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도와줘요.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도윤이는 식탁을 닦고,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동생은 컵을 놓아요.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할까요, 어른과 함께할까요?</a:t>
            </a:r>
            <a:endParaRPr lang="ko-KR" sz="3200" dirty="0"/>
          </a:p>
        </p:txBody>
      </p:sp>
      <p:sp>
        <p:nvSpPr>
          <p:cNvPr id="4" name="S11-card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1-cardtext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까닭도 말해요.</a:t>
            </a:r>
            <a:endParaRPr lang="ko-KR" sz="3200" dirty="0"/>
          </a:p>
        </p:txBody>
      </p:sp>
      <p:sp>
        <p:nvSpPr>
          <p:cNvPr id="6" name="S11-chip7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1-text74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 정리하기</a:t>
            </a:r>
            <a:endParaRPr lang="ko-KR" sz="3200" dirty="0"/>
          </a:p>
        </p:txBody>
      </p:sp>
      <p:sp>
        <p:nvSpPr>
          <p:cNvPr id="8" name="S11-chip7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1-text76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가스레인지로 달걀 굽기</a:t>
            </a:r>
            <a:endParaRPr lang="ko-KR" sz="3200" dirty="0"/>
          </a:p>
        </p:txBody>
      </p:sp>
      <p:sp>
        <p:nvSpPr>
          <p:cNvPr id="10" name="S11-chip7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1-text78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 본 과일을 냉장고에 넣기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돕기 약속</a:t>
            </a:r>
            <a:endParaRPr lang="ko-KR" sz="4400" dirty="0"/>
          </a:p>
        </p:txBody>
      </p:sp>
      <p:sp>
        <p:nvSpPr>
          <p:cNvPr id="3" name="S13-card79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80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혼자 할 수 있는 일이에요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언제 할지 정했어요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까닭을 말했어요</a:t>
            </a:r>
            <a:endParaRPr lang="ko-KR" sz="3200" dirty="0"/>
          </a:p>
        </p:txBody>
      </p:sp>
      <p:sp>
        <p:nvSpPr>
          <p:cNvPr id="5" name="S13-stepno81"/>
          <p:cNvSpPr txBox="1"/>
          <p:nvPr/>
        </p:nvSpPr>
        <p:spPr>
          <a:xfrm>
            <a:off x="548640" y="2608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13-text82"/>
          <p:cNvSpPr txBox="1"/>
          <p:nvPr/>
        </p:nvSpPr>
        <p:spPr>
          <a:xfrm>
            <a:off x="1325880" y="2562860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할 수 있는 일을 골라요.</a:t>
            </a:r>
            <a:endParaRPr lang="ko-KR" sz="3200" dirty="0"/>
          </a:p>
        </p:txBody>
      </p:sp>
      <p:sp>
        <p:nvSpPr>
          <p:cNvPr id="7" name="S13-stepno83"/>
          <p:cNvSpPr txBox="1"/>
          <p:nvPr/>
        </p:nvSpPr>
        <p:spPr>
          <a:xfrm>
            <a:off x="548640" y="37190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13-text84"/>
          <p:cNvSpPr txBox="1"/>
          <p:nvPr/>
        </p:nvSpPr>
        <p:spPr>
          <a:xfrm>
            <a:off x="1325880" y="371906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할지 정해요.</a:t>
            </a:r>
            <a:endParaRPr lang="ko-KR" sz="3200" dirty="0"/>
          </a:p>
        </p:txBody>
      </p:sp>
      <p:sp>
        <p:nvSpPr>
          <p:cNvPr id="9" name="S13-stepno85"/>
          <p:cNvSpPr txBox="1"/>
          <p:nvPr/>
        </p:nvSpPr>
        <p:spPr>
          <a:xfrm>
            <a:off x="548640" y="44323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13-text86"/>
          <p:cNvSpPr txBox="1"/>
          <p:nvPr/>
        </p:nvSpPr>
        <p:spPr>
          <a:xfrm>
            <a:off x="1325880" y="443230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일주일 동안 하고 ○ 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87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88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가족은 함께 생활하며 서로 도와요.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집안일은 누구나 나누어 할 수 있어요.</a:t>
            </a:r>
            <a:endParaRPr lang="ko-KR" sz="3200" dirty="0"/>
          </a:p>
        </p:txBody>
      </p:sp>
      <p:sp>
        <p:nvSpPr>
          <p:cNvPr id="5" name="S14-chip89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할 수 있는 일 돕기</a:t>
            </a:r>
            <a:endParaRPr lang="ko-KR" sz="2600" dirty="0"/>
          </a:p>
        </p:txBody>
      </p:sp>
      <p:sp>
        <p:nvSpPr>
          <p:cNvPr id="6" name="S14-chip90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한 사람에게 다 맡기기</a:t>
            </a:r>
            <a:endParaRPr lang="ko-KR" sz="2600" dirty="0"/>
          </a:p>
        </p:txBody>
      </p:sp>
      <p:sp>
        <p:nvSpPr>
          <p:cNvPr id="7" name="S14-text91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92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가족이 함께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 하나는?</a:t>
            </a:r>
            <a:endParaRPr lang="ko-KR" sz="2600" dirty="0"/>
          </a:p>
        </p:txBody>
      </p:sp>
      <p:sp>
        <p:nvSpPr>
          <p:cNvPr id="9" name="S14-text93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집안일은 누가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수 있나요?</a:t>
            </a:r>
            <a:endParaRPr lang="ko-KR" sz="2600" dirty="0"/>
          </a:p>
        </p:txBody>
      </p:sp>
      <p:sp>
        <p:nvSpPr>
          <p:cNvPr id="10" name="S14-text94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칼과 불은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누구와 함께?</a:t>
            </a:r>
            <a:endParaRPr lang="ko-KR" sz="2600" dirty="0"/>
          </a:p>
        </p:txBody>
      </p:sp>
      <p:sp>
        <p:nvSpPr>
          <p:cNvPr id="11" name="S14-text9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나의 하루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밥 먹을 때</a:t>
            </a:r>
            <a:endParaRPr lang="ko-KR" sz="4400" dirty="0"/>
          </a:p>
        </p:txBody>
      </p:sp>
      <p:sp>
        <p:nvSpPr>
          <p:cNvPr id="3" name="S15-text9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 먹을 때 하는 일을 순서대로 말해요.</a:t>
            </a:r>
            <a:endParaRPr lang="ko-KR" sz="3200" dirty="0"/>
          </a:p>
        </p:txBody>
      </p:sp>
      <p:sp>
        <p:nvSpPr>
          <p:cNvPr id="4" name="S15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가운데 내가 할 수 있는 일은?</a:t>
            </a:r>
            <a:endParaRPr lang="ko-KR" sz="3200" dirty="0"/>
          </a:p>
        </p:txBody>
      </p:sp>
      <p:sp>
        <p:nvSpPr>
          <p:cNvPr id="6" name="S15-stepno99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5-text100"/>
          <p:cNvSpPr txBox="1"/>
          <p:nvPr/>
        </p:nvSpPr>
        <p:spPr>
          <a:xfrm>
            <a:off x="1325880" y="22219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씻어요.</a:t>
            </a:r>
            <a:endParaRPr lang="ko-KR" sz="3200" dirty="0"/>
          </a:p>
        </p:txBody>
      </p:sp>
      <p:sp>
        <p:nvSpPr>
          <p:cNvPr id="8" name="S15-stepno101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5-text102"/>
          <p:cNvSpPr txBox="1"/>
          <p:nvPr/>
        </p:nvSpPr>
        <p:spPr>
          <a:xfrm>
            <a:off x="1325880" y="29352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수저를 놓아요.</a:t>
            </a:r>
            <a:endParaRPr lang="ko-KR" sz="3200" dirty="0"/>
          </a:p>
        </p:txBody>
      </p:sp>
      <p:sp>
        <p:nvSpPr>
          <p:cNvPr id="10" name="S15-stepno103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5-text104"/>
          <p:cNvSpPr txBox="1"/>
          <p:nvPr/>
        </p:nvSpPr>
        <p:spPr>
          <a:xfrm>
            <a:off x="1325880" y="36484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밥을 먹어요.</a:t>
            </a:r>
            <a:endParaRPr lang="ko-KR" sz="3200" dirty="0"/>
          </a:p>
        </p:txBody>
      </p:sp>
      <p:sp>
        <p:nvSpPr>
          <p:cNvPr id="12" name="S15-stepno105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15-text106"/>
          <p:cNvSpPr txBox="1"/>
          <p:nvPr/>
        </p:nvSpPr>
        <p:spPr>
          <a:xfrm>
            <a:off x="1325880" y="43616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그릇을 치워요.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사회·역사 가족의 생활</dc:title>
  <dc:subject>KR22-G01-SOC-FAMILY-L01</dc:subject>
  <dc:creator>education-ppt</dc:creator>
  <cp:lastModifiedBy>education-ppt</cp:lastModifiedBy>
  <cp:revision>1</cp:revision>
  <dcterms:created xsi:type="dcterms:W3CDTF">2026-10-26T13:07:11Z</dcterms:created>
  <dcterms:modified xsi:type="dcterms:W3CDTF">2026-10-26T13:07:11Z</dcterms:modified>
</cp:coreProperties>
</file>