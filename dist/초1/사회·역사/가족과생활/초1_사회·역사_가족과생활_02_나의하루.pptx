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d0b5e28-225a-826e-329d-51fba949a2bf}">
          <p14:sldIdLst>
            <p14:sldId id="256"/>
            <p14:sldId id="257"/>
          </p14:sldIdLst>
        </p14:section>
        <p14:section name="개념" id="{87c934e7-93af-9ef5-3e57-f90f66732bfc}">
          <p14:sldIdLst>
            <p14:sldId id="258"/>
            <p14:sldId id="259"/>
            <p14:sldId id="260"/>
          </p14:sldIdLst>
        </p14:section>
        <p14:section name="연습" id="{aa1221ca-76fc-bddc-54a2-141fc69689ef}">
          <p14:sldIdLst>
            <p14:sldId id="261"/>
            <p14:sldId id="262"/>
            <p14:sldId id="263"/>
          </p14:sldIdLst>
        </p14:section>
        <p14:section name="확인" id="{012b54cf-2f64-9322-49fd-c29f61a3bfa0}">
          <p14:sldIdLst>
            <p14:sldId id="264"/>
            <p14:sldId id="265"/>
            <p14:sldId id="266"/>
          </p14:sldIdLst>
        </p14:section>
        <p14:section name="정리" id="{1d2f7378-5c89-59a4-5b21-10c34ab4ca7c}">
          <p14:sldIdLst>
            <p14:sldId id="267"/>
          </p14:sldIdLst>
        </p14:section>
        <p14:section name="보충" id="{b209f34c-f7e8-80d5-c948-a4fb0dde65f9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아이의 하루를 떠올리게 합니다.
시간: 약 2분
이렇게 말해 보세요
- “오늘 아침에 일어나서 제일 먼저 무엇을 했어? 그다음에는?”
- “오늘은 하루에 하는 일을 순서대로 말하는 방법을 배우고, 너의 하루를 그림으로 그려 볼 거야.”
예상 답
- “세수했어요.” “밥 먹었어요.” “몰라요.”
막히면
- “일어나서 화장실에 갔어? 옷을 입었어?”처럼 하나씩 물어 줍니다.
주의
- 화면의 시계는 7시입니다. 시계 읽기는 S05에서 다루니 지금은 읽지 않아도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확인(일의 앞뒤)]
목적: 앞 차시 ‘가족의 생활’에서 이야기한 집에서 하는 일을 떠올리며, 두 가지 일의 앞뒤를 말할 수 있는지 확인합니다.
시간: 약 3분
이렇게 말해 보세요
- “손 씻기와 밥 먹기 가운데 무엇을 먼저 해? 왜?”
- “②와 ③도 먼저 하는 일을 말해 볼래?”
정답
- ① 손 씻기(깨끗한 손으로 먹어야 하니까) ② 잠옷 입기 ③ 일어나기
막히면
- 직접 몸으로 해 보게 합니다. “잠자는 척을 먼저 하고 잠옷을 입을 수 있을까?”
- 세 가지 가운데 두 가지 이상 어려우면 S13(보충)을 먼저 합니다.
주의
- 까닭을 말하지 못해도 순서가 맞으면 맞습니다. 까닭은 S06부터 함께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아침·낮·저녁과 해의 모습]
목적: 하루를 아침·낮·저녁으로 나누고 해의 모습과 연결합니다(목표 A, 오해 M2).
시간: 약 3분
이렇게 말해 보세요
- “아침에는 해가 떠. 낮에는 해가 하늘 높이 있고, 저녁에는 해가 져서 어두워져.”
- “지금은 아침, 낮, 저녁 가운데 언제일까? 창밖을 볼까?”
- “아침에는 보통 무엇을 해? 저녁에는?”
예상 답
- “지금은 낮이에요.”
- “아침에는 일어나서 밥 먹어요.” “저녁에는 씻고 자요.”
막히면
- 오늘 하루 가운데 한 장면(아침밥, 점심, 저녁밥)을 하나씩 짚으며 “그때 해는 어디에 있었어?”라고 묻습니다.
주의
- 잠자는 때를 ‘밤’이라고 말해도 맞습니다. 오늘은 아침·낮·저녁 세 가지로 나누고, 밤은 저녁에 이어지는 때로 함께 말해도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하루를 순서대로 말하기(시범)]
목적: ‘먼저–그다음–나중에’를 써서 하루를 순서대로 말하는 모습을 부모가 보여 줍니다(목표 A).
시간: 약 4분
이렇게 말해 보세요
- “엄마(아빠)가 민서의 하루를 말해 볼게. 먼저 일어나요. 그다음 아침밥을 먹어요. 그다음 학교에 가요.”
- “이어서 말해 볼래? 그다음에는? 나중에는?”
- “학교와 놀이터는 아침, 낮, 저녁 가운데 언제일까?”
예상 답
- “그다음 놀이터에서 놀아요. 그다음 저녁밥을 먹어요. 나중에 잠을 자요.”
- “학교는 아침부터 낮까지요. 놀이터는 낮이요.”
막히면
- 화살표를 손가락으로 따라가며 한 칸씩 함께 말합니다.
주의
- ‘그다음’을 여러 번 써도 괜찮습니다. 처음과 끝에 ‘먼저’, ‘나중에’를 쓰는 것만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시각으로 순서 알기(몇 시, 몇 시 30분)]
목적: 하루의 일에 시각(몇 시, 몇 시 30분)을 붙여 말하면 순서를 더 정확히 알 수 있다는 것을 보여 줍니다(목표 B, 오해 M3).
시간: 약 3분
이렇게 말해 보세요
- “민서는 아침에 7시에 일어났어. 긴바늘이 12를 가리키면 ‘몇 시’야.”
- “가운데 시계는 긴바늘이 6이야. 짧은바늘은 7과 8 사이에 있지? 그래서 7시 30분이야.”
- “세 가지 가운데 가장 먼저 한 일은 무엇이야? 어떻게 알았어?”
예상 답
- “일어나기요. 7시라서요.”
- “7시, 7시 30분, 8시 30분 순서예요.”
막히면
- 집에 있는 바늘 시계를 직접 돌려 보며 7시에서 긴바늘이 반 바퀴 돌면 7시 30분이 된다는 것을 보여 줍니다.
- 시계 읽기를 아직 배우지 않았으면 그림 아래 글(일어나기, 아침밥, 학교 가기)로 순서만 말해도 됩니다.
주의
- 이 장의 시각은 모두 아침입니다. 저녁의 9시처럼 수가 작아도 나중인 때가 있으니, 하루 전체를 말할 때는 ‘아침 7시’, ‘저녁 9시’처럼 아침·저녁을 붙여 말하게 합니다(오전·오후는 2학년에서 배웁니다).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카드를 순서대로 놓기]
목적: 섞여 있는 하루의 일을 순서대로 놓고 ‘먼저–그다음–나중에’로 말합니다(목표 A, 오해 M1).
시간: 약 3분
이렇게 말해 보세요
- “가, 나, 다, 라를 준호가 한 순서대로 놓아 볼래? 가장 먼저 한 일은 무엇일까?”
- “이제 ‘먼저 ~, 그다음 ~, 나중에 ~’로 말해 줘.”
정답
- 나 → 다 → 가 → 라
- “먼저 일어나요. 그다음 학교에서 공부해요. 그다음 저녁밥을 먹어요. 나중에 잠을 자요.”
막히면
- 종이 카드 4장에 문장을 써서 아이가 손으로 옮겨 놓게 합니다. 하나씩 “이것을 하기 전에 무엇을 했을까?”라고 묻습니다.
주의
- 가·나·다·라는 순서가 아니라 이름표라는 것을 먼저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비교(생각나는 대로 말하기)]
목적: 생각나는 순서와 일어난 순서를 비교해, 하루는 일어난 차례로 말해야 듣는 사람이 알 수 있다는 것을 알게 합니다(목표 A, 오해 M1).
시간: 약 2분
이렇게 말해 보세요
- “가는 놀이터 이야기부터 했어. 정말 놀이터에서 논 다음에 일어났을까?”
- “나처럼 말하면 무엇이 좋을까?”
정답
- 나. 일어나기 → 학교 가기 → 놀이터가 실제로 일어난 순서입니다. 가는 좋아하는 일(놀이터)부터 생각나는 대로 말했습니다.
막히면
- 가의 문장대로 부모가 몸으로 흉내 내어(놀다가 → 일어나는 척) 이상한 점을 찾게 합니다.
주의
- 가처럼 말하는 것은 자연스러운 일이라고 말해 주고, “먼저 무엇을 했지?”를 물으면 고칠 수 있다고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시계를 읽고 순서 정하기]
목적: 시계를 읽어 시각을 말하고, 시각으로 아침에 한 일의 순서를 정합니다(목표 B).
시간: 약 3분
이렇게 말해 보세요
- “가 시계는 몇 시야? 나는? 다는?”
- “지우가 가장 먼저 한 일은 무엇일까? 순서대로 말하고 시각도 함께 말해 줘.”
정답
- 가 8시, 나 8시 30분, 다 7시 30분
- 다 → 가 → 나 “먼저 7시 30분에 일어나요. 그다음 8시에 아침밥을 먹어요. 나중에 8시 30분에 학교에 가요.”
막히면
- 긴바늘부터 보게 합니다. “긴바늘이 12야, 6이야?” 그다음 짧은바늘이 가리키거나 지나온 수를 읽습니다.
- 시계 읽기가 어려우면 시각은 부모가 읽어 주고, 순서(다 → 가 → 나)만 말해도 됩니다.
주의
- 여기까지가 배우는 부분입니다. 아이가 지치면 여기서 나누어 다음 날 S09부터 해도 됩니다.
- 다를 ‘8시 30분’으로 읽으면 짧은바늘이 7과 8 사이, 즉 7을 지나왔다는 것을 짚어 줍니다(오해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나의 하루 그리기와 말하기]
목적: 아이의 어제 하루에서 일 네 가지를 골라 활동지 4의 네 칸에 순서대로 그리고, 문장으로 말합니다(목표 B).
시간: 약 7분
이렇게 말해 보세요
- “어제 아침, 낮, 저녁에 한 일을 떠올려 볼까? 네 가지를 골라 보자.”
- “활동지 네 칸에 먼저 한 일부터 그려 줘. 그림이 어려우면 낱말로 써도 돼.”
- “시각을 아는 일이 있으면 아래 칸에 써 볼까? 몰라도 괜찮아.”
- “다 그렸으면 ‘먼저 ~, 그다음 ~, 나중에 ~’로 말해 줘.”
예상 답
- “먼저 7시에 일어났어요. 그다음 학교에 갔어요. 그다음 태권도를 했어요. 나중에 9시에 잤어요.”
정답
- 기준: ① 네 가지 일을 일어난 순서대로 그리거나 씀 ② 아침·낮·저녁의 때가 맞음 ③ ‘먼저–그다음–나중에’로 말함. 세 가지를 모두 하면 목표 B를 이룬 것으로 봅니다. 시각은 쓴 경우에만 시계와 맞는지 확인합니다(맞으면 더 잘함). 아이마다 하루가 다르므로 정답이 정해져 있지 않습니다.
막히면
- 떠올리기 어려우면 S04의 민서 하루를 보고 “너도 일어났지? 그다음은?”처럼 하나씩 묻습니다.
- 그림 그리기가 오래 걸리면 간단한 기호(해, 책가방, 숟가락, 이불)로 그리게 합니다.
주의
- 누구와 함께했는지, 집에서 누가 무엇을 했는지는 묻지 않습니다. 아이가 말하는 만큼만 듣습니다.
- 저녁의 시각(예: 9시)은 ‘저녁 9시’처럼 저녁을 붙여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일 순서 정하기)]
목적: 도움 없이 처음 보는 네 가지 일을 순서대로 놓고, ‘먼저–그다음–나중에’와 까닭을 말하는지 확인합니다(목표 A).
시간: 약 3분
이렇게 말해 보세요
- “이번에는 혼자 해 볼래? 서아가 저녁에 한 일을 순서대로 놓고 말해 줘. 어떻게 알았는지도 말해 줘.”
정답
- 나 → 라 → 가 → 다
- “먼저 손을 씻어요. 그다음 저녁밥을 먹어요. 그다음 그릇을 치워요. 나중에 잠을 자요.” 까닭 예: 손을 씻고 먹어야 하니까, 다 먹은 뒤에 그릇을 치우니까.
막히면
- 바로 알려 주지 말고 “이 가운데 가장 나중에 하는 일은 무엇일까?”라고만 묻습니다. 도움을 받아 해결했다면 기록표에 ‘도움’으로 표시합니다.
주의
- 순서와 까닭을 모두 말하면 목표 A를 이룬 것으로 봅니다. 순서만 맞으면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확인하고, S09의 그림을 기준으로 함께 돌아봅니다.
시간: 약 2분
이렇게 말해 보세요
- “네 순서와 왼쪽을 견주어 보자. 오른쪽처럼 하면 무엇이 이상할까?”
- “네 하루 그림을 다시 보며 순서가 맞는지 같이 확인해 볼까?”
예상 답
- “밥을 먹고 손을 씻으면 이상해요.”
정답
- S10: 나 → 라 → 가 → 다
막히면
- 틀린 문제는 S06처럼 종이 카드를 손으로 옮겨 놓으며 다시 해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 첫 5분에 풀 복습 질문을 알려 줍니다.
시간: 약 2분
이렇게 말해 보세요
- “오늘 너의 하루를 순서대로 다시 말해 볼래? 처음에는 ‘먼저’, 끝에는 ‘나중에’를 넣어서.”
예상 답
- “먼저 일어났어요. 그다음 학교에 갔어요. 나중에 잤어요.”
정답
- ① 저녁 ② 일어나기 ③ 7시 30분
막히면
- S04를 다시 보여 줍니다.
주의
- ③은 시계 읽기 문제입니다. 아직 수학 ‘몇 시와 몇 시 30분’을 배우지 않았으면 부모가 읽어 주고 ①②만 풀어도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보충(세 가지 일의 순서)]
목적: S02에서 두 가지 일의 앞뒤를 말하기 어려워하면, 매일 하는 이 닦기로 세 가지 일의 순서와 ‘먼저–그다음–나중에’를 익힙니다.
시간: 약 4분
이렇게 말해 보세요
- “이를 닦을 때 먼저 무엇을 해? 그다음은? 나중에는?”
- “직접 칫솔을 들고 순서대로 흉내 내 볼까?”
정답
- 먼저 칫솔에 치약을 짜요. 그다음 이를 닦아요. 나중에 물로 입을 헹궈요.
막히면
- 부모가 한 가지씩 몸으로 보여 주고 아이가 따라 하며 말하게 합니다.
주의
- 보충으로도 어려우면 앞 차시 ‘가족의 생활’(KR22-G01-SOC-FAMILY-L01)의 보충 장(밥 먹을 때 하는 일의 순서)을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가족과생활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사회·역사 · 나의 하루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순서일까?</a:t>
            </a:r>
            <a:endParaRPr lang="ko-KR" sz="3200" dirty="0"/>
          </a:p>
        </p:txBody>
      </p:sp>
      <p:sp>
        <p:nvSpPr>
          <p:cNvPr id="4" name="S01-figure1" descr="시계: 짧은바늘이 7, 긴바늘이 12를 가리킴(7시)"/>
          <p:cNvSpPr/>
          <p:nvPr/>
        </p:nvSpPr>
        <p:spPr>
          <a:xfrm>
            <a:off x="8183880" y="640080"/>
            <a:ext cx="2926080" cy="29260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676656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88380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28289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65116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97362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79685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442377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552462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652627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741772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742901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83232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933996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970659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92818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912450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92818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970659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933996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83232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742901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741772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652627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552462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442377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79685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97362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65116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28289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88380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368650"/>
            <a:ext cx="0" cy="16093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497814" y="3449018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50341" y="3426859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06118" y="3390196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066725" y="3339432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33688" y="3199101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08465" y="3197972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692429" y="3108827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586851" y="3008662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492886" y="2898577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11566" y="2735885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343780" y="2653562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290272" y="2521316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251628" y="2384489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228270" y="2244580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220456" y="2103120"/>
            <a:ext cx="16093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228270" y="1954014"/>
            <a:ext cx="72751" cy="764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251628" y="1806541"/>
            <a:ext cx="71553" cy="1520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290272" y="1662318"/>
            <a:ext cx="69572" cy="2260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343780" y="1522925"/>
            <a:ext cx="66828" cy="297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11566" y="1389888"/>
            <a:ext cx="139373" cy="8046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492886" y="1264665"/>
            <a:ext cx="59181" cy="429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586851" y="1148629"/>
            <a:ext cx="54363" cy="4894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692429" y="1043051"/>
            <a:ext cx="48948" cy="5436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08465" y="949086"/>
            <a:ext cx="42998" cy="591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33688" y="867766"/>
            <a:ext cx="80467" cy="13937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066725" y="799980"/>
            <a:ext cx="29754" cy="6682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06118" y="746472"/>
            <a:ext cx="22605" cy="6957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50341" y="707828"/>
            <a:ext cx="15209" cy="7155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497814" y="684470"/>
            <a:ext cx="7646" cy="727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50501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73554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528402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73554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50501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760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1" name="S01-label68"/>
          <p:cNvSpPr txBox="1"/>
          <p:nvPr/>
        </p:nvSpPr>
        <p:spPr>
          <a:xfrm>
            <a:off x="8794699" y="29211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2" name="S01-label69"/>
          <p:cNvSpPr txBox="1"/>
          <p:nvPr/>
        </p:nvSpPr>
        <p:spPr>
          <a:xfrm>
            <a:off x="8371646" y="24981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16798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4" name="S01-label71"/>
          <p:cNvSpPr txBox="1"/>
          <p:nvPr/>
        </p:nvSpPr>
        <p:spPr>
          <a:xfrm>
            <a:off x="8371646" y="13423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5" name="S01-label72"/>
          <p:cNvSpPr txBox="1"/>
          <p:nvPr/>
        </p:nvSpPr>
        <p:spPr>
          <a:xfrm>
            <a:off x="8794699" y="9192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76443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77" name="S01-line74"/>
          <p:cNvSpPr/>
          <p:nvPr/>
        </p:nvSpPr>
        <p:spPr>
          <a:xfrm flipH="1">
            <a:off x="9325051" y="2103120"/>
            <a:ext cx="321869" cy="55749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166774"/>
            <a:ext cx="0" cy="936346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하루의 일을 순서대로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하루를 그림과 글로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먼저? 나중에?</a:t>
            </a:r>
            <a:endParaRPr lang="ko-KR" sz="44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가운데 먼저 하는 일은?</a:t>
            </a:r>
            <a:endParaRPr lang="ko-KR" sz="32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8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밥 먹기</a:t>
            </a:r>
            <a:endParaRPr lang="ko-KR" sz="3200" dirty="0"/>
          </a:p>
        </p:txBody>
      </p:sp>
      <p:sp>
        <p:nvSpPr>
          <p:cNvPr id="6" name="S02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8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잠옷 입기와 잠자기</a:t>
            </a:r>
            <a:endParaRPr lang="ko-KR" sz="3200" dirty="0"/>
          </a:p>
        </p:txBody>
      </p:sp>
      <p:sp>
        <p:nvSpPr>
          <p:cNvPr id="8" name="S02-chip8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8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일어나기와 학교 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아침·낮·저녁</a:t>
            </a:r>
            <a:endParaRPr lang="ko-KR" sz="4400" dirty="0"/>
          </a:p>
        </p:txBody>
      </p:sp>
      <p:sp>
        <p:nvSpPr>
          <p:cNvPr id="3" name="S03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하루는 아침 → 낮 → 저녁 순서로 지나가요.</a:t>
            </a:r>
            <a:endParaRPr lang="ko-KR" sz="3200" dirty="0"/>
          </a:p>
        </p:txBody>
      </p:sp>
      <p:sp>
        <p:nvSpPr>
          <p:cNvPr id="5" name="S03-step88"/>
          <p:cNvSpPr txBox="1"/>
          <p:nvPr/>
        </p:nvSpPr>
        <p:spPr>
          <a:xfrm>
            <a:off x="129387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떠요</a:t>
            </a:r>
            <a:endParaRPr lang="ko-KR" sz="3000" dirty="0"/>
          </a:p>
        </p:txBody>
      </p:sp>
      <p:sp>
        <p:nvSpPr>
          <p:cNvPr id="6" name="S03-line89"/>
          <p:cNvSpPr/>
          <p:nvPr/>
        </p:nvSpPr>
        <p:spPr>
          <a:xfrm>
            <a:off x="427482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7" name="S03-step90"/>
          <p:cNvSpPr txBox="1"/>
          <p:nvPr/>
        </p:nvSpPr>
        <p:spPr>
          <a:xfrm>
            <a:off x="463143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높이 떠요</a:t>
            </a:r>
            <a:endParaRPr lang="ko-KR" sz="3000" dirty="0"/>
          </a:p>
        </p:txBody>
      </p:sp>
      <p:sp>
        <p:nvSpPr>
          <p:cNvPr id="8" name="S03-line91"/>
          <p:cNvSpPr/>
          <p:nvPr/>
        </p:nvSpPr>
        <p:spPr>
          <a:xfrm>
            <a:off x="7612380" y="32232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9" name="S03-step92"/>
          <p:cNvSpPr txBox="1"/>
          <p:nvPr/>
        </p:nvSpPr>
        <p:spPr>
          <a:xfrm>
            <a:off x="7968996" y="2354580"/>
            <a:ext cx="2926080" cy="1737360"/>
          </a:xfrm>
          <a:prstGeom prst="roundRect">
            <a:avLst>
              <a:gd name="adj" fmla="val 6316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져요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</a:t>
            </a:r>
            <a:endParaRPr lang="ko-KR" sz="4400" dirty="0"/>
          </a:p>
        </p:txBody>
      </p:sp>
      <p:sp>
        <p:nvSpPr>
          <p:cNvPr id="3" name="S0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민서의 하루를 순서대로 말해요.</a:t>
            </a:r>
            <a:endParaRPr lang="ko-KR" sz="3200" dirty="0"/>
          </a:p>
        </p:txBody>
      </p:sp>
      <p:sp>
        <p:nvSpPr>
          <p:cNvPr id="4" name="S04-card94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95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일어나요. 그다음 아침밥을 먹어요.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…… 나중에 잠을 자요.</a:t>
            </a:r>
            <a:endParaRPr lang="ko-KR" sz="3200" dirty="0"/>
          </a:p>
        </p:txBody>
      </p:sp>
      <p:sp>
        <p:nvSpPr>
          <p:cNvPr id="6" name="S04-step96"/>
          <p:cNvSpPr txBox="1"/>
          <p:nvPr/>
        </p:nvSpPr>
        <p:spPr>
          <a:xfrm>
            <a:off x="548640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일어나기</a:t>
            </a:r>
            <a:endParaRPr lang="ko-KR" sz="2600" dirty="0"/>
          </a:p>
        </p:txBody>
      </p:sp>
      <p:sp>
        <p:nvSpPr>
          <p:cNvPr id="7" name="S04-line97"/>
          <p:cNvSpPr/>
          <p:nvPr/>
        </p:nvSpPr>
        <p:spPr>
          <a:xfrm>
            <a:off x="2109216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4-step98"/>
          <p:cNvSpPr txBox="1"/>
          <p:nvPr/>
        </p:nvSpPr>
        <p:spPr>
          <a:xfrm>
            <a:off x="2465832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</a:t>
            </a:r>
            <a:endParaRPr lang="ko-KR" sz="2600" dirty="0"/>
          </a:p>
        </p:txBody>
      </p:sp>
      <p:sp>
        <p:nvSpPr>
          <p:cNvPr id="9" name="S04-line99"/>
          <p:cNvSpPr/>
          <p:nvPr/>
        </p:nvSpPr>
        <p:spPr>
          <a:xfrm>
            <a:off x="4026408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4-step100"/>
          <p:cNvSpPr txBox="1"/>
          <p:nvPr/>
        </p:nvSpPr>
        <p:spPr>
          <a:xfrm>
            <a:off x="4383024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</a:t>
            </a:r>
            <a:endParaRPr lang="ko-KR" sz="2600" dirty="0"/>
          </a:p>
        </p:txBody>
      </p:sp>
      <p:sp>
        <p:nvSpPr>
          <p:cNvPr id="11" name="S04-line101"/>
          <p:cNvSpPr/>
          <p:nvPr/>
        </p:nvSpPr>
        <p:spPr>
          <a:xfrm>
            <a:off x="5943600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4-step102"/>
          <p:cNvSpPr txBox="1"/>
          <p:nvPr/>
        </p:nvSpPr>
        <p:spPr>
          <a:xfrm>
            <a:off x="6300216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600" dirty="0"/>
          </a:p>
        </p:txBody>
      </p:sp>
      <p:sp>
        <p:nvSpPr>
          <p:cNvPr id="13" name="S04-line103"/>
          <p:cNvSpPr/>
          <p:nvPr/>
        </p:nvSpPr>
        <p:spPr>
          <a:xfrm>
            <a:off x="7860792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4-step104"/>
          <p:cNvSpPr txBox="1"/>
          <p:nvPr/>
        </p:nvSpPr>
        <p:spPr>
          <a:xfrm>
            <a:off x="8217408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</a:t>
            </a:r>
            <a:endParaRPr lang="ko-KR" sz="2600" dirty="0"/>
          </a:p>
        </p:txBody>
      </p:sp>
      <p:sp>
        <p:nvSpPr>
          <p:cNvPr id="15" name="S04-line105"/>
          <p:cNvSpPr/>
          <p:nvPr/>
        </p:nvSpPr>
        <p:spPr>
          <a:xfrm>
            <a:off x="9777984" y="33401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4-step106"/>
          <p:cNvSpPr txBox="1"/>
          <p:nvPr/>
        </p:nvSpPr>
        <p:spPr>
          <a:xfrm>
            <a:off x="10134600" y="2654300"/>
            <a:ext cx="1505712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했을까요?</a:t>
            </a:r>
            <a:endParaRPr lang="ko-KR" sz="4400" dirty="0"/>
          </a:p>
        </p:txBody>
      </p:sp>
      <p:sp>
        <p:nvSpPr>
          <p:cNvPr id="3" name="S05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보면 무엇을 먼저 했는지 알 수 있어요.</a:t>
            </a:r>
            <a:endParaRPr lang="ko-KR" sz="3200" dirty="0"/>
          </a:p>
        </p:txBody>
      </p:sp>
      <p:sp>
        <p:nvSpPr>
          <p:cNvPr id="5" name="S05-figure109" descr="시계: 짧은바늘이 7, 긴바늘이 12를 가리킴(7시)"/>
          <p:cNvSpPr/>
          <p:nvPr/>
        </p:nvSpPr>
        <p:spPr>
          <a:xfrm>
            <a:off x="736092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5-line110"/>
          <p:cNvSpPr/>
          <p:nvPr/>
        </p:nvSpPr>
        <p:spPr>
          <a:xfrm>
            <a:off x="2290572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5-line111"/>
          <p:cNvSpPr/>
          <p:nvPr/>
        </p:nvSpPr>
        <p:spPr>
          <a:xfrm flipH="1">
            <a:off x="24411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112"/>
          <p:cNvSpPr/>
          <p:nvPr/>
        </p:nvSpPr>
        <p:spPr>
          <a:xfrm flipH="1">
            <a:off x="259000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113"/>
          <p:cNvSpPr/>
          <p:nvPr/>
        </p:nvSpPr>
        <p:spPr>
          <a:xfrm flipH="1">
            <a:off x="273561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114"/>
          <p:cNvSpPr/>
          <p:nvPr/>
        </p:nvSpPr>
        <p:spPr>
          <a:xfrm flipH="1">
            <a:off x="2876346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115"/>
          <p:cNvSpPr/>
          <p:nvPr/>
        </p:nvSpPr>
        <p:spPr>
          <a:xfrm flipH="1">
            <a:off x="29640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line116"/>
          <p:cNvSpPr/>
          <p:nvPr/>
        </p:nvSpPr>
        <p:spPr>
          <a:xfrm flipH="1">
            <a:off x="3137089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117"/>
          <p:cNvSpPr/>
          <p:nvPr/>
        </p:nvSpPr>
        <p:spPr>
          <a:xfrm flipH="1">
            <a:off x="3254241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118"/>
          <p:cNvSpPr/>
          <p:nvPr/>
        </p:nvSpPr>
        <p:spPr>
          <a:xfrm flipH="1">
            <a:off x="3360834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119"/>
          <p:cNvSpPr/>
          <p:nvPr/>
        </p:nvSpPr>
        <p:spPr>
          <a:xfrm flipH="1">
            <a:off x="345570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120"/>
          <p:cNvSpPr/>
          <p:nvPr/>
        </p:nvSpPr>
        <p:spPr>
          <a:xfrm flipH="1">
            <a:off x="3457031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5-line121"/>
          <p:cNvSpPr/>
          <p:nvPr/>
        </p:nvSpPr>
        <p:spPr>
          <a:xfrm flipH="1">
            <a:off x="360624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122"/>
          <p:cNvSpPr/>
          <p:nvPr/>
        </p:nvSpPr>
        <p:spPr>
          <a:xfrm flipH="1">
            <a:off x="3660265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123"/>
          <p:cNvSpPr/>
          <p:nvPr/>
        </p:nvSpPr>
        <p:spPr>
          <a:xfrm flipH="1">
            <a:off x="3699281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124"/>
          <p:cNvSpPr/>
          <p:nvPr/>
        </p:nvSpPr>
        <p:spPr>
          <a:xfrm flipH="1">
            <a:off x="372286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125"/>
          <p:cNvSpPr/>
          <p:nvPr/>
        </p:nvSpPr>
        <p:spPr>
          <a:xfrm flipH="1">
            <a:off x="3637483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line126"/>
          <p:cNvSpPr/>
          <p:nvPr/>
        </p:nvSpPr>
        <p:spPr>
          <a:xfrm flipH="1" flipV="1">
            <a:off x="372286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127"/>
          <p:cNvSpPr/>
          <p:nvPr/>
        </p:nvSpPr>
        <p:spPr>
          <a:xfrm flipH="1" flipV="1">
            <a:off x="3699281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128"/>
          <p:cNvSpPr/>
          <p:nvPr/>
        </p:nvSpPr>
        <p:spPr>
          <a:xfrm flipH="1" flipV="1">
            <a:off x="3660265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129"/>
          <p:cNvSpPr/>
          <p:nvPr/>
        </p:nvSpPr>
        <p:spPr>
          <a:xfrm flipH="1" flipV="1">
            <a:off x="360624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130"/>
          <p:cNvSpPr/>
          <p:nvPr/>
        </p:nvSpPr>
        <p:spPr>
          <a:xfrm flipH="1" flipV="1">
            <a:off x="3457031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line131"/>
          <p:cNvSpPr/>
          <p:nvPr/>
        </p:nvSpPr>
        <p:spPr>
          <a:xfrm flipH="1" flipV="1">
            <a:off x="345570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132"/>
          <p:cNvSpPr/>
          <p:nvPr/>
        </p:nvSpPr>
        <p:spPr>
          <a:xfrm flipH="1" flipV="1">
            <a:off x="3360834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133"/>
          <p:cNvSpPr/>
          <p:nvPr/>
        </p:nvSpPr>
        <p:spPr>
          <a:xfrm flipH="1" flipV="1">
            <a:off x="3254241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134"/>
          <p:cNvSpPr/>
          <p:nvPr/>
        </p:nvSpPr>
        <p:spPr>
          <a:xfrm flipH="1" flipV="1">
            <a:off x="3137089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135"/>
          <p:cNvSpPr/>
          <p:nvPr/>
        </p:nvSpPr>
        <p:spPr>
          <a:xfrm flipH="1" flipV="1">
            <a:off x="29640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5-line136"/>
          <p:cNvSpPr/>
          <p:nvPr/>
        </p:nvSpPr>
        <p:spPr>
          <a:xfrm flipH="1" flipV="1">
            <a:off x="2876346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137"/>
          <p:cNvSpPr/>
          <p:nvPr/>
        </p:nvSpPr>
        <p:spPr>
          <a:xfrm flipH="1" flipV="1">
            <a:off x="273561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138"/>
          <p:cNvSpPr/>
          <p:nvPr/>
        </p:nvSpPr>
        <p:spPr>
          <a:xfrm flipH="1" flipV="1">
            <a:off x="259000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139"/>
          <p:cNvSpPr/>
          <p:nvPr/>
        </p:nvSpPr>
        <p:spPr>
          <a:xfrm flipH="1" flipV="1">
            <a:off x="24411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140"/>
          <p:cNvSpPr/>
          <p:nvPr/>
        </p:nvSpPr>
        <p:spPr>
          <a:xfrm flipV="1">
            <a:off x="2290572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5-line141"/>
          <p:cNvSpPr/>
          <p:nvPr/>
        </p:nvSpPr>
        <p:spPr>
          <a:xfrm flipV="1">
            <a:off x="2131908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142"/>
          <p:cNvSpPr/>
          <p:nvPr/>
        </p:nvSpPr>
        <p:spPr>
          <a:xfrm flipV="1">
            <a:off x="1974982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143"/>
          <p:cNvSpPr/>
          <p:nvPr/>
        </p:nvSpPr>
        <p:spPr>
          <a:xfrm flipV="1">
            <a:off x="1821514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144"/>
          <p:cNvSpPr/>
          <p:nvPr/>
        </p:nvSpPr>
        <p:spPr>
          <a:xfrm flipV="1">
            <a:off x="1673185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145"/>
          <p:cNvSpPr/>
          <p:nvPr/>
        </p:nvSpPr>
        <p:spPr>
          <a:xfrm flipV="1">
            <a:off x="1531620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5-line146"/>
          <p:cNvSpPr/>
          <p:nvPr/>
        </p:nvSpPr>
        <p:spPr>
          <a:xfrm flipV="1">
            <a:off x="1398370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147"/>
          <p:cNvSpPr/>
          <p:nvPr/>
        </p:nvSpPr>
        <p:spPr>
          <a:xfrm flipV="1">
            <a:off x="1274896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148"/>
          <p:cNvSpPr/>
          <p:nvPr/>
        </p:nvSpPr>
        <p:spPr>
          <a:xfrm flipV="1">
            <a:off x="1162549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149"/>
          <p:cNvSpPr/>
          <p:nvPr/>
        </p:nvSpPr>
        <p:spPr>
          <a:xfrm flipV="1">
            <a:off x="1062562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150"/>
          <p:cNvSpPr/>
          <p:nvPr/>
        </p:nvSpPr>
        <p:spPr>
          <a:xfrm flipV="1">
            <a:off x="97602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5-line151"/>
          <p:cNvSpPr/>
          <p:nvPr/>
        </p:nvSpPr>
        <p:spPr>
          <a:xfrm flipV="1">
            <a:off x="903898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152"/>
          <p:cNvSpPr/>
          <p:nvPr/>
        </p:nvSpPr>
        <p:spPr>
          <a:xfrm flipV="1">
            <a:off x="846960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153"/>
          <p:cNvSpPr/>
          <p:nvPr/>
        </p:nvSpPr>
        <p:spPr>
          <a:xfrm flipV="1">
            <a:off x="805838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154"/>
          <p:cNvSpPr/>
          <p:nvPr/>
        </p:nvSpPr>
        <p:spPr>
          <a:xfrm flipV="1">
            <a:off x="780983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155"/>
          <p:cNvSpPr/>
          <p:nvPr/>
        </p:nvSpPr>
        <p:spPr>
          <a:xfrm>
            <a:off x="772668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line156"/>
          <p:cNvSpPr/>
          <p:nvPr/>
        </p:nvSpPr>
        <p:spPr>
          <a:xfrm>
            <a:off x="780983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157"/>
          <p:cNvSpPr/>
          <p:nvPr/>
        </p:nvSpPr>
        <p:spPr>
          <a:xfrm>
            <a:off x="805838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158"/>
          <p:cNvSpPr/>
          <p:nvPr/>
        </p:nvSpPr>
        <p:spPr>
          <a:xfrm>
            <a:off x="846960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159"/>
          <p:cNvSpPr/>
          <p:nvPr/>
        </p:nvSpPr>
        <p:spPr>
          <a:xfrm>
            <a:off x="903898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160"/>
          <p:cNvSpPr/>
          <p:nvPr/>
        </p:nvSpPr>
        <p:spPr>
          <a:xfrm>
            <a:off x="97602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5-line161"/>
          <p:cNvSpPr/>
          <p:nvPr/>
        </p:nvSpPr>
        <p:spPr>
          <a:xfrm>
            <a:off x="1062562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162"/>
          <p:cNvSpPr/>
          <p:nvPr/>
        </p:nvSpPr>
        <p:spPr>
          <a:xfrm>
            <a:off x="1162549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163"/>
          <p:cNvSpPr/>
          <p:nvPr/>
        </p:nvSpPr>
        <p:spPr>
          <a:xfrm>
            <a:off x="1274896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164"/>
          <p:cNvSpPr/>
          <p:nvPr/>
        </p:nvSpPr>
        <p:spPr>
          <a:xfrm>
            <a:off x="1398370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165"/>
          <p:cNvSpPr/>
          <p:nvPr/>
        </p:nvSpPr>
        <p:spPr>
          <a:xfrm>
            <a:off x="1531620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line166"/>
          <p:cNvSpPr/>
          <p:nvPr/>
        </p:nvSpPr>
        <p:spPr>
          <a:xfrm>
            <a:off x="1673185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167"/>
          <p:cNvSpPr/>
          <p:nvPr/>
        </p:nvSpPr>
        <p:spPr>
          <a:xfrm>
            <a:off x="1821514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168"/>
          <p:cNvSpPr/>
          <p:nvPr/>
        </p:nvSpPr>
        <p:spPr>
          <a:xfrm>
            <a:off x="1974982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169"/>
          <p:cNvSpPr/>
          <p:nvPr/>
        </p:nvSpPr>
        <p:spPr>
          <a:xfrm>
            <a:off x="2131908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abel170"/>
          <p:cNvSpPr txBox="1"/>
          <p:nvPr/>
        </p:nvSpPr>
        <p:spPr>
          <a:xfrm>
            <a:off x="263027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5-label171"/>
          <p:cNvSpPr txBox="1"/>
          <p:nvPr/>
        </p:nvSpPr>
        <p:spPr>
          <a:xfrm>
            <a:off x="3079765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5-label172"/>
          <p:cNvSpPr txBox="1"/>
          <p:nvPr/>
        </p:nvSpPr>
        <p:spPr>
          <a:xfrm>
            <a:off x="324429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5-label173"/>
          <p:cNvSpPr txBox="1"/>
          <p:nvPr/>
        </p:nvSpPr>
        <p:spPr>
          <a:xfrm>
            <a:off x="3079765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5-label174"/>
          <p:cNvSpPr txBox="1"/>
          <p:nvPr/>
        </p:nvSpPr>
        <p:spPr>
          <a:xfrm>
            <a:off x="263027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5-label175"/>
          <p:cNvSpPr txBox="1"/>
          <p:nvPr/>
        </p:nvSpPr>
        <p:spPr>
          <a:xfrm>
            <a:off x="2016252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5-label176"/>
          <p:cNvSpPr txBox="1"/>
          <p:nvPr/>
        </p:nvSpPr>
        <p:spPr>
          <a:xfrm>
            <a:off x="1402232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5-label177"/>
          <p:cNvSpPr txBox="1"/>
          <p:nvPr/>
        </p:nvSpPr>
        <p:spPr>
          <a:xfrm>
            <a:off x="95273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5-label178"/>
          <p:cNvSpPr txBox="1"/>
          <p:nvPr/>
        </p:nvSpPr>
        <p:spPr>
          <a:xfrm>
            <a:off x="788213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5-label179"/>
          <p:cNvSpPr txBox="1"/>
          <p:nvPr/>
        </p:nvSpPr>
        <p:spPr>
          <a:xfrm>
            <a:off x="95273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5-label180"/>
          <p:cNvSpPr txBox="1"/>
          <p:nvPr/>
        </p:nvSpPr>
        <p:spPr>
          <a:xfrm>
            <a:off x="1402232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5-label181"/>
          <p:cNvSpPr txBox="1"/>
          <p:nvPr/>
        </p:nvSpPr>
        <p:spPr>
          <a:xfrm>
            <a:off x="2016252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5-line182"/>
          <p:cNvSpPr/>
          <p:nvPr/>
        </p:nvSpPr>
        <p:spPr>
          <a:xfrm flipH="1">
            <a:off x="1948586" y="2963799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5-line183"/>
          <p:cNvSpPr/>
          <p:nvPr/>
        </p:nvSpPr>
        <p:spPr>
          <a:xfrm flipV="1">
            <a:off x="2290572" y="196893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5-pin184"/>
          <p:cNvSpPr/>
          <p:nvPr/>
        </p:nvSpPr>
        <p:spPr>
          <a:xfrm>
            <a:off x="2235708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5-label185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일어나기</a:t>
            </a:r>
            <a:endParaRPr lang="ko-KR" sz="2600" dirty="0"/>
          </a:p>
        </p:txBody>
      </p:sp>
      <p:sp>
        <p:nvSpPr>
          <p:cNvPr id="82" name="S05-figure186" descr="시계: 짧은바늘이 7과 8 사이, 긴바늘이 6를 가리킴(7시 30분)"/>
          <p:cNvSpPr/>
          <p:nvPr/>
        </p:nvSpPr>
        <p:spPr>
          <a:xfrm>
            <a:off x="4539996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5-line187"/>
          <p:cNvSpPr/>
          <p:nvPr/>
        </p:nvSpPr>
        <p:spPr>
          <a:xfrm>
            <a:off x="6094476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5-line188"/>
          <p:cNvSpPr/>
          <p:nvPr/>
        </p:nvSpPr>
        <p:spPr>
          <a:xfrm flipH="1">
            <a:off x="62450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line189"/>
          <p:cNvSpPr/>
          <p:nvPr/>
        </p:nvSpPr>
        <p:spPr>
          <a:xfrm flipH="1">
            <a:off x="639390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line190"/>
          <p:cNvSpPr/>
          <p:nvPr/>
        </p:nvSpPr>
        <p:spPr>
          <a:xfrm flipH="1">
            <a:off x="6539516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line191"/>
          <p:cNvSpPr/>
          <p:nvPr/>
        </p:nvSpPr>
        <p:spPr>
          <a:xfrm flipH="1">
            <a:off x="6680250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line192"/>
          <p:cNvSpPr/>
          <p:nvPr/>
        </p:nvSpPr>
        <p:spPr>
          <a:xfrm flipH="1">
            <a:off x="6767932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5-line193"/>
          <p:cNvSpPr/>
          <p:nvPr/>
        </p:nvSpPr>
        <p:spPr>
          <a:xfrm flipH="1">
            <a:off x="6940993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line194"/>
          <p:cNvSpPr/>
          <p:nvPr/>
        </p:nvSpPr>
        <p:spPr>
          <a:xfrm flipH="1">
            <a:off x="7058145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line195"/>
          <p:cNvSpPr/>
          <p:nvPr/>
        </p:nvSpPr>
        <p:spPr>
          <a:xfrm flipH="1">
            <a:off x="7164738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line196"/>
          <p:cNvSpPr/>
          <p:nvPr/>
        </p:nvSpPr>
        <p:spPr>
          <a:xfrm flipH="1">
            <a:off x="725960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line197"/>
          <p:cNvSpPr/>
          <p:nvPr/>
        </p:nvSpPr>
        <p:spPr>
          <a:xfrm flipH="1">
            <a:off x="7260935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5-line198"/>
          <p:cNvSpPr/>
          <p:nvPr/>
        </p:nvSpPr>
        <p:spPr>
          <a:xfrm flipH="1">
            <a:off x="741014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5-line199"/>
          <p:cNvSpPr/>
          <p:nvPr/>
        </p:nvSpPr>
        <p:spPr>
          <a:xfrm flipH="1">
            <a:off x="7464169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line200"/>
          <p:cNvSpPr/>
          <p:nvPr/>
        </p:nvSpPr>
        <p:spPr>
          <a:xfrm flipH="1">
            <a:off x="7503185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line201"/>
          <p:cNvSpPr/>
          <p:nvPr/>
        </p:nvSpPr>
        <p:spPr>
          <a:xfrm flipH="1">
            <a:off x="752676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line202"/>
          <p:cNvSpPr/>
          <p:nvPr/>
        </p:nvSpPr>
        <p:spPr>
          <a:xfrm flipH="1">
            <a:off x="7441387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5-line203"/>
          <p:cNvSpPr/>
          <p:nvPr/>
        </p:nvSpPr>
        <p:spPr>
          <a:xfrm flipH="1" flipV="1">
            <a:off x="752676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line204"/>
          <p:cNvSpPr/>
          <p:nvPr/>
        </p:nvSpPr>
        <p:spPr>
          <a:xfrm flipH="1" flipV="1">
            <a:off x="7503185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line205"/>
          <p:cNvSpPr/>
          <p:nvPr/>
        </p:nvSpPr>
        <p:spPr>
          <a:xfrm flipH="1" flipV="1">
            <a:off x="7464169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line206"/>
          <p:cNvSpPr/>
          <p:nvPr/>
        </p:nvSpPr>
        <p:spPr>
          <a:xfrm flipH="1" flipV="1">
            <a:off x="741014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line207"/>
          <p:cNvSpPr/>
          <p:nvPr/>
        </p:nvSpPr>
        <p:spPr>
          <a:xfrm flipH="1" flipV="1">
            <a:off x="7260935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5-line208"/>
          <p:cNvSpPr/>
          <p:nvPr/>
        </p:nvSpPr>
        <p:spPr>
          <a:xfrm flipH="1" flipV="1">
            <a:off x="725960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5-line209"/>
          <p:cNvSpPr/>
          <p:nvPr/>
        </p:nvSpPr>
        <p:spPr>
          <a:xfrm flipH="1" flipV="1">
            <a:off x="7164738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5-line210"/>
          <p:cNvSpPr/>
          <p:nvPr/>
        </p:nvSpPr>
        <p:spPr>
          <a:xfrm flipH="1" flipV="1">
            <a:off x="7058145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line211"/>
          <p:cNvSpPr/>
          <p:nvPr/>
        </p:nvSpPr>
        <p:spPr>
          <a:xfrm flipH="1" flipV="1">
            <a:off x="6940993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line212"/>
          <p:cNvSpPr/>
          <p:nvPr/>
        </p:nvSpPr>
        <p:spPr>
          <a:xfrm flipH="1" flipV="1">
            <a:off x="6767932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5-line213"/>
          <p:cNvSpPr/>
          <p:nvPr/>
        </p:nvSpPr>
        <p:spPr>
          <a:xfrm flipH="1" flipV="1">
            <a:off x="6680250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line214"/>
          <p:cNvSpPr/>
          <p:nvPr/>
        </p:nvSpPr>
        <p:spPr>
          <a:xfrm flipH="1" flipV="1">
            <a:off x="6539516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line215"/>
          <p:cNvSpPr/>
          <p:nvPr/>
        </p:nvSpPr>
        <p:spPr>
          <a:xfrm flipH="1" flipV="1">
            <a:off x="639390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line216"/>
          <p:cNvSpPr/>
          <p:nvPr/>
        </p:nvSpPr>
        <p:spPr>
          <a:xfrm flipH="1" flipV="1">
            <a:off x="62450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5-line217"/>
          <p:cNvSpPr/>
          <p:nvPr/>
        </p:nvSpPr>
        <p:spPr>
          <a:xfrm flipV="1">
            <a:off x="6094476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5-line218"/>
          <p:cNvSpPr/>
          <p:nvPr/>
        </p:nvSpPr>
        <p:spPr>
          <a:xfrm flipV="1">
            <a:off x="5935812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line219"/>
          <p:cNvSpPr/>
          <p:nvPr/>
        </p:nvSpPr>
        <p:spPr>
          <a:xfrm flipV="1">
            <a:off x="5778886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5-line220"/>
          <p:cNvSpPr/>
          <p:nvPr/>
        </p:nvSpPr>
        <p:spPr>
          <a:xfrm flipV="1">
            <a:off x="5625418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5-line221"/>
          <p:cNvSpPr/>
          <p:nvPr/>
        </p:nvSpPr>
        <p:spPr>
          <a:xfrm flipV="1">
            <a:off x="5477089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line222"/>
          <p:cNvSpPr/>
          <p:nvPr/>
        </p:nvSpPr>
        <p:spPr>
          <a:xfrm flipV="1">
            <a:off x="5335524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5-line223"/>
          <p:cNvSpPr/>
          <p:nvPr/>
        </p:nvSpPr>
        <p:spPr>
          <a:xfrm flipV="1">
            <a:off x="5202274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line224"/>
          <p:cNvSpPr/>
          <p:nvPr/>
        </p:nvSpPr>
        <p:spPr>
          <a:xfrm flipV="1">
            <a:off x="5078800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line225"/>
          <p:cNvSpPr/>
          <p:nvPr/>
        </p:nvSpPr>
        <p:spPr>
          <a:xfrm flipV="1">
            <a:off x="4966453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line226"/>
          <p:cNvSpPr/>
          <p:nvPr/>
        </p:nvSpPr>
        <p:spPr>
          <a:xfrm flipV="1">
            <a:off x="4866466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5-line227"/>
          <p:cNvSpPr/>
          <p:nvPr/>
        </p:nvSpPr>
        <p:spPr>
          <a:xfrm flipV="1">
            <a:off x="4779933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5-line228"/>
          <p:cNvSpPr/>
          <p:nvPr/>
        </p:nvSpPr>
        <p:spPr>
          <a:xfrm flipV="1">
            <a:off x="4707802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line229"/>
          <p:cNvSpPr/>
          <p:nvPr/>
        </p:nvSpPr>
        <p:spPr>
          <a:xfrm flipV="1">
            <a:off x="4650864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line230"/>
          <p:cNvSpPr/>
          <p:nvPr/>
        </p:nvSpPr>
        <p:spPr>
          <a:xfrm flipV="1">
            <a:off x="4609742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5-line231"/>
          <p:cNvSpPr/>
          <p:nvPr/>
        </p:nvSpPr>
        <p:spPr>
          <a:xfrm flipV="1">
            <a:off x="4584887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5-line232"/>
          <p:cNvSpPr/>
          <p:nvPr/>
        </p:nvSpPr>
        <p:spPr>
          <a:xfrm>
            <a:off x="4576572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5-line233"/>
          <p:cNvSpPr/>
          <p:nvPr/>
        </p:nvSpPr>
        <p:spPr>
          <a:xfrm>
            <a:off x="4584887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line234"/>
          <p:cNvSpPr/>
          <p:nvPr/>
        </p:nvSpPr>
        <p:spPr>
          <a:xfrm>
            <a:off x="4609742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line235"/>
          <p:cNvSpPr/>
          <p:nvPr/>
        </p:nvSpPr>
        <p:spPr>
          <a:xfrm>
            <a:off x="4650864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line236"/>
          <p:cNvSpPr/>
          <p:nvPr/>
        </p:nvSpPr>
        <p:spPr>
          <a:xfrm>
            <a:off x="4707802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5-line237"/>
          <p:cNvSpPr/>
          <p:nvPr/>
        </p:nvSpPr>
        <p:spPr>
          <a:xfrm>
            <a:off x="4779933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5-line238"/>
          <p:cNvSpPr/>
          <p:nvPr/>
        </p:nvSpPr>
        <p:spPr>
          <a:xfrm>
            <a:off x="4866466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line239"/>
          <p:cNvSpPr/>
          <p:nvPr/>
        </p:nvSpPr>
        <p:spPr>
          <a:xfrm>
            <a:off x="4966453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line240"/>
          <p:cNvSpPr/>
          <p:nvPr/>
        </p:nvSpPr>
        <p:spPr>
          <a:xfrm>
            <a:off x="5078800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line241"/>
          <p:cNvSpPr/>
          <p:nvPr/>
        </p:nvSpPr>
        <p:spPr>
          <a:xfrm>
            <a:off x="5202274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5-line242"/>
          <p:cNvSpPr/>
          <p:nvPr/>
        </p:nvSpPr>
        <p:spPr>
          <a:xfrm>
            <a:off x="5335524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5-line243"/>
          <p:cNvSpPr/>
          <p:nvPr/>
        </p:nvSpPr>
        <p:spPr>
          <a:xfrm>
            <a:off x="5477089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line244"/>
          <p:cNvSpPr/>
          <p:nvPr/>
        </p:nvSpPr>
        <p:spPr>
          <a:xfrm>
            <a:off x="5625418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line245"/>
          <p:cNvSpPr/>
          <p:nvPr/>
        </p:nvSpPr>
        <p:spPr>
          <a:xfrm>
            <a:off x="5778886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line246"/>
          <p:cNvSpPr/>
          <p:nvPr/>
        </p:nvSpPr>
        <p:spPr>
          <a:xfrm>
            <a:off x="5935812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5-label247"/>
          <p:cNvSpPr txBox="1"/>
          <p:nvPr/>
        </p:nvSpPr>
        <p:spPr>
          <a:xfrm>
            <a:off x="643417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5-label248"/>
          <p:cNvSpPr txBox="1"/>
          <p:nvPr/>
        </p:nvSpPr>
        <p:spPr>
          <a:xfrm>
            <a:off x="6883669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5-label249"/>
          <p:cNvSpPr txBox="1"/>
          <p:nvPr/>
        </p:nvSpPr>
        <p:spPr>
          <a:xfrm>
            <a:off x="7048195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5-label250"/>
          <p:cNvSpPr txBox="1"/>
          <p:nvPr/>
        </p:nvSpPr>
        <p:spPr>
          <a:xfrm>
            <a:off x="6883669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5-label251"/>
          <p:cNvSpPr txBox="1"/>
          <p:nvPr/>
        </p:nvSpPr>
        <p:spPr>
          <a:xfrm>
            <a:off x="643417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5-label252"/>
          <p:cNvSpPr txBox="1"/>
          <p:nvPr/>
        </p:nvSpPr>
        <p:spPr>
          <a:xfrm>
            <a:off x="5820156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5-label253"/>
          <p:cNvSpPr txBox="1"/>
          <p:nvPr/>
        </p:nvSpPr>
        <p:spPr>
          <a:xfrm>
            <a:off x="5206136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5-label254"/>
          <p:cNvSpPr txBox="1"/>
          <p:nvPr/>
        </p:nvSpPr>
        <p:spPr>
          <a:xfrm>
            <a:off x="475664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5-label255"/>
          <p:cNvSpPr txBox="1"/>
          <p:nvPr/>
        </p:nvSpPr>
        <p:spPr>
          <a:xfrm>
            <a:off x="4592117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5-label256"/>
          <p:cNvSpPr txBox="1"/>
          <p:nvPr/>
        </p:nvSpPr>
        <p:spPr>
          <a:xfrm>
            <a:off x="475664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5-label257"/>
          <p:cNvSpPr txBox="1"/>
          <p:nvPr/>
        </p:nvSpPr>
        <p:spPr>
          <a:xfrm>
            <a:off x="5206136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5-label258"/>
          <p:cNvSpPr txBox="1"/>
          <p:nvPr/>
        </p:nvSpPr>
        <p:spPr>
          <a:xfrm>
            <a:off x="5820156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5-line259"/>
          <p:cNvSpPr/>
          <p:nvPr/>
        </p:nvSpPr>
        <p:spPr>
          <a:xfrm flipH="1">
            <a:off x="5610835" y="296379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5-line260"/>
          <p:cNvSpPr/>
          <p:nvPr/>
        </p:nvSpPr>
        <p:spPr>
          <a:xfrm>
            <a:off x="6094476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5-pin261"/>
          <p:cNvSpPr/>
          <p:nvPr/>
        </p:nvSpPr>
        <p:spPr>
          <a:xfrm>
            <a:off x="6039612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5-label26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 30분 아침밥</a:t>
            </a:r>
            <a:endParaRPr lang="ko-KR" sz="2600" dirty="0"/>
          </a:p>
        </p:txBody>
      </p:sp>
      <p:sp>
        <p:nvSpPr>
          <p:cNvPr id="159" name="S05-figure263" descr="시계: 짧은바늘이 8과 9 사이, 긴바늘이 6를 가리킴(8시 30분)"/>
          <p:cNvSpPr/>
          <p:nvPr/>
        </p:nvSpPr>
        <p:spPr>
          <a:xfrm>
            <a:off x="8343900" y="140931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5-line264"/>
          <p:cNvSpPr/>
          <p:nvPr/>
        </p:nvSpPr>
        <p:spPr>
          <a:xfrm>
            <a:off x="9898380" y="144589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5-line265"/>
          <p:cNvSpPr/>
          <p:nvPr/>
        </p:nvSpPr>
        <p:spPr>
          <a:xfrm flipH="1">
            <a:off x="10048920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5-line266"/>
          <p:cNvSpPr/>
          <p:nvPr/>
        </p:nvSpPr>
        <p:spPr>
          <a:xfrm flipH="1">
            <a:off x="1019781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5-line267"/>
          <p:cNvSpPr/>
          <p:nvPr/>
        </p:nvSpPr>
        <p:spPr>
          <a:xfrm flipH="1">
            <a:off x="10343420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5-line268"/>
          <p:cNvSpPr/>
          <p:nvPr/>
        </p:nvSpPr>
        <p:spPr>
          <a:xfrm flipH="1">
            <a:off x="10484154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5-line269"/>
          <p:cNvSpPr/>
          <p:nvPr/>
        </p:nvSpPr>
        <p:spPr>
          <a:xfrm flipH="1">
            <a:off x="10571836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5-line270"/>
          <p:cNvSpPr/>
          <p:nvPr/>
        </p:nvSpPr>
        <p:spPr>
          <a:xfrm flipH="1">
            <a:off x="10744897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5-line271"/>
          <p:cNvSpPr/>
          <p:nvPr/>
        </p:nvSpPr>
        <p:spPr>
          <a:xfrm flipH="1">
            <a:off x="10862049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5-line272"/>
          <p:cNvSpPr/>
          <p:nvPr/>
        </p:nvSpPr>
        <p:spPr>
          <a:xfrm flipH="1">
            <a:off x="10968642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5-line273"/>
          <p:cNvSpPr/>
          <p:nvPr/>
        </p:nvSpPr>
        <p:spPr>
          <a:xfrm flipH="1">
            <a:off x="1106351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5-line274"/>
          <p:cNvSpPr/>
          <p:nvPr/>
        </p:nvSpPr>
        <p:spPr>
          <a:xfrm flipH="1">
            <a:off x="11064839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5-line275"/>
          <p:cNvSpPr/>
          <p:nvPr/>
        </p:nvSpPr>
        <p:spPr>
          <a:xfrm flipH="1">
            <a:off x="11214050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5-line276"/>
          <p:cNvSpPr/>
          <p:nvPr/>
        </p:nvSpPr>
        <p:spPr>
          <a:xfrm flipH="1">
            <a:off x="11268073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5-line277"/>
          <p:cNvSpPr/>
          <p:nvPr/>
        </p:nvSpPr>
        <p:spPr>
          <a:xfrm flipH="1">
            <a:off x="11307089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5-line278"/>
          <p:cNvSpPr/>
          <p:nvPr/>
        </p:nvSpPr>
        <p:spPr>
          <a:xfrm flipH="1">
            <a:off x="1133067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5-line279"/>
          <p:cNvSpPr/>
          <p:nvPr/>
        </p:nvSpPr>
        <p:spPr>
          <a:xfrm flipH="1">
            <a:off x="11245291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5-line280"/>
          <p:cNvSpPr/>
          <p:nvPr/>
        </p:nvSpPr>
        <p:spPr>
          <a:xfrm flipH="1" flipV="1">
            <a:off x="1133067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5-line281"/>
          <p:cNvSpPr/>
          <p:nvPr/>
        </p:nvSpPr>
        <p:spPr>
          <a:xfrm flipH="1" flipV="1">
            <a:off x="11307089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5-line282"/>
          <p:cNvSpPr/>
          <p:nvPr/>
        </p:nvSpPr>
        <p:spPr>
          <a:xfrm flipH="1" flipV="1">
            <a:off x="11268073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5-line283"/>
          <p:cNvSpPr/>
          <p:nvPr/>
        </p:nvSpPr>
        <p:spPr>
          <a:xfrm flipH="1" flipV="1">
            <a:off x="11214050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5-line284"/>
          <p:cNvSpPr/>
          <p:nvPr/>
        </p:nvSpPr>
        <p:spPr>
          <a:xfrm flipH="1" flipV="1">
            <a:off x="11064839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5-line285"/>
          <p:cNvSpPr/>
          <p:nvPr/>
        </p:nvSpPr>
        <p:spPr>
          <a:xfrm flipH="1" flipV="1">
            <a:off x="1106351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5-line286"/>
          <p:cNvSpPr/>
          <p:nvPr/>
        </p:nvSpPr>
        <p:spPr>
          <a:xfrm flipH="1" flipV="1">
            <a:off x="10968642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5-line287"/>
          <p:cNvSpPr/>
          <p:nvPr/>
        </p:nvSpPr>
        <p:spPr>
          <a:xfrm flipH="1" flipV="1">
            <a:off x="10862049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5-line288"/>
          <p:cNvSpPr/>
          <p:nvPr/>
        </p:nvSpPr>
        <p:spPr>
          <a:xfrm flipH="1" flipV="1">
            <a:off x="10744897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5-line289"/>
          <p:cNvSpPr/>
          <p:nvPr/>
        </p:nvSpPr>
        <p:spPr>
          <a:xfrm flipH="1" flipV="1">
            <a:off x="10571836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5-line290"/>
          <p:cNvSpPr/>
          <p:nvPr/>
        </p:nvSpPr>
        <p:spPr>
          <a:xfrm flipH="1" flipV="1">
            <a:off x="10484154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5-line291"/>
          <p:cNvSpPr/>
          <p:nvPr/>
        </p:nvSpPr>
        <p:spPr>
          <a:xfrm flipH="1" flipV="1">
            <a:off x="10343420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5-line292"/>
          <p:cNvSpPr/>
          <p:nvPr/>
        </p:nvSpPr>
        <p:spPr>
          <a:xfrm flipH="1" flipV="1">
            <a:off x="1019781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5-line293"/>
          <p:cNvSpPr/>
          <p:nvPr/>
        </p:nvSpPr>
        <p:spPr>
          <a:xfrm flipH="1" flipV="1">
            <a:off x="10048920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5-line294"/>
          <p:cNvSpPr/>
          <p:nvPr/>
        </p:nvSpPr>
        <p:spPr>
          <a:xfrm flipV="1">
            <a:off x="9898380" y="431071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5-line295"/>
          <p:cNvSpPr/>
          <p:nvPr/>
        </p:nvSpPr>
        <p:spPr>
          <a:xfrm flipV="1">
            <a:off x="9739716" y="439609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5-line296"/>
          <p:cNvSpPr/>
          <p:nvPr/>
        </p:nvSpPr>
        <p:spPr>
          <a:xfrm flipV="1">
            <a:off x="9582790" y="437250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5-line297"/>
          <p:cNvSpPr/>
          <p:nvPr/>
        </p:nvSpPr>
        <p:spPr>
          <a:xfrm flipV="1">
            <a:off x="9429322" y="433349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5-line298"/>
          <p:cNvSpPr/>
          <p:nvPr/>
        </p:nvSpPr>
        <p:spPr>
          <a:xfrm flipV="1">
            <a:off x="9280993" y="427946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5-line299"/>
          <p:cNvSpPr/>
          <p:nvPr/>
        </p:nvSpPr>
        <p:spPr>
          <a:xfrm flipV="1">
            <a:off x="9139428" y="413025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5-line300"/>
          <p:cNvSpPr/>
          <p:nvPr/>
        </p:nvSpPr>
        <p:spPr>
          <a:xfrm flipV="1">
            <a:off x="9006178" y="412892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5-line301"/>
          <p:cNvSpPr/>
          <p:nvPr/>
        </p:nvSpPr>
        <p:spPr>
          <a:xfrm flipV="1">
            <a:off x="8882704" y="403406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5-line302"/>
          <p:cNvSpPr/>
          <p:nvPr/>
        </p:nvSpPr>
        <p:spPr>
          <a:xfrm flipV="1">
            <a:off x="8770357" y="392746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5-line303"/>
          <p:cNvSpPr/>
          <p:nvPr/>
        </p:nvSpPr>
        <p:spPr>
          <a:xfrm flipV="1">
            <a:off x="8670370" y="381031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5-line304"/>
          <p:cNvSpPr/>
          <p:nvPr/>
        </p:nvSpPr>
        <p:spPr>
          <a:xfrm flipV="1">
            <a:off x="8583837" y="363725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5-line305"/>
          <p:cNvSpPr/>
          <p:nvPr/>
        </p:nvSpPr>
        <p:spPr>
          <a:xfrm flipV="1">
            <a:off x="8511706" y="35495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5-line306"/>
          <p:cNvSpPr/>
          <p:nvPr/>
        </p:nvSpPr>
        <p:spPr>
          <a:xfrm flipV="1">
            <a:off x="8454768" y="340883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5-line307"/>
          <p:cNvSpPr/>
          <p:nvPr/>
        </p:nvSpPr>
        <p:spPr>
          <a:xfrm flipV="1">
            <a:off x="8413646" y="326322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5-line308"/>
          <p:cNvSpPr/>
          <p:nvPr/>
        </p:nvSpPr>
        <p:spPr>
          <a:xfrm flipV="1">
            <a:off x="8388791" y="311433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5-line309"/>
          <p:cNvSpPr/>
          <p:nvPr/>
        </p:nvSpPr>
        <p:spPr>
          <a:xfrm>
            <a:off x="8380476" y="296379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5-line310"/>
          <p:cNvSpPr/>
          <p:nvPr/>
        </p:nvSpPr>
        <p:spPr>
          <a:xfrm>
            <a:off x="8388791" y="280513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5-line311"/>
          <p:cNvSpPr/>
          <p:nvPr/>
        </p:nvSpPr>
        <p:spPr>
          <a:xfrm>
            <a:off x="8413646" y="264820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5-line312"/>
          <p:cNvSpPr/>
          <p:nvPr/>
        </p:nvSpPr>
        <p:spPr>
          <a:xfrm>
            <a:off x="8454768" y="249474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5-line313"/>
          <p:cNvSpPr/>
          <p:nvPr/>
        </p:nvSpPr>
        <p:spPr>
          <a:xfrm>
            <a:off x="8511706" y="234641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5-line314"/>
          <p:cNvSpPr/>
          <p:nvPr/>
        </p:nvSpPr>
        <p:spPr>
          <a:xfrm>
            <a:off x="8583837" y="220484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5-line315"/>
          <p:cNvSpPr/>
          <p:nvPr/>
        </p:nvSpPr>
        <p:spPr>
          <a:xfrm>
            <a:off x="8670370" y="207159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5-line316"/>
          <p:cNvSpPr/>
          <p:nvPr/>
        </p:nvSpPr>
        <p:spPr>
          <a:xfrm>
            <a:off x="8770357" y="194812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5-line317"/>
          <p:cNvSpPr/>
          <p:nvPr/>
        </p:nvSpPr>
        <p:spPr>
          <a:xfrm>
            <a:off x="8882704" y="183577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5-line318"/>
          <p:cNvSpPr/>
          <p:nvPr/>
        </p:nvSpPr>
        <p:spPr>
          <a:xfrm>
            <a:off x="9006178" y="173578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5-line319"/>
          <p:cNvSpPr/>
          <p:nvPr/>
        </p:nvSpPr>
        <p:spPr>
          <a:xfrm>
            <a:off x="9139428" y="164925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5-line320"/>
          <p:cNvSpPr/>
          <p:nvPr/>
        </p:nvSpPr>
        <p:spPr>
          <a:xfrm>
            <a:off x="9280993" y="157712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5-line321"/>
          <p:cNvSpPr/>
          <p:nvPr/>
        </p:nvSpPr>
        <p:spPr>
          <a:xfrm>
            <a:off x="9429322" y="152018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5-line322"/>
          <p:cNvSpPr/>
          <p:nvPr/>
        </p:nvSpPr>
        <p:spPr>
          <a:xfrm>
            <a:off x="9582790" y="147906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5-line323"/>
          <p:cNvSpPr/>
          <p:nvPr/>
        </p:nvSpPr>
        <p:spPr>
          <a:xfrm>
            <a:off x="9739716" y="145421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5-label324"/>
          <p:cNvSpPr txBox="1"/>
          <p:nvPr/>
        </p:nvSpPr>
        <p:spPr>
          <a:xfrm>
            <a:off x="1023808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1" name="S05-label325"/>
          <p:cNvSpPr txBox="1"/>
          <p:nvPr/>
        </p:nvSpPr>
        <p:spPr>
          <a:xfrm>
            <a:off x="10687573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22" name="S05-label326"/>
          <p:cNvSpPr txBox="1"/>
          <p:nvPr/>
        </p:nvSpPr>
        <p:spPr>
          <a:xfrm>
            <a:off x="10852099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3" name="S05-label327"/>
          <p:cNvSpPr txBox="1"/>
          <p:nvPr/>
        </p:nvSpPr>
        <p:spPr>
          <a:xfrm>
            <a:off x="10687573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24" name="S05-label328"/>
          <p:cNvSpPr txBox="1"/>
          <p:nvPr/>
        </p:nvSpPr>
        <p:spPr>
          <a:xfrm>
            <a:off x="1023808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225" name="S05-label329"/>
          <p:cNvSpPr txBox="1"/>
          <p:nvPr/>
        </p:nvSpPr>
        <p:spPr>
          <a:xfrm>
            <a:off x="9624060" y="40089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26" name="S05-label330"/>
          <p:cNvSpPr txBox="1"/>
          <p:nvPr/>
        </p:nvSpPr>
        <p:spPr>
          <a:xfrm>
            <a:off x="9010040" y="38444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27" name="S05-label331"/>
          <p:cNvSpPr txBox="1"/>
          <p:nvPr/>
        </p:nvSpPr>
        <p:spPr>
          <a:xfrm>
            <a:off x="8560547" y="339493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28" name="S05-label332"/>
          <p:cNvSpPr txBox="1"/>
          <p:nvPr/>
        </p:nvSpPr>
        <p:spPr>
          <a:xfrm>
            <a:off x="8396021" y="27809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29" name="S05-label333"/>
          <p:cNvSpPr txBox="1"/>
          <p:nvPr/>
        </p:nvSpPr>
        <p:spPr>
          <a:xfrm>
            <a:off x="8560547" y="216689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30" name="S05-label334"/>
          <p:cNvSpPr txBox="1"/>
          <p:nvPr/>
        </p:nvSpPr>
        <p:spPr>
          <a:xfrm>
            <a:off x="9010040" y="171740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1" name="S05-label335"/>
          <p:cNvSpPr txBox="1"/>
          <p:nvPr/>
        </p:nvSpPr>
        <p:spPr>
          <a:xfrm>
            <a:off x="9624060" y="155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32" name="S05-line336"/>
          <p:cNvSpPr/>
          <p:nvPr/>
        </p:nvSpPr>
        <p:spPr>
          <a:xfrm flipH="1">
            <a:off x="9237715" y="2963799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5-line337"/>
          <p:cNvSpPr/>
          <p:nvPr/>
        </p:nvSpPr>
        <p:spPr>
          <a:xfrm>
            <a:off x="9898380" y="296379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5-pin338"/>
          <p:cNvSpPr/>
          <p:nvPr/>
        </p:nvSpPr>
        <p:spPr>
          <a:xfrm>
            <a:off x="9843516" y="290893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5-label339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 학교 가기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준호의 하루</a:t>
            </a:r>
            <a:endParaRPr lang="ko-KR" sz="4400" dirty="0"/>
          </a:p>
        </p:txBody>
      </p:sp>
      <p:sp>
        <p:nvSpPr>
          <p:cNvPr id="3" name="S06-text3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놓아 봐요.</a:t>
            </a:r>
            <a:endParaRPr lang="ko-KR" sz="3200" dirty="0"/>
          </a:p>
        </p:txBody>
      </p:sp>
      <p:sp>
        <p:nvSpPr>
          <p:cNvPr id="4" name="S06-card3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3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~, 그다음 ~, 나중에 ~” 하고 말해요.</a:t>
            </a:r>
            <a:endParaRPr lang="ko-KR" sz="3200" dirty="0"/>
          </a:p>
        </p:txBody>
      </p:sp>
      <p:sp>
        <p:nvSpPr>
          <p:cNvPr id="6" name="S06-chip343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6-card344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45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저녁밥을 먹어요.</a:t>
            </a:r>
            <a:endParaRPr lang="ko-KR" sz="3200" dirty="0"/>
          </a:p>
        </p:txBody>
      </p:sp>
      <p:sp>
        <p:nvSpPr>
          <p:cNvPr id="9" name="S06-chip346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6-card347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48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일어나요.</a:t>
            </a:r>
            <a:endParaRPr lang="ko-KR" sz="3200" dirty="0"/>
          </a:p>
        </p:txBody>
      </p:sp>
      <p:sp>
        <p:nvSpPr>
          <p:cNvPr id="12" name="S06-chip349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6-card350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351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학교에서 공부해요.</a:t>
            </a:r>
            <a:endParaRPr lang="ko-KR" sz="3200" dirty="0"/>
          </a:p>
        </p:txBody>
      </p:sp>
      <p:sp>
        <p:nvSpPr>
          <p:cNvPr id="15" name="S06-chip35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06-card353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354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순서대로?</a:t>
            </a:r>
            <a:endParaRPr lang="ko-KR" sz="4400" dirty="0"/>
          </a:p>
        </p:txBody>
      </p:sp>
      <p:sp>
        <p:nvSpPr>
          <p:cNvPr id="3" name="S07-card3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어제 한 일을 말했어요.</a:t>
            </a:r>
            <a:endParaRPr lang="ko-KR" sz="3200" dirty="0"/>
          </a:p>
        </p:txBody>
      </p:sp>
      <p:sp>
        <p:nvSpPr>
          <p:cNvPr id="5" name="S07-card3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순서대로 말했나요? 어떻게 알았나요?</a:t>
            </a:r>
            <a:endParaRPr lang="ko-KR" sz="3200" dirty="0"/>
          </a:p>
        </p:txBody>
      </p:sp>
      <p:sp>
        <p:nvSpPr>
          <p:cNvPr id="7" name="S07-chip3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3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놀았어요.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갔어요.</a:t>
            </a:r>
            <a:endParaRPr lang="ko-KR" sz="3200" dirty="0"/>
          </a:p>
        </p:txBody>
      </p:sp>
      <p:sp>
        <p:nvSpPr>
          <p:cNvPr id="9" name="S07-chip3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3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일어났어요.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갔어요.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놀았어요.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지우의 아침</a:t>
            </a:r>
            <a:endParaRPr lang="ko-KR" sz="4400" dirty="0"/>
          </a:p>
        </p:txBody>
      </p:sp>
      <p:sp>
        <p:nvSpPr>
          <p:cNvPr id="3" name="S08-card36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6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읽고, 먼저 한 일부터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말해요.</a:t>
            </a:r>
            <a:endParaRPr lang="ko-KR" sz="3200" dirty="0"/>
          </a:p>
        </p:txBody>
      </p:sp>
      <p:sp>
        <p:nvSpPr>
          <p:cNvPr id="5" name="S08-figure365" descr="시계: 짧은바늘이 8, 긴바늘이 12를 가리킴(8시)"/>
          <p:cNvSpPr/>
          <p:nvPr/>
        </p:nvSpPr>
        <p:spPr>
          <a:xfrm>
            <a:off x="878713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8-line366"/>
          <p:cNvSpPr/>
          <p:nvPr/>
        </p:nvSpPr>
        <p:spPr>
          <a:xfrm>
            <a:off x="2290572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line367"/>
          <p:cNvSpPr/>
          <p:nvPr/>
        </p:nvSpPr>
        <p:spPr>
          <a:xfrm flipH="1">
            <a:off x="2426949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8-line368"/>
          <p:cNvSpPr/>
          <p:nvPr/>
        </p:nvSpPr>
        <p:spPr>
          <a:xfrm flipH="1">
            <a:off x="2561832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8-line369"/>
          <p:cNvSpPr/>
          <p:nvPr/>
        </p:nvSpPr>
        <p:spPr>
          <a:xfrm flipH="1">
            <a:off x="2693743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8-line370"/>
          <p:cNvSpPr/>
          <p:nvPr/>
        </p:nvSpPr>
        <p:spPr>
          <a:xfrm flipH="1">
            <a:off x="2821237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8-line371"/>
          <p:cNvSpPr/>
          <p:nvPr/>
        </p:nvSpPr>
        <p:spPr>
          <a:xfrm flipH="1">
            <a:off x="2900561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line372"/>
          <p:cNvSpPr/>
          <p:nvPr/>
        </p:nvSpPr>
        <p:spPr>
          <a:xfrm flipH="1">
            <a:off x="3057450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8-line373"/>
          <p:cNvSpPr/>
          <p:nvPr/>
        </p:nvSpPr>
        <p:spPr>
          <a:xfrm flipH="1">
            <a:off x="3163580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8-line374"/>
          <p:cNvSpPr/>
          <p:nvPr/>
        </p:nvSpPr>
        <p:spPr>
          <a:xfrm flipH="1">
            <a:off x="3260146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8-line375"/>
          <p:cNvSpPr/>
          <p:nvPr/>
        </p:nvSpPr>
        <p:spPr>
          <a:xfrm flipH="1">
            <a:off x="3346088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8-line376"/>
          <p:cNvSpPr/>
          <p:nvPr/>
        </p:nvSpPr>
        <p:spPr>
          <a:xfrm flipH="1">
            <a:off x="3347104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line377"/>
          <p:cNvSpPr/>
          <p:nvPr/>
        </p:nvSpPr>
        <p:spPr>
          <a:xfrm flipH="1">
            <a:off x="3482466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8-line378"/>
          <p:cNvSpPr/>
          <p:nvPr/>
        </p:nvSpPr>
        <p:spPr>
          <a:xfrm flipH="1">
            <a:off x="3531406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8-line379"/>
          <p:cNvSpPr/>
          <p:nvPr/>
        </p:nvSpPr>
        <p:spPr>
          <a:xfrm flipH="1">
            <a:off x="3566751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8-line380"/>
          <p:cNvSpPr/>
          <p:nvPr/>
        </p:nvSpPr>
        <p:spPr>
          <a:xfrm flipH="1">
            <a:off x="3588115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8-line381"/>
          <p:cNvSpPr/>
          <p:nvPr/>
        </p:nvSpPr>
        <p:spPr>
          <a:xfrm flipH="1">
            <a:off x="3510551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ine382"/>
          <p:cNvSpPr/>
          <p:nvPr/>
        </p:nvSpPr>
        <p:spPr>
          <a:xfrm flipH="1" flipV="1">
            <a:off x="3588115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8-line383"/>
          <p:cNvSpPr/>
          <p:nvPr/>
        </p:nvSpPr>
        <p:spPr>
          <a:xfrm flipH="1" flipV="1">
            <a:off x="3566751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8-line384"/>
          <p:cNvSpPr/>
          <p:nvPr/>
        </p:nvSpPr>
        <p:spPr>
          <a:xfrm flipH="1" flipV="1">
            <a:off x="3531406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8-line385"/>
          <p:cNvSpPr/>
          <p:nvPr/>
        </p:nvSpPr>
        <p:spPr>
          <a:xfrm flipH="1" flipV="1">
            <a:off x="3482466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8-line386"/>
          <p:cNvSpPr/>
          <p:nvPr/>
        </p:nvSpPr>
        <p:spPr>
          <a:xfrm flipH="1" flipV="1">
            <a:off x="3347104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8-line387"/>
          <p:cNvSpPr/>
          <p:nvPr/>
        </p:nvSpPr>
        <p:spPr>
          <a:xfrm flipH="1" flipV="1">
            <a:off x="3346088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8-line388"/>
          <p:cNvSpPr/>
          <p:nvPr/>
        </p:nvSpPr>
        <p:spPr>
          <a:xfrm flipH="1" flipV="1">
            <a:off x="3260146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8-line389"/>
          <p:cNvSpPr/>
          <p:nvPr/>
        </p:nvSpPr>
        <p:spPr>
          <a:xfrm flipH="1" flipV="1">
            <a:off x="3163580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8-line390"/>
          <p:cNvSpPr/>
          <p:nvPr/>
        </p:nvSpPr>
        <p:spPr>
          <a:xfrm flipH="1" flipV="1">
            <a:off x="3057450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8-line391"/>
          <p:cNvSpPr/>
          <p:nvPr/>
        </p:nvSpPr>
        <p:spPr>
          <a:xfrm flipH="1" flipV="1">
            <a:off x="2900561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8-line392"/>
          <p:cNvSpPr/>
          <p:nvPr/>
        </p:nvSpPr>
        <p:spPr>
          <a:xfrm flipH="1" flipV="1">
            <a:off x="2821237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8-line393"/>
          <p:cNvSpPr/>
          <p:nvPr/>
        </p:nvSpPr>
        <p:spPr>
          <a:xfrm flipH="1" flipV="1">
            <a:off x="2693743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8-line394"/>
          <p:cNvSpPr/>
          <p:nvPr/>
        </p:nvSpPr>
        <p:spPr>
          <a:xfrm flipH="1" flipV="1">
            <a:off x="2561832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8-line395"/>
          <p:cNvSpPr/>
          <p:nvPr/>
        </p:nvSpPr>
        <p:spPr>
          <a:xfrm flipH="1" flipV="1">
            <a:off x="2426949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8-line396"/>
          <p:cNvSpPr/>
          <p:nvPr/>
        </p:nvSpPr>
        <p:spPr>
          <a:xfrm flipV="1">
            <a:off x="2290572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8-line397"/>
          <p:cNvSpPr/>
          <p:nvPr/>
        </p:nvSpPr>
        <p:spPr>
          <a:xfrm flipV="1">
            <a:off x="2146816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8-line398"/>
          <p:cNvSpPr/>
          <p:nvPr/>
        </p:nvSpPr>
        <p:spPr>
          <a:xfrm flipV="1">
            <a:off x="2004635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8-line399"/>
          <p:cNvSpPr/>
          <p:nvPr/>
        </p:nvSpPr>
        <p:spPr>
          <a:xfrm flipV="1">
            <a:off x="1865586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8-line400"/>
          <p:cNvSpPr/>
          <p:nvPr/>
        </p:nvSpPr>
        <p:spPr>
          <a:xfrm flipV="1">
            <a:off x="1731194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8-line401"/>
          <p:cNvSpPr/>
          <p:nvPr/>
        </p:nvSpPr>
        <p:spPr>
          <a:xfrm flipV="1">
            <a:off x="1602931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8-line402"/>
          <p:cNvSpPr/>
          <p:nvPr/>
        </p:nvSpPr>
        <p:spPr>
          <a:xfrm flipV="1">
            <a:off x="1482201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8-line403"/>
          <p:cNvSpPr/>
          <p:nvPr/>
        </p:nvSpPr>
        <p:spPr>
          <a:xfrm flipV="1">
            <a:off x="1370328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8-line404"/>
          <p:cNvSpPr/>
          <p:nvPr/>
        </p:nvSpPr>
        <p:spPr>
          <a:xfrm flipV="1">
            <a:off x="1268538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8-line405"/>
          <p:cNvSpPr/>
          <p:nvPr/>
        </p:nvSpPr>
        <p:spPr>
          <a:xfrm flipV="1">
            <a:off x="1177945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8-line406"/>
          <p:cNvSpPr/>
          <p:nvPr/>
        </p:nvSpPr>
        <p:spPr>
          <a:xfrm flipV="1">
            <a:off x="1099542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8-line407"/>
          <p:cNvSpPr/>
          <p:nvPr/>
        </p:nvSpPr>
        <p:spPr>
          <a:xfrm flipV="1">
            <a:off x="1034188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8-line408"/>
          <p:cNvSpPr/>
          <p:nvPr/>
        </p:nvSpPr>
        <p:spPr>
          <a:xfrm flipV="1">
            <a:off x="982600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8-line409"/>
          <p:cNvSpPr/>
          <p:nvPr/>
        </p:nvSpPr>
        <p:spPr>
          <a:xfrm flipV="1">
            <a:off x="945342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8-line410"/>
          <p:cNvSpPr/>
          <p:nvPr/>
        </p:nvSpPr>
        <p:spPr>
          <a:xfrm flipV="1">
            <a:off x="922823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8-line411"/>
          <p:cNvSpPr/>
          <p:nvPr/>
        </p:nvSpPr>
        <p:spPr>
          <a:xfrm>
            <a:off x="915289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8-line412"/>
          <p:cNvSpPr/>
          <p:nvPr/>
        </p:nvSpPr>
        <p:spPr>
          <a:xfrm>
            <a:off x="922823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8-line413"/>
          <p:cNvSpPr/>
          <p:nvPr/>
        </p:nvSpPr>
        <p:spPr>
          <a:xfrm>
            <a:off x="945342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8-line414"/>
          <p:cNvSpPr/>
          <p:nvPr/>
        </p:nvSpPr>
        <p:spPr>
          <a:xfrm>
            <a:off x="982600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8-line415"/>
          <p:cNvSpPr/>
          <p:nvPr/>
        </p:nvSpPr>
        <p:spPr>
          <a:xfrm>
            <a:off x="1034188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8-line416"/>
          <p:cNvSpPr/>
          <p:nvPr/>
        </p:nvSpPr>
        <p:spPr>
          <a:xfrm>
            <a:off x="1099542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8-line417"/>
          <p:cNvSpPr/>
          <p:nvPr/>
        </p:nvSpPr>
        <p:spPr>
          <a:xfrm>
            <a:off x="1177945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8-line418"/>
          <p:cNvSpPr/>
          <p:nvPr/>
        </p:nvSpPr>
        <p:spPr>
          <a:xfrm>
            <a:off x="1268538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8-line419"/>
          <p:cNvSpPr/>
          <p:nvPr/>
        </p:nvSpPr>
        <p:spPr>
          <a:xfrm>
            <a:off x="1370328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8-line420"/>
          <p:cNvSpPr/>
          <p:nvPr/>
        </p:nvSpPr>
        <p:spPr>
          <a:xfrm>
            <a:off x="1482201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8-line421"/>
          <p:cNvSpPr/>
          <p:nvPr/>
        </p:nvSpPr>
        <p:spPr>
          <a:xfrm>
            <a:off x="1602930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8-line422"/>
          <p:cNvSpPr/>
          <p:nvPr/>
        </p:nvSpPr>
        <p:spPr>
          <a:xfrm>
            <a:off x="1731194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8-line423"/>
          <p:cNvSpPr/>
          <p:nvPr/>
        </p:nvSpPr>
        <p:spPr>
          <a:xfrm>
            <a:off x="1865586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8-line424"/>
          <p:cNvSpPr/>
          <p:nvPr/>
        </p:nvSpPr>
        <p:spPr>
          <a:xfrm>
            <a:off x="2004635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8-line425"/>
          <p:cNvSpPr/>
          <p:nvPr/>
        </p:nvSpPr>
        <p:spPr>
          <a:xfrm>
            <a:off x="2146816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8-label426"/>
          <p:cNvSpPr txBox="1"/>
          <p:nvPr/>
        </p:nvSpPr>
        <p:spPr>
          <a:xfrm>
            <a:off x="2573936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7" name="S08-label427"/>
          <p:cNvSpPr txBox="1"/>
          <p:nvPr/>
        </p:nvSpPr>
        <p:spPr>
          <a:xfrm>
            <a:off x="2982190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8" name="S08-label428"/>
          <p:cNvSpPr txBox="1"/>
          <p:nvPr/>
        </p:nvSpPr>
        <p:spPr>
          <a:xfrm>
            <a:off x="3131621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9" name="S08-label429"/>
          <p:cNvSpPr txBox="1"/>
          <p:nvPr/>
        </p:nvSpPr>
        <p:spPr>
          <a:xfrm>
            <a:off x="2982190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70" name="S08-label430"/>
          <p:cNvSpPr txBox="1"/>
          <p:nvPr/>
        </p:nvSpPr>
        <p:spPr>
          <a:xfrm>
            <a:off x="2573936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1" name="S08-label431"/>
          <p:cNvSpPr txBox="1"/>
          <p:nvPr/>
        </p:nvSpPr>
        <p:spPr>
          <a:xfrm>
            <a:off x="2016252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2" name="S08-label432"/>
          <p:cNvSpPr txBox="1"/>
          <p:nvPr/>
        </p:nvSpPr>
        <p:spPr>
          <a:xfrm>
            <a:off x="1458568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3" name="S08-label433"/>
          <p:cNvSpPr txBox="1"/>
          <p:nvPr/>
        </p:nvSpPr>
        <p:spPr>
          <a:xfrm>
            <a:off x="1050314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4" name="S08-label434"/>
          <p:cNvSpPr txBox="1"/>
          <p:nvPr/>
        </p:nvSpPr>
        <p:spPr>
          <a:xfrm>
            <a:off x="900883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5" name="S08-label435"/>
          <p:cNvSpPr txBox="1"/>
          <p:nvPr/>
        </p:nvSpPr>
        <p:spPr>
          <a:xfrm>
            <a:off x="1050314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6" name="S08-label436"/>
          <p:cNvSpPr txBox="1"/>
          <p:nvPr/>
        </p:nvSpPr>
        <p:spPr>
          <a:xfrm>
            <a:off x="1458568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7" name="S08-label437"/>
          <p:cNvSpPr txBox="1"/>
          <p:nvPr/>
        </p:nvSpPr>
        <p:spPr>
          <a:xfrm>
            <a:off x="2016252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8" name="S08-line438"/>
          <p:cNvSpPr/>
          <p:nvPr/>
        </p:nvSpPr>
        <p:spPr>
          <a:xfrm flipH="1">
            <a:off x="1752581" y="2737739"/>
            <a:ext cx="537991" cy="310609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8-line439"/>
          <p:cNvSpPr/>
          <p:nvPr/>
        </p:nvSpPr>
        <p:spPr>
          <a:xfrm flipV="1">
            <a:off x="2290572" y="183414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8-pin440"/>
          <p:cNvSpPr/>
          <p:nvPr/>
        </p:nvSpPr>
        <p:spPr>
          <a:xfrm>
            <a:off x="2235708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8-label441"/>
          <p:cNvSpPr txBox="1"/>
          <p:nvPr/>
        </p:nvSpPr>
        <p:spPr>
          <a:xfrm>
            <a:off x="548640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아침밥</a:t>
            </a:r>
            <a:endParaRPr lang="ko-KR" sz="2600" dirty="0"/>
          </a:p>
        </p:txBody>
      </p:sp>
      <p:sp>
        <p:nvSpPr>
          <p:cNvPr id="82" name="S08-figure442" descr="시계: 짧은바늘이 8과 9 사이, 긴바늘이 6를 가리킴(8시 30분)"/>
          <p:cNvSpPr/>
          <p:nvPr/>
        </p:nvSpPr>
        <p:spPr>
          <a:xfrm>
            <a:off x="4682617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8-line443"/>
          <p:cNvSpPr/>
          <p:nvPr/>
        </p:nvSpPr>
        <p:spPr>
          <a:xfrm>
            <a:off x="6094476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8-line444"/>
          <p:cNvSpPr/>
          <p:nvPr/>
        </p:nvSpPr>
        <p:spPr>
          <a:xfrm flipH="1">
            <a:off x="6230853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8-line445"/>
          <p:cNvSpPr/>
          <p:nvPr/>
        </p:nvSpPr>
        <p:spPr>
          <a:xfrm flipH="1">
            <a:off x="6365736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8-line446"/>
          <p:cNvSpPr/>
          <p:nvPr/>
        </p:nvSpPr>
        <p:spPr>
          <a:xfrm flipH="1">
            <a:off x="6497647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8-line447"/>
          <p:cNvSpPr/>
          <p:nvPr/>
        </p:nvSpPr>
        <p:spPr>
          <a:xfrm flipH="1">
            <a:off x="6625141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8-line448"/>
          <p:cNvSpPr/>
          <p:nvPr/>
        </p:nvSpPr>
        <p:spPr>
          <a:xfrm flipH="1">
            <a:off x="6704465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8-line449"/>
          <p:cNvSpPr/>
          <p:nvPr/>
        </p:nvSpPr>
        <p:spPr>
          <a:xfrm flipH="1">
            <a:off x="6861354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8-line450"/>
          <p:cNvSpPr/>
          <p:nvPr/>
        </p:nvSpPr>
        <p:spPr>
          <a:xfrm flipH="1">
            <a:off x="6967484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8-line451"/>
          <p:cNvSpPr/>
          <p:nvPr/>
        </p:nvSpPr>
        <p:spPr>
          <a:xfrm flipH="1">
            <a:off x="7064050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8-line452"/>
          <p:cNvSpPr/>
          <p:nvPr/>
        </p:nvSpPr>
        <p:spPr>
          <a:xfrm flipH="1">
            <a:off x="7149992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8-line453"/>
          <p:cNvSpPr/>
          <p:nvPr/>
        </p:nvSpPr>
        <p:spPr>
          <a:xfrm flipH="1">
            <a:off x="7151008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8-line454"/>
          <p:cNvSpPr/>
          <p:nvPr/>
        </p:nvSpPr>
        <p:spPr>
          <a:xfrm flipH="1">
            <a:off x="7286370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8-line455"/>
          <p:cNvSpPr/>
          <p:nvPr/>
        </p:nvSpPr>
        <p:spPr>
          <a:xfrm flipH="1">
            <a:off x="7335310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8-line456"/>
          <p:cNvSpPr/>
          <p:nvPr/>
        </p:nvSpPr>
        <p:spPr>
          <a:xfrm flipH="1">
            <a:off x="7370655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8-line457"/>
          <p:cNvSpPr/>
          <p:nvPr/>
        </p:nvSpPr>
        <p:spPr>
          <a:xfrm flipH="1">
            <a:off x="7392019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8-line458"/>
          <p:cNvSpPr/>
          <p:nvPr/>
        </p:nvSpPr>
        <p:spPr>
          <a:xfrm flipH="1">
            <a:off x="7314455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8-line459"/>
          <p:cNvSpPr/>
          <p:nvPr/>
        </p:nvSpPr>
        <p:spPr>
          <a:xfrm flipH="1" flipV="1">
            <a:off x="7392019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8-line460"/>
          <p:cNvSpPr/>
          <p:nvPr/>
        </p:nvSpPr>
        <p:spPr>
          <a:xfrm flipH="1" flipV="1">
            <a:off x="7370655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8-line461"/>
          <p:cNvSpPr/>
          <p:nvPr/>
        </p:nvSpPr>
        <p:spPr>
          <a:xfrm flipH="1" flipV="1">
            <a:off x="7335310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8-line462"/>
          <p:cNvSpPr/>
          <p:nvPr/>
        </p:nvSpPr>
        <p:spPr>
          <a:xfrm flipH="1" flipV="1">
            <a:off x="7286370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8-line463"/>
          <p:cNvSpPr/>
          <p:nvPr/>
        </p:nvSpPr>
        <p:spPr>
          <a:xfrm flipH="1" flipV="1">
            <a:off x="7151008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8-line464"/>
          <p:cNvSpPr/>
          <p:nvPr/>
        </p:nvSpPr>
        <p:spPr>
          <a:xfrm flipH="1" flipV="1">
            <a:off x="7149992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8-line465"/>
          <p:cNvSpPr/>
          <p:nvPr/>
        </p:nvSpPr>
        <p:spPr>
          <a:xfrm flipH="1" flipV="1">
            <a:off x="7064050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8-line466"/>
          <p:cNvSpPr/>
          <p:nvPr/>
        </p:nvSpPr>
        <p:spPr>
          <a:xfrm flipH="1" flipV="1">
            <a:off x="6967484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8-line467"/>
          <p:cNvSpPr/>
          <p:nvPr/>
        </p:nvSpPr>
        <p:spPr>
          <a:xfrm flipH="1" flipV="1">
            <a:off x="6861354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8-line468"/>
          <p:cNvSpPr/>
          <p:nvPr/>
        </p:nvSpPr>
        <p:spPr>
          <a:xfrm flipH="1" flipV="1">
            <a:off x="6704465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8-line469"/>
          <p:cNvSpPr/>
          <p:nvPr/>
        </p:nvSpPr>
        <p:spPr>
          <a:xfrm flipH="1" flipV="1">
            <a:off x="6625141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8-line470"/>
          <p:cNvSpPr/>
          <p:nvPr/>
        </p:nvSpPr>
        <p:spPr>
          <a:xfrm flipH="1" flipV="1">
            <a:off x="6497647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8-line471"/>
          <p:cNvSpPr/>
          <p:nvPr/>
        </p:nvSpPr>
        <p:spPr>
          <a:xfrm flipH="1" flipV="1">
            <a:off x="6365736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8-line472"/>
          <p:cNvSpPr/>
          <p:nvPr/>
        </p:nvSpPr>
        <p:spPr>
          <a:xfrm flipH="1" flipV="1">
            <a:off x="6230853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8-line473"/>
          <p:cNvSpPr/>
          <p:nvPr/>
        </p:nvSpPr>
        <p:spPr>
          <a:xfrm flipV="1">
            <a:off x="6094476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8-line474"/>
          <p:cNvSpPr/>
          <p:nvPr/>
        </p:nvSpPr>
        <p:spPr>
          <a:xfrm flipV="1">
            <a:off x="5950720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8-line475"/>
          <p:cNvSpPr/>
          <p:nvPr/>
        </p:nvSpPr>
        <p:spPr>
          <a:xfrm flipV="1">
            <a:off x="5808539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8-line476"/>
          <p:cNvSpPr/>
          <p:nvPr/>
        </p:nvSpPr>
        <p:spPr>
          <a:xfrm flipV="1">
            <a:off x="5669490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8-line477"/>
          <p:cNvSpPr/>
          <p:nvPr/>
        </p:nvSpPr>
        <p:spPr>
          <a:xfrm flipV="1">
            <a:off x="5535098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8-line478"/>
          <p:cNvSpPr/>
          <p:nvPr/>
        </p:nvSpPr>
        <p:spPr>
          <a:xfrm flipV="1">
            <a:off x="5406835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8-line479"/>
          <p:cNvSpPr/>
          <p:nvPr/>
        </p:nvSpPr>
        <p:spPr>
          <a:xfrm flipV="1">
            <a:off x="5286105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8-line480"/>
          <p:cNvSpPr/>
          <p:nvPr/>
        </p:nvSpPr>
        <p:spPr>
          <a:xfrm flipV="1">
            <a:off x="5174232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8-line481"/>
          <p:cNvSpPr/>
          <p:nvPr/>
        </p:nvSpPr>
        <p:spPr>
          <a:xfrm flipV="1">
            <a:off x="5072442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8-line482"/>
          <p:cNvSpPr/>
          <p:nvPr/>
        </p:nvSpPr>
        <p:spPr>
          <a:xfrm flipV="1">
            <a:off x="4981849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8-line483"/>
          <p:cNvSpPr/>
          <p:nvPr/>
        </p:nvSpPr>
        <p:spPr>
          <a:xfrm flipV="1">
            <a:off x="4903446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8-line484"/>
          <p:cNvSpPr/>
          <p:nvPr/>
        </p:nvSpPr>
        <p:spPr>
          <a:xfrm flipV="1">
            <a:off x="4838092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8-line485"/>
          <p:cNvSpPr/>
          <p:nvPr/>
        </p:nvSpPr>
        <p:spPr>
          <a:xfrm flipV="1">
            <a:off x="4786504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8-line486"/>
          <p:cNvSpPr/>
          <p:nvPr/>
        </p:nvSpPr>
        <p:spPr>
          <a:xfrm flipV="1">
            <a:off x="4749246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8-line487"/>
          <p:cNvSpPr/>
          <p:nvPr/>
        </p:nvSpPr>
        <p:spPr>
          <a:xfrm flipV="1">
            <a:off x="4726727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8-line488"/>
          <p:cNvSpPr/>
          <p:nvPr/>
        </p:nvSpPr>
        <p:spPr>
          <a:xfrm>
            <a:off x="4719193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8-line489"/>
          <p:cNvSpPr/>
          <p:nvPr/>
        </p:nvSpPr>
        <p:spPr>
          <a:xfrm>
            <a:off x="4726727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8-line490"/>
          <p:cNvSpPr/>
          <p:nvPr/>
        </p:nvSpPr>
        <p:spPr>
          <a:xfrm>
            <a:off x="4749246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8-line491"/>
          <p:cNvSpPr/>
          <p:nvPr/>
        </p:nvSpPr>
        <p:spPr>
          <a:xfrm>
            <a:off x="4786504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8-line492"/>
          <p:cNvSpPr/>
          <p:nvPr/>
        </p:nvSpPr>
        <p:spPr>
          <a:xfrm>
            <a:off x="4838092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8-line493"/>
          <p:cNvSpPr/>
          <p:nvPr/>
        </p:nvSpPr>
        <p:spPr>
          <a:xfrm>
            <a:off x="4903446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8-line494"/>
          <p:cNvSpPr/>
          <p:nvPr/>
        </p:nvSpPr>
        <p:spPr>
          <a:xfrm>
            <a:off x="4981849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8-line495"/>
          <p:cNvSpPr/>
          <p:nvPr/>
        </p:nvSpPr>
        <p:spPr>
          <a:xfrm>
            <a:off x="5072442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8-line496"/>
          <p:cNvSpPr/>
          <p:nvPr/>
        </p:nvSpPr>
        <p:spPr>
          <a:xfrm>
            <a:off x="5174232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8-line497"/>
          <p:cNvSpPr/>
          <p:nvPr/>
        </p:nvSpPr>
        <p:spPr>
          <a:xfrm>
            <a:off x="5286105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8-line498"/>
          <p:cNvSpPr/>
          <p:nvPr/>
        </p:nvSpPr>
        <p:spPr>
          <a:xfrm>
            <a:off x="5406835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8-line499"/>
          <p:cNvSpPr/>
          <p:nvPr/>
        </p:nvSpPr>
        <p:spPr>
          <a:xfrm>
            <a:off x="5535098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8-line500"/>
          <p:cNvSpPr/>
          <p:nvPr/>
        </p:nvSpPr>
        <p:spPr>
          <a:xfrm>
            <a:off x="5669490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8-line501"/>
          <p:cNvSpPr/>
          <p:nvPr/>
        </p:nvSpPr>
        <p:spPr>
          <a:xfrm>
            <a:off x="5808539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8-line502"/>
          <p:cNvSpPr/>
          <p:nvPr/>
        </p:nvSpPr>
        <p:spPr>
          <a:xfrm>
            <a:off x="5950720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8-label503"/>
          <p:cNvSpPr txBox="1"/>
          <p:nvPr/>
        </p:nvSpPr>
        <p:spPr>
          <a:xfrm>
            <a:off x="6377840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144" name="S08-label504"/>
          <p:cNvSpPr txBox="1"/>
          <p:nvPr/>
        </p:nvSpPr>
        <p:spPr>
          <a:xfrm>
            <a:off x="6786094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145" name="S08-label505"/>
          <p:cNvSpPr txBox="1"/>
          <p:nvPr/>
        </p:nvSpPr>
        <p:spPr>
          <a:xfrm>
            <a:off x="6935525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146" name="S08-label506"/>
          <p:cNvSpPr txBox="1"/>
          <p:nvPr/>
        </p:nvSpPr>
        <p:spPr>
          <a:xfrm>
            <a:off x="6786094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147" name="S08-label507"/>
          <p:cNvSpPr txBox="1"/>
          <p:nvPr/>
        </p:nvSpPr>
        <p:spPr>
          <a:xfrm>
            <a:off x="6377840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148" name="S08-label508"/>
          <p:cNvSpPr txBox="1"/>
          <p:nvPr/>
        </p:nvSpPr>
        <p:spPr>
          <a:xfrm>
            <a:off x="5820156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149" name="S08-label509"/>
          <p:cNvSpPr txBox="1"/>
          <p:nvPr/>
        </p:nvSpPr>
        <p:spPr>
          <a:xfrm>
            <a:off x="5262472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150" name="S08-label510"/>
          <p:cNvSpPr txBox="1"/>
          <p:nvPr/>
        </p:nvSpPr>
        <p:spPr>
          <a:xfrm>
            <a:off x="4854218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151" name="S08-label511"/>
          <p:cNvSpPr txBox="1"/>
          <p:nvPr/>
        </p:nvSpPr>
        <p:spPr>
          <a:xfrm>
            <a:off x="4704787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152" name="S08-label512"/>
          <p:cNvSpPr txBox="1"/>
          <p:nvPr/>
        </p:nvSpPr>
        <p:spPr>
          <a:xfrm>
            <a:off x="4854218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153" name="S08-label513"/>
          <p:cNvSpPr txBox="1"/>
          <p:nvPr/>
        </p:nvSpPr>
        <p:spPr>
          <a:xfrm>
            <a:off x="5262472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154" name="S08-label514"/>
          <p:cNvSpPr txBox="1"/>
          <p:nvPr/>
        </p:nvSpPr>
        <p:spPr>
          <a:xfrm>
            <a:off x="5820156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155" name="S08-line515"/>
          <p:cNvSpPr/>
          <p:nvPr/>
        </p:nvSpPr>
        <p:spPr>
          <a:xfrm flipH="1">
            <a:off x="5494426" y="2737739"/>
            <a:ext cx="600050" cy="16078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8-line516"/>
          <p:cNvSpPr/>
          <p:nvPr/>
        </p:nvSpPr>
        <p:spPr>
          <a:xfrm>
            <a:off x="6094476" y="273773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8-pin517"/>
          <p:cNvSpPr/>
          <p:nvPr/>
        </p:nvSpPr>
        <p:spPr>
          <a:xfrm>
            <a:off x="6039612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8-label518"/>
          <p:cNvSpPr txBox="1"/>
          <p:nvPr/>
        </p:nvSpPr>
        <p:spPr>
          <a:xfrm>
            <a:off x="4352544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학교 가기</a:t>
            </a:r>
            <a:endParaRPr lang="ko-KR" sz="2600" dirty="0"/>
          </a:p>
        </p:txBody>
      </p:sp>
      <p:sp>
        <p:nvSpPr>
          <p:cNvPr id="159" name="S08-figure519" descr="시계: 짧은바늘이 7과 8 사이, 긴바늘이 6를 가리킴(7시 30분)"/>
          <p:cNvSpPr/>
          <p:nvPr/>
        </p:nvSpPr>
        <p:spPr>
          <a:xfrm>
            <a:off x="8486521" y="1325880"/>
            <a:ext cx="2823718" cy="282371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0" name="S08-line520"/>
          <p:cNvSpPr/>
          <p:nvPr/>
        </p:nvSpPr>
        <p:spPr>
          <a:xfrm>
            <a:off x="9898380" y="1362456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1" name="S08-line521"/>
          <p:cNvSpPr/>
          <p:nvPr/>
        </p:nvSpPr>
        <p:spPr>
          <a:xfrm flipH="1">
            <a:off x="10034757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08-line522"/>
          <p:cNvSpPr/>
          <p:nvPr/>
        </p:nvSpPr>
        <p:spPr>
          <a:xfrm flipH="1">
            <a:off x="10169640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8-line523"/>
          <p:cNvSpPr/>
          <p:nvPr/>
        </p:nvSpPr>
        <p:spPr>
          <a:xfrm flipH="1">
            <a:off x="10301551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8-line524"/>
          <p:cNvSpPr/>
          <p:nvPr/>
        </p:nvSpPr>
        <p:spPr>
          <a:xfrm flipH="1">
            <a:off x="10429045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8-line525"/>
          <p:cNvSpPr/>
          <p:nvPr/>
        </p:nvSpPr>
        <p:spPr>
          <a:xfrm flipH="1">
            <a:off x="10508369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6" name="S08-line526"/>
          <p:cNvSpPr/>
          <p:nvPr/>
        </p:nvSpPr>
        <p:spPr>
          <a:xfrm flipH="1">
            <a:off x="10665258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8-line527"/>
          <p:cNvSpPr/>
          <p:nvPr/>
        </p:nvSpPr>
        <p:spPr>
          <a:xfrm flipH="1">
            <a:off x="10771388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8-line528"/>
          <p:cNvSpPr/>
          <p:nvPr/>
        </p:nvSpPr>
        <p:spPr>
          <a:xfrm flipH="1">
            <a:off x="10867954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8-line529"/>
          <p:cNvSpPr/>
          <p:nvPr/>
        </p:nvSpPr>
        <p:spPr>
          <a:xfrm flipH="1">
            <a:off x="10953896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8-line530"/>
          <p:cNvSpPr/>
          <p:nvPr/>
        </p:nvSpPr>
        <p:spPr>
          <a:xfrm flipH="1">
            <a:off x="10954912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1" name="S08-line531"/>
          <p:cNvSpPr/>
          <p:nvPr/>
        </p:nvSpPr>
        <p:spPr>
          <a:xfrm flipH="1">
            <a:off x="11090274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8-line532"/>
          <p:cNvSpPr/>
          <p:nvPr/>
        </p:nvSpPr>
        <p:spPr>
          <a:xfrm flipH="1">
            <a:off x="11139214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8-line533"/>
          <p:cNvSpPr/>
          <p:nvPr/>
        </p:nvSpPr>
        <p:spPr>
          <a:xfrm flipH="1">
            <a:off x="11174559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08-line534"/>
          <p:cNvSpPr/>
          <p:nvPr/>
        </p:nvSpPr>
        <p:spPr>
          <a:xfrm flipH="1">
            <a:off x="11195923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8-line535"/>
          <p:cNvSpPr/>
          <p:nvPr/>
        </p:nvSpPr>
        <p:spPr>
          <a:xfrm flipH="1">
            <a:off x="11118359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6" name="S08-line536"/>
          <p:cNvSpPr/>
          <p:nvPr/>
        </p:nvSpPr>
        <p:spPr>
          <a:xfrm flipH="1" flipV="1">
            <a:off x="11195923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8-line537"/>
          <p:cNvSpPr/>
          <p:nvPr/>
        </p:nvSpPr>
        <p:spPr>
          <a:xfrm flipH="1" flipV="1">
            <a:off x="11174559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8-line538"/>
          <p:cNvSpPr/>
          <p:nvPr/>
        </p:nvSpPr>
        <p:spPr>
          <a:xfrm flipH="1" flipV="1">
            <a:off x="11139214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08-line539"/>
          <p:cNvSpPr/>
          <p:nvPr/>
        </p:nvSpPr>
        <p:spPr>
          <a:xfrm flipH="1" flipV="1">
            <a:off x="11090274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8-line540"/>
          <p:cNvSpPr/>
          <p:nvPr/>
        </p:nvSpPr>
        <p:spPr>
          <a:xfrm flipH="1" flipV="1">
            <a:off x="10954912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1" name="S08-line541"/>
          <p:cNvSpPr/>
          <p:nvPr/>
        </p:nvSpPr>
        <p:spPr>
          <a:xfrm flipH="1" flipV="1">
            <a:off x="10953896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8-line542"/>
          <p:cNvSpPr/>
          <p:nvPr/>
        </p:nvSpPr>
        <p:spPr>
          <a:xfrm flipH="1" flipV="1">
            <a:off x="10867954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8-line543"/>
          <p:cNvSpPr/>
          <p:nvPr/>
        </p:nvSpPr>
        <p:spPr>
          <a:xfrm flipH="1" flipV="1">
            <a:off x="10771388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08-line544"/>
          <p:cNvSpPr/>
          <p:nvPr/>
        </p:nvSpPr>
        <p:spPr>
          <a:xfrm flipH="1" flipV="1">
            <a:off x="10665258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8-line545"/>
          <p:cNvSpPr/>
          <p:nvPr/>
        </p:nvSpPr>
        <p:spPr>
          <a:xfrm flipH="1" flipV="1">
            <a:off x="10508369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6" name="S08-line546"/>
          <p:cNvSpPr/>
          <p:nvPr/>
        </p:nvSpPr>
        <p:spPr>
          <a:xfrm flipH="1" flipV="1">
            <a:off x="10429045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8-line547"/>
          <p:cNvSpPr/>
          <p:nvPr/>
        </p:nvSpPr>
        <p:spPr>
          <a:xfrm flipH="1" flipV="1">
            <a:off x="10301551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8-line548"/>
          <p:cNvSpPr/>
          <p:nvPr/>
        </p:nvSpPr>
        <p:spPr>
          <a:xfrm flipH="1" flipV="1">
            <a:off x="10169640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08-line549"/>
          <p:cNvSpPr/>
          <p:nvPr/>
        </p:nvSpPr>
        <p:spPr>
          <a:xfrm flipH="1" flipV="1">
            <a:off x="10034757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8-line550"/>
          <p:cNvSpPr/>
          <p:nvPr/>
        </p:nvSpPr>
        <p:spPr>
          <a:xfrm flipV="1">
            <a:off x="9898380" y="3957718"/>
            <a:ext cx="0" cy="155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1" name="S08-line551"/>
          <p:cNvSpPr/>
          <p:nvPr/>
        </p:nvSpPr>
        <p:spPr>
          <a:xfrm flipV="1">
            <a:off x="9754624" y="4035282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8-line552"/>
          <p:cNvSpPr/>
          <p:nvPr/>
        </p:nvSpPr>
        <p:spPr>
          <a:xfrm flipV="1">
            <a:off x="9612443" y="4013918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8-line553"/>
          <p:cNvSpPr/>
          <p:nvPr/>
        </p:nvSpPr>
        <p:spPr>
          <a:xfrm flipV="1">
            <a:off x="9473394" y="3978573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08-line554"/>
          <p:cNvSpPr/>
          <p:nvPr/>
        </p:nvSpPr>
        <p:spPr>
          <a:xfrm flipV="1">
            <a:off x="9339002" y="3929633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8-line555"/>
          <p:cNvSpPr/>
          <p:nvPr/>
        </p:nvSpPr>
        <p:spPr>
          <a:xfrm flipV="1">
            <a:off x="9210738" y="3794271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6" name="S08-line556"/>
          <p:cNvSpPr/>
          <p:nvPr/>
        </p:nvSpPr>
        <p:spPr>
          <a:xfrm flipV="1">
            <a:off x="9090009" y="3793255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8-line557"/>
          <p:cNvSpPr/>
          <p:nvPr/>
        </p:nvSpPr>
        <p:spPr>
          <a:xfrm flipV="1">
            <a:off x="8978136" y="3707313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8-line558"/>
          <p:cNvSpPr/>
          <p:nvPr/>
        </p:nvSpPr>
        <p:spPr>
          <a:xfrm flipV="1">
            <a:off x="8876346" y="3610747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08-line559"/>
          <p:cNvSpPr/>
          <p:nvPr/>
        </p:nvSpPr>
        <p:spPr>
          <a:xfrm flipV="1">
            <a:off x="8785753" y="3504617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8-line560"/>
          <p:cNvSpPr/>
          <p:nvPr/>
        </p:nvSpPr>
        <p:spPr>
          <a:xfrm flipV="1">
            <a:off x="8707350" y="3347728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1" name="S08-line561"/>
          <p:cNvSpPr/>
          <p:nvPr/>
        </p:nvSpPr>
        <p:spPr>
          <a:xfrm flipV="1">
            <a:off x="8641996" y="3268404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8-line562"/>
          <p:cNvSpPr/>
          <p:nvPr/>
        </p:nvSpPr>
        <p:spPr>
          <a:xfrm flipV="1">
            <a:off x="8590408" y="3140910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8-line563"/>
          <p:cNvSpPr/>
          <p:nvPr/>
        </p:nvSpPr>
        <p:spPr>
          <a:xfrm flipV="1">
            <a:off x="8553150" y="3008999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08-line564"/>
          <p:cNvSpPr/>
          <p:nvPr/>
        </p:nvSpPr>
        <p:spPr>
          <a:xfrm flipV="1">
            <a:off x="8530631" y="2874116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8-line565"/>
          <p:cNvSpPr/>
          <p:nvPr/>
        </p:nvSpPr>
        <p:spPr>
          <a:xfrm>
            <a:off x="8523097" y="2737739"/>
            <a:ext cx="1553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6" name="S08-line566"/>
          <p:cNvSpPr/>
          <p:nvPr/>
        </p:nvSpPr>
        <p:spPr>
          <a:xfrm>
            <a:off x="8530631" y="2593983"/>
            <a:ext cx="70206" cy="737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8-line567"/>
          <p:cNvSpPr/>
          <p:nvPr/>
        </p:nvSpPr>
        <p:spPr>
          <a:xfrm>
            <a:off x="8553150" y="2451802"/>
            <a:ext cx="69050" cy="1467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8-line568"/>
          <p:cNvSpPr/>
          <p:nvPr/>
        </p:nvSpPr>
        <p:spPr>
          <a:xfrm>
            <a:off x="8590408" y="2312753"/>
            <a:ext cx="67138" cy="2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08-line569"/>
          <p:cNvSpPr/>
          <p:nvPr/>
        </p:nvSpPr>
        <p:spPr>
          <a:xfrm>
            <a:off x="8641996" y="2178361"/>
            <a:ext cx="64490" cy="287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8-line570"/>
          <p:cNvSpPr/>
          <p:nvPr/>
        </p:nvSpPr>
        <p:spPr>
          <a:xfrm>
            <a:off x="8707350" y="2050097"/>
            <a:ext cx="134498" cy="7765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1" name="S08-line571"/>
          <p:cNvSpPr/>
          <p:nvPr/>
        </p:nvSpPr>
        <p:spPr>
          <a:xfrm>
            <a:off x="8785753" y="1929368"/>
            <a:ext cx="57111" cy="414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8-line572"/>
          <p:cNvSpPr/>
          <p:nvPr/>
        </p:nvSpPr>
        <p:spPr>
          <a:xfrm>
            <a:off x="8876346" y="1817495"/>
            <a:ext cx="52461" cy="4723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8-line573"/>
          <p:cNvSpPr/>
          <p:nvPr/>
        </p:nvSpPr>
        <p:spPr>
          <a:xfrm>
            <a:off x="8978136" y="1715705"/>
            <a:ext cx="47236" cy="524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08-line574"/>
          <p:cNvSpPr/>
          <p:nvPr/>
        </p:nvSpPr>
        <p:spPr>
          <a:xfrm>
            <a:off x="9090009" y="1625112"/>
            <a:ext cx="41493" cy="5711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8-line575"/>
          <p:cNvSpPr/>
          <p:nvPr/>
        </p:nvSpPr>
        <p:spPr>
          <a:xfrm>
            <a:off x="9210738" y="1546709"/>
            <a:ext cx="77652" cy="13449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6" name="S08-line576"/>
          <p:cNvSpPr/>
          <p:nvPr/>
        </p:nvSpPr>
        <p:spPr>
          <a:xfrm>
            <a:off x="9339002" y="1481355"/>
            <a:ext cx="28713" cy="6449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8-line577"/>
          <p:cNvSpPr/>
          <p:nvPr/>
        </p:nvSpPr>
        <p:spPr>
          <a:xfrm>
            <a:off x="9473394" y="1429767"/>
            <a:ext cx="21814" cy="6713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8-line578"/>
          <p:cNvSpPr/>
          <p:nvPr/>
        </p:nvSpPr>
        <p:spPr>
          <a:xfrm>
            <a:off x="9612443" y="1392509"/>
            <a:ext cx="14677" cy="690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08-line579"/>
          <p:cNvSpPr/>
          <p:nvPr/>
        </p:nvSpPr>
        <p:spPr>
          <a:xfrm>
            <a:off x="9754624" y="1369990"/>
            <a:ext cx="7379" cy="7020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8-label580"/>
          <p:cNvSpPr txBox="1"/>
          <p:nvPr/>
        </p:nvSpPr>
        <p:spPr>
          <a:xfrm>
            <a:off x="10181744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221" name="S08-label581"/>
          <p:cNvSpPr txBox="1"/>
          <p:nvPr/>
        </p:nvSpPr>
        <p:spPr>
          <a:xfrm>
            <a:off x="10589998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222" name="S08-label582"/>
          <p:cNvSpPr txBox="1"/>
          <p:nvPr/>
        </p:nvSpPr>
        <p:spPr>
          <a:xfrm>
            <a:off x="10739429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223" name="S08-label583"/>
          <p:cNvSpPr txBox="1"/>
          <p:nvPr/>
        </p:nvSpPr>
        <p:spPr>
          <a:xfrm>
            <a:off x="10589998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224" name="S08-label584"/>
          <p:cNvSpPr txBox="1"/>
          <p:nvPr/>
        </p:nvSpPr>
        <p:spPr>
          <a:xfrm>
            <a:off x="10181744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225" name="S08-label585"/>
          <p:cNvSpPr txBox="1"/>
          <p:nvPr/>
        </p:nvSpPr>
        <p:spPr>
          <a:xfrm>
            <a:off x="9624060" y="36702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226" name="S08-label586"/>
          <p:cNvSpPr txBox="1"/>
          <p:nvPr/>
        </p:nvSpPr>
        <p:spPr>
          <a:xfrm>
            <a:off x="9066376" y="352079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227" name="S08-label587"/>
          <p:cNvSpPr txBox="1"/>
          <p:nvPr/>
        </p:nvSpPr>
        <p:spPr>
          <a:xfrm>
            <a:off x="8658122" y="311254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228" name="S08-label588"/>
          <p:cNvSpPr txBox="1"/>
          <p:nvPr/>
        </p:nvSpPr>
        <p:spPr>
          <a:xfrm>
            <a:off x="8508691" y="25548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229" name="S08-label589"/>
          <p:cNvSpPr txBox="1"/>
          <p:nvPr/>
        </p:nvSpPr>
        <p:spPr>
          <a:xfrm>
            <a:off x="8658122" y="199717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230" name="S08-label590"/>
          <p:cNvSpPr txBox="1"/>
          <p:nvPr/>
        </p:nvSpPr>
        <p:spPr>
          <a:xfrm>
            <a:off x="9066376" y="158892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231" name="S08-label591"/>
          <p:cNvSpPr txBox="1"/>
          <p:nvPr/>
        </p:nvSpPr>
        <p:spPr>
          <a:xfrm>
            <a:off x="9624060" y="143949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232" name="S08-line592"/>
          <p:cNvSpPr/>
          <p:nvPr/>
        </p:nvSpPr>
        <p:spPr>
          <a:xfrm flipH="1">
            <a:off x="9459113" y="2737739"/>
            <a:ext cx="439267" cy="43926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3" name="S08-line593"/>
          <p:cNvSpPr/>
          <p:nvPr/>
        </p:nvSpPr>
        <p:spPr>
          <a:xfrm>
            <a:off x="9898380" y="2737739"/>
            <a:ext cx="0" cy="903590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4" name="S08-pin594"/>
          <p:cNvSpPr/>
          <p:nvPr/>
        </p:nvSpPr>
        <p:spPr>
          <a:xfrm>
            <a:off x="9843516" y="268287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5" name="S08-label595"/>
          <p:cNvSpPr txBox="1"/>
          <p:nvPr/>
        </p:nvSpPr>
        <p:spPr>
          <a:xfrm>
            <a:off x="8156448" y="42227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일어나기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 그리기</a:t>
            </a:r>
            <a:endParaRPr lang="ko-KR" sz="4400" dirty="0"/>
          </a:p>
        </p:txBody>
      </p:sp>
      <p:sp>
        <p:nvSpPr>
          <p:cNvPr id="3" name="S09-card59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그렸어요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아침·낮·저녁이 맞아요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먼저·나중에를 말했어요</a:t>
            </a:r>
            <a:endParaRPr lang="ko-KR" sz="3200" dirty="0"/>
          </a:p>
        </p:txBody>
      </p:sp>
      <p:sp>
        <p:nvSpPr>
          <p:cNvPr id="5" name="S09-stepno598"/>
          <p:cNvSpPr txBox="1"/>
          <p:nvPr/>
        </p:nvSpPr>
        <p:spPr>
          <a:xfrm>
            <a:off x="548640" y="22062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599"/>
          <p:cNvSpPr txBox="1"/>
          <p:nvPr/>
        </p:nvSpPr>
        <p:spPr>
          <a:xfrm>
            <a:off x="1325880" y="220624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일을 떠올려요.</a:t>
            </a:r>
            <a:endParaRPr lang="ko-KR" sz="3200" dirty="0"/>
          </a:p>
        </p:txBody>
      </p:sp>
      <p:sp>
        <p:nvSpPr>
          <p:cNvPr id="7" name="S09-stepno600"/>
          <p:cNvSpPr txBox="1"/>
          <p:nvPr/>
        </p:nvSpPr>
        <p:spPr>
          <a:xfrm>
            <a:off x="548640" y="2919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01"/>
          <p:cNvSpPr txBox="1"/>
          <p:nvPr/>
        </p:nvSpPr>
        <p:spPr>
          <a:xfrm>
            <a:off x="1325880" y="291947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골라요.</a:t>
            </a:r>
            <a:endParaRPr lang="ko-KR" sz="3200" dirty="0"/>
          </a:p>
        </p:txBody>
      </p:sp>
      <p:sp>
        <p:nvSpPr>
          <p:cNvPr id="9" name="S09-stepno602"/>
          <p:cNvSpPr txBox="1"/>
          <p:nvPr/>
        </p:nvSpPr>
        <p:spPr>
          <a:xfrm>
            <a:off x="548640" y="3632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603"/>
          <p:cNvSpPr txBox="1"/>
          <p:nvPr/>
        </p:nvSpPr>
        <p:spPr>
          <a:xfrm>
            <a:off x="1325880" y="3632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활동지에 순서대로 그려요.</a:t>
            </a:r>
            <a:endParaRPr lang="ko-KR" sz="3200" dirty="0"/>
          </a:p>
        </p:txBody>
      </p:sp>
      <p:sp>
        <p:nvSpPr>
          <p:cNvPr id="11" name="S09-stepno604"/>
          <p:cNvSpPr txBox="1"/>
          <p:nvPr/>
        </p:nvSpPr>
        <p:spPr>
          <a:xfrm>
            <a:off x="548640" y="4391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605"/>
          <p:cNvSpPr txBox="1"/>
          <p:nvPr/>
        </p:nvSpPr>
        <p:spPr>
          <a:xfrm>
            <a:off x="1325880" y="434594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~, 그다음 ~” 하고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서아의 저녁</a:t>
            </a:r>
            <a:endParaRPr lang="ko-KR" sz="4400" dirty="0"/>
          </a:p>
        </p:txBody>
      </p:sp>
      <p:sp>
        <p:nvSpPr>
          <p:cNvPr id="3" name="S10-text6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놓아 봐요.</a:t>
            </a:r>
            <a:endParaRPr lang="ko-KR" sz="3200" dirty="0"/>
          </a:p>
        </p:txBody>
      </p:sp>
      <p:sp>
        <p:nvSpPr>
          <p:cNvPr id="4" name="S10-card6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말하고, 어떻게 알았는지 말해요.</a:t>
            </a:r>
            <a:endParaRPr lang="ko-KR" sz="3200" dirty="0"/>
          </a:p>
        </p:txBody>
      </p:sp>
      <p:sp>
        <p:nvSpPr>
          <p:cNvPr id="6" name="S10-chip609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0-card610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611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그릇을 치워요.</a:t>
            </a:r>
            <a:endParaRPr lang="ko-KR" sz="3200" dirty="0"/>
          </a:p>
        </p:txBody>
      </p:sp>
      <p:sp>
        <p:nvSpPr>
          <p:cNvPr id="9" name="S10-chip612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0-card613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614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씻어요.</a:t>
            </a:r>
            <a:endParaRPr lang="ko-KR" sz="3200" dirty="0"/>
          </a:p>
        </p:txBody>
      </p:sp>
      <p:sp>
        <p:nvSpPr>
          <p:cNvPr id="12" name="S10-chip61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0-card616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617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자요.</a:t>
            </a:r>
            <a:endParaRPr lang="ko-KR" sz="3200" dirty="0"/>
          </a:p>
        </p:txBody>
      </p:sp>
      <p:sp>
        <p:nvSpPr>
          <p:cNvPr id="15" name="S10-chip618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200" dirty="0"/>
          </a:p>
        </p:txBody>
      </p:sp>
      <p:sp>
        <p:nvSpPr>
          <p:cNvPr id="16" name="S10-card619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620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저녁밥을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6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 그리기는 활동지 4의 기준으로 확인해요.</a:t>
            </a:r>
            <a:endParaRPr lang="ko-KR" sz="3200" dirty="0"/>
          </a:p>
        </p:txBody>
      </p:sp>
      <p:sp>
        <p:nvSpPr>
          <p:cNvPr id="5" name="S11-chip62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624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→ 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 → 다</a:t>
            </a:r>
            <a:endParaRPr lang="ko-KR" sz="3200" dirty="0"/>
          </a:p>
        </p:txBody>
      </p:sp>
      <p:sp>
        <p:nvSpPr>
          <p:cNvPr id="7" name="S11-text625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씻고, 먹고,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치우고, 자요</a:t>
            </a:r>
            <a:endParaRPr lang="ko-KR" sz="2600" dirty="0"/>
          </a:p>
        </p:txBody>
      </p:sp>
      <p:sp>
        <p:nvSpPr>
          <p:cNvPr id="8" name="S11-text626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“먼저 ~,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~”</a:t>
            </a:r>
            <a:endParaRPr lang="ko-KR" sz="3200" dirty="0"/>
          </a:p>
        </p:txBody>
      </p:sp>
      <p:sp>
        <p:nvSpPr>
          <p:cNvPr id="9" name="S11-text627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주는 말</a:t>
            </a:r>
            <a:endParaRPr lang="ko-KR" sz="2600" dirty="0"/>
          </a:p>
        </p:txBody>
      </p:sp>
      <p:sp>
        <p:nvSpPr>
          <p:cNvPr id="10" name="S11-chip62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1" name="S11-text62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→ 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가 → 다</a:t>
            </a:r>
            <a:endParaRPr lang="ko-KR" sz="3200" dirty="0"/>
          </a:p>
        </p:txBody>
      </p:sp>
      <p:sp>
        <p:nvSpPr>
          <p:cNvPr id="12" name="S11-text63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먹은 뒤에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씻었어요</a:t>
            </a:r>
            <a:endParaRPr lang="ko-KR" sz="2600" dirty="0"/>
          </a:p>
        </p:txBody>
      </p:sp>
      <p:sp>
        <p:nvSpPr>
          <p:cNvPr id="13" name="S11-text63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말하기</a:t>
            </a:r>
            <a:endParaRPr lang="ko-KR" sz="3200" dirty="0"/>
          </a:p>
        </p:txBody>
      </p:sp>
      <p:sp>
        <p:nvSpPr>
          <p:cNvPr id="14" name="S11-text63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말해요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633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634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일은 아침 → 낮 → 저녁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순서대로 말해요.</a:t>
            </a:r>
            <a:endParaRPr lang="ko-KR" sz="3200" dirty="0"/>
          </a:p>
        </p:txBody>
      </p:sp>
      <p:sp>
        <p:nvSpPr>
          <p:cNvPr id="5" name="S12-chip635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먼저·그다음·나중에</a:t>
            </a:r>
            <a:endParaRPr lang="ko-KR" sz="2600" dirty="0"/>
          </a:p>
        </p:txBody>
      </p:sp>
      <p:sp>
        <p:nvSpPr>
          <p:cNvPr id="6" name="S12-chip636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생각나는 대로 말하기</a:t>
            </a:r>
            <a:endParaRPr lang="ko-KR" sz="2600" dirty="0"/>
          </a:p>
        </p:txBody>
      </p:sp>
      <p:sp>
        <p:nvSpPr>
          <p:cNvPr id="7" name="S12-text637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638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해가 질 때는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아침? 저녁?</a:t>
            </a:r>
            <a:endParaRPr lang="ko-KR" sz="2600" dirty="0"/>
          </a:p>
        </p:txBody>
      </p:sp>
      <p:sp>
        <p:nvSpPr>
          <p:cNvPr id="9" name="S12-text639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일어나기와 잠자기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 먼저는?</a:t>
            </a:r>
            <a:endParaRPr lang="ko-KR" sz="2600" dirty="0"/>
          </a:p>
        </p:txBody>
      </p:sp>
      <p:sp>
        <p:nvSpPr>
          <p:cNvPr id="10" name="S12-text640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긴바늘 6, 짧은바늘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7과 8 사이는?</a:t>
            </a:r>
            <a:endParaRPr lang="ko-KR" sz="2600" dirty="0"/>
          </a:p>
        </p:txBody>
      </p:sp>
      <p:sp>
        <p:nvSpPr>
          <p:cNvPr id="11" name="S12-text64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나는 소중해요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먼저와 나중</a:t>
            </a:r>
            <a:endParaRPr lang="ko-KR" sz="4400" dirty="0"/>
          </a:p>
        </p:txBody>
      </p:sp>
      <p:sp>
        <p:nvSpPr>
          <p:cNvPr id="3" name="S13-text6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닦는 순서를 말해요.</a:t>
            </a:r>
            <a:endParaRPr lang="ko-KR" sz="3200" dirty="0"/>
          </a:p>
        </p:txBody>
      </p:sp>
      <p:sp>
        <p:nvSpPr>
          <p:cNvPr id="4" name="S13-card6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6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→ 그다음 → 나중에</a:t>
            </a:r>
            <a:endParaRPr lang="ko-KR" sz="3200" dirty="0"/>
          </a:p>
        </p:txBody>
      </p:sp>
      <p:sp>
        <p:nvSpPr>
          <p:cNvPr id="6" name="S13-stepno645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3-text646"/>
          <p:cNvSpPr txBox="1"/>
          <p:nvPr/>
        </p:nvSpPr>
        <p:spPr>
          <a:xfrm>
            <a:off x="1325880" y="25786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칫솔에 치약을 짜요.</a:t>
            </a:r>
            <a:endParaRPr lang="ko-KR" sz="3200" dirty="0"/>
          </a:p>
        </p:txBody>
      </p:sp>
      <p:sp>
        <p:nvSpPr>
          <p:cNvPr id="8" name="S13-stepno647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3-text648"/>
          <p:cNvSpPr txBox="1"/>
          <p:nvPr/>
        </p:nvSpPr>
        <p:spPr>
          <a:xfrm>
            <a:off x="1325880" y="32918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닦아요.</a:t>
            </a:r>
            <a:endParaRPr lang="ko-KR" sz="3200" dirty="0"/>
          </a:p>
        </p:txBody>
      </p:sp>
      <p:sp>
        <p:nvSpPr>
          <p:cNvPr id="10" name="S13-stepno649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3-text650"/>
          <p:cNvSpPr txBox="1"/>
          <p:nvPr/>
        </p:nvSpPr>
        <p:spPr>
          <a:xfrm>
            <a:off x="1325880" y="40050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물로 입을 헹궈요.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사회·역사 나의 하루</dc:title>
  <dc:subject>KR22-G01-SOC-MYDAY-L01</dc:subject>
  <dc:creator>education-ppt</dc:creator>
  <cp:lastModifiedBy>education-ppt</cp:lastModifiedBy>
  <cp:revision>1</cp:revision>
  <dcterms:created xsi:type="dcterms:W3CDTF">2026-10-26T13:07:13Z</dcterms:created>
  <dcterms:modified xsi:type="dcterms:W3CDTF">2026-10-26T13:07:13Z</dcterms:modified>
</cp:coreProperties>
</file>