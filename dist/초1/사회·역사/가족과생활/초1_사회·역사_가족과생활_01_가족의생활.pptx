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0e6da14-0ba3-9288-a8ba-63caf9c774d6}">
          <p14:sldIdLst>
            <p14:sldId id="256"/>
            <p14:sldId id="257"/>
          </p14:sldIdLst>
        </p14:section>
        <p14:section name="개념" id="{aaf67ac1-edcf-030a-e61a-06957df65c4a}">
          <p14:sldIdLst>
            <p14:sldId id="258"/>
            <p14:sldId id="259"/>
            <p14:sldId id="261"/>
            <p14:sldId id="262"/>
          </p14:sldIdLst>
        </p14:section>
        <p14:section name="연습" id="{971c6f08-b3b0-4be8-1536-83afbad93047}">
          <p14:sldIdLst>
            <p14:sldId id="260"/>
            <p14:sldId id="263"/>
            <p14:sldId id="264"/>
          </p14:sldIdLst>
        </p14:section>
        <p14:section name="개념" id="{682a3304-7b9e-7928-2fea-3f43c4996ef8}">
          <p14:sldIdLst/>
        </p14:section>
        <p14:section name="연습" id="{1c5eb476-a4cc-6465-093f-06dc4acf6c61}">
          <p14:sldIdLst/>
        </p14:section>
        <p14:section name="확인" id="{0d6049a6-298e-d7d3-338e-efcd623dcd20}">
          <p14:sldIdLst>
            <p14:sldId id="265"/>
            <p14:sldId id="266"/>
            <p14:sldId id="267"/>
            <p14:sldId id="268"/>
          </p14:sldIdLst>
        </p14:section>
        <p14:section name="정리" id="{46a0ad16-7ab8-7db5-8678-28920d89be95}">
          <p14:sldIdLst>
            <p14:sldId id="269"/>
          </p14:sldIdLst>
        </p14:section>
        <p14:section name="보충" id="{f6a2bd93-efb6-3b72-166d-2a4d8e8d896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가족이 함께 하는 일을 떠올리게 합니다.
시간: 약 2분
이렇게 말해 보세요
- “가족은 함께 어떤 일을 할까? 생각나는 것을 말해 볼래?”
- “오늘은 여러 가족의 이야기를 듣고, 가족이 함께 하는 일과 서로 돕는 모습을 찾아볼 거야. 그리고 네가 도울 수 있는 일도 정해 보자.”
예상 답
- “밥을 먹어요.” “놀러 가요.” “청소해요.”
막히면
- “어제 저녁에 무엇을 했지?”처럼 아이 자신의 일로만 묻습니다.
주의
- 이 수업에서는 아이에게 가족이 누구인지, 누가 어떤 집안일을 하는지 묻지 않습니다. 아이가 스스로 말하면 고개를 끄덕이며 들어 주고, 고치거나 견주지 않습니다.
- 화면의 도윤이네·하람이네·서진이네·유나네는 수업을 위해 지어낸 가족입니다.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확인(생활 속 일의 앞뒤)]
목적: 집에서 하는 일을 알고 그 앞뒤를 말할 수 있는지 확인합니다. 이 차시는 계획상 앞 차시가 없으므로, 생활 경험(집에서 하는 일의 이름)을 확인합니다.
시간: 약 3분
이렇게 말해 보세요
- “밥 먹기 전에는 무엇을 해? 밥 먹은 뒤에는? 빨래가 다 마르면 무엇을 할까?”
예상 답
- ① 손 씻기, 수저 놓기, 상 차리기
- ② 그릇 치우기, 설거지, 이 닦기
- ③ 빨래 걷기, 개기, 서랍에 넣기
- 기준: 그때 하는 일을 하나 이상 말하면 맞습니다.
막히면
- 세 가지 가운데 두 가지 이상 말하지 못하면 S15(보충)를 먼저 합니다.
주의
- ‘누가’ 하는지는 묻지 않습니다. 무엇을 하는지만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여러 가지 가족의 모습]
목적: 가족의 모습은 여러 가지이고, 모두 서로 아끼고 돕는 가족이라는 것을 알려 줍니다(목표 A, 오해 M1).
시간: 약 3분
이렇게 말해 보세요
- “네 가족의 이야기를 들려줄게. 도윤이네, 하람이네, 서진이네, 유나네야. 가족의 모습이 어때?”
- “모습은 다 달라도 같은 점이 있어. 서로 아끼고 도와준다는 거야. 오늘은 이 가족들이 무엇을 함께 하는지 알아보자.”
예상 답
- “다 달라요.” “하람이는 할머니랑 살아요.”
막히면
- “네 가족은 사는 사람이 달라. 그래도 가족이야.”라고 짧게 정리해 줍니다.
주의
- “우리 가족은 누구누구야?”라고 묻지 않습니다. 아이가 자기 가족 이야기를 꺼내면 그대로 들어 주고 다른 가족과 견주지 않습니다.
- 반려동물이나 함께 살지 않는 친척을 가족이라고 말해도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이야기에서 함께 하는 일 찾기(시범)]
목적: 짧은 이야기에서 가족이 함께 하는 일과 각자 맡은 일을 찾는 방법을 부모가 소리 내어 생각하며 보여 줍니다(목표 A).
시간: 약 3분
이렇게 말해 보세요
- (천천히 읽어 줍니다.) “서진이네는 무엇을 함께 했을까? 엄마(아빠)가 먼저 찾아볼게. ‘함께 장을 봐요.’ 여기 ‘함께’라는 말이 있네.”
- “아빠가 국을 끓일 때 서진이는 무엇을 했어? 이렇게 일을 나누어 하는 것도 서로 돕는 거야.”
- “또 함께 한 일이 있을까?”
예상 답
- “장을 봤어요.” “수저를 놓았어요.” “밥 먹으면서 이야기했어요.”
막히면
- 문장마다 손가락으로 짚으며 다시 읽고 “누가 무엇을 했어?”라고 묻습니다.
주의
- 읽기가 어려운 아이는 부모가 읽어 주고 듣기만 해도 됩니다. 이 차시는 읽기 수업이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함께 한 일과 서로 도운 모습 찾기]
목적: 이야기에서 함께 한 일과 서로 도운 모습을 찾아 말합니다(목표 A).
시간: 약 3분
이렇게 말해 보세요
- (읽어 준 뒤) “①부터 해 볼까? 하람이와 할머니가 함께 한 일은?”
- “② 서로 도운 모습은 어디에 있을까? 두 가지를 찾아 줘.”
정답
- ① 공원 걷기, 빨래 정리(걷고 개기)
- ② 하람이가 양말을 개요(일 나누기), 하람이가 할머니 어깨를 주물러 드려요(돌보기)
막히면
- S04에서 찾은 방법처럼 ‘함께’라는 말과 ‘~하는 동안 ~해요’를 찾아보게 합니다.
주의
- 돕는 것은 집안일만이 아니라 아픈 사람을 돌보고 마음을 나누는 것도 포함된다는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집안일을 나누는 까닭(오해 M2)]
목적: 한 사람이 다 할 때와 나누어 할 때를 견주어, 집안일은 가족 누구나 나누어 할 수 있다는 것을 알게 합니다(목표 B, 오해 M2).
시간: 약 3분
이렇게 말해 보세요
- “가처럼 한 사람이 청소, 빨래, 설거지를 다 하면 그 사람은 어떨까?”
- “나처럼 나누어 하면 무엇이 좋을까?”
- “집안일은 누가 해야 한다고 정해진 게 아니야. 가족 누구나 할 수 있는 만큼 나누어 하면 돼.”
예상 답
- “힘들어요.” “쉬지 못해요.”
- “빨리 끝나요.” “같이 놀 수 있어요.” “안 힘들어요.”
막히면
- 장난감 정리를 부모 혼자 할 때와 함께 할 때 시간을 견주어 봅니다(1~2분).
주의
- ‘엄마가’, ‘아빠가’처럼 특정 가족이 하는 일로 말하지 않습니다. 아이가 그렇게 말하면 “그 일은 누구나 할 수 있어.”라고만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혼자 할 수 있는 일과 어른과 함께할 일]
목적: 1학년이 혼자 할 수 있는 집안일과, 다칠 수 있어 어른과 함께해야 하는 일을 구별하는 기준을 알려 줍니다(목표 B, 오해 M3).
시간: 약 3분
이렇게 말해 보세요
- “돕고 싶은 마음은 정말 좋아. 그런데 혼자 하면 다칠 수 있는 일도 있어. 어떤 일일까?”
- “칼, 불, 뜨거운 것. 이 세 가지는 꼭 어른과 함께하기로 하자.”
- “왼쪽 카드 말고 혼자 할 수 있는 일이 또 있을까?”
예상 답
- “칼은 손을 베요.” “불은 데어요.”
- “화분에 물 주기요.” “장난감 정리요.” “쓰레기 버리기요.”
막히면
- 부엌으로 가서 물건을 하나씩 가리키며 “이건 혼자 써도 될까?”라고 묻습니다(칼·가스레인지는 손대지 않고 가리키기만 합니다).
주의
- 집마다 아이에게 맡기는 일이 다릅니다. 기준은 ‘칼·불·뜨거운 것은 어른과 함께’ 하나만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혼자 할 일과 어른과 함께할 일 나누기]
목적: S07의 기준으로 일을 ‘혼자’와 ‘어른과 함께’로 나누고 까닭을 말합니다(목표 B).
시간: 약 3분
이렇게 말해 보세요
- “①은 혼자 할 수 있을까, 어른과 함께할까? 왜?”
- “②는? 무엇을 쓰는 일이야?”
정답
- ① 혼자(다칠 물건이 없으니까) ② 어른과 함께(칼을 쓰니까) ③ 혼자(물 주기는 위험하지 않으니까) ④ 어른과 함께(뜨거워서 데일 수 있으니까)
막히면
- “칼, 불, 뜨거운 것 가운데 무엇이 있니?”라고 물어 기준에 대어 보게 합니다.
주의
- ③에서 ‘무거운 물뿌리개는 어른과 함께’라고 해도 까닭이 맞으면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아픈 가족을 돕는 방법 고르기]
목적: 집안일만이 아니라 아픈 가족을 돌보는 것도 서로 돕는 모습이라는 것을 알고, 알맞은 행동을 고릅니다(목표 A·B).
시간: 약 2분
이렇게 말해 보세요
- “가족이 아파서 누워 있으면 어떻게 도와줄 수 있을까? 가, 나, 다 가운데 골라 볼래? 왜?”
정답
- 나. 조용히 해야 아픈 가족이 쉴 수 있고, 물을 갖다 드리면 도움이 됩니다.
- ‘괜찮아요?’ 하고 물어보기, 이불 덮어 드리기도 좋은 생각이라고 인정합니다.
막히면
- “네가 아플 때 누가 옆에서 크게 노래하면 어떨까?”라고 아이 쪽에서 생각해 보게 합니다.
주의
- 여기까지가 배우는 부분입니다. 아이가 지치면 여기서 나누어 다음 날 S10부터 해도 됩니다.
- 뜨거운 차나 약은 아이가 혼자 다루지 않게 합니다(S07의 기준).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하기(처음 듣는 가족 이야기)]
목적: 처음 듣는 가족 이야기에서 서로 돕는 모습과 아이 인물이 한 일을 혼자 찾는지 확인합니다(목표 A).
시간: 약 3분
이렇게 말해 보세요
- (읽어 준 뒤) “이번에는 혼자 찾아볼래? 도윤이네 가족이 서로 도운 모습 두 가지와, 도윤이가 한 일을 말해 줘.”
정답
- ① 엄마가 동생 옷 입는 것을 도와줘요 / 도윤이와 동생이 식탁 차리기를 나누어 해요(식탁 닦기, 컵 놓기) / 아빠가 가족의 아침밥을 차려요 — 이 가운데 두 가지
- ② 식탁을 닦아요
막히면
- 바로 알려 주지 말고 이야기를 한 번 더 읽어 줍니다. 도움을 받아 해결했다면 기록표에 ‘도움’으로 표시합니다.
주의
- ①② 모두 바르게 말하면 목표 A를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하기(혼자 할 일과 함께할 일)]
목적: 도움 없이 처음 보는 일을 기준에 따라 나누고 까닭을 말하는지 확인합니다(목표 B).
시간: 약 3분
이렇게 말해 보세요
- “이번에는 혼자 해 볼래? 혼자 할지, 어른과 함께할지 말하고 까닭도 말해 줘.”
정답
- ① 혼자(위험한 것이 없으니까) ② 어른과 함께(불을 쓰고 뜨거우니까) ③ 혼자(가벼운 과일이면 혼자 할 수 있으니까. 무겁거나 유리병이면 어른과 함께라고 해도 맞음)
막히면
- 바로 알려 주지 말고 S07 카드를 보여 주며 “칼, 불, 뜨거운 것이 있니?”라고만 묻습니다. 도움을 받아 해결했다면 기록표에 ‘도움’으로 표시합니다.
주의
- 세 가지 모두 까닭과 함께 바르게 나누면 목표 B의 구별하기를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S10·S11의 답을 함께 확인하고 흔한 실수와 견주어 봅니다.
시간: 약 2분
이렇게 말해 보세요
- “네 답과 왼쪽을 견주어 보자. 오른쪽처럼 생각하면 어떤 일이 생길까?”
예상 답
- “혼자 불을 켜면 데일 수 있어요.” “한 사람만 하면 힘들어요.”
정답
- S10: ① 엄마가 동생 옷 입기를 도움, 도윤이와 동생이 식탁 차리기를 나눔(아빠가 아침밥을 차림) 가운데 두 가지 ② 식탁 닦기
- S11: ① 혼자 ② 어른과 함께 ③ 혼자
막히면
- 틀린 문제는 S05(서로 돕는 모습) 또는 S07(기준)로 돌아가 한 번 더 확인합니다.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내가 도울 일 정하고 실천 계획 세우기]
목적: 아이가 혼자 할 수 있는 일 하나를 스스로 골라 언제 할지 정하고, 활동지 4의 기록표에 일주일 동안 표시합니다(목표 B).
시간: 약 4분
이렇게 말해 보세요
- “오늘 알아본 일 가운데 네가 혼자 할 수 있는 일 하나를 골라 볼래? 왜 그 일을 골랐어?”
- “언제 하면 좋을까? 저녁 먹기 전? 학교 다녀와서?”
- “한 날에는 활동지 기록표에 ○ 해 보자.”
예상 답
- “저녁 먹기 전에 수저를 놓을게요. 그러면 빨리 먹을 수 있으니까요.”
- “학교 다녀와서 신발을 정리할게요.”
정답
- 기준: ① 혼자 할 수 있는 일(칼·불·뜨거운 것이 없는 일)을 고름 ② 언제 할지 정함 ③ 까닭을 말함. 세 가지를 모두 하면 목표 B의 계획 단계를 이룬 것으로 봅니다. 실천 결과는 활동지 4로 확인합니다.
막히면
- 고르기 어려우면 S07의 왼쪽 카드에서 하나를 고르게 합니다.
주의
- 하지 못한 날을 꾸짖지 않습니다. 한 날에는 “덕분에 도움이 됐어.”처럼 구체적으로 고마움을 말해 줍니다.
- 다음 차시 ‘나의 하루’에서 이 일을 하루 가운데 언제 하는지 다시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
시간: 약 2분
이렇게 말해 보세요
- “오늘 만난 가족들은 무엇을 함께 했지? 너는 어떤 일을 돕기로 했어?”
예상 답
- “밥을 같이 먹고 이야기했어요.” “저는 수저를 놓을 거예요.”
정답
- ① 예: 함께 밥 먹기, 장보기, 이야기 나누기(하나 이상 말하면 맞음) ② 가족 누구나 ③ 어른과 함께
막히면
- S04와 S07을 다시 보여 줍니다.
주의
- 복습 세 문제는 다음 수업을 시작할 때 활동지 마지막 쪽과 함께 풉니다. 돕기 약속 기록표(활동지 4)도 그때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보충(밥 먹을 때 하는 일의 순서)]
목적: S02에서 집에서 하는 일과 그 앞뒤를 말하기 어려워하면, 매일 하는 식사 장면으로 일의 이름과 순서를 익힙니다.
시간: 약 4분
이렇게 말해 보세요
- “밥 먹을 때 하는 일을 같이 읽어 볼까? 손 씻기 다음에는 무엇을 해?”
- “이 가운데 네가 할 수 있는 일은 무엇이야? 지금 수저를 놓아 볼까?”
정답
- 예: “손을 씻고, 수저를 놓고, 밥을 먹고, 그릇을 치워요.” 내가 할 수 있는 일: 손 씻기, 수저 놓기, 내 그릇 치우기
막히면
- 실제로 수저 한 벌을 식탁에 놓아 보며 말합니다.
주의
- 이 차시는 계획상 앞 차시가 없습니다. 보충 뒤에도 집에서 하는 일을 말하기 어려우면, 며칠 동안 집안일을 할 때 “지금 빨래를 개고 있어.”처럼 일의 이름을 말해 주는 놀이를 한 뒤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가족과생활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가족의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가족의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가족의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생활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함께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가족이 함께 하는 일과 돕는 모습을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내가 도울 수 있는 일을 정해요.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하는 일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하는 일일까요?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 전에 하는 일은?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먹은 뒤에 하는 일은?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마른 뒤에 하는 일은?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가족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모습은 여러 가지예요.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 달라도 서로 아끼고 돕는 가족이에요.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아빠, 도윤, 동생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할머니, 하람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아빠, 서진</a:t>
            </a:r>
            <a:endParaRPr lang="ko-KR" sz="3200" dirty="0"/>
          </a:p>
        </p:txBody>
      </p:sp>
      <p:sp>
        <p:nvSpPr>
          <p:cNvPr id="12" name="S03-card19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3-cardtext20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할아버지, 유나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서진이네 저녁</a:t>
            </a:r>
            <a:endParaRPr lang="ko-KR" sz="44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서진이네가 함께 한 일은 무엇일까요?</a:t>
            </a:r>
            <a:endParaRPr lang="ko-KR" sz="3200" dirty="0"/>
          </a:p>
        </p:txBody>
      </p:sp>
      <p:sp>
        <p:nvSpPr>
          <p:cNvPr id="5" name="S04-passagebox2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서진이와 아빠는 함께 장을 봐요.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국을 끓이는 동안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서진이는 수저를 놓아요.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먹으며 오늘 있었던 일을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 주말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함께 한 일은?  ② 서로 도운 모습은?</a:t>
            </a:r>
            <a:endParaRPr lang="ko-KR" sz="32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하람이는 할머니와 공원을 걸어요.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마른 빨래를 걷고,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하람이는 양말을 짝 맞춰 개요.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피곤하다고 하시자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하람이가 어깨를 주물러 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 누가 할까요?</a:t>
            </a:r>
            <a:endParaRPr lang="ko-KR" sz="4400" dirty="0"/>
          </a:p>
        </p:txBody>
      </p:sp>
      <p:sp>
        <p:nvSpPr>
          <p:cNvPr id="3" name="S06-card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집안일이 많은 날이에요.</a:t>
            </a:r>
            <a:endParaRPr lang="ko-KR" sz="3200" dirty="0"/>
          </a:p>
        </p:txBody>
      </p:sp>
      <p:sp>
        <p:nvSpPr>
          <p:cNvPr id="5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좋을까요? 왜요?</a:t>
            </a:r>
            <a:endParaRPr lang="ko-KR" sz="3200" dirty="0"/>
          </a:p>
        </p:txBody>
      </p:sp>
      <p:sp>
        <p:nvSpPr>
          <p:cNvPr id="7" name="S06-chip3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3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해요.</a:t>
            </a:r>
            <a:endParaRPr lang="ko-KR" sz="3200" dirty="0"/>
          </a:p>
        </p:txBody>
      </p:sp>
      <p:sp>
        <p:nvSpPr>
          <p:cNvPr id="9" name="S06-chip3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3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수 있는 일</a:t>
            </a:r>
            <a:endParaRPr lang="ko-KR" sz="4400" dirty="0"/>
          </a:p>
        </p:txBody>
      </p:sp>
      <p:sp>
        <p:nvSpPr>
          <p:cNvPr id="3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칼·불·뜨거운 것은 어른과 함께해요.</a:t>
            </a:r>
            <a:endParaRPr lang="ko-KR" sz="3200" dirty="0"/>
          </a:p>
        </p:txBody>
      </p:sp>
      <p:sp>
        <p:nvSpPr>
          <p:cNvPr id="5" name="S07-card39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0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 수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놓기, 신발 정리,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200" dirty="0"/>
          </a:p>
        </p:txBody>
      </p:sp>
      <p:sp>
        <p:nvSpPr>
          <p:cNvPr id="7" name="S07-card41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2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 쓰기, 불 쓰기,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뜨거운 것 나르기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혼자? 함께?</a:t>
            </a:r>
            <a:endParaRPr lang="ko-KR" sz="4400" dirty="0"/>
          </a:p>
        </p:txBody>
      </p:sp>
      <p:sp>
        <p:nvSpPr>
          <p:cNvPr id="3" name="S08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할까요, 어른과 함께할까요?</a:t>
            </a:r>
            <a:endParaRPr lang="ko-KR" sz="3200" dirty="0"/>
          </a:p>
        </p:txBody>
      </p:sp>
      <p:sp>
        <p:nvSpPr>
          <p:cNvPr id="4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칼·불·뜨거운 것은 어른과 함께해요.</a:t>
            </a:r>
            <a:endParaRPr lang="ko-KR" sz="3200" dirty="0"/>
          </a:p>
        </p:txBody>
      </p:sp>
      <p:sp>
        <p:nvSpPr>
          <p:cNvPr id="6" name="S08-chip4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4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 정리하기</a:t>
            </a:r>
            <a:endParaRPr lang="ko-KR" sz="3200" dirty="0"/>
          </a:p>
        </p:txBody>
      </p:sp>
      <p:sp>
        <p:nvSpPr>
          <p:cNvPr id="8" name="S08-chip4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4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칼로 과일 자르기</a:t>
            </a:r>
            <a:endParaRPr lang="ko-KR" sz="3200" dirty="0"/>
          </a:p>
        </p:txBody>
      </p:sp>
      <p:sp>
        <p:nvSpPr>
          <p:cNvPr id="10" name="S08-chip5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 물 주기</a:t>
            </a:r>
            <a:endParaRPr lang="ko-KR" sz="3200" dirty="0"/>
          </a:p>
        </p:txBody>
      </p:sp>
      <p:sp>
        <p:nvSpPr>
          <p:cNvPr id="12" name="S08-chip5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text5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뜨거운 국 나르기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도울까요?</a:t>
            </a:r>
            <a:endParaRPr lang="ko-KR" sz="4400" dirty="0"/>
          </a:p>
        </p:txBody>
      </p:sp>
      <p:sp>
        <p:nvSpPr>
          <p:cNvPr id="3" name="S09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감기에 걸려 누워 있어요.</a:t>
            </a:r>
            <a:endParaRPr lang="ko-KR" sz="3200" dirty="0"/>
          </a:p>
        </p:txBody>
      </p:sp>
      <p:sp>
        <p:nvSpPr>
          <p:cNvPr id="4" name="S09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6" name="S09-chip5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5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5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노래해요.</a:t>
            </a:r>
            <a:endParaRPr lang="ko-KR" sz="3200" dirty="0"/>
          </a:p>
        </p:txBody>
      </p:sp>
      <p:sp>
        <p:nvSpPr>
          <p:cNvPr id="9" name="S09-chip6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6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 놀고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갖다 드려요.</a:t>
            </a:r>
            <a:endParaRPr lang="ko-KR" sz="3200" dirty="0"/>
          </a:p>
        </p:txBody>
      </p:sp>
      <p:sp>
        <p:nvSpPr>
          <p:cNvPr id="12" name="S09-chip6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6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6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모른 척해요.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도윤이네 아침</a:t>
            </a:r>
            <a:endParaRPr lang="ko-KR" sz="4400" dirty="0"/>
          </a:p>
        </p:txBody>
      </p:sp>
      <p:sp>
        <p:nvSpPr>
          <p:cNvPr id="3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서로 도운 모습 두 가지는?  ② 도윤이가 한 일은?</a:t>
            </a:r>
            <a:endParaRPr lang="ko-KR" sz="3200" dirty="0"/>
          </a:p>
        </p:txBody>
      </p:sp>
      <p:sp>
        <p:nvSpPr>
          <p:cNvPr id="5" name="S10-passagebox6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아침밥을 차려요.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동생이 옷 입는 것을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도와줘요.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도윤이는 식탁을 닦고,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동생은 컵을 놓아요.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할까요, 어른과 함께할까요?</a:t>
            </a:r>
            <a:endParaRPr lang="ko-KR" sz="3200" dirty="0"/>
          </a:p>
        </p:txBody>
      </p:sp>
      <p:sp>
        <p:nvSpPr>
          <p:cNvPr id="4" name="S11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말해요.</a:t>
            </a:r>
            <a:endParaRPr lang="ko-KR" sz="3200" dirty="0"/>
          </a:p>
        </p:txBody>
      </p:sp>
      <p:sp>
        <p:nvSpPr>
          <p:cNvPr id="6" name="S11-chip7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1-text7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정리하기</a:t>
            </a:r>
            <a:endParaRPr lang="ko-KR" sz="3200" dirty="0"/>
          </a:p>
        </p:txBody>
      </p:sp>
      <p:sp>
        <p:nvSpPr>
          <p:cNvPr id="8" name="S11-chip7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1-text7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가스레인지로 달걀 굽기</a:t>
            </a:r>
            <a:endParaRPr lang="ko-KR" sz="3200" dirty="0"/>
          </a:p>
        </p:txBody>
      </p:sp>
      <p:sp>
        <p:nvSpPr>
          <p:cNvPr id="10" name="S11-chip7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1-text7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 본 과일을 냉장고에 넣기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2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도윤이네에서 서로 도운 모습도 두 가지 찾았는지 봐요.</a:t>
            </a:r>
            <a:endParaRPr lang="ko-KR" sz="3200" dirty="0"/>
          </a:p>
        </p:txBody>
      </p:sp>
      <p:sp>
        <p:nvSpPr>
          <p:cNvPr id="5" name="S12-chip8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8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혼자</a:t>
            </a:r>
            <a:endParaRPr lang="ko-KR" sz="3200" dirty="0"/>
          </a:p>
        </p:txBody>
      </p:sp>
      <p:sp>
        <p:nvSpPr>
          <p:cNvPr id="7" name="S12-text8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</a:t>
            </a:r>
            <a:endParaRPr lang="ko-KR" sz="2600" dirty="0"/>
          </a:p>
        </p:txBody>
      </p:sp>
      <p:sp>
        <p:nvSpPr>
          <p:cNvPr id="8" name="S12-text8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어른과 함께</a:t>
            </a:r>
            <a:endParaRPr lang="ko-KR" sz="3200" dirty="0"/>
          </a:p>
        </p:txBody>
      </p:sp>
      <p:sp>
        <p:nvSpPr>
          <p:cNvPr id="9" name="S12-text8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써요</a:t>
            </a:r>
            <a:endParaRPr lang="ko-KR" sz="2600" dirty="0"/>
          </a:p>
        </p:txBody>
      </p:sp>
      <p:sp>
        <p:nvSpPr>
          <p:cNvPr id="10" name="S12-text8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혼자</a:t>
            </a:r>
            <a:endParaRPr lang="ko-KR" sz="3200" dirty="0"/>
          </a:p>
        </p:txBody>
      </p:sp>
      <p:sp>
        <p:nvSpPr>
          <p:cNvPr id="11" name="S12-text8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넣기</a:t>
            </a:r>
            <a:endParaRPr lang="ko-KR" sz="2600" dirty="0"/>
          </a:p>
        </p:txBody>
      </p:sp>
      <p:sp>
        <p:nvSpPr>
          <p:cNvPr id="12" name="S12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“집안일은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어른만 해요.”</a:t>
            </a:r>
            <a:endParaRPr lang="ko-KR" sz="3200" dirty="0"/>
          </a:p>
        </p:txBody>
      </p:sp>
      <p:sp>
        <p:nvSpPr>
          <p:cNvPr id="14" name="S12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나눠요</a:t>
            </a:r>
            <a:endParaRPr lang="ko-KR" sz="2600" dirty="0"/>
          </a:p>
        </p:txBody>
      </p:sp>
      <p:sp>
        <p:nvSpPr>
          <p:cNvPr id="15" name="S12-text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불 켜기</a:t>
            </a:r>
            <a:endParaRPr lang="ko-KR" sz="3200" dirty="0"/>
          </a:p>
        </p:txBody>
      </p:sp>
      <p:sp>
        <p:nvSpPr>
          <p:cNvPr id="16" name="S12-text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돕기 약속</a:t>
            </a:r>
            <a:endParaRPr lang="ko-KR" sz="4400" dirty="0"/>
          </a:p>
        </p:txBody>
      </p:sp>
      <p:sp>
        <p:nvSpPr>
          <p:cNvPr id="3" name="S13-card9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혼자 할 수 있는 일이에요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 할지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</p:txBody>
      </p:sp>
      <p:sp>
        <p:nvSpPr>
          <p:cNvPr id="5" name="S13-stepno95"/>
          <p:cNvSpPr txBox="1"/>
          <p:nvPr/>
        </p:nvSpPr>
        <p:spPr>
          <a:xfrm>
            <a:off x="548640" y="2608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3-text96"/>
          <p:cNvSpPr txBox="1"/>
          <p:nvPr/>
        </p:nvSpPr>
        <p:spPr>
          <a:xfrm>
            <a:off x="1325880" y="25628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할 수 있는 일을 골라요.</a:t>
            </a:r>
            <a:endParaRPr lang="ko-KR" sz="3200" dirty="0"/>
          </a:p>
        </p:txBody>
      </p:sp>
      <p:sp>
        <p:nvSpPr>
          <p:cNvPr id="7" name="S13-stepno97"/>
          <p:cNvSpPr txBox="1"/>
          <p:nvPr/>
        </p:nvSpPr>
        <p:spPr>
          <a:xfrm>
            <a:off x="548640" y="371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3-text98"/>
          <p:cNvSpPr txBox="1"/>
          <p:nvPr/>
        </p:nvSpPr>
        <p:spPr>
          <a:xfrm>
            <a:off x="1325880" y="3719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할지 정해요.</a:t>
            </a:r>
            <a:endParaRPr lang="ko-KR" sz="3200" dirty="0"/>
          </a:p>
        </p:txBody>
      </p:sp>
      <p:sp>
        <p:nvSpPr>
          <p:cNvPr id="9" name="S13-stepno99"/>
          <p:cNvSpPr txBox="1"/>
          <p:nvPr/>
        </p:nvSpPr>
        <p:spPr>
          <a:xfrm>
            <a:off x="548640" y="4432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3-text100"/>
          <p:cNvSpPr txBox="1"/>
          <p:nvPr/>
        </p:nvSpPr>
        <p:spPr>
          <a:xfrm>
            <a:off x="1325880" y="44323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하고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0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함께 생활하며 서로 도와요.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 누구나 나누어 할 수 있어요.</a:t>
            </a:r>
            <a:endParaRPr lang="ko-KR" sz="3200" dirty="0"/>
          </a:p>
        </p:txBody>
      </p:sp>
      <p:sp>
        <p:nvSpPr>
          <p:cNvPr id="5" name="S14-chip10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할 수 있는 일 돕기</a:t>
            </a:r>
            <a:endParaRPr lang="ko-KR" sz="2600" dirty="0"/>
          </a:p>
        </p:txBody>
      </p:sp>
      <p:sp>
        <p:nvSpPr>
          <p:cNvPr id="6" name="S14-chip10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사람에게 다 맡기기</a:t>
            </a:r>
            <a:endParaRPr lang="ko-KR" sz="2600" dirty="0"/>
          </a:p>
        </p:txBody>
      </p:sp>
      <p:sp>
        <p:nvSpPr>
          <p:cNvPr id="7" name="S14-text10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0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가족이 함께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 하나는?</a:t>
            </a:r>
            <a:endParaRPr lang="ko-KR" sz="2600" dirty="0"/>
          </a:p>
        </p:txBody>
      </p:sp>
      <p:sp>
        <p:nvSpPr>
          <p:cNvPr id="9" name="S14-text10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집안일은 누가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있나요?</a:t>
            </a:r>
            <a:endParaRPr lang="ko-KR" sz="2600" dirty="0"/>
          </a:p>
        </p:txBody>
      </p:sp>
      <p:sp>
        <p:nvSpPr>
          <p:cNvPr id="10" name="S14-text10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칼과 불은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함께?</a:t>
            </a:r>
            <a:endParaRPr lang="ko-KR" sz="2600" dirty="0"/>
          </a:p>
        </p:txBody>
      </p:sp>
      <p:sp>
        <p:nvSpPr>
          <p:cNvPr id="11" name="S14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나의 하루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밥 먹을 때</a:t>
            </a:r>
            <a:endParaRPr lang="ko-KR" sz="4400" dirty="0"/>
          </a:p>
        </p:txBody>
      </p:sp>
      <p:sp>
        <p:nvSpPr>
          <p:cNvPr id="3" name="S15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먹을 때 하는 일을 순서대로 말해요.</a:t>
            </a:r>
            <a:endParaRPr lang="ko-KR" sz="3200" dirty="0"/>
          </a:p>
        </p:txBody>
      </p:sp>
      <p:sp>
        <p:nvSpPr>
          <p:cNvPr id="4" name="S15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가운데 내가 할 수 있는 일은?</a:t>
            </a:r>
            <a:endParaRPr lang="ko-KR" sz="3200" dirty="0"/>
          </a:p>
        </p:txBody>
      </p:sp>
      <p:sp>
        <p:nvSpPr>
          <p:cNvPr id="6" name="S15-stepno113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5-text114"/>
          <p:cNvSpPr txBox="1"/>
          <p:nvPr/>
        </p:nvSpPr>
        <p:spPr>
          <a:xfrm>
            <a:off x="1325880" y="22219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씻어요.</a:t>
            </a:r>
            <a:endParaRPr lang="ko-KR" sz="3200" dirty="0"/>
          </a:p>
        </p:txBody>
      </p:sp>
      <p:sp>
        <p:nvSpPr>
          <p:cNvPr id="8" name="S15-stepno115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5-text116"/>
          <p:cNvSpPr txBox="1"/>
          <p:nvPr/>
        </p:nvSpPr>
        <p:spPr>
          <a:xfrm>
            <a:off x="1325880" y="29352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수저를 놓아요.</a:t>
            </a:r>
            <a:endParaRPr lang="ko-KR" sz="3200" dirty="0"/>
          </a:p>
        </p:txBody>
      </p:sp>
      <p:sp>
        <p:nvSpPr>
          <p:cNvPr id="10" name="S15-stepno117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5-text118"/>
          <p:cNvSpPr txBox="1"/>
          <p:nvPr/>
        </p:nvSpPr>
        <p:spPr>
          <a:xfrm>
            <a:off x="1325880" y="36484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밥을 먹어요.</a:t>
            </a:r>
            <a:endParaRPr lang="ko-KR" sz="3200" dirty="0"/>
          </a:p>
        </p:txBody>
      </p:sp>
      <p:sp>
        <p:nvSpPr>
          <p:cNvPr id="12" name="S15-stepno119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5-text120"/>
          <p:cNvSpPr txBox="1"/>
          <p:nvPr/>
        </p:nvSpPr>
        <p:spPr>
          <a:xfrm>
            <a:off x="1325880" y="43616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그릇을 치워요.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가족의 생활</dc:title>
  <dc:subject>KR22-G01-SOC-FAMILY-L01</dc:subject>
  <dc:creator>education-ppt</dc:creator>
  <cp:lastModifiedBy>education-ppt</cp:lastModifiedBy>
  <cp:revision>1</cp:revision>
  <dcterms:created xsi:type="dcterms:W3CDTF">2026-10-26T10:07:31Z</dcterms:created>
  <dcterms:modified xsi:type="dcterms:W3CDTF">2026-10-26T10:07:31Z</dcterms:modified>
</cp:coreProperties>
</file>