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c921d82-1a5c-9467-639b-15ddf1c37ccd}">
          <p14:sldIdLst>
            <p14:sldId id="256"/>
            <p14:sldId id="257"/>
          </p14:sldIdLst>
        </p14:section>
        <p14:section name="개념" id="{033632e6-3152-f74e-84ad-ecd783f3527a}">
          <p14:sldIdLst>
            <p14:sldId id="258"/>
            <p14:sldId id="259"/>
            <p14:sldId id="261"/>
          </p14:sldIdLst>
        </p14:section>
        <p14:section name="연습" id="{0f677efe-c9a3-01ba-4447-eb9bf05014e0}">
          <p14:sldIdLst>
            <p14:sldId id="260"/>
            <p14:sldId id="262"/>
            <p14:sldId id="263"/>
          </p14:sldIdLst>
        </p14:section>
        <p14:section name="개념" id="{959313b6-cad4-d7ec-2772-254c57d82a4c}">
          <p14:sldIdLst/>
        </p14:section>
        <p14:section name="연습" id="{cda7c197-e1ed-ad40-7976-cd15c3955522}">
          <p14:sldIdLst/>
        </p14:section>
        <p14:section name="확인" id="{ae09ba46-34c3-2baf-8ad6-29ec7b26eaca}">
          <p14:sldIdLst>
            <p14:sldId id="264"/>
            <p14:sldId id="265"/>
          </p14:sldIdLst>
        </p14:section>
        <p14:section name="정리" id="{8536489a-5685-9828-477c-1ad89a936528}">
          <p14:sldIdLst>
            <p14:sldId id="266"/>
          </p14:sldIdLst>
        </p14:section>
        <p14:section name="보충" id="{78a9759b-5f5d-6ed1-7eef-1f71e56971a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배움과감정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할 일 나누기와 느낌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할 일 나누기와 느낌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철학·논리·심리·교육·종교 · 할 일 나누기와 느낌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나누기와 느낌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일도 작게 나누면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쉬워질까?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 일을 작게 나눠요.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하기 전과 한 뒤 느낌을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느낌일까요?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어떤 느낌일지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 느낌이에요.” 하고 말해요.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선물을 받았어요.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아끼는 장난감이 망가졌어요.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일은 작게 나눠요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‘방 정리’를 작게 나누면?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하면 끝까지 할 수 있어요.</a:t>
            </a:r>
            <a:endParaRPr lang="ko-KR" sz="3200" dirty="0"/>
          </a:p>
        </p:txBody>
      </p:sp>
      <p:sp>
        <p:nvSpPr>
          <p:cNvPr id="6" name="S03-step13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</a:t>
            </a:r>
            <a:endParaRPr lang="ko-KR" sz="3000" dirty="0"/>
          </a:p>
        </p:txBody>
      </p:sp>
      <p:sp>
        <p:nvSpPr>
          <p:cNvPr id="7" name="S03-line14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5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책꽂이에</a:t>
            </a:r>
            <a:endParaRPr lang="ko-KR" sz="3000" dirty="0"/>
          </a:p>
        </p:txBody>
      </p:sp>
      <p:sp>
        <p:nvSpPr>
          <p:cNvPr id="9" name="S03-line16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7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바구니에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나눠요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조각은 세 개쯤이면 좋아요.</a:t>
            </a:r>
            <a:endParaRPr lang="ko-KR" sz="3200" dirty="0"/>
          </a:p>
        </p:txBody>
      </p:sp>
      <p:sp>
        <p:nvSpPr>
          <p:cNvPr id="5" name="S04-stepno20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1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한 모습을 떠올려요.</a:t>
            </a:r>
            <a:endParaRPr lang="ko-KR" sz="3200" dirty="0"/>
          </a:p>
        </p:txBody>
      </p:sp>
      <p:sp>
        <p:nvSpPr>
          <p:cNvPr id="7" name="S04-stepno22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3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조각으로 나눠요.</a:t>
            </a:r>
            <a:endParaRPr lang="ko-KR" sz="3200" dirty="0"/>
          </a:p>
        </p:txBody>
      </p:sp>
      <p:sp>
        <p:nvSpPr>
          <p:cNvPr id="9" name="S04-stepno2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5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할 것을 정해요.</a:t>
            </a:r>
            <a:endParaRPr lang="ko-KR" sz="3200" dirty="0"/>
          </a:p>
        </p:txBody>
      </p:sp>
      <p:sp>
        <p:nvSpPr>
          <p:cNvPr id="11" name="S04-stepno26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7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끝나면 표시해요.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나눠 볼까요?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조각으로 나눠 말해요.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3200" dirty="0"/>
          </a:p>
        </p:txBody>
      </p:sp>
      <p:sp>
        <p:nvSpPr>
          <p:cNvPr id="6" name="S05-step31"/>
          <p:cNvSpPr txBox="1"/>
          <p:nvPr/>
        </p:nvSpPr>
        <p:spPr>
          <a:xfrm>
            <a:off x="6551676" y="3817620"/>
            <a:ext cx="1330452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7" name="S05-line32"/>
          <p:cNvSpPr/>
          <p:nvPr/>
        </p:nvSpPr>
        <p:spPr>
          <a:xfrm>
            <a:off x="7936992" y="4366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33"/>
          <p:cNvSpPr txBox="1"/>
          <p:nvPr/>
        </p:nvSpPr>
        <p:spPr>
          <a:xfrm>
            <a:off x="8293608" y="3817620"/>
            <a:ext cx="1330452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9" name="S05-line34"/>
          <p:cNvSpPr/>
          <p:nvPr/>
        </p:nvSpPr>
        <p:spPr>
          <a:xfrm>
            <a:off x="9678924" y="4366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35"/>
          <p:cNvSpPr txBox="1"/>
          <p:nvPr/>
        </p:nvSpPr>
        <p:spPr>
          <a:xfrm>
            <a:off x="10035540" y="3817620"/>
            <a:ext cx="1330452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</a:t>
            </a:r>
            <a:endParaRPr lang="ko-KR" sz="2600" dirty="0"/>
          </a:p>
        </p:txBody>
      </p:sp>
      <p:sp>
        <p:nvSpPr>
          <p:cNvPr id="11" name="S05-chip3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2" name="S05-text3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싸기</a:t>
            </a:r>
            <a:endParaRPr lang="ko-KR" sz="3200" dirty="0"/>
          </a:p>
        </p:txBody>
      </p:sp>
      <p:sp>
        <p:nvSpPr>
          <p:cNvPr id="13" name="S05-chip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4" name="S05-text3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닦기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달라져요</a:t>
            </a:r>
            <a:endParaRPr lang="ko-KR" sz="44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서아가 방을 정리했어요.</a:t>
            </a:r>
            <a:endParaRPr lang="ko-KR" sz="32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느낌이든 말해도 괜찮아요.</a:t>
            </a:r>
            <a:endParaRPr lang="ko-KR" sz="3200" dirty="0"/>
          </a:p>
        </p:txBody>
      </p:sp>
      <p:sp>
        <p:nvSpPr>
          <p:cNvPr id="6" name="S06-card4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많아.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싫어.”</a:t>
            </a:r>
            <a:endParaRPr lang="ko-KR" sz="3200" dirty="0"/>
          </a:p>
        </p:txBody>
      </p:sp>
      <p:sp>
        <p:nvSpPr>
          <p:cNvPr id="8" name="S06-card4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4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 했다!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느낌은 어땠나요?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했던 날을 떠올려요.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귀찮아요 · 걱정돼요 · 뿌듯해요 · 시원해요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전 느낌은?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한 뒤 느낌은?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달라졌을까요?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나눠서 해 봐요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위를 정리해요.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조각을 차례로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하나씩 끝까지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전과 뒤 느낌을 말했어요</a:t>
            </a:r>
            <a:endParaRPr lang="ko-KR" sz="3200" dirty="0"/>
          </a:p>
        </p:txBody>
      </p:sp>
      <p:sp>
        <p:nvSpPr>
          <p:cNvPr id="6" name="S08-stepno59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60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전 느낌을 말해요.</a:t>
            </a:r>
            <a:endParaRPr lang="ko-KR" sz="3200" dirty="0"/>
          </a:p>
        </p:txBody>
      </p:sp>
      <p:sp>
        <p:nvSpPr>
          <p:cNvPr id="8" name="S08-stepno61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62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조각으로 나눠요.</a:t>
            </a:r>
            <a:endParaRPr lang="ko-KR" sz="3200" dirty="0"/>
          </a:p>
        </p:txBody>
      </p:sp>
      <p:sp>
        <p:nvSpPr>
          <p:cNvPr id="10" name="S08-stepno6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6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하고 표시해요.</a:t>
            </a:r>
            <a:endParaRPr lang="ko-KR" sz="3200" dirty="0"/>
          </a:p>
        </p:txBody>
      </p:sp>
      <p:sp>
        <p:nvSpPr>
          <p:cNvPr id="12" name="S08-stepno65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8-text66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뒤 느낌을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09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‘식탁 차리기’를 작게 나눠요.</a:t>
            </a:r>
            <a:endParaRPr lang="ko-KR" sz="3200" dirty="0"/>
          </a:p>
        </p:txBody>
      </p:sp>
      <p:sp>
        <p:nvSpPr>
          <p:cNvPr id="6" name="S09-chip7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7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정리하기 전과 한 뒤, 내 느낌은?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차례가 좋을까?</a:t>
            </a:r>
            <a:endParaRPr lang="ko-KR" sz="4400" dirty="0"/>
          </a:p>
        </p:txBody>
      </p:sp>
      <p:sp>
        <p:nvSpPr>
          <p:cNvPr id="3" name="S11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도윤이가 ‘신발 신기’를 나눴어요.</a:t>
            </a:r>
            <a:endParaRPr lang="ko-KR" sz="3200" dirty="0"/>
          </a:p>
        </p:txBody>
      </p:sp>
      <p:sp>
        <p:nvSpPr>
          <p:cNvPr id="4" name="S11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75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6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7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 넣기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신발 꺼내기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찍찍이 붙이기</a:t>
            </a:r>
            <a:endParaRPr lang="ko-KR" sz="3200" dirty="0"/>
          </a:p>
        </p:txBody>
      </p:sp>
      <p:sp>
        <p:nvSpPr>
          <p:cNvPr id="9" name="S11-chip78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9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0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꺼내기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발 넣기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찍찍이 붙이기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일은 작게 나눠 하나씩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전과 한 뒤 느낌도 말해요.</a:t>
            </a:r>
            <a:endParaRPr lang="ko-KR" sz="3200" dirty="0"/>
          </a:p>
        </p:txBody>
      </p:sp>
      <p:sp>
        <p:nvSpPr>
          <p:cNvPr id="5" name="S12-chip8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차례로 하기</a:t>
            </a:r>
            <a:endParaRPr lang="ko-KR" sz="2600" dirty="0"/>
          </a:p>
        </p:txBody>
      </p:sp>
      <p:sp>
        <p:nvSpPr>
          <p:cNvPr id="6" name="S12-chip8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한꺼번에 다 하려 하기</a:t>
            </a:r>
            <a:endParaRPr lang="ko-KR" sz="2600" dirty="0"/>
          </a:p>
        </p:txBody>
      </p:sp>
      <p:sp>
        <p:nvSpPr>
          <p:cNvPr id="7" name="S12-text8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‘이 닦기’를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조각으로</a:t>
            </a:r>
            <a:endParaRPr lang="ko-KR" sz="2600" dirty="0"/>
          </a:p>
        </p:txBody>
      </p:sp>
      <p:sp>
        <p:nvSpPr>
          <p:cNvPr id="9" name="S12-text8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느낌 낱말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 말하기</a:t>
            </a:r>
            <a:endParaRPr lang="ko-KR" sz="2600" dirty="0"/>
          </a:p>
        </p:txBody>
      </p:sp>
      <p:sp>
        <p:nvSpPr>
          <p:cNvPr id="10" name="S12-text8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전과 뒤 느낌</a:t>
            </a:r>
            <a:endParaRPr lang="ko-KR" sz="2600" dirty="0"/>
          </a:p>
        </p:txBody>
      </p:sp>
      <p:sp>
        <p:nvSpPr>
          <p:cNvPr id="11" name="S12-text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다른 이유(2학년)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느낌 낱말</a:t>
            </a:r>
            <a:endParaRPr lang="ko-KR" sz="4400" dirty="0"/>
          </a:p>
        </p:txBody>
      </p:sp>
      <p:sp>
        <p:nvSpPr>
          <p:cNvPr id="3" name="S13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내 느낌을 골라요.</a:t>
            </a:r>
            <a:endParaRPr lang="ko-KR" sz="3200" dirty="0"/>
          </a:p>
        </p:txBody>
      </p:sp>
      <p:sp>
        <p:nvSpPr>
          <p:cNvPr id="4" name="S1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느낌에는 이름이 있어요.</a:t>
            </a:r>
            <a:endParaRPr lang="ko-KR" sz="3200" dirty="0"/>
          </a:p>
        </p:txBody>
      </p:sp>
      <p:sp>
        <p:nvSpPr>
          <p:cNvPr id="6" name="S13-word93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</p:txBody>
      </p:sp>
      <p:sp>
        <p:nvSpPr>
          <p:cNvPr id="7" name="S13-word94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신나요</a:t>
            </a:r>
            <a:endParaRPr lang="ko-KR" sz="3600" dirty="0"/>
          </a:p>
        </p:txBody>
      </p:sp>
      <p:sp>
        <p:nvSpPr>
          <p:cNvPr id="8" name="S13-word95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뿌듯해요</a:t>
            </a:r>
            <a:endParaRPr lang="ko-KR" sz="3600" dirty="0"/>
          </a:p>
        </p:txBody>
      </p:sp>
      <p:sp>
        <p:nvSpPr>
          <p:cNvPr id="9" name="S13-word96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600" dirty="0"/>
          </a:p>
        </p:txBody>
      </p:sp>
      <p:sp>
        <p:nvSpPr>
          <p:cNvPr id="10" name="S13-word97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귀찮아요</a:t>
            </a:r>
            <a:endParaRPr lang="ko-KR" sz="3600" dirty="0"/>
          </a:p>
        </p:txBody>
      </p:sp>
      <p:sp>
        <p:nvSpPr>
          <p:cNvPr id="11" name="S13-word98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철학·논리·심리·교육·종교 할 일 나누기와 느낌</dc:title>
  <dc:subject>KR22-G01-HUM-SMALLSTEP-L01</dc:subject>
  <dc:creator>education-ppt</dc:creator>
  <cp:lastModifiedBy>education-ppt</cp:lastModifiedBy>
  <cp:revision>1</cp:revision>
  <dcterms:created xsi:type="dcterms:W3CDTF">2026-10-26T09:58:12Z</dcterms:created>
  <dcterms:modified xsi:type="dcterms:W3CDTF">2026-10-26T09:58:12Z</dcterms:modified>
</cp:coreProperties>
</file>