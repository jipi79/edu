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07ee885-f63c-38d1-2289-fe9377603110}">
          <p14:sldIdLst>
            <p14:sldId id="256"/>
            <p14:sldId id="257"/>
          </p14:sldIdLst>
        </p14:section>
        <p14:section name="개념" id="{e21d0fbc-0b87-d38e-1975-faa096c4a9bf}">
          <p14:sldIdLst>
            <p14:sldId id="258"/>
            <p14:sldId id="259"/>
            <p14:sldId id="261"/>
          </p14:sldIdLst>
        </p14:section>
        <p14:section name="연습" id="{d4ed6c95-56ba-31e6-540d-41af88f21b0b}">
          <p14:sldIdLst>
            <p14:sldId id="260"/>
            <p14:sldId id="262"/>
            <p14:sldId id="263"/>
          </p14:sldIdLst>
        </p14:section>
        <p14:section name="개념" id="{4e69c2d1-eea6-be08-2fa9-5c00323f2fec}">
          <p14:sldIdLst/>
        </p14:section>
        <p14:section name="연습" id="{dc696522-e2fc-11b6-0d8a-d57c20ed7031}">
          <p14:sldIdLst/>
        </p14:section>
        <p14:section name="확인" id="{25e8917a-f43d-d2e4-0c1b-0473c55ae563}">
          <p14:sldIdLst>
            <p14:sldId id="264"/>
            <p14:sldId id="265"/>
            <p14:sldId id="266"/>
          </p14:sldIdLst>
        </p14:section>
        <p14:section name="정리" id="{076e0aa8-e07e-ffa0-2e58-2bc53068e027}">
          <p14:sldIdLst>
            <p14:sldId id="267"/>
          </p14:sldIdLst>
        </p14:section>
        <p14:section name="보충" id="{482098e4-a031-2898-9160-add0dedb145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할 일이 많아 막막할 때 작게 나누는 방법과, 그때의 느낌을 말하는 연습을 한다고 알립니다.
시간: 약 2분
이렇게 말해 보세요
- “장난감이 방에 가득할 때 ‘정리해!’ 하면 어떤 마음이 들어?”
- “오늘은 큰 일을 작게 나누는 방법을 배우고, 하기 전과 한 뒤에 마음이 어떻게 달라지는지 말해 볼 거야.”
예상 답
- “하기 싫어요.” / “너무 많아요.” / “몰라요.”
주의
- 아이가 “하기 싫어요.”라고 해도 나무라지 않습니다. “그럴 수 있어. 그 마음도 오늘 이야기해 보자.”라고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확인(느낌을 낱말로 말하기)]
목적: 익숙한 상황에서 기쁘다, 속상하다 같은 느낌 낱말을 말할 수 있는지 확인합니다. 이 차시는 계획상 앞 차시가 없으므로, 유치원에서 해 온 ‘느낌 말하기’를 확인합니다.
시간: 약 3분
이렇게 말해 보세요
- “생일 선물을 받으면 어떤 느낌이 들어?”
- “아끼는 장난감이 망가지면?”
예상 답
- ① “기뻐요.” / “신나요.” / “좋아요.”
- ② “속상해요.” / “슬퍼요.” / “화나요.”
정답
- 느낌을 나타내는 낱말 하나를 말하면 맞습니다. 상황에 어울리면 어떤 낱말이든 됩니다.
막히면
- 엄마(아빠)가 얼굴 표정(웃는 얼굴, 우는 얼굴)을 지어 보이며 “이런 느낌?” 하고 묻습니다.
- 두 상황 모두 느낌 낱말이 나오지 않으면 S13(보충)을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큰 일을 작은 조각으로 나누기]
목적: 큰 할 일을 손으로 한 번에 할 수 있는 작은 조각으로 나누는 생각을 보여 줍니다(M1).
시간: 약 3분
이렇게 말해 보세요
- “‘방 정리’는 너무 커서 어디서부터 할지 모르겠지? 작게 나눠 볼게.”
- “먼저 블록은 통에, 그다음 책은 책꽂이에, 마지막으로 옷은 바구니에. 이렇게 나누니까 어때?”
예상 답
- “할 만해요.” / “쉬워 보여요.”
막히면
- 실제 방이나 장난감 바구니를 보며 “무엇무엇이 있지?” 하고 물건 종류를 먼저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나누는 차례]
목적: 할 일을 나누는 차례를 알려 줍니다. ‘다 한 모습’을 먼저 떠올리면 무엇을 해야 할지 보입니다.
시간: 약 3분
이렇게 말해 보세요
- “먼저 다 끝났을 때 모습을 떠올려. 책상 위가 깨끗하고, 연필은 필통에 있겠지?”
- “그다음 작은 조각으로 나누고, 무엇부터 할지 정해. 하나 끝나면 표시하면 얼마나 했는지 보여.”
예상 답
- “연필부터 할래요.”
막히면
- ‘다 한 모습’을 떠올리기 어려우면 엄마(아빠)가 말로 그려 줍니다. “다 하면 바닥에 아무것도 없을 거야.”
주의
- 조각이 너무 많으면(예: 블록 하나씩) 오히려 지칩니다. 초1은 세 조각쯤이 알맞습니다.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할 일 나누기(도움 받아)]
목적: 도움을 받으며 익숙한 할 일 두 가지를 작은 조각으로 나누고 차례대로 말합니다.
시간: 약 4분
이렇게 말해 보세요
- “가방 싸기를 세 조각으로 나눠 볼까? ‘먼저, 그다음, 마지막’을 붙여서 말해 줘.”
- “이 닦기도 해 볼까?”
예상 답
- ① 먼저 알림장을 넣어요. 그다음 책을 넣어요. 마지막으로 필통을 넣고 지퍼를 닫아요.
- ② 먼저 칫솔에 치약을 묻혀요. 그다음 이를 닦아요. 마지막으로 물로 헹궈요.
정답
- 정답은 하나가 아닙니다. 조각이 세 개쯤이고, 그 차례대로 실제로 할 수 있으면 맞습니다.
막히면
- 조각이 너무 크면(“가방을 싸요.”, M1) “가방에 무엇무엇을 넣어?” 하고 물어 물건별로 나누게 합니다.
- 차례가 이상하면(M2) “그 차례로 하면 어떻게 될까? 한번 해 볼까?” 하고 몸으로 흉내 내 봅니다.
주의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하기 전과 한 뒤의 느낌]
목적: 할 일을 하기 전과 한 뒤에 느낌이 달라질 수 있음을 예로 보여 주고, 어떤 느낌이든 말해도 된다고 알려 줍니다(M3).
시간: 약 3분
이렇게 말해 보세요
- “서아는 정리하기 전에 ‘하기 싫어.’ 했어. 다 하고 나서는 ‘뿌듯해.’ 했지. 왜 달라졌을까?”
- “‘뿌듯하다’는 내가 해낸 일이 자랑스러운 느낌이야.”
- “엄마(아빠)도 설거지하기 전에는 귀찮아. 다 하고 나면 개운해. 그런 느낌도 말해도 돼.”
예상 답
- “방이 깨끗해져서요.” / “다 끝나서요.”
막히면
- “정리가 끝나면 무엇이 좋아졌어?” 하고 달라진 점을 먼저 찾게 합니다.
주의
- ‘하기 싫다’는 느낌을 나쁜 마음으로 다루지 않습니다. 느낌을 알아차리고 말하는 것이 오늘의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내 경험으로 전후 느낌 말하기]
목적: 아이가 실제로 겪은 일에서 하기 전과 한 뒤의 느낌을 낱말로 말하고 까닭을 붙여 봅니다.
시간: 약 3분
이렇게 말해 보세요
- “숙제(또는 받아쓰기 연습)를 했던 날을 떠올려 봐. 시작하기 전에는 어떤 느낌이었어?”
- “다 하고 나서는? 왜 느낌이 달라졌을까?”
예상 답
- ① “귀찮았어요.” / “어려울까 봐 걱정됐어요.”
- ② “뿌듯했어요.” / “시원했어요.”
- ③ “다 끝나서요.” / “생각보다 쉬워서요.”
정답
- 아이가 겪은 일이므로 정답은 정해져 있지 않습니다. 느낌 낱말 두 개와 까닭 하나를 말하면 됩니다. 두 느낌이 같아도(“둘 다 즐거웠어요.”) 맞습니다.
막히면
- 아래 낱말 카드에서 고르게 합니다. 그래도 어려우면 엄마(아빠)의 경험을 먼저 들려줍니다.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실제로 나눠서 해 보기]
목적: 실제로 작은 정리를 하며, 나누기(A)와 전후 느낌 말하기(B)를 한 번에 해 봅니다.
시간: 약 8분
이렇게 말해 보세요
- “책상 위(또는 장난감 바구니)를 정리해 볼 거야. 시작하기 전에 지금 느낌은 어때?”
- “세 조각으로 나눠 볼까? 먼저, 그다음, 마지막.”
- (하나 끝날 때마다) “하나 끝! 활동지 칸에 표시하자.”
- “다 했다! 지금 느낌은? 아까랑 달라?”
예상 답
- “귀찮아요.” → “먼저 연필을 필통에, 그다음 책을 꽂고, 마지막으로 지우개 가루를 치워요.” → “시원해요. 깨끗해져서요.”
정답
- 관찰 기준 세 가지를 모두 하면 잘한 것입니다. 느낌은 어떤 것이든 맞습니다.
막히면
- 정리할 거리가 너무 많으면 엄마(아빠)가 한 부분만 정해 줍니다(예: 연필과 책만).
- 중간에 멈추면 “몇 조각 남았지?” 하고 표시한 칸을 보여 줍니다.
주의
- 5분 안에 끝날 만큼만 고릅니다. 끝까지 해낸 경험이 중요합니다.
- 엄마(아빠)가 대신 정리하지 않습니다. 잘한 점을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보기(나누기와 느낌)]
목적: 처음 보는 할 일을 혼자 나누는지(A), 방금 한 정리의 전후 느낌을 도움 없이 말하는지(B) 확인합니다.
시간: 약 5분
이렇게 말해 보세요
- “이번에는 엄마(아빠)가 도와주지 않을게. ①은 식탁 차리기야. 작게 나눠서 차례대로 말해 줘.”
- “②는 아까 정리한 일이야. 하기 전과 한 뒤 느낌을 말해 줘. 왜 그랬는지도.”
예상 답
- ① “먼저 수저를 놓아요. 그다음 컵을 놓아요. 마지막으로 반찬을 놓아요.”
- ② “하기 전에는 귀찮았는데, 하고 나니 뿌듯했어요. 책상이 깨끗해져서요.”
정답
- ① 조각이 세 개 이상이고 그 차례로 할 수 있으면 목표 A 확인 완료입니다.
- ② 두 느낌과 까닭 하나를 말하면 목표 B 확인 완료입니다(느낌이 같아도 됩니다).
막히면
- ①이 어려우면 “식탁에 무엇무엇이 놓여 있지?” 하고 물어 주고 기록표에 ‘도움’으로 표시합니다.
주의
- 관찰한 것을 기록표(S09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잘한 말과 흔한 실수]
목적: S09에서 아이가 한 말을 예와 비교하며 돌아봅니다.
시간: 약 2분
이렇게 말해 보세요
- “너는 식탁 차리기를 몇 조각으로 나눴지? 왼쪽이랑 비슷해?”
- “느낌을 말해 준 것도 아주 잘했어.”
예상 답
- “세 조각이요.” / “저는 네 조각으로 나눴어요.”
주의
- 이 장은 학생용 파일에서 빠집니다. 느낌을 말하지 못했으면 낱말 카드(S13)를 보여 주고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확인(차례가 알맞은 나누기)]
목적: 나눈 조각의 차례가 실제로 할 수 있는 차례인지 판단하는지 확인합니다(M2).
시간: 약 2분
이렇게 말해 보세요
- “가와 나 중에서 어느 쪽 차례로 하면 신발을 잘 신을 수 있을까? 왜?”
정답
- 나. 신발을 꺼내야 발을 넣을 수 있습니다. 가는 신발이 없는데 발을 먼저 넣으려고 합니다.
막히면
- 실제 신발로 가의 차례대로 해 보게 하면 금방 알아챕니다.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학습]
목적: 오늘 배운 두 가지를 정리하고 다음 수업 첫 5분에 할 복습을 알려 줍니다.
시간: 약 2분
이렇게 말해 보세요
- “큰 일을 할 때는 어떻게 하면 좋았지? 다 하고 나서 느낌은 어땠어?”
예상 답
- “작게 나눠서 하나씩 해요. 하고 나니 뿌듯했어요.”
정답
- ① 예: 치약 묻히기 → 이 닦기 → 헹구기 ② 느낌 낱말 두 개(기뻐요, 뿌듯해요, 귀찮아요 등) ③ 전과 뒤 느낌을 낱말로 말하면 맞음
주의
- 계획상 이 차시 바로 뒤에는 진로 ‘좋아하는 활동과 우리를 돕는 일’이 있습니다. 같은 갈래(생각·마음)의 다음 차시는 2학년 ‘서로 다른 이유’입니다.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보충(느낌 낱말 익히기)]
목적: S02에서 느낌 낱말이 잘 나오지 않으면, 낱말 카드를 보며 느낌에 이름을 붙이는 연습을 합니다.
시간: 약 5분
이렇게 말해 보세요
- “엄마(아빠)가 표정을 지을게. 어떤 느낌 같아?” (웃는 얼굴 → 기뻐요, 시무룩한 얼굴 → 슬퍼요)
- “지금 네 느낌은 어떤 카드랑 비슷해?”
- “놀이터에 갈 때는? 주사 맞기 전에는?”
정답
- 상황에 어울리는 낱말을 고르면 맞습니다. 놀이터 → 신나요, 주사 전 → 걱정돼요 처럼.
막히면
- 표정 흉내와 낱말을 짝지어 여러 번 놀이처럼 해 봅니다.
- 이 차시는 계획상 앞 차시가 없습니다. 느낌을 말로 나타내기가 계속 어려우면 국어 ‘그림일기 쓰기’의 ‘마음을 나타내는 말’ 장을 함께 보면 좋습니다.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배움과감정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할 일 나누기와 느낌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할 일 나누기와 느낌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철학·논리·심리·교육·종교 · 할 일 나누기와 느낌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나누기와 느낌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일도 작게 나누면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쉬워질까?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 일을 작게 나눠요.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하기 전과 한 뒤 느낌을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느낌일까요?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어떤 느낌일지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 느낌이에요.” 하고 말해요.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 선물을 받았어요.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아끼는 장난감이 망가졌어요.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일은 작게 나눠요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‘방 정리’를 작게 나누면?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하면 끝까지 할 수 있어요.</a:t>
            </a:r>
            <a:endParaRPr lang="ko-KR" sz="3200" dirty="0"/>
          </a:p>
        </p:txBody>
      </p:sp>
      <p:sp>
        <p:nvSpPr>
          <p:cNvPr id="6" name="S03-step13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통에</a:t>
            </a:r>
            <a:endParaRPr lang="ko-KR" sz="3000" dirty="0"/>
          </a:p>
        </p:txBody>
      </p:sp>
      <p:sp>
        <p:nvSpPr>
          <p:cNvPr id="7" name="S03-line14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5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책꽂이에</a:t>
            </a:r>
            <a:endParaRPr lang="ko-KR" sz="3000" dirty="0"/>
          </a:p>
        </p:txBody>
      </p:sp>
      <p:sp>
        <p:nvSpPr>
          <p:cNvPr id="9" name="S03-line16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7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옷은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바구니에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나눠요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조각은 세 개쯤이면 좋아요.</a:t>
            </a:r>
            <a:endParaRPr lang="ko-KR" sz="3200" dirty="0"/>
          </a:p>
        </p:txBody>
      </p:sp>
      <p:sp>
        <p:nvSpPr>
          <p:cNvPr id="5" name="S04-stepno20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1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한 모습을 떠올려요.</a:t>
            </a:r>
            <a:endParaRPr lang="ko-KR" sz="32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조각으로 나눠요.</a:t>
            </a:r>
            <a:endParaRPr lang="ko-KR" sz="32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할 것을 정해요.</a:t>
            </a:r>
            <a:endParaRPr lang="ko-KR" sz="3200" dirty="0"/>
          </a:p>
        </p:txBody>
      </p:sp>
      <p:sp>
        <p:nvSpPr>
          <p:cNvPr id="11" name="S04-stepno26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7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끝나면 표시해요.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 볼까요?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조각으로 나눠 말해요.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ko-KR" sz="3200" dirty="0"/>
          </a:p>
        </p:txBody>
      </p:sp>
      <p:sp>
        <p:nvSpPr>
          <p:cNvPr id="6" name="S05-step31"/>
          <p:cNvSpPr txBox="1"/>
          <p:nvPr/>
        </p:nvSpPr>
        <p:spPr>
          <a:xfrm>
            <a:off x="6551676" y="3817620"/>
            <a:ext cx="1330452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7" name="S05-line32"/>
          <p:cNvSpPr/>
          <p:nvPr/>
        </p:nvSpPr>
        <p:spPr>
          <a:xfrm>
            <a:off x="7936992" y="4366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33"/>
          <p:cNvSpPr txBox="1"/>
          <p:nvPr/>
        </p:nvSpPr>
        <p:spPr>
          <a:xfrm>
            <a:off x="8293608" y="3817620"/>
            <a:ext cx="1330452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9" name="S05-line34"/>
          <p:cNvSpPr/>
          <p:nvPr/>
        </p:nvSpPr>
        <p:spPr>
          <a:xfrm>
            <a:off x="9678924" y="4366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35"/>
          <p:cNvSpPr txBox="1"/>
          <p:nvPr/>
        </p:nvSpPr>
        <p:spPr>
          <a:xfrm>
            <a:off x="10035540" y="3817620"/>
            <a:ext cx="1330452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2600" dirty="0"/>
          </a:p>
        </p:txBody>
      </p:sp>
      <p:sp>
        <p:nvSpPr>
          <p:cNvPr id="11" name="S05-chip3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2" name="S05-text3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 싸기</a:t>
            </a:r>
            <a:endParaRPr lang="ko-KR" sz="3200" dirty="0"/>
          </a:p>
        </p:txBody>
      </p:sp>
      <p:sp>
        <p:nvSpPr>
          <p:cNvPr id="13" name="S05-chip3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4" name="S05-text39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닦기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달라져요</a:t>
            </a:r>
            <a:endParaRPr lang="ko-KR" sz="4400" dirty="0"/>
          </a:p>
        </p:txBody>
      </p:sp>
      <p:sp>
        <p:nvSpPr>
          <p:cNvPr id="3" name="S06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서아가 방을 정리했어요.</a:t>
            </a:r>
            <a:endParaRPr lang="ko-KR" sz="3200" dirty="0"/>
          </a:p>
        </p:txBody>
      </p:sp>
      <p:sp>
        <p:nvSpPr>
          <p:cNvPr id="4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느낌이든 말해도 괜찮아요.</a:t>
            </a:r>
            <a:endParaRPr lang="ko-KR" sz="3200" dirty="0"/>
          </a:p>
        </p:txBody>
      </p:sp>
      <p:sp>
        <p:nvSpPr>
          <p:cNvPr id="6" name="S06-card43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4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“너무 많아.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싫어.”</a:t>
            </a:r>
            <a:endParaRPr lang="ko-KR" sz="3200" dirty="0"/>
          </a:p>
        </p:txBody>
      </p:sp>
      <p:sp>
        <p:nvSpPr>
          <p:cNvPr id="8" name="S06-card45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46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 했다!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느낌은 어땠나요?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했던 날을 떠올려요.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귀찮아요 · 걱정돼요 · 뿌듯해요 · 시원해요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전 느낌은?</a:t>
            </a:r>
            <a:endParaRPr lang="ko-KR" sz="3200" dirty="0"/>
          </a:p>
        </p:txBody>
      </p:sp>
      <p:sp>
        <p:nvSpPr>
          <p:cNvPr id="8" name="S07-chip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한 뒤 느낌은?</a:t>
            </a:r>
            <a:endParaRPr lang="ko-KR" sz="3200" dirty="0"/>
          </a:p>
        </p:txBody>
      </p:sp>
      <p:sp>
        <p:nvSpPr>
          <p:cNvPr id="10" name="S07-chip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달라졌을까요?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나눠서 해 봐요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위를 정리해요.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조각을 차례로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하나씩 끝까지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전과 뒤 느낌을 말했어요</a:t>
            </a:r>
            <a:endParaRPr lang="ko-KR" sz="3200" dirty="0"/>
          </a:p>
        </p:txBody>
      </p:sp>
      <p:sp>
        <p:nvSpPr>
          <p:cNvPr id="6" name="S08-stepno59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60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전 느낌을 말해요.</a:t>
            </a:r>
            <a:endParaRPr lang="ko-KR" sz="3200" dirty="0"/>
          </a:p>
        </p:txBody>
      </p:sp>
      <p:sp>
        <p:nvSpPr>
          <p:cNvPr id="8" name="S08-stepno61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62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조각으로 나눠요.</a:t>
            </a:r>
            <a:endParaRPr lang="ko-KR" sz="3200" dirty="0"/>
          </a:p>
        </p:txBody>
      </p:sp>
      <p:sp>
        <p:nvSpPr>
          <p:cNvPr id="10" name="S08-stepno6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6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하고 표시해요.</a:t>
            </a:r>
            <a:endParaRPr lang="ko-KR" sz="3200" dirty="0"/>
          </a:p>
        </p:txBody>
      </p:sp>
      <p:sp>
        <p:nvSpPr>
          <p:cNvPr id="12" name="S08-stepno65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8-text66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뒤 느낌을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09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듣기만 해요.</a:t>
            </a:r>
            <a:endParaRPr lang="ko-KR" sz="3200" dirty="0"/>
          </a:p>
        </p:txBody>
      </p:sp>
      <p:sp>
        <p:nvSpPr>
          <p:cNvPr id="4" name="S09-chip6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‘식탁 차리기’를 작게 나눠요.</a:t>
            </a:r>
            <a:endParaRPr lang="ko-KR" sz="3200" dirty="0"/>
          </a:p>
        </p:txBody>
      </p:sp>
      <p:sp>
        <p:nvSpPr>
          <p:cNvPr id="6" name="S09-chip7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71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정리하기 전과 한 뒤, 내 느낌은?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말과 흔한 실수</a:t>
            </a:r>
            <a:endParaRPr lang="ko-KR" sz="4400" dirty="0"/>
          </a:p>
        </p:txBody>
      </p:sp>
      <p:sp>
        <p:nvSpPr>
          <p:cNvPr id="3" name="S10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느낌은 무엇이든 괜찮아요. 말해 본 것이 잘한 거예요.</a:t>
            </a:r>
            <a:endParaRPr lang="ko-KR" sz="3200" dirty="0"/>
          </a:p>
        </p:txBody>
      </p:sp>
      <p:sp>
        <p:nvSpPr>
          <p:cNvPr id="5" name="S10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5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→ 컵 → 반찬</a:t>
            </a:r>
            <a:endParaRPr lang="ko-KR" sz="3200" dirty="0"/>
          </a:p>
        </p:txBody>
      </p:sp>
      <p:sp>
        <p:nvSpPr>
          <p:cNvPr id="7" name="S10-text76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 세 개</a:t>
            </a:r>
            <a:endParaRPr lang="ko-KR" sz="2600" dirty="0"/>
          </a:p>
        </p:txBody>
      </p:sp>
      <p:sp>
        <p:nvSpPr>
          <p:cNvPr id="8" name="S10-text77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“귀찮았는데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뿌듯해요.”</a:t>
            </a:r>
            <a:endParaRPr lang="ko-KR" sz="3200" dirty="0"/>
          </a:p>
        </p:txBody>
      </p:sp>
      <p:sp>
        <p:nvSpPr>
          <p:cNvPr id="9" name="S10-text78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전과 뒤 느낌</a:t>
            </a:r>
            <a:endParaRPr lang="ko-KR" sz="26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“식탁을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차려요.”</a:t>
            </a:r>
            <a:endParaRPr lang="ko-KR" sz="3200" dirty="0"/>
          </a:p>
        </p:txBody>
      </p:sp>
      <p:sp>
        <p:nvSpPr>
          <p:cNvPr id="12" name="S10-text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나누지 않음</a:t>
            </a:r>
            <a:endParaRPr lang="ko-KR" sz="2600" dirty="0"/>
          </a:p>
        </p:txBody>
      </p:sp>
      <p:sp>
        <p:nvSpPr>
          <p:cNvPr id="13" name="S10-text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“몰라요.”</a:t>
            </a:r>
            <a:endParaRPr lang="ko-KR" sz="3200" dirty="0"/>
          </a:p>
        </p:txBody>
      </p:sp>
      <p:sp>
        <p:nvSpPr>
          <p:cNvPr id="14" name="S10-text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 말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 차례가 좋을까?</a:t>
            </a:r>
            <a:endParaRPr lang="ko-KR" sz="4400" dirty="0"/>
          </a:p>
        </p:txBody>
      </p:sp>
      <p:sp>
        <p:nvSpPr>
          <p:cNvPr id="3" name="S11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‘신발 신기’를 나눴어요.</a:t>
            </a:r>
            <a:endParaRPr lang="ko-KR" sz="3200" dirty="0"/>
          </a:p>
        </p:txBody>
      </p:sp>
      <p:sp>
        <p:nvSpPr>
          <p:cNvPr id="4" name="S11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200" dirty="0"/>
          </a:p>
        </p:txBody>
      </p:sp>
      <p:sp>
        <p:nvSpPr>
          <p:cNvPr id="6" name="S11-chip87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8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9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신발 꺼내기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찍찍이 붙이기</a:t>
            </a:r>
            <a:endParaRPr lang="ko-KR" sz="3200" dirty="0"/>
          </a:p>
        </p:txBody>
      </p:sp>
      <p:sp>
        <p:nvSpPr>
          <p:cNvPr id="9" name="S11-chip90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91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92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꺼내기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발 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찍찍이 붙이기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일은 작게 나눠 하나씩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하기 전과 한 뒤 느낌도 말해요.</a:t>
            </a:r>
            <a:endParaRPr lang="ko-KR" sz="3200" dirty="0"/>
          </a:p>
        </p:txBody>
      </p:sp>
      <p:sp>
        <p:nvSpPr>
          <p:cNvPr id="5" name="S12-chip9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하나씩 차례로 하기</a:t>
            </a:r>
            <a:endParaRPr lang="ko-KR" sz="2600" dirty="0"/>
          </a:p>
        </p:txBody>
      </p:sp>
      <p:sp>
        <p:nvSpPr>
          <p:cNvPr id="6" name="S12-chip9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한꺼번에 다 하려 하기</a:t>
            </a:r>
            <a:endParaRPr lang="ko-KR" sz="2600" dirty="0"/>
          </a:p>
        </p:txBody>
      </p:sp>
      <p:sp>
        <p:nvSpPr>
          <p:cNvPr id="7" name="S12-text9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‘이 닦기’를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조각으로</a:t>
            </a:r>
            <a:endParaRPr lang="ko-KR" sz="2600" dirty="0"/>
          </a:p>
        </p:txBody>
      </p:sp>
      <p:sp>
        <p:nvSpPr>
          <p:cNvPr id="9" name="S12-text9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느낌 낱말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 말하기</a:t>
            </a:r>
            <a:endParaRPr lang="ko-KR" sz="2600" dirty="0"/>
          </a:p>
        </p:txBody>
      </p:sp>
      <p:sp>
        <p:nvSpPr>
          <p:cNvPr id="10" name="S12-text10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한 일,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전과 뒤 느낌</a:t>
            </a:r>
            <a:endParaRPr lang="ko-KR" sz="2600" dirty="0"/>
          </a:p>
        </p:txBody>
      </p:sp>
      <p:sp>
        <p:nvSpPr>
          <p:cNvPr id="11" name="S12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다른 이유(2학년)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느낌 낱말</a:t>
            </a:r>
            <a:endParaRPr lang="ko-KR" sz="4400" dirty="0"/>
          </a:p>
        </p:txBody>
      </p:sp>
      <p:sp>
        <p:nvSpPr>
          <p:cNvPr id="3" name="S13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내 느낌을 골라요.</a:t>
            </a:r>
            <a:endParaRPr lang="ko-KR" sz="3200" dirty="0"/>
          </a:p>
        </p:txBody>
      </p:sp>
      <p:sp>
        <p:nvSpPr>
          <p:cNvPr id="4" name="S13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느낌에는 이름이 있어요.</a:t>
            </a:r>
            <a:endParaRPr lang="ko-KR" sz="3200" dirty="0"/>
          </a:p>
        </p:txBody>
      </p:sp>
      <p:sp>
        <p:nvSpPr>
          <p:cNvPr id="6" name="S13-word105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</p:txBody>
      </p:sp>
      <p:sp>
        <p:nvSpPr>
          <p:cNvPr id="7" name="S13-word106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신나요</a:t>
            </a:r>
            <a:endParaRPr lang="ko-KR" sz="3600" dirty="0"/>
          </a:p>
        </p:txBody>
      </p:sp>
      <p:sp>
        <p:nvSpPr>
          <p:cNvPr id="8" name="S13-word107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뿌듯해요</a:t>
            </a:r>
            <a:endParaRPr lang="ko-KR" sz="3600" dirty="0"/>
          </a:p>
        </p:txBody>
      </p:sp>
      <p:sp>
        <p:nvSpPr>
          <p:cNvPr id="9" name="S13-word108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600" dirty="0"/>
          </a:p>
        </p:txBody>
      </p:sp>
      <p:sp>
        <p:nvSpPr>
          <p:cNvPr id="10" name="S13-word109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귀찮아요</a:t>
            </a:r>
            <a:endParaRPr lang="ko-KR" sz="3600" dirty="0"/>
          </a:p>
        </p:txBody>
      </p:sp>
      <p:sp>
        <p:nvSpPr>
          <p:cNvPr id="11" name="S13-word110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철학·논리·심리·교육·종교 할 일 나누기와 느낌</dc:title>
  <dc:subject>KR22-G01-HUM-SMALLSTEP-L01</dc:subject>
  <dc:creator>education-ppt</dc:creator>
  <cp:lastModifiedBy>education-ppt</cp:lastModifiedBy>
  <cp:revision>1</cp:revision>
  <dcterms:created xsi:type="dcterms:W3CDTF">2026-10-26T09:43:46Z</dcterms:created>
  <dcterms:modified xsi:type="dcterms:W3CDTF">2026-10-26T09:43:46Z</dcterms:modified>
</cp:coreProperties>
</file>