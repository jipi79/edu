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c8a9671-5827-194a-9d53-6e9077ec49e5}">
          <p14:sldIdLst>
            <p14:sldId id="256"/>
            <p14:sldId id="257"/>
          </p14:sldIdLst>
        </p14:section>
        <p14:section name="개념" id="{046357b5-11f8-1fbc-6ec5-cb9083f4744f}">
          <p14:sldIdLst>
            <p14:sldId id="258"/>
            <p14:sldId id="259"/>
            <p14:sldId id="261"/>
          </p14:sldIdLst>
        </p14:section>
        <p14:section name="연습" id="{41d16b92-dd0b-b79a-450d-ef951133d99b}">
          <p14:sldIdLst>
            <p14:sldId id="260"/>
            <p14:sldId id="262"/>
            <p14:sldId id="263"/>
          </p14:sldIdLst>
        </p14:section>
        <p14:section name="개념" id="{0987b343-43dd-9114-156e-4ee56ee545ac}">
          <p14:sldIdLst/>
        </p14:section>
        <p14:section name="연습" id="{95531973-a56f-e596-bd49-10eca1a8feaa}">
          <p14:sldIdLst/>
        </p14:section>
        <p14:section name="확인" id="{f2f9849f-46e2-fb13-6276-9abf0afaecfc}">
          <p14:sldIdLst>
            <p14:sldId id="264"/>
            <p14:sldId id="265"/>
          </p14:sldIdLst>
        </p14:section>
        <p14:section name="정리" id="{3e28ca79-b0a1-5bc7-c522-9c6863260efe}">
          <p14:sldIdLst>
            <p14:sldId id="266"/>
          </p14:sldIdLst>
        </p14:section>
        <p14:section name="보충" id="{3a6d7c3f-c041-7821-3ff5-d804cae4e1f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철학·논리·심리·교육·종교 · 질문과이유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철학·논리·심리·교육·종교 · 질문하고 이유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철학·논리·심리·교육·종교 · 질문하고 이유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철학·논리·심리·교육·종교 · 질문하고 이유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질문하고 이유 말하기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궁금했던 적 있나요?</a:t>
            </a:r>
            <a:endParaRPr lang="ko-KR" sz="3200" dirty="0"/>
          </a:p>
        </p:txBody>
      </p:sp>
      <p:sp>
        <p:nvSpPr>
          <p:cNvPr id="4" name="S01-big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5400" dirty="0"/>
          </a:p>
        </p:txBody>
      </p:sp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궁금한 것을 ‘왜?’로 물어요.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고른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좋아요?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문장으로 말해요.</a:t>
            </a:r>
            <a:endParaRPr lang="ko-KR" sz="3200" dirty="0"/>
          </a:p>
        </p:txBody>
      </p:sp>
      <p:sp>
        <p:nvSpPr>
          <p:cNvPr id="4" name="S02-card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○○이 좋아요.” 하고 말해요.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과일은?</a:t>
            </a:r>
            <a:endParaRPr lang="ko-KR" sz="32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놀이는?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궁금하면 물어봐요</a:t>
            </a:r>
            <a:endParaRPr lang="ko-KR" sz="44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궁금할 때 쓰는 말이 있어요.</a:t>
            </a:r>
            <a:endParaRPr lang="ko-KR" sz="3200" dirty="0"/>
          </a:p>
        </p:txBody>
      </p:sp>
      <p:sp>
        <p:nvSpPr>
          <p:cNvPr id="4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물어보면 새로 알게 돼요.</a:t>
            </a:r>
            <a:endParaRPr lang="ko-KR" sz="3200" dirty="0"/>
          </a:p>
        </p:txBody>
      </p:sp>
      <p:sp>
        <p:nvSpPr>
          <p:cNvPr id="6" name="S03-card14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5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궁금할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“비는 왜 올까?”</a:t>
            </a:r>
            <a:endParaRPr lang="ko-KR" sz="3200" dirty="0"/>
          </a:p>
        </p:txBody>
      </p:sp>
      <p:sp>
        <p:nvSpPr>
          <p:cNvPr id="8" name="S03-card16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7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방법이 궁금할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“새는 어떻게 날까?”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만들어요</a:t>
            </a:r>
            <a:endParaRPr lang="ko-KR" sz="4400" dirty="0"/>
          </a:p>
        </p:txBody>
      </p:sp>
      <p:sp>
        <p:nvSpPr>
          <p:cNvPr id="3" name="S04-text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바나나로 함께 해 봐요.</a:t>
            </a:r>
            <a:endParaRPr lang="ko-KR" sz="3200" dirty="0"/>
          </a:p>
        </p:txBody>
      </p:sp>
      <p:sp>
        <p:nvSpPr>
          <p:cNvPr id="4" name="S04-card1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물을 수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“바나나는 왜 노랄까?”</a:t>
            </a:r>
            <a:endParaRPr lang="ko-KR" sz="3200" dirty="0"/>
          </a:p>
        </p:txBody>
      </p:sp>
      <p:sp>
        <p:nvSpPr>
          <p:cNvPr id="6" name="S04-stepno21"/>
          <p:cNvSpPr txBox="1"/>
          <p:nvPr/>
        </p:nvSpPr>
        <p:spPr>
          <a:xfrm>
            <a:off x="548640" y="236093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4-text22"/>
          <p:cNvSpPr txBox="1"/>
          <p:nvPr/>
        </p:nvSpPr>
        <p:spPr>
          <a:xfrm>
            <a:off x="1325880" y="236093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잘 보고 만져요.</a:t>
            </a:r>
            <a:endParaRPr lang="ko-KR" sz="3200" dirty="0"/>
          </a:p>
        </p:txBody>
      </p:sp>
      <p:sp>
        <p:nvSpPr>
          <p:cNvPr id="8" name="S04-stepno23"/>
          <p:cNvSpPr txBox="1"/>
          <p:nvPr/>
        </p:nvSpPr>
        <p:spPr>
          <a:xfrm>
            <a:off x="548640" y="307416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4-text24"/>
          <p:cNvSpPr txBox="1"/>
          <p:nvPr/>
        </p:nvSpPr>
        <p:spPr>
          <a:xfrm>
            <a:off x="1325880" y="307416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점을 찾아요.</a:t>
            </a:r>
            <a:endParaRPr lang="ko-KR" sz="3200" dirty="0"/>
          </a:p>
        </p:txBody>
      </p:sp>
      <p:sp>
        <p:nvSpPr>
          <p:cNvPr id="10" name="S04-stepno25"/>
          <p:cNvSpPr txBox="1"/>
          <p:nvPr/>
        </p:nvSpPr>
        <p:spPr>
          <a:xfrm>
            <a:off x="548640" y="37873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4-text26"/>
          <p:cNvSpPr txBox="1"/>
          <p:nvPr/>
        </p:nvSpPr>
        <p:spPr>
          <a:xfrm>
            <a:off x="1325880" y="378739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‘왜’나 ‘어떻게’를 넣어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만들어 봐요</a:t>
            </a:r>
            <a:endParaRPr lang="ko-KR" sz="4400" dirty="0"/>
          </a:p>
        </p:txBody>
      </p:sp>
      <p:sp>
        <p:nvSpPr>
          <p:cNvPr id="3" name="S05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궁금한 것을 물어요.</a:t>
            </a:r>
            <a:endParaRPr lang="ko-KR" sz="3200" dirty="0"/>
          </a:p>
        </p:txBody>
      </p:sp>
      <p:sp>
        <p:nvSpPr>
          <p:cNvPr id="4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‘왜’나 ‘어떻게’를 넣어 물어요.</a:t>
            </a:r>
            <a:endParaRPr lang="ko-KR" sz="3200" dirty="0"/>
          </a:p>
        </p:txBody>
      </p:sp>
      <p:sp>
        <p:nvSpPr>
          <p:cNvPr id="6" name="S05-chip3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200" dirty="0"/>
          </a:p>
        </p:txBody>
      </p:sp>
      <p:sp>
        <p:nvSpPr>
          <p:cNvPr id="8" name="S05-chip3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냉장고</a:t>
            </a:r>
            <a:endParaRPr lang="ko-KR" sz="3200" dirty="0"/>
          </a:p>
        </p:txBody>
      </p:sp>
      <p:sp>
        <p:nvSpPr>
          <p:cNvPr id="10" name="S05-chip3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 까닭 말하기</a:t>
            </a:r>
            <a:endParaRPr lang="ko-KR" sz="4400" dirty="0"/>
          </a:p>
        </p:txBody>
      </p:sp>
      <p:sp>
        <p:nvSpPr>
          <p:cNvPr id="3" name="S06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 뒤에 까닭을 붙여요.</a:t>
            </a:r>
            <a:endParaRPr lang="ko-KR" sz="3200" dirty="0"/>
          </a:p>
        </p:txBody>
      </p:sp>
      <p:sp>
        <p:nvSpPr>
          <p:cNvPr id="4" name="S06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 ‘왜냐하면’ 뒤에 말해요.</a:t>
            </a:r>
            <a:endParaRPr lang="ko-KR" sz="3200" dirty="0"/>
          </a:p>
        </p:txBody>
      </p:sp>
      <p:sp>
        <p:nvSpPr>
          <p:cNvPr id="6" name="S06-card39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0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공원에 갈래.”</a:t>
            </a:r>
            <a:endParaRPr lang="ko-KR" sz="3200" dirty="0"/>
          </a:p>
        </p:txBody>
      </p:sp>
      <p:sp>
        <p:nvSpPr>
          <p:cNvPr id="8" name="S06-card41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6-cardtext42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“왜냐하면 그네를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타고 싶으니까.”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까닭일까요?</a:t>
            </a:r>
            <a:endParaRPr lang="ko-KR" sz="4400" dirty="0"/>
          </a:p>
        </p:txBody>
      </p:sp>
      <p:sp>
        <p:nvSpPr>
          <p:cNvPr id="3" name="S07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하준이에게 물었어요. “왜 그 책을 골랐어?”</a:t>
            </a:r>
            <a:endParaRPr lang="ko-KR" sz="3200" dirty="0"/>
          </a:p>
        </p:txBody>
      </p:sp>
      <p:sp>
        <p:nvSpPr>
          <p:cNvPr id="5" name="S07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까닭을 알려 주나요?</a:t>
            </a:r>
            <a:endParaRPr lang="ko-KR" sz="3200" dirty="0"/>
          </a:p>
        </p:txBody>
      </p:sp>
      <p:sp>
        <p:nvSpPr>
          <p:cNvPr id="7" name="S07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“그냥.”</a:t>
            </a:r>
            <a:endParaRPr lang="ko-KR" sz="3200" dirty="0"/>
          </a:p>
        </p:txBody>
      </p:sp>
      <p:sp>
        <p:nvSpPr>
          <p:cNvPr id="9" name="S07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“공룡이 나와서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재미있어.”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할까?</a:t>
            </a:r>
            <a:endParaRPr lang="ko-KR" sz="44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토요일이에요.</a:t>
            </a:r>
            <a:endParaRPr lang="ko-KR" sz="3200" dirty="0"/>
          </a:p>
        </p:txBody>
      </p:sp>
      <p:sp>
        <p:nvSpPr>
          <p:cNvPr id="4" name="S08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“왜냐하면 ~” 하고 말해요.</a:t>
            </a:r>
            <a:endParaRPr lang="ko-KR" sz="3200" dirty="0"/>
          </a:p>
        </p:txBody>
      </p:sp>
      <p:sp>
        <p:nvSpPr>
          <p:cNvPr id="6" name="S08-chip5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5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 놀이</a:t>
            </a:r>
            <a:endParaRPr lang="ko-KR" sz="3200" dirty="0"/>
          </a:p>
        </p:txBody>
      </p:sp>
      <p:sp>
        <p:nvSpPr>
          <p:cNvPr id="9" name="S08-chip5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5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5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그리기</a:t>
            </a:r>
            <a:endParaRPr lang="ko-KR" sz="3200" dirty="0"/>
          </a:p>
        </p:txBody>
      </p:sp>
      <p:sp>
        <p:nvSpPr>
          <p:cNvPr id="12" name="S08-chip6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6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6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읽기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봐요</a:t>
            </a:r>
            <a:endParaRPr lang="ko-KR" sz="44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묻고, 고르고, 까닭을 말해요.</a:t>
            </a:r>
            <a:endParaRPr lang="ko-KR" sz="3200" dirty="0"/>
          </a:p>
        </p:txBody>
      </p:sp>
      <p:sp>
        <p:nvSpPr>
          <p:cNvPr id="4" name="S09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신발을 보고 궁금한 것을 물어요.</a:t>
            </a:r>
            <a:endParaRPr lang="ko-KR" sz="3200" dirty="0"/>
          </a:p>
        </p:txBody>
      </p:sp>
      <p:sp>
        <p:nvSpPr>
          <p:cNvPr id="6" name="S09-chip6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6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저녁에 김밥과 국수 중 무엇을 먹을래요? 까닭도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공원에 무엇을 가져갈까?</a:t>
            </a:r>
            <a:endParaRPr lang="ko-KR" sz="4400" dirty="0"/>
          </a:p>
        </p:txBody>
      </p:sp>
      <p:sp>
        <p:nvSpPr>
          <p:cNvPr id="3" name="S11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하나만 가져갈 수 있어요.</a:t>
            </a:r>
            <a:endParaRPr lang="ko-KR" sz="3200" dirty="0"/>
          </a:p>
        </p:txBody>
      </p:sp>
      <p:sp>
        <p:nvSpPr>
          <p:cNvPr id="4" name="S11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까닭을 말해요.</a:t>
            </a:r>
            <a:endParaRPr lang="ko-KR" sz="3200" dirty="0"/>
          </a:p>
        </p:txBody>
      </p:sp>
      <p:sp>
        <p:nvSpPr>
          <p:cNvPr id="6" name="S11-chip7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3200" dirty="0"/>
          </a:p>
        </p:txBody>
      </p:sp>
      <p:sp>
        <p:nvSpPr>
          <p:cNvPr id="9" name="S11-chip7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7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</a:t>
            </a:r>
            <a:endParaRPr lang="ko-KR" sz="3200" dirty="0"/>
          </a:p>
        </p:txBody>
      </p:sp>
      <p:sp>
        <p:nvSpPr>
          <p:cNvPr id="12" name="S11-chip7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7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비눗방울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궁금하면 ‘왜?’, ‘어떻게?’ 하고 묻고,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고를 때는 까닭을 말해요.</a:t>
            </a:r>
            <a:endParaRPr lang="ko-KR" sz="3200" dirty="0"/>
          </a:p>
        </p:txBody>
      </p:sp>
      <p:sp>
        <p:nvSpPr>
          <p:cNvPr id="5" name="S12-chip8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‘왜냐하면’ 붙이기</a:t>
            </a:r>
            <a:endParaRPr lang="ko-KR" sz="2600" dirty="0"/>
          </a:p>
        </p:txBody>
      </p:sp>
      <p:sp>
        <p:nvSpPr>
          <p:cNvPr id="6" name="S12-chip8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‘그냥’으로 끝내기</a:t>
            </a:r>
            <a:endParaRPr lang="ko-KR" sz="2600" dirty="0"/>
          </a:p>
        </p:txBody>
      </p:sp>
      <p:sp>
        <p:nvSpPr>
          <p:cNvPr id="7" name="S12-text8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8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‘왜’를 넣어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하나</a:t>
            </a:r>
            <a:endParaRPr lang="ko-KR" sz="2600" dirty="0"/>
          </a:p>
        </p:txBody>
      </p:sp>
      <p:sp>
        <p:nvSpPr>
          <p:cNvPr id="9" name="S12-text8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좋아하는 계절과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까닭</a:t>
            </a:r>
            <a:endParaRPr lang="ko-KR" sz="2600" dirty="0"/>
          </a:p>
        </p:txBody>
      </p:sp>
      <p:sp>
        <p:nvSpPr>
          <p:cNvPr id="10" name="S12-text8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까닭 앞에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붙이는 말</a:t>
            </a:r>
            <a:endParaRPr lang="ko-KR" sz="2600" dirty="0"/>
          </a:p>
        </p:txBody>
      </p:sp>
      <p:sp>
        <p:nvSpPr>
          <p:cNvPr id="11" name="S12-text8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할 일 나누기와 느낌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둘 중에 골라요</a:t>
            </a:r>
            <a:endParaRPr lang="ko-KR" sz="4400" dirty="0"/>
          </a:p>
        </p:txBody>
      </p:sp>
      <p:sp>
        <p:nvSpPr>
          <p:cNvPr id="3" name="S13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든 두 가지 중에 골라요.</a:t>
            </a:r>
            <a:endParaRPr lang="ko-KR" sz="3200" dirty="0"/>
          </a:p>
        </p:txBody>
      </p:sp>
      <p:sp>
        <p:nvSpPr>
          <p:cNvPr id="4" name="S13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것을 문장으로 말해요.</a:t>
            </a:r>
            <a:endParaRPr lang="ko-KR" sz="3200" dirty="0"/>
          </a:p>
        </p:txBody>
      </p:sp>
      <p:sp>
        <p:nvSpPr>
          <p:cNvPr id="6" name="S13-step92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중에 골라요</a:t>
            </a:r>
            <a:endParaRPr lang="ko-KR" sz="3000" dirty="0"/>
          </a:p>
        </p:txBody>
      </p:sp>
      <p:sp>
        <p:nvSpPr>
          <p:cNvPr id="7" name="S13-line93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94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○○이 좋아요.”</a:t>
            </a:r>
            <a:endParaRPr lang="ko-KR" sz="3000" dirty="0"/>
          </a:p>
        </p:txBody>
      </p:sp>
      <p:sp>
        <p:nvSpPr>
          <p:cNvPr id="9" name="S13-line95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96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더 말해요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철학·논리·심리·교육·종교 질문하고 이유 말하기</dc:title>
  <dc:subject>KR22-G01-HUM-WHY-L01</dc:subject>
  <dc:creator>education-ppt</dc:creator>
  <cp:lastModifiedBy>education-ppt</cp:lastModifiedBy>
  <cp:revision>1</cp:revision>
  <dcterms:created xsi:type="dcterms:W3CDTF">2026-10-26T09:40:19Z</dcterms:created>
  <dcterms:modified xsi:type="dcterms:W3CDTF">2026-10-26T09:40:19Z</dcterms:modified>
</cp:coreProperties>
</file>