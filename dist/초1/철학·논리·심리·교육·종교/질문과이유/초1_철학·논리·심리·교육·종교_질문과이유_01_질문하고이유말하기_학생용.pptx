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90ad58a-8a40-e9a6-8f3b-5b4d37b42e42}">
          <p14:sldIdLst>
            <p14:sldId id="256"/>
            <p14:sldId id="257"/>
          </p14:sldIdLst>
        </p14:section>
        <p14:section name="개념" id="{44c3cece-3a09-35a0-e243-225dd05f2290}">
          <p14:sldIdLst>
            <p14:sldId id="258"/>
            <p14:sldId id="259"/>
            <p14:sldId id="261"/>
          </p14:sldIdLst>
        </p14:section>
        <p14:section name="연습" id="{eaaa525e-c898-2352-718f-3f421a439b52}">
          <p14:sldIdLst>
            <p14:sldId id="260"/>
            <p14:sldId id="262"/>
            <p14:sldId id="263"/>
          </p14:sldIdLst>
        </p14:section>
        <p14:section name="개념" id="{1782d211-c9e6-b9fd-db68-191e7572747b}">
          <p14:sldIdLst/>
        </p14:section>
        <p14:section name="연습" id="{bf2831ee-75e0-2d14-ad1b-cddbad29835a}">
          <p14:sldIdLst/>
        </p14:section>
        <p14:section name="확인" id="{c9e07bdb-a2b9-1a73-95a9-75344944953f}">
          <p14:sldIdLst>
            <p14:sldId id="264"/>
            <p14:sldId id="265"/>
          </p14:sldIdLst>
        </p14:section>
        <p14:section name="정리" id="{062d95be-f763-18f1-f564-5ce4764d713c}">
          <p14:sldIdLst>
            <p14:sldId id="266"/>
          </p14:sldIdLst>
        </p14:section>
        <p14:section name="보충" id="{d07d5514-25c5-7637-ddd8-0de8e45baf6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질문과이유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 이유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궁금했던 적 있나요?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궁금한 것을 ‘왜?’로 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고른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좋아요?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문장으로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○○이 좋아요.” 하고 말해요.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과일은?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놀이는?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물어봐요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궁금할 때 쓰는 말이 있어요.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새로 알게 돼요.</a:t>
            </a:r>
            <a:endParaRPr lang="ko-KR" sz="32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궁금할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“비는 왜 올까?”</a:t>
            </a:r>
            <a:endParaRPr lang="ko-KR" sz="3200" dirty="0"/>
          </a:p>
        </p:txBody>
      </p:sp>
      <p:sp>
        <p:nvSpPr>
          <p:cNvPr id="8" name="S03-card16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방법이 궁금할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“새는 어떻게 날까?”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바나나로 함께 해 봐요.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물을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“바나나는 왜 노랄까?”</a:t>
            </a:r>
            <a:endParaRPr lang="ko-KR" sz="3200" dirty="0"/>
          </a:p>
        </p:txBody>
      </p:sp>
      <p:sp>
        <p:nvSpPr>
          <p:cNvPr id="6" name="S04-stepno21"/>
          <p:cNvSpPr txBox="1"/>
          <p:nvPr/>
        </p:nvSpPr>
        <p:spPr>
          <a:xfrm>
            <a:off x="548640" y="23609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22"/>
          <p:cNvSpPr txBox="1"/>
          <p:nvPr/>
        </p:nvSpPr>
        <p:spPr>
          <a:xfrm>
            <a:off x="1325880" y="236093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잘 보고 만져요.</a:t>
            </a:r>
            <a:endParaRPr lang="ko-KR" sz="3200" dirty="0"/>
          </a:p>
        </p:txBody>
      </p:sp>
      <p:sp>
        <p:nvSpPr>
          <p:cNvPr id="8" name="S04-stepno23"/>
          <p:cNvSpPr txBox="1"/>
          <p:nvPr/>
        </p:nvSpPr>
        <p:spPr>
          <a:xfrm>
            <a:off x="548640" y="30741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25880" y="307416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찾아요.</a:t>
            </a:r>
            <a:endParaRPr lang="ko-KR" sz="3200" dirty="0"/>
          </a:p>
        </p:txBody>
      </p:sp>
      <p:sp>
        <p:nvSpPr>
          <p:cNvPr id="10" name="S04-stepno25"/>
          <p:cNvSpPr txBox="1"/>
          <p:nvPr/>
        </p:nvSpPr>
        <p:spPr>
          <a:xfrm>
            <a:off x="548640" y="37873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6"/>
          <p:cNvSpPr txBox="1"/>
          <p:nvPr/>
        </p:nvSpPr>
        <p:spPr>
          <a:xfrm>
            <a:off x="1325880" y="378739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‘왜’나 ‘어떻게’를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 봐요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궁금한 것을 물어요.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‘왜’나 ‘어떻게’를 넣어 물어요.</a:t>
            </a:r>
            <a:endParaRPr lang="ko-KR" sz="32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200" dirty="0"/>
          </a:p>
        </p:txBody>
      </p:sp>
      <p:sp>
        <p:nvSpPr>
          <p:cNvPr id="8" name="S05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</a:t>
            </a:r>
            <a:endParaRPr lang="ko-KR" sz="32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 까닭 말하기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 뒤에 까닭을 붙여요.</a:t>
            </a:r>
            <a:endParaRPr lang="ko-KR" sz="32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‘왜냐하면’ 뒤에 말해요.</a:t>
            </a:r>
            <a:endParaRPr lang="ko-KR" sz="3200" dirty="0"/>
          </a:p>
        </p:txBody>
      </p:sp>
      <p:sp>
        <p:nvSpPr>
          <p:cNvPr id="6" name="S06-card39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0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공원에 갈래.”</a:t>
            </a:r>
            <a:endParaRPr lang="ko-KR" sz="3200" dirty="0"/>
          </a:p>
        </p:txBody>
      </p:sp>
      <p:sp>
        <p:nvSpPr>
          <p:cNvPr id="8" name="S06-card41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42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그네를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까닭일까요?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하준이에게 물었어요. “왜 그 책을 골랐어?”</a:t>
            </a:r>
            <a:endParaRPr lang="ko-KR" sz="32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까닭을 알려 주나요?</a:t>
            </a:r>
            <a:endParaRPr lang="ko-KR" sz="32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“그냥.”</a:t>
            </a:r>
            <a:endParaRPr lang="ko-KR" sz="32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“공룡이 나와서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할까?</a:t>
            </a:r>
            <a:endParaRPr lang="ko-KR" sz="44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토요일이에요.</a:t>
            </a:r>
            <a:endParaRPr lang="ko-KR" sz="3200" dirty="0"/>
          </a:p>
        </p:txBody>
      </p:sp>
      <p:sp>
        <p:nvSpPr>
          <p:cNvPr id="4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“왜냐하면 ~” 하고 말해요.</a:t>
            </a:r>
            <a:endParaRPr lang="ko-KR" sz="3200" dirty="0"/>
          </a:p>
        </p:txBody>
      </p:sp>
      <p:sp>
        <p:nvSpPr>
          <p:cNvPr id="6" name="S08-chip5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놀이</a:t>
            </a:r>
            <a:endParaRPr lang="ko-KR" sz="3200" dirty="0"/>
          </a:p>
        </p:txBody>
      </p:sp>
      <p:sp>
        <p:nvSpPr>
          <p:cNvPr id="9" name="S08-chip5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12" name="S08-chip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읽기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묻고, 고르고, 까닭을 말해요.</a:t>
            </a:r>
            <a:endParaRPr lang="ko-KR" sz="3200" dirty="0"/>
          </a:p>
        </p:txBody>
      </p:sp>
      <p:sp>
        <p:nvSpPr>
          <p:cNvPr id="4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보고 궁금한 것을 물어요.</a:t>
            </a:r>
            <a:endParaRPr lang="ko-KR" sz="32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김밥과 국수 중 무엇을 먹을래요? 까닭도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무엇을 가져갈까?</a:t>
            </a:r>
            <a:endParaRPr lang="ko-KR" sz="4400" dirty="0"/>
          </a:p>
        </p:txBody>
      </p:sp>
      <p:sp>
        <p:nvSpPr>
          <p:cNvPr id="3" name="S11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가져갈 수 있어요.</a:t>
            </a:r>
            <a:endParaRPr lang="ko-KR" sz="3200" dirty="0"/>
          </a:p>
        </p:txBody>
      </p:sp>
      <p:sp>
        <p:nvSpPr>
          <p:cNvPr id="4" name="S11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까닭을 말해요.</a:t>
            </a:r>
            <a:endParaRPr lang="ko-KR" sz="3200" dirty="0"/>
          </a:p>
        </p:txBody>
      </p:sp>
      <p:sp>
        <p:nvSpPr>
          <p:cNvPr id="6" name="S11-chip7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200" dirty="0"/>
          </a:p>
        </p:txBody>
      </p:sp>
      <p:sp>
        <p:nvSpPr>
          <p:cNvPr id="9" name="S11-chip7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</a:t>
            </a:r>
            <a:endParaRPr lang="ko-KR" sz="3200" dirty="0"/>
          </a:p>
        </p:txBody>
      </p:sp>
      <p:sp>
        <p:nvSpPr>
          <p:cNvPr id="12" name="S11-chip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7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비눗방울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‘왜?’, ‘어떻게?’ 하고 묻고,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고를 때는 까닭을 말해요.</a:t>
            </a:r>
            <a:endParaRPr lang="ko-KR" sz="3200" dirty="0"/>
          </a:p>
        </p:txBody>
      </p:sp>
      <p:sp>
        <p:nvSpPr>
          <p:cNvPr id="5" name="S12-chip8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‘왜냐하면’ 붙이기</a:t>
            </a:r>
            <a:endParaRPr lang="ko-KR" sz="2600" dirty="0"/>
          </a:p>
        </p:txBody>
      </p:sp>
      <p:sp>
        <p:nvSpPr>
          <p:cNvPr id="6" name="S12-chip8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‘그냥’으로 끝내기</a:t>
            </a:r>
            <a:endParaRPr lang="ko-KR" sz="2600" dirty="0"/>
          </a:p>
        </p:txBody>
      </p:sp>
      <p:sp>
        <p:nvSpPr>
          <p:cNvPr id="7" name="S12-text8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‘왜’를 넣어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</a:t>
            </a:r>
            <a:endParaRPr lang="ko-KR" sz="2600" dirty="0"/>
          </a:p>
        </p:txBody>
      </p:sp>
      <p:sp>
        <p:nvSpPr>
          <p:cNvPr id="9" name="S12-text8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좋아하는 계절과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</a:t>
            </a:r>
            <a:endParaRPr lang="ko-KR" sz="2600" dirty="0"/>
          </a:p>
        </p:txBody>
      </p:sp>
      <p:sp>
        <p:nvSpPr>
          <p:cNvPr id="10" name="S12-text8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까닭 앞에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붙이는 말</a:t>
            </a:r>
            <a:endParaRPr lang="ko-KR" sz="2600" dirty="0"/>
          </a:p>
        </p:txBody>
      </p:sp>
      <p:sp>
        <p:nvSpPr>
          <p:cNvPr id="11" name="S12-text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할 일 나누기와 느낌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둘 중에 골라요</a:t>
            </a:r>
            <a:endParaRPr lang="ko-KR" sz="4400" dirty="0"/>
          </a:p>
        </p:txBody>
      </p:sp>
      <p:sp>
        <p:nvSpPr>
          <p:cNvPr id="3" name="S13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든 두 가지 중에 골라요.</a:t>
            </a:r>
            <a:endParaRPr lang="ko-KR" sz="3200" dirty="0"/>
          </a:p>
        </p:txBody>
      </p:sp>
      <p:sp>
        <p:nvSpPr>
          <p:cNvPr id="4" name="S13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것을 문장으로 말해요.</a:t>
            </a:r>
            <a:endParaRPr lang="ko-KR" sz="3200" dirty="0"/>
          </a:p>
        </p:txBody>
      </p:sp>
      <p:sp>
        <p:nvSpPr>
          <p:cNvPr id="6" name="S13-step92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 골라요</a:t>
            </a:r>
            <a:endParaRPr lang="ko-KR" sz="3000" dirty="0"/>
          </a:p>
        </p:txBody>
      </p:sp>
      <p:sp>
        <p:nvSpPr>
          <p:cNvPr id="7" name="S13-line93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94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○○이 좋아요.”</a:t>
            </a:r>
            <a:endParaRPr lang="ko-KR" sz="3000" dirty="0"/>
          </a:p>
        </p:txBody>
      </p:sp>
      <p:sp>
        <p:nvSpPr>
          <p:cNvPr id="9" name="S13-line95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96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더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철학·논리·심리·교육·종교 질문하고 이유 말하기</dc:title>
  <dc:subject>KR22-G01-HUM-WHY-L01</dc:subject>
  <dc:creator>education-ppt</dc:creator>
  <cp:lastModifiedBy>education-ppt</cp:lastModifiedBy>
  <cp:revision>1</cp:revision>
  <dcterms:created xsi:type="dcterms:W3CDTF">2026-10-26T09:58:10Z</dcterms:created>
  <dcterms:modified xsi:type="dcterms:W3CDTF">2026-10-26T09:58:10Z</dcterms:modified>
</cp:coreProperties>
</file>