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302ddac-386a-2283-8fe1-91299e9fd3c1}">
          <p14:sldIdLst>
            <p14:sldId id="256"/>
            <p14:sldId id="257"/>
          </p14:sldIdLst>
        </p14:section>
        <p14:section name="개념" id="{7c84cb0e-96b5-4f07-965e-bc454196f80c}">
          <p14:sldIdLst>
            <p14:sldId id="258"/>
            <p14:sldId id="261"/>
          </p14:sldIdLst>
        </p14:section>
        <p14:section name="연습" id="{a7e3bf04-ce0e-3b67-7bf5-1af7a64386c8}">
          <p14:sldIdLst>
            <p14:sldId id="259"/>
            <p14:sldId id="260"/>
            <p14:sldId id="262"/>
          </p14:sldIdLst>
        </p14:section>
        <p14:section name="개념" id="{149da2bd-2aa6-7abf-fb91-9a0d74456cd4}">
          <p14:sldIdLst/>
        </p14:section>
        <p14:section name="연습" id="{ac1771ae-13cc-3862-7358-d62c43025185}">
          <p14:sldIdLst/>
        </p14:section>
        <p14:section name="확인" id="{226b175b-fdd7-9bd5-1fc3-cc80a89d595c}">
          <p14:sldIdLst>
            <p14:sldId id="263"/>
            <p14:sldId id="264"/>
          </p14:sldIdLst>
        </p14:section>
        <p14:section name="정리" id="{6ecceb74-7263-2853-fd8d-f741cc59a595}">
          <p14:sldIdLst>
            <p14:sldId id="265"/>
          </p14:sldIdLst>
        </p14:section>
        <p14:section name="보충" id="{4ff69834-0c4e-dd50-d36c-19ac40b6e13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낱말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읽고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낱말은 무엇을 가리킬까요?</a:t>
            </a:r>
            <a:endParaRPr lang="ko-KR" sz="32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36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3600" dirty="0"/>
          </a:p>
        </p:txBody>
      </p:sp>
      <p:sp>
        <p:nvSpPr>
          <p:cNvPr id="6" name="S01-card3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낱말을 읽고 그 물건을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불러 주는 낱말을 받아써요.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읽어요</a:t>
            </a:r>
            <a:endParaRPr lang="ko-KR" sz="44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읽어요.</a:t>
            </a:r>
            <a:endParaRPr lang="ko-KR" sz="32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7"/>
          <p:cNvSpPr txBox="1"/>
          <p:nvPr/>
        </p:nvSpPr>
        <p:spPr>
          <a:xfrm>
            <a:off x="1344168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</a:t>
            </a:r>
            <a:endParaRPr lang="ko-KR" sz="5500" dirty="0"/>
          </a:p>
        </p:txBody>
      </p:sp>
      <p:sp>
        <p:nvSpPr>
          <p:cNvPr id="6" name="S02-tile8"/>
          <p:cNvSpPr txBox="1"/>
          <p:nvPr/>
        </p:nvSpPr>
        <p:spPr>
          <a:xfrm>
            <a:off x="2813304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5500" dirty="0"/>
          </a:p>
        </p:txBody>
      </p:sp>
      <p:sp>
        <p:nvSpPr>
          <p:cNvPr id="7" name="S02-tile9"/>
          <p:cNvSpPr txBox="1"/>
          <p:nvPr/>
        </p:nvSpPr>
        <p:spPr>
          <a:xfrm>
            <a:off x="4282440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ko-KR" sz="55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word11"/>
          <p:cNvSpPr txBox="1"/>
          <p:nvPr/>
        </p:nvSpPr>
        <p:spPr>
          <a:xfrm>
            <a:off x="1344168" y="420624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10" name="S02-word12"/>
          <p:cNvSpPr txBox="1"/>
          <p:nvPr/>
        </p:nvSpPr>
        <p:spPr>
          <a:xfrm>
            <a:off x="3584448" y="420624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찾는 방법</a:t>
            </a:r>
            <a:endParaRPr lang="ko-KR" sz="4400" dirty="0"/>
          </a:p>
        </p:txBody>
      </p:sp>
      <p:sp>
        <p:nvSpPr>
          <p:cNvPr id="3" name="S03-word13"/>
          <p:cNvSpPr txBox="1"/>
          <p:nvPr/>
        </p:nvSpPr>
        <p:spPr>
          <a:xfrm>
            <a:off x="6920911" y="290322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[양] + [말]</a:t>
            </a:r>
            <a:endParaRPr lang="ko-KR" sz="3600" dirty="0"/>
          </a:p>
        </p:txBody>
      </p:sp>
      <p:sp>
        <p:nvSpPr>
          <p:cNvPr id="4" name="S03-stepno14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3-text15"/>
          <p:cNvSpPr txBox="1"/>
          <p:nvPr/>
        </p:nvSpPr>
        <p:spPr>
          <a:xfrm>
            <a:off x="1325880" y="278434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글자씩 소리 내어 읽어요.</a:t>
            </a:r>
            <a:endParaRPr lang="ko-KR" sz="3200" dirty="0"/>
          </a:p>
        </p:txBody>
      </p:sp>
      <p:sp>
        <p:nvSpPr>
          <p:cNvPr id="6" name="S03-stepno16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3-text17"/>
          <p:cNvSpPr txBox="1"/>
          <p:nvPr/>
        </p:nvSpPr>
        <p:spPr>
          <a:xfrm>
            <a:off x="1325880" y="349758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다시 읽어요.</a:t>
            </a:r>
            <a:endParaRPr lang="ko-KR" sz="3200" dirty="0"/>
          </a:p>
        </p:txBody>
      </p:sp>
      <p:sp>
        <p:nvSpPr>
          <p:cNvPr id="8" name="S03-stepno18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3-text19"/>
          <p:cNvSpPr txBox="1"/>
          <p:nvPr/>
        </p:nvSpPr>
        <p:spPr>
          <a:xfrm>
            <a:off x="1325880" y="421081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떠올려 찾아요.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찾아요</a:t>
            </a:r>
            <a:endParaRPr lang="ko-KR" sz="44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읽고, 그 물건에 카드를 놓아요.</a:t>
            </a:r>
            <a:endParaRPr lang="ko-KR" sz="3200" dirty="0"/>
          </a:p>
        </p:txBody>
      </p:sp>
      <p:sp>
        <p:nvSpPr>
          <p:cNvPr id="4" name="S04-word21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3600" dirty="0"/>
          </a:p>
        </p:txBody>
      </p:sp>
      <p:sp>
        <p:nvSpPr>
          <p:cNvPr id="5" name="S04-word22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3600" dirty="0"/>
          </a:p>
        </p:txBody>
      </p:sp>
      <p:sp>
        <p:nvSpPr>
          <p:cNvPr id="6" name="S04-word23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600" dirty="0"/>
          </a:p>
        </p:txBody>
      </p:sp>
      <p:sp>
        <p:nvSpPr>
          <p:cNvPr id="7" name="S04-word24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</a:t>
            </a:r>
            <a:endParaRPr lang="ko-KR" sz="3600" dirty="0"/>
          </a:p>
        </p:txBody>
      </p:sp>
      <p:sp>
        <p:nvSpPr>
          <p:cNvPr id="8" name="S04-word25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600" dirty="0"/>
          </a:p>
        </p:txBody>
      </p:sp>
      <p:sp>
        <p:nvSpPr>
          <p:cNvPr id="9" name="S04-word26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읽어요</a:t>
            </a:r>
            <a:endParaRPr lang="ko-KR" sz="4400" dirty="0"/>
          </a:p>
        </p:txBody>
      </p:sp>
      <p:sp>
        <p:nvSpPr>
          <p:cNvPr id="3" name="S05-card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‘가방’을 보고 [가지]라고 읽었어요.</a:t>
            </a:r>
            <a:endParaRPr lang="ko-KR" sz="3200" dirty="0"/>
          </a:p>
        </p:txBody>
      </p:sp>
      <p:sp>
        <p:nvSpPr>
          <p:cNvPr id="5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낱말은 무엇이 다른가요? 친구는 왜 틀렸을까요?</a:t>
            </a:r>
            <a:endParaRPr lang="ko-KR" sz="3200" dirty="0"/>
          </a:p>
        </p:txBody>
      </p:sp>
      <p:sp>
        <p:nvSpPr>
          <p:cNvPr id="7" name="S05-chip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낱말</a:t>
            </a:r>
            <a:endParaRPr lang="ko-KR" sz="2600" dirty="0"/>
          </a:p>
        </p:txBody>
      </p:sp>
      <p:sp>
        <p:nvSpPr>
          <p:cNvPr id="8" name="S05-word32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600" dirty="0"/>
          </a:p>
        </p:txBody>
      </p:sp>
      <p:sp>
        <p:nvSpPr>
          <p:cNvPr id="9" name="S05-chip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낱말</a:t>
            </a:r>
            <a:endParaRPr lang="ko-KR" sz="2600" dirty="0"/>
          </a:p>
        </p:txBody>
      </p:sp>
      <p:sp>
        <p:nvSpPr>
          <p:cNvPr id="10" name="S05-word34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받아쓰기 방법</a:t>
            </a:r>
            <a:endParaRPr lang="ko-KR" sz="4400" dirty="0"/>
          </a:p>
        </p:txBody>
      </p:sp>
      <p:sp>
        <p:nvSpPr>
          <p:cNvPr id="3" name="S06-tile35"/>
          <p:cNvSpPr txBox="1"/>
          <p:nvPr/>
        </p:nvSpPr>
        <p:spPr>
          <a:xfrm>
            <a:off x="7716987" y="28117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6300" dirty="0"/>
          </a:p>
        </p:txBody>
      </p:sp>
      <p:sp>
        <p:nvSpPr>
          <p:cNvPr id="4" name="S06-label36"/>
          <p:cNvSpPr txBox="1"/>
          <p:nvPr/>
        </p:nvSpPr>
        <p:spPr>
          <a:xfrm>
            <a:off x="7616403" y="431139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짝!</a:t>
            </a:r>
            <a:endParaRPr lang="ko-KR" sz="2200" dirty="0"/>
          </a:p>
        </p:txBody>
      </p:sp>
      <p:sp>
        <p:nvSpPr>
          <p:cNvPr id="5" name="S06-tile37"/>
          <p:cNvSpPr txBox="1"/>
          <p:nvPr/>
        </p:nvSpPr>
        <p:spPr>
          <a:xfrm>
            <a:off x="9381195" y="28117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ko-KR" sz="6300" dirty="0"/>
          </a:p>
        </p:txBody>
      </p:sp>
      <p:sp>
        <p:nvSpPr>
          <p:cNvPr id="6" name="S06-label38"/>
          <p:cNvSpPr txBox="1"/>
          <p:nvPr/>
        </p:nvSpPr>
        <p:spPr>
          <a:xfrm>
            <a:off x="9280611" y="431139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짝!</a:t>
            </a:r>
            <a:endParaRPr lang="ko-KR" sz="2200" dirty="0"/>
          </a:p>
        </p:txBody>
      </p:sp>
      <p:sp>
        <p:nvSpPr>
          <p:cNvPr id="7" name="S06-stepno39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40"/>
          <p:cNvSpPr txBox="1"/>
          <p:nvPr/>
        </p:nvSpPr>
        <p:spPr>
          <a:xfrm>
            <a:off x="1325880" y="24277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따라 말해요.</a:t>
            </a:r>
            <a:endParaRPr lang="ko-KR" sz="3200" dirty="0"/>
          </a:p>
        </p:txBody>
      </p:sp>
      <p:sp>
        <p:nvSpPr>
          <p:cNvPr id="9" name="S06-stepno4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2"/>
          <p:cNvSpPr txBox="1"/>
          <p:nvPr/>
        </p:nvSpPr>
        <p:spPr>
          <a:xfrm>
            <a:off x="1325880" y="314096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치며 글자 수를 세요.</a:t>
            </a:r>
            <a:endParaRPr lang="ko-KR" sz="3200" dirty="0"/>
          </a:p>
        </p:txBody>
      </p:sp>
      <p:sp>
        <p:nvSpPr>
          <p:cNvPr id="11" name="S06-stepno43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4"/>
          <p:cNvSpPr txBox="1"/>
          <p:nvPr/>
        </p:nvSpPr>
        <p:spPr>
          <a:xfrm>
            <a:off x="1325880" y="38541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글자씩 소리 내며 써요.</a:t>
            </a:r>
            <a:endParaRPr lang="ko-KR" sz="3200" dirty="0"/>
          </a:p>
        </p:txBody>
      </p:sp>
      <p:sp>
        <p:nvSpPr>
          <p:cNvPr id="13" name="S06-stepno45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46"/>
          <p:cNvSpPr txBox="1"/>
          <p:nvPr/>
        </p:nvSpPr>
        <p:spPr>
          <a:xfrm>
            <a:off x="1325880" y="4567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쓰고 다시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수를 세고 써요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치며 세고, 종이에 한 글자씩 써요.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끝소리를 잘 들어요. 받침이 있나요?</a:t>
            </a:r>
            <a:endParaRPr lang="ko-KR" sz="3200" dirty="0"/>
          </a:p>
        </p:txBody>
      </p:sp>
      <p:sp>
        <p:nvSpPr>
          <p:cNvPr id="6" name="S07-chip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ile51"/>
          <p:cNvSpPr txBox="1"/>
          <p:nvPr/>
        </p:nvSpPr>
        <p:spPr>
          <a:xfrm>
            <a:off x="2432304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8" name="S07-tile52"/>
          <p:cNvSpPr txBox="1"/>
          <p:nvPr/>
        </p:nvSpPr>
        <p:spPr>
          <a:xfrm>
            <a:off x="3547872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9" name="S07-chip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07-tile54"/>
          <p:cNvSpPr txBox="1"/>
          <p:nvPr/>
        </p:nvSpPr>
        <p:spPr>
          <a:xfrm>
            <a:off x="187452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1" name="S07-tile55"/>
          <p:cNvSpPr txBox="1"/>
          <p:nvPr/>
        </p:nvSpPr>
        <p:spPr>
          <a:xfrm>
            <a:off x="2990088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2" name="S07-tile56"/>
          <p:cNvSpPr txBox="1"/>
          <p:nvPr/>
        </p:nvSpPr>
        <p:spPr>
          <a:xfrm>
            <a:off x="410565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3" name="S07-chip5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4" name="S07-tile58"/>
          <p:cNvSpPr txBox="1"/>
          <p:nvPr/>
        </p:nvSpPr>
        <p:spPr>
          <a:xfrm>
            <a:off x="2432304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15" name="S07-tile59"/>
          <p:cNvSpPr txBox="1"/>
          <p:nvPr/>
        </p:nvSpPr>
        <p:spPr>
          <a:xfrm>
            <a:off x="3547872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 무엇인지 말해요. ③은 써요.</a:t>
            </a:r>
            <a:endParaRPr lang="ko-KR" sz="3200" dirty="0"/>
          </a:p>
        </p:txBody>
      </p:sp>
      <p:sp>
        <p:nvSpPr>
          <p:cNvPr id="4" name="S08-chip6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8-word62"/>
          <p:cNvSpPr txBox="1"/>
          <p:nvPr/>
        </p:nvSpPr>
        <p:spPr>
          <a:xfrm>
            <a:off x="1344168" y="201168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600" dirty="0"/>
          </a:p>
        </p:txBody>
      </p:sp>
      <p:sp>
        <p:nvSpPr>
          <p:cNvPr id="6" name="S08-word63"/>
          <p:cNvSpPr txBox="1"/>
          <p:nvPr/>
        </p:nvSpPr>
        <p:spPr>
          <a:xfrm>
            <a:off x="3584448" y="201168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치마</a:t>
            </a:r>
            <a:endParaRPr lang="ko-KR" sz="3600" dirty="0"/>
          </a:p>
        </p:txBody>
      </p:sp>
      <p:sp>
        <p:nvSpPr>
          <p:cNvPr id="7" name="S08-chip6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word65"/>
          <p:cNvSpPr txBox="1"/>
          <p:nvPr/>
        </p:nvSpPr>
        <p:spPr>
          <a:xfrm>
            <a:off x="1344168" y="347472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베개</a:t>
            </a:r>
            <a:endParaRPr lang="ko-KR" sz="3600" dirty="0"/>
          </a:p>
        </p:txBody>
      </p:sp>
      <p:sp>
        <p:nvSpPr>
          <p:cNvPr id="9" name="S08-word66"/>
          <p:cNvSpPr txBox="1"/>
          <p:nvPr/>
        </p:nvSpPr>
        <p:spPr>
          <a:xfrm>
            <a:off x="3584448" y="347472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</a:t>
            </a:r>
            <a:endParaRPr lang="ko-KR" sz="3600" dirty="0"/>
          </a:p>
        </p:txBody>
      </p:sp>
      <p:sp>
        <p:nvSpPr>
          <p:cNvPr id="10" name="S08-chip6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6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낱말을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낱말일까요?</a:t>
            </a:r>
            <a:endParaRPr lang="ko-KR" sz="4400" dirty="0"/>
          </a:p>
        </p:txBody>
      </p:sp>
      <p:sp>
        <p:nvSpPr>
          <p:cNvPr id="3" name="S10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낱말을 찾아 읽어요.</a:t>
            </a:r>
            <a:endParaRPr lang="ko-KR" sz="3200" dirty="0"/>
          </a:p>
        </p:txBody>
      </p:sp>
      <p:sp>
        <p:nvSpPr>
          <p:cNvPr id="5" name="S10-chip71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0-word72"/>
          <p:cNvSpPr txBox="1"/>
          <p:nvPr/>
        </p:nvSpPr>
        <p:spPr>
          <a:xfrm>
            <a:off x="548640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</a:t>
            </a:r>
            <a:endParaRPr lang="ko-KR" sz="3600" dirty="0"/>
          </a:p>
        </p:txBody>
      </p:sp>
      <p:sp>
        <p:nvSpPr>
          <p:cNvPr id="7" name="S10-chip73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0-word74"/>
          <p:cNvSpPr txBox="1"/>
          <p:nvPr/>
        </p:nvSpPr>
        <p:spPr>
          <a:xfrm>
            <a:off x="4367784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3600" dirty="0"/>
          </a:p>
        </p:txBody>
      </p:sp>
      <p:sp>
        <p:nvSpPr>
          <p:cNvPr id="9" name="S10-chip75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0-word76"/>
          <p:cNvSpPr txBox="1"/>
          <p:nvPr/>
        </p:nvSpPr>
        <p:spPr>
          <a:xfrm>
            <a:off x="8186928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1-card7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1-cardtext7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읽으면 낱말의 뜻을 알고, 글자마다 소리를 들으면 받아쓸 수 있어요.</a:t>
            </a:r>
            <a:endParaRPr lang="ko-KR" sz="3200" dirty="0"/>
          </a:p>
        </p:txBody>
      </p:sp>
      <p:sp>
        <p:nvSpPr>
          <p:cNvPr id="5" name="S11-chip7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 글자까지 읽기</a:t>
            </a:r>
            <a:endParaRPr lang="ko-KR" sz="2600" dirty="0"/>
          </a:p>
        </p:txBody>
      </p:sp>
      <p:sp>
        <p:nvSpPr>
          <p:cNvPr id="6" name="S11-chip8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첫 글자로 짐작하기</a:t>
            </a:r>
            <a:endParaRPr lang="ko-KR" sz="2600" dirty="0"/>
          </a:p>
        </p:txBody>
      </p:sp>
      <p:sp>
        <p:nvSpPr>
          <p:cNvPr id="7" name="S11-text8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1-text82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의자 수건 토끼</a:t>
            </a:r>
            <a:endParaRPr lang="ko-KR" sz="2600" dirty="0"/>
          </a:p>
        </p:txBody>
      </p:sp>
      <p:sp>
        <p:nvSpPr>
          <p:cNvPr id="9" name="S11-text83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[가방] 받아쓰기</a:t>
            </a:r>
            <a:endParaRPr lang="ko-KR" sz="2600" dirty="0"/>
          </a:p>
        </p:txBody>
      </p:sp>
      <p:sp>
        <p:nvSpPr>
          <p:cNvPr id="10" name="S11-text84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[바나나]는 몇 글자?</a:t>
            </a:r>
            <a:endParaRPr lang="ko-KR" sz="2600" dirty="0"/>
          </a:p>
        </p:txBody>
      </p:sp>
      <p:sp>
        <p:nvSpPr>
          <p:cNvPr id="11" name="S11-text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문장으로 말하고 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쌍자음과 모음 다시</a:t>
            </a:r>
            <a:endParaRPr lang="ko-KR" sz="4400" dirty="0"/>
          </a:p>
        </p:txBody>
      </p:sp>
      <p:sp>
        <p:nvSpPr>
          <p:cNvPr id="3" name="S12-card86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7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자음자 둘은 힘주어</a:t>
            </a:r>
            <a:endParaRPr lang="ko-KR" sz="3200" dirty="0"/>
          </a:p>
        </p:txBody>
      </p:sp>
      <p:sp>
        <p:nvSpPr>
          <p:cNvPr id="5" name="S12-card88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89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 둘은 빨리 이어</a:t>
            </a:r>
            <a:endParaRPr lang="ko-KR" sz="3200" dirty="0"/>
          </a:p>
        </p:txBody>
      </p:sp>
      <p:sp>
        <p:nvSpPr>
          <p:cNvPr id="7" name="S12-tile90"/>
          <p:cNvSpPr txBox="1"/>
          <p:nvPr/>
        </p:nvSpPr>
        <p:spPr>
          <a:xfrm>
            <a:off x="120243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</a:t>
            </a:r>
            <a:endParaRPr lang="ko-KR" sz="6300" dirty="0"/>
          </a:p>
        </p:txBody>
      </p:sp>
      <p:sp>
        <p:nvSpPr>
          <p:cNvPr id="8" name="S12-label91"/>
          <p:cNvSpPr txBox="1"/>
          <p:nvPr/>
        </p:nvSpPr>
        <p:spPr>
          <a:xfrm>
            <a:off x="110185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[까]</a:t>
            </a:r>
            <a:endParaRPr lang="ko-KR" sz="2200" dirty="0"/>
          </a:p>
        </p:txBody>
      </p:sp>
      <p:sp>
        <p:nvSpPr>
          <p:cNvPr id="9" name="S12-tile92"/>
          <p:cNvSpPr txBox="1"/>
          <p:nvPr/>
        </p:nvSpPr>
        <p:spPr>
          <a:xfrm>
            <a:off x="2866644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</a:t>
            </a:r>
            <a:endParaRPr lang="ko-KR" sz="6300" dirty="0"/>
          </a:p>
        </p:txBody>
      </p:sp>
      <p:sp>
        <p:nvSpPr>
          <p:cNvPr id="10" name="S12-label93"/>
          <p:cNvSpPr txBox="1"/>
          <p:nvPr/>
        </p:nvSpPr>
        <p:spPr>
          <a:xfrm>
            <a:off x="2766060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[따]</a:t>
            </a:r>
            <a:endParaRPr lang="ko-KR" sz="2200" dirty="0"/>
          </a:p>
        </p:txBody>
      </p:sp>
      <p:sp>
        <p:nvSpPr>
          <p:cNvPr id="11" name="S12-tile94"/>
          <p:cNvSpPr txBox="1"/>
          <p:nvPr/>
        </p:nvSpPr>
        <p:spPr>
          <a:xfrm>
            <a:off x="4530852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</a:t>
            </a:r>
            <a:endParaRPr lang="ko-KR" sz="6300" dirty="0"/>
          </a:p>
        </p:txBody>
      </p:sp>
      <p:sp>
        <p:nvSpPr>
          <p:cNvPr id="12" name="S12-label95"/>
          <p:cNvSpPr txBox="1"/>
          <p:nvPr/>
        </p:nvSpPr>
        <p:spPr>
          <a:xfrm>
            <a:off x="4430268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[빠]</a:t>
            </a:r>
            <a:endParaRPr lang="ko-KR" sz="2200" dirty="0"/>
          </a:p>
        </p:txBody>
      </p:sp>
      <p:sp>
        <p:nvSpPr>
          <p:cNvPr id="13" name="S12-tile96"/>
          <p:cNvSpPr txBox="1"/>
          <p:nvPr/>
        </p:nvSpPr>
        <p:spPr>
          <a:xfrm>
            <a:off x="6195060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6300" dirty="0"/>
          </a:p>
        </p:txBody>
      </p:sp>
      <p:sp>
        <p:nvSpPr>
          <p:cNvPr id="14" name="S12-label97"/>
          <p:cNvSpPr txBox="1"/>
          <p:nvPr/>
        </p:nvSpPr>
        <p:spPr>
          <a:xfrm>
            <a:off x="6094476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[개]</a:t>
            </a:r>
            <a:endParaRPr lang="ko-KR" sz="2200" dirty="0"/>
          </a:p>
        </p:txBody>
      </p:sp>
      <p:sp>
        <p:nvSpPr>
          <p:cNvPr id="15" name="S12-tile98"/>
          <p:cNvSpPr txBox="1"/>
          <p:nvPr/>
        </p:nvSpPr>
        <p:spPr>
          <a:xfrm>
            <a:off x="7859268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ko-KR" sz="6300" dirty="0"/>
          </a:p>
        </p:txBody>
      </p:sp>
      <p:sp>
        <p:nvSpPr>
          <p:cNvPr id="16" name="S12-label99"/>
          <p:cNvSpPr txBox="1"/>
          <p:nvPr/>
        </p:nvSpPr>
        <p:spPr>
          <a:xfrm>
            <a:off x="7758684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[과]</a:t>
            </a:r>
            <a:endParaRPr lang="ko-KR" sz="2200" dirty="0"/>
          </a:p>
        </p:txBody>
      </p:sp>
      <p:sp>
        <p:nvSpPr>
          <p:cNvPr id="17" name="S12-tile100"/>
          <p:cNvSpPr txBox="1"/>
          <p:nvPr/>
        </p:nvSpPr>
        <p:spPr>
          <a:xfrm>
            <a:off x="952347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endParaRPr lang="ko-KR" sz="6300" dirty="0"/>
          </a:p>
        </p:txBody>
      </p:sp>
      <p:sp>
        <p:nvSpPr>
          <p:cNvPr id="18" name="S12-label101"/>
          <p:cNvSpPr txBox="1"/>
          <p:nvPr/>
        </p:nvSpPr>
        <p:spPr>
          <a:xfrm>
            <a:off x="942289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[의]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낱말 읽고 쓰기</dc:title>
  <dc:subject>KR22-G01-KOR-WORDS-L01</dc:subject>
  <dc:creator>education-ppt</dc:creator>
  <cp:lastModifiedBy>education-ppt</cp:lastModifiedBy>
  <cp:revision>1</cp:revision>
  <dcterms:created xsi:type="dcterms:W3CDTF">2026-10-26T07:10:11Z</dcterms:created>
  <dcterms:modified xsi:type="dcterms:W3CDTF">2026-10-26T07:10:11Z</dcterms:modified>
</cp:coreProperties>
</file>