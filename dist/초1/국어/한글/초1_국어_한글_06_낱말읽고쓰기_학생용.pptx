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99c3ab6-a4ed-c07c-ef2a-c0b023f1c5be}">
          <p14:sldIdLst>
            <p14:sldId id="256"/>
            <p14:sldId id="257"/>
          </p14:sldIdLst>
        </p14:section>
        <p14:section name="개념" id="{ca44401c-5efc-90d0-aac1-a40f358d98ea}">
          <p14:sldIdLst>
            <p14:sldId id="258"/>
            <p14:sldId id="261"/>
          </p14:sldIdLst>
        </p14:section>
        <p14:section name="연습" id="{1f486f83-a2bc-90f3-8e61-b3db0a6f6b0f}">
          <p14:sldIdLst>
            <p14:sldId id="259"/>
            <p14:sldId id="260"/>
            <p14:sldId id="262"/>
          </p14:sldIdLst>
        </p14:section>
        <p14:section name="개념" id="{3943099f-7318-cbd3-c188-55e8b686c449}">
          <p14:sldIdLst/>
        </p14:section>
        <p14:section name="연습" id="{f20c30b1-197e-1724-eb9a-5f891eb6e83b}">
          <p14:sldIdLst/>
        </p14:section>
        <p14:section name="확인" id="{6d835738-ff8d-c145-8c0c-f01027a06a89}">
          <p14:sldIdLst>
            <p14:sldId id="263"/>
            <p14:sldId id="264"/>
          </p14:sldIdLst>
        </p14:section>
        <p14:section name="정리" id="{13a597f1-57fd-5ba8-e84c-8280879257aa}">
          <p14:sldIdLst>
            <p14:sldId id="265"/>
          </p14:sldIdLst>
        </p14:section>
        <p14:section name="보충" id="{1d8510d8-faf1-8bd3-bedb-504b5f907d6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읽고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낱말은 무엇을 가리킬까요?</a:t>
            </a:r>
            <a:endParaRPr lang="ko-KR" sz="32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낱말을 읽고 그 물건을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불러 주는 낱말을 받아써요.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읽어요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찾는 방법</a:t>
            </a:r>
            <a:endParaRPr lang="ko-KR" sz="4400" dirty="0"/>
          </a:p>
        </p:txBody>
      </p:sp>
      <p:sp>
        <p:nvSpPr>
          <p:cNvPr id="3" name="S03-word13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[양] + [말]</a:t>
            </a:r>
            <a:endParaRPr lang="ko-KR" sz="3600" dirty="0"/>
          </a:p>
        </p:txBody>
      </p:sp>
      <p:sp>
        <p:nvSpPr>
          <p:cNvPr id="4" name="S03-stepno1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3-text1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내어 읽어요.</a:t>
            </a:r>
            <a:endParaRPr lang="ko-KR" sz="3200" dirty="0"/>
          </a:p>
        </p:txBody>
      </p:sp>
      <p:sp>
        <p:nvSpPr>
          <p:cNvPr id="6" name="S03-stepno1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3-text1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다시 읽어요.</a:t>
            </a:r>
            <a:endParaRPr lang="ko-KR" sz="3200" dirty="0"/>
          </a:p>
        </p:txBody>
      </p:sp>
      <p:sp>
        <p:nvSpPr>
          <p:cNvPr id="8" name="S03-stepno1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3-text1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무엇인지 떠올려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찾아요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그 물건에 카드를 놓아요.</a:t>
            </a:r>
            <a:endParaRPr lang="ko-KR" sz="3200" dirty="0"/>
          </a:p>
        </p:txBody>
      </p:sp>
      <p:sp>
        <p:nvSpPr>
          <p:cNvPr id="4" name="S04-word21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4-word22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600" dirty="0"/>
          </a:p>
        </p:txBody>
      </p:sp>
      <p:sp>
        <p:nvSpPr>
          <p:cNvPr id="6" name="S04-word23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04-word24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</a:t>
            </a:r>
            <a:endParaRPr lang="ko-KR" sz="3600" dirty="0"/>
          </a:p>
        </p:txBody>
      </p:sp>
      <p:sp>
        <p:nvSpPr>
          <p:cNvPr id="8" name="S04-word25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4-word26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읽어요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‘가방’을 보고 [가지]라고 읽었어요.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친구는 왜 틀렸을까요?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낱말</a:t>
            </a:r>
            <a:endParaRPr lang="ko-KR" sz="2600" dirty="0"/>
          </a:p>
        </p:txBody>
      </p:sp>
      <p:sp>
        <p:nvSpPr>
          <p:cNvPr id="8" name="S05-word3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낱말</a:t>
            </a:r>
            <a:endParaRPr lang="ko-KR" sz="2600" dirty="0"/>
          </a:p>
        </p:txBody>
      </p:sp>
      <p:sp>
        <p:nvSpPr>
          <p:cNvPr id="10" name="S05-word3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방법</a:t>
            </a:r>
            <a:endParaRPr lang="ko-KR" sz="4400" dirty="0"/>
          </a:p>
        </p:txBody>
      </p:sp>
      <p:sp>
        <p:nvSpPr>
          <p:cNvPr id="3" name="S06-tile35"/>
          <p:cNvSpPr txBox="1"/>
          <p:nvPr/>
        </p:nvSpPr>
        <p:spPr>
          <a:xfrm>
            <a:off x="7716987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6300" dirty="0"/>
          </a:p>
        </p:txBody>
      </p:sp>
      <p:sp>
        <p:nvSpPr>
          <p:cNvPr id="4" name="S06-label36"/>
          <p:cNvSpPr txBox="1"/>
          <p:nvPr/>
        </p:nvSpPr>
        <p:spPr>
          <a:xfrm>
            <a:off x="7616403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5" name="S06-tile37"/>
          <p:cNvSpPr txBox="1"/>
          <p:nvPr/>
        </p:nvSpPr>
        <p:spPr>
          <a:xfrm>
            <a:off x="9381195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ko-KR" sz="6300" dirty="0"/>
          </a:p>
        </p:txBody>
      </p:sp>
      <p:sp>
        <p:nvSpPr>
          <p:cNvPr id="6" name="S06-label38"/>
          <p:cNvSpPr txBox="1"/>
          <p:nvPr/>
        </p:nvSpPr>
        <p:spPr>
          <a:xfrm>
            <a:off x="9280611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7" name="S06-stepno3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말해요.</a:t>
            </a:r>
            <a:endParaRPr lang="ko-KR" sz="3200" dirty="0"/>
          </a:p>
        </p:txBody>
      </p:sp>
      <p:sp>
        <p:nvSpPr>
          <p:cNvPr id="9" name="S06-stepno4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글자 수를 세요.</a:t>
            </a:r>
            <a:endParaRPr lang="ko-KR" sz="3200" dirty="0"/>
          </a:p>
        </p:txBody>
      </p:sp>
      <p:sp>
        <p:nvSpPr>
          <p:cNvPr id="11" name="S06-stepno4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내며 써요.</a:t>
            </a:r>
            <a:endParaRPr lang="ko-KR" sz="3200" dirty="0"/>
          </a:p>
        </p:txBody>
      </p:sp>
      <p:sp>
        <p:nvSpPr>
          <p:cNvPr id="13" name="S06-stepno4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4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쓰고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수를 세고 써요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세고, 종이에 한 글자씩 써요.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끝소리를 잘 들어요. 받침이 있나요?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ile5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7-tile5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7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7-tile54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1" name="S07-tile55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7-tile56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7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7-tile58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5" name="S07-tile59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 무엇인지 말해요. ③은 써요.</a:t>
            </a:r>
            <a:endParaRPr lang="ko-KR" sz="3200" dirty="0"/>
          </a:p>
        </p:txBody>
      </p:sp>
      <p:sp>
        <p:nvSpPr>
          <p:cNvPr id="4" name="S08-chip6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8-word6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6" name="S08-word6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치마</a:t>
            </a:r>
            <a:endParaRPr lang="ko-KR" sz="3600" dirty="0"/>
          </a:p>
        </p:txBody>
      </p:sp>
      <p:sp>
        <p:nvSpPr>
          <p:cNvPr id="7" name="S08-chip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word6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베개</a:t>
            </a:r>
            <a:endParaRPr lang="ko-KR" sz="3600" dirty="0"/>
          </a:p>
        </p:txBody>
      </p:sp>
      <p:sp>
        <p:nvSpPr>
          <p:cNvPr id="9" name="S08-word6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</a:t>
            </a:r>
            <a:endParaRPr lang="ko-KR" sz="3600" dirty="0"/>
          </a:p>
        </p:txBody>
      </p:sp>
      <p:sp>
        <p:nvSpPr>
          <p:cNvPr id="10" name="S08-chip6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0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0-chip7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0-word72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7" name="S10-chip7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0-word74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600" dirty="0"/>
          </a:p>
        </p:txBody>
      </p:sp>
      <p:sp>
        <p:nvSpPr>
          <p:cNvPr id="9" name="S10-chip7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0-word76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1-card7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1-cardtext7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읽으면 낱말의 뜻을 알고, 글자마다 소리를 들으면 받아쓸 수 있어요.</a:t>
            </a:r>
            <a:endParaRPr lang="ko-KR" sz="3200" dirty="0"/>
          </a:p>
        </p:txBody>
      </p:sp>
      <p:sp>
        <p:nvSpPr>
          <p:cNvPr id="5" name="S11-chip7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읽기</a:t>
            </a:r>
            <a:endParaRPr lang="ko-KR" sz="2600" dirty="0"/>
          </a:p>
        </p:txBody>
      </p:sp>
      <p:sp>
        <p:nvSpPr>
          <p:cNvPr id="6" name="S11-chip8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글자로 짐작하기</a:t>
            </a:r>
            <a:endParaRPr lang="ko-KR" sz="2600" dirty="0"/>
          </a:p>
        </p:txBody>
      </p:sp>
      <p:sp>
        <p:nvSpPr>
          <p:cNvPr id="7" name="S11-text8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1-text8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의자 수건 토끼</a:t>
            </a:r>
            <a:endParaRPr lang="ko-KR" sz="2600" dirty="0"/>
          </a:p>
        </p:txBody>
      </p:sp>
      <p:sp>
        <p:nvSpPr>
          <p:cNvPr id="9" name="S11-text8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[가방] 받아쓰기</a:t>
            </a:r>
            <a:endParaRPr lang="ko-KR" sz="2600" dirty="0"/>
          </a:p>
        </p:txBody>
      </p:sp>
      <p:sp>
        <p:nvSpPr>
          <p:cNvPr id="10" name="S11-text8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[바나나]는 몇 글자?</a:t>
            </a:r>
            <a:endParaRPr lang="ko-KR" sz="2600" dirty="0"/>
          </a:p>
        </p:txBody>
      </p:sp>
      <p:sp>
        <p:nvSpPr>
          <p:cNvPr id="11" name="S11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문장으로 말하고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쌍자음과 모음 다시</a:t>
            </a:r>
            <a:endParaRPr lang="ko-KR" sz="4400" dirty="0"/>
          </a:p>
        </p:txBody>
      </p:sp>
      <p:sp>
        <p:nvSpPr>
          <p:cNvPr id="3" name="S12-card8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 둘은 힘주어</a:t>
            </a:r>
            <a:endParaRPr lang="ko-KR" sz="3200" dirty="0"/>
          </a:p>
        </p:txBody>
      </p:sp>
      <p:sp>
        <p:nvSpPr>
          <p:cNvPr id="5" name="S12-card8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둘은 빨리 이어</a:t>
            </a:r>
            <a:endParaRPr lang="ko-KR" sz="3200" dirty="0"/>
          </a:p>
        </p:txBody>
      </p:sp>
      <p:sp>
        <p:nvSpPr>
          <p:cNvPr id="7" name="S12-tile90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6300" dirty="0"/>
          </a:p>
        </p:txBody>
      </p:sp>
      <p:sp>
        <p:nvSpPr>
          <p:cNvPr id="8" name="S12-label91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9" name="S12-tile92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</a:t>
            </a:r>
            <a:endParaRPr lang="ko-KR" sz="6300" dirty="0"/>
          </a:p>
        </p:txBody>
      </p:sp>
      <p:sp>
        <p:nvSpPr>
          <p:cNvPr id="10" name="S12-label93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[따]</a:t>
            </a:r>
            <a:endParaRPr lang="ko-KR" sz="2200" dirty="0"/>
          </a:p>
        </p:txBody>
      </p:sp>
      <p:sp>
        <p:nvSpPr>
          <p:cNvPr id="11" name="S12-tile94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</a:t>
            </a:r>
            <a:endParaRPr lang="ko-KR" sz="6300" dirty="0"/>
          </a:p>
        </p:txBody>
      </p:sp>
      <p:sp>
        <p:nvSpPr>
          <p:cNvPr id="12" name="S12-label95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[빠]</a:t>
            </a:r>
            <a:endParaRPr lang="ko-KR" sz="2200" dirty="0"/>
          </a:p>
        </p:txBody>
      </p:sp>
      <p:sp>
        <p:nvSpPr>
          <p:cNvPr id="13" name="S12-tile96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6300" dirty="0"/>
          </a:p>
        </p:txBody>
      </p:sp>
      <p:sp>
        <p:nvSpPr>
          <p:cNvPr id="14" name="S12-label97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[개]</a:t>
            </a:r>
            <a:endParaRPr lang="ko-KR" sz="2200" dirty="0"/>
          </a:p>
        </p:txBody>
      </p:sp>
      <p:sp>
        <p:nvSpPr>
          <p:cNvPr id="15" name="S12-tile98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6300" dirty="0"/>
          </a:p>
        </p:txBody>
      </p:sp>
      <p:sp>
        <p:nvSpPr>
          <p:cNvPr id="16" name="S12-label99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[과]</a:t>
            </a:r>
            <a:endParaRPr lang="ko-KR" sz="2200" dirty="0"/>
          </a:p>
        </p:txBody>
      </p:sp>
      <p:sp>
        <p:nvSpPr>
          <p:cNvPr id="17" name="S12-tile100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6300" dirty="0"/>
          </a:p>
        </p:txBody>
      </p:sp>
      <p:sp>
        <p:nvSpPr>
          <p:cNvPr id="18" name="S12-label101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[의]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낱말 읽고 쓰기</dc:title>
  <dc:subject>KR22-G01-KOR-WORDS-L01</dc:subject>
  <dc:creator>education-ppt</dc:creator>
  <cp:lastModifiedBy>education-ppt</cp:lastModifiedBy>
  <cp:revision>1</cp:revision>
  <dcterms:created xsi:type="dcterms:W3CDTF">2026-10-26T07:44:52Z</dcterms:created>
  <dcterms:modified xsi:type="dcterms:W3CDTF">2026-10-26T07:44:52Z</dcterms:modified>
</cp:coreProperties>
</file>