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8be455bf-8116-f385-023f-fc957d490623}">
          <p14:sldIdLst>
            <p14:sldId id="256"/>
            <p14:sldId id="257"/>
          </p14:sldIdLst>
        </p14:section>
        <p14:section name="개념" id="{fa5b63ca-8ec6-12b1-3c17-5b63e1fab4fa}">
          <p14:sldIdLst>
            <p14:sldId id="258"/>
            <p14:sldId id="259"/>
            <p14:sldId id="260"/>
            <p14:sldId id="261"/>
          </p14:sldIdLst>
        </p14:section>
        <p14:section name="연습" id="{17a6b39e-412a-50f9-8798-4dc79129c3bd}">
          <p14:sldIdLst>
            <p14:sldId id="262"/>
            <p14:sldId id="263"/>
            <p14:sldId id="264"/>
          </p14:sldIdLst>
        </p14:section>
        <p14:section name="확인" id="{5c40d65b-6ac9-ed2a-593b-4ca38ae8200d}">
          <p14:sldIdLst>
            <p14:sldId id="265"/>
            <p14:sldId id="266"/>
            <p14:sldId id="267"/>
          </p14:sldIdLst>
        </p14:section>
        <p14:section name="정리" id="{2d7dc9be-af8c-05f5-eaa1-32327e7ba8ce}">
          <p14:sldIdLst>
            <p14:sldId id="268"/>
          </p14:sldIdLst>
        </p14:section>
        <p14:section name="보충" id="{1e20ec07-1566-1fa4-2198-5431a3d85f4f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자음자를 보여 주고, 글자마다 이름이 있다는 것에 관심을 갖게 합니다.
시간: 약 2분
이렇게 말해 보세요
- “지난 시간에는 막대로 된 모음자를 배웠지? 오늘은 이렇게 꺾이고 둥근 글자, ‘자음자’를 배울 거야.”
- “자음자는 사람처럼 이름이 있어. 첫째 글자 이름이 뭘까?”
예상 답
- “몰라요.” “그?”
주의
- 화면의 글은 부모가 읽어 줍니다. 이름을 맞히지 못해도 괜찮습니다.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확인(모음자 읽기)]
목적: 지난 차시(기본 모음)의 모음자 읽기를 기억하는지 확인합니다. 다음 차시에서 자음자와 합쳐 읽으려면 꼭 필요합니다.
시간: 약 3분
이렇게 말해 보세요
- “[어] 소리가 나는 글자는 가, 나, 다 중에서 무엇일까?”
- “나머지 두 글자도 읽어 볼래?”
정답
- [어] → 나(ㅓ). 가는 ㅗ [오], 다는 ㅠ [유]입니다.
막히면
- “짧은 막대가 어디에, 몇 개 있어?”라고 묻습니다.
- 셋 중 둘 이상을 읽지 못하면 S14(보충)에서 모음자를 다시 읽고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자음자 이름(ㄱ~ㅁ)]
목적: 앞의 자음자 5개의 모양과 이름을 연결합니다.
시간: 약 4분
이렇게 말해 보세요
- “ㄱ의 이름은 ‘기역’이야. 따라 해 봐. [기역].”
- “ㄴ은 ‘니은’[니은], ㄷ은 ‘디귿’[디귿], ㄹ은 ‘리을’[리을], ㅁ은 ‘미음’[미음].”
- “엄마(아빠)가 짚는 글자의 이름을 말해 볼래?”
예상 답
- ㄱ 기역, ㄴ 니은, ㄷ 디귿, ㄹ 리을, ㅁ 미음
막히면
- 모양을 말로 붙잡아 줍니다. “ㄱ은 위에서 오른쪽으로 꺾여 내려와”, “ㄷ은 ㄴ 위에 뚜껑이 있어”, “ㅁ은 네모”.
- 한 번에 다섯 개가 많으면 ㄱ, ㄴ, ㅁ 세 개만 먼저 익히고 나머지는 다음 날 합니다.
주의
- 이름의 둘째 글자(역, 은, 귿…)를 쓰는 법은 설명하지 않습니다. 소리 나는 대로 들려주기만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자음자 이름(ㅂ~ㅊ)]
목적: 가운데 자음자 5개의 모양과 이름을 연결하고, ㅇ의 특별한 점을 압니다.
시간: 약 4분
이렇게 말해 보세요
- “ㅂ은 ‘비읍’[비읍], ㅅ은 ‘시옷’[시옫], ㅇ은 ‘이응’[이응], ㅈ은 ‘지읒’[지읃], ㅊ은 ‘치읓’[치읃]이야.”
- “ㅇ은 특별해. 글자 앞에 오면 소리가 없어. 지난 시간에 ㅏ의 이름을 ‘아’라고 썼지? 앞의 ㅇ은 자리만 채우고 소리는 [아]만 나.”
- “ㅈ과 ㅊ은 무엇이 달라? ㅊ은 머리에 짧은 줄이 하나 더 있네.”
예상 답
- ㅂ 비읍, ㅅ 시옷, ㅇ 이응, ㅈ 지읒, ㅊ 치읓
- “ㅊ은 위에 줄이 있어요.”
막히면
- “ㅅ은 뾰족한 지붕”, “ㅇ은 동그라미”처럼 아이가 아는 모양에 빗대어 줍니다.
- ㅅ과 ㅈ을 헷갈리면 ㅈ 위의 가로줄을 손가락으로 짚게 합니다.
주의
- 시옷·지읒·치읓의 받침 글자를 설명하지 않고 [시옫], [지읃], [치읃]으로 들려주기만 합니다(M3: ㅇ은 소리가 없음).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자음자 이름(ㅋ~ㅎ)]
목적: 뒤의 자음자 4개의 이름을 익히고, 줄이 더해진 글자는 바람을 세게 낸다는 것을 압니다.
시간: 약 4분
이렇게 말해 보세요
- “ㅋ은 ‘키읔’[키윽], ㅌ은 ‘티읕’[티읃], ㅍ은 ‘피읖’[피읍], ㅎ은 ‘히읗’[히읃]이야.”
- “ㅋ은 ㄱ에 줄이 하나 더 있지? ㅌ은 ㄷ에 줄이 하나 더 있어. 줄이 더 있으면 바람을 세게 내.”
- “휴지를 입 앞에 대고 [그], [크] 해 볼까? 어느 쪽에서 휴지가 더 흔들려?”
예상 답
- ㅋ 키읔, ㅌ 티읕, ㅍ 피읖, ㅎ 히읗
- “[크]에서 휴지가 더 흔들려요.”
막히면
- ㄱ 옆에 ㅋ, ㄷ 옆에 ㅌ을 종이에 써서 나란히 보여 주고 더해진 줄을 짚게 합니다.
주의
- 이름은 쓰인 대로가 아니라 [키윽], [티읃], [피읍], [히읃]으로 소리 냅니다.
- ㅍ(ㅂ과 짝), ㅊ(ㅈ과 짝)도 바람을 세게 내는 글자입니다. 휴지 놀이로 [브]-[프], [즈]-[츠]도 해 볼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자음자의 소리]
목적: 자음자의 이름과 소리를 구별하고, 이름의 첫소리로 소리를 낼 수 있게 합니다(M2).
시간: 약 4분
이렇게 말해 보세요
- “기역을 천천히 말해 보자. [기—역]. 맨 앞에서 나는 소리만 떼어 내면? [그]! 이게 ㄱ의 소리야.”
- “니은은 [느], 미음은 [므], 시옷은 [스]. 이름은 길고, 소리는 짧아.”
- “다른 자음자도 해 보자. 디귿은? 비읍은? 히읗은?”
정답
- ㄱ [그] ㄴ [느] ㄷ [드] ㄹ [르] ㅁ [므] ㅂ [브] ㅅ [스]
- ㅇ 소리 없음(글자 앞) ㅈ [즈] ㅊ [츠] ㅋ [크] ㅌ [트] ㅍ [프] ㅎ [흐]
막히면
- 이름의 첫 글자만 길게 말해 줍니다. “[기]—의 처음 소리” → [그].
- 손거울을 보며 입 모양을 같이 만듭니다(아래 주의 참고).
주의
- 소리는 [으]를 아주 짧게 붙여 끊어 냅니다. [그으—]처럼 길게 끌지 않습니다.
- 입 모양: [그] 혀 뒤쪽을 입천장 안쪽에 붙였다 뗌. [느] 혀끝을 윗잇몸에 대고 코로 소리 냄. [드] 혀끝을 윗잇몸에 댔다 톡 뗌. [르] 혀끝으로 윗잇몸을 살짝 튕김. [므] 입술을 다물었다 떼며 코로 소리 냄.
- [브] 입술을 붙였다 톡 뗌. [스] 이를 살짝 다물고 바람을 내보냄. [즈] 혀 앞쪽을 윗잇몸 뒤에 댔다 뗌. [흐] 입을 벌리고 목에서 바람만 내보냄. [츠]·[크]·[트]·[프]는 [즈]·[그]·[드]·[브]와 같은 입 모양으로 바람을 세게 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이름 듣고 자음자 짚기]
목적: 차례가 섞여 있어도 이름을 듣고 알맞은 자음자를 찾습니다.
시간: 약 4분
이렇게 말해 보세요
- “엄마(아빠)가 이름을 말하면 그 자음자를 짚어 봐. ‘디귿’!”
- 부모가 말할 차례: 디귿 → 이응 → 기역 → 리을 → 피읖 → 지읒 → 히읗 → 비읍
- “이번에는 바꿔서, 엄마(아빠)가 짚는 글자의 이름을 말해 줘.”
정답
- 디귿 ㄷ(첫째 줄 둘째), 이응 ㅇ(둘째 줄 넷째), 기역 ㄱ(첫째 줄 넷째), 리을 ㄹ(둘째 줄 셋째)
- 피읖 ㅍ(둘째 줄 둘째), 지읒 ㅈ(첫째 줄 다섯째), 히읗 ㅎ(첫째 줄 셋째), 비읍 ㅂ(둘째 줄 여섯째)
막히면
- S03~S05를 다시 보여 주고 이름을 한 번 더 들려준 뒤 찾게 합니다.
- 8개 중 5개 이하로 찾으면 S03~S05의 이름을 한 묶음씩 다시 익힙니다.
주의
- 아이가 지치면 여기서 나누어 다음 날 S08부터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첫소리 글자 찾기]
목적: 낱말의 첫소리를 듣고 그 소리를 내는 자음자를 찾습니다.
시간: 약 4분
이렇게 말해 보세요
- “엄마(아빠)가 낱말을 말하면 처음 소리만 떼어 말해 봐. 그리고 그 소리를 내는 글자를 짚어.”
- “①은 ‘나비’! 나비의 처음 소리는?” → “②는 ‘사자’” → “③은 ‘토마토’” → “④는 ‘포도’”
정답
- ① 나비 → [느] → ㄴ
- ② 사자 → [스] → ㅅ
- ③ 토마토 → [트] → ㅌ(ㄷ은 [드])
- ④ 포도 → [프] → ㅍ
막히면
- 첫소리를 길게 늘여 들려줍니다. “[느]—나비”.
- ③에서 ㄷ을 고르면 휴지를 입 앞에 대고 [드]와 [트]를 비교합니다.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오개념 비교(ㄱ과 ㄴ)]
목적: 모양이 비슷한 자음자를 꺾인 곳의 자리로 구별합니다(M1).
시간: 약 3분
이렇게 말해 보세요
- “친구가 ㄴ을 보고 ‘기역’이라고 했대. 맞을까?”
- “ㄱ과 ㄴ은 어디가 꺾였어? 손가락으로 따라 그려 볼래?”
정답
- 바르지 않습니다. ㄴ은 왼쪽 아래가 꺾여 있고 이름은 ‘니은’입니다. ‘기역’은 오른쪽 위가 꺾인 ㄱ입니다.
막히면
- ㄱ은 “위에서 오른쪽으로 가다가 내려와”, ㄴ은 “아래로 내려가다가 오른쪽으로 가”라고 말하며 공중에 씁니다.
- ㄷ과 ㄹ(ㄹ은 꺾임이 더 많음), ㅁ과 ㅂ(ㅂ은 위로 귀가 솟음)도 같은 방법으로 비교합니다.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이름 말하기와 첫소리 찾기]
목적: 도움 없이 이름을 말하고, 첫소리 글자를 찾는지 확인합니다.
시간: 약 4분
이렇게 말해 보세요
- “이번에는 혼자 해 볼래? ①과 ②는 글자의 이름을 하나씩 말해 줘.”
- “③은 엄마(아빠)가 말하는 낱말의 첫소리 글자를 찾아 봐. ‘모자’!”
정답
- ① ㄹ 리을, ㅂ 비읍, ㅈ 지읒[지읃]
- ② ㅋ 키읔[키윽], ㅇ 이응, ㅍ 피읖[피읍]
- ③ 모자 → [므] → ㅁ
막히면
- 틀린 글자는 바로 고쳐 주지 말고 “꺾인 곳이 어디야? 줄이 몇 개야?”라고만 묻습니다.
- 도움을 받아 해결했다면 기록표에 ‘도움’으로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아이의 답을 확인하고 흔한 실수와 비교합니다.
시간: 약 2분
이렇게 말해 보세요
- “네가 말한 이름과 왼쪽을 비교해 보자.”
- “ㄹ과 ㄷ은 무엇이 달라?”
예상 답
- “ㄹ은 꺾인 데가 더 많아요.” “ㅈ은 위에 줄이 있어요.”
주의
- 지읒[지읃], 키읔[키윽], 피읖[피읍]처럼 소리 나는 대로 말했으면 맞습니다.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확인]
목적: 처음 듣는 낱말에서 첫소리를 듣고 자음자와 연결하는지 확인합니다.
시간: 약 2분
이렇게 말해 보세요
- “‘하마’의 첫소리 글자는 가, 나, 다 중에서 무엇일까? 어떻게 알았어?”
- “이번에는 ‘치마’!”
정답
- 하마 → [흐] → 가(ㅎ)
- 치마 → [츠] → 다(ㅊ). 나(ㅋ)는 ‘코’처럼 [크]로 시작하는 말입니다.
막히면
- S06의 ‘이름의 첫소리’를 떠올리게 합니다. “히읗의 첫소리는? 치읓의 첫소리는?”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다음 학습과 복습]
목적: 핵심을 정리하고 다음 수업 첫 5분에 풀 복습을 알려 줍니다.
시간: 약 2분
이렇게 말해 보세요
- “오늘 배운 것을 말해 볼래? ㄱ의 이름은? 소리는?”
예상 답
- “이름은 기역, 소리는 [그]예요.”
정답
- ① 니은, 비읍, 이응, 치읓[치읃], 키읔[키윽] ② [스] ③ ㄴ
주의
- 활동지 1~4는 수업을 마친 뒤 이어서 하거나 다음 날 합니다. 활동지의 자음자가 작게 느껴지면 부모가 빈 종이에 손바닥만 하게 써 주고 따라 쓰게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선수 학습 보충(모음자 읽기)]
목적: S02에서 모음자를 읽지 못하면 앞 차시 ‘기본 모음’의 핵심을 다시 익힙니다.
시간: 약 5분
이렇게 말해 보세요
- “짧은 막대가 오른쪽이면 [아], 왼쪽이면 [어], 위면 [오], 아래면 [우]. 누운 막대는 [으], 선 막대는 [이].”
- “막대가 둘이면? ㅏ [아]가 ㅑ [야]가 돼.”
정답
- ㅏ [아] ㅓ [어] ㅗ [오] ㅜ [우] ㅡ [으] ㅣ [이]
막히면
- 젓가락과 면봉으로 모음자를 만들며 소리를 냅니다.
주의
- 보충으로도 모음자 10개 중 절반 이상을 읽지 못하면 앞 차시 ‘기본 모음’을 다시 한 뒤 이 차시를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한글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기본 자음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기본 자음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국어 · 기본 자음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자음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ㄱ의 이름은 무엇일까요?</a:t>
            </a:r>
            <a:endParaRPr lang="ko-KR" sz="3200" dirty="0"/>
          </a:p>
        </p:txBody>
      </p:sp>
      <p:sp>
        <p:nvSpPr>
          <p:cNvPr id="4" name="S01-tile1"/>
          <p:cNvSpPr txBox="1"/>
          <p:nvPr/>
        </p:nvSpPr>
        <p:spPr>
          <a:xfrm>
            <a:off x="8183880" y="640080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5900" dirty="0"/>
          </a:p>
        </p:txBody>
      </p:sp>
      <p:sp>
        <p:nvSpPr>
          <p:cNvPr id="5" name="S01-tile2"/>
          <p:cNvSpPr txBox="1"/>
          <p:nvPr/>
        </p:nvSpPr>
        <p:spPr>
          <a:xfrm>
            <a:off x="9747504" y="640080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5900" dirty="0"/>
          </a:p>
        </p:txBody>
      </p:sp>
      <p:sp>
        <p:nvSpPr>
          <p:cNvPr id="6" name="S01-tile3"/>
          <p:cNvSpPr txBox="1"/>
          <p:nvPr/>
        </p:nvSpPr>
        <p:spPr>
          <a:xfrm>
            <a:off x="8183880" y="2203704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5900" dirty="0"/>
          </a:p>
        </p:txBody>
      </p:sp>
      <p:sp>
        <p:nvSpPr>
          <p:cNvPr id="7" name="S01-tile4"/>
          <p:cNvSpPr txBox="1"/>
          <p:nvPr/>
        </p:nvSpPr>
        <p:spPr>
          <a:xfrm>
            <a:off x="9747504" y="2203704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</a:t>
            </a:r>
            <a:endParaRPr lang="ko-KR" sz="5900" dirty="0"/>
          </a:p>
        </p:txBody>
      </p:sp>
      <p:sp>
        <p:nvSpPr>
          <p:cNvPr id="8" name="S01-card5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9" name="S01-cardtext6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자음자 14개의 이름을 말해요.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자음자의 소리를 내어 봐요.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모음자를 읽어요</a:t>
            </a:r>
            <a:endParaRPr lang="ko-KR" sz="4400" dirty="0"/>
          </a:p>
        </p:txBody>
      </p:sp>
      <p:sp>
        <p:nvSpPr>
          <p:cNvPr id="3" name="S02-card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2-cardtext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소리의 글자는? 나머지도 읽어 봐요.</a:t>
            </a:r>
            <a:endParaRPr lang="ko-KR" sz="3200" dirty="0"/>
          </a:p>
        </p:txBody>
      </p:sp>
      <p:sp>
        <p:nvSpPr>
          <p:cNvPr id="5" name="S02-chip9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02-tile10"/>
          <p:cNvSpPr txBox="1"/>
          <p:nvPr/>
        </p:nvSpPr>
        <p:spPr>
          <a:xfrm>
            <a:off x="1452372" y="275234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ㅗ</a:t>
            </a:r>
            <a:endParaRPr lang="ko-KR" sz="7100" dirty="0"/>
          </a:p>
        </p:txBody>
      </p:sp>
      <p:sp>
        <p:nvSpPr>
          <p:cNvPr id="7" name="S02-chip11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8" name="S02-tile12"/>
          <p:cNvSpPr txBox="1"/>
          <p:nvPr/>
        </p:nvSpPr>
        <p:spPr>
          <a:xfrm>
            <a:off x="5271516" y="275234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ㅓ</a:t>
            </a:r>
            <a:endParaRPr lang="ko-KR" sz="7100" dirty="0"/>
          </a:p>
        </p:txBody>
      </p:sp>
      <p:sp>
        <p:nvSpPr>
          <p:cNvPr id="9" name="S02-chip13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0" name="S02-tile14"/>
          <p:cNvSpPr txBox="1"/>
          <p:nvPr/>
        </p:nvSpPr>
        <p:spPr>
          <a:xfrm>
            <a:off x="9090660" y="275234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ㅠ</a:t>
            </a:r>
            <a:endParaRPr lang="ko-KR" sz="7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ㄱ부터 ㅁ까지</a:t>
            </a:r>
            <a:endParaRPr lang="ko-KR" sz="4400" dirty="0"/>
          </a:p>
        </p:txBody>
      </p:sp>
      <p:sp>
        <p:nvSpPr>
          <p:cNvPr id="3" name="S03-card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자음자는 저마다 이름이 있어요.</a:t>
            </a:r>
            <a:endParaRPr lang="ko-KR" sz="3200" dirty="0"/>
          </a:p>
        </p:txBody>
      </p:sp>
      <p:sp>
        <p:nvSpPr>
          <p:cNvPr id="5" name="S03-tile17"/>
          <p:cNvSpPr txBox="1"/>
          <p:nvPr/>
        </p:nvSpPr>
        <p:spPr>
          <a:xfrm>
            <a:off x="1120140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7900" dirty="0"/>
          </a:p>
        </p:txBody>
      </p:sp>
      <p:sp>
        <p:nvSpPr>
          <p:cNvPr id="6" name="S03-label18"/>
          <p:cNvSpPr txBox="1"/>
          <p:nvPr/>
        </p:nvSpPr>
        <p:spPr>
          <a:xfrm>
            <a:off x="1019556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기역</a:t>
            </a:r>
            <a:endParaRPr lang="ko-KR" sz="2200" dirty="0"/>
          </a:p>
        </p:txBody>
      </p:sp>
      <p:sp>
        <p:nvSpPr>
          <p:cNvPr id="7" name="S03-tile19"/>
          <p:cNvSpPr txBox="1"/>
          <p:nvPr/>
        </p:nvSpPr>
        <p:spPr>
          <a:xfrm>
            <a:off x="3150108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7900" dirty="0"/>
          </a:p>
        </p:txBody>
      </p:sp>
      <p:sp>
        <p:nvSpPr>
          <p:cNvPr id="8" name="S03-label20"/>
          <p:cNvSpPr txBox="1"/>
          <p:nvPr/>
        </p:nvSpPr>
        <p:spPr>
          <a:xfrm>
            <a:off x="3049524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니은</a:t>
            </a:r>
            <a:endParaRPr lang="ko-KR" sz="2200" dirty="0"/>
          </a:p>
        </p:txBody>
      </p:sp>
      <p:sp>
        <p:nvSpPr>
          <p:cNvPr id="9" name="S03-tile21"/>
          <p:cNvSpPr txBox="1"/>
          <p:nvPr/>
        </p:nvSpPr>
        <p:spPr>
          <a:xfrm>
            <a:off x="5180076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7900" dirty="0"/>
          </a:p>
        </p:txBody>
      </p:sp>
      <p:sp>
        <p:nvSpPr>
          <p:cNvPr id="10" name="S03-label22"/>
          <p:cNvSpPr txBox="1"/>
          <p:nvPr/>
        </p:nvSpPr>
        <p:spPr>
          <a:xfrm>
            <a:off x="5079492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디귿</a:t>
            </a:r>
            <a:endParaRPr lang="ko-KR" sz="2200" dirty="0"/>
          </a:p>
        </p:txBody>
      </p:sp>
      <p:sp>
        <p:nvSpPr>
          <p:cNvPr id="11" name="S03-tile23"/>
          <p:cNvSpPr txBox="1"/>
          <p:nvPr/>
        </p:nvSpPr>
        <p:spPr>
          <a:xfrm>
            <a:off x="7210044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</a:t>
            </a:r>
            <a:endParaRPr lang="ko-KR" sz="7900" dirty="0"/>
          </a:p>
        </p:txBody>
      </p:sp>
      <p:sp>
        <p:nvSpPr>
          <p:cNvPr id="12" name="S03-label24"/>
          <p:cNvSpPr txBox="1"/>
          <p:nvPr/>
        </p:nvSpPr>
        <p:spPr>
          <a:xfrm>
            <a:off x="7109460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리을</a:t>
            </a:r>
            <a:endParaRPr lang="ko-KR" sz="2200" dirty="0"/>
          </a:p>
        </p:txBody>
      </p:sp>
      <p:sp>
        <p:nvSpPr>
          <p:cNvPr id="13" name="S03-tile25"/>
          <p:cNvSpPr txBox="1"/>
          <p:nvPr/>
        </p:nvSpPr>
        <p:spPr>
          <a:xfrm>
            <a:off x="9240012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ㅁ</a:t>
            </a:r>
            <a:endParaRPr lang="ko-KR" sz="7900" dirty="0"/>
          </a:p>
        </p:txBody>
      </p:sp>
      <p:sp>
        <p:nvSpPr>
          <p:cNvPr id="14" name="S03-label26"/>
          <p:cNvSpPr txBox="1"/>
          <p:nvPr/>
        </p:nvSpPr>
        <p:spPr>
          <a:xfrm>
            <a:off x="9139428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미음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ㅂ부터 ㅊ까지</a:t>
            </a:r>
            <a:endParaRPr lang="ko-KR" sz="4400" dirty="0"/>
          </a:p>
        </p:txBody>
      </p:sp>
      <p:sp>
        <p:nvSpPr>
          <p:cNvPr id="3" name="S04-card2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2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ㅇ은 글자 앞에서 소리가 나지 않아요.</a:t>
            </a:r>
            <a:endParaRPr lang="ko-KR" sz="3200" dirty="0"/>
          </a:p>
        </p:txBody>
      </p:sp>
      <p:sp>
        <p:nvSpPr>
          <p:cNvPr id="5" name="S04-tile29"/>
          <p:cNvSpPr txBox="1"/>
          <p:nvPr/>
        </p:nvSpPr>
        <p:spPr>
          <a:xfrm>
            <a:off x="1120140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ㅂ</a:t>
            </a:r>
            <a:endParaRPr lang="ko-KR" sz="7900" dirty="0"/>
          </a:p>
        </p:txBody>
      </p:sp>
      <p:sp>
        <p:nvSpPr>
          <p:cNvPr id="6" name="S04-label30"/>
          <p:cNvSpPr txBox="1"/>
          <p:nvPr/>
        </p:nvSpPr>
        <p:spPr>
          <a:xfrm>
            <a:off x="1019556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비읍</a:t>
            </a:r>
            <a:endParaRPr lang="ko-KR" sz="2200" dirty="0"/>
          </a:p>
        </p:txBody>
      </p:sp>
      <p:sp>
        <p:nvSpPr>
          <p:cNvPr id="7" name="S04-tile31"/>
          <p:cNvSpPr txBox="1"/>
          <p:nvPr/>
        </p:nvSpPr>
        <p:spPr>
          <a:xfrm>
            <a:off x="3150108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ㅅ</a:t>
            </a:r>
            <a:endParaRPr lang="ko-KR" sz="7900" dirty="0"/>
          </a:p>
        </p:txBody>
      </p:sp>
      <p:sp>
        <p:nvSpPr>
          <p:cNvPr id="8" name="S04-label32"/>
          <p:cNvSpPr txBox="1"/>
          <p:nvPr/>
        </p:nvSpPr>
        <p:spPr>
          <a:xfrm>
            <a:off x="3049524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시옷</a:t>
            </a:r>
            <a:endParaRPr lang="ko-KR" sz="2200" dirty="0"/>
          </a:p>
        </p:txBody>
      </p:sp>
      <p:sp>
        <p:nvSpPr>
          <p:cNvPr id="9" name="S04-tile33"/>
          <p:cNvSpPr txBox="1"/>
          <p:nvPr/>
        </p:nvSpPr>
        <p:spPr>
          <a:xfrm>
            <a:off x="5180076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ㅇ</a:t>
            </a:r>
            <a:endParaRPr lang="ko-KR" sz="7900" dirty="0"/>
          </a:p>
        </p:txBody>
      </p:sp>
      <p:sp>
        <p:nvSpPr>
          <p:cNvPr id="10" name="S04-label34"/>
          <p:cNvSpPr txBox="1"/>
          <p:nvPr/>
        </p:nvSpPr>
        <p:spPr>
          <a:xfrm>
            <a:off x="5079492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이응</a:t>
            </a:r>
            <a:endParaRPr lang="ko-KR" sz="2200" dirty="0"/>
          </a:p>
        </p:txBody>
      </p:sp>
      <p:sp>
        <p:nvSpPr>
          <p:cNvPr id="11" name="S04-tile35"/>
          <p:cNvSpPr txBox="1"/>
          <p:nvPr/>
        </p:nvSpPr>
        <p:spPr>
          <a:xfrm>
            <a:off x="7210044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ㅈ</a:t>
            </a:r>
            <a:endParaRPr lang="ko-KR" sz="7900" dirty="0"/>
          </a:p>
        </p:txBody>
      </p:sp>
      <p:sp>
        <p:nvSpPr>
          <p:cNvPr id="12" name="S04-label36"/>
          <p:cNvSpPr txBox="1"/>
          <p:nvPr/>
        </p:nvSpPr>
        <p:spPr>
          <a:xfrm>
            <a:off x="7109460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지읒</a:t>
            </a:r>
            <a:endParaRPr lang="ko-KR" sz="2200" dirty="0"/>
          </a:p>
        </p:txBody>
      </p:sp>
      <p:sp>
        <p:nvSpPr>
          <p:cNvPr id="13" name="S04-tile37"/>
          <p:cNvSpPr txBox="1"/>
          <p:nvPr/>
        </p:nvSpPr>
        <p:spPr>
          <a:xfrm>
            <a:off x="9240012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ㅊ</a:t>
            </a:r>
            <a:endParaRPr lang="ko-KR" sz="7900" dirty="0"/>
          </a:p>
        </p:txBody>
      </p:sp>
      <p:sp>
        <p:nvSpPr>
          <p:cNvPr id="14" name="S04-label38"/>
          <p:cNvSpPr txBox="1"/>
          <p:nvPr/>
        </p:nvSpPr>
        <p:spPr>
          <a:xfrm>
            <a:off x="9139428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치읓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ㅋ부터 ㅎ까지</a:t>
            </a:r>
            <a:endParaRPr lang="ko-KR" sz="4400" dirty="0"/>
          </a:p>
        </p:txBody>
      </p:sp>
      <p:sp>
        <p:nvSpPr>
          <p:cNvPr id="3" name="S05-card39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40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ㄱ에 줄 하나 → ㅋ</a:t>
            </a:r>
            <a:endParaRPr lang="ko-KR" sz="3200" dirty="0"/>
          </a:p>
        </p:txBody>
      </p:sp>
      <p:sp>
        <p:nvSpPr>
          <p:cNvPr id="5" name="S05-card41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42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ㄷ에 줄 하나 → ㅌ</a:t>
            </a:r>
            <a:endParaRPr lang="ko-KR" sz="3200" dirty="0"/>
          </a:p>
        </p:txBody>
      </p:sp>
      <p:sp>
        <p:nvSpPr>
          <p:cNvPr id="7" name="S05-tile43"/>
          <p:cNvSpPr txBox="1"/>
          <p:nvPr/>
        </p:nvSpPr>
        <p:spPr>
          <a:xfrm>
            <a:off x="2135124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ㅋ</a:t>
            </a:r>
            <a:endParaRPr lang="ko-KR" sz="7900" dirty="0"/>
          </a:p>
        </p:txBody>
      </p:sp>
      <p:sp>
        <p:nvSpPr>
          <p:cNvPr id="8" name="S05-label44"/>
          <p:cNvSpPr txBox="1"/>
          <p:nvPr/>
        </p:nvSpPr>
        <p:spPr>
          <a:xfrm>
            <a:off x="2034540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키읔</a:t>
            </a:r>
            <a:endParaRPr lang="ko-KR" sz="2200" dirty="0"/>
          </a:p>
        </p:txBody>
      </p:sp>
      <p:sp>
        <p:nvSpPr>
          <p:cNvPr id="9" name="S05-tile45"/>
          <p:cNvSpPr txBox="1"/>
          <p:nvPr/>
        </p:nvSpPr>
        <p:spPr>
          <a:xfrm>
            <a:off x="4165092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ㅌ</a:t>
            </a:r>
            <a:endParaRPr lang="ko-KR" sz="7900" dirty="0"/>
          </a:p>
        </p:txBody>
      </p:sp>
      <p:sp>
        <p:nvSpPr>
          <p:cNvPr id="10" name="S05-label46"/>
          <p:cNvSpPr txBox="1"/>
          <p:nvPr/>
        </p:nvSpPr>
        <p:spPr>
          <a:xfrm>
            <a:off x="4064508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티읕</a:t>
            </a:r>
            <a:endParaRPr lang="ko-KR" sz="2200" dirty="0"/>
          </a:p>
        </p:txBody>
      </p:sp>
      <p:sp>
        <p:nvSpPr>
          <p:cNvPr id="11" name="S05-tile47"/>
          <p:cNvSpPr txBox="1"/>
          <p:nvPr/>
        </p:nvSpPr>
        <p:spPr>
          <a:xfrm>
            <a:off x="6195060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ㅍ</a:t>
            </a:r>
            <a:endParaRPr lang="ko-KR" sz="7900" dirty="0"/>
          </a:p>
        </p:txBody>
      </p:sp>
      <p:sp>
        <p:nvSpPr>
          <p:cNvPr id="12" name="S05-label48"/>
          <p:cNvSpPr txBox="1"/>
          <p:nvPr/>
        </p:nvSpPr>
        <p:spPr>
          <a:xfrm>
            <a:off x="6094476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피읖</a:t>
            </a:r>
            <a:endParaRPr lang="ko-KR" sz="2200" dirty="0"/>
          </a:p>
        </p:txBody>
      </p:sp>
      <p:sp>
        <p:nvSpPr>
          <p:cNvPr id="13" name="S05-tile49"/>
          <p:cNvSpPr txBox="1"/>
          <p:nvPr/>
        </p:nvSpPr>
        <p:spPr>
          <a:xfrm>
            <a:off x="8225028" y="2080260"/>
            <a:ext cx="182880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ㅎ</a:t>
            </a:r>
            <a:endParaRPr lang="ko-KR" sz="7900" dirty="0"/>
          </a:p>
        </p:txBody>
      </p:sp>
      <p:sp>
        <p:nvSpPr>
          <p:cNvPr id="14" name="S05-label50"/>
          <p:cNvSpPr txBox="1"/>
          <p:nvPr/>
        </p:nvSpPr>
        <p:spPr>
          <a:xfrm>
            <a:off x="8124444" y="3945636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히읗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속에 소리가 있어요</a:t>
            </a:r>
            <a:endParaRPr lang="ko-KR" sz="4400" dirty="0"/>
          </a:p>
        </p:txBody>
      </p:sp>
      <p:sp>
        <p:nvSpPr>
          <p:cNvPr id="3" name="S06-card5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5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이름의 첫소리가 그 글자의 소리예요.</a:t>
            </a:r>
            <a:endParaRPr lang="ko-KR" sz="3200" dirty="0"/>
          </a:p>
        </p:txBody>
      </p:sp>
      <p:sp>
        <p:nvSpPr>
          <p:cNvPr id="5" name="S06-tile53"/>
          <p:cNvSpPr txBox="1"/>
          <p:nvPr/>
        </p:nvSpPr>
        <p:spPr>
          <a:xfrm>
            <a:off x="1403604" y="1897380"/>
            <a:ext cx="2194560" cy="219456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9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9500" dirty="0"/>
          </a:p>
        </p:txBody>
      </p:sp>
      <p:sp>
        <p:nvSpPr>
          <p:cNvPr id="6" name="S06-label54"/>
          <p:cNvSpPr txBox="1"/>
          <p:nvPr/>
        </p:nvSpPr>
        <p:spPr>
          <a:xfrm>
            <a:off x="1303020" y="4128516"/>
            <a:ext cx="2395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기역 → [그]</a:t>
            </a:r>
            <a:endParaRPr lang="ko-KR" sz="2200" dirty="0"/>
          </a:p>
        </p:txBody>
      </p:sp>
      <p:sp>
        <p:nvSpPr>
          <p:cNvPr id="7" name="S06-tile55"/>
          <p:cNvSpPr txBox="1"/>
          <p:nvPr/>
        </p:nvSpPr>
        <p:spPr>
          <a:xfrm>
            <a:off x="3799332" y="1897380"/>
            <a:ext cx="2194560" cy="219456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9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9500" dirty="0"/>
          </a:p>
        </p:txBody>
      </p:sp>
      <p:sp>
        <p:nvSpPr>
          <p:cNvPr id="8" name="S06-label56"/>
          <p:cNvSpPr txBox="1"/>
          <p:nvPr/>
        </p:nvSpPr>
        <p:spPr>
          <a:xfrm>
            <a:off x="3698748" y="4128516"/>
            <a:ext cx="2395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니은 → [느]</a:t>
            </a:r>
            <a:endParaRPr lang="ko-KR" sz="2200" dirty="0"/>
          </a:p>
        </p:txBody>
      </p:sp>
      <p:sp>
        <p:nvSpPr>
          <p:cNvPr id="9" name="S06-tile57"/>
          <p:cNvSpPr txBox="1"/>
          <p:nvPr/>
        </p:nvSpPr>
        <p:spPr>
          <a:xfrm>
            <a:off x="6195060" y="1897380"/>
            <a:ext cx="2194560" cy="219456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9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ㅁ</a:t>
            </a:r>
            <a:endParaRPr lang="ko-KR" sz="9500" dirty="0"/>
          </a:p>
        </p:txBody>
      </p:sp>
      <p:sp>
        <p:nvSpPr>
          <p:cNvPr id="10" name="S06-label58"/>
          <p:cNvSpPr txBox="1"/>
          <p:nvPr/>
        </p:nvSpPr>
        <p:spPr>
          <a:xfrm>
            <a:off x="6094476" y="4128516"/>
            <a:ext cx="2395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미음 → [므]</a:t>
            </a:r>
            <a:endParaRPr lang="ko-KR" sz="2200" dirty="0"/>
          </a:p>
        </p:txBody>
      </p:sp>
      <p:sp>
        <p:nvSpPr>
          <p:cNvPr id="11" name="S06-tile59"/>
          <p:cNvSpPr txBox="1"/>
          <p:nvPr/>
        </p:nvSpPr>
        <p:spPr>
          <a:xfrm>
            <a:off x="8590788" y="1897380"/>
            <a:ext cx="2194560" cy="219456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9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ㅅ</a:t>
            </a:r>
            <a:endParaRPr lang="ko-KR" sz="9500" dirty="0"/>
          </a:p>
        </p:txBody>
      </p:sp>
      <p:sp>
        <p:nvSpPr>
          <p:cNvPr id="12" name="S06-label60"/>
          <p:cNvSpPr txBox="1"/>
          <p:nvPr/>
        </p:nvSpPr>
        <p:spPr>
          <a:xfrm>
            <a:off x="8490204" y="4128516"/>
            <a:ext cx="23957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시옷 → [스]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이름을 듣고 짚어요</a:t>
            </a:r>
            <a:endParaRPr lang="ko-KR" sz="4400" dirty="0"/>
          </a:p>
        </p:txBody>
      </p:sp>
      <p:sp>
        <p:nvSpPr>
          <p:cNvPr id="3" name="S07-text6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말하는 이름의 자음자를 짚어요.</a:t>
            </a:r>
            <a:endParaRPr lang="ko-KR" sz="3200" dirty="0"/>
          </a:p>
        </p:txBody>
      </p:sp>
      <p:sp>
        <p:nvSpPr>
          <p:cNvPr id="4" name="S07-tile62"/>
          <p:cNvSpPr txBox="1"/>
          <p:nvPr/>
        </p:nvSpPr>
        <p:spPr>
          <a:xfrm>
            <a:off x="690372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ㅅ</a:t>
            </a:r>
            <a:endParaRPr lang="ko-KR" sz="5900" dirty="0"/>
          </a:p>
        </p:txBody>
      </p:sp>
      <p:sp>
        <p:nvSpPr>
          <p:cNvPr id="5" name="S07-tile63"/>
          <p:cNvSpPr txBox="1"/>
          <p:nvPr/>
        </p:nvSpPr>
        <p:spPr>
          <a:xfrm>
            <a:off x="2263140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5900" dirty="0"/>
          </a:p>
        </p:txBody>
      </p:sp>
      <p:sp>
        <p:nvSpPr>
          <p:cNvPr id="6" name="S07-tile64"/>
          <p:cNvSpPr txBox="1"/>
          <p:nvPr/>
        </p:nvSpPr>
        <p:spPr>
          <a:xfrm>
            <a:off x="3835908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ㅎ</a:t>
            </a:r>
            <a:endParaRPr lang="ko-KR" sz="5900" dirty="0"/>
          </a:p>
        </p:txBody>
      </p:sp>
      <p:sp>
        <p:nvSpPr>
          <p:cNvPr id="7" name="S07-tile65"/>
          <p:cNvSpPr txBox="1"/>
          <p:nvPr/>
        </p:nvSpPr>
        <p:spPr>
          <a:xfrm>
            <a:off x="5408676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5900" dirty="0"/>
          </a:p>
        </p:txBody>
      </p:sp>
      <p:sp>
        <p:nvSpPr>
          <p:cNvPr id="8" name="S07-tile66"/>
          <p:cNvSpPr txBox="1"/>
          <p:nvPr/>
        </p:nvSpPr>
        <p:spPr>
          <a:xfrm>
            <a:off x="6981444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ㅈ</a:t>
            </a:r>
            <a:endParaRPr lang="ko-KR" sz="5900" dirty="0"/>
          </a:p>
        </p:txBody>
      </p:sp>
      <p:sp>
        <p:nvSpPr>
          <p:cNvPr id="9" name="S07-tile67"/>
          <p:cNvSpPr txBox="1"/>
          <p:nvPr/>
        </p:nvSpPr>
        <p:spPr>
          <a:xfrm>
            <a:off x="8554212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ㅁ</a:t>
            </a:r>
            <a:endParaRPr lang="ko-KR" sz="5900" dirty="0"/>
          </a:p>
        </p:txBody>
      </p:sp>
      <p:sp>
        <p:nvSpPr>
          <p:cNvPr id="10" name="S07-tile68"/>
          <p:cNvSpPr txBox="1"/>
          <p:nvPr/>
        </p:nvSpPr>
        <p:spPr>
          <a:xfrm>
            <a:off x="10126980" y="264261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ㅋ</a:t>
            </a:r>
            <a:endParaRPr lang="ko-KR" sz="5900" dirty="0"/>
          </a:p>
        </p:txBody>
      </p:sp>
      <p:sp>
        <p:nvSpPr>
          <p:cNvPr id="11" name="S07-tile69"/>
          <p:cNvSpPr txBox="1"/>
          <p:nvPr/>
        </p:nvSpPr>
        <p:spPr>
          <a:xfrm>
            <a:off x="690372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5900" dirty="0"/>
          </a:p>
        </p:txBody>
      </p:sp>
      <p:sp>
        <p:nvSpPr>
          <p:cNvPr id="12" name="S07-tile70"/>
          <p:cNvSpPr txBox="1"/>
          <p:nvPr/>
        </p:nvSpPr>
        <p:spPr>
          <a:xfrm>
            <a:off x="2263140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ㅍ</a:t>
            </a:r>
            <a:endParaRPr lang="ko-KR" sz="5900" dirty="0"/>
          </a:p>
        </p:txBody>
      </p:sp>
      <p:sp>
        <p:nvSpPr>
          <p:cNvPr id="13" name="S07-tile71"/>
          <p:cNvSpPr txBox="1"/>
          <p:nvPr/>
        </p:nvSpPr>
        <p:spPr>
          <a:xfrm>
            <a:off x="3835908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</a:t>
            </a:r>
            <a:endParaRPr lang="ko-KR" sz="5900" dirty="0"/>
          </a:p>
        </p:txBody>
      </p:sp>
      <p:sp>
        <p:nvSpPr>
          <p:cNvPr id="14" name="S07-tile72"/>
          <p:cNvSpPr txBox="1"/>
          <p:nvPr/>
        </p:nvSpPr>
        <p:spPr>
          <a:xfrm>
            <a:off x="5408676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ㅇ</a:t>
            </a:r>
            <a:endParaRPr lang="ko-KR" sz="5900" dirty="0"/>
          </a:p>
        </p:txBody>
      </p:sp>
      <p:sp>
        <p:nvSpPr>
          <p:cNvPr id="15" name="S07-tile73"/>
          <p:cNvSpPr txBox="1"/>
          <p:nvPr/>
        </p:nvSpPr>
        <p:spPr>
          <a:xfrm>
            <a:off x="6981444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ㅊ</a:t>
            </a:r>
            <a:endParaRPr lang="ko-KR" sz="5900" dirty="0"/>
          </a:p>
        </p:txBody>
      </p:sp>
      <p:sp>
        <p:nvSpPr>
          <p:cNvPr id="16" name="S07-tile74"/>
          <p:cNvSpPr txBox="1"/>
          <p:nvPr/>
        </p:nvSpPr>
        <p:spPr>
          <a:xfrm>
            <a:off x="8554212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ㅂ</a:t>
            </a:r>
            <a:endParaRPr lang="ko-KR" sz="5900" dirty="0"/>
          </a:p>
        </p:txBody>
      </p:sp>
      <p:sp>
        <p:nvSpPr>
          <p:cNvPr id="17" name="S07-tile75"/>
          <p:cNvSpPr txBox="1"/>
          <p:nvPr/>
        </p:nvSpPr>
        <p:spPr>
          <a:xfrm>
            <a:off x="10126980" y="4215384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ㅌ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첫소리 글자 찾기</a:t>
            </a:r>
            <a:endParaRPr lang="ko-KR" sz="4400" dirty="0"/>
          </a:p>
        </p:txBody>
      </p:sp>
      <p:sp>
        <p:nvSpPr>
          <p:cNvPr id="3" name="S08-text7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말하는 낱말의 첫소리 글자를 찾아요.</a:t>
            </a:r>
            <a:endParaRPr lang="ko-KR" sz="3200" dirty="0"/>
          </a:p>
        </p:txBody>
      </p:sp>
      <p:sp>
        <p:nvSpPr>
          <p:cNvPr id="4" name="S08-card7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7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첫소리만 떼어 말해요. 기차 → [그]</a:t>
            </a:r>
            <a:endParaRPr lang="ko-KR" sz="3200" dirty="0"/>
          </a:p>
        </p:txBody>
      </p:sp>
      <p:sp>
        <p:nvSpPr>
          <p:cNvPr id="6" name="S08-chip79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8-tile80"/>
          <p:cNvSpPr txBox="1"/>
          <p:nvPr/>
        </p:nvSpPr>
        <p:spPr>
          <a:xfrm>
            <a:off x="1369314" y="2057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5900" dirty="0"/>
          </a:p>
        </p:txBody>
      </p:sp>
      <p:sp>
        <p:nvSpPr>
          <p:cNvPr id="8" name="S08-tile81"/>
          <p:cNvSpPr txBox="1"/>
          <p:nvPr/>
        </p:nvSpPr>
        <p:spPr>
          <a:xfrm>
            <a:off x="2942082" y="2057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5900" dirty="0"/>
          </a:p>
        </p:txBody>
      </p:sp>
      <p:sp>
        <p:nvSpPr>
          <p:cNvPr id="9" name="S08-tile82"/>
          <p:cNvSpPr txBox="1"/>
          <p:nvPr/>
        </p:nvSpPr>
        <p:spPr>
          <a:xfrm>
            <a:off x="4514850" y="2057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ㅁ</a:t>
            </a:r>
            <a:endParaRPr lang="ko-KR" sz="5900" dirty="0"/>
          </a:p>
        </p:txBody>
      </p:sp>
      <p:sp>
        <p:nvSpPr>
          <p:cNvPr id="10" name="S08-chip83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1" name="S08-tile84"/>
          <p:cNvSpPr txBox="1"/>
          <p:nvPr/>
        </p:nvSpPr>
        <p:spPr>
          <a:xfrm>
            <a:off x="7098030" y="2057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ㅂ</a:t>
            </a:r>
            <a:endParaRPr lang="ko-KR" sz="5900" dirty="0"/>
          </a:p>
        </p:txBody>
      </p:sp>
      <p:sp>
        <p:nvSpPr>
          <p:cNvPr id="12" name="S08-tile85"/>
          <p:cNvSpPr txBox="1"/>
          <p:nvPr/>
        </p:nvSpPr>
        <p:spPr>
          <a:xfrm>
            <a:off x="8670798" y="2057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ㅅ</a:t>
            </a:r>
            <a:endParaRPr lang="ko-KR" sz="5900" dirty="0"/>
          </a:p>
        </p:txBody>
      </p:sp>
      <p:sp>
        <p:nvSpPr>
          <p:cNvPr id="13" name="S08-tile86"/>
          <p:cNvSpPr txBox="1"/>
          <p:nvPr/>
        </p:nvSpPr>
        <p:spPr>
          <a:xfrm>
            <a:off x="10243566" y="2057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ㅈ</a:t>
            </a:r>
            <a:endParaRPr lang="ko-KR" sz="5900" dirty="0"/>
          </a:p>
        </p:txBody>
      </p:sp>
      <p:sp>
        <p:nvSpPr>
          <p:cNvPr id="14" name="S08-chip87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5" name="S08-tile88"/>
          <p:cNvSpPr txBox="1"/>
          <p:nvPr/>
        </p:nvSpPr>
        <p:spPr>
          <a:xfrm>
            <a:off x="1369314" y="37033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</a:t>
            </a:r>
            <a:endParaRPr lang="ko-KR" sz="5900" dirty="0"/>
          </a:p>
        </p:txBody>
      </p:sp>
      <p:sp>
        <p:nvSpPr>
          <p:cNvPr id="16" name="S08-tile89"/>
          <p:cNvSpPr txBox="1"/>
          <p:nvPr/>
        </p:nvSpPr>
        <p:spPr>
          <a:xfrm>
            <a:off x="2942082" y="37033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ㅌ</a:t>
            </a:r>
            <a:endParaRPr lang="ko-KR" sz="5900" dirty="0"/>
          </a:p>
        </p:txBody>
      </p:sp>
      <p:sp>
        <p:nvSpPr>
          <p:cNvPr id="17" name="S08-tile90"/>
          <p:cNvSpPr txBox="1"/>
          <p:nvPr/>
        </p:nvSpPr>
        <p:spPr>
          <a:xfrm>
            <a:off x="4514850" y="37033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</a:t>
            </a:r>
            <a:endParaRPr lang="ko-KR" sz="5900" dirty="0"/>
          </a:p>
        </p:txBody>
      </p:sp>
      <p:sp>
        <p:nvSpPr>
          <p:cNvPr id="18" name="S08-chip91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9" name="S08-tile92"/>
          <p:cNvSpPr txBox="1"/>
          <p:nvPr/>
        </p:nvSpPr>
        <p:spPr>
          <a:xfrm>
            <a:off x="7098030" y="37033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ㅎ</a:t>
            </a:r>
            <a:endParaRPr lang="ko-KR" sz="5900" dirty="0"/>
          </a:p>
        </p:txBody>
      </p:sp>
      <p:sp>
        <p:nvSpPr>
          <p:cNvPr id="20" name="S08-tile93"/>
          <p:cNvSpPr txBox="1"/>
          <p:nvPr/>
        </p:nvSpPr>
        <p:spPr>
          <a:xfrm>
            <a:off x="8670798" y="37033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ㅇ</a:t>
            </a:r>
            <a:endParaRPr lang="ko-KR" sz="5900" dirty="0"/>
          </a:p>
        </p:txBody>
      </p:sp>
      <p:sp>
        <p:nvSpPr>
          <p:cNvPr id="21" name="S08-tile94"/>
          <p:cNvSpPr txBox="1"/>
          <p:nvPr/>
        </p:nvSpPr>
        <p:spPr>
          <a:xfrm>
            <a:off x="10243566" y="370332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ㅍ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ㄱ일까요, ㄴ일까요?</a:t>
            </a:r>
            <a:endParaRPr lang="ko-KR" sz="4400" dirty="0"/>
          </a:p>
        </p:txBody>
      </p:sp>
      <p:sp>
        <p:nvSpPr>
          <p:cNvPr id="3" name="S09-card9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9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ㄴ을 보고 ‘기역’이라고 했어요.</a:t>
            </a:r>
            <a:endParaRPr lang="ko-KR" sz="3200" dirty="0"/>
          </a:p>
        </p:txBody>
      </p:sp>
      <p:sp>
        <p:nvSpPr>
          <p:cNvPr id="5" name="S09-card9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9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바르게 말했나요? 무엇을 보고 알았나요?</a:t>
            </a:r>
            <a:endParaRPr lang="ko-KR" sz="3200" dirty="0"/>
          </a:p>
        </p:txBody>
      </p:sp>
      <p:sp>
        <p:nvSpPr>
          <p:cNvPr id="7" name="S09-chip99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꺾인 곳이 오른쪽 위</a:t>
            </a:r>
            <a:endParaRPr lang="ko-KR" sz="2600" dirty="0"/>
          </a:p>
        </p:txBody>
      </p:sp>
      <p:sp>
        <p:nvSpPr>
          <p:cNvPr id="8" name="S09-tile100"/>
          <p:cNvSpPr txBox="1"/>
          <p:nvPr/>
        </p:nvSpPr>
        <p:spPr>
          <a:xfrm>
            <a:off x="2544318" y="32232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ㄱ</a:t>
            </a:r>
            <a:endParaRPr lang="ko-KR" sz="5900" dirty="0"/>
          </a:p>
        </p:txBody>
      </p:sp>
      <p:sp>
        <p:nvSpPr>
          <p:cNvPr id="9" name="S09-label101"/>
          <p:cNvSpPr txBox="1"/>
          <p:nvPr/>
        </p:nvSpPr>
        <p:spPr>
          <a:xfrm>
            <a:off x="2443734" y="46314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기역</a:t>
            </a:r>
            <a:endParaRPr lang="ko-KR" sz="2200" dirty="0"/>
          </a:p>
        </p:txBody>
      </p:sp>
      <p:sp>
        <p:nvSpPr>
          <p:cNvPr id="10" name="S09-chip102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꺾인 곳이 왼쪽 아래</a:t>
            </a:r>
            <a:endParaRPr lang="ko-KR" sz="2600" dirty="0"/>
          </a:p>
        </p:txBody>
      </p:sp>
      <p:sp>
        <p:nvSpPr>
          <p:cNvPr id="11" name="S09-tile103"/>
          <p:cNvSpPr txBox="1"/>
          <p:nvPr/>
        </p:nvSpPr>
        <p:spPr>
          <a:xfrm>
            <a:off x="8273034" y="32232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5900" dirty="0"/>
          </a:p>
        </p:txBody>
      </p:sp>
      <p:sp>
        <p:nvSpPr>
          <p:cNvPr id="12" name="S09-label104"/>
          <p:cNvSpPr txBox="1"/>
          <p:nvPr/>
        </p:nvSpPr>
        <p:spPr>
          <a:xfrm>
            <a:off x="8172450" y="46314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니은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10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①②는 이름을 말하고, ③은 첫소리를 찾아요.</a:t>
            </a:r>
            <a:endParaRPr lang="ko-KR" sz="3200" dirty="0"/>
          </a:p>
        </p:txBody>
      </p:sp>
      <p:sp>
        <p:nvSpPr>
          <p:cNvPr id="4" name="S10-chip106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0-tile107"/>
          <p:cNvSpPr txBox="1"/>
          <p:nvPr/>
        </p:nvSpPr>
        <p:spPr>
          <a:xfrm>
            <a:off x="1965960" y="2011680"/>
            <a:ext cx="12801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</a:t>
            </a:r>
            <a:endParaRPr lang="ko-KR" sz="5500" dirty="0"/>
          </a:p>
        </p:txBody>
      </p:sp>
      <p:sp>
        <p:nvSpPr>
          <p:cNvPr id="6" name="S10-tile108"/>
          <p:cNvSpPr txBox="1"/>
          <p:nvPr/>
        </p:nvSpPr>
        <p:spPr>
          <a:xfrm>
            <a:off x="3447288" y="2011680"/>
            <a:ext cx="12801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ㅂ</a:t>
            </a:r>
            <a:endParaRPr lang="ko-KR" sz="5500" dirty="0"/>
          </a:p>
        </p:txBody>
      </p:sp>
      <p:sp>
        <p:nvSpPr>
          <p:cNvPr id="7" name="S10-tile109"/>
          <p:cNvSpPr txBox="1"/>
          <p:nvPr/>
        </p:nvSpPr>
        <p:spPr>
          <a:xfrm>
            <a:off x="4928616" y="2011680"/>
            <a:ext cx="12801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ㅈ</a:t>
            </a:r>
            <a:endParaRPr lang="ko-KR" sz="5500" dirty="0"/>
          </a:p>
        </p:txBody>
      </p:sp>
      <p:sp>
        <p:nvSpPr>
          <p:cNvPr id="8" name="S10-chip110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10-tile111"/>
          <p:cNvSpPr txBox="1"/>
          <p:nvPr/>
        </p:nvSpPr>
        <p:spPr>
          <a:xfrm>
            <a:off x="1965960" y="3474720"/>
            <a:ext cx="12801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ㅋ</a:t>
            </a:r>
            <a:endParaRPr lang="ko-KR" sz="5500" dirty="0"/>
          </a:p>
        </p:txBody>
      </p:sp>
      <p:sp>
        <p:nvSpPr>
          <p:cNvPr id="10" name="S10-tile112"/>
          <p:cNvSpPr txBox="1"/>
          <p:nvPr/>
        </p:nvSpPr>
        <p:spPr>
          <a:xfrm>
            <a:off x="3447288" y="3474720"/>
            <a:ext cx="12801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ㅇ</a:t>
            </a:r>
            <a:endParaRPr lang="ko-KR" sz="5500" dirty="0"/>
          </a:p>
        </p:txBody>
      </p:sp>
      <p:sp>
        <p:nvSpPr>
          <p:cNvPr id="11" name="S10-tile113"/>
          <p:cNvSpPr txBox="1"/>
          <p:nvPr/>
        </p:nvSpPr>
        <p:spPr>
          <a:xfrm>
            <a:off x="4928616" y="3474720"/>
            <a:ext cx="12801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ㅍ</a:t>
            </a:r>
            <a:endParaRPr lang="ko-KR" sz="5500" dirty="0"/>
          </a:p>
        </p:txBody>
      </p:sp>
      <p:sp>
        <p:nvSpPr>
          <p:cNvPr id="12" name="S10-chip114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3" name="S10-tile115"/>
          <p:cNvSpPr txBox="1"/>
          <p:nvPr/>
        </p:nvSpPr>
        <p:spPr>
          <a:xfrm>
            <a:off x="1965960" y="4937760"/>
            <a:ext cx="12801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ㅁ</a:t>
            </a:r>
            <a:endParaRPr lang="ko-KR" sz="5500" dirty="0"/>
          </a:p>
        </p:txBody>
      </p:sp>
      <p:sp>
        <p:nvSpPr>
          <p:cNvPr id="14" name="S10-tile116"/>
          <p:cNvSpPr txBox="1"/>
          <p:nvPr/>
        </p:nvSpPr>
        <p:spPr>
          <a:xfrm>
            <a:off x="3447288" y="4937760"/>
            <a:ext cx="12801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ㅂ</a:t>
            </a:r>
            <a:endParaRPr lang="ko-KR" sz="5500" dirty="0"/>
          </a:p>
        </p:txBody>
      </p:sp>
      <p:sp>
        <p:nvSpPr>
          <p:cNvPr id="15" name="S10-tile117"/>
          <p:cNvSpPr txBox="1"/>
          <p:nvPr/>
        </p:nvSpPr>
        <p:spPr>
          <a:xfrm>
            <a:off x="4928616" y="4937760"/>
            <a:ext cx="128016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ㄴ</a:t>
            </a:r>
            <a:endParaRPr lang="ko-KR" sz="5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400" dirty="0"/>
          </a:p>
        </p:txBody>
      </p:sp>
      <p:sp>
        <p:nvSpPr>
          <p:cNvPr id="3" name="S11-card1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1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비슷한 글자는 더 있는 줄과 꺾인 곳을 봐요.</a:t>
            </a:r>
            <a:endParaRPr lang="ko-KR" sz="3200" dirty="0"/>
          </a:p>
        </p:txBody>
      </p:sp>
      <p:sp>
        <p:nvSpPr>
          <p:cNvPr id="5" name="S11-chip120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1-text121"/>
          <p:cNvSpPr txBox="1"/>
          <p:nvPr/>
        </p:nvSpPr>
        <p:spPr>
          <a:xfrm>
            <a:off x="548640" y="20574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 리을 ㅂ 비읍 ㅈ 지읒</a:t>
            </a:r>
            <a:endParaRPr lang="ko-KR" sz="3200" dirty="0"/>
          </a:p>
        </p:txBody>
      </p:sp>
      <p:sp>
        <p:nvSpPr>
          <p:cNvPr id="7" name="S11-text122"/>
          <p:cNvSpPr txBox="1"/>
          <p:nvPr/>
        </p:nvSpPr>
        <p:spPr>
          <a:xfrm>
            <a:off x="548640" y="31242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ㅋ 키읔 ㅇ 이응 ㅍ 피읖</a:t>
            </a:r>
            <a:endParaRPr lang="ko-KR" sz="3200" dirty="0"/>
          </a:p>
        </p:txBody>
      </p:sp>
      <p:sp>
        <p:nvSpPr>
          <p:cNvPr id="8" name="S11-text123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모자 → ㅁ</a:t>
            </a:r>
            <a:endParaRPr lang="ko-KR" sz="3200" dirty="0"/>
          </a:p>
        </p:txBody>
      </p:sp>
      <p:sp>
        <p:nvSpPr>
          <p:cNvPr id="9" name="S11-text124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첫소리 [므]</a:t>
            </a:r>
            <a:endParaRPr lang="ko-KR" sz="2600" dirty="0"/>
          </a:p>
        </p:txBody>
      </p:sp>
      <p:sp>
        <p:nvSpPr>
          <p:cNvPr id="10" name="S11-chip125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1" name="S11-text126"/>
          <p:cNvSpPr txBox="1"/>
          <p:nvPr/>
        </p:nvSpPr>
        <p:spPr>
          <a:xfrm>
            <a:off x="6277356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ㄹ → 디귿</a:t>
            </a:r>
            <a:endParaRPr lang="ko-KR" sz="3200" dirty="0"/>
          </a:p>
        </p:txBody>
      </p:sp>
      <p:sp>
        <p:nvSpPr>
          <p:cNvPr id="12" name="S11-text127"/>
          <p:cNvSpPr txBox="1"/>
          <p:nvPr/>
        </p:nvSpPr>
        <p:spPr>
          <a:xfrm>
            <a:off x="9095994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ㄷ과 헷갈림</a:t>
            </a:r>
            <a:endParaRPr lang="ko-KR" sz="2600" dirty="0"/>
          </a:p>
        </p:txBody>
      </p:sp>
      <p:sp>
        <p:nvSpPr>
          <p:cNvPr id="13" name="S11-text128"/>
          <p:cNvSpPr txBox="1"/>
          <p:nvPr/>
        </p:nvSpPr>
        <p:spPr>
          <a:xfrm>
            <a:off x="6277356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ㅈ → 시옷</a:t>
            </a:r>
            <a:endParaRPr lang="ko-KR" sz="3200" dirty="0"/>
          </a:p>
        </p:txBody>
      </p:sp>
      <p:sp>
        <p:nvSpPr>
          <p:cNvPr id="14" name="S11-text129"/>
          <p:cNvSpPr txBox="1"/>
          <p:nvPr/>
        </p:nvSpPr>
        <p:spPr>
          <a:xfrm>
            <a:off x="9095994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ㅅ과 헷갈림</a:t>
            </a:r>
            <a:endParaRPr lang="ko-KR" sz="2600" dirty="0"/>
          </a:p>
        </p:txBody>
      </p:sp>
      <p:sp>
        <p:nvSpPr>
          <p:cNvPr id="15" name="S11-text130"/>
          <p:cNvSpPr txBox="1"/>
          <p:nvPr/>
        </p:nvSpPr>
        <p:spPr>
          <a:xfrm>
            <a:off x="6277356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모자 → ㅂ</a:t>
            </a:r>
            <a:endParaRPr lang="ko-KR" sz="3200" dirty="0"/>
          </a:p>
        </p:txBody>
      </p:sp>
      <p:sp>
        <p:nvSpPr>
          <p:cNvPr id="16" name="S11-text131"/>
          <p:cNvSpPr txBox="1"/>
          <p:nvPr/>
        </p:nvSpPr>
        <p:spPr>
          <a:xfrm>
            <a:off x="9095994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ㅁ과 헷갈림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첫소리 글자를 골라요</a:t>
            </a:r>
            <a:endParaRPr lang="ko-KR" sz="4400" dirty="0"/>
          </a:p>
        </p:txBody>
      </p:sp>
      <p:sp>
        <p:nvSpPr>
          <p:cNvPr id="3" name="S12-card13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13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말하는 낱말의 첫소리 글자는?</a:t>
            </a:r>
            <a:endParaRPr lang="ko-KR" sz="3200" dirty="0"/>
          </a:p>
        </p:txBody>
      </p:sp>
      <p:sp>
        <p:nvSpPr>
          <p:cNvPr id="5" name="S12-chip134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12-tile135"/>
          <p:cNvSpPr txBox="1"/>
          <p:nvPr/>
        </p:nvSpPr>
        <p:spPr>
          <a:xfrm>
            <a:off x="1452372" y="275234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ㅎ</a:t>
            </a:r>
            <a:endParaRPr lang="ko-KR" sz="7100" dirty="0"/>
          </a:p>
        </p:txBody>
      </p:sp>
      <p:sp>
        <p:nvSpPr>
          <p:cNvPr id="7" name="S12-chip136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8" name="S12-tile137"/>
          <p:cNvSpPr txBox="1"/>
          <p:nvPr/>
        </p:nvSpPr>
        <p:spPr>
          <a:xfrm>
            <a:off x="5271516" y="275234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ㅋ</a:t>
            </a:r>
            <a:endParaRPr lang="ko-KR" sz="7100" dirty="0"/>
          </a:p>
        </p:txBody>
      </p:sp>
      <p:sp>
        <p:nvSpPr>
          <p:cNvPr id="9" name="S12-chip138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0" name="S12-tile139"/>
          <p:cNvSpPr txBox="1"/>
          <p:nvPr/>
        </p:nvSpPr>
        <p:spPr>
          <a:xfrm>
            <a:off x="9090660" y="2752344"/>
            <a:ext cx="1645920" cy="164592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7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ㅊ</a:t>
            </a:r>
            <a:endParaRPr lang="ko-KR" sz="7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140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41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자음자는 이름이 있고, 이름의 첫소리가 그 글자의 소리예요.</a:t>
            </a:r>
            <a:endParaRPr lang="ko-KR" sz="3200" dirty="0"/>
          </a:p>
        </p:txBody>
      </p:sp>
      <p:sp>
        <p:nvSpPr>
          <p:cNvPr id="5" name="S13-chip142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꺾인 곳·줄 보고 구별하기</a:t>
            </a:r>
            <a:endParaRPr lang="ko-KR" sz="2600" dirty="0"/>
          </a:p>
        </p:txBody>
      </p:sp>
      <p:sp>
        <p:nvSpPr>
          <p:cNvPr id="6" name="S13-chip143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이름을 소리처럼 말하기</a:t>
            </a:r>
            <a:endParaRPr lang="ko-KR" sz="2600" dirty="0"/>
          </a:p>
        </p:txBody>
      </p:sp>
      <p:sp>
        <p:nvSpPr>
          <p:cNvPr id="7" name="S13-text144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145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ㄴ ㅂ ㅇ ㅊ ㅋ 이름</a:t>
            </a:r>
            <a:endParaRPr lang="ko-KR" sz="2600" dirty="0"/>
          </a:p>
        </p:txBody>
      </p:sp>
      <p:sp>
        <p:nvSpPr>
          <p:cNvPr id="9" name="S13-text146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ㅅ의 소리는?</a:t>
            </a:r>
            <a:endParaRPr lang="ko-KR" sz="2600" dirty="0"/>
          </a:p>
        </p:txBody>
      </p:sp>
      <p:sp>
        <p:nvSpPr>
          <p:cNvPr id="10" name="S13-text147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‘나무’의 첫소리 글자</a:t>
            </a:r>
            <a:endParaRPr lang="ko-KR" sz="2600" dirty="0"/>
          </a:p>
        </p:txBody>
      </p:sp>
      <p:sp>
        <p:nvSpPr>
          <p:cNvPr id="11" name="S13-text148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받침 없는 글자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모음자 다시 읽기</a:t>
            </a:r>
            <a:endParaRPr lang="ko-KR" sz="4400" dirty="0"/>
          </a:p>
        </p:txBody>
      </p:sp>
      <p:sp>
        <p:nvSpPr>
          <p:cNvPr id="3" name="S14-card149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4-cardtext150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막대의 자리 보기</a:t>
            </a:r>
            <a:endParaRPr lang="ko-KR" sz="3200" dirty="0"/>
          </a:p>
        </p:txBody>
      </p:sp>
      <p:sp>
        <p:nvSpPr>
          <p:cNvPr id="5" name="S14-card151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4-cardtext152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막대가 둘이면 [이] 붙이기</a:t>
            </a:r>
            <a:endParaRPr lang="ko-KR" sz="3200" dirty="0"/>
          </a:p>
        </p:txBody>
      </p:sp>
      <p:sp>
        <p:nvSpPr>
          <p:cNvPr id="7" name="S14-tile153"/>
          <p:cNvSpPr txBox="1"/>
          <p:nvPr/>
        </p:nvSpPr>
        <p:spPr>
          <a:xfrm>
            <a:off x="1202436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ㅏ</a:t>
            </a:r>
            <a:endParaRPr lang="ko-KR" sz="6300" dirty="0"/>
          </a:p>
        </p:txBody>
      </p:sp>
      <p:sp>
        <p:nvSpPr>
          <p:cNvPr id="8" name="S14-label154"/>
          <p:cNvSpPr txBox="1"/>
          <p:nvPr/>
        </p:nvSpPr>
        <p:spPr>
          <a:xfrm>
            <a:off x="1101852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</a:t>
            </a:r>
            <a:endParaRPr lang="ko-KR" sz="2200" dirty="0"/>
          </a:p>
        </p:txBody>
      </p:sp>
      <p:sp>
        <p:nvSpPr>
          <p:cNvPr id="9" name="S14-tile155"/>
          <p:cNvSpPr txBox="1"/>
          <p:nvPr/>
        </p:nvSpPr>
        <p:spPr>
          <a:xfrm>
            <a:off x="2866644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ㅓ</a:t>
            </a:r>
            <a:endParaRPr lang="ko-KR" sz="6300" dirty="0"/>
          </a:p>
        </p:txBody>
      </p:sp>
      <p:sp>
        <p:nvSpPr>
          <p:cNvPr id="10" name="S14-label156"/>
          <p:cNvSpPr txBox="1"/>
          <p:nvPr/>
        </p:nvSpPr>
        <p:spPr>
          <a:xfrm>
            <a:off x="2766060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</a:t>
            </a:r>
            <a:endParaRPr lang="ko-KR" sz="2200" dirty="0"/>
          </a:p>
        </p:txBody>
      </p:sp>
      <p:sp>
        <p:nvSpPr>
          <p:cNvPr id="11" name="S14-tile157"/>
          <p:cNvSpPr txBox="1"/>
          <p:nvPr/>
        </p:nvSpPr>
        <p:spPr>
          <a:xfrm>
            <a:off x="4530852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ㅗ</a:t>
            </a:r>
            <a:endParaRPr lang="ko-KR" sz="6300" dirty="0"/>
          </a:p>
        </p:txBody>
      </p:sp>
      <p:sp>
        <p:nvSpPr>
          <p:cNvPr id="12" name="S14-label158"/>
          <p:cNvSpPr txBox="1"/>
          <p:nvPr/>
        </p:nvSpPr>
        <p:spPr>
          <a:xfrm>
            <a:off x="4430268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</a:t>
            </a:r>
            <a:endParaRPr lang="ko-KR" sz="2200" dirty="0"/>
          </a:p>
        </p:txBody>
      </p:sp>
      <p:sp>
        <p:nvSpPr>
          <p:cNvPr id="13" name="S14-tile159"/>
          <p:cNvSpPr txBox="1"/>
          <p:nvPr/>
        </p:nvSpPr>
        <p:spPr>
          <a:xfrm>
            <a:off x="6195060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ㅜ</a:t>
            </a:r>
            <a:endParaRPr lang="ko-KR" sz="6300" dirty="0"/>
          </a:p>
        </p:txBody>
      </p:sp>
      <p:sp>
        <p:nvSpPr>
          <p:cNvPr id="14" name="S14-label160"/>
          <p:cNvSpPr txBox="1"/>
          <p:nvPr/>
        </p:nvSpPr>
        <p:spPr>
          <a:xfrm>
            <a:off x="6094476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</a:t>
            </a:r>
            <a:endParaRPr lang="ko-KR" sz="2200" dirty="0"/>
          </a:p>
        </p:txBody>
      </p:sp>
      <p:sp>
        <p:nvSpPr>
          <p:cNvPr id="15" name="S14-tile161"/>
          <p:cNvSpPr txBox="1"/>
          <p:nvPr/>
        </p:nvSpPr>
        <p:spPr>
          <a:xfrm>
            <a:off x="7859268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ㅡ</a:t>
            </a:r>
            <a:endParaRPr lang="ko-KR" sz="6300" dirty="0"/>
          </a:p>
        </p:txBody>
      </p:sp>
      <p:sp>
        <p:nvSpPr>
          <p:cNvPr id="16" name="S14-label162"/>
          <p:cNvSpPr txBox="1"/>
          <p:nvPr/>
        </p:nvSpPr>
        <p:spPr>
          <a:xfrm>
            <a:off x="7758684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으</a:t>
            </a:r>
            <a:endParaRPr lang="ko-KR" sz="2200" dirty="0"/>
          </a:p>
        </p:txBody>
      </p:sp>
      <p:sp>
        <p:nvSpPr>
          <p:cNvPr id="17" name="S14-tile163"/>
          <p:cNvSpPr txBox="1"/>
          <p:nvPr/>
        </p:nvSpPr>
        <p:spPr>
          <a:xfrm>
            <a:off x="9523476" y="2263140"/>
            <a:ext cx="14630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ㅣ</a:t>
            </a:r>
            <a:endParaRPr lang="ko-KR" sz="6300" dirty="0"/>
          </a:p>
        </p:txBody>
      </p:sp>
      <p:sp>
        <p:nvSpPr>
          <p:cNvPr id="18" name="S14-label164"/>
          <p:cNvSpPr txBox="1"/>
          <p:nvPr/>
        </p:nvSpPr>
        <p:spPr>
          <a:xfrm>
            <a:off x="9422892" y="3762756"/>
            <a:ext cx="1664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국어 기본 자음</dc:title>
  <dc:subject>KR22-G01-KOR-CONS-L01</dc:subject>
  <dc:creator>education-ppt</dc:creator>
  <cp:lastModifiedBy>education-ppt</cp:lastModifiedBy>
  <cp:revision>1</cp:revision>
  <dcterms:created xsi:type="dcterms:W3CDTF">2026-10-26T07:44:42Z</dcterms:created>
  <dcterms:modified xsi:type="dcterms:W3CDTF">2026-10-26T07:44:42Z</dcterms:modified>
</cp:coreProperties>
</file>