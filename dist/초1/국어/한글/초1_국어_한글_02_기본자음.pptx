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b478f68-3929-b5d4-6faf-a4d68c4afdbc}">
          <p14:sldIdLst>
            <p14:sldId id="256"/>
            <p14:sldId id="257"/>
          </p14:sldIdLst>
        </p14:section>
        <p14:section name="개념" id="{cb435302-3705-dbcb-be43-0cfaa1c5493d}">
          <p14:sldIdLst>
            <p14:sldId id="258"/>
            <p14:sldId id="259"/>
            <p14:sldId id="260"/>
            <p14:sldId id="261"/>
          </p14:sldIdLst>
        </p14:section>
        <p14:section name="연습" id="{be62b7e7-cbf3-2971-cac0-3b5a0714cb79}">
          <p14:sldIdLst>
            <p14:sldId id="262"/>
            <p14:sldId id="263"/>
            <p14:sldId id="264"/>
          </p14:sldIdLst>
        </p14:section>
        <p14:section name="확인" id="{e4bbb192-ee7d-5ddf-5c12-cc1d83674747}">
          <p14:sldIdLst>
            <p14:sldId id="265"/>
            <p14:sldId id="266"/>
            <p14:sldId id="267"/>
          </p14:sldIdLst>
        </p14:section>
        <p14:section name="정리" id="{f7379787-2dc5-f240-a3d5-d1c80f75d19c}">
          <p14:sldIdLst>
            <p14:sldId id="268"/>
          </p14:sldIdLst>
        </p14:section>
        <p14:section name="보충" id="{586756e0-865d-6912-d727-01cec36a74c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자음자를 보여 주고, 글자마다 이름이 있다는 것에 관심을 갖게 합니다.
시간: 약 2분
이렇게 말해 보세요
- “지난 시간에는 막대로 된 모음자를 배웠지? 오늘은 이렇게 꺾이고 둥근 글자, ‘자음자’를 배울 거야.”
- “자음자는 사람처럼 이름이 있어. 첫째 글자 이름이 뭘까?”
예상 답
- “몰라요.” “그?”
주의
- 화면의 글은 부모가 읽어 줍니다. 이름을 맞히지 못해도 괜찮습니다.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확인(모음자 읽기)]
목적: 지난 차시(기본 모음)의 모음자 읽기를 기억하는지 확인합니다. 다음 차시에서 자음자와 합쳐 읽으려면 꼭 필요합니다.
시간: 약 3분
이렇게 말해 보세요
- “[어] 소리가 나는 글자는 가, 나, 다 중에서 무엇일까?”
- “나머지 두 글자도 읽어 볼래?”
정답
- [어] → 나(ㅓ). 가는 ㅗ [오], 다는 ㅠ [유]입니다.
막히면
- “짧은 막대가 어디에, 몇 개 있어?”라고 묻습니다.
- 셋 중 둘 이상을 읽지 못하면 S14(보충)에서 모음자를 다시 읽고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자음자 이름(ㄱ~ㅁ)]
목적: 앞의 자음자 5개의 모양과 이름을 연결합니다.
시간: 약 4분
이렇게 말해 보세요
- “ㄱ의 이름은 ‘기역’이야. 따라 해 봐. [기역].”
- “ㄴ은 ‘니은’[니은], ㄷ은 ‘디귿’[디귿], ㄹ은 ‘리을’[리을], ㅁ은 ‘미음’[미음].”
- “엄마(아빠)가 짚는 글자의 이름을 말해 볼래?”
예상 답
- ㄱ 기역, ㄴ 니은, ㄷ 디귿, ㄹ 리을, ㅁ 미음
막히면
- 모양을 말로 붙잡아 줍니다. “ㄱ은 위에서 오른쪽으로 꺾여 내려와”, “ㄷ은 ㄴ 위에 뚜껑이 있어”, “ㅁ은 네모”.
- 한 번에 다섯 개가 많으면 ㄱ, ㄴ, ㅁ 세 개만 먼저 익히고 나머지는 다음 날 합니다.
주의
- 이름의 둘째 글자(역, 은, 귿…)를 쓰는 법은 설명하지 않습니다. 소리 나는 대로 들려주기만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자음자 이름(ㅂ~ㅊ)]
목적: 가운데 자음자 5개의 모양과 이름을 연결하고, ㅇ의 특별한 점을 압니다.
시간: 약 4분
이렇게 말해 보세요
- “ㅂ은 ‘비읍’[비읍], ㅅ은 ‘시옷’[시옫], ㅇ은 ‘이응’[이응], ㅈ은 ‘지읒’[지읃], ㅊ은 ‘치읓’[치읃]이야.”
- “ㅇ은 특별해. 글자 앞에 오면 소리가 없어. 지난 시간에 ㅏ의 이름을 ‘아’라고 썼지? 앞의 ㅇ은 자리만 채우고 소리는 [아]만 나.”
- “ㅈ과 ㅊ은 무엇이 달라? ㅊ은 머리에 짧은 줄이 하나 더 있네.”
예상 답
- ㅂ 비읍, ㅅ 시옷, ㅇ 이응, ㅈ 지읒, ㅊ 치읓
- “ㅊ은 위에 줄이 있어요.”
막히면
- “ㅅ은 뾰족한 지붕”, “ㅇ은 동그라미”처럼 아이가 아는 모양에 빗대어 줍니다.
- ㅅ과 ㅈ을 헷갈리면 ㅈ 위의 가로줄을 손가락으로 짚게 합니다.
주의
- 시옷·지읒·치읓의 받침 글자를 설명하지 않고 [시옫], [지읃], [치읃]으로 들려주기만 합니다(M3: ㅇ은 소리가 없음).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자음자 이름(ㅋ~ㅎ)]
목적: 뒤의 자음자 4개의 이름을 익히고, 줄이 더해진 글자는 바람을 세게 낸다는 것을 압니다.
시간: 약 4분
이렇게 말해 보세요
- “ㅋ은 ‘키읔’[키윽], ㅌ은 ‘티읕’[티읃], ㅍ은 ‘피읖’[피읍], ㅎ은 ‘히읗’[히읃]이야.”
- “ㅋ은 ㄱ에 줄이 하나 더 있지? ㅌ은 ㄷ에 줄이 하나 더 있어. 줄이 더 있으면 바람을 세게 내.”
- “휴지를 입 앞에 대고 [그], [크] 해 볼까? 어느 쪽에서 휴지가 더 흔들려?”
예상 답
- ㅋ 키읔, ㅌ 티읕, ㅍ 피읖, ㅎ 히읗
- “[크]에서 휴지가 더 흔들려요.”
막히면
- ㄱ 옆에 ㅋ, ㄷ 옆에 ㅌ을 종이에 써서 나란히 보여 주고 더해진 줄을 짚게 합니다.
주의
- 이름은 쓰인 대로가 아니라 [키윽], [티읃], [피읍], [히읃]으로 소리 냅니다.
- ㅍ(ㅂ과 짝), ㅊ(ㅈ과 짝)도 바람을 세게 내는 글자입니다. 휴지 놀이로 [브]-[프], [즈]-[츠]도 해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자음자의 소리]
목적: 자음자의 이름과 소리를 구별하고, 이름의 첫소리로 소리를 낼 수 있게 합니다(M2).
시간: 약 4분
이렇게 말해 보세요
- “기역을 천천히 말해 보자. [기—역]. 맨 앞에서 나는 소리만 떼어 내면? [그]! 이게 ㄱ의 소리야.”
- “니은은 [느], 미음은 [므], 시옷은 [스]. 이름은 길고, 소리는 짧아.”
- “다른 자음자도 해 보자. 디귿은? 비읍은? 히읗은?”
정답
- ㄱ [그] ㄴ [느] ㄷ [드] ㄹ [르] ㅁ [므] ㅂ [브] ㅅ [스]
- ㅇ 소리 없음(글자 앞) ㅈ [즈] ㅊ [츠] ㅋ [크] ㅌ [트] ㅍ [프] ㅎ [흐]
막히면
- 이름의 첫 글자만 길게 말해 줍니다. “[기]—의 처음 소리” → [그].
- 손거울을 보며 입 모양을 같이 만듭니다(아래 주의 참고).
주의
- 소리는 [으]를 아주 짧게 붙여 끊어 냅니다. [그으—]처럼 길게 끌지 않습니다.
- 입 모양: [그] 혀 뒤쪽을 입천장 안쪽에 붙였다 뗌. [느] 혀끝을 윗잇몸에 대고 코로 소리 냄. [드] 혀끝을 윗잇몸에 댔다 톡 뗌. [르] 혀끝으로 윗잇몸을 살짝 튕김. [므] 입술을 다물었다 떼며 코로 소리 냄.
- [브] 입술을 붙였다 톡 뗌. [스] 이를 살짝 다물고 바람을 내보냄. [즈] 혀 앞쪽을 윗잇몸 뒤에 댔다 뗌. [흐] 입을 벌리고 목에서 바람만 내보냄. [츠]·[크]·[트]·[프]는 [즈]·[그]·[드]·[브]와 같은 입 모양으로 바람을 세게 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이름 듣고 자음자 짚기]
목적: 차례가 섞여 있어도 이름을 듣고 알맞은 자음자를 찾습니다.
시간: 약 4분
이렇게 말해 보세요
- “엄마(아빠)가 이름을 말하면 그 자음자를 짚어 봐. ‘디귿’!”
- 부모가 말할 차례: 디귿 → 이응 → 기역 → 리을 → 피읖 → 지읒 → 히읗 → 비읍
- “이번에는 바꿔서, 엄마(아빠)가 짚는 글자의 이름을 말해 줘.”
정답
- 디귿 ㄷ(첫째 줄 둘째), 이응 ㅇ(둘째 줄 넷째), 기역 ㄱ(첫째 줄 넷째), 리을 ㄹ(둘째 줄 셋째)
- 피읖 ㅍ(둘째 줄 둘째), 지읒 ㅈ(첫째 줄 다섯째), 히읗 ㅎ(첫째 줄 셋째), 비읍 ㅂ(둘째 줄 여섯째)
막히면
- S03~S05를 다시 보여 주고 이름을 한 번 더 들려준 뒤 찾게 합니다.
- 8개 중 5개 이하로 찾으면 S03~S05의 이름을 한 묶음씩 다시 익힙니다.
주의
-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첫소리 글자 찾기]
목적: 낱말의 첫소리를 듣고 그 소리를 내는 자음자를 찾습니다.
시간: 약 4분
이렇게 말해 보세요
- “엄마(아빠)가 낱말을 말하면 처음 소리만 떼어 말해 봐. 그리고 그 소리를 내는 글자를 짚어.”
- “①은 ‘나비’! 나비의 처음 소리는?” → “②는 ‘사자’” → “③은 ‘토마토’” → “④는 ‘포도’”
정답
- ① 나비 → [느] → ㄴ
- ② 사자 → [스] → ㅅ
- ③ 토마토 → [트] → ㅌ(ㄷ은 [드])
- ④ 포도 → [프] → ㅍ
막히면
- 첫소리를 길게 늘여 들려줍니다. “[느]—나비”.
- ③에서 ㄷ을 고르면 휴지를 입 앞에 대고 [드]와 [트]를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비교(ㄱ과 ㄴ)]
목적: 모양이 비슷한 자음자를 꺾인 곳의 자리로 구별합니다(M1).
시간: 약 3분
이렇게 말해 보세요
- “친구가 ㄴ을 보고 ‘기역’이라고 했대. 맞을까?”
- “ㄱ과 ㄴ은 어디가 꺾였어? 손가락으로 따라 그려 볼래?”
정답
- 바르지 않습니다. ㄴ은 왼쪽 아래가 꺾여 있고 이름은 ‘니은’입니다. ‘기역’은 오른쪽 위가 꺾인 ㄱ입니다.
막히면
- ㄱ은 “위에서 오른쪽으로 가다가 내려와”, ㄴ은 “아래로 내려가다가 오른쪽으로 가”라고 말하며 공중에 씁니다.
- ㄷ과 ㄹ(ㄹ은 꺾임이 더 많음), ㅁ과 ㅂ(ㅂ은 위로 귀가 솟음)도 같은 방법으로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이름 말하기와 첫소리 찾기]
목적: 도움 없이 이름을 말하고, 첫소리 글자를 찾는지 확인합니다.
시간: 약 4분
이렇게 말해 보세요
- “이번에는 혼자 해 볼래? ①과 ②는 글자의 이름을 하나씩 말해 줘.”
- “③은 엄마(아빠)가 말하는 낱말의 첫소리 글자를 찾아 봐. ‘모자’!”
정답
- ① ㄹ 리을, ㅂ 비읍, ㅈ 지읒[지읃]
- ② ㅋ 키읔[키윽], ㅇ 이응, ㅍ 피읖[피읍]
- ③ 모자 → [므] → ㅁ
막히면
- 틀린 글자는 바로 고쳐 주지 말고 “꺾인 곳이 어디야? 줄이 몇 개야?”라고만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말한 이름과 왼쪽을 비교해 보자.”
- “ㄹ과 ㄷ은 무엇이 달라?”
예상 답
- “ㄹ은 꺾인 데가 더 많아요.” “ㅈ은 위에 줄이 있어요.”
주의
- 지읒[지읃], 키읔[키윽], 피읖[피읍]처럼 소리 나는 대로 말했으면 맞습니다.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듣는 낱말에서 첫소리를 듣고 자음자와 연결하는지 확인합니다.
시간: 약 2분
이렇게 말해 보세요
- “‘하마’의 첫소리 글자는 가, 나, 다 중에서 무엇일까? 어떻게 알았어?”
- “이번에는 ‘치마’!”
정답
- 하마 → [흐] → 가(ㅎ)
- 치마 → [츠] → 다(ㅊ). 나(ㅋ)는 ‘코’처럼 [크]로 시작하는 말입니다.
막히면
- S06의 ‘이름의 첫소리’를 떠올리게 합니다. “히읗의 첫소리는? 치읓의 첫소리는?”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“오늘 배운 것을 말해 볼래? ㄱ의 이름은? 소리는?”
예상 답
- “이름은 기역, 소리는 [그]예요.”
정답
- ① 니은, 비읍, 이응, 치읓[치읃], 키읔[키윽] ② [스] ③ ㄴ
주의
- 활동지 1~4는 수업을 마친 뒤 이어서 하거나 다음 날 합니다. 활동지의 자음자가 작게 느껴지면 부모가 빈 종이에 손바닥만 하게 써 주고 따라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보충(모음자 읽기)]
목적: S02에서 모음자를 읽지 못하면 앞 차시 ‘기본 모음’의 핵심을 다시 익힙니다.
시간: 약 5분
이렇게 말해 보세요
- “짧은 막대가 오른쪽이면 [아], 왼쪽이면 [어], 위면 [오], 아래면 [우]. 누운 막대는 [으], 선 막대는 [이].”
- “막대가 둘이면? ㅏ [아]가 ㅑ [야]가 돼.”
정답
- ㅏ [아] ㅓ [어] ㅗ [오] ㅜ [우] ㅡ [으] ㅣ [이]
막히면
- 젓가락과 면봉으로 모음자를 만들며 소리를 냅니다.
주의
- 보충으로도 모음자 10개 중 절반 이상을 읽지 못하면 앞 차시 ‘기본 모음’을 다시 한 뒤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기본 자음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기본 자음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기본 자음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자음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ㄱ의 이름은 무엇일까요?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자음자 14개의 이름을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자음자의 소리를 내어 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모음자를 읽어요</a:t>
            </a:r>
            <a:endParaRPr lang="ko-KR" sz="4400" dirty="0"/>
          </a:p>
        </p:txBody>
      </p:sp>
      <p:sp>
        <p:nvSpPr>
          <p:cNvPr id="3" name="S02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소리의 글자는? 나머지도 읽어 봐요.</a:t>
            </a:r>
            <a:endParaRPr lang="ko-KR" sz="3200" dirty="0"/>
          </a:p>
        </p:txBody>
      </p:sp>
      <p:sp>
        <p:nvSpPr>
          <p:cNvPr id="5" name="S02-chip9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02-tile10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100" dirty="0"/>
          </a:p>
        </p:txBody>
      </p:sp>
      <p:sp>
        <p:nvSpPr>
          <p:cNvPr id="7" name="S02-chip11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02-tile12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7100" dirty="0"/>
          </a:p>
        </p:txBody>
      </p:sp>
      <p:sp>
        <p:nvSpPr>
          <p:cNvPr id="9" name="S02-chip13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02-tile14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ㄱ부터 ㅁ까지</a:t>
            </a:r>
            <a:endParaRPr lang="ko-KR" sz="4400" dirty="0"/>
          </a:p>
        </p:txBody>
      </p:sp>
      <p:sp>
        <p:nvSpPr>
          <p:cNvPr id="3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자음자는 저마다 이름이 있어요.</a:t>
            </a:r>
            <a:endParaRPr lang="ko-KR" sz="3200" dirty="0"/>
          </a:p>
        </p:txBody>
      </p:sp>
      <p:sp>
        <p:nvSpPr>
          <p:cNvPr id="5" name="S03-tile17"/>
          <p:cNvSpPr txBox="1"/>
          <p:nvPr/>
        </p:nvSpPr>
        <p:spPr>
          <a:xfrm>
            <a:off x="112014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7900" dirty="0"/>
          </a:p>
        </p:txBody>
      </p:sp>
      <p:sp>
        <p:nvSpPr>
          <p:cNvPr id="6" name="S03-label18"/>
          <p:cNvSpPr txBox="1"/>
          <p:nvPr/>
        </p:nvSpPr>
        <p:spPr>
          <a:xfrm>
            <a:off x="101955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기역</a:t>
            </a:r>
            <a:endParaRPr lang="ko-KR" sz="2200" dirty="0"/>
          </a:p>
        </p:txBody>
      </p:sp>
      <p:sp>
        <p:nvSpPr>
          <p:cNvPr id="7" name="S03-tile19"/>
          <p:cNvSpPr txBox="1"/>
          <p:nvPr/>
        </p:nvSpPr>
        <p:spPr>
          <a:xfrm>
            <a:off x="315010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7900" dirty="0"/>
          </a:p>
        </p:txBody>
      </p:sp>
      <p:sp>
        <p:nvSpPr>
          <p:cNvPr id="8" name="S03-label20"/>
          <p:cNvSpPr txBox="1"/>
          <p:nvPr/>
        </p:nvSpPr>
        <p:spPr>
          <a:xfrm>
            <a:off x="304952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니은</a:t>
            </a:r>
            <a:endParaRPr lang="ko-KR" sz="2200" dirty="0"/>
          </a:p>
        </p:txBody>
      </p:sp>
      <p:sp>
        <p:nvSpPr>
          <p:cNvPr id="9" name="S03-tile21"/>
          <p:cNvSpPr txBox="1"/>
          <p:nvPr/>
        </p:nvSpPr>
        <p:spPr>
          <a:xfrm>
            <a:off x="5180076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7900" dirty="0"/>
          </a:p>
        </p:txBody>
      </p:sp>
      <p:sp>
        <p:nvSpPr>
          <p:cNvPr id="10" name="S03-label22"/>
          <p:cNvSpPr txBox="1"/>
          <p:nvPr/>
        </p:nvSpPr>
        <p:spPr>
          <a:xfrm>
            <a:off x="5079492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디귿</a:t>
            </a:r>
            <a:endParaRPr lang="ko-KR" sz="2200" dirty="0"/>
          </a:p>
        </p:txBody>
      </p:sp>
      <p:sp>
        <p:nvSpPr>
          <p:cNvPr id="11" name="S03-tile23"/>
          <p:cNvSpPr txBox="1"/>
          <p:nvPr/>
        </p:nvSpPr>
        <p:spPr>
          <a:xfrm>
            <a:off x="721004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7900" dirty="0"/>
          </a:p>
        </p:txBody>
      </p:sp>
      <p:sp>
        <p:nvSpPr>
          <p:cNvPr id="12" name="S03-label24"/>
          <p:cNvSpPr txBox="1"/>
          <p:nvPr/>
        </p:nvSpPr>
        <p:spPr>
          <a:xfrm>
            <a:off x="710946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리을</a:t>
            </a:r>
            <a:endParaRPr lang="ko-KR" sz="2200" dirty="0"/>
          </a:p>
        </p:txBody>
      </p:sp>
      <p:sp>
        <p:nvSpPr>
          <p:cNvPr id="13" name="S03-tile25"/>
          <p:cNvSpPr txBox="1"/>
          <p:nvPr/>
        </p:nvSpPr>
        <p:spPr>
          <a:xfrm>
            <a:off x="924001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7900" dirty="0"/>
          </a:p>
        </p:txBody>
      </p:sp>
      <p:sp>
        <p:nvSpPr>
          <p:cNvPr id="14" name="S03-label26"/>
          <p:cNvSpPr txBox="1"/>
          <p:nvPr/>
        </p:nvSpPr>
        <p:spPr>
          <a:xfrm>
            <a:off x="913942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ㅂ부터 ㅊ까지</a:t>
            </a:r>
            <a:endParaRPr lang="ko-KR" sz="4400" dirty="0"/>
          </a:p>
        </p:txBody>
      </p:sp>
      <p:sp>
        <p:nvSpPr>
          <p:cNvPr id="3" name="S04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ㅇ은 글자 앞에서 소리가 나지 않아요.</a:t>
            </a:r>
            <a:endParaRPr lang="ko-KR" sz="3200" dirty="0"/>
          </a:p>
        </p:txBody>
      </p:sp>
      <p:sp>
        <p:nvSpPr>
          <p:cNvPr id="5" name="S04-tile29"/>
          <p:cNvSpPr txBox="1"/>
          <p:nvPr/>
        </p:nvSpPr>
        <p:spPr>
          <a:xfrm>
            <a:off x="112014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7900" dirty="0"/>
          </a:p>
        </p:txBody>
      </p:sp>
      <p:sp>
        <p:nvSpPr>
          <p:cNvPr id="6" name="S04-label30"/>
          <p:cNvSpPr txBox="1"/>
          <p:nvPr/>
        </p:nvSpPr>
        <p:spPr>
          <a:xfrm>
            <a:off x="101955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비읍</a:t>
            </a:r>
            <a:endParaRPr lang="ko-KR" sz="2200" dirty="0"/>
          </a:p>
        </p:txBody>
      </p:sp>
      <p:sp>
        <p:nvSpPr>
          <p:cNvPr id="7" name="S04-tile31"/>
          <p:cNvSpPr txBox="1"/>
          <p:nvPr/>
        </p:nvSpPr>
        <p:spPr>
          <a:xfrm>
            <a:off x="315010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7900" dirty="0"/>
          </a:p>
        </p:txBody>
      </p:sp>
      <p:sp>
        <p:nvSpPr>
          <p:cNvPr id="8" name="S04-label32"/>
          <p:cNvSpPr txBox="1"/>
          <p:nvPr/>
        </p:nvSpPr>
        <p:spPr>
          <a:xfrm>
            <a:off x="304952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시옷</a:t>
            </a:r>
            <a:endParaRPr lang="ko-KR" sz="2200" dirty="0"/>
          </a:p>
        </p:txBody>
      </p:sp>
      <p:sp>
        <p:nvSpPr>
          <p:cNvPr id="9" name="S04-tile33"/>
          <p:cNvSpPr txBox="1"/>
          <p:nvPr/>
        </p:nvSpPr>
        <p:spPr>
          <a:xfrm>
            <a:off x="5180076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7900" dirty="0"/>
          </a:p>
        </p:txBody>
      </p:sp>
      <p:sp>
        <p:nvSpPr>
          <p:cNvPr id="10" name="S04-label34"/>
          <p:cNvSpPr txBox="1"/>
          <p:nvPr/>
        </p:nvSpPr>
        <p:spPr>
          <a:xfrm>
            <a:off x="5079492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이응</a:t>
            </a:r>
            <a:endParaRPr lang="ko-KR" sz="2200" dirty="0"/>
          </a:p>
        </p:txBody>
      </p:sp>
      <p:sp>
        <p:nvSpPr>
          <p:cNvPr id="11" name="S04-tile35"/>
          <p:cNvSpPr txBox="1"/>
          <p:nvPr/>
        </p:nvSpPr>
        <p:spPr>
          <a:xfrm>
            <a:off x="721004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7900" dirty="0"/>
          </a:p>
        </p:txBody>
      </p:sp>
      <p:sp>
        <p:nvSpPr>
          <p:cNvPr id="12" name="S04-label36"/>
          <p:cNvSpPr txBox="1"/>
          <p:nvPr/>
        </p:nvSpPr>
        <p:spPr>
          <a:xfrm>
            <a:off x="710946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지읒</a:t>
            </a:r>
            <a:endParaRPr lang="ko-KR" sz="2200" dirty="0"/>
          </a:p>
        </p:txBody>
      </p:sp>
      <p:sp>
        <p:nvSpPr>
          <p:cNvPr id="13" name="S04-tile37"/>
          <p:cNvSpPr txBox="1"/>
          <p:nvPr/>
        </p:nvSpPr>
        <p:spPr>
          <a:xfrm>
            <a:off x="924001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7900" dirty="0"/>
          </a:p>
        </p:txBody>
      </p:sp>
      <p:sp>
        <p:nvSpPr>
          <p:cNvPr id="14" name="S04-label38"/>
          <p:cNvSpPr txBox="1"/>
          <p:nvPr/>
        </p:nvSpPr>
        <p:spPr>
          <a:xfrm>
            <a:off x="913942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치읓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ㅋ부터 ㅎ까지</a:t>
            </a:r>
            <a:endParaRPr lang="ko-KR" sz="4400" dirty="0"/>
          </a:p>
        </p:txBody>
      </p:sp>
      <p:sp>
        <p:nvSpPr>
          <p:cNvPr id="3" name="S05-card39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0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ㄱ에 줄 하나 → ㅋ</a:t>
            </a:r>
            <a:endParaRPr lang="ko-KR" sz="3200" dirty="0"/>
          </a:p>
        </p:txBody>
      </p:sp>
      <p:sp>
        <p:nvSpPr>
          <p:cNvPr id="5" name="S05-card41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2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ㄷ에 줄 하나 → ㅌ</a:t>
            </a:r>
            <a:endParaRPr lang="ko-KR" sz="3200" dirty="0"/>
          </a:p>
        </p:txBody>
      </p:sp>
      <p:sp>
        <p:nvSpPr>
          <p:cNvPr id="7" name="S05-tile43"/>
          <p:cNvSpPr txBox="1"/>
          <p:nvPr/>
        </p:nvSpPr>
        <p:spPr>
          <a:xfrm>
            <a:off x="213512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7900" dirty="0"/>
          </a:p>
        </p:txBody>
      </p:sp>
      <p:sp>
        <p:nvSpPr>
          <p:cNvPr id="8" name="S05-label44"/>
          <p:cNvSpPr txBox="1"/>
          <p:nvPr/>
        </p:nvSpPr>
        <p:spPr>
          <a:xfrm>
            <a:off x="203454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키읔</a:t>
            </a:r>
            <a:endParaRPr lang="ko-KR" sz="2200" dirty="0"/>
          </a:p>
        </p:txBody>
      </p:sp>
      <p:sp>
        <p:nvSpPr>
          <p:cNvPr id="9" name="S05-tile45"/>
          <p:cNvSpPr txBox="1"/>
          <p:nvPr/>
        </p:nvSpPr>
        <p:spPr>
          <a:xfrm>
            <a:off x="416509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7900" dirty="0"/>
          </a:p>
        </p:txBody>
      </p:sp>
      <p:sp>
        <p:nvSpPr>
          <p:cNvPr id="10" name="S05-label46"/>
          <p:cNvSpPr txBox="1"/>
          <p:nvPr/>
        </p:nvSpPr>
        <p:spPr>
          <a:xfrm>
            <a:off x="406450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티읕</a:t>
            </a:r>
            <a:endParaRPr lang="ko-KR" sz="2200" dirty="0"/>
          </a:p>
        </p:txBody>
      </p:sp>
      <p:sp>
        <p:nvSpPr>
          <p:cNvPr id="11" name="S05-tile47"/>
          <p:cNvSpPr txBox="1"/>
          <p:nvPr/>
        </p:nvSpPr>
        <p:spPr>
          <a:xfrm>
            <a:off x="619506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7900" dirty="0"/>
          </a:p>
        </p:txBody>
      </p:sp>
      <p:sp>
        <p:nvSpPr>
          <p:cNvPr id="12" name="S05-label48"/>
          <p:cNvSpPr txBox="1"/>
          <p:nvPr/>
        </p:nvSpPr>
        <p:spPr>
          <a:xfrm>
            <a:off x="609447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피읖</a:t>
            </a:r>
            <a:endParaRPr lang="ko-KR" sz="2200" dirty="0"/>
          </a:p>
        </p:txBody>
      </p:sp>
      <p:sp>
        <p:nvSpPr>
          <p:cNvPr id="13" name="S05-tile49"/>
          <p:cNvSpPr txBox="1"/>
          <p:nvPr/>
        </p:nvSpPr>
        <p:spPr>
          <a:xfrm>
            <a:off x="822502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7900" dirty="0"/>
          </a:p>
        </p:txBody>
      </p:sp>
      <p:sp>
        <p:nvSpPr>
          <p:cNvPr id="14" name="S05-label50"/>
          <p:cNvSpPr txBox="1"/>
          <p:nvPr/>
        </p:nvSpPr>
        <p:spPr>
          <a:xfrm>
            <a:off x="812444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히읗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속에 소리가 있어요</a:t>
            </a:r>
            <a:endParaRPr lang="ko-KR" sz="4400" dirty="0"/>
          </a:p>
        </p:txBody>
      </p:sp>
      <p:sp>
        <p:nvSpPr>
          <p:cNvPr id="3" name="S06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이름의 첫소리가 그 글자의 소리예요.</a:t>
            </a:r>
            <a:endParaRPr lang="ko-KR" sz="3200" dirty="0"/>
          </a:p>
        </p:txBody>
      </p:sp>
      <p:sp>
        <p:nvSpPr>
          <p:cNvPr id="5" name="S06-tile53"/>
          <p:cNvSpPr txBox="1"/>
          <p:nvPr/>
        </p:nvSpPr>
        <p:spPr>
          <a:xfrm>
            <a:off x="1403604" y="1897380"/>
            <a:ext cx="21945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9500" dirty="0"/>
          </a:p>
        </p:txBody>
      </p:sp>
      <p:sp>
        <p:nvSpPr>
          <p:cNvPr id="6" name="S06-label54"/>
          <p:cNvSpPr txBox="1"/>
          <p:nvPr/>
        </p:nvSpPr>
        <p:spPr>
          <a:xfrm>
            <a:off x="1303020" y="41285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기역 → [그]</a:t>
            </a:r>
            <a:endParaRPr lang="ko-KR" sz="2200" dirty="0"/>
          </a:p>
        </p:txBody>
      </p:sp>
      <p:sp>
        <p:nvSpPr>
          <p:cNvPr id="7" name="S06-tile55"/>
          <p:cNvSpPr txBox="1"/>
          <p:nvPr/>
        </p:nvSpPr>
        <p:spPr>
          <a:xfrm>
            <a:off x="3799332" y="1897380"/>
            <a:ext cx="21945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9500" dirty="0"/>
          </a:p>
        </p:txBody>
      </p:sp>
      <p:sp>
        <p:nvSpPr>
          <p:cNvPr id="8" name="S06-label56"/>
          <p:cNvSpPr txBox="1"/>
          <p:nvPr/>
        </p:nvSpPr>
        <p:spPr>
          <a:xfrm>
            <a:off x="3698748" y="41285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니은 → [느]</a:t>
            </a:r>
            <a:endParaRPr lang="ko-KR" sz="2200" dirty="0"/>
          </a:p>
        </p:txBody>
      </p:sp>
      <p:sp>
        <p:nvSpPr>
          <p:cNvPr id="9" name="S06-tile57"/>
          <p:cNvSpPr txBox="1"/>
          <p:nvPr/>
        </p:nvSpPr>
        <p:spPr>
          <a:xfrm>
            <a:off x="6195060" y="1897380"/>
            <a:ext cx="21945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9500" dirty="0"/>
          </a:p>
        </p:txBody>
      </p:sp>
      <p:sp>
        <p:nvSpPr>
          <p:cNvPr id="10" name="S06-label58"/>
          <p:cNvSpPr txBox="1"/>
          <p:nvPr/>
        </p:nvSpPr>
        <p:spPr>
          <a:xfrm>
            <a:off x="6094476" y="41285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미음 → [므]</a:t>
            </a:r>
            <a:endParaRPr lang="ko-KR" sz="2200" dirty="0"/>
          </a:p>
        </p:txBody>
      </p:sp>
      <p:sp>
        <p:nvSpPr>
          <p:cNvPr id="11" name="S06-tile59"/>
          <p:cNvSpPr txBox="1"/>
          <p:nvPr/>
        </p:nvSpPr>
        <p:spPr>
          <a:xfrm>
            <a:off x="8590788" y="1897380"/>
            <a:ext cx="21945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9500" dirty="0"/>
          </a:p>
        </p:txBody>
      </p:sp>
      <p:sp>
        <p:nvSpPr>
          <p:cNvPr id="12" name="S06-label60"/>
          <p:cNvSpPr txBox="1"/>
          <p:nvPr/>
        </p:nvSpPr>
        <p:spPr>
          <a:xfrm>
            <a:off x="8490204" y="41285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시옷 → [스]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듣고 짚어요</a:t>
            </a:r>
            <a:endParaRPr lang="ko-KR" sz="4400" dirty="0"/>
          </a:p>
        </p:txBody>
      </p:sp>
      <p:sp>
        <p:nvSpPr>
          <p:cNvPr id="3" name="S07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이름의 자음자를 짚어요.</a:t>
            </a:r>
            <a:endParaRPr lang="ko-KR" sz="3200" dirty="0"/>
          </a:p>
        </p:txBody>
      </p:sp>
      <p:sp>
        <p:nvSpPr>
          <p:cNvPr id="4" name="S07-tile62"/>
          <p:cNvSpPr txBox="1"/>
          <p:nvPr/>
        </p:nvSpPr>
        <p:spPr>
          <a:xfrm>
            <a:off x="69037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5900" dirty="0"/>
          </a:p>
        </p:txBody>
      </p:sp>
      <p:sp>
        <p:nvSpPr>
          <p:cNvPr id="5" name="S07-tile63"/>
          <p:cNvSpPr txBox="1"/>
          <p:nvPr/>
        </p:nvSpPr>
        <p:spPr>
          <a:xfrm>
            <a:off x="226314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5900" dirty="0"/>
          </a:p>
        </p:txBody>
      </p:sp>
      <p:sp>
        <p:nvSpPr>
          <p:cNvPr id="6" name="S07-tile64"/>
          <p:cNvSpPr txBox="1"/>
          <p:nvPr/>
        </p:nvSpPr>
        <p:spPr>
          <a:xfrm>
            <a:off x="3835908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5900" dirty="0"/>
          </a:p>
        </p:txBody>
      </p:sp>
      <p:sp>
        <p:nvSpPr>
          <p:cNvPr id="7" name="S07-tile65"/>
          <p:cNvSpPr txBox="1"/>
          <p:nvPr/>
        </p:nvSpPr>
        <p:spPr>
          <a:xfrm>
            <a:off x="5408676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900" dirty="0"/>
          </a:p>
        </p:txBody>
      </p:sp>
      <p:sp>
        <p:nvSpPr>
          <p:cNvPr id="8" name="S07-tile66"/>
          <p:cNvSpPr txBox="1"/>
          <p:nvPr/>
        </p:nvSpPr>
        <p:spPr>
          <a:xfrm>
            <a:off x="6981444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5900" dirty="0"/>
          </a:p>
        </p:txBody>
      </p:sp>
      <p:sp>
        <p:nvSpPr>
          <p:cNvPr id="9" name="S07-tile67"/>
          <p:cNvSpPr txBox="1"/>
          <p:nvPr/>
        </p:nvSpPr>
        <p:spPr>
          <a:xfrm>
            <a:off x="855421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5900" dirty="0"/>
          </a:p>
        </p:txBody>
      </p:sp>
      <p:sp>
        <p:nvSpPr>
          <p:cNvPr id="10" name="S07-tile68"/>
          <p:cNvSpPr txBox="1"/>
          <p:nvPr/>
        </p:nvSpPr>
        <p:spPr>
          <a:xfrm>
            <a:off x="1012698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5900" dirty="0"/>
          </a:p>
        </p:txBody>
      </p:sp>
      <p:sp>
        <p:nvSpPr>
          <p:cNvPr id="11" name="S07-tile69"/>
          <p:cNvSpPr txBox="1"/>
          <p:nvPr/>
        </p:nvSpPr>
        <p:spPr>
          <a:xfrm>
            <a:off x="690372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900" dirty="0"/>
          </a:p>
        </p:txBody>
      </p:sp>
      <p:sp>
        <p:nvSpPr>
          <p:cNvPr id="12" name="S07-tile70"/>
          <p:cNvSpPr txBox="1"/>
          <p:nvPr/>
        </p:nvSpPr>
        <p:spPr>
          <a:xfrm>
            <a:off x="2263140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5900" dirty="0"/>
          </a:p>
        </p:txBody>
      </p:sp>
      <p:sp>
        <p:nvSpPr>
          <p:cNvPr id="13" name="S07-tile71"/>
          <p:cNvSpPr txBox="1"/>
          <p:nvPr/>
        </p:nvSpPr>
        <p:spPr>
          <a:xfrm>
            <a:off x="3835908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900" dirty="0"/>
          </a:p>
        </p:txBody>
      </p:sp>
      <p:sp>
        <p:nvSpPr>
          <p:cNvPr id="14" name="S07-tile72"/>
          <p:cNvSpPr txBox="1"/>
          <p:nvPr/>
        </p:nvSpPr>
        <p:spPr>
          <a:xfrm>
            <a:off x="540867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5900" dirty="0"/>
          </a:p>
        </p:txBody>
      </p:sp>
      <p:sp>
        <p:nvSpPr>
          <p:cNvPr id="15" name="S07-tile73"/>
          <p:cNvSpPr txBox="1"/>
          <p:nvPr/>
        </p:nvSpPr>
        <p:spPr>
          <a:xfrm>
            <a:off x="6981444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5900" dirty="0"/>
          </a:p>
        </p:txBody>
      </p:sp>
      <p:sp>
        <p:nvSpPr>
          <p:cNvPr id="16" name="S07-tile74"/>
          <p:cNvSpPr txBox="1"/>
          <p:nvPr/>
        </p:nvSpPr>
        <p:spPr>
          <a:xfrm>
            <a:off x="8554212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5900" dirty="0"/>
          </a:p>
        </p:txBody>
      </p:sp>
      <p:sp>
        <p:nvSpPr>
          <p:cNvPr id="17" name="S07-tile75"/>
          <p:cNvSpPr txBox="1"/>
          <p:nvPr/>
        </p:nvSpPr>
        <p:spPr>
          <a:xfrm>
            <a:off x="10126980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 글자 찾기</a:t>
            </a:r>
            <a:endParaRPr lang="ko-KR" sz="4400" dirty="0"/>
          </a:p>
        </p:txBody>
      </p:sp>
      <p:sp>
        <p:nvSpPr>
          <p:cNvPr id="3" name="S08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낱말의 첫소리 글자를 찾아요.</a:t>
            </a:r>
            <a:endParaRPr lang="ko-KR" sz="3200" dirty="0"/>
          </a:p>
        </p:txBody>
      </p:sp>
      <p:sp>
        <p:nvSpPr>
          <p:cNvPr id="4" name="S08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첫소리만 떼어 말해요. 기차 → [그]</a:t>
            </a:r>
            <a:endParaRPr lang="ko-KR" sz="3200" dirty="0"/>
          </a:p>
        </p:txBody>
      </p:sp>
      <p:sp>
        <p:nvSpPr>
          <p:cNvPr id="6" name="S08-chip7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ile80"/>
          <p:cNvSpPr txBox="1"/>
          <p:nvPr/>
        </p:nvSpPr>
        <p:spPr>
          <a:xfrm>
            <a:off x="1344168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500" dirty="0"/>
          </a:p>
        </p:txBody>
      </p:sp>
      <p:sp>
        <p:nvSpPr>
          <p:cNvPr id="8" name="S08-tile81"/>
          <p:cNvSpPr txBox="1"/>
          <p:nvPr/>
        </p:nvSpPr>
        <p:spPr>
          <a:xfrm>
            <a:off x="2813304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500" dirty="0"/>
          </a:p>
        </p:txBody>
      </p:sp>
      <p:sp>
        <p:nvSpPr>
          <p:cNvPr id="9" name="S08-tile82"/>
          <p:cNvSpPr txBox="1"/>
          <p:nvPr/>
        </p:nvSpPr>
        <p:spPr>
          <a:xfrm>
            <a:off x="4282440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5500" dirty="0"/>
          </a:p>
        </p:txBody>
      </p:sp>
      <p:sp>
        <p:nvSpPr>
          <p:cNvPr id="10" name="S08-chip8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1" name="S08-tile84"/>
          <p:cNvSpPr txBox="1"/>
          <p:nvPr/>
        </p:nvSpPr>
        <p:spPr>
          <a:xfrm>
            <a:off x="7072884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5500" dirty="0"/>
          </a:p>
        </p:txBody>
      </p:sp>
      <p:sp>
        <p:nvSpPr>
          <p:cNvPr id="12" name="S08-tile85"/>
          <p:cNvSpPr txBox="1"/>
          <p:nvPr/>
        </p:nvSpPr>
        <p:spPr>
          <a:xfrm>
            <a:off x="8542020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5500" dirty="0"/>
          </a:p>
        </p:txBody>
      </p:sp>
      <p:sp>
        <p:nvSpPr>
          <p:cNvPr id="13" name="S08-tile86"/>
          <p:cNvSpPr txBox="1"/>
          <p:nvPr/>
        </p:nvSpPr>
        <p:spPr>
          <a:xfrm>
            <a:off x="10011156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5500" dirty="0"/>
          </a:p>
        </p:txBody>
      </p:sp>
      <p:sp>
        <p:nvSpPr>
          <p:cNvPr id="14" name="S08-chip8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5" name="S08-tile88"/>
          <p:cNvSpPr txBox="1"/>
          <p:nvPr/>
        </p:nvSpPr>
        <p:spPr>
          <a:xfrm>
            <a:off x="1344168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5500" dirty="0"/>
          </a:p>
        </p:txBody>
      </p:sp>
      <p:sp>
        <p:nvSpPr>
          <p:cNvPr id="16" name="S08-tile89"/>
          <p:cNvSpPr txBox="1"/>
          <p:nvPr/>
        </p:nvSpPr>
        <p:spPr>
          <a:xfrm>
            <a:off x="2813304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5500" dirty="0"/>
          </a:p>
        </p:txBody>
      </p:sp>
      <p:sp>
        <p:nvSpPr>
          <p:cNvPr id="17" name="S08-tile90"/>
          <p:cNvSpPr txBox="1"/>
          <p:nvPr/>
        </p:nvSpPr>
        <p:spPr>
          <a:xfrm>
            <a:off x="4282440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500" dirty="0"/>
          </a:p>
        </p:txBody>
      </p:sp>
      <p:sp>
        <p:nvSpPr>
          <p:cNvPr id="18" name="S08-chip9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9" name="S08-tile92"/>
          <p:cNvSpPr txBox="1"/>
          <p:nvPr/>
        </p:nvSpPr>
        <p:spPr>
          <a:xfrm>
            <a:off x="7072884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5500" dirty="0"/>
          </a:p>
        </p:txBody>
      </p:sp>
      <p:sp>
        <p:nvSpPr>
          <p:cNvPr id="20" name="S08-tile93"/>
          <p:cNvSpPr txBox="1"/>
          <p:nvPr/>
        </p:nvSpPr>
        <p:spPr>
          <a:xfrm>
            <a:off x="8542020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5500" dirty="0"/>
          </a:p>
        </p:txBody>
      </p:sp>
      <p:sp>
        <p:nvSpPr>
          <p:cNvPr id="21" name="S08-tile94"/>
          <p:cNvSpPr txBox="1"/>
          <p:nvPr/>
        </p:nvSpPr>
        <p:spPr>
          <a:xfrm>
            <a:off x="10011156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5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ㄱ일까요, ㄴ일까요?</a:t>
            </a:r>
            <a:endParaRPr lang="ko-KR" sz="4400" dirty="0"/>
          </a:p>
        </p:txBody>
      </p:sp>
      <p:sp>
        <p:nvSpPr>
          <p:cNvPr id="3" name="S09-card9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9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ㄴ을 보고 ‘기역’이라고 했어요.</a:t>
            </a:r>
            <a:endParaRPr lang="ko-KR" sz="3200" dirty="0"/>
          </a:p>
        </p:txBody>
      </p:sp>
      <p:sp>
        <p:nvSpPr>
          <p:cNvPr id="5" name="S09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무엇을 보고 알았나요?</a:t>
            </a:r>
            <a:endParaRPr lang="ko-KR" sz="3200" dirty="0"/>
          </a:p>
        </p:txBody>
      </p:sp>
      <p:sp>
        <p:nvSpPr>
          <p:cNvPr id="7" name="S09-chip9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꺾인 곳이 오른쪽 위</a:t>
            </a:r>
            <a:endParaRPr lang="ko-KR" sz="2600" dirty="0"/>
          </a:p>
        </p:txBody>
      </p:sp>
      <p:sp>
        <p:nvSpPr>
          <p:cNvPr id="8" name="S09-tile100"/>
          <p:cNvSpPr txBox="1"/>
          <p:nvPr/>
        </p:nvSpPr>
        <p:spPr>
          <a:xfrm>
            <a:off x="2544318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900" dirty="0"/>
          </a:p>
        </p:txBody>
      </p:sp>
      <p:sp>
        <p:nvSpPr>
          <p:cNvPr id="9" name="S09-label101"/>
          <p:cNvSpPr txBox="1"/>
          <p:nvPr/>
        </p:nvSpPr>
        <p:spPr>
          <a:xfrm>
            <a:off x="2443734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기역</a:t>
            </a:r>
            <a:endParaRPr lang="ko-KR" sz="2200" dirty="0"/>
          </a:p>
        </p:txBody>
      </p:sp>
      <p:sp>
        <p:nvSpPr>
          <p:cNvPr id="10" name="S09-chip10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꺾인 곳이 왼쪽 아래</a:t>
            </a:r>
            <a:endParaRPr lang="ko-KR" sz="2600" dirty="0"/>
          </a:p>
        </p:txBody>
      </p:sp>
      <p:sp>
        <p:nvSpPr>
          <p:cNvPr id="11" name="S09-tile103"/>
          <p:cNvSpPr txBox="1"/>
          <p:nvPr/>
        </p:nvSpPr>
        <p:spPr>
          <a:xfrm>
            <a:off x="8273034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900" dirty="0"/>
          </a:p>
        </p:txBody>
      </p:sp>
      <p:sp>
        <p:nvSpPr>
          <p:cNvPr id="12" name="S09-label104"/>
          <p:cNvSpPr txBox="1"/>
          <p:nvPr/>
        </p:nvSpPr>
        <p:spPr>
          <a:xfrm>
            <a:off x="8172450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니은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이름을 말하고, ③은 첫소리를 찾아요.</a:t>
            </a:r>
            <a:endParaRPr lang="ko-KR" sz="3200" dirty="0"/>
          </a:p>
        </p:txBody>
      </p:sp>
      <p:sp>
        <p:nvSpPr>
          <p:cNvPr id="4" name="S10-chip10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ile107"/>
          <p:cNvSpPr txBox="1"/>
          <p:nvPr/>
        </p:nvSpPr>
        <p:spPr>
          <a:xfrm>
            <a:off x="1344168" y="201777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500" dirty="0"/>
          </a:p>
        </p:txBody>
      </p:sp>
      <p:sp>
        <p:nvSpPr>
          <p:cNvPr id="6" name="S10-tile108"/>
          <p:cNvSpPr txBox="1"/>
          <p:nvPr/>
        </p:nvSpPr>
        <p:spPr>
          <a:xfrm>
            <a:off x="2813304" y="201777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5500" dirty="0"/>
          </a:p>
        </p:txBody>
      </p:sp>
      <p:sp>
        <p:nvSpPr>
          <p:cNvPr id="7" name="S10-tile109"/>
          <p:cNvSpPr txBox="1"/>
          <p:nvPr/>
        </p:nvSpPr>
        <p:spPr>
          <a:xfrm>
            <a:off x="4282440" y="201777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5500" dirty="0"/>
          </a:p>
        </p:txBody>
      </p:sp>
      <p:sp>
        <p:nvSpPr>
          <p:cNvPr id="8" name="S10-chip11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ile111"/>
          <p:cNvSpPr txBox="1"/>
          <p:nvPr/>
        </p:nvSpPr>
        <p:spPr>
          <a:xfrm>
            <a:off x="1344168" y="34808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5500" dirty="0"/>
          </a:p>
        </p:txBody>
      </p:sp>
      <p:sp>
        <p:nvSpPr>
          <p:cNvPr id="10" name="S10-tile112"/>
          <p:cNvSpPr txBox="1"/>
          <p:nvPr/>
        </p:nvSpPr>
        <p:spPr>
          <a:xfrm>
            <a:off x="2813304" y="34808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5500" dirty="0"/>
          </a:p>
        </p:txBody>
      </p:sp>
      <p:sp>
        <p:nvSpPr>
          <p:cNvPr id="11" name="S10-tile113"/>
          <p:cNvSpPr txBox="1"/>
          <p:nvPr/>
        </p:nvSpPr>
        <p:spPr>
          <a:xfrm>
            <a:off x="4282440" y="34808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5500" dirty="0"/>
          </a:p>
        </p:txBody>
      </p:sp>
      <p:sp>
        <p:nvSpPr>
          <p:cNvPr id="12" name="S10-chip11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3" name="S10-tile115"/>
          <p:cNvSpPr txBox="1"/>
          <p:nvPr/>
        </p:nvSpPr>
        <p:spPr>
          <a:xfrm>
            <a:off x="1344168" y="494385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5500" dirty="0"/>
          </a:p>
        </p:txBody>
      </p:sp>
      <p:sp>
        <p:nvSpPr>
          <p:cNvPr id="14" name="S10-tile116"/>
          <p:cNvSpPr txBox="1"/>
          <p:nvPr/>
        </p:nvSpPr>
        <p:spPr>
          <a:xfrm>
            <a:off x="2813304" y="494385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5500" dirty="0"/>
          </a:p>
        </p:txBody>
      </p:sp>
      <p:sp>
        <p:nvSpPr>
          <p:cNvPr id="15" name="S10-tile117"/>
          <p:cNvSpPr txBox="1"/>
          <p:nvPr/>
        </p:nvSpPr>
        <p:spPr>
          <a:xfrm>
            <a:off x="4282440" y="494385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글자는 더 있는 줄과 꺾인 곳을 봐요.</a:t>
            </a:r>
            <a:endParaRPr lang="ko-KR" sz="3200" dirty="0"/>
          </a:p>
        </p:txBody>
      </p:sp>
      <p:sp>
        <p:nvSpPr>
          <p:cNvPr id="5" name="S11-chip12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21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 리을 ㅂ 비읍 ㅈ 지읒</a:t>
            </a:r>
            <a:endParaRPr lang="ko-KR" sz="3200" dirty="0"/>
          </a:p>
        </p:txBody>
      </p:sp>
      <p:sp>
        <p:nvSpPr>
          <p:cNvPr id="7" name="S11-text122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 키읔 ㅇ 이응 ㅍ 피읖</a:t>
            </a:r>
            <a:endParaRPr lang="ko-KR" sz="3200" dirty="0"/>
          </a:p>
        </p:txBody>
      </p:sp>
      <p:sp>
        <p:nvSpPr>
          <p:cNvPr id="8" name="S11-text123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 → ㅁ</a:t>
            </a:r>
            <a:endParaRPr lang="ko-KR" sz="3200" dirty="0"/>
          </a:p>
        </p:txBody>
      </p:sp>
      <p:sp>
        <p:nvSpPr>
          <p:cNvPr id="9" name="S11-text124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 [므]</a:t>
            </a:r>
            <a:endParaRPr lang="ko-KR" sz="2600" dirty="0"/>
          </a:p>
        </p:txBody>
      </p:sp>
      <p:sp>
        <p:nvSpPr>
          <p:cNvPr id="10" name="S11-chip12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126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 → 디귿</a:t>
            </a:r>
            <a:endParaRPr lang="ko-KR" sz="3200" dirty="0"/>
          </a:p>
        </p:txBody>
      </p:sp>
      <p:sp>
        <p:nvSpPr>
          <p:cNvPr id="12" name="S11-text127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ㄷ과 헷갈림</a:t>
            </a:r>
            <a:endParaRPr lang="ko-KR" sz="2600" dirty="0"/>
          </a:p>
        </p:txBody>
      </p:sp>
      <p:sp>
        <p:nvSpPr>
          <p:cNvPr id="13" name="S11-text128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 → 시옷</a:t>
            </a:r>
            <a:endParaRPr lang="ko-KR" sz="3200" dirty="0"/>
          </a:p>
        </p:txBody>
      </p:sp>
      <p:sp>
        <p:nvSpPr>
          <p:cNvPr id="14" name="S11-text129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ㅅ과 헷갈림</a:t>
            </a:r>
            <a:endParaRPr lang="ko-KR" sz="2600" dirty="0"/>
          </a:p>
        </p:txBody>
      </p:sp>
      <p:sp>
        <p:nvSpPr>
          <p:cNvPr id="15" name="S11-text130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 → ㅂ</a:t>
            </a:r>
            <a:endParaRPr lang="ko-KR" sz="3200" dirty="0"/>
          </a:p>
        </p:txBody>
      </p:sp>
      <p:sp>
        <p:nvSpPr>
          <p:cNvPr id="16" name="S11-text131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ㅁ과 헷갈림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 글자를 골라요</a:t>
            </a:r>
            <a:endParaRPr lang="ko-KR" sz="4400" dirty="0"/>
          </a:p>
        </p:txBody>
      </p:sp>
      <p:sp>
        <p:nvSpPr>
          <p:cNvPr id="3" name="S12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낱말의 첫소리 글자는?</a:t>
            </a:r>
            <a:endParaRPr lang="ko-KR" sz="3200" dirty="0"/>
          </a:p>
        </p:txBody>
      </p:sp>
      <p:sp>
        <p:nvSpPr>
          <p:cNvPr id="5" name="S12-chip134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tile135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7100" dirty="0"/>
          </a:p>
        </p:txBody>
      </p:sp>
      <p:sp>
        <p:nvSpPr>
          <p:cNvPr id="7" name="S12-chip136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tile137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7100" dirty="0"/>
          </a:p>
        </p:txBody>
      </p:sp>
      <p:sp>
        <p:nvSpPr>
          <p:cNvPr id="9" name="S12-chip138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tile139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4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4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자음자는 이름이 있고, 이름의 첫소리가 그 글자의 소리예요.</a:t>
            </a:r>
            <a:endParaRPr lang="ko-KR" sz="3200" dirty="0"/>
          </a:p>
        </p:txBody>
      </p:sp>
      <p:sp>
        <p:nvSpPr>
          <p:cNvPr id="5" name="S13-chip14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꺾인 곳·줄 보고 구별하기</a:t>
            </a:r>
            <a:endParaRPr lang="ko-KR" sz="2600" dirty="0"/>
          </a:p>
        </p:txBody>
      </p:sp>
      <p:sp>
        <p:nvSpPr>
          <p:cNvPr id="6" name="S13-chip14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이름을 소리처럼 말하기</a:t>
            </a:r>
            <a:endParaRPr lang="ko-KR" sz="2600" dirty="0"/>
          </a:p>
        </p:txBody>
      </p:sp>
      <p:sp>
        <p:nvSpPr>
          <p:cNvPr id="7" name="S13-text14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4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ㄴ ㅂ ㅇ ㅊ ㅋ 이름</a:t>
            </a:r>
            <a:endParaRPr lang="ko-KR" sz="2600" dirty="0"/>
          </a:p>
        </p:txBody>
      </p:sp>
      <p:sp>
        <p:nvSpPr>
          <p:cNvPr id="9" name="S13-text14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ㅅ의 소리는?</a:t>
            </a:r>
            <a:endParaRPr lang="ko-KR" sz="2600" dirty="0"/>
          </a:p>
        </p:txBody>
      </p:sp>
      <p:sp>
        <p:nvSpPr>
          <p:cNvPr id="10" name="S13-text14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‘나무’의 첫소리 글자</a:t>
            </a:r>
            <a:endParaRPr lang="ko-KR" sz="2600" dirty="0"/>
          </a:p>
        </p:txBody>
      </p:sp>
      <p:sp>
        <p:nvSpPr>
          <p:cNvPr id="11" name="S13-text14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받침 없는 글자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모음자 다시 읽기</a:t>
            </a:r>
            <a:endParaRPr lang="ko-KR" sz="4400" dirty="0"/>
          </a:p>
        </p:txBody>
      </p:sp>
      <p:sp>
        <p:nvSpPr>
          <p:cNvPr id="3" name="S14-card149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50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막대의 자리 보기</a:t>
            </a:r>
            <a:endParaRPr lang="ko-KR" sz="3200" dirty="0"/>
          </a:p>
        </p:txBody>
      </p:sp>
      <p:sp>
        <p:nvSpPr>
          <p:cNvPr id="5" name="S14-card151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52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막대가 둘이면 [이] 붙이기</a:t>
            </a:r>
            <a:endParaRPr lang="ko-KR" sz="3200" dirty="0"/>
          </a:p>
        </p:txBody>
      </p:sp>
      <p:sp>
        <p:nvSpPr>
          <p:cNvPr id="7" name="S14-tile153"/>
          <p:cNvSpPr txBox="1"/>
          <p:nvPr/>
        </p:nvSpPr>
        <p:spPr>
          <a:xfrm>
            <a:off x="120243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6300" dirty="0"/>
          </a:p>
        </p:txBody>
      </p:sp>
      <p:sp>
        <p:nvSpPr>
          <p:cNvPr id="8" name="S14-label154"/>
          <p:cNvSpPr txBox="1"/>
          <p:nvPr/>
        </p:nvSpPr>
        <p:spPr>
          <a:xfrm>
            <a:off x="110185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2200" dirty="0"/>
          </a:p>
        </p:txBody>
      </p:sp>
      <p:sp>
        <p:nvSpPr>
          <p:cNvPr id="9" name="S14-tile155"/>
          <p:cNvSpPr txBox="1"/>
          <p:nvPr/>
        </p:nvSpPr>
        <p:spPr>
          <a:xfrm>
            <a:off x="2866644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6300" dirty="0"/>
          </a:p>
        </p:txBody>
      </p:sp>
      <p:sp>
        <p:nvSpPr>
          <p:cNvPr id="10" name="S14-label156"/>
          <p:cNvSpPr txBox="1"/>
          <p:nvPr/>
        </p:nvSpPr>
        <p:spPr>
          <a:xfrm>
            <a:off x="2766060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</a:t>
            </a:r>
            <a:endParaRPr lang="ko-KR" sz="2200" dirty="0"/>
          </a:p>
        </p:txBody>
      </p:sp>
      <p:sp>
        <p:nvSpPr>
          <p:cNvPr id="11" name="S14-tile157"/>
          <p:cNvSpPr txBox="1"/>
          <p:nvPr/>
        </p:nvSpPr>
        <p:spPr>
          <a:xfrm>
            <a:off x="4530852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6300" dirty="0"/>
          </a:p>
        </p:txBody>
      </p:sp>
      <p:sp>
        <p:nvSpPr>
          <p:cNvPr id="12" name="S14-label158"/>
          <p:cNvSpPr txBox="1"/>
          <p:nvPr/>
        </p:nvSpPr>
        <p:spPr>
          <a:xfrm>
            <a:off x="4430268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</a:t>
            </a:r>
            <a:endParaRPr lang="ko-KR" sz="2200" dirty="0"/>
          </a:p>
        </p:txBody>
      </p:sp>
      <p:sp>
        <p:nvSpPr>
          <p:cNvPr id="13" name="S14-tile159"/>
          <p:cNvSpPr txBox="1"/>
          <p:nvPr/>
        </p:nvSpPr>
        <p:spPr>
          <a:xfrm>
            <a:off x="6195060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6300" dirty="0"/>
          </a:p>
        </p:txBody>
      </p:sp>
      <p:sp>
        <p:nvSpPr>
          <p:cNvPr id="14" name="S14-label160"/>
          <p:cNvSpPr txBox="1"/>
          <p:nvPr/>
        </p:nvSpPr>
        <p:spPr>
          <a:xfrm>
            <a:off x="6094476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</a:t>
            </a:r>
            <a:endParaRPr lang="ko-KR" sz="2200" dirty="0"/>
          </a:p>
        </p:txBody>
      </p:sp>
      <p:sp>
        <p:nvSpPr>
          <p:cNvPr id="15" name="S14-tile161"/>
          <p:cNvSpPr txBox="1"/>
          <p:nvPr/>
        </p:nvSpPr>
        <p:spPr>
          <a:xfrm>
            <a:off x="7859268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6300" dirty="0"/>
          </a:p>
        </p:txBody>
      </p:sp>
      <p:sp>
        <p:nvSpPr>
          <p:cNvPr id="16" name="S14-label162"/>
          <p:cNvSpPr txBox="1"/>
          <p:nvPr/>
        </p:nvSpPr>
        <p:spPr>
          <a:xfrm>
            <a:off x="7758684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</a:t>
            </a:r>
            <a:endParaRPr lang="ko-KR" sz="2200" dirty="0"/>
          </a:p>
        </p:txBody>
      </p:sp>
      <p:sp>
        <p:nvSpPr>
          <p:cNvPr id="17" name="S14-tile163"/>
          <p:cNvSpPr txBox="1"/>
          <p:nvPr/>
        </p:nvSpPr>
        <p:spPr>
          <a:xfrm>
            <a:off x="952347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6300" dirty="0"/>
          </a:p>
        </p:txBody>
      </p:sp>
      <p:sp>
        <p:nvSpPr>
          <p:cNvPr id="18" name="S14-label164"/>
          <p:cNvSpPr txBox="1"/>
          <p:nvPr/>
        </p:nvSpPr>
        <p:spPr>
          <a:xfrm>
            <a:off x="942289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기본 자음</dc:title>
  <dc:subject>KR22-G01-KOR-CONS-L01</dc:subject>
  <dc:creator>education-ppt</dc:creator>
  <cp:lastModifiedBy>education-ppt</cp:lastModifiedBy>
  <cp:revision>1</cp:revision>
  <dcterms:created xsi:type="dcterms:W3CDTF">2026-10-26T07:09:55Z</dcterms:created>
  <dcterms:modified xsi:type="dcterms:W3CDTF">2026-10-26T07:09:55Z</dcterms:modified>
</cp:coreProperties>
</file>