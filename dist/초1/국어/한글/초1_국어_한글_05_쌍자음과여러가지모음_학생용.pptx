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f85ceb4-bf0d-0802-edb4-047a8fb0d66b}">
          <p14:sldIdLst>
            <p14:sldId id="256"/>
            <p14:sldId id="257"/>
          </p14:sldIdLst>
        </p14:section>
        <p14:section name="개념" id="{5d978e91-dc51-d2d9-f86e-fa00213cc5a8}">
          <p14:sldIdLst>
            <p14:sldId id="258"/>
            <p14:sldId id="259"/>
            <p14:sldId id="262"/>
            <p14:sldId id="263"/>
          </p14:sldIdLst>
        </p14:section>
        <p14:section name="연습" id="{92f6379a-a257-3e35-4b5b-31d93bdc1b4b}">
          <p14:sldIdLst>
            <p14:sldId id="260"/>
            <p14:sldId id="261"/>
            <p14:sldId id="264"/>
          </p14:sldIdLst>
        </p14:section>
        <p14:section name="개념" id="{aa3c795e-bdc7-f446-a012-177d01858d62}">
          <p14:sldIdLst/>
        </p14:section>
        <p14:section name="연습" id="{0f5dfb31-058e-fc72-56d1-bc3dac1b200d}">
          <p14:sldIdLst/>
        </p14:section>
        <p14:section name="확인" id="{1aee2730-0a1c-b823-65d7-dff74f33412a}">
          <p14:sldIdLst>
            <p14:sldId id="265"/>
            <p14:sldId id="266"/>
          </p14:sldIdLst>
        </p14:section>
        <p14:section name="정리" id="{2e40ab5e-5a02-1b03-1633-a3cec5a2f1a1}">
          <p14:sldIdLst>
            <p14:sldId id="267"/>
          </p14:sldIdLst>
        </p14:section>
        <p14:section name="보충" id="{2bb3d4dd-8f27-42cb-71a9-56fde72cb47c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한글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쌍자음과 여러 가지 모음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쌍자음과 여러 가지 모음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쌍자음과 여러 가지 모음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쌍자음과 여러 가지 모음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ㄱ이 두 개 나란히 있으면 어떤 소리일까요?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ㄲ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ㅆ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ㅐ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ㅘ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ㄲ ㄸ ㅃ ㅆ ㅉ가 든 글자를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ㅐ ㅔ ㅘ ㅝ ㅢ가 든 글자를 읽어요.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있는 글자 읽기</a:t>
            </a:r>
            <a:endParaRPr lang="ko-KR" sz="44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읽어요.</a:t>
            </a:r>
            <a:endParaRPr lang="ko-KR" sz="3200" dirty="0"/>
          </a:p>
        </p:txBody>
      </p:sp>
      <p:sp>
        <p:nvSpPr>
          <p:cNvPr id="4" name="S02-chip8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ile9"/>
          <p:cNvSpPr txBox="1"/>
          <p:nvPr/>
        </p:nvSpPr>
        <p:spPr>
          <a:xfrm>
            <a:off x="1828800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5900" dirty="0"/>
          </a:p>
        </p:txBody>
      </p:sp>
      <p:sp>
        <p:nvSpPr>
          <p:cNvPr id="6" name="S02-tile10"/>
          <p:cNvSpPr txBox="1"/>
          <p:nvPr/>
        </p:nvSpPr>
        <p:spPr>
          <a:xfrm>
            <a:off x="3401568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5900" dirty="0"/>
          </a:p>
        </p:txBody>
      </p:sp>
      <p:sp>
        <p:nvSpPr>
          <p:cNvPr id="7" name="S02-tile11"/>
          <p:cNvSpPr txBox="1"/>
          <p:nvPr/>
        </p:nvSpPr>
        <p:spPr>
          <a:xfrm>
            <a:off x="4974336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</a:t>
            </a:r>
            <a:endParaRPr lang="ko-KR" sz="5900" dirty="0"/>
          </a:p>
        </p:txBody>
      </p:sp>
      <p:sp>
        <p:nvSpPr>
          <p:cNvPr id="8" name="S02-chip12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word13"/>
          <p:cNvSpPr txBox="1"/>
          <p:nvPr/>
        </p:nvSpPr>
        <p:spPr>
          <a:xfrm>
            <a:off x="1344168" y="4343400"/>
            <a:ext cx="2606040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</a:t>
            </a:r>
            <a:endParaRPr lang="ko-KR" sz="3600" dirty="0"/>
          </a:p>
        </p:txBody>
      </p:sp>
      <p:sp>
        <p:nvSpPr>
          <p:cNvPr id="10" name="S02-word14"/>
          <p:cNvSpPr txBox="1"/>
          <p:nvPr/>
        </p:nvSpPr>
        <p:spPr>
          <a:xfrm>
            <a:off x="4224528" y="4343400"/>
            <a:ext cx="2606040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기린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자음자가 둘</a:t>
            </a:r>
            <a:endParaRPr lang="ko-KR" sz="4400" dirty="0"/>
          </a:p>
        </p:txBody>
      </p:sp>
      <p:sp>
        <p:nvSpPr>
          <p:cNvPr id="3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자음자가 둘이면 목에 힘을 준 소리가 나요.</a:t>
            </a:r>
            <a:endParaRPr lang="ko-KR" sz="3200" dirty="0"/>
          </a:p>
        </p:txBody>
      </p:sp>
      <p:sp>
        <p:nvSpPr>
          <p:cNvPr id="5" name="S03-tile17"/>
          <p:cNvSpPr txBox="1"/>
          <p:nvPr/>
        </p:nvSpPr>
        <p:spPr>
          <a:xfrm>
            <a:off x="1120140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ㄲ</a:t>
            </a:r>
            <a:endParaRPr lang="ko-KR" sz="7900" dirty="0"/>
          </a:p>
        </p:txBody>
      </p:sp>
      <p:sp>
        <p:nvSpPr>
          <p:cNvPr id="6" name="S03-label18"/>
          <p:cNvSpPr txBox="1"/>
          <p:nvPr/>
        </p:nvSpPr>
        <p:spPr>
          <a:xfrm>
            <a:off x="1019556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쌍기역</a:t>
            </a:r>
            <a:endParaRPr lang="ko-KR" sz="2200" dirty="0"/>
          </a:p>
        </p:txBody>
      </p:sp>
      <p:sp>
        <p:nvSpPr>
          <p:cNvPr id="7" name="S03-tile19"/>
          <p:cNvSpPr txBox="1"/>
          <p:nvPr/>
        </p:nvSpPr>
        <p:spPr>
          <a:xfrm>
            <a:off x="3150108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ㄸ</a:t>
            </a:r>
            <a:endParaRPr lang="ko-KR" sz="7900" dirty="0"/>
          </a:p>
        </p:txBody>
      </p:sp>
      <p:sp>
        <p:nvSpPr>
          <p:cNvPr id="8" name="S03-label20"/>
          <p:cNvSpPr txBox="1"/>
          <p:nvPr/>
        </p:nvSpPr>
        <p:spPr>
          <a:xfrm>
            <a:off x="3049524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쌍디귿</a:t>
            </a:r>
            <a:endParaRPr lang="ko-KR" sz="2200" dirty="0"/>
          </a:p>
        </p:txBody>
      </p:sp>
      <p:sp>
        <p:nvSpPr>
          <p:cNvPr id="9" name="S03-tile21"/>
          <p:cNvSpPr txBox="1"/>
          <p:nvPr/>
        </p:nvSpPr>
        <p:spPr>
          <a:xfrm>
            <a:off x="5180076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ㅃ</a:t>
            </a:r>
            <a:endParaRPr lang="ko-KR" sz="7900" dirty="0"/>
          </a:p>
        </p:txBody>
      </p:sp>
      <p:sp>
        <p:nvSpPr>
          <p:cNvPr id="10" name="S03-label22"/>
          <p:cNvSpPr txBox="1"/>
          <p:nvPr/>
        </p:nvSpPr>
        <p:spPr>
          <a:xfrm>
            <a:off x="5079492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쌍비읍</a:t>
            </a:r>
            <a:endParaRPr lang="ko-KR" sz="2200" dirty="0"/>
          </a:p>
        </p:txBody>
      </p:sp>
      <p:sp>
        <p:nvSpPr>
          <p:cNvPr id="11" name="S03-tile23"/>
          <p:cNvSpPr txBox="1"/>
          <p:nvPr/>
        </p:nvSpPr>
        <p:spPr>
          <a:xfrm>
            <a:off x="7210044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ㅆ</a:t>
            </a:r>
            <a:endParaRPr lang="ko-KR" sz="7900" dirty="0"/>
          </a:p>
        </p:txBody>
      </p:sp>
      <p:sp>
        <p:nvSpPr>
          <p:cNvPr id="12" name="S03-label24"/>
          <p:cNvSpPr txBox="1"/>
          <p:nvPr/>
        </p:nvSpPr>
        <p:spPr>
          <a:xfrm>
            <a:off x="7109460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쌍시옷</a:t>
            </a:r>
            <a:endParaRPr lang="ko-KR" sz="2200" dirty="0"/>
          </a:p>
        </p:txBody>
      </p:sp>
      <p:sp>
        <p:nvSpPr>
          <p:cNvPr id="13" name="S03-tile25"/>
          <p:cNvSpPr txBox="1"/>
          <p:nvPr/>
        </p:nvSpPr>
        <p:spPr>
          <a:xfrm>
            <a:off x="9240012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ㅉ</a:t>
            </a:r>
            <a:endParaRPr lang="ko-KR" sz="7900" dirty="0"/>
          </a:p>
        </p:txBody>
      </p:sp>
      <p:sp>
        <p:nvSpPr>
          <p:cNvPr id="14" name="S03-label26"/>
          <p:cNvSpPr txBox="1"/>
          <p:nvPr/>
        </p:nvSpPr>
        <p:spPr>
          <a:xfrm>
            <a:off x="9139428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쌍지읒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까, 카</a:t>
            </a:r>
            <a:endParaRPr lang="ko-KR" sz="4400" dirty="0"/>
          </a:p>
        </p:txBody>
      </p:sp>
      <p:sp>
        <p:nvSpPr>
          <p:cNvPr id="3" name="S04-card27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8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까: 목에 힘을 꽉</a:t>
            </a:r>
            <a:endParaRPr lang="ko-KR" sz="3200" dirty="0"/>
          </a:p>
        </p:txBody>
      </p:sp>
      <p:sp>
        <p:nvSpPr>
          <p:cNvPr id="5" name="S04-card29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30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카: 바람을 세게</a:t>
            </a:r>
            <a:endParaRPr lang="ko-KR" sz="3200" dirty="0"/>
          </a:p>
        </p:txBody>
      </p:sp>
      <p:sp>
        <p:nvSpPr>
          <p:cNvPr id="7" name="S04-tile31"/>
          <p:cNvSpPr txBox="1"/>
          <p:nvPr/>
        </p:nvSpPr>
        <p:spPr>
          <a:xfrm>
            <a:off x="2875788" y="19888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8700" dirty="0"/>
          </a:p>
        </p:txBody>
      </p:sp>
      <p:sp>
        <p:nvSpPr>
          <p:cNvPr id="8" name="S04-label32"/>
          <p:cNvSpPr txBox="1"/>
          <p:nvPr/>
        </p:nvSpPr>
        <p:spPr>
          <a:xfrm>
            <a:off x="2775204" y="403707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[가]</a:t>
            </a:r>
            <a:endParaRPr lang="ko-KR" sz="2200" dirty="0"/>
          </a:p>
        </p:txBody>
      </p:sp>
      <p:sp>
        <p:nvSpPr>
          <p:cNvPr id="9" name="S04-tile33"/>
          <p:cNvSpPr txBox="1"/>
          <p:nvPr/>
        </p:nvSpPr>
        <p:spPr>
          <a:xfrm>
            <a:off x="5088636" y="19888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</a:t>
            </a:r>
            <a:endParaRPr lang="ko-KR" sz="8700" dirty="0"/>
          </a:p>
        </p:txBody>
      </p:sp>
      <p:sp>
        <p:nvSpPr>
          <p:cNvPr id="10" name="S04-label34"/>
          <p:cNvSpPr txBox="1"/>
          <p:nvPr/>
        </p:nvSpPr>
        <p:spPr>
          <a:xfrm>
            <a:off x="4988052" y="403707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[까]</a:t>
            </a:r>
            <a:endParaRPr lang="ko-KR" sz="2200" dirty="0"/>
          </a:p>
        </p:txBody>
      </p:sp>
      <p:sp>
        <p:nvSpPr>
          <p:cNvPr id="11" name="S04-tile35"/>
          <p:cNvSpPr txBox="1"/>
          <p:nvPr/>
        </p:nvSpPr>
        <p:spPr>
          <a:xfrm>
            <a:off x="7301484" y="19888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</a:t>
            </a:r>
            <a:endParaRPr lang="ko-KR" sz="8700" dirty="0"/>
          </a:p>
        </p:txBody>
      </p:sp>
      <p:sp>
        <p:nvSpPr>
          <p:cNvPr id="12" name="S04-label36"/>
          <p:cNvSpPr txBox="1"/>
          <p:nvPr/>
        </p:nvSpPr>
        <p:spPr>
          <a:xfrm>
            <a:off x="7200900" y="403707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[카]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쌍자음자 글자 표</a:t>
            </a:r>
            <a:endParaRPr lang="ko-KR" sz="4400" dirty="0"/>
          </a:p>
        </p:txBody>
      </p:sp>
      <p:sp>
        <p:nvSpPr>
          <p:cNvPr id="3" name="S05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쌍자음자와 모음자가 만나는 글자를 읽어요.</a:t>
            </a:r>
            <a:endParaRPr lang="ko-KR" sz="3200" dirty="0"/>
          </a:p>
        </p:txBody>
      </p:sp>
      <p:graphicFrame>
        <p:nvGraphicFramePr>
          <p:cNvPr id="6" name="S05-table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2250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ㅏ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ㅗ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ㅜ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ㅣ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ㄲ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꼬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꾸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ㄸ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따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띠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ㅃ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뽀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ㅆ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싸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씨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ㅉ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쭈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토기일까요, 토끼일까요?</a:t>
            </a:r>
            <a:endParaRPr lang="ko-KR" sz="4400" dirty="0"/>
          </a:p>
        </p:txBody>
      </p:sp>
      <p:sp>
        <p:nvSpPr>
          <p:cNvPr id="3" name="S06-card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‘토끼’를 [토기]라고 읽었어요.</a:t>
            </a:r>
            <a:endParaRPr lang="ko-KR" sz="3200" dirty="0"/>
          </a:p>
        </p:txBody>
      </p:sp>
      <p:sp>
        <p:nvSpPr>
          <p:cNvPr id="5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다른가요? ‘토끼’는 어떻게 읽을까요?</a:t>
            </a:r>
            <a:endParaRPr lang="ko-KR" sz="3200" dirty="0"/>
          </a:p>
        </p:txBody>
      </p:sp>
      <p:sp>
        <p:nvSpPr>
          <p:cNvPr id="7" name="S06-chip4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ㄱ이 하나</a:t>
            </a:r>
            <a:endParaRPr lang="ko-KR" sz="2600" dirty="0"/>
          </a:p>
        </p:txBody>
      </p:sp>
      <p:sp>
        <p:nvSpPr>
          <p:cNvPr id="8" name="S06-tile44"/>
          <p:cNvSpPr txBox="1"/>
          <p:nvPr/>
        </p:nvSpPr>
        <p:spPr>
          <a:xfrm>
            <a:off x="2544318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</a:t>
            </a:r>
            <a:endParaRPr lang="ko-KR" sz="5900" dirty="0"/>
          </a:p>
        </p:txBody>
      </p:sp>
      <p:sp>
        <p:nvSpPr>
          <p:cNvPr id="9" name="S06-label45"/>
          <p:cNvSpPr txBox="1"/>
          <p:nvPr/>
        </p:nvSpPr>
        <p:spPr>
          <a:xfrm>
            <a:off x="2443734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[기]</a:t>
            </a:r>
            <a:endParaRPr lang="ko-KR" sz="2200" dirty="0"/>
          </a:p>
        </p:txBody>
      </p:sp>
      <p:sp>
        <p:nvSpPr>
          <p:cNvPr id="10" name="S06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ㄱ이 둘(쌍기역)</a:t>
            </a:r>
            <a:endParaRPr lang="ko-KR" sz="2600" dirty="0"/>
          </a:p>
        </p:txBody>
      </p:sp>
      <p:sp>
        <p:nvSpPr>
          <p:cNvPr id="11" name="S06-tile47"/>
          <p:cNvSpPr txBox="1"/>
          <p:nvPr/>
        </p:nvSpPr>
        <p:spPr>
          <a:xfrm>
            <a:off x="8273034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끼</a:t>
            </a:r>
            <a:endParaRPr lang="ko-KR" sz="5900" dirty="0"/>
          </a:p>
        </p:txBody>
      </p:sp>
      <p:sp>
        <p:nvSpPr>
          <p:cNvPr id="12" name="S06-label48"/>
          <p:cNvSpPr txBox="1"/>
          <p:nvPr/>
        </p:nvSpPr>
        <p:spPr>
          <a:xfrm>
            <a:off x="8172450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[끼]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ㅐ와 ㅔ</a:t>
            </a:r>
            <a:endParaRPr lang="ko-KR" sz="4400" dirty="0"/>
          </a:p>
        </p:txBody>
      </p:sp>
      <p:sp>
        <p:nvSpPr>
          <p:cNvPr id="3" name="S07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비슷해서 낱말로 기억해요.</a:t>
            </a:r>
            <a:endParaRPr lang="ko-KR" sz="3200" dirty="0"/>
          </a:p>
        </p:txBody>
      </p:sp>
      <p:sp>
        <p:nvSpPr>
          <p:cNvPr id="5" name="S07-card51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2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ㅏ에 ㅣ를 붙이면 ㅐ</a:t>
            </a:r>
            <a:endParaRPr lang="ko-KR" sz="3200" dirty="0"/>
          </a:p>
        </p:txBody>
      </p:sp>
      <p:sp>
        <p:nvSpPr>
          <p:cNvPr id="7" name="S07-card53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54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ㅓ에 ㅣ를 붙이면 ㅔ</a:t>
            </a:r>
            <a:endParaRPr lang="ko-KR" sz="3200" dirty="0"/>
          </a:p>
        </p:txBody>
      </p:sp>
      <p:sp>
        <p:nvSpPr>
          <p:cNvPr id="9" name="S07-tile55"/>
          <p:cNvSpPr txBox="1"/>
          <p:nvPr/>
        </p:nvSpPr>
        <p:spPr>
          <a:xfrm>
            <a:off x="4165092" y="15316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ㅐ</a:t>
            </a:r>
            <a:endParaRPr lang="ko-KR" sz="7900" dirty="0"/>
          </a:p>
        </p:txBody>
      </p:sp>
      <p:sp>
        <p:nvSpPr>
          <p:cNvPr id="10" name="S07-label56"/>
          <p:cNvSpPr txBox="1"/>
          <p:nvPr/>
        </p:nvSpPr>
        <p:spPr>
          <a:xfrm>
            <a:off x="4064508" y="339699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</a:t>
            </a:r>
            <a:endParaRPr lang="ko-KR" sz="2200" dirty="0"/>
          </a:p>
        </p:txBody>
      </p:sp>
      <p:sp>
        <p:nvSpPr>
          <p:cNvPr id="11" name="S07-tile57"/>
          <p:cNvSpPr txBox="1"/>
          <p:nvPr/>
        </p:nvSpPr>
        <p:spPr>
          <a:xfrm>
            <a:off x="6195060" y="15316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ㅔ</a:t>
            </a:r>
            <a:endParaRPr lang="ko-KR" sz="7900" dirty="0"/>
          </a:p>
        </p:txBody>
      </p:sp>
      <p:sp>
        <p:nvSpPr>
          <p:cNvPr id="12" name="S07-label58"/>
          <p:cNvSpPr txBox="1"/>
          <p:nvPr/>
        </p:nvSpPr>
        <p:spPr>
          <a:xfrm>
            <a:off x="6094476" y="339699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모음자를 합쳐요</a:t>
            </a:r>
            <a:endParaRPr lang="ko-KR" sz="4400" dirty="0"/>
          </a:p>
        </p:txBody>
      </p:sp>
      <p:sp>
        <p:nvSpPr>
          <p:cNvPr id="3" name="S08-card59"/>
          <p:cNvSpPr/>
          <p:nvPr/>
        </p:nvSpPr>
        <p:spPr>
          <a:xfrm>
            <a:off x="548640" y="534924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60"/>
          <p:cNvSpPr txBox="1"/>
          <p:nvPr/>
        </p:nvSpPr>
        <p:spPr>
          <a:xfrm>
            <a:off x="822960" y="548640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ㅗ+ㅏ → ㅘ</a:t>
            </a:r>
            <a:endParaRPr lang="ko-KR" sz="3200" dirty="0"/>
          </a:p>
        </p:txBody>
      </p:sp>
      <p:sp>
        <p:nvSpPr>
          <p:cNvPr id="5" name="S08-card61"/>
          <p:cNvSpPr/>
          <p:nvPr/>
        </p:nvSpPr>
        <p:spPr>
          <a:xfrm>
            <a:off x="4322064" y="534924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62"/>
          <p:cNvSpPr txBox="1"/>
          <p:nvPr/>
        </p:nvSpPr>
        <p:spPr>
          <a:xfrm>
            <a:off x="4596384" y="548640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ㅜ+ㅓ → ㅝ</a:t>
            </a:r>
            <a:endParaRPr lang="ko-KR" sz="3200" dirty="0"/>
          </a:p>
        </p:txBody>
      </p:sp>
      <p:sp>
        <p:nvSpPr>
          <p:cNvPr id="7" name="S08-card63"/>
          <p:cNvSpPr/>
          <p:nvPr/>
        </p:nvSpPr>
        <p:spPr>
          <a:xfrm>
            <a:off x="8095488" y="534924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4"/>
          <p:cNvSpPr txBox="1"/>
          <p:nvPr/>
        </p:nvSpPr>
        <p:spPr>
          <a:xfrm>
            <a:off x="8369808" y="548640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ㅡ+ㅣ → ㅢ</a:t>
            </a:r>
            <a:endParaRPr lang="ko-KR" sz="3200" dirty="0"/>
          </a:p>
        </p:txBody>
      </p:sp>
      <p:sp>
        <p:nvSpPr>
          <p:cNvPr id="9" name="S08-tile65"/>
          <p:cNvSpPr txBox="1"/>
          <p:nvPr/>
        </p:nvSpPr>
        <p:spPr>
          <a:xfrm>
            <a:off x="3150108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ㅘ</a:t>
            </a:r>
            <a:endParaRPr lang="ko-KR" sz="7900" dirty="0"/>
          </a:p>
        </p:txBody>
      </p:sp>
      <p:sp>
        <p:nvSpPr>
          <p:cNvPr id="10" name="S08-label66"/>
          <p:cNvSpPr txBox="1"/>
          <p:nvPr/>
        </p:nvSpPr>
        <p:spPr>
          <a:xfrm>
            <a:off x="3049524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</a:t>
            </a:r>
            <a:endParaRPr lang="ko-KR" sz="2200" dirty="0"/>
          </a:p>
        </p:txBody>
      </p:sp>
      <p:sp>
        <p:nvSpPr>
          <p:cNvPr id="11" name="S08-tile67"/>
          <p:cNvSpPr txBox="1"/>
          <p:nvPr/>
        </p:nvSpPr>
        <p:spPr>
          <a:xfrm>
            <a:off x="5180076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ㅝ</a:t>
            </a:r>
            <a:endParaRPr lang="ko-KR" sz="7900" dirty="0"/>
          </a:p>
        </p:txBody>
      </p:sp>
      <p:sp>
        <p:nvSpPr>
          <p:cNvPr id="12" name="S08-label68"/>
          <p:cNvSpPr txBox="1"/>
          <p:nvPr/>
        </p:nvSpPr>
        <p:spPr>
          <a:xfrm>
            <a:off x="5079492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</a:t>
            </a:r>
            <a:endParaRPr lang="ko-KR" sz="2200" dirty="0"/>
          </a:p>
        </p:txBody>
      </p:sp>
      <p:sp>
        <p:nvSpPr>
          <p:cNvPr id="13" name="S08-tile69"/>
          <p:cNvSpPr txBox="1"/>
          <p:nvPr/>
        </p:nvSpPr>
        <p:spPr>
          <a:xfrm>
            <a:off x="7210044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ㅢ</a:t>
            </a:r>
            <a:endParaRPr lang="ko-KR" sz="7900" dirty="0"/>
          </a:p>
        </p:txBody>
      </p:sp>
      <p:sp>
        <p:nvSpPr>
          <p:cNvPr id="14" name="S08-label70"/>
          <p:cNvSpPr txBox="1"/>
          <p:nvPr/>
        </p:nvSpPr>
        <p:spPr>
          <a:xfrm>
            <a:off x="7109460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읽어요</a:t>
            </a:r>
            <a:endParaRPr lang="ko-KR" sz="4400" dirty="0"/>
          </a:p>
        </p:txBody>
      </p:sp>
      <p:sp>
        <p:nvSpPr>
          <p:cNvPr id="3" name="S09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읽고, 무엇인지 말해요.</a:t>
            </a:r>
            <a:endParaRPr lang="ko-KR" sz="3200" dirty="0"/>
          </a:p>
        </p:txBody>
      </p:sp>
      <p:sp>
        <p:nvSpPr>
          <p:cNvPr id="4" name="S09-word72"/>
          <p:cNvSpPr txBox="1"/>
          <p:nvPr/>
        </p:nvSpPr>
        <p:spPr>
          <a:xfrm>
            <a:off x="548640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endParaRPr lang="ko-KR" sz="3600" dirty="0"/>
          </a:p>
        </p:txBody>
      </p:sp>
      <p:sp>
        <p:nvSpPr>
          <p:cNvPr id="5" name="S09-word73"/>
          <p:cNvSpPr txBox="1"/>
          <p:nvPr/>
        </p:nvSpPr>
        <p:spPr>
          <a:xfrm>
            <a:off x="4337304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</a:t>
            </a:r>
            <a:endParaRPr lang="ko-KR" sz="3600" dirty="0"/>
          </a:p>
        </p:txBody>
      </p:sp>
      <p:sp>
        <p:nvSpPr>
          <p:cNvPr id="6" name="S09-word74"/>
          <p:cNvSpPr txBox="1"/>
          <p:nvPr/>
        </p:nvSpPr>
        <p:spPr>
          <a:xfrm>
            <a:off x="8125968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</a:t>
            </a:r>
            <a:endParaRPr lang="ko-KR" sz="3600" dirty="0"/>
          </a:p>
        </p:txBody>
      </p:sp>
      <p:sp>
        <p:nvSpPr>
          <p:cNvPr id="7" name="S09-word75"/>
          <p:cNvSpPr txBox="1"/>
          <p:nvPr/>
        </p:nvSpPr>
        <p:spPr>
          <a:xfrm>
            <a:off x="548640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8" name="S09-word76"/>
          <p:cNvSpPr txBox="1"/>
          <p:nvPr/>
        </p:nvSpPr>
        <p:spPr>
          <a:xfrm>
            <a:off x="4337304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원숭이</a:t>
            </a:r>
            <a:endParaRPr lang="ko-KR" sz="3600" dirty="0"/>
          </a:p>
        </p:txBody>
      </p:sp>
      <p:sp>
        <p:nvSpPr>
          <p:cNvPr id="9" name="S09-word77"/>
          <p:cNvSpPr txBox="1"/>
          <p:nvPr/>
        </p:nvSpPr>
        <p:spPr>
          <a:xfrm>
            <a:off x="8125968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읽고, 무엇인지 말해요.</a:t>
            </a:r>
            <a:endParaRPr lang="ko-KR" sz="3200" dirty="0"/>
          </a:p>
        </p:txBody>
      </p:sp>
      <p:sp>
        <p:nvSpPr>
          <p:cNvPr id="4" name="S10-chip7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word80"/>
          <p:cNvSpPr txBox="1"/>
          <p:nvPr/>
        </p:nvSpPr>
        <p:spPr>
          <a:xfrm>
            <a:off x="1344168" y="201168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</a:t>
            </a:r>
            <a:endParaRPr lang="ko-KR" sz="3600" dirty="0"/>
          </a:p>
        </p:txBody>
      </p:sp>
      <p:sp>
        <p:nvSpPr>
          <p:cNvPr id="6" name="S10-word81"/>
          <p:cNvSpPr txBox="1"/>
          <p:nvPr/>
        </p:nvSpPr>
        <p:spPr>
          <a:xfrm>
            <a:off x="4224528" y="201168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오빠</a:t>
            </a:r>
            <a:endParaRPr lang="ko-KR" sz="3600" dirty="0"/>
          </a:p>
        </p:txBody>
      </p:sp>
      <p:sp>
        <p:nvSpPr>
          <p:cNvPr id="7" name="S10-chip8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word83"/>
          <p:cNvSpPr txBox="1"/>
          <p:nvPr/>
        </p:nvSpPr>
        <p:spPr>
          <a:xfrm>
            <a:off x="1344168" y="347472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</a:t>
            </a:r>
            <a:endParaRPr lang="ko-KR" sz="3600" dirty="0"/>
          </a:p>
        </p:txBody>
      </p:sp>
      <p:sp>
        <p:nvSpPr>
          <p:cNvPr id="9" name="S10-word84"/>
          <p:cNvSpPr txBox="1"/>
          <p:nvPr/>
        </p:nvSpPr>
        <p:spPr>
          <a:xfrm>
            <a:off x="4224528" y="347472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</a:t>
            </a:r>
            <a:endParaRPr lang="ko-KR" sz="3600" dirty="0"/>
          </a:p>
        </p:txBody>
      </p:sp>
      <p:sp>
        <p:nvSpPr>
          <p:cNvPr id="10" name="S10-chip8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word86"/>
          <p:cNvSpPr txBox="1"/>
          <p:nvPr/>
        </p:nvSpPr>
        <p:spPr>
          <a:xfrm>
            <a:off x="1344168" y="493776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</a:t>
            </a:r>
            <a:endParaRPr lang="ko-KR" sz="3600" dirty="0"/>
          </a:p>
        </p:txBody>
      </p:sp>
      <p:sp>
        <p:nvSpPr>
          <p:cNvPr id="12" name="S10-word87"/>
          <p:cNvSpPr txBox="1"/>
          <p:nvPr/>
        </p:nvSpPr>
        <p:spPr>
          <a:xfrm>
            <a:off x="4224528" y="493776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골라요</a:t>
            </a:r>
            <a:endParaRPr lang="ko-KR" sz="4400" dirty="0"/>
          </a:p>
        </p:txBody>
      </p:sp>
      <p:sp>
        <p:nvSpPr>
          <p:cNvPr id="3" name="S12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소리의 모음자는? 어떻게 알았나요?</a:t>
            </a:r>
            <a:endParaRPr lang="ko-KR" sz="3200" dirty="0"/>
          </a:p>
        </p:txBody>
      </p:sp>
      <p:sp>
        <p:nvSpPr>
          <p:cNvPr id="5" name="S12-chip90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2-tile91"/>
          <p:cNvSpPr txBox="1"/>
          <p:nvPr/>
        </p:nvSpPr>
        <p:spPr>
          <a:xfrm>
            <a:off x="1452372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ㅝ</a:t>
            </a:r>
            <a:endParaRPr lang="ko-KR" sz="7100" dirty="0"/>
          </a:p>
        </p:txBody>
      </p:sp>
      <p:sp>
        <p:nvSpPr>
          <p:cNvPr id="7" name="S12-chip92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12-tile93"/>
          <p:cNvSpPr txBox="1"/>
          <p:nvPr/>
        </p:nvSpPr>
        <p:spPr>
          <a:xfrm>
            <a:off x="5271516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ㅘ</a:t>
            </a:r>
            <a:endParaRPr lang="ko-KR" sz="7100" dirty="0"/>
          </a:p>
        </p:txBody>
      </p:sp>
      <p:sp>
        <p:nvSpPr>
          <p:cNvPr id="9" name="S12-chip94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12-tile95"/>
          <p:cNvSpPr txBox="1"/>
          <p:nvPr/>
        </p:nvSpPr>
        <p:spPr>
          <a:xfrm>
            <a:off x="9090660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ㅢ</a:t>
            </a:r>
            <a:endParaRPr lang="ko-KR" sz="7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6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7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자음자가 둘이면 힘주어 읽고, 모음자가 합쳐지면 빨리 이어 읽어요.</a:t>
            </a:r>
            <a:endParaRPr lang="ko-KR" sz="3200" dirty="0"/>
          </a:p>
        </p:txBody>
      </p:sp>
      <p:sp>
        <p:nvSpPr>
          <p:cNvPr id="5" name="S13-chip98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토끼는 힘주어 [토끼]</a:t>
            </a:r>
            <a:endParaRPr lang="ko-KR" sz="2600" dirty="0"/>
          </a:p>
        </p:txBody>
      </p:sp>
      <p:sp>
        <p:nvSpPr>
          <p:cNvPr id="6" name="S13-chip99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[토기]처럼 읽기</a:t>
            </a:r>
            <a:endParaRPr lang="ko-KR" sz="2600" dirty="0"/>
          </a:p>
        </p:txBody>
      </p:sp>
      <p:sp>
        <p:nvSpPr>
          <p:cNvPr id="7" name="S13-text100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01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꼬리 아빠 사과 의자</a:t>
            </a:r>
            <a:endParaRPr lang="ko-KR" sz="2600" dirty="0"/>
          </a:p>
        </p:txBody>
      </p:sp>
      <p:sp>
        <p:nvSpPr>
          <p:cNvPr id="9" name="S13-text102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개와 게는 무엇?</a:t>
            </a:r>
            <a:endParaRPr lang="ko-KR" sz="2600" dirty="0"/>
          </a:p>
        </p:txBody>
      </p:sp>
      <p:sp>
        <p:nvSpPr>
          <p:cNvPr id="10" name="S13-text103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ㄲ의 이름은?</a:t>
            </a:r>
            <a:endParaRPr lang="ko-KR" sz="2600" dirty="0"/>
          </a:p>
        </p:txBody>
      </p:sp>
      <p:sp>
        <p:nvSpPr>
          <p:cNvPr id="11" name="S13-text10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낱말 읽고 쓰기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받침 있는 글자</a:t>
            </a:r>
            <a:endParaRPr lang="ko-KR" sz="4400" dirty="0"/>
          </a:p>
        </p:txBody>
      </p:sp>
      <p:sp>
        <p:nvSpPr>
          <p:cNvPr id="3" name="S14-card105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06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받침은 끝소리</a:t>
            </a:r>
            <a:endParaRPr lang="ko-KR" sz="3200" dirty="0"/>
          </a:p>
        </p:txBody>
      </p:sp>
      <p:sp>
        <p:nvSpPr>
          <p:cNvPr id="5" name="S14-card107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08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받침에서 입을 멈춰요</a:t>
            </a:r>
            <a:endParaRPr lang="ko-KR" sz="3200" dirty="0"/>
          </a:p>
        </p:txBody>
      </p:sp>
      <p:sp>
        <p:nvSpPr>
          <p:cNvPr id="7" name="S14-tile109"/>
          <p:cNvSpPr txBox="1"/>
          <p:nvPr/>
        </p:nvSpPr>
        <p:spPr>
          <a:xfrm>
            <a:off x="2500884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7100" dirty="0"/>
          </a:p>
        </p:txBody>
      </p:sp>
      <p:sp>
        <p:nvSpPr>
          <p:cNvPr id="8" name="S14-label110"/>
          <p:cNvSpPr txBox="1"/>
          <p:nvPr/>
        </p:nvSpPr>
        <p:spPr>
          <a:xfrm>
            <a:off x="2400300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[곰]</a:t>
            </a:r>
            <a:endParaRPr lang="ko-KR" sz="2200" dirty="0"/>
          </a:p>
        </p:txBody>
      </p:sp>
      <p:sp>
        <p:nvSpPr>
          <p:cNvPr id="9" name="S14-tile111"/>
          <p:cNvSpPr txBox="1"/>
          <p:nvPr/>
        </p:nvSpPr>
        <p:spPr>
          <a:xfrm>
            <a:off x="4347972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7100" dirty="0"/>
          </a:p>
        </p:txBody>
      </p:sp>
      <p:sp>
        <p:nvSpPr>
          <p:cNvPr id="10" name="S14-label112"/>
          <p:cNvSpPr txBox="1"/>
          <p:nvPr/>
        </p:nvSpPr>
        <p:spPr>
          <a:xfrm>
            <a:off x="4247388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[산]</a:t>
            </a:r>
            <a:endParaRPr lang="ko-KR" sz="2200" dirty="0"/>
          </a:p>
        </p:txBody>
      </p:sp>
      <p:sp>
        <p:nvSpPr>
          <p:cNvPr id="11" name="S14-tile113"/>
          <p:cNvSpPr txBox="1"/>
          <p:nvPr/>
        </p:nvSpPr>
        <p:spPr>
          <a:xfrm>
            <a:off x="6195060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</a:t>
            </a:r>
            <a:endParaRPr lang="ko-KR" sz="7100" dirty="0"/>
          </a:p>
        </p:txBody>
      </p:sp>
      <p:sp>
        <p:nvSpPr>
          <p:cNvPr id="12" name="S14-label114"/>
          <p:cNvSpPr txBox="1"/>
          <p:nvPr/>
        </p:nvSpPr>
        <p:spPr>
          <a:xfrm>
            <a:off x="6094476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[밥]</a:t>
            </a:r>
            <a:endParaRPr lang="ko-KR" sz="2200" dirty="0"/>
          </a:p>
        </p:txBody>
      </p:sp>
      <p:sp>
        <p:nvSpPr>
          <p:cNvPr id="13" name="S14-tile115"/>
          <p:cNvSpPr txBox="1"/>
          <p:nvPr/>
        </p:nvSpPr>
        <p:spPr>
          <a:xfrm>
            <a:off x="8042148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endParaRPr lang="ko-KR" sz="7100" dirty="0"/>
          </a:p>
        </p:txBody>
      </p:sp>
      <p:sp>
        <p:nvSpPr>
          <p:cNvPr id="14" name="S14-label116"/>
          <p:cNvSpPr txBox="1"/>
          <p:nvPr/>
        </p:nvSpPr>
        <p:spPr>
          <a:xfrm>
            <a:off x="7941564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[공]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쌍자음과 여러 가지 모음</dc:title>
  <dc:subject>KR22-G01-KOR-DOUBLE-L01</dc:subject>
  <dc:creator>education-ppt</dc:creator>
  <cp:lastModifiedBy>education-ppt</cp:lastModifiedBy>
  <cp:revision>1</cp:revision>
  <dcterms:created xsi:type="dcterms:W3CDTF">2026-10-26T07:44:45Z</dcterms:created>
  <dcterms:modified xsi:type="dcterms:W3CDTF">2026-10-26T07:44:45Z</dcterms:modified>
</cp:coreProperties>
</file>