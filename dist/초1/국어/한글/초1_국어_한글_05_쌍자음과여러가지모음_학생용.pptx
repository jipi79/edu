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e9dbb0d-490c-7d5b-b0ae-b6cbb9932d68}">
          <p14:sldIdLst>
            <p14:sldId id="256"/>
            <p14:sldId id="257"/>
          </p14:sldIdLst>
        </p14:section>
        <p14:section name="개념" id="{d1cd2525-b715-fb59-bd2e-41cdbef2cb5d}">
          <p14:sldIdLst>
            <p14:sldId id="258"/>
            <p14:sldId id="259"/>
            <p14:sldId id="262"/>
            <p14:sldId id="263"/>
          </p14:sldIdLst>
        </p14:section>
        <p14:section name="연습" id="{dd3d7802-100c-3788-ccd5-8e7729c0af06}">
          <p14:sldIdLst>
            <p14:sldId id="260"/>
            <p14:sldId id="261"/>
            <p14:sldId id="264"/>
          </p14:sldIdLst>
        </p14:section>
        <p14:section name="개념" id="{163f8d2d-1c42-035f-9159-43a1dade8440}">
          <p14:sldIdLst/>
        </p14:section>
        <p14:section name="연습" id="{69ae9e98-7278-feec-a2c0-f4d26a440771}">
          <p14:sldIdLst/>
        </p14:section>
        <p14:section name="확인" id="{6cc98954-bf2a-f3e4-7f03-42a9d66b373d}">
          <p14:sldIdLst>
            <p14:sldId id="265"/>
            <p14:sldId id="266"/>
          </p14:sldIdLst>
        </p14:section>
        <p14:section name="정리" id="{2374f616-d561-3283-82ef-177d738a1526}">
          <p14:sldIdLst>
            <p14:sldId id="267"/>
          </p14:sldIdLst>
        </p14:section>
        <p14:section name="보충" id="{e57daec7-13f5-f46b-0402-9eded84a2b6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쌍자음과 여러 가지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두 개 나란히 있으면 어떤 소리일까요?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ㄲ ㄸ ㅃ ㅆ ㅉ가 든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ㅐ ㅔ ㅘ ㅝ ㅢ가 든 글자를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읽기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9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900" dirty="0"/>
          </a:p>
        </p:txBody>
      </p:sp>
      <p:sp>
        <p:nvSpPr>
          <p:cNvPr id="6" name="S02-tile10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5900" dirty="0"/>
          </a:p>
        </p:txBody>
      </p:sp>
      <p:sp>
        <p:nvSpPr>
          <p:cNvPr id="7" name="S02-tile11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59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3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</a:t>
            </a:r>
            <a:endParaRPr lang="ko-KR" sz="3600" dirty="0"/>
          </a:p>
        </p:txBody>
      </p:sp>
      <p:sp>
        <p:nvSpPr>
          <p:cNvPr id="10" name="S02-word14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둘이면 목에 힘을 준 소리가 나요.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쌍디귿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쌍비읍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쌍시옷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쌍지읒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까, 카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까: 목에 힘을 꽉</a:t>
            </a:r>
            <a:endParaRPr lang="ko-KR" sz="3200" dirty="0"/>
          </a:p>
        </p:txBody>
      </p:sp>
      <p:sp>
        <p:nvSpPr>
          <p:cNvPr id="5" name="S04-card2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카: 바람을 세게</a:t>
            </a:r>
            <a:endParaRPr lang="ko-KR" sz="3200" dirty="0"/>
          </a:p>
        </p:txBody>
      </p:sp>
      <p:sp>
        <p:nvSpPr>
          <p:cNvPr id="7" name="S04-tile31"/>
          <p:cNvSpPr txBox="1"/>
          <p:nvPr/>
        </p:nvSpPr>
        <p:spPr>
          <a:xfrm>
            <a:off x="2875788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8" name="S04-label32"/>
          <p:cNvSpPr txBox="1"/>
          <p:nvPr/>
        </p:nvSpPr>
        <p:spPr>
          <a:xfrm>
            <a:off x="2775204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088636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8700" dirty="0"/>
          </a:p>
        </p:txBody>
      </p:sp>
      <p:sp>
        <p:nvSpPr>
          <p:cNvPr id="10" name="S04-label34"/>
          <p:cNvSpPr txBox="1"/>
          <p:nvPr/>
        </p:nvSpPr>
        <p:spPr>
          <a:xfrm>
            <a:off x="4988052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301484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8700" dirty="0"/>
          </a:p>
        </p:txBody>
      </p:sp>
      <p:sp>
        <p:nvSpPr>
          <p:cNvPr id="12" name="S04-label36"/>
          <p:cNvSpPr txBox="1"/>
          <p:nvPr/>
        </p:nvSpPr>
        <p:spPr>
          <a:xfrm>
            <a:off x="7200900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[카]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 글자 표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1640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ㄲ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ㄸ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ㅃ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ㅆ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ㅉ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토기일까요, 토끼일까요?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‘토끼’를 [토기]라고 읽었어요.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 ‘토끼’는 어떻게 읽을까요?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하나</a:t>
            </a:r>
            <a:endParaRPr lang="ko-KR" sz="2600" dirty="0"/>
          </a:p>
        </p:txBody>
      </p:sp>
      <p:sp>
        <p:nvSpPr>
          <p:cNvPr id="8" name="S06-tile4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</a:t>
            </a:r>
            <a:endParaRPr lang="ko-KR" sz="5900" dirty="0"/>
          </a:p>
        </p:txBody>
      </p:sp>
      <p:sp>
        <p:nvSpPr>
          <p:cNvPr id="9" name="S06-label4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[기]</a:t>
            </a:r>
            <a:endParaRPr lang="ko-KR" sz="2200" dirty="0"/>
          </a:p>
        </p:txBody>
      </p:sp>
      <p:sp>
        <p:nvSpPr>
          <p:cNvPr id="10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둘(쌍기역)</a:t>
            </a:r>
            <a:endParaRPr lang="ko-KR" sz="2600" dirty="0"/>
          </a:p>
        </p:txBody>
      </p:sp>
      <p:sp>
        <p:nvSpPr>
          <p:cNvPr id="11" name="S06-tile4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12" name="S06-label4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[끼]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ㅐ와 ㅔ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비슷해서 낱말로 기억해요.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ㅏ에 ㅣ를 붙이면 ㅐ</a:t>
            </a:r>
            <a:endParaRPr lang="ko-KR" sz="3200" dirty="0"/>
          </a:p>
        </p:txBody>
      </p:sp>
      <p:sp>
        <p:nvSpPr>
          <p:cNvPr id="7" name="S07-card5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ㅓ에 ㅣ를 붙이면 ㅔ</a:t>
            </a:r>
            <a:endParaRPr lang="ko-KR" sz="3200" dirty="0"/>
          </a:p>
        </p:txBody>
      </p:sp>
      <p:sp>
        <p:nvSpPr>
          <p:cNvPr id="9" name="S07-tile55"/>
          <p:cNvSpPr txBox="1"/>
          <p:nvPr/>
        </p:nvSpPr>
        <p:spPr>
          <a:xfrm>
            <a:off x="4165092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7900" dirty="0"/>
          </a:p>
        </p:txBody>
      </p:sp>
      <p:sp>
        <p:nvSpPr>
          <p:cNvPr id="10" name="S07-label56"/>
          <p:cNvSpPr txBox="1"/>
          <p:nvPr/>
        </p:nvSpPr>
        <p:spPr>
          <a:xfrm>
            <a:off x="4064508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</a:t>
            </a:r>
            <a:endParaRPr lang="ko-KR" sz="2200" dirty="0"/>
          </a:p>
        </p:txBody>
      </p:sp>
      <p:sp>
        <p:nvSpPr>
          <p:cNvPr id="11" name="S07-tile57"/>
          <p:cNvSpPr txBox="1"/>
          <p:nvPr/>
        </p:nvSpPr>
        <p:spPr>
          <a:xfrm>
            <a:off x="6195060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7900" dirty="0"/>
          </a:p>
        </p:txBody>
      </p:sp>
      <p:sp>
        <p:nvSpPr>
          <p:cNvPr id="12" name="S07-label58"/>
          <p:cNvSpPr txBox="1"/>
          <p:nvPr/>
        </p:nvSpPr>
        <p:spPr>
          <a:xfrm>
            <a:off x="6094476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모음자를 합쳐요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ㅗ+ㅏ → ㅘ</a:t>
            </a:r>
            <a:endParaRPr lang="ko-KR" sz="3200" dirty="0"/>
          </a:p>
        </p:txBody>
      </p:sp>
      <p:sp>
        <p:nvSpPr>
          <p:cNvPr id="5" name="S08-card61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2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ㅜ+ㅓ → ㅝ</a:t>
            </a:r>
            <a:endParaRPr lang="ko-KR" sz="3200" dirty="0"/>
          </a:p>
        </p:txBody>
      </p:sp>
      <p:sp>
        <p:nvSpPr>
          <p:cNvPr id="7" name="S08-card63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4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ㅡ+ㅣ → ㅢ</a:t>
            </a:r>
            <a:endParaRPr lang="ko-KR" sz="3200" dirty="0"/>
          </a:p>
        </p:txBody>
      </p:sp>
      <p:sp>
        <p:nvSpPr>
          <p:cNvPr id="9" name="S08-tile65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900" dirty="0"/>
          </a:p>
        </p:txBody>
      </p:sp>
      <p:sp>
        <p:nvSpPr>
          <p:cNvPr id="10" name="S08-label66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</a:t>
            </a:r>
            <a:endParaRPr lang="ko-KR" sz="2200" dirty="0"/>
          </a:p>
        </p:txBody>
      </p:sp>
      <p:sp>
        <p:nvSpPr>
          <p:cNvPr id="11" name="S08-tile67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900" dirty="0"/>
          </a:p>
        </p:txBody>
      </p:sp>
      <p:sp>
        <p:nvSpPr>
          <p:cNvPr id="12" name="S08-label68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</a:t>
            </a:r>
            <a:endParaRPr lang="ko-KR" sz="2200" dirty="0"/>
          </a:p>
        </p:txBody>
      </p:sp>
      <p:sp>
        <p:nvSpPr>
          <p:cNvPr id="13" name="S08-tile69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900" dirty="0"/>
          </a:p>
        </p:txBody>
      </p:sp>
      <p:sp>
        <p:nvSpPr>
          <p:cNvPr id="14" name="S08-label70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무엇인지 말해요.</a:t>
            </a:r>
            <a:endParaRPr lang="ko-KR" sz="3200" dirty="0"/>
          </a:p>
        </p:txBody>
      </p:sp>
      <p:sp>
        <p:nvSpPr>
          <p:cNvPr id="4" name="S09-word72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600" dirty="0"/>
          </a:p>
        </p:txBody>
      </p:sp>
      <p:sp>
        <p:nvSpPr>
          <p:cNvPr id="5" name="S09-word73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</a:t>
            </a:r>
            <a:endParaRPr lang="ko-KR" sz="3600" dirty="0"/>
          </a:p>
        </p:txBody>
      </p:sp>
      <p:sp>
        <p:nvSpPr>
          <p:cNvPr id="6" name="S09-word74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</a:t>
            </a:r>
            <a:endParaRPr lang="ko-KR" sz="3600" dirty="0"/>
          </a:p>
        </p:txBody>
      </p:sp>
      <p:sp>
        <p:nvSpPr>
          <p:cNvPr id="7" name="S09-word75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8" name="S09-word76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원숭이</a:t>
            </a:r>
            <a:endParaRPr lang="ko-KR" sz="3600" dirty="0"/>
          </a:p>
        </p:txBody>
      </p:sp>
      <p:sp>
        <p:nvSpPr>
          <p:cNvPr id="9" name="S09-word77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읽고, 무엇인지 말해요.</a:t>
            </a:r>
            <a:endParaRPr lang="ko-KR" sz="3200" dirty="0"/>
          </a:p>
        </p:txBody>
      </p:sp>
      <p:sp>
        <p:nvSpPr>
          <p:cNvPr id="4" name="S10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0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6" name="S10-word81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</a:t>
            </a:r>
            <a:endParaRPr lang="ko-KR" sz="3600" dirty="0"/>
          </a:p>
        </p:txBody>
      </p:sp>
      <p:sp>
        <p:nvSpPr>
          <p:cNvPr id="7" name="S10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3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600" dirty="0"/>
          </a:p>
        </p:txBody>
      </p:sp>
      <p:sp>
        <p:nvSpPr>
          <p:cNvPr id="9" name="S10-word84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</a:t>
            </a:r>
            <a:endParaRPr lang="ko-KR" sz="3600" dirty="0"/>
          </a:p>
        </p:txBody>
      </p:sp>
      <p:sp>
        <p:nvSpPr>
          <p:cNvPr id="10" name="S10-chip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word86"/>
          <p:cNvSpPr txBox="1"/>
          <p:nvPr/>
        </p:nvSpPr>
        <p:spPr>
          <a:xfrm>
            <a:off x="1344168" y="493776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</a:t>
            </a:r>
            <a:endParaRPr lang="ko-KR" sz="3600" dirty="0"/>
          </a:p>
        </p:txBody>
      </p:sp>
      <p:sp>
        <p:nvSpPr>
          <p:cNvPr id="12" name="S10-word87"/>
          <p:cNvSpPr txBox="1"/>
          <p:nvPr/>
        </p:nvSpPr>
        <p:spPr>
          <a:xfrm>
            <a:off x="4224528" y="493776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모음자는? 어떻게 알았나요?</a:t>
            </a:r>
            <a:endParaRPr lang="ko-KR" sz="3200" dirty="0"/>
          </a:p>
        </p:txBody>
      </p:sp>
      <p:sp>
        <p:nvSpPr>
          <p:cNvPr id="5" name="S12-chip9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9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100" dirty="0"/>
          </a:p>
        </p:txBody>
      </p:sp>
      <p:sp>
        <p:nvSpPr>
          <p:cNvPr id="7" name="S12-chip9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9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100" dirty="0"/>
          </a:p>
        </p:txBody>
      </p:sp>
      <p:sp>
        <p:nvSpPr>
          <p:cNvPr id="9" name="S12-chip9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9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 읽고, 모음자가 합쳐지면 빨리 이어 읽어요.</a:t>
            </a:r>
            <a:endParaRPr lang="ko-KR" sz="3200" dirty="0"/>
          </a:p>
        </p:txBody>
      </p:sp>
      <p:sp>
        <p:nvSpPr>
          <p:cNvPr id="5" name="S13-chip9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토끼는 힘주어 [토끼]</a:t>
            </a:r>
            <a:endParaRPr lang="ko-KR" sz="2600" dirty="0"/>
          </a:p>
        </p:txBody>
      </p:sp>
      <p:sp>
        <p:nvSpPr>
          <p:cNvPr id="6" name="S13-chip9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[토기]처럼 읽기</a:t>
            </a:r>
            <a:endParaRPr lang="ko-KR" sz="2600" dirty="0"/>
          </a:p>
        </p:txBody>
      </p:sp>
      <p:sp>
        <p:nvSpPr>
          <p:cNvPr id="7" name="S13-text10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꼬리 아빠 사과 의자</a:t>
            </a:r>
            <a:endParaRPr lang="ko-KR" sz="2600" dirty="0"/>
          </a:p>
        </p:txBody>
      </p:sp>
      <p:sp>
        <p:nvSpPr>
          <p:cNvPr id="9" name="S13-text10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개와 게는 무엇?</a:t>
            </a:r>
            <a:endParaRPr lang="ko-KR" sz="2600" dirty="0"/>
          </a:p>
        </p:txBody>
      </p:sp>
      <p:sp>
        <p:nvSpPr>
          <p:cNvPr id="10" name="S13-text10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ㄲ의 이름은?</a:t>
            </a:r>
            <a:endParaRPr lang="ko-KR" sz="2600" dirty="0"/>
          </a:p>
        </p:txBody>
      </p:sp>
      <p:sp>
        <p:nvSpPr>
          <p:cNvPr id="11" name="S13-text10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 읽고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있는 글자</a:t>
            </a:r>
            <a:endParaRPr lang="ko-KR" sz="4400" dirty="0"/>
          </a:p>
        </p:txBody>
      </p:sp>
      <p:sp>
        <p:nvSpPr>
          <p:cNvPr id="3" name="S14-card10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끝소리</a:t>
            </a:r>
            <a:endParaRPr lang="ko-KR" sz="3200" dirty="0"/>
          </a:p>
        </p:txBody>
      </p:sp>
      <p:sp>
        <p:nvSpPr>
          <p:cNvPr id="5" name="S14-card10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멈춰요</a:t>
            </a:r>
            <a:endParaRPr lang="ko-KR" sz="3200" dirty="0"/>
          </a:p>
        </p:txBody>
      </p:sp>
      <p:sp>
        <p:nvSpPr>
          <p:cNvPr id="7" name="S14-tile109"/>
          <p:cNvSpPr txBox="1"/>
          <p:nvPr/>
        </p:nvSpPr>
        <p:spPr>
          <a:xfrm>
            <a:off x="250088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8" name="S14-label110"/>
          <p:cNvSpPr txBox="1"/>
          <p:nvPr/>
        </p:nvSpPr>
        <p:spPr>
          <a:xfrm>
            <a:off x="240030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9" name="S14-tile111"/>
          <p:cNvSpPr txBox="1"/>
          <p:nvPr/>
        </p:nvSpPr>
        <p:spPr>
          <a:xfrm>
            <a:off x="434797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10" name="S14-label112"/>
          <p:cNvSpPr txBox="1"/>
          <p:nvPr/>
        </p:nvSpPr>
        <p:spPr>
          <a:xfrm>
            <a:off x="424738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[산]</a:t>
            </a:r>
            <a:endParaRPr lang="ko-KR" sz="2200" dirty="0"/>
          </a:p>
        </p:txBody>
      </p:sp>
      <p:sp>
        <p:nvSpPr>
          <p:cNvPr id="11" name="S14-tile113"/>
          <p:cNvSpPr txBox="1"/>
          <p:nvPr/>
        </p:nvSpPr>
        <p:spPr>
          <a:xfrm>
            <a:off x="619506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7100" dirty="0"/>
          </a:p>
        </p:txBody>
      </p:sp>
      <p:sp>
        <p:nvSpPr>
          <p:cNvPr id="12" name="S14-label114"/>
          <p:cNvSpPr txBox="1"/>
          <p:nvPr/>
        </p:nvSpPr>
        <p:spPr>
          <a:xfrm>
            <a:off x="609447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[밥]</a:t>
            </a:r>
            <a:endParaRPr lang="ko-KR" sz="2200" dirty="0"/>
          </a:p>
        </p:txBody>
      </p:sp>
      <p:sp>
        <p:nvSpPr>
          <p:cNvPr id="13" name="S14-tile115"/>
          <p:cNvSpPr txBox="1"/>
          <p:nvPr/>
        </p:nvSpPr>
        <p:spPr>
          <a:xfrm>
            <a:off x="804214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14" name="S14-label116"/>
          <p:cNvSpPr txBox="1"/>
          <p:nvPr/>
        </p:nvSpPr>
        <p:spPr>
          <a:xfrm>
            <a:off x="794156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[공]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쌍자음과 여러 가지 모음</dc:title>
  <dc:subject>KR22-G01-KOR-DOUBLE-L01</dc:subject>
  <dc:creator>education-ppt</dc:creator>
  <cp:lastModifiedBy>education-ppt</cp:lastModifiedBy>
  <cp:revision>1</cp:revision>
  <dcterms:created xsi:type="dcterms:W3CDTF">2026-10-26T07:13:44Z</dcterms:created>
  <dcterms:modified xsi:type="dcterms:W3CDTF">2026-10-26T07:13:44Z</dcterms:modified>
</cp:coreProperties>
</file>