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586e967-ea45-18a7-195e-ee4d6247bf6e}">
          <p14:sldIdLst>
            <p14:sldId id="256"/>
            <p14:sldId id="257"/>
          </p14:sldIdLst>
        </p14:section>
        <p14:section name="개념" id="{f3a2b396-3d72-f17b-1156-bf13e2ccb09d}">
          <p14:sldIdLst>
            <p14:sldId id="258"/>
            <p14:sldId id="259"/>
            <p14:sldId id="262"/>
            <p14:sldId id="263"/>
          </p14:sldIdLst>
        </p14:section>
        <p14:section name="연습" id="{8c537651-174f-5e9d-fce8-034fe764fd4b}">
          <p14:sldIdLst>
            <p14:sldId id="260"/>
            <p14:sldId id="261"/>
            <p14:sldId id="264"/>
          </p14:sldIdLst>
        </p14:section>
        <p14:section name="개념" id="{6077259d-7516-cdb3-e4c4-71673a40540d}">
          <p14:sldIdLst/>
        </p14:section>
        <p14:section name="연습" id="{423fcbc6-533c-b359-f887-f3776f049f32}">
          <p14:sldIdLst/>
        </p14:section>
        <p14:section name="확인" id="{8b097291-a691-d81f-8885-d388779fcaa3}">
          <p14:sldIdLst>
            <p14:sldId id="265"/>
            <p14:sldId id="266"/>
          </p14:sldIdLst>
        </p14:section>
        <p14:section name="정리" id="{f1b47f7f-36c1-3b2e-d87d-35a4f0344726}">
          <p14:sldIdLst>
            <p14:sldId id="267"/>
          </p14:sldIdLst>
        </p14:section>
        <p14:section name="보충" id="{efc37cc1-3b3a-9aeb-2950-fbac28395f5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500" dirty="0"/>
          </a:p>
        </p:txBody>
      </p:sp>
      <p:sp>
        <p:nvSpPr>
          <p:cNvPr id="6" name="S02-tile10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500" dirty="0"/>
          </a:p>
        </p:txBody>
      </p:sp>
      <p:sp>
        <p:nvSpPr>
          <p:cNvPr id="7" name="S02-tile11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5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64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358444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9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9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0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0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09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10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11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12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13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14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15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16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2026-10-26T07:06:26Z</dcterms:created>
  <dcterms:modified xsi:type="dcterms:W3CDTF">2026-10-26T07:06:26Z</dcterms:modified>
</cp:coreProperties>
</file>