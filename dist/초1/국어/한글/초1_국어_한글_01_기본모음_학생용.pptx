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0c5f6f8-50c9-6ab2-eb6f-904071381a53}">
          <p14:sldIdLst>
            <p14:sldId id="256"/>
            <p14:sldId id="257"/>
          </p14:sldIdLst>
        </p14:section>
        <p14:section name="개념" id="{6b086400-41ad-8bc6-f8f3-ffeae0fc0cd6}">
          <p14:sldIdLst>
            <p14:sldId id="258"/>
            <p14:sldId id="259"/>
            <p14:sldId id="260"/>
          </p14:sldIdLst>
        </p14:section>
        <p14:section name="연습" id="{de451e09-fb95-8ea5-8945-0c837db97a80}">
          <p14:sldIdLst>
            <p14:sldId id="261"/>
            <p14:sldId id="262"/>
            <p14:sldId id="263"/>
            <p14:sldId id="264"/>
          </p14:sldIdLst>
        </p14:section>
        <p14:section name="확인" id="{00d13a92-9eb4-ada0-60ba-84f6ddc2cc8d}">
          <p14:sldIdLst>
            <p14:sldId id="265"/>
            <p14:sldId id="266"/>
          </p14:sldIdLst>
        </p14:section>
        <p14:section name="정리" id="{172dff03-6697-d375-093c-e3f8588035a0}">
          <p14:sldIdLst>
            <p14:sldId id="267"/>
          </p14:sldIdLst>
        </p14:section>
        <p14:section name="보충" id="{f55eb9ee-72ff-5020-8f91-05af47040f40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모음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ㅏ는 어떤 소리가 날까요?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모음자를 보고 소리 내어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모음자를 차례대로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모양 찾기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오른쪽과 똑같은 모양을 찾아요.</a:t>
            </a:r>
            <a:endParaRPr lang="ko-KR" sz="3200" dirty="0"/>
          </a:p>
        </p:txBody>
      </p:sp>
      <p:sp>
        <p:nvSpPr>
          <p:cNvPr id="4" name="S02-card8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9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모양</a:t>
            </a:r>
            <a:endParaRPr lang="ko-KR" sz="3200" dirty="0"/>
          </a:p>
        </p:txBody>
      </p:sp>
      <p:sp>
        <p:nvSpPr>
          <p:cNvPr id="6" name="S02-tile10"/>
          <p:cNvSpPr txBox="1"/>
          <p:nvPr/>
        </p:nvSpPr>
        <p:spPr>
          <a:xfrm>
            <a:off x="8273034" y="36804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" name="S02-tile12"/>
          <p:cNvSpPr txBox="1"/>
          <p:nvPr/>
        </p:nvSpPr>
        <p:spPr>
          <a:xfrm>
            <a:off x="2987802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5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02-tile14"/>
          <p:cNvSpPr txBox="1"/>
          <p:nvPr/>
        </p:nvSpPr>
        <p:spPr>
          <a:xfrm>
            <a:off x="2987802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1" name="S02-chip1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tile16"/>
          <p:cNvSpPr txBox="1"/>
          <p:nvPr/>
        </p:nvSpPr>
        <p:spPr>
          <a:xfrm>
            <a:off x="2987802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막대 ㅡ와 ㅣ</a:t>
            </a:r>
            <a:endParaRPr lang="ko-KR" sz="4400" dirty="0"/>
          </a:p>
        </p:txBody>
      </p:sp>
      <p:sp>
        <p:nvSpPr>
          <p:cNvPr id="3" name="S03-card1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누워 있어요</a:t>
            </a:r>
            <a:endParaRPr lang="ko-KR" sz="3200" dirty="0"/>
          </a:p>
        </p:txBody>
      </p:sp>
      <p:sp>
        <p:nvSpPr>
          <p:cNvPr id="5" name="S03-card1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있어요</a:t>
            </a:r>
            <a:endParaRPr lang="ko-KR" sz="3200" dirty="0"/>
          </a:p>
        </p:txBody>
      </p:sp>
      <p:sp>
        <p:nvSpPr>
          <p:cNvPr id="7" name="S03-tile21"/>
          <p:cNvSpPr txBox="1"/>
          <p:nvPr/>
        </p:nvSpPr>
        <p:spPr>
          <a:xfrm>
            <a:off x="3982212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8700" dirty="0"/>
          </a:p>
        </p:txBody>
      </p:sp>
      <p:sp>
        <p:nvSpPr>
          <p:cNvPr id="8" name="S03-label22"/>
          <p:cNvSpPr txBox="1"/>
          <p:nvPr/>
        </p:nvSpPr>
        <p:spPr>
          <a:xfrm>
            <a:off x="3881628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2200" dirty="0"/>
          </a:p>
        </p:txBody>
      </p:sp>
      <p:sp>
        <p:nvSpPr>
          <p:cNvPr id="9" name="S03-tile23"/>
          <p:cNvSpPr txBox="1"/>
          <p:nvPr/>
        </p:nvSpPr>
        <p:spPr>
          <a:xfrm>
            <a:off x="6195060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8700" dirty="0"/>
          </a:p>
        </p:txBody>
      </p:sp>
      <p:sp>
        <p:nvSpPr>
          <p:cNvPr id="10" name="S03-label24"/>
          <p:cNvSpPr txBox="1"/>
          <p:nvPr/>
        </p:nvSpPr>
        <p:spPr>
          <a:xfrm>
            <a:off x="6094476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하나</a:t>
            </a:r>
            <a:endParaRPr lang="ko-KR" sz="4400" dirty="0"/>
          </a:p>
        </p:txBody>
      </p:sp>
      <p:sp>
        <p:nvSpPr>
          <p:cNvPr id="3" name="S04-card2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ㅏ · 왼쪽 ㅓ</a:t>
            </a:r>
            <a:endParaRPr lang="ko-KR" sz="3200" dirty="0"/>
          </a:p>
        </p:txBody>
      </p:sp>
      <p:sp>
        <p:nvSpPr>
          <p:cNvPr id="5" name="S04-card2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ㅗ · 아래 ㅜ</a:t>
            </a:r>
            <a:endParaRPr lang="ko-KR" sz="3200" dirty="0"/>
          </a:p>
        </p:txBody>
      </p:sp>
      <p:sp>
        <p:nvSpPr>
          <p:cNvPr id="7" name="S04-tile29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900" dirty="0"/>
          </a:p>
        </p:txBody>
      </p:sp>
      <p:sp>
        <p:nvSpPr>
          <p:cNvPr id="8" name="S04-label30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9" name="S04-tile31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900" dirty="0"/>
          </a:p>
        </p:txBody>
      </p:sp>
      <p:sp>
        <p:nvSpPr>
          <p:cNvPr id="10" name="S04-label32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11" name="S04-tile33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900" dirty="0"/>
          </a:p>
        </p:txBody>
      </p:sp>
      <p:sp>
        <p:nvSpPr>
          <p:cNvPr id="12" name="S04-label34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ko-KR" sz="2200" dirty="0"/>
          </a:p>
        </p:txBody>
      </p:sp>
      <p:sp>
        <p:nvSpPr>
          <p:cNvPr id="13" name="S04-tile35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900" dirty="0"/>
          </a:p>
        </p:txBody>
      </p:sp>
      <p:sp>
        <p:nvSpPr>
          <p:cNvPr id="14" name="S04-label36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둘</a:t>
            </a:r>
            <a:endParaRPr lang="ko-KR" sz="4400" dirty="0"/>
          </a:p>
        </p:txBody>
      </p:sp>
      <p:sp>
        <p:nvSpPr>
          <p:cNvPr id="3" name="S05-card3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 아 → ㅑ 야</a:t>
            </a:r>
            <a:endParaRPr lang="ko-KR" sz="3200" dirty="0"/>
          </a:p>
        </p:txBody>
      </p:sp>
      <p:sp>
        <p:nvSpPr>
          <p:cNvPr id="5" name="S05-card3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 오 → ㅛ 요</a:t>
            </a:r>
            <a:endParaRPr lang="ko-KR" sz="3200" dirty="0"/>
          </a:p>
        </p:txBody>
      </p:sp>
      <p:sp>
        <p:nvSpPr>
          <p:cNvPr id="7" name="S05-tile41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7900" dirty="0"/>
          </a:p>
        </p:txBody>
      </p:sp>
      <p:sp>
        <p:nvSpPr>
          <p:cNvPr id="8" name="S05-label42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</a:t>
            </a:r>
            <a:endParaRPr lang="ko-KR" sz="2200" dirty="0"/>
          </a:p>
        </p:txBody>
      </p:sp>
      <p:sp>
        <p:nvSpPr>
          <p:cNvPr id="9" name="S05-tile43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7900" dirty="0"/>
          </a:p>
        </p:txBody>
      </p:sp>
      <p:sp>
        <p:nvSpPr>
          <p:cNvPr id="10" name="S05-label44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ko-KR" sz="2200" dirty="0"/>
          </a:p>
        </p:txBody>
      </p:sp>
      <p:sp>
        <p:nvSpPr>
          <p:cNvPr id="11" name="S05-tile45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7900" dirty="0"/>
          </a:p>
        </p:txBody>
      </p:sp>
      <p:sp>
        <p:nvSpPr>
          <p:cNvPr id="12" name="S05-label46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</a:t>
            </a:r>
            <a:endParaRPr lang="ko-KR" sz="2200" dirty="0"/>
          </a:p>
        </p:txBody>
      </p:sp>
      <p:sp>
        <p:nvSpPr>
          <p:cNvPr id="13" name="S05-tile47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900" dirty="0"/>
          </a:p>
        </p:txBody>
      </p:sp>
      <p:sp>
        <p:nvSpPr>
          <p:cNvPr id="14" name="S05-label48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ㅏ일까요, ㅓ일까요?</a:t>
            </a:r>
            <a:endParaRPr lang="ko-KR" sz="4400" dirty="0"/>
          </a:p>
        </p:txBody>
      </p:sp>
      <p:sp>
        <p:nvSpPr>
          <p:cNvPr id="3" name="S06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ㅓ를 보고 [아]라고 읽었어요.</a:t>
            </a:r>
            <a:endParaRPr lang="ko-KR" sz="3200" dirty="0"/>
          </a:p>
        </p:txBody>
      </p:sp>
      <p:sp>
        <p:nvSpPr>
          <p:cNvPr id="5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200" dirty="0"/>
          </a:p>
        </p:txBody>
      </p:sp>
      <p:sp>
        <p:nvSpPr>
          <p:cNvPr id="7" name="S06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오른쪽</a:t>
            </a:r>
            <a:endParaRPr lang="ko-KR" sz="2600" dirty="0"/>
          </a:p>
        </p:txBody>
      </p:sp>
      <p:sp>
        <p:nvSpPr>
          <p:cNvPr id="8" name="S06-tile5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9" name="S06-label5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10" name="S06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왼쪽</a:t>
            </a:r>
            <a:endParaRPr lang="ko-KR" sz="2600" dirty="0"/>
          </a:p>
        </p:txBody>
      </p:sp>
      <p:sp>
        <p:nvSpPr>
          <p:cNvPr id="11" name="S06-tile5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12" name="S06-label5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짚어요</a:t>
            </a:r>
            <a:endParaRPr lang="ko-KR" sz="4400" dirty="0"/>
          </a:p>
        </p:txBody>
      </p:sp>
      <p:sp>
        <p:nvSpPr>
          <p:cNvPr id="3" name="S07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소리의 모음자를 짚어요.</a:t>
            </a:r>
            <a:endParaRPr lang="ko-KR" sz="3200" dirty="0"/>
          </a:p>
        </p:txBody>
      </p:sp>
      <p:sp>
        <p:nvSpPr>
          <p:cNvPr id="4" name="S07-tile60"/>
          <p:cNvSpPr txBox="1"/>
          <p:nvPr/>
        </p:nvSpPr>
        <p:spPr>
          <a:xfrm>
            <a:off x="1577340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5" name="S07-tile61"/>
          <p:cNvSpPr txBox="1"/>
          <p:nvPr/>
        </p:nvSpPr>
        <p:spPr>
          <a:xfrm>
            <a:off x="3424428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7100" dirty="0"/>
          </a:p>
        </p:txBody>
      </p:sp>
      <p:sp>
        <p:nvSpPr>
          <p:cNvPr id="6" name="S07-tile62"/>
          <p:cNvSpPr txBox="1"/>
          <p:nvPr/>
        </p:nvSpPr>
        <p:spPr>
          <a:xfrm>
            <a:off x="5271516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100" dirty="0"/>
          </a:p>
        </p:txBody>
      </p:sp>
      <p:sp>
        <p:nvSpPr>
          <p:cNvPr id="7" name="S07-tile63"/>
          <p:cNvSpPr txBox="1"/>
          <p:nvPr/>
        </p:nvSpPr>
        <p:spPr>
          <a:xfrm>
            <a:off x="7118604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8" name="S07-tile64"/>
          <p:cNvSpPr txBox="1"/>
          <p:nvPr/>
        </p:nvSpPr>
        <p:spPr>
          <a:xfrm>
            <a:off x="8965692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7100" dirty="0"/>
          </a:p>
        </p:txBody>
      </p:sp>
      <p:sp>
        <p:nvSpPr>
          <p:cNvPr id="9" name="S07-tile65"/>
          <p:cNvSpPr txBox="1"/>
          <p:nvPr/>
        </p:nvSpPr>
        <p:spPr>
          <a:xfrm>
            <a:off x="1577340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10" name="S07-tile66"/>
          <p:cNvSpPr txBox="1"/>
          <p:nvPr/>
        </p:nvSpPr>
        <p:spPr>
          <a:xfrm>
            <a:off x="3424428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7100" dirty="0"/>
          </a:p>
        </p:txBody>
      </p:sp>
      <p:sp>
        <p:nvSpPr>
          <p:cNvPr id="11" name="S07-tile67"/>
          <p:cNvSpPr txBox="1"/>
          <p:nvPr/>
        </p:nvSpPr>
        <p:spPr>
          <a:xfrm>
            <a:off x="5271516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7100" dirty="0"/>
          </a:p>
        </p:txBody>
      </p:sp>
      <p:sp>
        <p:nvSpPr>
          <p:cNvPr id="12" name="S07-tile68"/>
          <p:cNvSpPr txBox="1"/>
          <p:nvPr/>
        </p:nvSpPr>
        <p:spPr>
          <a:xfrm>
            <a:off x="7118604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13" name="S07-tile69"/>
          <p:cNvSpPr txBox="1"/>
          <p:nvPr/>
        </p:nvSpPr>
        <p:spPr>
          <a:xfrm>
            <a:off x="8965692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 쓰는 차례</a:t>
            </a:r>
            <a:endParaRPr lang="ko-KR" sz="4400" dirty="0"/>
          </a:p>
        </p:txBody>
      </p:sp>
      <p:sp>
        <p:nvSpPr>
          <p:cNvPr id="3" name="S08-tile70"/>
          <p:cNvSpPr txBox="1"/>
          <p:nvPr/>
        </p:nvSpPr>
        <p:spPr>
          <a:xfrm>
            <a:off x="7808427" y="22997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4" name="S08-tile71"/>
          <p:cNvSpPr txBox="1"/>
          <p:nvPr/>
        </p:nvSpPr>
        <p:spPr>
          <a:xfrm>
            <a:off x="9381195" y="22997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5" name="S08-tile72"/>
          <p:cNvSpPr txBox="1"/>
          <p:nvPr/>
        </p:nvSpPr>
        <p:spPr>
          <a:xfrm>
            <a:off x="7808427" y="38724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6" name="S08-tile73"/>
          <p:cNvSpPr txBox="1"/>
          <p:nvPr/>
        </p:nvSpPr>
        <p:spPr>
          <a:xfrm>
            <a:off x="9381195" y="38724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900" dirty="0"/>
          </a:p>
        </p:txBody>
      </p:sp>
      <p:sp>
        <p:nvSpPr>
          <p:cNvPr id="7" name="S08-stepno74"/>
          <p:cNvSpPr txBox="1"/>
          <p:nvPr/>
        </p:nvSpPr>
        <p:spPr>
          <a:xfrm>
            <a:off x="548640" y="25628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75"/>
          <p:cNvSpPr txBox="1"/>
          <p:nvPr/>
        </p:nvSpPr>
        <p:spPr>
          <a:xfrm>
            <a:off x="1325880" y="25628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아래로 내려 그어요.</a:t>
            </a:r>
            <a:endParaRPr lang="ko-KR" sz="3200" dirty="0"/>
          </a:p>
        </p:txBody>
      </p:sp>
      <p:sp>
        <p:nvSpPr>
          <p:cNvPr id="9" name="S08-stepno76"/>
          <p:cNvSpPr txBox="1"/>
          <p:nvPr/>
        </p:nvSpPr>
        <p:spPr>
          <a:xfrm>
            <a:off x="548640" y="3321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77"/>
          <p:cNvSpPr txBox="1"/>
          <p:nvPr/>
        </p:nvSpPr>
        <p:spPr>
          <a:xfrm>
            <a:off x="1325880" y="327609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오른쪽으로 그어요.</a:t>
            </a:r>
            <a:endParaRPr lang="ko-KR" sz="3200" dirty="0"/>
          </a:p>
        </p:txBody>
      </p:sp>
      <p:sp>
        <p:nvSpPr>
          <p:cNvPr id="11" name="S08-stepno78"/>
          <p:cNvSpPr txBox="1"/>
          <p:nvPr/>
        </p:nvSpPr>
        <p:spPr>
          <a:xfrm>
            <a:off x="548640" y="4432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79"/>
          <p:cNvSpPr txBox="1"/>
          <p:nvPr/>
        </p:nvSpPr>
        <p:spPr>
          <a:xfrm>
            <a:off x="1325880" y="443230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위·왼쪽 막대부터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둘인 글자 쓰기</a:t>
            </a:r>
            <a:endParaRPr lang="ko-KR" sz="4400" dirty="0"/>
          </a:p>
        </p:txBody>
      </p:sp>
      <p:sp>
        <p:nvSpPr>
          <p:cNvPr id="3" name="S09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공중에 크게 쓰고, 활동지에 써요.</a:t>
            </a:r>
            <a:endParaRPr lang="ko-KR" sz="3200" dirty="0"/>
          </a:p>
        </p:txBody>
      </p:sp>
      <p:sp>
        <p:nvSpPr>
          <p:cNvPr id="4" name="S09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아래로, 왼쪽에서 오른쪽으로!</a:t>
            </a:r>
            <a:endParaRPr lang="ko-KR" sz="3200" dirty="0"/>
          </a:p>
        </p:txBody>
      </p:sp>
      <p:sp>
        <p:nvSpPr>
          <p:cNvPr id="6" name="S09-chip8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ile84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5900" dirty="0"/>
          </a:p>
        </p:txBody>
      </p:sp>
      <p:sp>
        <p:nvSpPr>
          <p:cNvPr id="8" name="S09-chip8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ile86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5900" dirty="0"/>
          </a:p>
        </p:txBody>
      </p:sp>
      <p:sp>
        <p:nvSpPr>
          <p:cNvPr id="10" name="S09-chip8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ile88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5900" dirty="0"/>
          </a:p>
        </p:txBody>
      </p:sp>
      <p:sp>
        <p:nvSpPr>
          <p:cNvPr id="12" name="S09-chip8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ile90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9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ile93"/>
          <p:cNvSpPr txBox="1"/>
          <p:nvPr/>
        </p:nvSpPr>
        <p:spPr>
          <a:xfrm>
            <a:off x="1965960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5500" dirty="0"/>
          </a:p>
        </p:txBody>
      </p:sp>
      <p:sp>
        <p:nvSpPr>
          <p:cNvPr id="6" name="S10-tile94"/>
          <p:cNvSpPr txBox="1"/>
          <p:nvPr/>
        </p:nvSpPr>
        <p:spPr>
          <a:xfrm>
            <a:off x="3447288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500" dirty="0"/>
          </a:p>
        </p:txBody>
      </p:sp>
      <p:sp>
        <p:nvSpPr>
          <p:cNvPr id="7" name="S10-tile95"/>
          <p:cNvSpPr txBox="1"/>
          <p:nvPr/>
        </p:nvSpPr>
        <p:spPr>
          <a:xfrm>
            <a:off x="4928616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5500" dirty="0"/>
          </a:p>
        </p:txBody>
      </p:sp>
      <p:sp>
        <p:nvSpPr>
          <p:cNvPr id="8" name="S10-chip9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ile97"/>
          <p:cNvSpPr txBox="1"/>
          <p:nvPr/>
        </p:nvSpPr>
        <p:spPr>
          <a:xfrm>
            <a:off x="1965960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0" name="S10-tile98"/>
          <p:cNvSpPr txBox="1"/>
          <p:nvPr/>
        </p:nvSpPr>
        <p:spPr>
          <a:xfrm>
            <a:off x="3447288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500" dirty="0"/>
          </a:p>
        </p:txBody>
      </p:sp>
      <p:sp>
        <p:nvSpPr>
          <p:cNvPr id="11" name="S10-tile99"/>
          <p:cNvSpPr txBox="1"/>
          <p:nvPr/>
        </p:nvSpPr>
        <p:spPr>
          <a:xfrm>
            <a:off x="4928616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5500" dirty="0"/>
          </a:p>
        </p:txBody>
      </p:sp>
      <p:sp>
        <p:nvSpPr>
          <p:cNvPr id="12" name="S10-chip10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10-text10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모음자를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골라요</a:t>
            </a:r>
            <a:endParaRPr lang="ko-KR" sz="4400" dirty="0"/>
          </a:p>
        </p:txBody>
      </p:sp>
      <p:sp>
        <p:nvSpPr>
          <p:cNvPr id="3" name="S12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글자는? 어떻게 알았나요?</a:t>
            </a:r>
            <a:endParaRPr lang="ko-KR" sz="3200" dirty="0"/>
          </a:p>
        </p:txBody>
      </p:sp>
      <p:sp>
        <p:nvSpPr>
          <p:cNvPr id="5" name="S12-chip10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05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7" name="S12-chip106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07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9" name="S12-chip108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09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1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막대의 자리와 개수를 보면 모음자의 소리를 알 수 있어요.</a:t>
            </a:r>
            <a:endParaRPr lang="ko-KR" sz="3200" dirty="0"/>
          </a:p>
        </p:txBody>
      </p:sp>
      <p:sp>
        <p:nvSpPr>
          <p:cNvPr id="5" name="S13-chip11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막대 자리 보고 읽기</a:t>
            </a:r>
            <a:endParaRPr lang="ko-KR" sz="2600" dirty="0"/>
          </a:p>
        </p:txBody>
      </p:sp>
      <p:sp>
        <p:nvSpPr>
          <p:cNvPr id="6" name="S13-chip11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방향 바꿔 읽기</a:t>
            </a:r>
            <a:endParaRPr lang="ko-KR" sz="2600" dirty="0"/>
          </a:p>
        </p:txBody>
      </p:sp>
      <p:sp>
        <p:nvSpPr>
          <p:cNvPr id="7" name="S13-text11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ㅓ ㅛ ㅠ ㅣ ㅑ 읽기</a:t>
            </a:r>
            <a:endParaRPr lang="ko-KR" sz="2600" dirty="0"/>
          </a:p>
        </p:txBody>
      </p:sp>
      <p:sp>
        <p:nvSpPr>
          <p:cNvPr id="9" name="S13-text11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[오] 소리 글자 쓰기</a:t>
            </a:r>
            <a:endParaRPr lang="ko-KR" sz="2600" dirty="0"/>
          </a:p>
        </p:txBody>
      </p:sp>
      <p:sp>
        <p:nvSpPr>
          <p:cNvPr id="10" name="S13-text11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막대가 둘이면?</a:t>
            </a:r>
            <a:endParaRPr lang="ko-KR" sz="2600" dirty="0"/>
          </a:p>
        </p:txBody>
      </p:sp>
      <p:sp>
        <p:nvSpPr>
          <p:cNvPr id="11" name="S13-text11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기본 자음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막대 자리 찾기</a:t>
            </a:r>
            <a:endParaRPr lang="ko-KR" sz="4400" dirty="0"/>
          </a:p>
        </p:txBody>
      </p:sp>
      <p:sp>
        <p:nvSpPr>
          <p:cNvPr id="3" name="S14-card11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2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오른손 들기 놀이</a:t>
            </a:r>
            <a:endParaRPr lang="ko-KR" sz="3200" dirty="0"/>
          </a:p>
        </p:txBody>
      </p:sp>
      <p:sp>
        <p:nvSpPr>
          <p:cNvPr id="5" name="S14-card12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2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막대로 모양 만들기</a:t>
            </a:r>
            <a:endParaRPr lang="ko-KR" sz="3200" dirty="0"/>
          </a:p>
        </p:txBody>
      </p:sp>
      <p:sp>
        <p:nvSpPr>
          <p:cNvPr id="7" name="S14-tile123"/>
          <p:cNvSpPr txBox="1"/>
          <p:nvPr/>
        </p:nvSpPr>
        <p:spPr>
          <a:xfrm>
            <a:off x="2500884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100" dirty="0"/>
          </a:p>
        </p:txBody>
      </p:sp>
      <p:sp>
        <p:nvSpPr>
          <p:cNvPr id="8" name="S14-tile124"/>
          <p:cNvSpPr txBox="1"/>
          <p:nvPr/>
        </p:nvSpPr>
        <p:spPr>
          <a:xfrm>
            <a:off x="4347972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9" name="S14-tile125"/>
          <p:cNvSpPr txBox="1"/>
          <p:nvPr/>
        </p:nvSpPr>
        <p:spPr>
          <a:xfrm>
            <a:off x="6195060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10" name="S14-tile126"/>
          <p:cNvSpPr txBox="1"/>
          <p:nvPr/>
        </p:nvSpPr>
        <p:spPr>
          <a:xfrm>
            <a:off x="8042148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기본 모음</dc:title>
  <dc:subject>KR22-G01-KOR-VOWEL-L01</dc:subject>
  <dc:creator>education-ppt</dc:creator>
  <cp:lastModifiedBy>education-ppt</cp:lastModifiedBy>
  <cp:revision>1</cp:revision>
  <dcterms:created xsi:type="dcterms:W3CDTF">2026-10-26T07:44:49Z</dcterms:created>
  <dcterms:modified xsi:type="dcterms:W3CDTF">2026-10-26T07:44:49Z</dcterms:modified>
</cp:coreProperties>
</file>