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03a6032-909b-4665-1c27-a2705d0f3e2c}">
          <p14:sldIdLst>
            <p14:sldId id="256"/>
            <p14:sldId id="257"/>
          </p14:sldIdLst>
        </p14:section>
        <p14:section name="개념" id="{908002bb-2ae3-64e6-0790-772d0872f506}">
          <p14:sldIdLst>
            <p14:sldId id="258"/>
            <p14:sldId id="259"/>
            <p14:sldId id="260"/>
          </p14:sldIdLst>
        </p14:section>
        <p14:section name="연습" id="{5ad3eefb-825b-45af-fedd-abc8258c23db}">
          <p14:sldIdLst>
            <p14:sldId id="261"/>
            <p14:sldId id="262"/>
            <p14:sldId id="263"/>
            <p14:sldId id="264"/>
          </p14:sldIdLst>
        </p14:section>
        <p14:section name="확인" id="{3d3e1277-f408-4f7f-0941-7d0429371cf0}">
          <p14:sldIdLst>
            <p14:sldId id="265"/>
            <p14:sldId id="266"/>
          </p14:sldIdLst>
        </p14:section>
        <p14:section name="정리" id="{fa2788df-1a0a-37b8-6803-9b82dbaf876d}">
          <p14:sldIdLst>
            <p14:sldId id="267"/>
          </p14:sldIdLst>
        </p14:section>
        <p14:section name="보충" id="{1d7fcef3-5f88-3093-3890-499658c123f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기본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기본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기본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모음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ㅏ는 어떤 소리가 날까요?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모음자를 보고 소리 내어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모음자를 차례대로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모양 찾기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오른쪽과 똑같은 모양을 찾아요.</a:t>
            </a:r>
            <a:endParaRPr lang="ko-KR" sz="3200" dirty="0"/>
          </a:p>
        </p:txBody>
      </p:sp>
      <p:sp>
        <p:nvSpPr>
          <p:cNvPr id="4" name="S02-card8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9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모양</a:t>
            </a:r>
            <a:endParaRPr lang="ko-KR" sz="3200" dirty="0"/>
          </a:p>
        </p:txBody>
      </p:sp>
      <p:sp>
        <p:nvSpPr>
          <p:cNvPr id="6" name="S02-tile10"/>
          <p:cNvSpPr txBox="1"/>
          <p:nvPr/>
        </p:nvSpPr>
        <p:spPr>
          <a:xfrm>
            <a:off x="8273034" y="36804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" name="S02-tile12"/>
          <p:cNvSpPr txBox="1"/>
          <p:nvPr/>
        </p:nvSpPr>
        <p:spPr>
          <a:xfrm>
            <a:off x="2807208" y="201168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500" dirty="0"/>
          </a:p>
        </p:txBody>
      </p:sp>
      <p:sp>
        <p:nvSpPr>
          <p:cNvPr id="9" name="S02-chip1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02-tile14"/>
          <p:cNvSpPr txBox="1"/>
          <p:nvPr/>
        </p:nvSpPr>
        <p:spPr>
          <a:xfrm>
            <a:off x="2807208" y="347472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500" dirty="0"/>
          </a:p>
        </p:txBody>
      </p:sp>
      <p:sp>
        <p:nvSpPr>
          <p:cNvPr id="11" name="S02-chip1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02-tile16"/>
          <p:cNvSpPr txBox="1"/>
          <p:nvPr/>
        </p:nvSpPr>
        <p:spPr>
          <a:xfrm>
            <a:off x="2807208" y="493776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막대 ㅡ와 ㅣ</a:t>
            </a:r>
            <a:endParaRPr lang="ko-KR" sz="4400" dirty="0"/>
          </a:p>
        </p:txBody>
      </p:sp>
      <p:sp>
        <p:nvSpPr>
          <p:cNvPr id="3" name="S03-card1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누워 있어요</a:t>
            </a:r>
            <a:endParaRPr lang="ko-KR" sz="3200" dirty="0"/>
          </a:p>
        </p:txBody>
      </p:sp>
      <p:sp>
        <p:nvSpPr>
          <p:cNvPr id="5" name="S03-card1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있어요</a:t>
            </a:r>
            <a:endParaRPr lang="ko-KR" sz="3200" dirty="0"/>
          </a:p>
        </p:txBody>
      </p:sp>
      <p:sp>
        <p:nvSpPr>
          <p:cNvPr id="7" name="S03-tile21"/>
          <p:cNvSpPr txBox="1"/>
          <p:nvPr/>
        </p:nvSpPr>
        <p:spPr>
          <a:xfrm>
            <a:off x="3982212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8700" dirty="0"/>
          </a:p>
        </p:txBody>
      </p:sp>
      <p:sp>
        <p:nvSpPr>
          <p:cNvPr id="8" name="S03-label22"/>
          <p:cNvSpPr txBox="1"/>
          <p:nvPr/>
        </p:nvSpPr>
        <p:spPr>
          <a:xfrm>
            <a:off x="3881628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</a:t>
            </a:r>
            <a:endParaRPr lang="ko-KR" sz="2200" dirty="0"/>
          </a:p>
        </p:txBody>
      </p:sp>
      <p:sp>
        <p:nvSpPr>
          <p:cNvPr id="9" name="S03-tile23"/>
          <p:cNvSpPr txBox="1"/>
          <p:nvPr/>
        </p:nvSpPr>
        <p:spPr>
          <a:xfrm>
            <a:off x="6195060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8700" dirty="0"/>
          </a:p>
        </p:txBody>
      </p:sp>
      <p:sp>
        <p:nvSpPr>
          <p:cNvPr id="10" name="S03-label24"/>
          <p:cNvSpPr txBox="1"/>
          <p:nvPr/>
        </p:nvSpPr>
        <p:spPr>
          <a:xfrm>
            <a:off x="6094476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하나</a:t>
            </a:r>
            <a:endParaRPr lang="ko-KR" sz="4400" dirty="0"/>
          </a:p>
        </p:txBody>
      </p:sp>
      <p:sp>
        <p:nvSpPr>
          <p:cNvPr id="3" name="S04-card25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ㅏ · 왼쪽 ㅓ</a:t>
            </a:r>
            <a:endParaRPr lang="ko-KR" sz="3200" dirty="0"/>
          </a:p>
        </p:txBody>
      </p:sp>
      <p:sp>
        <p:nvSpPr>
          <p:cNvPr id="5" name="S04-card27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ㅗ · 아래 ㅜ</a:t>
            </a:r>
            <a:endParaRPr lang="ko-KR" sz="3200" dirty="0"/>
          </a:p>
        </p:txBody>
      </p:sp>
      <p:sp>
        <p:nvSpPr>
          <p:cNvPr id="7" name="S04-tile29"/>
          <p:cNvSpPr txBox="1"/>
          <p:nvPr/>
        </p:nvSpPr>
        <p:spPr>
          <a:xfrm>
            <a:off x="213512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7900" dirty="0"/>
          </a:p>
        </p:txBody>
      </p:sp>
      <p:sp>
        <p:nvSpPr>
          <p:cNvPr id="8" name="S04-label30"/>
          <p:cNvSpPr txBox="1"/>
          <p:nvPr/>
        </p:nvSpPr>
        <p:spPr>
          <a:xfrm>
            <a:off x="203454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2200" dirty="0"/>
          </a:p>
        </p:txBody>
      </p:sp>
      <p:sp>
        <p:nvSpPr>
          <p:cNvPr id="9" name="S04-tile31"/>
          <p:cNvSpPr txBox="1"/>
          <p:nvPr/>
        </p:nvSpPr>
        <p:spPr>
          <a:xfrm>
            <a:off x="416509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7900" dirty="0"/>
          </a:p>
        </p:txBody>
      </p:sp>
      <p:sp>
        <p:nvSpPr>
          <p:cNvPr id="10" name="S04-label32"/>
          <p:cNvSpPr txBox="1"/>
          <p:nvPr/>
        </p:nvSpPr>
        <p:spPr>
          <a:xfrm>
            <a:off x="406450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</a:t>
            </a:r>
            <a:endParaRPr lang="ko-KR" sz="2200" dirty="0"/>
          </a:p>
        </p:txBody>
      </p:sp>
      <p:sp>
        <p:nvSpPr>
          <p:cNvPr id="11" name="S04-tile33"/>
          <p:cNvSpPr txBox="1"/>
          <p:nvPr/>
        </p:nvSpPr>
        <p:spPr>
          <a:xfrm>
            <a:off x="619506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900" dirty="0"/>
          </a:p>
        </p:txBody>
      </p:sp>
      <p:sp>
        <p:nvSpPr>
          <p:cNvPr id="12" name="S04-label34"/>
          <p:cNvSpPr txBox="1"/>
          <p:nvPr/>
        </p:nvSpPr>
        <p:spPr>
          <a:xfrm>
            <a:off x="609447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</a:t>
            </a:r>
            <a:endParaRPr lang="ko-KR" sz="2200" dirty="0"/>
          </a:p>
        </p:txBody>
      </p:sp>
      <p:sp>
        <p:nvSpPr>
          <p:cNvPr id="13" name="S04-tile35"/>
          <p:cNvSpPr txBox="1"/>
          <p:nvPr/>
        </p:nvSpPr>
        <p:spPr>
          <a:xfrm>
            <a:off x="822502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7900" dirty="0"/>
          </a:p>
        </p:txBody>
      </p:sp>
      <p:sp>
        <p:nvSpPr>
          <p:cNvPr id="14" name="S04-label36"/>
          <p:cNvSpPr txBox="1"/>
          <p:nvPr/>
        </p:nvSpPr>
        <p:spPr>
          <a:xfrm>
            <a:off x="812444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둘</a:t>
            </a:r>
            <a:endParaRPr lang="ko-KR" sz="4400" dirty="0"/>
          </a:p>
        </p:txBody>
      </p:sp>
      <p:sp>
        <p:nvSpPr>
          <p:cNvPr id="3" name="S05-card3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 아 → ㅑ 야</a:t>
            </a:r>
            <a:endParaRPr lang="ko-KR" sz="3200" dirty="0"/>
          </a:p>
        </p:txBody>
      </p:sp>
      <p:sp>
        <p:nvSpPr>
          <p:cNvPr id="5" name="S05-card3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 오 → ㅛ 요</a:t>
            </a:r>
            <a:endParaRPr lang="ko-KR" sz="3200" dirty="0"/>
          </a:p>
        </p:txBody>
      </p:sp>
      <p:sp>
        <p:nvSpPr>
          <p:cNvPr id="7" name="S05-tile41"/>
          <p:cNvSpPr txBox="1"/>
          <p:nvPr/>
        </p:nvSpPr>
        <p:spPr>
          <a:xfrm>
            <a:off x="213512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7900" dirty="0"/>
          </a:p>
        </p:txBody>
      </p:sp>
      <p:sp>
        <p:nvSpPr>
          <p:cNvPr id="8" name="S05-label42"/>
          <p:cNvSpPr txBox="1"/>
          <p:nvPr/>
        </p:nvSpPr>
        <p:spPr>
          <a:xfrm>
            <a:off x="203454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</a:t>
            </a:r>
            <a:endParaRPr lang="ko-KR" sz="2200" dirty="0"/>
          </a:p>
        </p:txBody>
      </p:sp>
      <p:sp>
        <p:nvSpPr>
          <p:cNvPr id="9" name="S05-tile43"/>
          <p:cNvSpPr txBox="1"/>
          <p:nvPr/>
        </p:nvSpPr>
        <p:spPr>
          <a:xfrm>
            <a:off x="416509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7900" dirty="0"/>
          </a:p>
        </p:txBody>
      </p:sp>
      <p:sp>
        <p:nvSpPr>
          <p:cNvPr id="10" name="S05-label44"/>
          <p:cNvSpPr txBox="1"/>
          <p:nvPr/>
        </p:nvSpPr>
        <p:spPr>
          <a:xfrm>
            <a:off x="406450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ko-KR" sz="2200" dirty="0"/>
          </a:p>
        </p:txBody>
      </p:sp>
      <p:sp>
        <p:nvSpPr>
          <p:cNvPr id="11" name="S05-tile45"/>
          <p:cNvSpPr txBox="1"/>
          <p:nvPr/>
        </p:nvSpPr>
        <p:spPr>
          <a:xfrm>
            <a:off x="619506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ㅛ</a:t>
            </a:r>
            <a:endParaRPr lang="ko-KR" sz="7900" dirty="0"/>
          </a:p>
        </p:txBody>
      </p:sp>
      <p:sp>
        <p:nvSpPr>
          <p:cNvPr id="12" name="S05-label46"/>
          <p:cNvSpPr txBox="1"/>
          <p:nvPr/>
        </p:nvSpPr>
        <p:spPr>
          <a:xfrm>
            <a:off x="609447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</a:t>
            </a:r>
            <a:endParaRPr lang="ko-KR" sz="2200" dirty="0"/>
          </a:p>
        </p:txBody>
      </p:sp>
      <p:sp>
        <p:nvSpPr>
          <p:cNvPr id="13" name="S05-tile47"/>
          <p:cNvSpPr txBox="1"/>
          <p:nvPr/>
        </p:nvSpPr>
        <p:spPr>
          <a:xfrm>
            <a:off x="822502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7900" dirty="0"/>
          </a:p>
        </p:txBody>
      </p:sp>
      <p:sp>
        <p:nvSpPr>
          <p:cNvPr id="14" name="S05-label48"/>
          <p:cNvSpPr txBox="1"/>
          <p:nvPr/>
        </p:nvSpPr>
        <p:spPr>
          <a:xfrm>
            <a:off x="812444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ㅏ일까요, ㅓ일까요?</a:t>
            </a:r>
            <a:endParaRPr lang="ko-KR" sz="4400" dirty="0"/>
          </a:p>
        </p:txBody>
      </p:sp>
      <p:sp>
        <p:nvSpPr>
          <p:cNvPr id="3" name="S06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ㅓ를 보고 [아]라고 읽었어요.</a:t>
            </a:r>
            <a:endParaRPr lang="ko-KR" sz="3200" dirty="0"/>
          </a:p>
        </p:txBody>
      </p:sp>
      <p:sp>
        <p:nvSpPr>
          <p:cNvPr id="5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읽었나요? 무엇을 보고 알았나요?</a:t>
            </a:r>
            <a:endParaRPr lang="ko-KR" sz="3200" dirty="0"/>
          </a:p>
        </p:txBody>
      </p:sp>
      <p:sp>
        <p:nvSpPr>
          <p:cNvPr id="7" name="S06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오른쪽</a:t>
            </a:r>
            <a:endParaRPr lang="ko-KR" sz="2600" dirty="0"/>
          </a:p>
        </p:txBody>
      </p:sp>
      <p:sp>
        <p:nvSpPr>
          <p:cNvPr id="8" name="S06-tile54"/>
          <p:cNvSpPr txBox="1"/>
          <p:nvPr/>
        </p:nvSpPr>
        <p:spPr>
          <a:xfrm>
            <a:off x="2544318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9" name="S06-label55"/>
          <p:cNvSpPr txBox="1"/>
          <p:nvPr/>
        </p:nvSpPr>
        <p:spPr>
          <a:xfrm>
            <a:off x="2443734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2200" dirty="0"/>
          </a:p>
        </p:txBody>
      </p:sp>
      <p:sp>
        <p:nvSpPr>
          <p:cNvPr id="10" name="S06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왼쪽</a:t>
            </a:r>
            <a:endParaRPr lang="ko-KR" sz="2600" dirty="0"/>
          </a:p>
        </p:txBody>
      </p:sp>
      <p:sp>
        <p:nvSpPr>
          <p:cNvPr id="11" name="S06-tile57"/>
          <p:cNvSpPr txBox="1"/>
          <p:nvPr/>
        </p:nvSpPr>
        <p:spPr>
          <a:xfrm>
            <a:off x="8273034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900" dirty="0"/>
          </a:p>
        </p:txBody>
      </p:sp>
      <p:sp>
        <p:nvSpPr>
          <p:cNvPr id="12" name="S06-label58"/>
          <p:cNvSpPr txBox="1"/>
          <p:nvPr/>
        </p:nvSpPr>
        <p:spPr>
          <a:xfrm>
            <a:off x="8172450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짚어요</a:t>
            </a:r>
            <a:endParaRPr lang="ko-KR" sz="4400" dirty="0"/>
          </a:p>
        </p:txBody>
      </p:sp>
      <p:sp>
        <p:nvSpPr>
          <p:cNvPr id="3" name="S07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소리의 모음자를 짚어요.</a:t>
            </a:r>
            <a:endParaRPr lang="ko-KR" sz="3200" dirty="0"/>
          </a:p>
        </p:txBody>
      </p:sp>
      <p:sp>
        <p:nvSpPr>
          <p:cNvPr id="4" name="S07-tile60"/>
          <p:cNvSpPr txBox="1"/>
          <p:nvPr/>
        </p:nvSpPr>
        <p:spPr>
          <a:xfrm>
            <a:off x="1577340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7100" dirty="0"/>
          </a:p>
        </p:txBody>
      </p:sp>
      <p:sp>
        <p:nvSpPr>
          <p:cNvPr id="5" name="S07-tile61"/>
          <p:cNvSpPr txBox="1"/>
          <p:nvPr/>
        </p:nvSpPr>
        <p:spPr>
          <a:xfrm>
            <a:off x="3424428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ㅛ</a:t>
            </a:r>
            <a:endParaRPr lang="ko-KR" sz="7100" dirty="0"/>
          </a:p>
        </p:txBody>
      </p:sp>
      <p:sp>
        <p:nvSpPr>
          <p:cNvPr id="6" name="S07-tile62"/>
          <p:cNvSpPr txBox="1"/>
          <p:nvPr/>
        </p:nvSpPr>
        <p:spPr>
          <a:xfrm>
            <a:off x="5271516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7100" dirty="0"/>
          </a:p>
        </p:txBody>
      </p:sp>
      <p:sp>
        <p:nvSpPr>
          <p:cNvPr id="7" name="S07-tile63"/>
          <p:cNvSpPr txBox="1"/>
          <p:nvPr/>
        </p:nvSpPr>
        <p:spPr>
          <a:xfrm>
            <a:off x="7118604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7100" dirty="0"/>
          </a:p>
        </p:txBody>
      </p:sp>
      <p:sp>
        <p:nvSpPr>
          <p:cNvPr id="8" name="S07-tile64"/>
          <p:cNvSpPr txBox="1"/>
          <p:nvPr/>
        </p:nvSpPr>
        <p:spPr>
          <a:xfrm>
            <a:off x="8965692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7100" dirty="0"/>
          </a:p>
        </p:txBody>
      </p:sp>
      <p:sp>
        <p:nvSpPr>
          <p:cNvPr id="9" name="S07-tile65"/>
          <p:cNvSpPr txBox="1"/>
          <p:nvPr/>
        </p:nvSpPr>
        <p:spPr>
          <a:xfrm>
            <a:off x="1577340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100" dirty="0"/>
          </a:p>
        </p:txBody>
      </p:sp>
      <p:sp>
        <p:nvSpPr>
          <p:cNvPr id="10" name="S07-tile66"/>
          <p:cNvSpPr txBox="1"/>
          <p:nvPr/>
        </p:nvSpPr>
        <p:spPr>
          <a:xfrm>
            <a:off x="3424428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7100" dirty="0"/>
          </a:p>
        </p:txBody>
      </p:sp>
      <p:sp>
        <p:nvSpPr>
          <p:cNvPr id="11" name="S07-tile67"/>
          <p:cNvSpPr txBox="1"/>
          <p:nvPr/>
        </p:nvSpPr>
        <p:spPr>
          <a:xfrm>
            <a:off x="5271516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7100" dirty="0"/>
          </a:p>
        </p:txBody>
      </p:sp>
      <p:sp>
        <p:nvSpPr>
          <p:cNvPr id="12" name="S07-tile68"/>
          <p:cNvSpPr txBox="1"/>
          <p:nvPr/>
        </p:nvSpPr>
        <p:spPr>
          <a:xfrm>
            <a:off x="7118604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7100" dirty="0"/>
          </a:p>
        </p:txBody>
      </p:sp>
      <p:sp>
        <p:nvSpPr>
          <p:cNvPr id="13" name="S07-tile69"/>
          <p:cNvSpPr txBox="1"/>
          <p:nvPr/>
        </p:nvSpPr>
        <p:spPr>
          <a:xfrm>
            <a:off x="8965692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 쓰는 차례</a:t>
            </a:r>
            <a:endParaRPr lang="ko-KR" sz="4400" dirty="0"/>
          </a:p>
        </p:txBody>
      </p:sp>
      <p:sp>
        <p:nvSpPr>
          <p:cNvPr id="3" name="S08-tile70"/>
          <p:cNvSpPr txBox="1"/>
          <p:nvPr/>
        </p:nvSpPr>
        <p:spPr>
          <a:xfrm>
            <a:off x="7808427" y="22997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4" name="S08-tile71"/>
          <p:cNvSpPr txBox="1"/>
          <p:nvPr/>
        </p:nvSpPr>
        <p:spPr>
          <a:xfrm>
            <a:off x="9381195" y="22997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900" dirty="0"/>
          </a:p>
        </p:txBody>
      </p:sp>
      <p:sp>
        <p:nvSpPr>
          <p:cNvPr id="5" name="S08-tile72"/>
          <p:cNvSpPr txBox="1"/>
          <p:nvPr/>
        </p:nvSpPr>
        <p:spPr>
          <a:xfrm>
            <a:off x="7808427" y="38724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900" dirty="0"/>
          </a:p>
        </p:txBody>
      </p:sp>
      <p:sp>
        <p:nvSpPr>
          <p:cNvPr id="6" name="S08-tile73"/>
          <p:cNvSpPr txBox="1"/>
          <p:nvPr/>
        </p:nvSpPr>
        <p:spPr>
          <a:xfrm>
            <a:off x="9381195" y="38724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5900" dirty="0"/>
          </a:p>
        </p:txBody>
      </p:sp>
      <p:sp>
        <p:nvSpPr>
          <p:cNvPr id="7" name="S08-stepno74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75"/>
          <p:cNvSpPr txBox="1"/>
          <p:nvPr/>
        </p:nvSpPr>
        <p:spPr>
          <a:xfrm>
            <a:off x="1325880" y="278434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아래로 내려 그어요.</a:t>
            </a:r>
            <a:endParaRPr lang="ko-KR" sz="3200" dirty="0"/>
          </a:p>
        </p:txBody>
      </p:sp>
      <p:sp>
        <p:nvSpPr>
          <p:cNvPr id="9" name="S08-stepno76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77"/>
          <p:cNvSpPr txBox="1"/>
          <p:nvPr/>
        </p:nvSpPr>
        <p:spPr>
          <a:xfrm>
            <a:off x="1325880" y="349758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오른쪽으로 그어요.</a:t>
            </a:r>
            <a:endParaRPr lang="ko-KR" sz="3200" dirty="0"/>
          </a:p>
        </p:txBody>
      </p:sp>
      <p:sp>
        <p:nvSpPr>
          <p:cNvPr id="11" name="S08-stepno78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79"/>
          <p:cNvSpPr txBox="1"/>
          <p:nvPr/>
        </p:nvSpPr>
        <p:spPr>
          <a:xfrm>
            <a:off x="1325880" y="421081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위·왼쪽 막대부터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막대가 둘인 글자 쓰기</a:t>
            </a:r>
            <a:endParaRPr lang="ko-KR" sz="4400" dirty="0"/>
          </a:p>
        </p:txBody>
      </p:sp>
      <p:sp>
        <p:nvSpPr>
          <p:cNvPr id="3" name="S09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공중에 크게 쓰고, 활동지에 써요.</a:t>
            </a:r>
            <a:endParaRPr lang="ko-KR" sz="3200" dirty="0"/>
          </a:p>
        </p:txBody>
      </p:sp>
      <p:sp>
        <p:nvSpPr>
          <p:cNvPr id="4" name="S09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아래로, 왼쪽에서 오른쪽으로!</a:t>
            </a:r>
            <a:endParaRPr lang="ko-KR" sz="3200" dirty="0"/>
          </a:p>
        </p:txBody>
      </p:sp>
      <p:sp>
        <p:nvSpPr>
          <p:cNvPr id="6" name="S09-chip8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ile84"/>
          <p:cNvSpPr txBox="1"/>
          <p:nvPr/>
        </p:nvSpPr>
        <p:spPr>
          <a:xfrm>
            <a:off x="2761488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5900" dirty="0"/>
          </a:p>
        </p:txBody>
      </p:sp>
      <p:sp>
        <p:nvSpPr>
          <p:cNvPr id="8" name="S09-chip8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ile86"/>
          <p:cNvSpPr txBox="1"/>
          <p:nvPr/>
        </p:nvSpPr>
        <p:spPr>
          <a:xfrm>
            <a:off x="8490204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5900" dirty="0"/>
          </a:p>
        </p:txBody>
      </p:sp>
      <p:sp>
        <p:nvSpPr>
          <p:cNvPr id="10" name="S09-chip8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ile88"/>
          <p:cNvSpPr txBox="1"/>
          <p:nvPr/>
        </p:nvSpPr>
        <p:spPr>
          <a:xfrm>
            <a:off x="2761488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ㅛ</a:t>
            </a:r>
            <a:endParaRPr lang="ko-KR" sz="5900" dirty="0"/>
          </a:p>
        </p:txBody>
      </p:sp>
      <p:sp>
        <p:nvSpPr>
          <p:cNvPr id="12" name="S09-chip8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tile90"/>
          <p:cNvSpPr txBox="1"/>
          <p:nvPr/>
        </p:nvSpPr>
        <p:spPr>
          <a:xfrm>
            <a:off x="8490204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읽고, ③은 써요.</a:t>
            </a:r>
            <a:endParaRPr lang="ko-KR" sz="3200" dirty="0"/>
          </a:p>
        </p:txBody>
      </p:sp>
      <p:sp>
        <p:nvSpPr>
          <p:cNvPr id="4" name="S10-chip9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ile93"/>
          <p:cNvSpPr txBox="1"/>
          <p:nvPr/>
        </p:nvSpPr>
        <p:spPr>
          <a:xfrm>
            <a:off x="1344168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5500" dirty="0"/>
          </a:p>
        </p:txBody>
      </p:sp>
      <p:sp>
        <p:nvSpPr>
          <p:cNvPr id="6" name="S10-tile94"/>
          <p:cNvSpPr txBox="1"/>
          <p:nvPr/>
        </p:nvSpPr>
        <p:spPr>
          <a:xfrm>
            <a:off x="2813304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5500" dirty="0"/>
          </a:p>
        </p:txBody>
      </p:sp>
      <p:sp>
        <p:nvSpPr>
          <p:cNvPr id="7" name="S10-tile95"/>
          <p:cNvSpPr txBox="1"/>
          <p:nvPr/>
        </p:nvSpPr>
        <p:spPr>
          <a:xfrm>
            <a:off x="4282440" y="201777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5500" dirty="0"/>
          </a:p>
        </p:txBody>
      </p:sp>
      <p:sp>
        <p:nvSpPr>
          <p:cNvPr id="8" name="S10-chip9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ile97"/>
          <p:cNvSpPr txBox="1"/>
          <p:nvPr/>
        </p:nvSpPr>
        <p:spPr>
          <a:xfrm>
            <a:off x="1344168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500" dirty="0"/>
          </a:p>
        </p:txBody>
      </p:sp>
      <p:sp>
        <p:nvSpPr>
          <p:cNvPr id="10" name="S10-tile98"/>
          <p:cNvSpPr txBox="1"/>
          <p:nvPr/>
        </p:nvSpPr>
        <p:spPr>
          <a:xfrm>
            <a:off x="2813304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500" dirty="0"/>
          </a:p>
        </p:txBody>
      </p:sp>
      <p:sp>
        <p:nvSpPr>
          <p:cNvPr id="11" name="S10-tile99"/>
          <p:cNvSpPr txBox="1"/>
          <p:nvPr/>
        </p:nvSpPr>
        <p:spPr>
          <a:xfrm>
            <a:off x="4282440" y="3480816"/>
            <a:ext cx="1267968" cy="1267968"/>
          </a:xfrm>
          <a:prstGeom prst="roundRect">
            <a:avLst>
              <a:gd name="adj" fmla="val 100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5500" dirty="0"/>
          </a:p>
        </p:txBody>
      </p:sp>
      <p:sp>
        <p:nvSpPr>
          <p:cNvPr id="12" name="S10-chip10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3" name="S10-text10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모음자를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골라요</a:t>
            </a:r>
            <a:endParaRPr lang="ko-KR" sz="4400" dirty="0"/>
          </a:p>
        </p:txBody>
      </p:sp>
      <p:sp>
        <p:nvSpPr>
          <p:cNvPr id="3" name="S12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소리의 글자는? 어떻게 알았나요?</a:t>
            </a:r>
            <a:endParaRPr lang="ko-KR" sz="3200" dirty="0"/>
          </a:p>
        </p:txBody>
      </p:sp>
      <p:sp>
        <p:nvSpPr>
          <p:cNvPr id="5" name="S12-chip104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tile105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100" dirty="0"/>
          </a:p>
        </p:txBody>
      </p:sp>
      <p:sp>
        <p:nvSpPr>
          <p:cNvPr id="7" name="S12-chip106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tile107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7100" dirty="0"/>
          </a:p>
        </p:txBody>
      </p:sp>
      <p:sp>
        <p:nvSpPr>
          <p:cNvPr id="9" name="S12-chip10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tile109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1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막대의 자리와 개수를 보면 모음자의 소리를 알 수 있어요.</a:t>
            </a:r>
            <a:endParaRPr lang="ko-KR" sz="3200" dirty="0"/>
          </a:p>
        </p:txBody>
      </p:sp>
      <p:sp>
        <p:nvSpPr>
          <p:cNvPr id="5" name="S13-chip11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막대 자리 보고 읽기</a:t>
            </a:r>
            <a:endParaRPr lang="ko-KR" sz="2600" dirty="0"/>
          </a:p>
        </p:txBody>
      </p:sp>
      <p:sp>
        <p:nvSpPr>
          <p:cNvPr id="6" name="S13-chip11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방향 바꿔 읽기</a:t>
            </a:r>
            <a:endParaRPr lang="ko-KR" sz="2600" dirty="0"/>
          </a:p>
        </p:txBody>
      </p:sp>
      <p:sp>
        <p:nvSpPr>
          <p:cNvPr id="7" name="S13-text11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ㅓ ㅛ ㅠ ㅣ ㅑ 읽기</a:t>
            </a:r>
            <a:endParaRPr lang="ko-KR" sz="2600" dirty="0"/>
          </a:p>
        </p:txBody>
      </p:sp>
      <p:sp>
        <p:nvSpPr>
          <p:cNvPr id="9" name="S13-text11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[오] 소리 글자 쓰기</a:t>
            </a:r>
            <a:endParaRPr lang="ko-KR" sz="2600" dirty="0"/>
          </a:p>
        </p:txBody>
      </p:sp>
      <p:sp>
        <p:nvSpPr>
          <p:cNvPr id="10" name="S13-text11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막대가 둘이면?</a:t>
            </a:r>
            <a:endParaRPr lang="ko-KR" sz="2600" dirty="0"/>
          </a:p>
        </p:txBody>
      </p:sp>
      <p:sp>
        <p:nvSpPr>
          <p:cNvPr id="11" name="S13-text11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기본 자음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막대 자리 찾기</a:t>
            </a:r>
            <a:endParaRPr lang="ko-KR" sz="4400" dirty="0"/>
          </a:p>
        </p:txBody>
      </p:sp>
      <p:sp>
        <p:nvSpPr>
          <p:cNvPr id="3" name="S14-card119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20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오른손 들기 놀이</a:t>
            </a:r>
            <a:endParaRPr lang="ko-KR" sz="3200" dirty="0"/>
          </a:p>
        </p:txBody>
      </p:sp>
      <p:sp>
        <p:nvSpPr>
          <p:cNvPr id="5" name="S14-card121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22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막대로 모양 만들기</a:t>
            </a:r>
            <a:endParaRPr lang="ko-KR" sz="3200" dirty="0"/>
          </a:p>
        </p:txBody>
      </p:sp>
      <p:sp>
        <p:nvSpPr>
          <p:cNvPr id="7" name="S14-tile123"/>
          <p:cNvSpPr txBox="1"/>
          <p:nvPr/>
        </p:nvSpPr>
        <p:spPr>
          <a:xfrm>
            <a:off x="2500884" y="24003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7100" dirty="0"/>
          </a:p>
        </p:txBody>
      </p:sp>
      <p:sp>
        <p:nvSpPr>
          <p:cNvPr id="8" name="S14-tile124"/>
          <p:cNvSpPr txBox="1"/>
          <p:nvPr/>
        </p:nvSpPr>
        <p:spPr>
          <a:xfrm>
            <a:off x="4347972" y="24003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7100" dirty="0"/>
          </a:p>
        </p:txBody>
      </p:sp>
      <p:sp>
        <p:nvSpPr>
          <p:cNvPr id="9" name="S14-tile125"/>
          <p:cNvSpPr txBox="1"/>
          <p:nvPr/>
        </p:nvSpPr>
        <p:spPr>
          <a:xfrm>
            <a:off x="6195060" y="24003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100" dirty="0"/>
          </a:p>
        </p:txBody>
      </p:sp>
      <p:sp>
        <p:nvSpPr>
          <p:cNvPr id="10" name="S14-tile126"/>
          <p:cNvSpPr txBox="1"/>
          <p:nvPr/>
        </p:nvSpPr>
        <p:spPr>
          <a:xfrm>
            <a:off x="8042148" y="24003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기본 모음</dc:title>
  <dc:subject>KR22-G01-KOR-VOWEL-L01</dc:subject>
  <dc:creator>education-ppt</dc:creator>
  <cp:lastModifiedBy>education-ppt</cp:lastModifiedBy>
  <cp:revision>1</cp:revision>
  <dcterms:created xsi:type="dcterms:W3CDTF">2026-10-26T07:09:51Z</dcterms:created>
  <dcterms:modified xsi:type="dcterms:W3CDTF">2026-10-26T07:09:51Z</dcterms:modified>
</cp:coreProperties>
</file>