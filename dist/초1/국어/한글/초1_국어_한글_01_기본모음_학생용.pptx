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c72f664-6fc8-a26f-7429-aabac320b8aa}">
          <p14:sldIdLst>
            <p14:sldId id="256"/>
            <p14:sldId id="257"/>
          </p14:sldIdLst>
        </p14:section>
        <p14:section name="개념" id="{cdea476a-cc7a-69e6-27fd-c0e0c76eb689}">
          <p14:sldIdLst>
            <p14:sldId id="258"/>
            <p14:sldId id="259"/>
            <p14:sldId id="260"/>
          </p14:sldIdLst>
        </p14:section>
        <p14:section name="연습" id="{8277f7a0-3839-72d6-c72d-87f5db2eaea8}">
          <p14:sldIdLst>
            <p14:sldId id="261"/>
            <p14:sldId id="262"/>
            <p14:sldId id="263"/>
            <p14:sldId id="264"/>
          </p14:sldIdLst>
        </p14:section>
        <p14:section name="확인" id="{0154839b-2d7d-81f1-69cb-3b316ab72e8c}">
          <p14:sldIdLst>
            <p14:sldId id="265"/>
            <p14:sldId id="266"/>
          </p14:sldIdLst>
        </p14:section>
        <p14:section name="정리" id="{f7679877-3b32-7a6a-cfb2-6e4a7f38a7b8}">
          <p14:sldIdLst>
            <p14:sldId id="267"/>
          </p14:sldIdLst>
        </p14:section>
        <p14:section name="보충" id="{2db3e5f3-76cc-6a03-fb1f-fde00a16373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모음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ㅏ는 어떤 소리가 날까요?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모음자를 보고 소리 내어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모음자를 차례대로 바르게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모양 찾기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오른쪽과 똑같은 모양을 찾아요.</a:t>
            </a:r>
            <a:endParaRPr lang="ko-KR" sz="3200" dirty="0"/>
          </a:p>
        </p:txBody>
      </p:sp>
      <p:sp>
        <p:nvSpPr>
          <p:cNvPr id="4" name="S02-card8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모양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8273034" y="36804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2-tile12"/>
          <p:cNvSpPr txBox="1"/>
          <p:nvPr/>
        </p:nvSpPr>
        <p:spPr>
          <a:xfrm>
            <a:off x="2987802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2-tile14"/>
          <p:cNvSpPr txBox="1"/>
          <p:nvPr/>
        </p:nvSpPr>
        <p:spPr>
          <a:xfrm>
            <a:off x="2987802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1" name="S02-chip1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tile16"/>
          <p:cNvSpPr txBox="1"/>
          <p:nvPr/>
        </p:nvSpPr>
        <p:spPr>
          <a:xfrm>
            <a:off x="2987802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막대 ㅡ와 ㅣ</a:t>
            </a:r>
            <a:endParaRPr lang="ko-KR" sz="4400" dirty="0"/>
          </a:p>
        </p:txBody>
      </p:sp>
      <p:sp>
        <p:nvSpPr>
          <p:cNvPr id="3" name="S03-card1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누워 있어요</a:t>
            </a:r>
            <a:endParaRPr lang="ko-KR" sz="3200" dirty="0"/>
          </a:p>
        </p:txBody>
      </p:sp>
      <p:sp>
        <p:nvSpPr>
          <p:cNvPr id="5" name="S03-card1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있어요</a:t>
            </a:r>
            <a:endParaRPr lang="ko-KR" sz="3200" dirty="0"/>
          </a:p>
        </p:txBody>
      </p:sp>
      <p:sp>
        <p:nvSpPr>
          <p:cNvPr id="7" name="S03-tile21"/>
          <p:cNvSpPr txBox="1"/>
          <p:nvPr/>
        </p:nvSpPr>
        <p:spPr>
          <a:xfrm>
            <a:off x="3982212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8700" dirty="0"/>
          </a:p>
        </p:txBody>
      </p:sp>
      <p:sp>
        <p:nvSpPr>
          <p:cNvPr id="8" name="S03-label22"/>
          <p:cNvSpPr txBox="1"/>
          <p:nvPr/>
        </p:nvSpPr>
        <p:spPr>
          <a:xfrm>
            <a:off x="3881628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9" name="S03-tile23"/>
          <p:cNvSpPr txBox="1"/>
          <p:nvPr/>
        </p:nvSpPr>
        <p:spPr>
          <a:xfrm>
            <a:off x="6195060" y="19888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8700" dirty="0"/>
          </a:p>
        </p:txBody>
      </p:sp>
      <p:sp>
        <p:nvSpPr>
          <p:cNvPr id="10" name="S03-label24"/>
          <p:cNvSpPr txBox="1"/>
          <p:nvPr/>
        </p:nvSpPr>
        <p:spPr>
          <a:xfrm>
            <a:off x="6094476" y="40370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하나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ㅏ · 왼쪽 ㅓ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ㅗ · 아래 ㅜ</a:t>
            </a:r>
            <a:endParaRPr lang="ko-KR" sz="3200" dirty="0"/>
          </a:p>
        </p:txBody>
      </p:sp>
      <p:sp>
        <p:nvSpPr>
          <p:cNvPr id="7" name="S04-tile29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900" dirty="0"/>
          </a:p>
        </p:txBody>
      </p:sp>
      <p:sp>
        <p:nvSpPr>
          <p:cNvPr id="8" name="S04-label30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04-tile31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900" dirty="0"/>
          </a:p>
        </p:txBody>
      </p:sp>
      <p:sp>
        <p:nvSpPr>
          <p:cNvPr id="10" name="S04-label32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04-tile33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900" dirty="0"/>
          </a:p>
        </p:txBody>
      </p:sp>
      <p:sp>
        <p:nvSpPr>
          <p:cNvPr id="12" name="S04-label34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04-tile35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900" dirty="0"/>
          </a:p>
        </p:txBody>
      </p:sp>
      <p:sp>
        <p:nvSpPr>
          <p:cNvPr id="14" name="S04-label36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둘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 아 → ㅑ 야</a:t>
            </a:r>
            <a:endParaRPr lang="ko-KR" sz="3200" dirty="0"/>
          </a:p>
        </p:txBody>
      </p:sp>
      <p:sp>
        <p:nvSpPr>
          <p:cNvPr id="5" name="S05-card3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 오 → ㅛ 요</a:t>
            </a:r>
            <a:endParaRPr lang="ko-KR" sz="3200" dirty="0"/>
          </a:p>
        </p:txBody>
      </p:sp>
      <p:sp>
        <p:nvSpPr>
          <p:cNvPr id="7" name="S05-tile41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900" dirty="0"/>
          </a:p>
        </p:txBody>
      </p:sp>
      <p:sp>
        <p:nvSpPr>
          <p:cNvPr id="8" name="S05-label42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</a:t>
            </a:r>
            <a:endParaRPr lang="ko-KR" sz="2200" dirty="0"/>
          </a:p>
        </p:txBody>
      </p:sp>
      <p:sp>
        <p:nvSpPr>
          <p:cNvPr id="9" name="S05-tile43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900" dirty="0"/>
          </a:p>
        </p:txBody>
      </p:sp>
      <p:sp>
        <p:nvSpPr>
          <p:cNvPr id="10" name="S05-label44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</a:t>
            </a:r>
            <a:endParaRPr lang="ko-KR" sz="2200" dirty="0"/>
          </a:p>
        </p:txBody>
      </p:sp>
      <p:sp>
        <p:nvSpPr>
          <p:cNvPr id="11" name="S05-tile45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900" dirty="0"/>
          </a:p>
        </p:txBody>
      </p:sp>
      <p:sp>
        <p:nvSpPr>
          <p:cNvPr id="12" name="S05-label46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</a:t>
            </a:r>
            <a:endParaRPr lang="ko-KR" sz="2200" dirty="0"/>
          </a:p>
        </p:txBody>
      </p:sp>
      <p:sp>
        <p:nvSpPr>
          <p:cNvPr id="13" name="S05-tile47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900" dirty="0"/>
          </a:p>
        </p:txBody>
      </p:sp>
      <p:sp>
        <p:nvSpPr>
          <p:cNvPr id="14" name="S05-label48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ㅏ일까요, ㅓ일까요?</a:t>
            </a:r>
            <a:endParaRPr lang="ko-KR" sz="4400" dirty="0"/>
          </a:p>
        </p:txBody>
      </p:sp>
      <p:sp>
        <p:nvSpPr>
          <p:cNvPr id="3" name="S06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ㅓ를 보고 [아]라고 읽었어요.</a:t>
            </a:r>
            <a:endParaRPr lang="ko-KR" sz="3200" dirty="0"/>
          </a:p>
        </p:txBody>
      </p:sp>
      <p:sp>
        <p:nvSpPr>
          <p:cNvPr id="5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6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오른쪽</a:t>
            </a:r>
            <a:endParaRPr lang="ko-KR" sz="2600" dirty="0"/>
          </a:p>
        </p:txBody>
      </p:sp>
      <p:sp>
        <p:nvSpPr>
          <p:cNvPr id="8" name="S06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9" name="S06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10" name="S06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막대가 왼쪽</a:t>
            </a:r>
            <a:endParaRPr lang="ko-KR" sz="2600" dirty="0"/>
          </a:p>
        </p:txBody>
      </p:sp>
      <p:sp>
        <p:nvSpPr>
          <p:cNvPr id="11" name="S06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12" name="S06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짚어요</a:t>
            </a:r>
            <a:endParaRPr lang="ko-KR" sz="4400" dirty="0"/>
          </a:p>
        </p:txBody>
      </p:sp>
      <p:sp>
        <p:nvSpPr>
          <p:cNvPr id="3" name="S07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소리의 모음자를 짚어요.</a:t>
            </a:r>
            <a:endParaRPr lang="ko-KR" sz="3200" dirty="0"/>
          </a:p>
        </p:txBody>
      </p:sp>
      <p:sp>
        <p:nvSpPr>
          <p:cNvPr id="4" name="S07-tile60"/>
          <p:cNvSpPr txBox="1"/>
          <p:nvPr/>
        </p:nvSpPr>
        <p:spPr>
          <a:xfrm>
            <a:off x="1577340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5" name="S07-tile61"/>
          <p:cNvSpPr txBox="1"/>
          <p:nvPr/>
        </p:nvSpPr>
        <p:spPr>
          <a:xfrm>
            <a:off x="3424428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7100" dirty="0"/>
          </a:p>
        </p:txBody>
      </p:sp>
      <p:sp>
        <p:nvSpPr>
          <p:cNvPr id="6" name="S07-tile62"/>
          <p:cNvSpPr txBox="1"/>
          <p:nvPr/>
        </p:nvSpPr>
        <p:spPr>
          <a:xfrm>
            <a:off x="5271516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7" name="S07-tile63"/>
          <p:cNvSpPr txBox="1"/>
          <p:nvPr/>
        </p:nvSpPr>
        <p:spPr>
          <a:xfrm>
            <a:off x="7118604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8" name="S07-tile64"/>
          <p:cNvSpPr txBox="1"/>
          <p:nvPr/>
        </p:nvSpPr>
        <p:spPr>
          <a:xfrm>
            <a:off x="8965692" y="2368296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7100" dirty="0"/>
          </a:p>
        </p:txBody>
      </p:sp>
      <p:sp>
        <p:nvSpPr>
          <p:cNvPr id="9" name="S07-tile65"/>
          <p:cNvSpPr txBox="1"/>
          <p:nvPr/>
        </p:nvSpPr>
        <p:spPr>
          <a:xfrm>
            <a:off x="1577340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07-tile66"/>
          <p:cNvSpPr txBox="1"/>
          <p:nvPr/>
        </p:nvSpPr>
        <p:spPr>
          <a:xfrm>
            <a:off x="3424428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7100" dirty="0"/>
          </a:p>
        </p:txBody>
      </p:sp>
      <p:sp>
        <p:nvSpPr>
          <p:cNvPr id="11" name="S07-tile67"/>
          <p:cNvSpPr txBox="1"/>
          <p:nvPr/>
        </p:nvSpPr>
        <p:spPr>
          <a:xfrm>
            <a:off x="5271516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7100" dirty="0"/>
          </a:p>
        </p:txBody>
      </p:sp>
      <p:sp>
        <p:nvSpPr>
          <p:cNvPr id="12" name="S07-tile68"/>
          <p:cNvSpPr txBox="1"/>
          <p:nvPr/>
        </p:nvSpPr>
        <p:spPr>
          <a:xfrm>
            <a:off x="7118604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13" name="S07-tile69"/>
          <p:cNvSpPr txBox="1"/>
          <p:nvPr/>
        </p:nvSpPr>
        <p:spPr>
          <a:xfrm>
            <a:off x="8965692" y="421538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 쓰는 차례</a:t>
            </a:r>
            <a:endParaRPr lang="ko-KR" sz="4400" dirty="0"/>
          </a:p>
        </p:txBody>
      </p:sp>
      <p:sp>
        <p:nvSpPr>
          <p:cNvPr id="3" name="S08-tile70"/>
          <p:cNvSpPr txBox="1"/>
          <p:nvPr/>
        </p:nvSpPr>
        <p:spPr>
          <a:xfrm>
            <a:off x="7808427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5900" dirty="0"/>
          </a:p>
        </p:txBody>
      </p:sp>
      <p:sp>
        <p:nvSpPr>
          <p:cNvPr id="4" name="S08-tile71"/>
          <p:cNvSpPr txBox="1"/>
          <p:nvPr/>
        </p:nvSpPr>
        <p:spPr>
          <a:xfrm>
            <a:off x="9381195" y="22997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900" dirty="0"/>
          </a:p>
        </p:txBody>
      </p:sp>
      <p:sp>
        <p:nvSpPr>
          <p:cNvPr id="5" name="S08-tile72"/>
          <p:cNvSpPr txBox="1"/>
          <p:nvPr/>
        </p:nvSpPr>
        <p:spPr>
          <a:xfrm>
            <a:off x="7808427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900" dirty="0"/>
          </a:p>
        </p:txBody>
      </p:sp>
      <p:sp>
        <p:nvSpPr>
          <p:cNvPr id="6" name="S08-tile73"/>
          <p:cNvSpPr txBox="1"/>
          <p:nvPr/>
        </p:nvSpPr>
        <p:spPr>
          <a:xfrm>
            <a:off x="9381195" y="38724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900" dirty="0"/>
          </a:p>
        </p:txBody>
      </p:sp>
      <p:sp>
        <p:nvSpPr>
          <p:cNvPr id="7" name="S08-stepno74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75"/>
          <p:cNvSpPr txBox="1"/>
          <p:nvPr/>
        </p:nvSpPr>
        <p:spPr>
          <a:xfrm>
            <a:off x="1325880" y="278434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 내려 그어요.</a:t>
            </a:r>
            <a:endParaRPr lang="ko-KR" sz="3200" dirty="0"/>
          </a:p>
        </p:txBody>
      </p:sp>
      <p:sp>
        <p:nvSpPr>
          <p:cNvPr id="9" name="S08-stepno76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77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그어요.</a:t>
            </a:r>
            <a:endParaRPr lang="ko-KR" sz="3200" dirty="0"/>
          </a:p>
        </p:txBody>
      </p:sp>
      <p:sp>
        <p:nvSpPr>
          <p:cNvPr id="11" name="S08-stepno78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79"/>
          <p:cNvSpPr txBox="1"/>
          <p:nvPr/>
        </p:nvSpPr>
        <p:spPr>
          <a:xfrm>
            <a:off x="1325880" y="421081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위·왼쪽 막대부터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둘인 글자 쓰기</a:t>
            </a:r>
            <a:endParaRPr lang="ko-KR" sz="4400" dirty="0"/>
          </a:p>
        </p:txBody>
      </p:sp>
      <p:sp>
        <p:nvSpPr>
          <p:cNvPr id="3" name="S09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공중에 크게 쓰고, 활동지에 써요.</a:t>
            </a:r>
            <a:endParaRPr lang="ko-KR" sz="3200" dirty="0"/>
          </a:p>
        </p:txBody>
      </p:sp>
      <p:sp>
        <p:nvSpPr>
          <p:cNvPr id="4" name="S09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위에서 아래로, 왼쪽에서 오른쪽으로!</a:t>
            </a:r>
            <a:endParaRPr lang="ko-KR" sz="3200" dirty="0"/>
          </a:p>
        </p:txBody>
      </p:sp>
      <p:sp>
        <p:nvSpPr>
          <p:cNvPr id="6" name="S09-chip8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ile84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900" dirty="0"/>
          </a:p>
        </p:txBody>
      </p:sp>
      <p:sp>
        <p:nvSpPr>
          <p:cNvPr id="8" name="S09-chip8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ile86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900" dirty="0"/>
          </a:p>
        </p:txBody>
      </p:sp>
      <p:sp>
        <p:nvSpPr>
          <p:cNvPr id="10" name="S09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ile88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ㅛ</a:t>
            </a:r>
            <a:endParaRPr lang="ko-KR" sz="5900" dirty="0"/>
          </a:p>
        </p:txBody>
      </p:sp>
      <p:sp>
        <p:nvSpPr>
          <p:cNvPr id="12" name="S09-chip8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tile90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9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93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ㅕ</a:t>
            </a:r>
            <a:endParaRPr lang="ko-KR" sz="5500" dirty="0"/>
          </a:p>
        </p:txBody>
      </p:sp>
      <p:sp>
        <p:nvSpPr>
          <p:cNvPr id="6" name="S10-tile94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5500" dirty="0"/>
          </a:p>
        </p:txBody>
      </p:sp>
      <p:sp>
        <p:nvSpPr>
          <p:cNvPr id="7" name="S10-tile95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ㅑ</a:t>
            </a:r>
            <a:endParaRPr lang="ko-KR" sz="5500" dirty="0"/>
          </a:p>
        </p:txBody>
      </p:sp>
      <p:sp>
        <p:nvSpPr>
          <p:cNvPr id="8" name="S10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97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5500" dirty="0"/>
          </a:p>
        </p:txBody>
      </p:sp>
      <p:sp>
        <p:nvSpPr>
          <p:cNvPr id="10" name="S10-tile98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5500" dirty="0"/>
          </a:p>
        </p:txBody>
      </p:sp>
      <p:sp>
        <p:nvSpPr>
          <p:cNvPr id="11" name="S10-tile99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5500" dirty="0"/>
          </a:p>
        </p:txBody>
      </p:sp>
      <p:sp>
        <p:nvSpPr>
          <p:cNvPr id="12" name="S10-chip1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ext1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모음자를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골라요</a:t>
            </a:r>
            <a:endParaRPr lang="ko-KR" sz="4400" dirty="0"/>
          </a:p>
        </p:txBody>
      </p:sp>
      <p:sp>
        <p:nvSpPr>
          <p:cNvPr id="3" name="S12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어떻게 알았나요?</a:t>
            </a:r>
            <a:endParaRPr lang="ko-KR" sz="3200" dirty="0"/>
          </a:p>
        </p:txBody>
      </p:sp>
      <p:sp>
        <p:nvSpPr>
          <p:cNvPr id="5" name="S12-chip10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05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12-chip10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07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9" name="S12-chip10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09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자리와 개수를 보면 모음자의 소리를 알 수 있어요.</a:t>
            </a:r>
            <a:endParaRPr lang="ko-KR" sz="3200" dirty="0"/>
          </a:p>
        </p:txBody>
      </p:sp>
      <p:sp>
        <p:nvSpPr>
          <p:cNvPr id="5" name="S13-chip11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막대 자리 보고 읽기</a:t>
            </a:r>
            <a:endParaRPr lang="ko-KR" sz="2600" dirty="0"/>
          </a:p>
        </p:txBody>
      </p:sp>
      <p:sp>
        <p:nvSpPr>
          <p:cNvPr id="6" name="S13-chip11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방향 바꿔 읽기</a:t>
            </a:r>
            <a:endParaRPr lang="ko-KR" sz="2600" dirty="0"/>
          </a:p>
        </p:txBody>
      </p:sp>
      <p:sp>
        <p:nvSpPr>
          <p:cNvPr id="7" name="S13-text11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ㅓ ㅛ ㅠ ㅣ ㅑ 읽기</a:t>
            </a:r>
            <a:endParaRPr lang="ko-KR" sz="2600" dirty="0"/>
          </a:p>
        </p:txBody>
      </p:sp>
      <p:sp>
        <p:nvSpPr>
          <p:cNvPr id="9" name="S13-text11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[오] 소리 글자 쓰기</a:t>
            </a:r>
            <a:endParaRPr lang="ko-KR" sz="2600" dirty="0"/>
          </a:p>
        </p:txBody>
      </p:sp>
      <p:sp>
        <p:nvSpPr>
          <p:cNvPr id="10" name="S13-text11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막대가 둘이면?</a:t>
            </a:r>
            <a:endParaRPr lang="ko-KR" sz="2600" dirty="0"/>
          </a:p>
        </p:txBody>
      </p:sp>
      <p:sp>
        <p:nvSpPr>
          <p:cNvPr id="11" name="S13-text11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기본 자음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 자리 찾기</a:t>
            </a:r>
            <a:endParaRPr lang="ko-KR" sz="4400" dirty="0"/>
          </a:p>
        </p:txBody>
      </p:sp>
      <p:sp>
        <p:nvSpPr>
          <p:cNvPr id="3" name="S14-card11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2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 들기 놀이</a:t>
            </a:r>
            <a:endParaRPr lang="ko-KR" sz="3200" dirty="0"/>
          </a:p>
        </p:txBody>
      </p:sp>
      <p:sp>
        <p:nvSpPr>
          <p:cNvPr id="5" name="S14-card12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2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막대로 모양 만들기</a:t>
            </a:r>
            <a:endParaRPr lang="ko-KR" sz="3200" dirty="0"/>
          </a:p>
        </p:txBody>
      </p:sp>
      <p:sp>
        <p:nvSpPr>
          <p:cNvPr id="7" name="S14-tile123"/>
          <p:cNvSpPr txBox="1"/>
          <p:nvPr/>
        </p:nvSpPr>
        <p:spPr>
          <a:xfrm>
            <a:off x="2500884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7100" dirty="0"/>
          </a:p>
        </p:txBody>
      </p:sp>
      <p:sp>
        <p:nvSpPr>
          <p:cNvPr id="8" name="S14-tile124"/>
          <p:cNvSpPr txBox="1"/>
          <p:nvPr/>
        </p:nvSpPr>
        <p:spPr>
          <a:xfrm>
            <a:off x="4347972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14-tile125"/>
          <p:cNvSpPr txBox="1"/>
          <p:nvPr/>
        </p:nvSpPr>
        <p:spPr>
          <a:xfrm>
            <a:off x="6195060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10" name="S14-tile126"/>
          <p:cNvSpPr txBox="1"/>
          <p:nvPr/>
        </p:nvSpPr>
        <p:spPr>
          <a:xfrm>
            <a:off x="8042148" y="24003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모음</dc:title>
  <dc:subject>KR22-G01-KOR-VOWEL-L01</dc:subject>
  <dc:creator>education-ppt</dc:creator>
  <cp:lastModifiedBy>education-ppt</cp:lastModifiedBy>
  <cp:revision>1</cp:revision>
  <dcterms:created xsi:type="dcterms:W3CDTF">2026-10-26T07:13:48Z</dcterms:created>
  <dcterms:modified xsi:type="dcterms:W3CDTF">2026-10-26T07:13:48Z</dcterms:modified>
</cp:coreProperties>
</file>