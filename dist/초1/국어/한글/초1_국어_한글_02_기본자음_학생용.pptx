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c30e0ef-742f-c6ae-5ae0-e11a2d3d53d8}">
          <p14:sldIdLst>
            <p14:sldId id="256"/>
            <p14:sldId id="257"/>
          </p14:sldIdLst>
        </p14:section>
        <p14:section name="개념" id="{dde48bce-4fb9-a2c8-11f8-5df95817906b}">
          <p14:sldIdLst>
            <p14:sldId id="258"/>
            <p14:sldId id="259"/>
            <p14:sldId id="260"/>
            <p14:sldId id="261"/>
          </p14:sldIdLst>
        </p14:section>
        <p14:section name="연습" id="{b4b66aa3-281a-5519-847c-40b8f0cfd313}">
          <p14:sldIdLst>
            <p14:sldId id="262"/>
            <p14:sldId id="263"/>
            <p14:sldId id="264"/>
          </p14:sldIdLst>
        </p14:section>
        <p14:section name="확인" id="{3c7aa034-e742-11f5-7e93-e593355877fa}">
          <p14:sldIdLst>
            <p14:sldId id="265"/>
            <p14:sldId id="266"/>
          </p14:sldIdLst>
        </p14:section>
        <p14:section name="정리" id="{0b8d4fc3-1558-b573-ac06-a3b4add5ebfb}">
          <p14:sldIdLst>
            <p14:sldId id="267"/>
          </p14:sldIdLst>
        </p14:section>
        <p14:section name="보충" id="{7967dd68-4e11-e1ab-df6e-e8b15675ecf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자음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ㄱ의 이름은 무엇일까요?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자음자 14개의 이름을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자음자의 소리를 내어 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모음자를 읽어요</a:t>
            </a:r>
            <a:endParaRPr lang="ko-KR" sz="4400" dirty="0"/>
          </a:p>
        </p:txBody>
      </p:sp>
      <p:sp>
        <p:nvSpPr>
          <p:cNvPr id="3" name="S02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글자는? 나머지도 읽어 봐요.</a:t>
            </a:r>
            <a:endParaRPr lang="ko-KR" sz="3200" dirty="0"/>
          </a:p>
        </p:txBody>
      </p:sp>
      <p:sp>
        <p:nvSpPr>
          <p:cNvPr id="5" name="S02-chip9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tile10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7" name="S02-chip1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2-tile12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9" name="S02-chip1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2-tile14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ㅁ까지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저마다 이름이 있어요.</a:t>
            </a:r>
            <a:endParaRPr lang="ko-KR" sz="3200" dirty="0"/>
          </a:p>
        </p:txBody>
      </p:sp>
      <p:sp>
        <p:nvSpPr>
          <p:cNvPr id="5" name="S03-tile17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7900" dirty="0"/>
          </a:p>
        </p:txBody>
      </p:sp>
      <p:sp>
        <p:nvSpPr>
          <p:cNvPr id="6" name="S03-label18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7900" dirty="0"/>
          </a:p>
        </p:txBody>
      </p:sp>
      <p:sp>
        <p:nvSpPr>
          <p:cNvPr id="8" name="S03-label20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</a:t>
            </a:r>
            <a:endParaRPr lang="ko-KR" sz="2200" dirty="0"/>
          </a:p>
        </p:txBody>
      </p:sp>
      <p:sp>
        <p:nvSpPr>
          <p:cNvPr id="9" name="S03-tile21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7900" dirty="0"/>
          </a:p>
        </p:txBody>
      </p:sp>
      <p:sp>
        <p:nvSpPr>
          <p:cNvPr id="10" name="S03-label22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디귿</a:t>
            </a:r>
            <a:endParaRPr lang="ko-KR" sz="2200" dirty="0"/>
          </a:p>
        </p:txBody>
      </p:sp>
      <p:sp>
        <p:nvSpPr>
          <p:cNvPr id="11" name="S03-tile23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7900" dirty="0"/>
          </a:p>
        </p:txBody>
      </p:sp>
      <p:sp>
        <p:nvSpPr>
          <p:cNvPr id="12" name="S03-label24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리을</a:t>
            </a:r>
            <a:endParaRPr lang="ko-KR" sz="2200" dirty="0"/>
          </a:p>
        </p:txBody>
      </p:sp>
      <p:sp>
        <p:nvSpPr>
          <p:cNvPr id="13" name="S03-tile25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7900" dirty="0"/>
          </a:p>
        </p:txBody>
      </p:sp>
      <p:sp>
        <p:nvSpPr>
          <p:cNvPr id="14" name="S03-label26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ㅂ부터 ㅊ까지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ㅇ은 글자 앞에서 소리가 나지 않아요.</a:t>
            </a:r>
            <a:endParaRPr lang="ko-KR" sz="3200" dirty="0"/>
          </a:p>
        </p:txBody>
      </p:sp>
      <p:sp>
        <p:nvSpPr>
          <p:cNvPr id="5" name="S04-tile29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7900" dirty="0"/>
          </a:p>
        </p:txBody>
      </p:sp>
      <p:sp>
        <p:nvSpPr>
          <p:cNvPr id="6" name="S04-label30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비읍</a:t>
            </a:r>
            <a:endParaRPr lang="ko-KR" sz="2200" dirty="0"/>
          </a:p>
        </p:txBody>
      </p:sp>
      <p:sp>
        <p:nvSpPr>
          <p:cNvPr id="7" name="S04-tile31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7900" dirty="0"/>
          </a:p>
        </p:txBody>
      </p:sp>
      <p:sp>
        <p:nvSpPr>
          <p:cNvPr id="8" name="S04-label32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시옷</a:t>
            </a:r>
            <a:endParaRPr lang="ko-KR" sz="2200" dirty="0"/>
          </a:p>
        </p:txBody>
      </p:sp>
      <p:sp>
        <p:nvSpPr>
          <p:cNvPr id="9" name="S04-tile33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7900" dirty="0"/>
          </a:p>
        </p:txBody>
      </p:sp>
      <p:sp>
        <p:nvSpPr>
          <p:cNvPr id="10" name="S04-label34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이응</a:t>
            </a:r>
            <a:endParaRPr lang="ko-KR" sz="2200" dirty="0"/>
          </a:p>
        </p:txBody>
      </p:sp>
      <p:sp>
        <p:nvSpPr>
          <p:cNvPr id="11" name="S04-tile35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7900" dirty="0"/>
          </a:p>
        </p:txBody>
      </p:sp>
      <p:sp>
        <p:nvSpPr>
          <p:cNvPr id="12" name="S04-label36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지읒</a:t>
            </a:r>
            <a:endParaRPr lang="ko-KR" sz="2200" dirty="0"/>
          </a:p>
        </p:txBody>
      </p:sp>
      <p:sp>
        <p:nvSpPr>
          <p:cNvPr id="13" name="S04-tile37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7900" dirty="0"/>
          </a:p>
        </p:txBody>
      </p:sp>
      <p:sp>
        <p:nvSpPr>
          <p:cNvPr id="14" name="S04-label38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치읓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ㅋ부터 ㅎ까지</a:t>
            </a:r>
            <a:endParaRPr lang="ko-KR" sz="4400" dirty="0"/>
          </a:p>
        </p:txBody>
      </p:sp>
      <p:sp>
        <p:nvSpPr>
          <p:cNvPr id="3" name="S05-card3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ㄱ에 줄 하나 → ㅋ</a:t>
            </a:r>
            <a:endParaRPr lang="ko-KR" sz="3200" dirty="0"/>
          </a:p>
        </p:txBody>
      </p:sp>
      <p:sp>
        <p:nvSpPr>
          <p:cNvPr id="5" name="S05-card4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ㄷ에 줄 하나 → ㅌ</a:t>
            </a:r>
            <a:endParaRPr lang="ko-KR" sz="3200" dirty="0"/>
          </a:p>
        </p:txBody>
      </p:sp>
      <p:sp>
        <p:nvSpPr>
          <p:cNvPr id="7" name="S05-tile43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7900" dirty="0"/>
          </a:p>
        </p:txBody>
      </p:sp>
      <p:sp>
        <p:nvSpPr>
          <p:cNvPr id="8" name="S05-label44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키읔</a:t>
            </a:r>
            <a:endParaRPr lang="ko-KR" sz="2200" dirty="0"/>
          </a:p>
        </p:txBody>
      </p:sp>
      <p:sp>
        <p:nvSpPr>
          <p:cNvPr id="9" name="S05-tile45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7900" dirty="0"/>
          </a:p>
        </p:txBody>
      </p:sp>
      <p:sp>
        <p:nvSpPr>
          <p:cNvPr id="10" name="S05-label46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티읕</a:t>
            </a:r>
            <a:endParaRPr lang="ko-KR" sz="2200" dirty="0"/>
          </a:p>
        </p:txBody>
      </p:sp>
      <p:sp>
        <p:nvSpPr>
          <p:cNvPr id="11" name="S05-tile47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7900" dirty="0"/>
          </a:p>
        </p:txBody>
      </p:sp>
      <p:sp>
        <p:nvSpPr>
          <p:cNvPr id="12" name="S05-label48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피읖</a:t>
            </a:r>
            <a:endParaRPr lang="ko-KR" sz="2200" dirty="0"/>
          </a:p>
        </p:txBody>
      </p:sp>
      <p:sp>
        <p:nvSpPr>
          <p:cNvPr id="13" name="S05-tile49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7900" dirty="0"/>
          </a:p>
        </p:txBody>
      </p:sp>
      <p:sp>
        <p:nvSpPr>
          <p:cNvPr id="14" name="S05-label50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히읗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속에 소리가 있어요</a:t>
            </a:r>
            <a:endParaRPr lang="ko-KR" sz="4400" dirty="0"/>
          </a:p>
        </p:txBody>
      </p:sp>
      <p:sp>
        <p:nvSpPr>
          <p:cNvPr id="3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이름의 첫소리가 그 글자의 소리예요.</a:t>
            </a:r>
            <a:endParaRPr lang="ko-KR" sz="3200" dirty="0"/>
          </a:p>
        </p:txBody>
      </p:sp>
      <p:sp>
        <p:nvSpPr>
          <p:cNvPr id="5" name="S06-tile53"/>
          <p:cNvSpPr txBox="1"/>
          <p:nvPr/>
        </p:nvSpPr>
        <p:spPr>
          <a:xfrm>
            <a:off x="1403604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9500" dirty="0"/>
          </a:p>
        </p:txBody>
      </p:sp>
      <p:sp>
        <p:nvSpPr>
          <p:cNvPr id="6" name="S06-label54"/>
          <p:cNvSpPr txBox="1"/>
          <p:nvPr/>
        </p:nvSpPr>
        <p:spPr>
          <a:xfrm>
            <a:off x="1303020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 → [그]</a:t>
            </a:r>
            <a:endParaRPr lang="ko-KR" sz="2200" dirty="0"/>
          </a:p>
        </p:txBody>
      </p:sp>
      <p:sp>
        <p:nvSpPr>
          <p:cNvPr id="7" name="S06-tile55"/>
          <p:cNvSpPr txBox="1"/>
          <p:nvPr/>
        </p:nvSpPr>
        <p:spPr>
          <a:xfrm>
            <a:off x="3799332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9500" dirty="0"/>
          </a:p>
        </p:txBody>
      </p:sp>
      <p:sp>
        <p:nvSpPr>
          <p:cNvPr id="8" name="S06-label56"/>
          <p:cNvSpPr txBox="1"/>
          <p:nvPr/>
        </p:nvSpPr>
        <p:spPr>
          <a:xfrm>
            <a:off x="3698748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 → [느]</a:t>
            </a:r>
            <a:endParaRPr lang="ko-KR" sz="2200" dirty="0"/>
          </a:p>
        </p:txBody>
      </p:sp>
      <p:sp>
        <p:nvSpPr>
          <p:cNvPr id="9" name="S06-tile57"/>
          <p:cNvSpPr txBox="1"/>
          <p:nvPr/>
        </p:nvSpPr>
        <p:spPr>
          <a:xfrm>
            <a:off x="6195060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9500" dirty="0"/>
          </a:p>
        </p:txBody>
      </p:sp>
      <p:sp>
        <p:nvSpPr>
          <p:cNvPr id="10" name="S06-label58"/>
          <p:cNvSpPr txBox="1"/>
          <p:nvPr/>
        </p:nvSpPr>
        <p:spPr>
          <a:xfrm>
            <a:off x="6094476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미음 → [므]</a:t>
            </a:r>
            <a:endParaRPr lang="ko-KR" sz="2200" dirty="0"/>
          </a:p>
        </p:txBody>
      </p:sp>
      <p:sp>
        <p:nvSpPr>
          <p:cNvPr id="11" name="S06-tile59"/>
          <p:cNvSpPr txBox="1"/>
          <p:nvPr/>
        </p:nvSpPr>
        <p:spPr>
          <a:xfrm>
            <a:off x="8590788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9500" dirty="0"/>
          </a:p>
        </p:txBody>
      </p:sp>
      <p:sp>
        <p:nvSpPr>
          <p:cNvPr id="12" name="S06-label60"/>
          <p:cNvSpPr txBox="1"/>
          <p:nvPr/>
        </p:nvSpPr>
        <p:spPr>
          <a:xfrm>
            <a:off x="8490204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시옷 → [스]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400" dirty="0"/>
          </a:p>
        </p:txBody>
      </p:sp>
      <p:sp>
        <p:nvSpPr>
          <p:cNvPr id="3" name="S07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자음자를 짚어요.</a:t>
            </a:r>
            <a:endParaRPr lang="ko-KR" sz="3200" dirty="0"/>
          </a:p>
        </p:txBody>
      </p:sp>
      <p:sp>
        <p:nvSpPr>
          <p:cNvPr id="4" name="S07-tile62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5" name="S07-tile63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6" name="S07-tile64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5900" dirty="0"/>
          </a:p>
        </p:txBody>
      </p:sp>
      <p:sp>
        <p:nvSpPr>
          <p:cNvPr id="7" name="S07-tile65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8" name="S07-tile66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900" dirty="0"/>
          </a:p>
        </p:txBody>
      </p:sp>
      <p:sp>
        <p:nvSpPr>
          <p:cNvPr id="9" name="S07-tile67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900" dirty="0"/>
          </a:p>
        </p:txBody>
      </p:sp>
      <p:sp>
        <p:nvSpPr>
          <p:cNvPr id="10" name="S07-tile68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5900" dirty="0"/>
          </a:p>
        </p:txBody>
      </p:sp>
      <p:sp>
        <p:nvSpPr>
          <p:cNvPr id="11" name="S07-tile69"/>
          <p:cNvSpPr txBox="1"/>
          <p:nvPr/>
        </p:nvSpPr>
        <p:spPr>
          <a:xfrm>
            <a:off x="69037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12" name="S07-tile70"/>
          <p:cNvSpPr txBox="1"/>
          <p:nvPr/>
        </p:nvSpPr>
        <p:spPr>
          <a:xfrm>
            <a:off x="226314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900" dirty="0"/>
          </a:p>
        </p:txBody>
      </p:sp>
      <p:sp>
        <p:nvSpPr>
          <p:cNvPr id="13" name="S07-tile71"/>
          <p:cNvSpPr txBox="1"/>
          <p:nvPr/>
        </p:nvSpPr>
        <p:spPr>
          <a:xfrm>
            <a:off x="383590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14" name="S07-tile72"/>
          <p:cNvSpPr txBox="1"/>
          <p:nvPr/>
        </p:nvSpPr>
        <p:spPr>
          <a:xfrm>
            <a:off x="540867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15" name="S07-tile73"/>
          <p:cNvSpPr txBox="1"/>
          <p:nvPr/>
        </p:nvSpPr>
        <p:spPr>
          <a:xfrm>
            <a:off x="698144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5900" dirty="0"/>
          </a:p>
        </p:txBody>
      </p:sp>
      <p:sp>
        <p:nvSpPr>
          <p:cNvPr id="16" name="S07-tile74"/>
          <p:cNvSpPr txBox="1"/>
          <p:nvPr/>
        </p:nvSpPr>
        <p:spPr>
          <a:xfrm>
            <a:off x="855421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900" dirty="0"/>
          </a:p>
        </p:txBody>
      </p:sp>
      <p:sp>
        <p:nvSpPr>
          <p:cNvPr id="17" name="S07-tile75"/>
          <p:cNvSpPr txBox="1"/>
          <p:nvPr/>
        </p:nvSpPr>
        <p:spPr>
          <a:xfrm>
            <a:off x="1012698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글자 찾기</a:t>
            </a:r>
            <a:endParaRPr lang="ko-KR" sz="4400" dirty="0"/>
          </a:p>
        </p:txBody>
      </p:sp>
      <p:sp>
        <p:nvSpPr>
          <p:cNvPr id="3" name="S08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낱말의 첫소리 글자를 찾아요.</a:t>
            </a:r>
            <a:endParaRPr lang="ko-KR" sz="3200" dirty="0"/>
          </a:p>
        </p:txBody>
      </p:sp>
      <p:sp>
        <p:nvSpPr>
          <p:cNvPr id="4" name="S08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첫소리만 떼어 말해요. 기차 → [그]</a:t>
            </a:r>
            <a:endParaRPr lang="ko-KR" sz="3200" dirty="0"/>
          </a:p>
        </p:txBody>
      </p:sp>
      <p:sp>
        <p:nvSpPr>
          <p:cNvPr id="6" name="S08-chip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ile80"/>
          <p:cNvSpPr txBox="1"/>
          <p:nvPr/>
        </p:nvSpPr>
        <p:spPr>
          <a:xfrm>
            <a:off x="136931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8" name="S08-tile81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9" name="S08-tile82"/>
          <p:cNvSpPr txBox="1"/>
          <p:nvPr/>
        </p:nvSpPr>
        <p:spPr>
          <a:xfrm>
            <a:off x="451485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900" dirty="0"/>
          </a:p>
        </p:txBody>
      </p:sp>
      <p:sp>
        <p:nvSpPr>
          <p:cNvPr id="10" name="S08-chip8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1" name="S08-tile84"/>
          <p:cNvSpPr txBox="1"/>
          <p:nvPr/>
        </p:nvSpPr>
        <p:spPr>
          <a:xfrm>
            <a:off x="709803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900" dirty="0"/>
          </a:p>
        </p:txBody>
      </p:sp>
      <p:sp>
        <p:nvSpPr>
          <p:cNvPr id="12" name="S08-tile85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13" name="S08-tile86"/>
          <p:cNvSpPr txBox="1"/>
          <p:nvPr/>
        </p:nvSpPr>
        <p:spPr>
          <a:xfrm>
            <a:off x="10243566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900" dirty="0"/>
          </a:p>
        </p:txBody>
      </p:sp>
      <p:sp>
        <p:nvSpPr>
          <p:cNvPr id="14" name="S08-chip8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5" name="S08-tile88"/>
          <p:cNvSpPr txBox="1"/>
          <p:nvPr/>
        </p:nvSpPr>
        <p:spPr>
          <a:xfrm>
            <a:off x="136931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16" name="S08-tile89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5900" dirty="0"/>
          </a:p>
        </p:txBody>
      </p:sp>
      <p:sp>
        <p:nvSpPr>
          <p:cNvPr id="17" name="S08-tile90"/>
          <p:cNvSpPr txBox="1"/>
          <p:nvPr/>
        </p:nvSpPr>
        <p:spPr>
          <a:xfrm>
            <a:off x="451485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18" name="S08-chip9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9" name="S08-tile92"/>
          <p:cNvSpPr txBox="1"/>
          <p:nvPr/>
        </p:nvSpPr>
        <p:spPr>
          <a:xfrm>
            <a:off x="709803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5900" dirty="0"/>
          </a:p>
        </p:txBody>
      </p:sp>
      <p:sp>
        <p:nvSpPr>
          <p:cNvPr id="20" name="S08-tile93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21" name="S08-tile94"/>
          <p:cNvSpPr txBox="1"/>
          <p:nvPr/>
        </p:nvSpPr>
        <p:spPr>
          <a:xfrm>
            <a:off x="10243566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ㄱ일까요, ㄴ일까요?</a:t>
            </a:r>
            <a:endParaRPr lang="ko-KR" sz="4400" dirty="0"/>
          </a:p>
        </p:txBody>
      </p:sp>
      <p:sp>
        <p:nvSpPr>
          <p:cNvPr id="3" name="S09-card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ㄴ을 보고 ‘기역’이라고 했어요.</a:t>
            </a:r>
            <a:endParaRPr lang="ko-KR" sz="3200" dirty="0"/>
          </a:p>
        </p:txBody>
      </p:sp>
      <p:sp>
        <p:nvSpPr>
          <p:cNvPr id="5" name="S09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200" dirty="0"/>
          </a:p>
        </p:txBody>
      </p:sp>
      <p:sp>
        <p:nvSpPr>
          <p:cNvPr id="7" name="S09-chip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꺾인 곳이 오른쪽 위</a:t>
            </a:r>
            <a:endParaRPr lang="ko-KR" sz="2600" dirty="0"/>
          </a:p>
        </p:txBody>
      </p:sp>
      <p:sp>
        <p:nvSpPr>
          <p:cNvPr id="8" name="S09-tile100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9" name="S09-label101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</a:t>
            </a:r>
            <a:endParaRPr lang="ko-KR" sz="2200" dirty="0"/>
          </a:p>
        </p:txBody>
      </p:sp>
      <p:sp>
        <p:nvSpPr>
          <p:cNvPr id="10" name="S09-chip10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꺾인 곳이 왼쪽 아래</a:t>
            </a:r>
            <a:endParaRPr lang="ko-KR" sz="2600" dirty="0"/>
          </a:p>
        </p:txBody>
      </p:sp>
      <p:sp>
        <p:nvSpPr>
          <p:cNvPr id="11" name="S09-tile103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12" name="S09-label104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말하고, ③은 첫소리를 찾아요.</a:t>
            </a:r>
            <a:endParaRPr lang="ko-KR" sz="3200" dirty="0"/>
          </a:p>
        </p:txBody>
      </p:sp>
      <p:sp>
        <p:nvSpPr>
          <p:cNvPr id="4" name="S10-chip10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ile107"/>
          <p:cNvSpPr txBox="1"/>
          <p:nvPr/>
        </p:nvSpPr>
        <p:spPr>
          <a:xfrm>
            <a:off x="1965960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500" dirty="0"/>
          </a:p>
        </p:txBody>
      </p:sp>
      <p:sp>
        <p:nvSpPr>
          <p:cNvPr id="6" name="S10-tile108"/>
          <p:cNvSpPr txBox="1"/>
          <p:nvPr/>
        </p:nvSpPr>
        <p:spPr>
          <a:xfrm>
            <a:off x="3447288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7" name="S10-tile109"/>
          <p:cNvSpPr txBox="1"/>
          <p:nvPr/>
        </p:nvSpPr>
        <p:spPr>
          <a:xfrm>
            <a:off x="4928616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500" dirty="0"/>
          </a:p>
        </p:txBody>
      </p:sp>
      <p:sp>
        <p:nvSpPr>
          <p:cNvPr id="8" name="S10-chip11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ile111"/>
          <p:cNvSpPr txBox="1"/>
          <p:nvPr/>
        </p:nvSpPr>
        <p:spPr>
          <a:xfrm>
            <a:off x="1965960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5500" dirty="0"/>
          </a:p>
        </p:txBody>
      </p:sp>
      <p:sp>
        <p:nvSpPr>
          <p:cNvPr id="10" name="S10-tile112"/>
          <p:cNvSpPr txBox="1"/>
          <p:nvPr/>
        </p:nvSpPr>
        <p:spPr>
          <a:xfrm>
            <a:off x="3447288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500" dirty="0"/>
          </a:p>
        </p:txBody>
      </p:sp>
      <p:sp>
        <p:nvSpPr>
          <p:cNvPr id="11" name="S10-tile113"/>
          <p:cNvSpPr txBox="1"/>
          <p:nvPr/>
        </p:nvSpPr>
        <p:spPr>
          <a:xfrm>
            <a:off x="4928616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500" dirty="0"/>
          </a:p>
        </p:txBody>
      </p:sp>
      <p:sp>
        <p:nvSpPr>
          <p:cNvPr id="12" name="S10-chip1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10-tile115"/>
          <p:cNvSpPr txBox="1"/>
          <p:nvPr/>
        </p:nvSpPr>
        <p:spPr>
          <a:xfrm>
            <a:off x="1965960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500" dirty="0"/>
          </a:p>
        </p:txBody>
      </p:sp>
      <p:sp>
        <p:nvSpPr>
          <p:cNvPr id="14" name="S10-tile116"/>
          <p:cNvSpPr txBox="1"/>
          <p:nvPr/>
        </p:nvSpPr>
        <p:spPr>
          <a:xfrm>
            <a:off x="3447288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15" name="S10-tile117"/>
          <p:cNvSpPr txBox="1"/>
          <p:nvPr/>
        </p:nvSpPr>
        <p:spPr>
          <a:xfrm>
            <a:off x="4928616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글자를 골라요</a:t>
            </a:r>
            <a:endParaRPr lang="ko-KR" sz="4400" dirty="0"/>
          </a:p>
        </p:txBody>
      </p:sp>
      <p:sp>
        <p:nvSpPr>
          <p:cNvPr id="3" name="S12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첫소리 글자는?</a:t>
            </a:r>
            <a:endParaRPr lang="ko-KR" sz="3200" dirty="0"/>
          </a:p>
        </p:txBody>
      </p:sp>
      <p:sp>
        <p:nvSpPr>
          <p:cNvPr id="5" name="S12-chip12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21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7100" dirty="0"/>
          </a:p>
        </p:txBody>
      </p:sp>
      <p:sp>
        <p:nvSpPr>
          <p:cNvPr id="7" name="S12-chip122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23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7100" dirty="0"/>
          </a:p>
        </p:txBody>
      </p:sp>
      <p:sp>
        <p:nvSpPr>
          <p:cNvPr id="9" name="S12-chip12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25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2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2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이름이 있고, 이름의 첫소리가 그 글자의 소리예요.</a:t>
            </a:r>
            <a:endParaRPr lang="ko-KR" sz="3200" dirty="0"/>
          </a:p>
        </p:txBody>
      </p:sp>
      <p:sp>
        <p:nvSpPr>
          <p:cNvPr id="5" name="S13-chip12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꺾인 곳·줄 보고 구별하기</a:t>
            </a:r>
            <a:endParaRPr lang="ko-KR" sz="2600" dirty="0"/>
          </a:p>
        </p:txBody>
      </p:sp>
      <p:sp>
        <p:nvSpPr>
          <p:cNvPr id="6" name="S13-chip12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이름을 소리처럼 말하기</a:t>
            </a:r>
            <a:endParaRPr lang="ko-KR" sz="2600" dirty="0"/>
          </a:p>
        </p:txBody>
      </p:sp>
      <p:sp>
        <p:nvSpPr>
          <p:cNvPr id="7" name="S13-text13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3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ㄴ ㅂ ㅇ ㅊ ㅋ 이름</a:t>
            </a:r>
            <a:endParaRPr lang="ko-KR" sz="2600" dirty="0"/>
          </a:p>
        </p:txBody>
      </p:sp>
      <p:sp>
        <p:nvSpPr>
          <p:cNvPr id="9" name="S13-text13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ㅅ의 소리는?</a:t>
            </a:r>
            <a:endParaRPr lang="ko-KR" sz="2600" dirty="0"/>
          </a:p>
        </p:txBody>
      </p:sp>
      <p:sp>
        <p:nvSpPr>
          <p:cNvPr id="10" name="S13-text13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‘나무’의 첫소리 글자</a:t>
            </a:r>
            <a:endParaRPr lang="ko-KR" sz="2600" dirty="0"/>
          </a:p>
        </p:txBody>
      </p:sp>
      <p:sp>
        <p:nvSpPr>
          <p:cNvPr id="11" name="S13-text13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받침 없는 글자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모음자 다시 읽기</a:t>
            </a:r>
            <a:endParaRPr lang="ko-KR" sz="4400" dirty="0"/>
          </a:p>
        </p:txBody>
      </p:sp>
      <p:sp>
        <p:nvSpPr>
          <p:cNvPr id="3" name="S14-card13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막대의 자리 보기</a:t>
            </a:r>
            <a:endParaRPr lang="ko-KR" sz="3200" dirty="0"/>
          </a:p>
        </p:txBody>
      </p:sp>
      <p:sp>
        <p:nvSpPr>
          <p:cNvPr id="5" name="S14-card13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3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둘이면 [이] 붙이기</a:t>
            </a:r>
            <a:endParaRPr lang="ko-KR" sz="3200" dirty="0"/>
          </a:p>
        </p:txBody>
      </p:sp>
      <p:sp>
        <p:nvSpPr>
          <p:cNvPr id="7" name="S14-tile139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6300" dirty="0"/>
          </a:p>
        </p:txBody>
      </p:sp>
      <p:sp>
        <p:nvSpPr>
          <p:cNvPr id="8" name="S14-label140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9" name="S14-tile141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6300" dirty="0"/>
          </a:p>
        </p:txBody>
      </p:sp>
      <p:sp>
        <p:nvSpPr>
          <p:cNvPr id="10" name="S14-label142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11" name="S14-tile143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6300" dirty="0"/>
          </a:p>
        </p:txBody>
      </p:sp>
      <p:sp>
        <p:nvSpPr>
          <p:cNvPr id="12" name="S14-label144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ko-KR" sz="2200" dirty="0"/>
          </a:p>
        </p:txBody>
      </p:sp>
      <p:sp>
        <p:nvSpPr>
          <p:cNvPr id="13" name="S14-tile145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6300" dirty="0"/>
          </a:p>
        </p:txBody>
      </p:sp>
      <p:sp>
        <p:nvSpPr>
          <p:cNvPr id="14" name="S14-label146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</a:t>
            </a:r>
            <a:endParaRPr lang="ko-KR" sz="2200" dirty="0"/>
          </a:p>
        </p:txBody>
      </p:sp>
      <p:sp>
        <p:nvSpPr>
          <p:cNvPr id="15" name="S14-tile147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6300" dirty="0"/>
          </a:p>
        </p:txBody>
      </p:sp>
      <p:sp>
        <p:nvSpPr>
          <p:cNvPr id="16" name="S14-label148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2200" dirty="0"/>
          </a:p>
        </p:txBody>
      </p:sp>
      <p:sp>
        <p:nvSpPr>
          <p:cNvPr id="17" name="S14-tile149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6300" dirty="0"/>
          </a:p>
        </p:txBody>
      </p:sp>
      <p:sp>
        <p:nvSpPr>
          <p:cNvPr id="18" name="S14-label150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기본 자음</dc:title>
  <dc:subject>KR22-G01-KOR-CONS-L01</dc:subject>
  <dc:creator>education-ppt</dc:creator>
  <cp:lastModifiedBy>education-ppt</cp:lastModifiedBy>
  <cp:revision>1</cp:revision>
  <dcterms:created xsi:type="dcterms:W3CDTF">2026-10-26T07:13:41Z</dcterms:created>
  <dcterms:modified xsi:type="dcterms:W3CDTF">2026-10-26T07:13:41Z</dcterms:modified>
</cp:coreProperties>
</file>