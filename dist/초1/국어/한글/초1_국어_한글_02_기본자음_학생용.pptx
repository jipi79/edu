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d1da40d-b45a-cd96-716c-1b387f53c223}">
          <p14:sldIdLst>
            <p14:sldId id="256"/>
            <p14:sldId id="257"/>
          </p14:sldIdLst>
        </p14:section>
        <p14:section name="개념" id="{67b92aa3-ca14-84bb-e760-9d5ebd510226}">
          <p14:sldIdLst>
            <p14:sldId id="258"/>
            <p14:sldId id="259"/>
            <p14:sldId id="260"/>
            <p14:sldId id="261"/>
          </p14:sldIdLst>
        </p14:section>
        <p14:section name="연습" id="{3af5015d-32e5-5807-62c4-a6ced1508b8d}">
          <p14:sldIdLst>
            <p14:sldId id="262"/>
            <p14:sldId id="263"/>
            <p14:sldId id="264"/>
          </p14:sldIdLst>
        </p14:section>
        <p14:section name="확인" id="{3b4b45d4-b5fa-e856-2aa5-866b59689c92}">
          <p14:sldIdLst>
            <p14:sldId id="265"/>
            <p14:sldId id="266"/>
          </p14:sldIdLst>
        </p14:section>
        <p14:section name="정리" id="{788ce05a-f8de-f699-8124-fea85ded875e}">
          <p14:sldIdLst>
            <p14:sldId id="267"/>
          </p14:sldIdLst>
        </p14:section>
        <p14:section name="보충" id="{0ee971ce-2870-85cd-8d77-6bf2810f90d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자음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ㄱ의 이름은 무엇일까요?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 14개의 이름을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자음자의 소리를 내어 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읽어요</a:t>
            </a:r>
            <a:endParaRPr lang="ko-KR" sz="4400" dirty="0"/>
          </a:p>
        </p:txBody>
      </p:sp>
      <p:sp>
        <p:nvSpPr>
          <p:cNvPr id="3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나머지도 읽어 봐요.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02-chip1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tile12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02-chip1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tile14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ㅁ까지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저마다 이름이 있어요.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디귿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리을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ㅂ부터 ㅊ까지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ㅇ은 글자 앞에서 소리가 나지 않아요.</a:t>
            </a:r>
            <a:endParaRPr lang="ko-KR" sz="3200" dirty="0"/>
          </a:p>
        </p:txBody>
      </p:sp>
      <p:sp>
        <p:nvSpPr>
          <p:cNvPr id="5" name="S04-tile29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7900" dirty="0"/>
          </a:p>
        </p:txBody>
      </p:sp>
      <p:sp>
        <p:nvSpPr>
          <p:cNvPr id="6" name="S04-label30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비읍</a:t>
            </a:r>
            <a:endParaRPr lang="ko-KR" sz="2200" dirty="0"/>
          </a:p>
        </p:txBody>
      </p:sp>
      <p:sp>
        <p:nvSpPr>
          <p:cNvPr id="7" name="S04-tile31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7900" dirty="0"/>
          </a:p>
        </p:txBody>
      </p:sp>
      <p:sp>
        <p:nvSpPr>
          <p:cNvPr id="8" name="S04-label32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7900" dirty="0"/>
          </a:p>
        </p:txBody>
      </p:sp>
      <p:sp>
        <p:nvSpPr>
          <p:cNvPr id="10" name="S04-label34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이응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7900" dirty="0"/>
          </a:p>
        </p:txBody>
      </p:sp>
      <p:sp>
        <p:nvSpPr>
          <p:cNvPr id="12" name="S04-label36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지읒</a:t>
            </a:r>
            <a:endParaRPr lang="ko-KR" sz="2200" dirty="0"/>
          </a:p>
        </p:txBody>
      </p:sp>
      <p:sp>
        <p:nvSpPr>
          <p:cNvPr id="13" name="S04-tile37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900" dirty="0"/>
          </a:p>
        </p:txBody>
      </p:sp>
      <p:sp>
        <p:nvSpPr>
          <p:cNvPr id="14" name="S04-label38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치읓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ㅋ부터 ㅎ까지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 줄 하나 → ㅋ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ㄷ에 줄 하나 → ㅌ</a:t>
            </a:r>
            <a:endParaRPr lang="ko-KR" sz="3200" dirty="0"/>
          </a:p>
        </p:txBody>
      </p:sp>
      <p:sp>
        <p:nvSpPr>
          <p:cNvPr id="7" name="S05-tile43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900" dirty="0"/>
          </a:p>
        </p:txBody>
      </p:sp>
      <p:sp>
        <p:nvSpPr>
          <p:cNvPr id="8" name="S05-label44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키읔</a:t>
            </a:r>
            <a:endParaRPr lang="ko-KR" sz="2200" dirty="0"/>
          </a:p>
        </p:txBody>
      </p:sp>
      <p:sp>
        <p:nvSpPr>
          <p:cNvPr id="9" name="S05-tile45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7900" dirty="0"/>
          </a:p>
        </p:txBody>
      </p:sp>
      <p:sp>
        <p:nvSpPr>
          <p:cNvPr id="10" name="S05-label46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티읕</a:t>
            </a:r>
            <a:endParaRPr lang="ko-KR" sz="2200" dirty="0"/>
          </a:p>
        </p:txBody>
      </p:sp>
      <p:sp>
        <p:nvSpPr>
          <p:cNvPr id="11" name="S05-tile47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7900" dirty="0"/>
          </a:p>
        </p:txBody>
      </p:sp>
      <p:sp>
        <p:nvSpPr>
          <p:cNvPr id="12" name="S05-label48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피읖</a:t>
            </a:r>
            <a:endParaRPr lang="ko-KR" sz="2200" dirty="0"/>
          </a:p>
        </p:txBody>
      </p:sp>
      <p:sp>
        <p:nvSpPr>
          <p:cNvPr id="13" name="S05-tile49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900" dirty="0"/>
          </a:p>
        </p:txBody>
      </p:sp>
      <p:sp>
        <p:nvSpPr>
          <p:cNvPr id="14" name="S05-label50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히읗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속에 소리가 있어요</a:t>
            </a:r>
            <a:endParaRPr lang="ko-KR" sz="4400" dirty="0"/>
          </a:p>
        </p:txBody>
      </p:sp>
      <p:sp>
        <p:nvSpPr>
          <p:cNvPr id="3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그 글자의 소리예요.</a:t>
            </a:r>
            <a:endParaRPr lang="ko-KR" sz="3200" dirty="0"/>
          </a:p>
        </p:txBody>
      </p:sp>
      <p:sp>
        <p:nvSpPr>
          <p:cNvPr id="5" name="S06-tile53"/>
          <p:cNvSpPr txBox="1"/>
          <p:nvPr/>
        </p:nvSpPr>
        <p:spPr>
          <a:xfrm>
            <a:off x="2318004" y="2125980"/>
            <a:ext cx="17373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7500" dirty="0"/>
          </a:p>
        </p:txBody>
      </p:sp>
      <p:sp>
        <p:nvSpPr>
          <p:cNvPr id="6" name="S06-label54"/>
          <p:cNvSpPr txBox="1"/>
          <p:nvPr/>
        </p:nvSpPr>
        <p:spPr>
          <a:xfrm>
            <a:off x="2217420" y="389991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 → [그]</a:t>
            </a:r>
            <a:endParaRPr lang="ko-KR" sz="2200" dirty="0"/>
          </a:p>
        </p:txBody>
      </p:sp>
      <p:sp>
        <p:nvSpPr>
          <p:cNvPr id="7" name="S06-tile55"/>
          <p:cNvSpPr txBox="1"/>
          <p:nvPr/>
        </p:nvSpPr>
        <p:spPr>
          <a:xfrm>
            <a:off x="4256532" y="2125980"/>
            <a:ext cx="17373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7500" dirty="0"/>
          </a:p>
        </p:txBody>
      </p:sp>
      <p:sp>
        <p:nvSpPr>
          <p:cNvPr id="8" name="S06-label56"/>
          <p:cNvSpPr txBox="1"/>
          <p:nvPr/>
        </p:nvSpPr>
        <p:spPr>
          <a:xfrm>
            <a:off x="4155948" y="389991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 → [느]</a:t>
            </a:r>
            <a:endParaRPr lang="ko-KR" sz="2200" dirty="0"/>
          </a:p>
        </p:txBody>
      </p:sp>
      <p:sp>
        <p:nvSpPr>
          <p:cNvPr id="9" name="S06-tile57"/>
          <p:cNvSpPr txBox="1"/>
          <p:nvPr/>
        </p:nvSpPr>
        <p:spPr>
          <a:xfrm>
            <a:off x="6195060" y="2125980"/>
            <a:ext cx="17373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7500" dirty="0"/>
          </a:p>
        </p:txBody>
      </p:sp>
      <p:sp>
        <p:nvSpPr>
          <p:cNvPr id="10" name="S06-label58"/>
          <p:cNvSpPr txBox="1"/>
          <p:nvPr/>
        </p:nvSpPr>
        <p:spPr>
          <a:xfrm>
            <a:off x="6094476" y="389991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 → [므]</a:t>
            </a:r>
            <a:endParaRPr lang="ko-KR" sz="2200" dirty="0"/>
          </a:p>
        </p:txBody>
      </p:sp>
      <p:sp>
        <p:nvSpPr>
          <p:cNvPr id="11" name="S06-tile59"/>
          <p:cNvSpPr txBox="1"/>
          <p:nvPr/>
        </p:nvSpPr>
        <p:spPr>
          <a:xfrm>
            <a:off x="8133588" y="2125980"/>
            <a:ext cx="1737360" cy="173736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7500" dirty="0"/>
          </a:p>
        </p:txBody>
      </p:sp>
      <p:sp>
        <p:nvSpPr>
          <p:cNvPr id="12" name="S06-label60"/>
          <p:cNvSpPr txBox="1"/>
          <p:nvPr/>
        </p:nvSpPr>
        <p:spPr>
          <a:xfrm>
            <a:off x="8033004" y="389991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 → [스]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400" dirty="0"/>
          </a:p>
        </p:txBody>
      </p:sp>
      <p:sp>
        <p:nvSpPr>
          <p:cNvPr id="3" name="S07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자음자를 짚어요.</a:t>
            </a:r>
            <a:endParaRPr lang="ko-KR" sz="3200" dirty="0"/>
          </a:p>
        </p:txBody>
      </p:sp>
      <p:sp>
        <p:nvSpPr>
          <p:cNvPr id="4" name="S07-tile62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5" name="S07-tile63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6" name="S07-tile64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7" name="S07-tile65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7-tile66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9" name="S07-tile67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7-tile68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900" dirty="0"/>
          </a:p>
        </p:txBody>
      </p:sp>
      <p:sp>
        <p:nvSpPr>
          <p:cNvPr id="11" name="S07-tile69"/>
          <p:cNvSpPr txBox="1"/>
          <p:nvPr/>
        </p:nvSpPr>
        <p:spPr>
          <a:xfrm>
            <a:off x="69037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7-tile70"/>
          <p:cNvSpPr txBox="1"/>
          <p:nvPr/>
        </p:nvSpPr>
        <p:spPr>
          <a:xfrm>
            <a:off x="226314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13" name="S07-tile71"/>
          <p:cNvSpPr txBox="1"/>
          <p:nvPr/>
        </p:nvSpPr>
        <p:spPr>
          <a:xfrm>
            <a:off x="383590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4" name="S07-tile72"/>
          <p:cNvSpPr txBox="1"/>
          <p:nvPr/>
        </p:nvSpPr>
        <p:spPr>
          <a:xfrm>
            <a:off x="540867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5" name="S07-tile73"/>
          <p:cNvSpPr txBox="1"/>
          <p:nvPr/>
        </p:nvSpPr>
        <p:spPr>
          <a:xfrm>
            <a:off x="698144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5900" dirty="0"/>
          </a:p>
        </p:txBody>
      </p:sp>
      <p:sp>
        <p:nvSpPr>
          <p:cNvPr id="16" name="S07-tile74"/>
          <p:cNvSpPr txBox="1"/>
          <p:nvPr/>
        </p:nvSpPr>
        <p:spPr>
          <a:xfrm>
            <a:off x="855421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7" name="S07-tile75"/>
          <p:cNvSpPr txBox="1"/>
          <p:nvPr/>
        </p:nvSpPr>
        <p:spPr>
          <a:xfrm>
            <a:off x="1012698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 찾기</a:t>
            </a:r>
            <a:endParaRPr lang="ko-KR" sz="44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낱말의 첫소리 글자를 찾아요.</a:t>
            </a:r>
            <a:endParaRPr lang="ko-KR" sz="3200" dirty="0"/>
          </a:p>
        </p:txBody>
      </p:sp>
      <p:sp>
        <p:nvSpPr>
          <p:cNvPr id="4" name="S08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첫소리만 떼어 말해요. 기차 → [그]</a:t>
            </a:r>
            <a:endParaRPr lang="ko-KR" sz="3200" dirty="0"/>
          </a:p>
        </p:txBody>
      </p:sp>
      <p:sp>
        <p:nvSpPr>
          <p:cNvPr id="6" name="S08-chip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ile80"/>
          <p:cNvSpPr txBox="1"/>
          <p:nvPr/>
        </p:nvSpPr>
        <p:spPr>
          <a:xfrm>
            <a:off x="1344168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500" dirty="0"/>
          </a:p>
        </p:txBody>
      </p:sp>
      <p:sp>
        <p:nvSpPr>
          <p:cNvPr id="8" name="S08-tile81"/>
          <p:cNvSpPr txBox="1"/>
          <p:nvPr/>
        </p:nvSpPr>
        <p:spPr>
          <a:xfrm>
            <a:off x="281330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9" name="S08-tile82"/>
          <p:cNvSpPr txBox="1"/>
          <p:nvPr/>
        </p:nvSpPr>
        <p:spPr>
          <a:xfrm>
            <a:off x="428244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10" name="S08-chip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8-tile84"/>
          <p:cNvSpPr txBox="1"/>
          <p:nvPr/>
        </p:nvSpPr>
        <p:spPr>
          <a:xfrm>
            <a:off x="7072884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12" name="S08-tile85"/>
          <p:cNvSpPr txBox="1"/>
          <p:nvPr/>
        </p:nvSpPr>
        <p:spPr>
          <a:xfrm>
            <a:off x="8542020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500" dirty="0"/>
          </a:p>
        </p:txBody>
      </p:sp>
      <p:sp>
        <p:nvSpPr>
          <p:cNvPr id="13" name="S08-tile86"/>
          <p:cNvSpPr txBox="1"/>
          <p:nvPr/>
        </p:nvSpPr>
        <p:spPr>
          <a:xfrm>
            <a:off x="10011156" y="21092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500" dirty="0"/>
          </a:p>
        </p:txBody>
      </p:sp>
      <p:sp>
        <p:nvSpPr>
          <p:cNvPr id="14" name="S08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" name="S08-tile88"/>
          <p:cNvSpPr txBox="1"/>
          <p:nvPr/>
        </p:nvSpPr>
        <p:spPr>
          <a:xfrm>
            <a:off x="1344168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500" dirty="0"/>
          </a:p>
        </p:txBody>
      </p:sp>
      <p:sp>
        <p:nvSpPr>
          <p:cNvPr id="16" name="S08-tile89"/>
          <p:cNvSpPr txBox="1"/>
          <p:nvPr/>
        </p:nvSpPr>
        <p:spPr>
          <a:xfrm>
            <a:off x="2813304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500" dirty="0"/>
          </a:p>
        </p:txBody>
      </p:sp>
      <p:sp>
        <p:nvSpPr>
          <p:cNvPr id="17" name="S08-tile90"/>
          <p:cNvSpPr txBox="1"/>
          <p:nvPr/>
        </p:nvSpPr>
        <p:spPr>
          <a:xfrm>
            <a:off x="4282440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500" dirty="0"/>
          </a:p>
        </p:txBody>
      </p:sp>
      <p:sp>
        <p:nvSpPr>
          <p:cNvPr id="18" name="S08-chip9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9" name="S08-tile92"/>
          <p:cNvSpPr txBox="1"/>
          <p:nvPr/>
        </p:nvSpPr>
        <p:spPr>
          <a:xfrm>
            <a:off x="7072884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500" dirty="0"/>
          </a:p>
        </p:txBody>
      </p:sp>
      <p:sp>
        <p:nvSpPr>
          <p:cNvPr id="20" name="S08-tile93"/>
          <p:cNvSpPr txBox="1"/>
          <p:nvPr/>
        </p:nvSpPr>
        <p:spPr>
          <a:xfrm>
            <a:off x="8542020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500" dirty="0"/>
          </a:p>
        </p:txBody>
      </p:sp>
      <p:sp>
        <p:nvSpPr>
          <p:cNvPr id="21" name="S08-tile94"/>
          <p:cNvSpPr txBox="1"/>
          <p:nvPr/>
        </p:nvSpPr>
        <p:spPr>
          <a:xfrm>
            <a:off x="10011156" y="375513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ㄱ일까요, ㄴ일까요?</a:t>
            </a:r>
            <a:endParaRPr lang="ko-KR" sz="4400" dirty="0"/>
          </a:p>
        </p:txBody>
      </p:sp>
      <p:sp>
        <p:nvSpPr>
          <p:cNvPr id="3" name="S09-card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ㄴ을 보고 ‘기역’이라고 했어요.</a:t>
            </a:r>
            <a:endParaRPr lang="ko-KR" sz="3200" dirty="0"/>
          </a:p>
        </p:txBody>
      </p:sp>
      <p:sp>
        <p:nvSpPr>
          <p:cNvPr id="5" name="S09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200" dirty="0"/>
          </a:p>
        </p:txBody>
      </p:sp>
      <p:sp>
        <p:nvSpPr>
          <p:cNvPr id="7" name="S09-chip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오른쪽 위</a:t>
            </a:r>
            <a:endParaRPr lang="ko-KR" sz="2600" dirty="0"/>
          </a:p>
        </p:txBody>
      </p:sp>
      <p:sp>
        <p:nvSpPr>
          <p:cNvPr id="8" name="S09-tile100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9" name="S09-label101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10" name="S09-chip1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왼쪽 아래</a:t>
            </a:r>
            <a:endParaRPr lang="ko-KR" sz="2600" dirty="0"/>
          </a:p>
        </p:txBody>
      </p:sp>
      <p:sp>
        <p:nvSpPr>
          <p:cNvPr id="11" name="S09-tile103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9-label104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말하고, ③은 첫소리를 찾아요.</a:t>
            </a:r>
            <a:endParaRPr lang="ko-KR" sz="3200" dirty="0"/>
          </a:p>
        </p:txBody>
      </p:sp>
      <p:sp>
        <p:nvSpPr>
          <p:cNvPr id="4" name="S10-chip10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107"/>
          <p:cNvSpPr txBox="1"/>
          <p:nvPr/>
        </p:nvSpPr>
        <p:spPr>
          <a:xfrm>
            <a:off x="1344168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500" dirty="0"/>
          </a:p>
        </p:txBody>
      </p:sp>
      <p:sp>
        <p:nvSpPr>
          <p:cNvPr id="6" name="S10-tile108"/>
          <p:cNvSpPr txBox="1"/>
          <p:nvPr/>
        </p:nvSpPr>
        <p:spPr>
          <a:xfrm>
            <a:off x="2813304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7" name="S10-tile109"/>
          <p:cNvSpPr txBox="1"/>
          <p:nvPr/>
        </p:nvSpPr>
        <p:spPr>
          <a:xfrm>
            <a:off x="4282440" y="201777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500" dirty="0"/>
          </a:p>
        </p:txBody>
      </p:sp>
      <p:sp>
        <p:nvSpPr>
          <p:cNvPr id="8" name="S10-chip1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111"/>
          <p:cNvSpPr txBox="1"/>
          <p:nvPr/>
        </p:nvSpPr>
        <p:spPr>
          <a:xfrm>
            <a:off x="1344168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500" dirty="0"/>
          </a:p>
        </p:txBody>
      </p:sp>
      <p:sp>
        <p:nvSpPr>
          <p:cNvPr id="10" name="S10-tile112"/>
          <p:cNvSpPr txBox="1"/>
          <p:nvPr/>
        </p:nvSpPr>
        <p:spPr>
          <a:xfrm>
            <a:off x="2813304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500" dirty="0"/>
          </a:p>
        </p:txBody>
      </p:sp>
      <p:sp>
        <p:nvSpPr>
          <p:cNvPr id="11" name="S10-tile113"/>
          <p:cNvSpPr txBox="1"/>
          <p:nvPr/>
        </p:nvSpPr>
        <p:spPr>
          <a:xfrm>
            <a:off x="4282440" y="348081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500" dirty="0"/>
          </a:p>
        </p:txBody>
      </p:sp>
      <p:sp>
        <p:nvSpPr>
          <p:cNvPr id="12" name="S10-chip1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ile115"/>
          <p:cNvSpPr txBox="1"/>
          <p:nvPr/>
        </p:nvSpPr>
        <p:spPr>
          <a:xfrm>
            <a:off x="1344168" y="494385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14" name="S10-tile116"/>
          <p:cNvSpPr txBox="1"/>
          <p:nvPr/>
        </p:nvSpPr>
        <p:spPr>
          <a:xfrm>
            <a:off x="2813304" y="494385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15" name="S10-tile117"/>
          <p:cNvSpPr txBox="1"/>
          <p:nvPr/>
        </p:nvSpPr>
        <p:spPr>
          <a:xfrm>
            <a:off x="4282440" y="4943856"/>
            <a:ext cx="1267968" cy="1267968"/>
          </a:xfrm>
          <a:prstGeom prst="roundRect">
            <a:avLst>
              <a:gd name="adj" fmla="val 100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글자를 골라요</a:t>
            </a:r>
            <a:endParaRPr lang="ko-KR" sz="4400" dirty="0"/>
          </a:p>
        </p:txBody>
      </p:sp>
      <p:sp>
        <p:nvSpPr>
          <p:cNvPr id="3" name="S12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첫소리 글자는?</a:t>
            </a:r>
            <a:endParaRPr lang="ko-KR" sz="3200" dirty="0"/>
          </a:p>
        </p:txBody>
      </p:sp>
      <p:sp>
        <p:nvSpPr>
          <p:cNvPr id="5" name="S12-chip12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21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100" dirty="0"/>
          </a:p>
        </p:txBody>
      </p:sp>
      <p:sp>
        <p:nvSpPr>
          <p:cNvPr id="7" name="S12-chip12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23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100" dirty="0"/>
          </a:p>
        </p:txBody>
      </p:sp>
      <p:sp>
        <p:nvSpPr>
          <p:cNvPr id="9" name="S12-chip12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25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2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2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이름이 있고, 이름의 첫소리가 그 글자의 소리예요.</a:t>
            </a:r>
            <a:endParaRPr lang="ko-KR" sz="3200" dirty="0"/>
          </a:p>
        </p:txBody>
      </p:sp>
      <p:sp>
        <p:nvSpPr>
          <p:cNvPr id="5" name="S13-chip12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꺾인 곳·줄 보고 구별하기</a:t>
            </a:r>
            <a:endParaRPr lang="ko-KR" sz="2600" dirty="0"/>
          </a:p>
        </p:txBody>
      </p:sp>
      <p:sp>
        <p:nvSpPr>
          <p:cNvPr id="6" name="S13-chip12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이름을 소리처럼 말하기</a:t>
            </a:r>
            <a:endParaRPr lang="ko-KR" sz="2600" dirty="0"/>
          </a:p>
        </p:txBody>
      </p:sp>
      <p:sp>
        <p:nvSpPr>
          <p:cNvPr id="7" name="S13-text13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3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ㄴ ㅂ ㅇ ㅊ ㅋ 이름</a:t>
            </a:r>
            <a:endParaRPr lang="ko-KR" sz="2600" dirty="0"/>
          </a:p>
        </p:txBody>
      </p:sp>
      <p:sp>
        <p:nvSpPr>
          <p:cNvPr id="9" name="S13-text13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ㅅ의 소리는?</a:t>
            </a:r>
            <a:endParaRPr lang="ko-KR" sz="2600" dirty="0"/>
          </a:p>
        </p:txBody>
      </p:sp>
      <p:sp>
        <p:nvSpPr>
          <p:cNvPr id="10" name="S13-text13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‘나무’의 첫소리 글자</a:t>
            </a:r>
            <a:endParaRPr lang="ko-KR" sz="2600" dirty="0"/>
          </a:p>
        </p:txBody>
      </p:sp>
      <p:sp>
        <p:nvSpPr>
          <p:cNvPr id="11" name="S13-text1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없는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모음자 다시 읽기</a:t>
            </a:r>
            <a:endParaRPr lang="ko-KR" sz="4400" dirty="0"/>
          </a:p>
        </p:txBody>
      </p:sp>
      <p:sp>
        <p:nvSpPr>
          <p:cNvPr id="3" name="S14-card13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3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 보기</a:t>
            </a:r>
            <a:endParaRPr lang="ko-KR" sz="3200" dirty="0"/>
          </a:p>
        </p:txBody>
      </p:sp>
      <p:sp>
        <p:nvSpPr>
          <p:cNvPr id="5" name="S14-card13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3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둘이면 [이] 붙이기</a:t>
            </a:r>
            <a:endParaRPr lang="ko-KR" sz="3200" dirty="0"/>
          </a:p>
        </p:txBody>
      </p:sp>
      <p:sp>
        <p:nvSpPr>
          <p:cNvPr id="7" name="S14-tile139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6300" dirty="0"/>
          </a:p>
        </p:txBody>
      </p:sp>
      <p:sp>
        <p:nvSpPr>
          <p:cNvPr id="8" name="S14-label140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14-tile141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6300" dirty="0"/>
          </a:p>
        </p:txBody>
      </p:sp>
      <p:sp>
        <p:nvSpPr>
          <p:cNvPr id="10" name="S14-label142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14-tile143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6300" dirty="0"/>
          </a:p>
        </p:txBody>
      </p:sp>
      <p:sp>
        <p:nvSpPr>
          <p:cNvPr id="12" name="S14-label144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14-tile145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6300" dirty="0"/>
          </a:p>
        </p:txBody>
      </p:sp>
      <p:sp>
        <p:nvSpPr>
          <p:cNvPr id="14" name="S14-label146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15" name="S14-tile147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6300" dirty="0"/>
          </a:p>
        </p:txBody>
      </p:sp>
      <p:sp>
        <p:nvSpPr>
          <p:cNvPr id="16" name="S14-label148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17" name="S14-tile149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6300" dirty="0"/>
          </a:p>
        </p:txBody>
      </p:sp>
      <p:sp>
        <p:nvSpPr>
          <p:cNvPr id="18" name="S14-label150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자음</dc:title>
  <dc:subject>KR22-G01-KOR-CONS-L01</dc:subject>
  <dc:creator>education-ppt</dc:creator>
  <cp:lastModifiedBy>education-ppt</cp:lastModifiedBy>
  <cp:revision>1</cp:revision>
  <dcterms:created xsi:type="dcterms:W3CDTF">2026-10-26T06:57:57Z</dcterms:created>
  <dcterms:modified xsi:type="dcterms:W3CDTF">2026-10-26T06:57:57Z</dcterms:modified>
</cp:coreProperties>
</file>