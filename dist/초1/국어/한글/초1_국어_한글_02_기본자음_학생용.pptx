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07afd29-5057-34de-734b-4deb6fda999e}">
          <p14:sldIdLst>
            <p14:sldId id="256"/>
            <p14:sldId id="257"/>
          </p14:sldIdLst>
        </p14:section>
        <p14:section name="개념" id="{d93cde77-f502-094c-4d62-c7110f03c3a3}">
          <p14:sldIdLst>
            <p14:sldId id="258"/>
            <p14:sldId id="259"/>
            <p14:sldId id="260"/>
            <p14:sldId id="261"/>
          </p14:sldIdLst>
        </p14:section>
        <p14:section name="연습" id="{2132bc77-2e5f-da12-cbcb-5e54cf2b3348}">
          <p14:sldIdLst>
            <p14:sldId id="262"/>
            <p14:sldId id="263"/>
            <p14:sldId id="264"/>
          </p14:sldIdLst>
        </p14:section>
        <p14:section name="확인" id="{c45fe127-2a3c-93ea-881b-111c968b399b}">
          <p14:sldIdLst>
            <p14:sldId id="265"/>
            <p14:sldId id="266"/>
          </p14:sldIdLst>
        </p14:section>
        <p14:section name="정리" id="{4d332787-65d0-d04b-2ae8-f4f79ad3d41a}">
          <p14:sldIdLst>
            <p14:sldId id="267"/>
          </p14:sldIdLst>
        </p14:section>
        <p14:section name="보충" id="{1b01d151-fee3-81c5-dce8-f2eb8234ee7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1403604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9500" dirty="0"/>
          </a:p>
        </p:txBody>
      </p:sp>
      <p:sp>
        <p:nvSpPr>
          <p:cNvPr id="6" name="S06-label54"/>
          <p:cNvSpPr txBox="1"/>
          <p:nvPr/>
        </p:nvSpPr>
        <p:spPr>
          <a:xfrm>
            <a:off x="1303020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3799332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9500" dirty="0"/>
          </a:p>
        </p:txBody>
      </p:sp>
      <p:sp>
        <p:nvSpPr>
          <p:cNvPr id="8" name="S06-label56"/>
          <p:cNvSpPr txBox="1"/>
          <p:nvPr/>
        </p:nvSpPr>
        <p:spPr>
          <a:xfrm>
            <a:off x="3698748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9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590788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9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490204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8-tile8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9" name="S08-tile8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2" name="S08-tile8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3" name="S08-tile8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16" name="S08-tile8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17" name="S08-tile9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20" name="S08-tile9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21" name="S08-tile9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965960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344728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928616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40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41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42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43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44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45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46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47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48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49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50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2026-10-26T07:44:42Z</dcterms:created>
  <dcterms:modified xsi:type="dcterms:W3CDTF">2026-10-26T07:44:42Z</dcterms:modified>
</cp:coreProperties>
</file>