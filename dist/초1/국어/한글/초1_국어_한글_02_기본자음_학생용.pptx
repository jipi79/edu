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b353884-d376-2889-34aa-6c10c4ce7f36}">
          <p14:sldIdLst>
            <p14:sldId id="256"/>
            <p14:sldId id="257"/>
          </p14:sldIdLst>
        </p14:section>
        <p14:section name="개념" id="{6a4dddc4-ba75-1f95-650f-911eafccd5e9}">
          <p14:sldIdLst>
            <p14:sldId id="258"/>
            <p14:sldId id="259"/>
            <p14:sldId id="260"/>
            <p14:sldId id="261"/>
          </p14:sldIdLst>
        </p14:section>
        <p14:section name="연습" id="{d0a90ff0-0c00-e014-46ab-a14e9d01ddd6}">
          <p14:sldIdLst>
            <p14:sldId id="262"/>
            <p14:sldId id="263"/>
            <p14:sldId id="264"/>
          </p14:sldIdLst>
        </p14:section>
        <p14:section name="확인" id="{b3a7c067-ad63-68cb-3e10-88e4abf4869c}">
          <p14:sldIdLst>
            <p14:sldId id="265"/>
            <p14:sldId id="266"/>
          </p14:sldIdLst>
        </p14:section>
        <p14:section name="정리" id="{027ada62-af4a-7d72-50b3-b448f7b45362}">
          <p14:sldIdLst>
            <p14:sldId id="267"/>
          </p14:sldIdLst>
        </p14:section>
        <p14:section name="보충" id="{b4893362-c134-b8e6-a082-063a84cfe99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한글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기본 자음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기본 자음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기본 자음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자음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ㄱ의 이름은 무엇일까요?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자음자 14개의 이름을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자음자의 소리를 내어 봐요.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모음자를 읽어요</a:t>
            </a:r>
            <a:endParaRPr lang="ko-KR" sz="4400" dirty="0"/>
          </a:p>
        </p:txBody>
      </p:sp>
      <p:sp>
        <p:nvSpPr>
          <p:cNvPr id="3" name="S02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2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소리의 글자는? 나머지도 읽어 봐요.</a:t>
            </a:r>
            <a:endParaRPr lang="ko-KR" sz="3200" dirty="0"/>
          </a:p>
        </p:txBody>
      </p:sp>
      <p:sp>
        <p:nvSpPr>
          <p:cNvPr id="5" name="S02-chip9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02-tile10"/>
          <p:cNvSpPr txBox="1"/>
          <p:nvPr/>
        </p:nvSpPr>
        <p:spPr>
          <a:xfrm>
            <a:off x="1452372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7100" dirty="0"/>
          </a:p>
        </p:txBody>
      </p:sp>
      <p:sp>
        <p:nvSpPr>
          <p:cNvPr id="7" name="S02-chip11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02-tile12"/>
          <p:cNvSpPr txBox="1"/>
          <p:nvPr/>
        </p:nvSpPr>
        <p:spPr>
          <a:xfrm>
            <a:off x="5271516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7100" dirty="0"/>
          </a:p>
        </p:txBody>
      </p:sp>
      <p:sp>
        <p:nvSpPr>
          <p:cNvPr id="9" name="S02-chip13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02-tile14"/>
          <p:cNvSpPr txBox="1"/>
          <p:nvPr/>
        </p:nvSpPr>
        <p:spPr>
          <a:xfrm>
            <a:off x="9090660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ㅠ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ㄱ부터 ㅁ까지</a:t>
            </a:r>
            <a:endParaRPr lang="ko-KR" sz="4400" dirty="0"/>
          </a:p>
        </p:txBody>
      </p:sp>
      <p:sp>
        <p:nvSpPr>
          <p:cNvPr id="3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자음자는 저마다 이름이 있어요.</a:t>
            </a:r>
            <a:endParaRPr lang="ko-KR" sz="3200" dirty="0"/>
          </a:p>
        </p:txBody>
      </p:sp>
      <p:sp>
        <p:nvSpPr>
          <p:cNvPr id="5" name="S03-tile17"/>
          <p:cNvSpPr txBox="1"/>
          <p:nvPr/>
        </p:nvSpPr>
        <p:spPr>
          <a:xfrm>
            <a:off x="1120140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7900" dirty="0"/>
          </a:p>
        </p:txBody>
      </p:sp>
      <p:sp>
        <p:nvSpPr>
          <p:cNvPr id="6" name="S03-label18"/>
          <p:cNvSpPr txBox="1"/>
          <p:nvPr/>
        </p:nvSpPr>
        <p:spPr>
          <a:xfrm>
            <a:off x="1019556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기역</a:t>
            </a:r>
            <a:endParaRPr lang="ko-KR" sz="2200" dirty="0"/>
          </a:p>
        </p:txBody>
      </p:sp>
      <p:sp>
        <p:nvSpPr>
          <p:cNvPr id="7" name="S03-tile19"/>
          <p:cNvSpPr txBox="1"/>
          <p:nvPr/>
        </p:nvSpPr>
        <p:spPr>
          <a:xfrm>
            <a:off x="315010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7900" dirty="0"/>
          </a:p>
        </p:txBody>
      </p:sp>
      <p:sp>
        <p:nvSpPr>
          <p:cNvPr id="8" name="S03-label20"/>
          <p:cNvSpPr txBox="1"/>
          <p:nvPr/>
        </p:nvSpPr>
        <p:spPr>
          <a:xfrm>
            <a:off x="304952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니은</a:t>
            </a:r>
            <a:endParaRPr lang="ko-KR" sz="2200" dirty="0"/>
          </a:p>
        </p:txBody>
      </p:sp>
      <p:sp>
        <p:nvSpPr>
          <p:cNvPr id="9" name="S03-tile21"/>
          <p:cNvSpPr txBox="1"/>
          <p:nvPr/>
        </p:nvSpPr>
        <p:spPr>
          <a:xfrm>
            <a:off x="5180076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7900" dirty="0"/>
          </a:p>
        </p:txBody>
      </p:sp>
      <p:sp>
        <p:nvSpPr>
          <p:cNvPr id="10" name="S03-label22"/>
          <p:cNvSpPr txBox="1"/>
          <p:nvPr/>
        </p:nvSpPr>
        <p:spPr>
          <a:xfrm>
            <a:off x="5079492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디귿</a:t>
            </a:r>
            <a:endParaRPr lang="ko-KR" sz="2200" dirty="0"/>
          </a:p>
        </p:txBody>
      </p:sp>
      <p:sp>
        <p:nvSpPr>
          <p:cNvPr id="11" name="S03-tile23"/>
          <p:cNvSpPr txBox="1"/>
          <p:nvPr/>
        </p:nvSpPr>
        <p:spPr>
          <a:xfrm>
            <a:off x="721004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7900" dirty="0"/>
          </a:p>
        </p:txBody>
      </p:sp>
      <p:sp>
        <p:nvSpPr>
          <p:cNvPr id="12" name="S03-label24"/>
          <p:cNvSpPr txBox="1"/>
          <p:nvPr/>
        </p:nvSpPr>
        <p:spPr>
          <a:xfrm>
            <a:off x="710946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리을</a:t>
            </a:r>
            <a:endParaRPr lang="ko-KR" sz="2200" dirty="0"/>
          </a:p>
        </p:txBody>
      </p:sp>
      <p:sp>
        <p:nvSpPr>
          <p:cNvPr id="13" name="S03-tile25"/>
          <p:cNvSpPr txBox="1"/>
          <p:nvPr/>
        </p:nvSpPr>
        <p:spPr>
          <a:xfrm>
            <a:off x="9240012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7900" dirty="0"/>
          </a:p>
        </p:txBody>
      </p:sp>
      <p:sp>
        <p:nvSpPr>
          <p:cNvPr id="14" name="S03-label26"/>
          <p:cNvSpPr txBox="1"/>
          <p:nvPr/>
        </p:nvSpPr>
        <p:spPr>
          <a:xfrm>
            <a:off x="9139428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ㅂ부터 ㅊ까지</a:t>
            </a:r>
            <a:endParaRPr lang="ko-KR" sz="4400" dirty="0"/>
          </a:p>
        </p:txBody>
      </p:sp>
      <p:sp>
        <p:nvSpPr>
          <p:cNvPr id="3" name="S04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ㅇ은 글자 앞에서 소리가 나지 않아요.</a:t>
            </a:r>
            <a:endParaRPr lang="ko-KR" sz="3200" dirty="0"/>
          </a:p>
        </p:txBody>
      </p:sp>
      <p:sp>
        <p:nvSpPr>
          <p:cNvPr id="5" name="S04-tile29"/>
          <p:cNvSpPr txBox="1"/>
          <p:nvPr/>
        </p:nvSpPr>
        <p:spPr>
          <a:xfrm>
            <a:off x="1120140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7900" dirty="0"/>
          </a:p>
        </p:txBody>
      </p:sp>
      <p:sp>
        <p:nvSpPr>
          <p:cNvPr id="6" name="S04-label30"/>
          <p:cNvSpPr txBox="1"/>
          <p:nvPr/>
        </p:nvSpPr>
        <p:spPr>
          <a:xfrm>
            <a:off x="1019556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비읍</a:t>
            </a:r>
            <a:endParaRPr lang="ko-KR" sz="2200" dirty="0"/>
          </a:p>
        </p:txBody>
      </p:sp>
      <p:sp>
        <p:nvSpPr>
          <p:cNvPr id="7" name="S04-tile31"/>
          <p:cNvSpPr txBox="1"/>
          <p:nvPr/>
        </p:nvSpPr>
        <p:spPr>
          <a:xfrm>
            <a:off x="315010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7900" dirty="0"/>
          </a:p>
        </p:txBody>
      </p:sp>
      <p:sp>
        <p:nvSpPr>
          <p:cNvPr id="8" name="S04-label32"/>
          <p:cNvSpPr txBox="1"/>
          <p:nvPr/>
        </p:nvSpPr>
        <p:spPr>
          <a:xfrm>
            <a:off x="304952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시옷</a:t>
            </a:r>
            <a:endParaRPr lang="ko-KR" sz="2200" dirty="0"/>
          </a:p>
        </p:txBody>
      </p:sp>
      <p:sp>
        <p:nvSpPr>
          <p:cNvPr id="9" name="S04-tile33"/>
          <p:cNvSpPr txBox="1"/>
          <p:nvPr/>
        </p:nvSpPr>
        <p:spPr>
          <a:xfrm>
            <a:off x="5180076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7900" dirty="0"/>
          </a:p>
        </p:txBody>
      </p:sp>
      <p:sp>
        <p:nvSpPr>
          <p:cNvPr id="10" name="S04-label34"/>
          <p:cNvSpPr txBox="1"/>
          <p:nvPr/>
        </p:nvSpPr>
        <p:spPr>
          <a:xfrm>
            <a:off x="5079492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이응</a:t>
            </a:r>
            <a:endParaRPr lang="ko-KR" sz="2200" dirty="0"/>
          </a:p>
        </p:txBody>
      </p:sp>
      <p:sp>
        <p:nvSpPr>
          <p:cNvPr id="11" name="S04-tile35"/>
          <p:cNvSpPr txBox="1"/>
          <p:nvPr/>
        </p:nvSpPr>
        <p:spPr>
          <a:xfrm>
            <a:off x="721004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7900" dirty="0"/>
          </a:p>
        </p:txBody>
      </p:sp>
      <p:sp>
        <p:nvSpPr>
          <p:cNvPr id="12" name="S04-label36"/>
          <p:cNvSpPr txBox="1"/>
          <p:nvPr/>
        </p:nvSpPr>
        <p:spPr>
          <a:xfrm>
            <a:off x="710946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지읒</a:t>
            </a:r>
            <a:endParaRPr lang="ko-KR" sz="2200" dirty="0"/>
          </a:p>
        </p:txBody>
      </p:sp>
      <p:sp>
        <p:nvSpPr>
          <p:cNvPr id="13" name="S04-tile37"/>
          <p:cNvSpPr txBox="1"/>
          <p:nvPr/>
        </p:nvSpPr>
        <p:spPr>
          <a:xfrm>
            <a:off x="9240012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</a:t>
            </a:r>
            <a:endParaRPr lang="ko-KR" sz="7900" dirty="0"/>
          </a:p>
        </p:txBody>
      </p:sp>
      <p:sp>
        <p:nvSpPr>
          <p:cNvPr id="14" name="S04-label38"/>
          <p:cNvSpPr txBox="1"/>
          <p:nvPr/>
        </p:nvSpPr>
        <p:spPr>
          <a:xfrm>
            <a:off x="9139428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치읓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ㅋ부터 ㅎ까지</a:t>
            </a:r>
            <a:endParaRPr lang="ko-KR" sz="4400" dirty="0"/>
          </a:p>
        </p:txBody>
      </p:sp>
      <p:sp>
        <p:nvSpPr>
          <p:cNvPr id="3" name="S05-card39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40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ㄱ에 줄 하나 → ㅋ</a:t>
            </a:r>
            <a:endParaRPr lang="ko-KR" sz="3200" dirty="0"/>
          </a:p>
        </p:txBody>
      </p:sp>
      <p:sp>
        <p:nvSpPr>
          <p:cNvPr id="5" name="S05-card41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42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ㄷ에 줄 하나 → ㅌ</a:t>
            </a:r>
            <a:endParaRPr lang="ko-KR" sz="3200" dirty="0"/>
          </a:p>
        </p:txBody>
      </p:sp>
      <p:sp>
        <p:nvSpPr>
          <p:cNvPr id="7" name="S05-tile43"/>
          <p:cNvSpPr txBox="1"/>
          <p:nvPr/>
        </p:nvSpPr>
        <p:spPr>
          <a:xfrm>
            <a:off x="213512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7900" dirty="0"/>
          </a:p>
        </p:txBody>
      </p:sp>
      <p:sp>
        <p:nvSpPr>
          <p:cNvPr id="8" name="S05-label44"/>
          <p:cNvSpPr txBox="1"/>
          <p:nvPr/>
        </p:nvSpPr>
        <p:spPr>
          <a:xfrm>
            <a:off x="203454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키읔</a:t>
            </a:r>
            <a:endParaRPr lang="ko-KR" sz="2200" dirty="0"/>
          </a:p>
        </p:txBody>
      </p:sp>
      <p:sp>
        <p:nvSpPr>
          <p:cNvPr id="9" name="S05-tile45"/>
          <p:cNvSpPr txBox="1"/>
          <p:nvPr/>
        </p:nvSpPr>
        <p:spPr>
          <a:xfrm>
            <a:off x="4165092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</a:t>
            </a:r>
            <a:endParaRPr lang="ko-KR" sz="7900" dirty="0"/>
          </a:p>
        </p:txBody>
      </p:sp>
      <p:sp>
        <p:nvSpPr>
          <p:cNvPr id="10" name="S05-label46"/>
          <p:cNvSpPr txBox="1"/>
          <p:nvPr/>
        </p:nvSpPr>
        <p:spPr>
          <a:xfrm>
            <a:off x="4064508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티읕</a:t>
            </a:r>
            <a:endParaRPr lang="ko-KR" sz="2200" dirty="0"/>
          </a:p>
        </p:txBody>
      </p:sp>
      <p:sp>
        <p:nvSpPr>
          <p:cNvPr id="11" name="S05-tile47"/>
          <p:cNvSpPr txBox="1"/>
          <p:nvPr/>
        </p:nvSpPr>
        <p:spPr>
          <a:xfrm>
            <a:off x="6195060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7900" dirty="0"/>
          </a:p>
        </p:txBody>
      </p:sp>
      <p:sp>
        <p:nvSpPr>
          <p:cNvPr id="12" name="S05-label48"/>
          <p:cNvSpPr txBox="1"/>
          <p:nvPr/>
        </p:nvSpPr>
        <p:spPr>
          <a:xfrm>
            <a:off x="6094476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피읖</a:t>
            </a:r>
            <a:endParaRPr lang="ko-KR" sz="2200" dirty="0"/>
          </a:p>
        </p:txBody>
      </p:sp>
      <p:sp>
        <p:nvSpPr>
          <p:cNvPr id="13" name="S05-tile49"/>
          <p:cNvSpPr txBox="1"/>
          <p:nvPr/>
        </p:nvSpPr>
        <p:spPr>
          <a:xfrm>
            <a:off x="822502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7900" dirty="0"/>
          </a:p>
        </p:txBody>
      </p:sp>
      <p:sp>
        <p:nvSpPr>
          <p:cNvPr id="14" name="S05-label50"/>
          <p:cNvSpPr txBox="1"/>
          <p:nvPr/>
        </p:nvSpPr>
        <p:spPr>
          <a:xfrm>
            <a:off x="812444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히읗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속에 소리가 있어요</a:t>
            </a:r>
            <a:endParaRPr lang="ko-KR" sz="4400" dirty="0"/>
          </a:p>
        </p:txBody>
      </p:sp>
      <p:sp>
        <p:nvSpPr>
          <p:cNvPr id="3" name="S06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이름의 첫소리가 그 글자의 소리예요.</a:t>
            </a:r>
            <a:endParaRPr lang="ko-KR" sz="3200" dirty="0"/>
          </a:p>
        </p:txBody>
      </p:sp>
      <p:sp>
        <p:nvSpPr>
          <p:cNvPr id="5" name="S06-tile53"/>
          <p:cNvSpPr txBox="1"/>
          <p:nvPr/>
        </p:nvSpPr>
        <p:spPr>
          <a:xfrm>
            <a:off x="1403604" y="1897380"/>
            <a:ext cx="219456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9500" dirty="0"/>
          </a:p>
        </p:txBody>
      </p:sp>
      <p:sp>
        <p:nvSpPr>
          <p:cNvPr id="6" name="S06-label54"/>
          <p:cNvSpPr txBox="1"/>
          <p:nvPr/>
        </p:nvSpPr>
        <p:spPr>
          <a:xfrm>
            <a:off x="1303020" y="412851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기역 → [그]</a:t>
            </a:r>
            <a:endParaRPr lang="ko-KR" sz="2200" dirty="0"/>
          </a:p>
        </p:txBody>
      </p:sp>
      <p:sp>
        <p:nvSpPr>
          <p:cNvPr id="7" name="S06-tile55"/>
          <p:cNvSpPr txBox="1"/>
          <p:nvPr/>
        </p:nvSpPr>
        <p:spPr>
          <a:xfrm>
            <a:off x="3799332" y="1897380"/>
            <a:ext cx="219456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9500" dirty="0"/>
          </a:p>
        </p:txBody>
      </p:sp>
      <p:sp>
        <p:nvSpPr>
          <p:cNvPr id="8" name="S06-label56"/>
          <p:cNvSpPr txBox="1"/>
          <p:nvPr/>
        </p:nvSpPr>
        <p:spPr>
          <a:xfrm>
            <a:off x="3698748" y="412851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니은 → [느]</a:t>
            </a:r>
            <a:endParaRPr lang="ko-KR" sz="2200" dirty="0"/>
          </a:p>
        </p:txBody>
      </p:sp>
      <p:sp>
        <p:nvSpPr>
          <p:cNvPr id="9" name="S06-tile57"/>
          <p:cNvSpPr txBox="1"/>
          <p:nvPr/>
        </p:nvSpPr>
        <p:spPr>
          <a:xfrm>
            <a:off x="6195060" y="1897380"/>
            <a:ext cx="219456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9500" dirty="0"/>
          </a:p>
        </p:txBody>
      </p:sp>
      <p:sp>
        <p:nvSpPr>
          <p:cNvPr id="10" name="S06-label58"/>
          <p:cNvSpPr txBox="1"/>
          <p:nvPr/>
        </p:nvSpPr>
        <p:spPr>
          <a:xfrm>
            <a:off x="6094476" y="412851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미음 → [므]</a:t>
            </a:r>
            <a:endParaRPr lang="ko-KR" sz="2200" dirty="0"/>
          </a:p>
        </p:txBody>
      </p:sp>
      <p:sp>
        <p:nvSpPr>
          <p:cNvPr id="11" name="S06-tile59"/>
          <p:cNvSpPr txBox="1"/>
          <p:nvPr/>
        </p:nvSpPr>
        <p:spPr>
          <a:xfrm>
            <a:off x="8590788" y="1897380"/>
            <a:ext cx="219456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9500" dirty="0"/>
          </a:p>
        </p:txBody>
      </p:sp>
      <p:sp>
        <p:nvSpPr>
          <p:cNvPr id="12" name="S06-label60"/>
          <p:cNvSpPr txBox="1"/>
          <p:nvPr/>
        </p:nvSpPr>
        <p:spPr>
          <a:xfrm>
            <a:off x="8490204" y="412851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시옷 → [스]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듣고 짚어요</a:t>
            </a:r>
            <a:endParaRPr lang="ko-KR" sz="4400" dirty="0"/>
          </a:p>
        </p:txBody>
      </p:sp>
      <p:sp>
        <p:nvSpPr>
          <p:cNvPr id="3" name="S07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이름의 자음자를 짚어요.</a:t>
            </a:r>
            <a:endParaRPr lang="ko-KR" sz="3200" dirty="0"/>
          </a:p>
        </p:txBody>
      </p:sp>
      <p:sp>
        <p:nvSpPr>
          <p:cNvPr id="4" name="S07-tile62"/>
          <p:cNvSpPr txBox="1"/>
          <p:nvPr/>
        </p:nvSpPr>
        <p:spPr>
          <a:xfrm>
            <a:off x="690372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5900" dirty="0"/>
          </a:p>
        </p:txBody>
      </p:sp>
      <p:sp>
        <p:nvSpPr>
          <p:cNvPr id="5" name="S07-tile63"/>
          <p:cNvSpPr txBox="1"/>
          <p:nvPr/>
        </p:nvSpPr>
        <p:spPr>
          <a:xfrm>
            <a:off x="2263140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5900" dirty="0"/>
          </a:p>
        </p:txBody>
      </p:sp>
      <p:sp>
        <p:nvSpPr>
          <p:cNvPr id="6" name="S07-tile64"/>
          <p:cNvSpPr txBox="1"/>
          <p:nvPr/>
        </p:nvSpPr>
        <p:spPr>
          <a:xfrm>
            <a:off x="3835908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5900" dirty="0"/>
          </a:p>
        </p:txBody>
      </p:sp>
      <p:sp>
        <p:nvSpPr>
          <p:cNvPr id="7" name="S07-tile65"/>
          <p:cNvSpPr txBox="1"/>
          <p:nvPr/>
        </p:nvSpPr>
        <p:spPr>
          <a:xfrm>
            <a:off x="5408676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5900" dirty="0"/>
          </a:p>
        </p:txBody>
      </p:sp>
      <p:sp>
        <p:nvSpPr>
          <p:cNvPr id="8" name="S07-tile66"/>
          <p:cNvSpPr txBox="1"/>
          <p:nvPr/>
        </p:nvSpPr>
        <p:spPr>
          <a:xfrm>
            <a:off x="6981444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5900" dirty="0"/>
          </a:p>
        </p:txBody>
      </p:sp>
      <p:sp>
        <p:nvSpPr>
          <p:cNvPr id="9" name="S07-tile67"/>
          <p:cNvSpPr txBox="1"/>
          <p:nvPr/>
        </p:nvSpPr>
        <p:spPr>
          <a:xfrm>
            <a:off x="8554212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5900" dirty="0"/>
          </a:p>
        </p:txBody>
      </p:sp>
      <p:sp>
        <p:nvSpPr>
          <p:cNvPr id="10" name="S07-tile68"/>
          <p:cNvSpPr txBox="1"/>
          <p:nvPr/>
        </p:nvSpPr>
        <p:spPr>
          <a:xfrm>
            <a:off x="10126980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5900" dirty="0"/>
          </a:p>
        </p:txBody>
      </p:sp>
      <p:sp>
        <p:nvSpPr>
          <p:cNvPr id="11" name="S07-tile69"/>
          <p:cNvSpPr txBox="1"/>
          <p:nvPr/>
        </p:nvSpPr>
        <p:spPr>
          <a:xfrm>
            <a:off x="690372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5900" dirty="0"/>
          </a:p>
        </p:txBody>
      </p:sp>
      <p:sp>
        <p:nvSpPr>
          <p:cNvPr id="12" name="S07-tile70"/>
          <p:cNvSpPr txBox="1"/>
          <p:nvPr/>
        </p:nvSpPr>
        <p:spPr>
          <a:xfrm>
            <a:off x="2263140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5900" dirty="0"/>
          </a:p>
        </p:txBody>
      </p:sp>
      <p:sp>
        <p:nvSpPr>
          <p:cNvPr id="13" name="S07-tile71"/>
          <p:cNvSpPr txBox="1"/>
          <p:nvPr/>
        </p:nvSpPr>
        <p:spPr>
          <a:xfrm>
            <a:off x="3835908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5900" dirty="0"/>
          </a:p>
        </p:txBody>
      </p:sp>
      <p:sp>
        <p:nvSpPr>
          <p:cNvPr id="14" name="S07-tile72"/>
          <p:cNvSpPr txBox="1"/>
          <p:nvPr/>
        </p:nvSpPr>
        <p:spPr>
          <a:xfrm>
            <a:off x="5408676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5900" dirty="0"/>
          </a:p>
        </p:txBody>
      </p:sp>
      <p:sp>
        <p:nvSpPr>
          <p:cNvPr id="15" name="S07-tile73"/>
          <p:cNvSpPr txBox="1"/>
          <p:nvPr/>
        </p:nvSpPr>
        <p:spPr>
          <a:xfrm>
            <a:off x="6981444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</a:t>
            </a:r>
            <a:endParaRPr lang="ko-KR" sz="5900" dirty="0"/>
          </a:p>
        </p:txBody>
      </p:sp>
      <p:sp>
        <p:nvSpPr>
          <p:cNvPr id="16" name="S07-tile74"/>
          <p:cNvSpPr txBox="1"/>
          <p:nvPr/>
        </p:nvSpPr>
        <p:spPr>
          <a:xfrm>
            <a:off x="8554212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5900" dirty="0"/>
          </a:p>
        </p:txBody>
      </p:sp>
      <p:sp>
        <p:nvSpPr>
          <p:cNvPr id="17" name="S07-tile75"/>
          <p:cNvSpPr txBox="1"/>
          <p:nvPr/>
        </p:nvSpPr>
        <p:spPr>
          <a:xfrm>
            <a:off x="10126980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첫소리 글자 찾기</a:t>
            </a:r>
            <a:endParaRPr lang="ko-KR" sz="4400" dirty="0"/>
          </a:p>
        </p:txBody>
      </p:sp>
      <p:sp>
        <p:nvSpPr>
          <p:cNvPr id="3" name="S08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낱말의 첫소리 글자를 찾아요.</a:t>
            </a:r>
            <a:endParaRPr lang="ko-KR" sz="3200" dirty="0"/>
          </a:p>
        </p:txBody>
      </p:sp>
      <p:sp>
        <p:nvSpPr>
          <p:cNvPr id="4" name="S08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첫소리만 떼어 말해요. 기차 → [그]</a:t>
            </a:r>
            <a:endParaRPr lang="ko-KR" sz="3200" dirty="0"/>
          </a:p>
        </p:txBody>
      </p:sp>
      <p:sp>
        <p:nvSpPr>
          <p:cNvPr id="6" name="S08-chip7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ile80"/>
          <p:cNvSpPr txBox="1"/>
          <p:nvPr/>
        </p:nvSpPr>
        <p:spPr>
          <a:xfrm>
            <a:off x="1344168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5500" dirty="0"/>
          </a:p>
        </p:txBody>
      </p:sp>
      <p:sp>
        <p:nvSpPr>
          <p:cNvPr id="8" name="S08-tile81"/>
          <p:cNvSpPr txBox="1"/>
          <p:nvPr/>
        </p:nvSpPr>
        <p:spPr>
          <a:xfrm>
            <a:off x="2813304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5500" dirty="0"/>
          </a:p>
        </p:txBody>
      </p:sp>
      <p:sp>
        <p:nvSpPr>
          <p:cNvPr id="9" name="S08-tile82"/>
          <p:cNvSpPr txBox="1"/>
          <p:nvPr/>
        </p:nvSpPr>
        <p:spPr>
          <a:xfrm>
            <a:off x="4282440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5500" dirty="0"/>
          </a:p>
        </p:txBody>
      </p:sp>
      <p:sp>
        <p:nvSpPr>
          <p:cNvPr id="10" name="S08-chip8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1" name="S08-tile84"/>
          <p:cNvSpPr txBox="1"/>
          <p:nvPr/>
        </p:nvSpPr>
        <p:spPr>
          <a:xfrm>
            <a:off x="7072884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5500" dirty="0"/>
          </a:p>
        </p:txBody>
      </p:sp>
      <p:sp>
        <p:nvSpPr>
          <p:cNvPr id="12" name="S08-tile85"/>
          <p:cNvSpPr txBox="1"/>
          <p:nvPr/>
        </p:nvSpPr>
        <p:spPr>
          <a:xfrm>
            <a:off x="8542020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5500" dirty="0"/>
          </a:p>
        </p:txBody>
      </p:sp>
      <p:sp>
        <p:nvSpPr>
          <p:cNvPr id="13" name="S08-tile86"/>
          <p:cNvSpPr txBox="1"/>
          <p:nvPr/>
        </p:nvSpPr>
        <p:spPr>
          <a:xfrm>
            <a:off x="10011156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5500" dirty="0"/>
          </a:p>
        </p:txBody>
      </p:sp>
      <p:sp>
        <p:nvSpPr>
          <p:cNvPr id="14" name="S08-chip8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5" name="S08-tile88"/>
          <p:cNvSpPr txBox="1"/>
          <p:nvPr/>
        </p:nvSpPr>
        <p:spPr>
          <a:xfrm>
            <a:off x="1344168" y="375513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5500" dirty="0"/>
          </a:p>
        </p:txBody>
      </p:sp>
      <p:sp>
        <p:nvSpPr>
          <p:cNvPr id="16" name="S08-tile89"/>
          <p:cNvSpPr txBox="1"/>
          <p:nvPr/>
        </p:nvSpPr>
        <p:spPr>
          <a:xfrm>
            <a:off x="2813304" y="375513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</a:t>
            </a:r>
            <a:endParaRPr lang="ko-KR" sz="5500" dirty="0"/>
          </a:p>
        </p:txBody>
      </p:sp>
      <p:sp>
        <p:nvSpPr>
          <p:cNvPr id="17" name="S08-tile90"/>
          <p:cNvSpPr txBox="1"/>
          <p:nvPr/>
        </p:nvSpPr>
        <p:spPr>
          <a:xfrm>
            <a:off x="4282440" y="375513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5500" dirty="0"/>
          </a:p>
        </p:txBody>
      </p:sp>
      <p:sp>
        <p:nvSpPr>
          <p:cNvPr id="18" name="S08-chip9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9" name="S08-tile92"/>
          <p:cNvSpPr txBox="1"/>
          <p:nvPr/>
        </p:nvSpPr>
        <p:spPr>
          <a:xfrm>
            <a:off x="7072884" y="375513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5500" dirty="0"/>
          </a:p>
        </p:txBody>
      </p:sp>
      <p:sp>
        <p:nvSpPr>
          <p:cNvPr id="20" name="S08-tile93"/>
          <p:cNvSpPr txBox="1"/>
          <p:nvPr/>
        </p:nvSpPr>
        <p:spPr>
          <a:xfrm>
            <a:off x="8542020" y="375513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5500" dirty="0"/>
          </a:p>
        </p:txBody>
      </p:sp>
      <p:sp>
        <p:nvSpPr>
          <p:cNvPr id="21" name="S08-tile94"/>
          <p:cNvSpPr txBox="1"/>
          <p:nvPr/>
        </p:nvSpPr>
        <p:spPr>
          <a:xfrm>
            <a:off x="10011156" y="375513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5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ㄱ일까요, ㄴ일까요?</a:t>
            </a:r>
            <a:endParaRPr lang="ko-KR" sz="4400" dirty="0"/>
          </a:p>
        </p:txBody>
      </p:sp>
      <p:sp>
        <p:nvSpPr>
          <p:cNvPr id="3" name="S09-card9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9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ㄴ을 보고 ‘기역’이라고 했어요.</a:t>
            </a:r>
            <a:endParaRPr lang="ko-KR" sz="3200" dirty="0"/>
          </a:p>
        </p:txBody>
      </p:sp>
      <p:sp>
        <p:nvSpPr>
          <p:cNvPr id="5" name="S09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말했나요? 무엇을 보고 알았나요?</a:t>
            </a:r>
            <a:endParaRPr lang="ko-KR" sz="3200" dirty="0"/>
          </a:p>
        </p:txBody>
      </p:sp>
      <p:sp>
        <p:nvSpPr>
          <p:cNvPr id="7" name="S09-chip9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꺾인 곳이 오른쪽 위</a:t>
            </a:r>
            <a:endParaRPr lang="ko-KR" sz="2600" dirty="0"/>
          </a:p>
        </p:txBody>
      </p:sp>
      <p:sp>
        <p:nvSpPr>
          <p:cNvPr id="8" name="S09-tile100"/>
          <p:cNvSpPr txBox="1"/>
          <p:nvPr/>
        </p:nvSpPr>
        <p:spPr>
          <a:xfrm>
            <a:off x="2544318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5900" dirty="0"/>
          </a:p>
        </p:txBody>
      </p:sp>
      <p:sp>
        <p:nvSpPr>
          <p:cNvPr id="9" name="S09-label101"/>
          <p:cNvSpPr txBox="1"/>
          <p:nvPr/>
        </p:nvSpPr>
        <p:spPr>
          <a:xfrm>
            <a:off x="2443734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기역</a:t>
            </a:r>
            <a:endParaRPr lang="ko-KR" sz="2200" dirty="0"/>
          </a:p>
        </p:txBody>
      </p:sp>
      <p:sp>
        <p:nvSpPr>
          <p:cNvPr id="10" name="S09-chip10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꺾인 곳이 왼쪽 아래</a:t>
            </a:r>
            <a:endParaRPr lang="ko-KR" sz="2600" dirty="0"/>
          </a:p>
        </p:txBody>
      </p:sp>
      <p:sp>
        <p:nvSpPr>
          <p:cNvPr id="11" name="S09-tile103"/>
          <p:cNvSpPr txBox="1"/>
          <p:nvPr/>
        </p:nvSpPr>
        <p:spPr>
          <a:xfrm>
            <a:off x="8273034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5900" dirty="0"/>
          </a:p>
        </p:txBody>
      </p:sp>
      <p:sp>
        <p:nvSpPr>
          <p:cNvPr id="12" name="S09-label104"/>
          <p:cNvSpPr txBox="1"/>
          <p:nvPr/>
        </p:nvSpPr>
        <p:spPr>
          <a:xfrm>
            <a:off x="8172450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니은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이름을 말하고, ③은 첫소리를 찾아요.</a:t>
            </a:r>
            <a:endParaRPr lang="ko-KR" sz="3200" dirty="0"/>
          </a:p>
        </p:txBody>
      </p:sp>
      <p:sp>
        <p:nvSpPr>
          <p:cNvPr id="4" name="S10-chip10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ile107"/>
          <p:cNvSpPr txBox="1"/>
          <p:nvPr/>
        </p:nvSpPr>
        <p:spPr>
          <a:xfrm>
            <a:off x="1344168" y="201777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5500" dirty="0"/>
          </a:p>
        </p:txBody>
      </p:sp>
      <p:sp>
        <p:nvSpPr>
          <p:cNvPr id="6" name="S10-tile108"/>
          <p:cNvSpPr txBox="1"/>
          <p:nvPr/>
        </p:nvSpPr>
        <p:spPr>
          <a:xfrm>
            <a:off x="2813304" y="201777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5500" dirty="0"/>
          </a:p>
        </p:txBody>
      </p:sp>
      <p:sp>
        <p:nvSpPr>
          <p:cNvPr id="7" name="S10-tile109"/>
          <p:cNvSpPr txBox="1"/>
          <p:nvPr/>
        </p:nvSpPr>
        <p:spPr>
          <a:xfrm>
            <a:off x="4282440" y="201777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5500" dirty="0"/>
          </a:p>
        </p:txBody>
      </p:sp>
      <p:sp>
        <p:nvSpPr>
          <p:cNvPr id="8" name="S10-chip11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ile111"/>
          <p:cNvSpPr txBox="1"/>
          <p:nvPr/>
        </p:nvSpPr>
        <p:spPr>
          <a:xfrm>
            <a:off x="1344168" y="34808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5500" dirty="0"/>
          </a:p>
        </p:txBody>
      </p:sp>
      <p:sp>
        <p:nvSpPr>
          <p:cNvPr id="10" name="S10-tile112"/>
          <p:cNvSpPr txBox="1"/>
          <p:nvPr/>
        </p:nvSpPr>
        <p:spPr>
          <a:xfrm>
            <a:off x="2813304" y="34808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5500" dirty="0"/>
          </a:p>
        </p:txBody>
      </p:sp>
      <p:sp>
        <p:nvSpPr>
          <p:cNvPr id="11" name="S10-tile113"/>
          <p:cNvSpPr txBox="1"/>
          <p:nvPr/>
        </p:nvSpPr>
        <p:spPr>
          <a:xfrm>
            <a:off x="4282440" y="34808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5500" dirty="0"/>
          </a:p>
        </p:txBody>
      </p:sp>
      <p:sp>
        <p:nvSpPr>
          <p:cNvPr id="12" name="S10-chip11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3" name="S10-tile115"/>
          <p:cNvSpPr txBox="1"/>
          <p:nvPr/>
        </p:nvSpPr>
        <p:spPr>
          <a:xfrm>
            <a:off x="1344168" y="494385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5500" dirty="0"/>
          </a:p>
        </p:txBody>
      </p:sp>
      <p:sp>
        <p:nvSpPr>
          <p:cNvPr id="14" name="S10-tile116"/>
          <p:cNvSpPr txBox="1"/>
          <p:nvPr/>
        </p:nvSpPr>
        <p:spPr>
          <a:xfrm>
            <a:off x="2813304" y="494385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5500" dirty="0"/>
          </a:p>
        </p:txBody>
      </p:sp>
      <p:sp>
        <p:nvSpPr>
          <p:cNvPr id="15" name="S10-tile117"/>
          <p:cNvSpPr txBox="1"/>
          <p:nvPr/>
        </p:nvSpPr>
        <p:spPr>
          <a:xfrm>
            <a:off x="4282440" y="494385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5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첫소리 글자를 골라요</a:t>
            </a:r>
            <a:endParaRPr lang="ko-KR" sz="4400" dirty="0"/>
          </a:p>
        </p:txBody>
      </p:sp>
      <p:sp>
        <p:nvSpPr>
          <p:cNvPr id="3" name="S12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낱말의 첫소리 글자는?</a:t>
            </a:r>
            <a:endParaRPr lang="ko-KR" sz="3200" dirty="0"/>
          </a:p>
        </p:txBody>
      </p:sp>
      <p:sp>
        <p:nvSpPr>
          <p:cNvPr id="5" name="S12-chip120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tile121"/>
          <p:cNvSpPr txBox="1"/>
          <p:nvPr/>
        </p:nvSpPr>
        <p:spPr>
          <a:xfrm>
            <a:off x="1452372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7100" dirty="0"/>
          </a:p>
        </p:txBody>
      </p:sp>
      <p:sp>
        <p:nvSpPr>
          <p:cNvPr id="7" name="S12-chip122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2-tile123"/>
          <p:cNvSpPr txBox="1"/>
          <p:nvPr/>
        </p:nvSpPr>
        <p:spPr>
          <a:xfrm>
            <a:off x="5271516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7100" dirty="0"/>
          </a:p>
        </p:txBody>
      </p:sp>
      <p:sp>
        <p:nvSpPr>
          <p:cNvPr id="9" name="S12-chip124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2-tile125"/>
          <p:cNvSpPr txBox="1"/>
          <p:nvPr/>
        </p:nvSpPr>
        <p:spPr>
          <a:xfrm>
            <a:off x="9090660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26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27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자음자는 이름이 있고, 이름의 첫소리가 그 글자의 소리예요.</a:t>
            </a:r>
            <a:endParaRPr lang="ko-KR" sz="3200" dirty="0"/>
          </a:p>
        </p:txBody>
      </p:sp>
      <p:sp>
        <p:nvSpPr>
          <p:cNvPr id="5" name="S13-chip128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꺾인 곳·줄 보고 구별하기</a:t>
            </a:r>
            <a:endParaRPr lang="ko-KR" sz="2600" dirty="0"/>
          </a:p>
        </p:txBody>
      </p:sp>
      <p:sp>
        <p:nvSpPr>
          <p:cNvPr id="6" name="S13-chip129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이름을 소리처럼 말하기</a:t>
            </a:r>
            <a:endParaRPr lang="ko-KR" sz="2600" dirty="0"/>
          </a:p>
        </p:txBody>
      </p:sp>
      <p:sp>
        <p:nvSpPr>
          <p:cNvPr id="7" name="S13-text130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31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ㄴ ㅂ ㅇ ㅊ ㅋ 이름</a:t>
            </a:r>
            <a:endParaRPr lang="ko-KR" sz="2600" dirty="0"/>
          </a:p>
        </p:txBody>
      </p:sp>
      <p:sp>
        <p:nvSpPr>
          <p:cNvPr id="9" name="S13-text132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ㅅ의 소리는?</a:t>
            </a:r>
            <a:endParaRPr lang="ko-KR" sz="2600" dirty="0"/>
          </a:p>
        </p:txBody>
      </p:sp>
      <p:sp>
        <p:nvSpPr>
          <p:cNvPr id="10" name="S13-text133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‘나무’의 첫소리 글자</a:t>
            </a:r>
            <a:endParaRPr lang="ko-KR" sz="2600" dirty="0"/>
          </a:p>
        </p:txBody>
      </p:sp>
      <p:sp>
        <p:nvSpPr>
          <p:cNvPr id="11" name="S13-text13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받침 없는 글자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모음자 다시 읽기</a:t>
            </a:r>
            <a:endParaRPr lang="ko-KR" sz="4400" dirty="0"/>
          </a:p>
        </p:txBody>
      </p:sp>
      <p:sp>
        <p:nvSpPr>
          <p:cNvPr id="3" name="S14-card135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36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막대의 자리 보기</a:t>
            </a:r>
            <a:endParaRPr lang="ko-KR" sz="3200" dirty="0"/>
          </a:p>
        </p:txBody>
      </p:sp>
      <p:sp>
        <p:nvSpPr>
          <p:cNvPr id="5" name="S14-card137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38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막대가 둘이면 [이] 붙이기</a:t>
            </a:r>
            <a:endParaRPr lang="ko-KR" sz="3200" dirty="0"/>
          </a:p>
        </p:txBody>
      </p:sp>
      <p:sp>
        <p:nvSpPr>
          <p:cNvPr id="7" name="S14-tile139"/>
          <p:cNvSpPr txBox="1"/>
          <p:nvPr/>
        </p:nvSpPr>
        <p:spPr>
          <a:xfrm>
            <a:off x="1202436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6300" dirty="0"/>
          </a:p>
        </p:txBody>
      </p:sp>
      <p:sp>
        <p:nvSpPr>
          <p:cNvPr id="8" name="S14-label140"/>
          <p:cNvSpPr txBox="1"/>
          <p:nvPr/>
        </p:nvSpPr>
        <p:spPr>
          <a:xfrm>
            <a:off x="1101852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</a:t>
            </a:r>
            <a:endParaRPr lang="ko-KR" sz="2200" dirty="0"/>
          </a:p>
        </p:txBody>
      </p:sp>
      <p:sp>
        <p:nvSpPr>
          <p:cNvPr id="9" name="S14-tile141"/>
          <p:cNvSpPr txBox="1"/>
          <p:nvPr/>
        </p:nvSpPr>
        <p:spPr>
          <a:xfrm>
            <a:off x="2866644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6300" dirty="0"/>
          </a:p>
        </p:txBody>
      </p:sp>
      <p:sp>
        <p:nvSpPr>
          <p:cNvPr id="10" name="S14-label142"/>
          <p:cNvSpPr txBox="1"/>
          <p:nvPr/>
        </p:nvSpPr>
        <p:spPr>
          <a:xfrm>
            <a:off x="2766060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</a:t>
            </a:r>
            <a:endParaRPr lang="ko-KR" sz="2200" dirty="0"/>
          </a:p>
        </p:txBody>
      </p:sp>
      <p:sp>
        <p:nvSpPr>
          <p:cNvPr id="11" name="S14-tile143"/>
          <p:cNvSpPr txBox="1"/>
          <p:nvPr/>
        </p:nvSpPr>
        <p:spPr>
          <a:xfrm>
            <a:off x="4530852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6300" dirty="0"/>
          </a:p>
        </p:txBody>
      </p:sp>
      <p:sp>
        <p:nvSpPr>
          <p:cNvPr id="12" name="S14-label144"/>
          <p:cNvSpPr txBox="1"/>
          <p:nvPr/>
        </p:nvSpPr>
        <p:spPr>
          <a:xfrm>
            <a:off x="4430268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</a:t>
            </a:r>
            <a:endParaRPr lang="ko-KR" sz="2200" dirty="0"/>
          </a:p>
        </p:txBody>
      </p:sp>
      <p:sp>
        <p:nvSpPr>
          <p:cNvPr id="13" name="S14-tile145"/>
          <p:cNvSpPr txBox="1"/>
          <p:nvPr/>
        </p:nvSpPr>
        <p:spPr>
          <a:xfrm>
            <a:off x="6195060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6300" dirty="0"/>
          </a:p>
        </p:txBody>
      </p:sp>
      <p:sp>
        <p:nvSpPr>
          <p:cNvPr id="14" name="S14-label146"/>
          <p:cNvSpPr txBox="1"/>
          <p:nvPr/>
        </p:nvSpPr>
        <p:spPr>
          <a:xfrm>
            <a:off x="6094476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</a:t>
            </a:r>
            <a:endParaRPr lang="ko-KR" sz="2200" dirty="0"/>
          </a:p>
        </p:txBody>
      </p:sp>
      <p:sp>
        <p:nvSpPr>
          <p:cNvPr id="15" name="S14-tile147"/>
          <p:cNvSpPr txBox="1"/>
          <p:nvPr/>
        </p:nvSpPr>
        <p:spPr>
          <a:xfrm>
            <a:off x="7859268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ㅡ</a:t>
            </a:r>
            <a:endParaRPr lang="ko-KR" sz="6300" dirty="0"/>
          </a:p>
        </p:txBody>
      </p:sp>
      <p:sp>
        <p:nvSpPr>
          <p:cNvPr id="16" name="S14-label148"/>
          <p:cNvSpPr txBox="1"/>
          <p:nvPr/>
        </p:nvSpPr>
        <p:spPr>
          <a:xfrm>
            <a:off x="7758684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</a:t>
            </a:r>
            <a:endParaRPr lang="ko-KR" sz="2200" dirty="0"/>
          </a:p>
        </p:txBody>
      </p:sp>
      <p:sp>
        <p:nvSpPr>
          <p:cNvPr id="17" name="S14-tile149"/>
          <p:cNvSpPr txBox="1"/>
          <p:nvPr/>
        </p:nvSpPr>
        <p:spPr>
          <a:xfrm>
            <a:off x="9523476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ㅣ</a:t>
            </a:r>
            <a:endParaRPr lang="ko-KR" sz="6300" dirty="0"/>
          </a:p>
        </p:txBody>
      </p:sp>
      <p:sp>
        <p:nvSpPr>
          <p:cNvPr id="18" name="S14-label150"/>
          <p:cNvSpPr txBox="1"/>
          <p:nvPr/>
        </p:nvSpPr>
        <p:spPr>
          <a:xfrm>
            <a:off x="9422892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기본 자음</dc:title>
  <dc:subject>KR22-G01-KOR-CONS-L01</dc:subject>
  <dc:creator>education-ppt</dc:creator>
  <cp:lastModifiedBy>education-ppt</cp:lastModifiedBy>
  <cp:revision>1</cp:revision>
  <dcterms:created xsi:type="dcterms:W3CDTF">2026-10-26T07:09:55Z</dcterms:created>
  <dcterms:modified xsi:type="dcterms:W3CDTF">2026-10-26T07:09:55Z</dcterms:modified>
</cp:coreProperties>
</file>