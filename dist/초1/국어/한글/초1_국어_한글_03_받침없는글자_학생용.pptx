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fb92dc0-6de6-8900-c679-3410ed8c439d}">
          <p14:sldIdLst>
            <p14:sldId id="256"/>
            <p14:sldId id="257"/>
          </p14:sldIdLst>
        </p14:section>
        <p14:section name="개념" id="{e3461d2c-1d55-7215-1d1f-9fc850975958}">
          <p14:sldIdLst>
            <p14:sldId id="258"/>
            <p14:sldId id="259"/>
            <p14:sldId id="260"/>
          </p14:sldIdLst>
        </p14:section>
        <p14:section name="연습" id="{75b39f61-5222-767e-5980-e1c390a6d89b}">
          <p14:sldIdLst>
            <p14:sldId id="261"/>
            <p14:sldId id="262"/>
            <p14:sldId id="263"/>
            <p14:sldId id="264"/>
          </p14:sldIdLst>
        </p14:section>
        <p14:section name="확인" id="{e5a31ce6-05f3-2110-4121-6ca09657f8e6}">
          <p14:sldIdLst>
            <p14:sldId id="265"/>
            <p14:sldId id="266"/>
          </p14:sldIdLst>
        </p14:section>
        <p14:section name="정리" id="{66dc6425-2011-27fb-f48d-3450f19cf112}">
          <p14:sldIdLst>
            <p14:sldId id="267"/>
          </p14:sldIdLst>
        </p14:section>
        <p14:section name="보충" id="{1a17e009-cadb-e596-afef-0322eafd1b25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한글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받침 없는 글자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받침 없는 글자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받침 없는 글자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없는 글자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ㄱ과 ㅏ가 만나면 어떤 소리가 날까요?</a:t>
            </a:r>
            <a:endParaRPr lang="ko-KR" sz="3200" dirty="0"/>
          </a:p>
        </p:txBody>
      </p:sp>
      <p:sp>
        <p:nvSpPr>
          <p:cNvPr id="4" name="S01-tile1"/>
          <p:cNvSpPr txBox="1"/>
          <p:nvPr/>
        </p:nvSpPr>
        <p:spPr>
          <a:xfrm>
            <a:off x="7936992" y="160020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4400" dirty="0"/>
          </a:p>
        </p:txBody>
      </p:sp>
      <p:sp>
        <p:nvSpPr>
          <p:cNvPr id="5" name="S01-tile2"/>
          <p:cNvSpPr txBox="1"/>
          <p:nvPr/>
        </p:nvSpPr>
        <p:spPr>
          <a:xfrm>
            <a:off x="9144000" y="160020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4400" dirty="0"/>
          </a:p>
        </p:txBody>
      </p:sp>
      <p:sp>
        <p:nvSpPr>
          <p:cNvPr id="6" name="S01-tile3"/>
          <p:cNvSpPr txBox="1"/>
          <p:nvPr/>
        </p:nvSpPr>
        <p:spPr>
          <a:xfrm>
            <a:off x="10351008" y="160020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4400" dirty="0"/>
          </a:p>
        </p:txBody>
      </p:sp>
      <p:sp>
        <p:nvSpPr>
          <p:cNvPr id="7" name="S01-card4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자음자와 모음자를 합쳐 읽어요.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받침 없는 글자를 바르게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이름과 소리 말하기</a:t>
            </a:r>
            <a:endParaRPr lang="ko-KR" sz="4400" dirty="0"/>
          </a:p>
        </p:txBody>
      </p:sp>
      <p:sp>
        <p:nvSpPr>
          <p:cNvPr id="3" name="S02-text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이름과 소리, ②는 소리를 말해요.</a:t>
            </a:r>
            <a:endParaRPr lang="ko-KR" sz="3200" dirty="0"/>
          </a:p>
        </p:txBody>
      </p:sp>
      <p:sp>
        <p:nvSpPr>
          <p:cNvPr id="4" name="S02-chip7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ile8"/>
          <p:cNvSpPr txBox="1"/>
          <p:nvPr/>
        </p:nvSpPr>
        <p:spPr>
          <a:xfrm>
            <a:off x="1828800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5900" dirty="0"/>
          </a:p>
        </p:txBody>
      </p:sp>
      <p:sp>
        <p:nvSpPr>
          <p:cNvPr id="6" name="S02-tile9"/>
          <p:cNvSpPr txBox="1"/>
          <p:nvPr/>
        </p:nvSpPr>
        <p:spPr>
          <a:xfrm>
            <a:off x="3401568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5900" dirty="0"/>
          </a:p>
        </p:txBody>
      </p:sp>
      <p:sp>
        <p:nvSpPr>
          <p:cNvPr id="7" name="S02-tile10"/>
          <p:cNvSpPr txBox="1"/>
          <p:nvPr/>
        </p:nvSpPr>
        <p:spPr>
          <a:xfrm>
            <a:off x="4974336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5900" dirty="0"/>
          </a:p>
        </p:txBody>
      </p:sp>
      <p:sp>
        <p:nvSpPr>
          <p:cNvPr id="8" name="S02-chip11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ile12"/>
          <p:cNvSpPr txBox="1"/>
          <p:nvPr/>
        </p:nvSpPr>
        <p:spPr>
          <a:xfrm>
            <a:off x="1828800" y="452628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5900" dirty="0"/>
          </a:p>
        </p:txBody>
      </p:sp>
      <p:sp>
        <p:nvSpPr>
          <p:cNvPr id="10" name="S02-tile13"/>
          <p:cNvSpPr txBox="1"/>
          <p:nvPr/>
        </p:nvSpPr>
        <p:spPr>
          <a:xfrm>
            <a:off x="3401568" y="452628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5900" dirty="0"/>
          </a:p>
        </p:txBody>
      </p:sp>
      <p:sp>
        <p:nvSpPr>
          <p:cNvPr id="11" name="S02-tile14"/>
          <p:cNvSpPr txBox="1"/>
          <p:nvPr/>
        </p:nvSpPr>
        <p:spPr>
          <a:xfrm>
            <a:off x="4974336" y="452628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ㅣ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이어요</a:t>
            </a:r>
            <a:endParaRPr lang="ko-KR" sz="4400" dirty="0"/>
          </a:p>
        </p:txBody>
      </p:sp>
      <p:sp>
        <p:nvSpPr>
          <p:cNvPr id="3" name="S03-tile15"/>
          <p:cNvSpPr txBox="1"/>
          <p:nvPr/>
        </p:nvSpPr>
        <p:spPr>
          <a:xfrm>
            <a:off x="7022043" y="28575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5900" dirty="0"/>
          </a:p>
        </p:txBody>
      </p:sp>
      <p:sp>
        <p:nvSpPr>
          <p:cNvPr id="4" name="S03-label16"/>
          <p:cNvSpPr txBox="1"/>
          <p:nvPr/>
        </p:nvSpPr>
        <p:spPr>
          <a:xfrm>
            <a:off x="6921459" y="426567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[그]</a:t>
            </a:r>
            <a:endParaRPr lang="ko-KR" sz="2200" dirty="0"/>
          </a:p>
        </p:txBody>
      </p:sp>
      <p:sp>
        <p:nvSpPr>
          <p:cNvPr id="5" name="S03-tile17"/>
          <p:cNvSpPr txBox="1"/>
          <p:nvPr/>
        </p:nvSpPr>
        <p:spPr>
          <a:xfrm>
            <a:off x="8594811" y="28575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5900" dirty="0"/>
          </a:p>
        </p:txBody>
      </p:sp>
      <p:sp>
        <p:nvSpPr>
          <p:cNvPr id="6" name="S03-label18"/>
          <p:cNvSpPr txBox="1"/>
          <p:nvPr/>
        </p:nvSpPr>
        <p:spPr>
          <a:xfrm>
            <a:off x="8494227" y="426567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[아]</a:t>
            </a:r>
            <a:endParaRPr lang="ko-KR" sz="2200" dirty="0"/>
          </a:p>
        </p:txBody>
      </p:sp>
      <p:sp>
        <p:nvSpPr>
          <p:cNvPr id="7" name="S03-tile19"/>
          <p:cNvSpPr txBox="1"/>
          <p:nvPr/>
        </p:nvSpPr>
        <p:spPr>
          <a:xfrm>
            <a:off x="10167579" y="28575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5900" dirty="0"/>
          </a:p>
        </p:txBody>
      </p:sp>
      <p:sp>
        <p:nvSpPr>
          <p:cNvPr id="8" name="S03-label20"/>
          <p:cNvSpPr txBox="1"/>
          <p:nvPr/>
        </p:nvSpPr>
        <p:spPr>
          <a:xfrm>
            <a:off x="10066995" y="426567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[가]</a:t>
            </a:r>
            <a:endParaRPr lang="ko-KR" sz="2200" dirty="0"/>
          </a:p>
        </p:txBody>
      </p:sp>
      <p:sp>
        <p:nvSpPr>
          <p:cNvPr id="9" name="S03-stepno21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0" name="S03-text22"/>
          <p:cNvSpPr txBox="1"/>
          <p:nvPr/>
        </p:nvSpPr>
        <p:spPr>
          <a:xfrm>
            <a:off x="1325880" y="278434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 소리 [그]를 짧게 내요.</a:t>
            </a:r>
            <a:endParaRPr lang="ko-KR" sz="3200" dirty="0"/>
          </a:p>
        </p:txBody>
      </p:sp>
      <p:sp>
        <p:nvSpPr>
          <p:cNvPr id="11" name="S03-stepno23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2" name="S03-text24"/>
          <p:cNvSpPr txBox="1"/>
          <p:nvPr/>
        </p:nvSpPr>
        <p:spPr>
          <a:xfrm>
            <a:off x="1325880" y="349758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ㅏ 소리 [아]를 붙여요.</a:t>
            </a:r>
            <a:endParaRPr lang="ko-KR" sz="3200" dirty="0"/>
          </a:p>
        </p:txBody>
      </p:sp>
      <p:sp>
        <p:nvSpPr>
          <p:cNvPr id="13" name="S03-stepno25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4" name="S03-text26"/>
          <p:cNvSpPr txBox="1"/>
          <p:nvPr/>
        </p:nvSpPr>
        <p:spPr>
          <a:xfrm>
            <a:off x="1325880" y="421081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빨리 붙이면 [가]!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자음자는 어디에 쓸까요?</a:t>
            </a:r>
            <a:endParaRPr lang="ko-KR" sz="4400" dirty="0"/>
          </a:p>
        </p:txBody>
      </p:sp>
      <p:sp>
        <p:nvSpPr>
          <p:cNvPr id="3" name="S04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 있으면 옆에, 누워 있으면 아래에 모음자를 써요.</a:t>
            </a:r>
            <a:endParaRPr lang="ko-KR" sz="3200" dirty="0"/>
          </a:p>
        </p:txBody>
      </p:sp>
      <p:sp>
        <p:nvSpPr>
          <p:cNvPr id="5" name="S04-chip29"/>
          <p:cNvSpPr txBox="1"/>
          <p:nvPr/>
        </p:nvSpPr>
        <p:spPr>
          <a:xfrm>
            <a:off x="548640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 있는 모음자</a:t>
            </a:r>
            <a:endParaRPr lang="ko-KR" sz="2600" dirty="0"/>
          </a:p>
        </p:txBody>
      </p:sp>
      <p:sp>
        <p:nvSpPr>
          <p:cNvPr id="6" name="S04-tile30"/>
          <p:cNvSpPr txBox="1"/>
          <p:nvPr/>
        </p:nvSpPr>
        <p:spPr>
          <a:xfrm>
            <a:off x="971550" y="242747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5900" dirty="0"/>
          </a:p>
        </p:txBody>
      </p:sp>
      <p:sp>
        <p:nvSpPr>
          <p:cNvPr id="7" name="S04-label31"/>
          <p:cNvSpPr txBox="1"/>
          <p:nvPr/>
        </p:nvSpPr>
        <p:spPr>
          <a:xfrm>
            <a:off x="870966" y="383565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ㄱ+ㅏ</a:t>
            </a:r>
            <a:endParaRPr lang="ko-KR" sz="2200" dirty="0"/>
          </a:p>
        </p:txBody>
      </p:sp>
      <p:sp>
        <p:nvSpPr>
          <p:cNvPr id="8" name="S04-tile32"/>
          <p:cNvSpPr txBox="1"/>
          <p:nvPr/>
        </p:nvSpPr>
        <p:spPr>
          <a:xfrm>
            <a:off x="2544318" y="242747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</a:t>
            </a:r>
            <a:endParaRPr lang="ko-KR" sz="5900" dirty="0"/>
          </a:p>
        </p:txBody>
      </p:sp>
      <p:sp>
        <p:nvSpPr>
          <p:cNvPr id="9" name="S04-label33"/>
          <p:cNvSpPr txBox="1"/>
          <p:nvPr/>
        </p:nvSpPr>
        <p:spPr>
          <a:xfrm>
            <a:off x="2443734" y="383565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ㄴ+ㅓ</a:t>
            </a:r>
            <a:endParaRPr lang="ko-KR" sz="2200" dirty="0"/>
          </a:p>
        </p:txBody>
      </p:sp>
      <p:sp>
        <p:nvSpPr>
          <p:cNvPr id="10" name="S04-tile34"/>
          <p:cNvSpPr txBox="1"/>
          <p:nvPr/>
        </p:nvSpPr>
        <p:spPr>
          <a:xfrm>
            <a:off x="4117086" y="242747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</a:t>
            </a:r>
            <a:endParaRPr lang="ko-KR" sz="5900" dirty="0"/>
          </a:p>
        </p:txBody>
      </p:sp>
      <p:sp>
        <p:nvSpPr>
          <p:cNvPr id="11" name="S04-label35"/>
          <p:cNvSpPr txBox="1"/>
          <p:nvPr/>
        </p:nvSpPr>
        <p:spPr>
          <a:xfrm>
            <a:off x="4016502" y="383565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ㅁ+ㅣ</a:t>
            </a:r>
            <a:endParaRPr lang="ko-KR" sz="2200" dirty="0"/>
          </a:p>
        </p:txBody>
      </p:sp>
      <p:sp>
        <p:nvSpPr>
          <p:cNvPr id="12" name="S04-text36"/>
          <p:cNvSpPr txBox="1"/>
          <p:nvPr/>
        </p:nvSpPr>
        <p:spPr>
          <a:xfrm>
            <a:off x="548640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자음자를 왼쪽에 써요.</a:t>
            </a:r>
            <a:endParaRPr lang="ko-KR" sz="2600" dirty="0"/>
          </a:p>
        </p:txBody>
      </p:sp>
      <p:sp>
        <p:nvSpPr>
          <p:cNvPr id="13" name="S04-chip37"/>
          <p:cNvSpPr txBox="1"/>
          <p:nvPr/>
        </p:nvSpPr>
        <p:spPr>
          <a:xfrm>
            <a:off x="6277356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누운 모음자</a:t>
            </a:r>
            <a:endParaRPr lang="ko-KR" sz="2600" dirty="0"/>
          </a:p>
        </p:txBody>
      </p:sp>
      <p:sp>
        <p:nvSpPr>
          <p:cNvPr id="14" name="S04-tile38"/>
          <p:cNvSpPr txBox="1"/>
          <p:nvPr/>
        </p:nvSpPr>
        <p:spPr>
          <a:xfrm>
            <a:off x="6700266" y="242747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</a:t>
            </a:r>
            <a:endParaRPr lang="ko-KR" sz="5900" dirty="0"/>
          </a:p>
        </p:txBody>
      </p:sp>
      <p:sp>
        <p:nvSpPr>
          <p:cNvPr id="15" name="S04-label39"/>
          <p:cNvSpPr txBox="1"/>
          <p:nvPr/>
        </p:nvSpPr>
        <p:spPr>
          <a:xfrm>
            <a:off x="6599682" y="383565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ㄱ+ㅗ</a:t>
            </a:r>
            <a:endParaRPr lang="ko-KR" sz="2200" dirty="0"/>
          </a:p>
        </p:txBody>
      </p:sp>
      <p:sp>
        <p:nvSpPr>
          <p:cNvPr id="16" name="S04-tile40"/>
          <p:cNvSpPr txBox="1"/>
          <p:nvPr/>
        </p:nvSpPr>
        <p:spPr>
          <a:xfrm>
            <a:off x="8273034" y="242747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</a:t>
            </a:r>
            <a:endParaRPr lang="ko-KR" sz="5900" dirty="0"/>
          </a:p>
        </p:txBody>
      </p:sp>
      <p:sp>
        <p:nvSpPr>
          <p:cNvPr id="17" name="S04-label41"/>
          <p:cNvSpPr txBox="1"/>
          <p:nvPr/>
        </p:nvSpPr>
        <p:spPr>
          <a:xfrm>
            <a:off x="8172450" y="383565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ㄴ+ㅜ</a:t>
            </a:r>
            <a:endParaRPr lang="ko-KR" sz="2200" dirty="0"/>
          </a:p>
        </p:txBody>
      </p:sp>
      <p:sp>
        <p:nvSpPr>
          <p:cNvPr id="18" name="S04-tile42"/>
          <p:cNvSpPr txBox="1"/>
          <p:nvPr/>
        </p:nvSpPr>
        <p:spPr>
          <a:xfrm>
            <a:off x="9845802" y="242747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</a:t>
            </a:r>
            <a:endParaRPr lang="ko-KR" sz="5900" dirty="0"/>
          </a:p>
        </p:txBody>
      </p:sp>
      <p:sp>
        <p:nvSpPr>
          <p:cNvPr id="19" name="S04-label43"/>
          <p:cNvSpPr txBox="1"/>
          <p:nvPr/>
        </p:nvSpPr>
        <p:spPr>
          <a:xfrm>
            <a:off x="9745218" y="383565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ㄷ+ㅡ</a:t>
            </a:r>
            <a:endParaRPr lang="ko-KR" sz="2200" dirty="0"/>
          </a:p>
        </p:txBody>
      </p:sp>
      <p:sp>
        <p:nvSpPr>
          <p:cNvPr id="20" name="S04-text44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자음자를 위에 써요.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표 읽기</a:t>
            </a:r>
            <a:endParaRPr lang="ko-KR" sz="4400" dirty="0"/>
          </a:p>
        </p:txBody>
      </p:sp>
      <p:sp>
        <p:nvSpPr>
          <p:cNvPr id="3" name="S05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자음자와 모음자가 만나는 글자를 읽어요.</a:t>
            </a:r>
            <a:endParaRPr lang="ko-KR" sz="3200" dirty="0"/>
          </a:p>
        </p:txBody>
      </p:sp>
      <p:graphicFrame>
        <p:nvGraphicFramePr>
          <p:cNvPr id="6" name="S05-table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6716" y="2225040"/>
          <a:ext cx="9875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ㅏ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ㅓ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ㅗ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ㅜ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ㅣ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ㄱ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너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니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ㄷ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ㄹ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러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루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ㅁ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머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읽어요</a:t>
            </a:r>
            <a:endParaRPr lang="ko-KR" sz="4400" dirty="0"/>
          </a:p>
        </p:txBody>
      </p:sp>
      <p:sp>
        <p:nvSpPr>
          <p:cNvPr id="3" name="S06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 있던 글자로 된 낱말이에요.</a:t>
            </a:r>
            <a:endParaRPr lang="ko-KR" sz="3200" dirty="0"/>
          </a:p>
        </p:txBody>
      </p:sp>
      <p:sp>
        <p:nvSpPr>
          <p:cNvPr id="4" name="S06-word48"/>
          <p:cNvSpPr txBox="1"/>
          <p:nvPr/>
        </p:nvSpPr>
        <p:spPr>
          <a:xfrm>
            <a:off x="548640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</a:t>
            </a:r>
            <a:endParaRPr lang="ko-KR" sz="3600" dirty="0"/>
          </a:p>
        </p:txBody>
      </p:sp>
      <p:sp>
        <p:nvSpPr>
          <p:cNvPr id="5" name="S06-word49"/>
          <p:cNvSpPr txBox="1"/>
          <p:nvPr/>
        </p:nvSpPr>
        <p:spPr>
          <a:xfrm>
            <a:off x="4337304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거미</a:t>
            </a:r>
            <a:endParaRPr lang="ko-KR" sz="3600" dirty="0"/>
          </a:p>
        </p:txBody>
      </p:sp>
      <p:sp>
        <p:nvSpPr>
          <p:cNvPr id="6" name="S06-word50"/>
          <p:cNvSpPr txBox="1"/>
          <p:nvPr/>
        </p:nvSpPr>
        <p:spPr>
          <a:xfrm>
            <a:off x="8125968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고기</a:t>
            </a:r>
            <a:endParaRPr lang="ko-KR" sz="3600" dirty="0"/>
          </a:p>
        </p:txBody>
      </p:sp>
      <p:sp>
        <p:nvSpPr>
          <p:cNvPr id="7" name="S06-word51"/>
          <p:cNvSpPr txBox="1"/>
          <p:nvPr/>
        </p:nvSpPr>
        <p:spPr>
          <a:xfrm>
            <a:off x="548640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</a:t>
            </a:r>
            <a:endParaRPr lang="ko-KR" sz="3600" dirty="0"/>
          </a:p>
        </p:txBody>
      </p:sp>
      <p:sp>
        <p:nvSpPr>
          <p:cNvPr id="8" name="S06-word52"/>
          <p:cNvSpPr txBox="1"/>
          <p:nvPr/>
        </p:nvSpPr>
        <p:spPr>
          <a:xfrm>
            <a:off x="4337304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</a:t>
            </a:r>
            <a:endParaRPr lang="ko-KR" sz="3600" dirty="0"/>
          </a:p>
        </p:txBody>
      </p:sp>
      <p:sp>
        <p:nvSpPr>
          <p:cNvPr id="9" name="S06-word53"/>
          <p:cNvSpPr txBox="1"/>
          <p:nvPr/>
        </p:nvSpPr>
        <p:spPr>
          <a:xfrm>
            <a:off x="8125968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구두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글자 만들기</a:t>
            </a:r>
            <a:endParaRPr lang="ko-KR" sz="4400" dirty="0"/>
          </a:p>
        </p:txBody>
      </p:sp>
      <p:sp>
        <p:nvSpPr>
          <p:cNvPr id="3" name="S07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들어갈 글자를 말해요.</a:t>
            </a:r>
            <a:endParaRPr lang="ko-KR" sz="3200" dirty="0"/>
          </a:p>
        </p:txBody>
      </p:sp>
      <p:graphicFrame>
        <p:nvGraphicFramePr>
          <p:cNvPr id="8" name="S07-table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6716" y="2225040"/>
          <a:ext cx="9875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ㅏ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ㅓ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ㅗ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ㅜ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ㅣ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ㅂ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ㅅ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ㅇ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ㅈ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ㅎ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허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히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글자를 만들어 써요</a:t>
            </a:r>
            <a:endParaRPr lang="ko-KR" sz="4400" dirty="0"/>
          </a:p>
        </p:txBody>
      </p:sp>
      <p:sp>
        <p:nvSpPr>
          <p:cNvPr id="3" name="S08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합친 글자를 종이에 써요.</a:t>
            </a:r>
            <a:endParaRPr lang="ko-KR" sz="3200" dirty="0"/>
          </a:p>
        </p:txBody>
      </p:sp>
      <p:sp>
        <p:nvSpPr>
          <p:cNvPr id="4" name="S08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모음자가 서 있으면 옆에, 누워 있으면 아래에!</a:t>
            </a:r>
            <a:endParaRPr lang="ko-KR" sz="3200" dirty="0"/>
          </a:p>
        </p:txBody>
      </p:sp>
      <p:sp>
        <p:nvSpPr>
          <p:cNvPr id="6" name="S08-chip5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eqtext6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ㅍ + ㅏ → □</a:t>
            </a:r>
            <a:endParaRPr lang="ko-KR" sz="3600" dirty="0"/>
          </a:p>
        </p:txBody>
      </p:sp>
      <p:sp>
        <p:nvSpPr>
          <p:cNvPr id="8" name="S08-chip6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8-eqtext6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ㅌ + ㅗ → □</a:t>
            </a:r>
            <a:endParaRPr lang="ko-KR" sz="3600" dirty="0"/>
          </a:p>
        </p:txBody>
      </p:sp>
      <p:sp>
        <p:nvSpPr>
          <p:cNvPr id="10" name="S08-chip6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8-eqtext64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ㅊ + ㅣ → □</a:t>
            </a:r>
            <a:endParaRPr lang="ko-KR" sz="3600" dirty="0"/>
          </a:p>
        </p:txBody>
      </p:sp>
      <p:sp>
        <p:nvSpPr>
          <p:cNvPr id="12" name="S08-chip65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8-eqtext66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ㅋ + ㅜ →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바를까요?</a:t>
            </a:r>
            <a:endParaRPr lang="ko-KR" sz="4400" dirty="0"/>
          </a:p>
        </p:txBody>
      </p:sp>
      <p:sp>
        <p:nvSpPr>
          <p:cNvPr id="3" name="S09-card6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6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ㄱ과 ㅗ를 합쳐 글자를 썼어요.</a:t>
            </a:r>
            <a:endParaRPr lang="ko-KR" sz="3200" dirty="0"/>
          </a:p>
        </p:txBody>
      </p:sp>
      <p:sp>
        <p:nvSpPr>
          <p:cNvPr id="5" name="S09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쓴 것은 어느 쪽일까요? 왜 그럴까요?</a:t>
            </a:r>
            <a:endParaRPr lang="ko-KR" sz="3200" dirty="0"/>
          </a:p>
        </p:txBody>
      </p:sp>
      <p:sp>
        <p:nvSpPr>
          <p:cNvPr id="7" name="S09-chip7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9-bigtext7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ㄱㅗ</a:t>
            </a:r>
            <a:endParaRPr lang="ko-KR" sz="8000" dirty="0"/>
          </a:p>
        </p:txBody>
      </p:sp>
      <p:sp>
        <p:nvSpPr>
          <p:cNvPr id="9" name="S09-chip7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9-bigtext7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</a:t>
            </a:r>
            <a:endParaRPr lang="ko-KR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읽고, ③은 써요.</a:t>
            </a:r>
            <a:endParaRPr lang="ko-KR" sz="3200" dirty="0"/>
          </a:p>
        </p:txBody>
      </p:sp>
      <p:sp>
        <p:nvSpPr>
          <p:cNvPr id="4" name="S10-chip7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word77"/>
          <p:cNvSpPr txBox="1"/>
          <p:nvPr/>
        </p:nvSpPr>
        <p:spPr>
          <a:xfrm>
            <a:off x="1344168" y="201168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하마</a:t>
            </a:r>
            <a:endParaRPr lang="ko-KR" sz="3600" dirty="0"/>
          </a:p>
        </p:txBody>
      </p:sp>
      <p:sp>
        <p:nvSpPr>
          <p:cNvPr id="6" name="S10-word78"/>
          <p:cNvSpPr txBox="1"/>
          <p:nvPr/>
        </p:nvSpPr>
        <p:spPr>
          <a:xfrm>
            <a:off x="4224528" y="201168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</a:t>
            </a:r>
            <a:endParaRPr lang="ko-KR" sz="3600" dirty="0"/>
          </a:p>
        </p:txBody>
      </p:sp>
      <p:sp>
        <p:nvSpPr>
          <p:cNvPr id="7" name="S10-chip7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0-word80"/>
          <p:cNvSpPr txBox="1"/>
          <p:nvPr/>
        </p:nvSpPr>
        <p:spPr>
          <a:xfrm>
            <a:off x="1344168" y="347472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기차</a:t>
            </a:r>
            <a:endParaRPr lang="ko-KR" sz="3600" dirty="0"/>
          </a:p>
        </p:txBody>
      </p:sp>
      <p:sp>
        <p:nvSpPr>
          <p:cNvPr id="9" name="S10-word81"/>
          <p:cNvSpPr txBox="1"/>
          <p:nvPr/>
        </p:nvSpPr>
        <p:spPr>
          <a:xfrm>
            <a:off x="4224528" y="347472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오이</a:t>
            </a:r>
            <a:endParaRPr lang="ko-KR" sz="3600" dirty="0"/>
          </a:p>
        </p:txBody>
      </p:sp>
      <p:sp>
        <p:nvSpPr>
          <p:cNvPr id="10" name="S10-chip8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text83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불러 주는 글자를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낱말일까요?</a:t>
            </a:r>
            <a:endParaRPr lang="ko-KR" sz="4400" dirty="0"/>
          </a:p>
        </p:txBody>
      </p:sp>
      <p:sp>
        <p:nvSpPr>
          <p:cNvPr id="3" name="S12-card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낱말을 찾아 읽어요.</a:t>
            </a:r>
            <a:endParaRPr lang="ko-KR" sz="3200" dirty="0"/>
          </a:p>
        </p:txBody>
      </p:sp>
      <p:sp>
        <p:nvSpPr>
          <p:cNvPr id="5" name="S12-chip86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2-word87"/>
          <p:cNvSpPr txBox="1"/>
          <p:nvPr/>
        </p:nvSpPr>
        <p:spPr>
          <a:xfrm>
            <a:off x="548640" y="2706624"/>
            <a:ext cx="345338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나비</a:t>
            </a:r>
            <a:endParaRPr lang="ko-KR" sz="3600" dirty="0"/>
          </a:p>
        </p:txBody>
      </p:sp>
      <p:sp>
        <p:nvSpPr>
          <p:cNvPr id="7" name="S12-chip88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" name="S12-word89"/>
          <p:cNvSpPr txBox="1"/>
          <p:nvPr/>
        </p:nvSpPr>
        <p:spPr>
          <a:xfrm>
            <a:off x="4367784" y="2706624"/>
            <a:ext cx="345338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사자</a:t>
            </a:r>
            <a:endParaRPr lang="ko-KR" sz="3600" dirty="0"/>
          </a:p>
        </p:txBody>
      </p:sp>
      <p:sp>
        <p:nvSpPr>
          <p:cNvPr id="9" name="S12-chip90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0" name="S12-word91"/>
          <p:cNvSpPr txBox="1"/>
          <p:nvPr/>
        </p:nvSpPr>
        <p:spPr>
          <a:xfrm>
            <a:off x="8186928" y="2706624"/>
            <a:ext cx="345338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92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3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자음자 소리와 모음자 소리를 바로 이어 읽으면 글자가 돼요.</a:t>
            </a:r>
            <a:endParaRPr lang="ko-KR" sz="3200" dirty="0"/>
          </a:p>
        </p:txBody>
      </p:sp>
      <p:sp>
        <p:nvSpPr>
          <p:cNvPr id="5" name="S13-chip94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소리를 바로 이어 읽기</a:t>
            </a:r>
            <a:endParaRPr lang="ko-KR" sz="2600" dirty="0"/>
          </a:p>
        </p:txBody>
      </p:sp>
      <p:sp>
        <p:nvSpPr>
          <p:cNvPr id="6" name="S13-chip95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ㄱㅗ처럼 나란히 쓰기</a:t>
            </a:r>
            <a:endParaRPr lang="ko-KR" sz="2600" dirty="0"/>
          </a:p>
        </p:txBody>
      </p:sp>
      <p:sp>
        <p:nvSpPr>
          <p:cNvPr id="7" name="S13-text96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97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나무 거미 하마 오이</a:t>
            </a:r>
            <a:endParaRPr lang="ko-KR" sz="2600" dirty="0"/>
          </a:p>
        </p:txBody>
      </p:sp>
      <p:sp>
        <p:nvSpPr>
          <p:cNvPr id="9" name="S13-text98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[고] 글자 쓰기</a:t>
            </a:r>
            <a:endParaRPr lang="ko-KR" sz="2600" dirty="0"/>
          </a:p>
        </p:txBody>
      </p:sp>
      <p:sp>
        <p:nvSpPr>
          <p:cNvPr id="10" name="S13-text99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ㅂ + ㅗ → ?</a:t>
            </a:r>
            <a:endParaRPr lang="ko-KR" sz="2600" dirty="0"/>
          </a:p>
        </p:txBody>
      </p:sp>
      <p:sp>
        <p:nvSpPr>
          <p:cNvPr id="11" name="S13-text10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받침 있는 글자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자음자 소리 내기</a:t>
            </a:r>
            <a:endParaRPr lang="ko-KR" sz="4400" dirty="0"/>
          </a:p>
        </p:txBody>
      </p:sp>
      <p:sp>
        <p:nvSpPr>
          <p:cNvPr id="3" name="S14-card101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02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이름의 첫소리가 소리</a:t>
            </a:r>
            <a:endParaRPr lang="ko-KR" sz="3200" dirty="0"/>
          </a:p>
        </p:txBody>
      </p:sp>
      <p:sp>
        <p:nvSpPr>
          <p:cNvPr id="5" name="S14-card103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04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[으]는 아주 짧게</a:t>
            </a:r>
            <a:endParaRPr lang="ko-KR" sz="3200" dirty="0"/>
          </a:p>
        </p:txBody>
      </p:sp>
      <p:sp>
        <p:nvSpPr>
          <p:cNvPr id="7" name="S14-tile105"/>
          <p:cNvSpPr txBox="1"/>
          <p:nvPr/>
        </p:nvSpPr>
        <p:spPr>
          <a:xfrm>
            <a:off x="1202436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6300" dirty="0"/>
          </a:p>
        </p:txBody>
      </p:sp>
      <p:sp>
        <p:nvSpPr>
          <p:cNvPr id="8" name="S14-label106"/>
          <p:cNvSpPr txBox="1"/>
          <p:nvPr/>
        </p:nvSpPr>
        <p:spPr>
          <a:xfrm>
            <a:off x="1101852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[그]</a:t>
            </a:r>
            <a:endParaRPr lang="ko-KR" sz="2200" dirty="0"/>
          </a:p>
        </p:txBody>
      </p:sp>
      <p:sp>
        <p:nvSpPr>
          <p:cNvPr id="9" name="S14-tile107"/>
          <p:cNvSpPr txBox="1"/>
          <p:nvPr/>
        </p:nvSpPr>
        <p:spPr>
          <a:xfrm>
            <a:off x="2866644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6300" dirty="0"/>
          </a:p>
        </p:txBody>
      </p:sp>
      <p:sp>
        <p:nvSpPr>
          <p:cNvPr id="10" name="S14-label108"/>
          <p:cNvSpPr txBox="1"/>
          <p:nvPr/>
        </p:nvSpPr>
        <p:spPr>
          <a:xfrm>
            <a:off x="2766060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[느]</a:t>
            </a:r>
            <a:endParaRPr lang="ko-KR" sz="2200" dirty="0"/>
          </a:p>
        </p:txBody>
      </p:sp>
      <p:sp>
        <p:nvSpPr>
          <p:cNvPr id="11" name="S14-tile109"/>
          <p:cNvSpPr txBox="1"/>
          <p:nvPr/>
        </p:nvSpPr>
        <p:spPr>
          <a:xfrm>
            <a:off x="4530852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6300" dirty="0"/>
          </a:p>
        </p:txBody>
      </p:sp>
      <p:sp>
        <p:nvSpPr>
          <p:cNvPr id="12" name="S14-label110"/>
          <p:cNvSpPr txBox="1"/>
          <p:nvPr/>
        </p:nvSpPr>
        <p:spPr>
          <a:xfrm>
            <a:off x="4430268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[드]</a:t>
            </a:r>
            <a:endParaRPr lang="ko-KR" sz="2200" dirty="0"/>
          </a:p>
        </p:txBody>
      </p:sp>
      <p:sp>
        <p:nvSpPr>
          <p:cNvPr id="13" name="S14-tile111"/>
          <p:cNvSpPr txBox="1"/>
          <p:nvPr/>
        </p:nvSpPr>
        <p:spPr>
          <a:xfrm>
            <a:off x="6195060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6300" dirty="0"/>
          </a:p>
        </p:txBody>
      </p:sp>
      <p:sp>
        <p:nvSpPr>
          <p:cNvPr id="14" name="S14-label112"/>
          <p:cNvSpPr txBox="1"/>
          <p:nvPr/>
        </p:nvSpPr>
        <p:spPr>
          <a:xfrm>
            <a:off x="6094476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[므]</a:t>
            </a:r>
            <a:endParaRPr lang="ko-KR" sz="2200" dirty="0"/>
          </a:p>
        </p:txBody>
      </p:sp>
      <p:sp>
        <p:nvSpPr>
          <p:cNvPr id="15" name="S14-tile113"/>
          <p:cNvSpPr txBox="1"/>
          <p:nvPr/>
        </p:nvSpPr>
        <p:spPr>
          <a:xfrm>
            <a:off x="7859268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6300" dirty="0"/>
          </a:p>
        </p:txBody>
      </p:sp>
      <p:sp>
        <p:nvSpPr>
          <p:cNvPr id="16" name="S14-label114"/>
          <p:cNvSpPr txBox="1"/>
          <p:nvPr/>
        </p:nvSpPr>
        <p:spPr>
          <a:xfrm>
            <a:off x="7758684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[스]</a:t>
            </a:r>
            <a:endParaRPr lang="ko-KR" sz="2200" dirty="0"/>
          </a:p>
        </p:txBody>
      </p:sp>
      <p:sp>
        <p:nvSpPr>
          <p:cNvPr id="17" name="S14-tile115"/>
          <p:cNvSpPr txBox="1"/>
          <p:nvPr/>
        </p:nvSpPr>
        <p:spPr>
          <a:xfrm>
            <a:off x="9523476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ㅎ</a:t>
            </a:r>
            <a:endParaRPr lang="ko-KR" sz="6300" dirty="0"/>
          </a:p>
        </p:txBody>
      </p:sp>
      <p:sp>
        <p:nvSpPr>
          <p:cNvPr id="18" name="S14-label116"/>
          <p:cNvSpPr txBox="1"/>
          <p:nvPr/>
        </p:nvSpPr>
        <p:spPr>
          <a:xfrm>
            <a:off x="9422892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[흐]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받침 없는 글자</dc:title>
  <dc:subject>KR22-G01-KOR-SYLLABLE-L01</dc:subject>
  <dc:creator>education-ppt</dc:creator>
  <cp:lastModifiedBy>education-ppt</cp:lastModifiedBy>
  <cp:revision>1</cp:revision>
  <dcterms:created xsi:type="dcterms:W3CDTF">2026-10-26T07:44:47Z</dcterms:created>
  <dcterms:modified xsi:type="dcterms:W3CDTF">2026-10-26T07:44:47Z</dcterms:modified>
</cp:coreProperties>
</file>