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4dc642b-c620-0ad9-bb37-45b6044f16d7}">
          <p14:sldIdLst>
            <p14:sldId id="256"/>
            <p14:sldId id="257"/>
          </p14:sldIdLst>
        </p14:section>
        <p14:section name="개념" id="{da9d7553-5fa7-e88c-163c-6433eeed7cfb}">
          <p14:sldIdLst>
            <p14:sldId id="258"/>
            <p14:sldId id="259"/>
            <p14:sldId id="260"/>
          </p14:sldIdLst>
        </p14:section>
        <p14:section name="연습" id="{f619fd7a-32ed-3540-f2e3-0155eb40cf78}">
          <p14:sldIdLst>
            <p14:sldId id="261"/>
            <p14:sldId id="262"/>
            <p14:sldId id="263"/>
            <p14:sldId id="264"/>
          </p14:sldIdLst>
        </p14:section>
        <p14:section name="확인" id="{dac4c67d-a841-5d04-fe22-499d7fdf240b}">
          <p14:sldIdLst>
            <p14:sldId id="265"/>
            <p14:sldId id="266"/>
          </p14:sldIdLst>
        </p14:section>
        <p14:section name="정리" id="{f602f0a3-868b-7e61-598d-467196e4298a}">
          <p14:sldIdLst>
            <p14:sldId id="267"/>
          </p14:sldIdLst>
        </p14:section>
        <p14:section name="보충" id="{dba4bde9-6ef3-2395-716e-802b3600102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ㅏ가 만나면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100" dirty="0"/>
          </a:p>
        </p:txBody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자음자와 모음자를 합쳐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 없는 글자를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소리 말하기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이름과 소리, ②는 소리를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6" name="S02-tile9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7" name="S02-tile10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5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ile12"/>
          <p:cNvSpPr txBox="1"/>
          <p:nvPr/>
        </p:nvSpPr>
        <p:spPr>
          <a:xfrm>
            <a:off x="1344168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10" name="S02-tile13"/>
          <p:cNvSpPr txBox="1"/>
          <p:nvPr/>
        </p:nvSpPr>
        <p:spPr>
          <a:xfrm>
            <a:off x="2813304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tile14"/>
          <p:cNvSpPr txBox="1"/>
          <p:nvPr/>
        </p:nvSpPr>
        <p:spPr>
          <a:xfrm>
            <a:off x="4282440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이어요</a:t>
            </a:r>
            <a:endParaRPr lang="ko-KR" sz="4400" dirty="0"/>
          </a:p>
        </p:txBody>
      </p:sp>
      <p:sp>
        <p:nvSpPr>
          <p:cNvPr id="3" name="S03-tile15"/>
          <p:cNvSpPr txBox="1"/>
          <p:nvPr/>
        </p:nvSpPr>
        <p:spPr>
          <a:xfrm>
            <a:off x="7022043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4" name="S03-label16"/>
          <p:cNvSpPr txBox="1"/>
          <p:nvPr/>
        </p:nvSpPr>
        <p:spPr>
          <a:xfrm>
            <a:off x="6921459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5" name="S03-tile17"/>
          <p:cNvSpPr txBox="1"/>
          <p:nvPr/>
        </p:nvSpPr>
        <p:spPr>
          <a:xfrm>
            <a:off x="8594811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6" name="S03-label18"/>
          <p:cNvSpPr txBox="1"/>
          <p:nvPr/>
        </p:nvSpPr>
        <p:spPr>
          <a:xfrm>
            <a:off x="8494227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[아]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10167579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8" name="S03-label20"/>
          <p:cNvSpPr txBox="1"/>
          <p:nvPr/>
        </p:nvSpPr>
        <p:spPr>
          <a:xfrm>
            <a:off x="10066995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 소리 [그]를 짧게 내요.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ㅏ 소리 [아]를 붙여요.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붙이면 [가]!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어디에 쓸까요?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있으면 옆에, 누워 있으면 아래에 모음자를 써요.</a:t>
            </a:r>
            <a:endParaRPr lang="ko-KR" sz="3200" dirty="0"/>
          </a:p>
        </p:txBody>
      </p:sp>
      <p:sp>
        <p:nvSpPr>
          <p:cNvPr id="5" name="S04-chip29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있는 모음자</a:t>
            </a:r>
            <a:endParaRPr lang="ko-KR" sz="2600" dirty="0"/>
          </a:p>
        </p:txBody>
      </p:sp>
      <p:sp>
        <p:nvSpPr>
          <p:cNvPr id="6" name="S04-tile30"/>
          <p:cNvSpPr txBox="1"/>
          <p:nvPr/>
        </p:nvSpPr>
        <p:spPr>
          <a:xfrm>
            <a:off x="971550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7" name="S04-label31"/>
          <p:cNvSpPr txBox="1"/>
          <p:nvPr/>
        </p:nvSpPr>
        <p:spPr>
          <a:xfrm>
            <a:off x="870966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ㄱ+ㅏ</a:t>
            </a:r>
            <a:endParaRPr lang="ko-KR" sz="2200" dirty="0"/>
          </a:p>
        </p:txBody>
      </p:sp>
      <p:sp>
        <p:nvSpPr>
          <p:cNvPr id="8" name="S04-tile32"/>
          <p:cNvSpPr txBox="1"/>
          <p:nvPr/>
        </p:nvSpPr>
        <p:spPr>
          <a:xfrm>
            <a:off x="2544318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9" name="S04-label33"/>
          <p:cNvSpPr txBox="1"/>
          <p:nvPr/>
        </p:nvSpPr>
        <p:spPr>
          <a:xfrm>
            <a:off x="2443734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ㄴ+ㅓ</a:t>
            </a:r>
            <a:endParaRPr lang="ko-KR" sz="2200" dirty="0"/>
          </a:p>
        </p:txBody>
      </p:sp>
      <p:sp>
        <p:nvSpPr>
          <p:cNvPr id="10" name="S04-tile34"/>
          <p:cNvSpPr txBox="1"/>
          <p:nvPr/>
        </p:nvSpPr>
        <p:spPr>
          <a:xfrm>
            <a:off x="411708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</a:t>
            </a:r>
            <a:endParaRPr lang="ko-KR" sz="5900" dirty="0"/>
          </a:p>
        </p:txBody>
      </p:sp>
      <p:sp>
        <p:nvSpPr>
          <p:cNvPr id="11" name="S04-label35"/>
          <p:cNvSpPr txBox="1"/>
          <p:nvPr/>
        </p:nvSpPr>
        <p:spPr>
          <a:xfrm>
            <a:off x="401650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ㅁ+ㅣ</a:t>
            </a:r>
            <a:endParaRPr lang="ko-KR" sz="2200" dirty="0"/>
          </a:p>
        </p:txBody>
      </p:sp>
      <p:sp>
        <p:nvSpPr>
          <p:cNvPr id="12" name="S04-text36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왼쪽에 써요.</a:t>
            </a:r>
            <a:endParaRPr lang="ko-KR" sz="2600" dirty="0"/>
          </a:p>
        </p:txBody>
      </p:sp>
      <p:sp>
        <p:nvSpPr>
          <p:cNvPr id="13" name="S04-chip37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</a:t>
            </a:r>
            <a:endParaRPr lang="ko-KR" sz="2600" dirty="0"/>
          </a:p>
        </p:txBody>
      </p:sp>
      <p:sp>
        <p:nvSpPr>
          <p:cNvPr id="14" name="S04-tile38"/>
          <p:cNvSpPr txBox="1"/>
          <p:nvPr/>
        </p:nvSpPr>
        <p:spPr>
          <a:xfrm>
            <a:off x="670026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15" name="S04-label39"/>
          <p:cNvSpPr txBox="1"/>
          <p:nvPr/>
        </p:nvSpPr>
        <p:spPr>
          <a:xfrm>
            <a:off x="659968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</a:t>
            </a:r>
            <a:endParaRPr lang="ko-KR" sz="2200" dirty="0"/>
          </a:p>
        </p:txBody>
      </p:sp>
      <p:sp>
        <p:nvSpPr>
          <p:cNvPr id="16" name="S04-tile40"/>
          <p:cNvSpPr txBox="1"/>
          <p:nvPr/>
        </p:nvSpPr>
        <p:spPr>
          <a:xfrm>
            <a:off x="8273034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</a:t>
            </a:r>
            <a:endParaRPr lang="ko-KR" sz="5900" dirty="0"/>
          </a:p>
        </p:txBody>
      </p:sp>
      <p:sp>
        <p:nvSpPr>
          <p:cNvPr id="17" name="S04-label41"/>
          <p:cNvSpPr txBox="1"/>
          <p:nvPr/>
        </p:nvSpPr>
        <p:spPr>
          <a:xfrm>
            <a:off x="8172450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ㄴ+ㅜ</a:t>
            </a:r>
            <a:endParaRPr lang="ko-KR" sz="2200" dirty="0"/>
          </a:p>
        </p:txBody>
      </p:sp>
      <p:sp>
        <p:nvSpPr>
          <p:cNvPr id="18" name="S04-tile42"/>
          <p:cNvSpPr txBox="1"/>
          <p:nvPr/>
        </p:nvSpPr>
        <p:spPr>
          <a:xfrm>
            <a:off x="9845802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</a:t>
            </a:r>
            <a:endParaRPr lang="ko-KR" sz="5900" dirty="0"/>
          </a:p>
        </p:txBody>
      </p:sp>
      <p:sp>
        <p:nvSpPr>
          <p:cNvPr id="19" name="S04-label43"/>
          <p:cNvSpPr txBox="1"/>
          <p:nvPr/>
        </p:nvSpPr>
        <p:spPr>
          <a:xfrm>
            <a:off x="9745218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ㄷ+ㅡ</a:t>
            </a:r>
            <a:endParaRPr lang="ko-KR" sz="2200" dirty="0"/>
          </a:p>
        </p:txBody>
      </p:sp>
      <p:sp>
        <p:nvSpPr>
          <p:cNvPr id="20" name="S04-text4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위에 써요.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표 읽기</a:t>
            </a:r>
            <a:endParaRPr lang="ko-KR" sz="4400" dirty="0"/>
          </a:p>
        </p:txBody>
      </p:sp>
      <p:sp>
        <p:nvSpPr>
          <p:cNvPr id="3" name="S05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있던 글자로 된 낱말이에요.</a:t>
            </a:r>
            <a:endParaRPr lang="ko-KR" sz="3200" dirty="0"/>
          </a:p>
        </p:txBody>
      </p:sp>
      <p:sp>
        <p:nvSpPr>
          <p:cNvPr id="4" name="S06-word48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600" dirty="0"/>
          </a:p>
        </p:txBody>
      </p:sp>
      <p:sp>
        <p:nvSpPr>
          <p:cNvPr id="5" name="S06-word49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6" name="S06-word50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</a:t>
            </a:r>
            <a:endParaRPr lang="ko-KR" sz="3600" dirty="0"/>
          </a:p>
        </p:txBody>
      </p:sp>
      <p:sp>
        <p:nvSpPr>
          <p:cNvPr id="7" name="S06-word51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3600" dirty="0"/>
          </a:p>
        </p:txBody>
      </p:sp>
      <p:sp>
        <p:nvSpPr>
          <p:cNvPr id="8" name="S06-word52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</a:t>
            </a:r>
            <a:endParaRPr lang="ko-KR" sz="3600" dirty="0"/>
          </a:p>
        </p:txBody>
      </p:sp>
      <p:sp>
        <p:nvSpPr>
          <p:cNvPr id="9" name="S06-word53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글자 만들기</a:t>
            </a:r>
            <a:endParaRPr lang="ko-KR" sz="44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들어갈 글자를 말해요.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ㅎ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만들어 써요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써요.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모음자가 서 있으면 옆에, 누워 있으면 아래에!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eq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 + ㅏ → □</a:t>
            </a:r>
            <a:endParaRPr lang="ko-KR" sz="36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eq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 + ㅗ → □</a:t>
            </a:r>
            <a:endParaRPr lang="ko-KR" sz="36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eq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 + ㅣ → □</a:t>
            </a:r>
            <a:endParaRPr lang="ko-KR" sz="36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eq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+ ㅜ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9-card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ㅗ를 합쳐 글자를 썼어요.</a:t>
            </a:r>
            <a:endParaRPr lang="ko-KR" sz="3200" dirty="0"/>
          </a:p>
        </p:txBody>
      </p:sp>
      <p:sp>
        <p:nvSpPr>
          <p:cNvPr id="5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 어느 쪽일까요? 왜 그럴까요?</a:t>
            </a:r>
            <a:endParaRPr lang="ko-KR" sz="3200" dirty="0"/>
          </a:p>
        </p:txBody>
      </p:sp>
      <p:sp>
        <p:nvSpPr>
          <p:cNvPr id="7" name="S09-chip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bigtext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ㄱㅗ</a:t>
            </a:r>
            <a:endParaRPr lang="ko-KR" sz="8000" dirty="0"/>
          </a:p>
        </p:txBody>
      </p:sp>
      <p:sp>
        <p:nvSpPr>
          <p:cNvPr id="9" name="S09-chip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bigtext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77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</a:t>
            </a:r>
            <a:endParaRPr lang="ko-KR" sz="3600" dirty="0"/>
          </a:p>
        </p:txBody>
      </p:sp>
      <p:sp>
        <p:nvSpPr>
          <p:cNvPr id="6" name="S10-word78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10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0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기차</a:t>
            </a:r>
            <a:endParaRPr lang="ko-KR" sz="3600" dirty="0"/>
          </a:p>
        </p:txBody>
      </p:sp>
      <p:sp>
        <p:nvSpPr>
          <p:cNvPr id="9" name="S10-word81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오이</a:t>
            </a:r>
            <a:endParaRPr lang="ko-KR" sz="3600" dirty="0"/>
          </a:p>
        </p:txBody>
      </p:sp>
      <p:sp>
        <p:nvSpPr>
          <p:cNvPr id="10" name="S10-chip8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글자를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2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2-chip8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word87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600" dirty="0"/>
          </a:p>
        </p:txBody>
      </p:sp>
      <p:sp>
        <p:nvSpPr>
          <p:cNvPr id="7" name="S12-chip8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word89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3600" dirty="0"/>
          </a:p>
        </p:txBody>
      </p:sp>
      <p:sp>
        <p:nvSpPr>
          <p:cNvPr id="9" name="S12-chip9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word91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소리와 모음자 소리를 바로 이어 읽으면 글자가 돼요.</a:t>
            </a:r>
            <a:endParaRPr lang="ko-KR" sz="3200" dirty="0"/>
          </a:p>
        </p:txBody>
      </p:sp>
      <p:sp>
        <p:nvSpPr>
          <p:cNvPr id="5" name="S13-chip9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소리를 바로 이어 읽기</a:t>
            </a:r>
            <a:endParaRPr lang="ko-KR" sz="2600" dirty="0"/>
          </a:p>
        </p:txBody>
      </p:sp>
      <p:sp>
        <p:nvSpPr>
          <p:cNvPr id="6" name="S13-chip9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ㄱㅗ처럼 나란히 쓰기</a:t>
            </a:r>
            <a:endParaRPr lang="ko-KR" sz="2600" dirty="0"/>
          </a:p>
        </p:txBody>
      </p:sp>
      <p:sp>
        <p:nvSpPr>
          <p:cNvPr id="7" name="S13-text9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나무 거미 하마 오이</a:t>
            </a:r>
            <a:endParaRPr lang="ko-KR" sz="2600" dirty="0"/>
          </a:p>
        </p:txBody>
      </p:sp>
      <p:sp>
        <p:nvSpPr>
          <p:cNvPr id="9" name="S13-text9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[고] 글자 쓰기</a:t>
            </a:r>
            <a:endParaRPr lang="ko-KR" sz="2600" dirty="0"/>
          </a:p>
        </p:txBody>
      </p:sp>
      <p:sp>
        <p:nvSpPr>
          <p:cNvPr id="10" name="S13-text9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ㅂ + ㅗ → ?</a:t>
            </a:r>
            <a:endParaRPr lang="ko-KR" sz="2600" dirty="0"/>
          </a:p>
        </p:txBody>
      </p:sp>
      <p:sp>
        <p:nvSpPr>
          <p:cNvPr id="11" name="S13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있는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소리 내기</a:t>
            </a:r>
            <a:endParaRPr lang="ko-KR" sz="44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소리</a:t>
            </a:r>
            <a:endParaRPr lang="ko-KR" sz="3200" dirty="0"/>
          </a:p>
        </p:txBody>
      </p:sp>
      <p:sp>
        <p:nvSpPr>
          <p:cNvPr id="5" name="S14-card10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[으]는 아주 짧게</a:t>
            </a:r>
            <a:endParaRPr lang="ko-KR" sz="3200" dirty="0"/>
          </a:p>
        </p:txBody>
      </p:sp>
      <p:sp>
        <p:nvSpPr>
          <p:cNvPr id="7" name="S14-tile105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6300" dirty="0"/>
          </a:p>
        </p:txBody>
      </p:sp>
      <p:sp>
        <p:nvSpPr>
          <p:cNvPr id="8" name="S14-label106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9" name="S14-tile107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6300" dirty="0"/>
          </a:p>
        </p:txBody>
      </p:sp>
      <p:sp>
        <p:nvSpPr>
          <p:cNvPr id="10" name="S14-label108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[느]</a:t>
            </a:r>
            <a:endParaRPr lang="ko-KR" sz="2200" dirty="0"/>
          </a:p>
        </p:txBody>
      </p:sp>
      <p:sp>
        <p:nvSpPr>
          <p:cNvPr id="11" name="S14-tile109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6300" dirty="0"/>
          </a:p>
        </p:txBody>
      </p:sp>
      <p:sp>
        <p:nvSpPr>
          <p:cNvPr id="12" name="S14-label110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[드]</a:t>
            </a:r>
            <a:endParaRPr lang="ko-KR" sz="2200" dirty="0"/>
          </a:p>
        </p:txBody>
      </p:sp>
      <p:sp>
        <p:nvSpPr>
          <p:cNvPr id="13" name="S14-tile111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6300" dirty="0"/>
          </a:p>
        </p:txBody>
      </p:sp>
      <p:sp>
        <p:nvSpPr>
          <p:cNvPr id="14" name="S14-label112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[므]</a:t>
            </a:r>
            <a:endParaRPr lang="ko-KR" sz="2200" dirty="0"/>
          </a:p>
        </p:txBody>
      </p:sp>
      <p:sp>
        <p:nvSpPr>
          <p:cNvPr id="15" name="S14-tile113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6300" dirty="0"/>
          </a:p>
        </p:txBody>
      </p:sp>
      <p:sp>
        <p:nvSpPr>
          <p:cNvPr id="16" name="S14-label114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[스]</a:t>
            </a:r>
            <a:endParaRPr lang="ko-KR" sz="2200" dirty="0"/>
          </a:p>
        </p:txBody>
      </p:sp>
      <p:sp>
        <p:nvSpPr>
          <p:cNvPr id="17" name="S14-tile115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6300" dirty="0"/>
          </a:p>
        </p:txBody>
      </p:sp>
      <p:sp>
        <p:nvSpPr>
          <p:cNvPr id="18" name="S14-label116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없는 글자</dc:title>
  <dc:subject>KR22-G01-KOR-SYLLABLE-L01</dc:subject>
  <dc:creator>education-ppt</dc:creator>
  <cp:lastModifiedBy>education-ppt</cp:lastModifiedBy>
  <cp:revision>1</cp:revision>
  <dcterms:created xsi:type="dcterms:W3CDTF">2026-10-26T07:03:32Z</dcterms:created>
  <dcterms:modified xsi:type="dcterms:W3CDTF">2026-10-26T07:03:32Z</dcterms:modified>
</cp:coreProperties>
</file>