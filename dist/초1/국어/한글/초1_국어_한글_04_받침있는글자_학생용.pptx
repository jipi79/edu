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ed97afc-4df1-3671-c61e-331a387f4912}">
          <p14:sldIdLst>
            <p14:sldId id="256"/>
            <p14:sldId id="257"/>
          </p14:sldIdLst>
        </p14:section>
        <p14:section name="개념" id="{7038100f-8b64-e2ab-1824-e17de6b86543}">
          <p14:sldIdLst>
            <p14:sldId id="258"/>
            <p14:sldId id="259"/>
          </p14:sldIdLst>
        </p14:section>
        <p14:section name="연습" id="{c6ebef9f-a6fa-7516-12f1-6f82e739ead7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0f63917d-db54-8bed-b0b6-bfafb7121c07}">
          <p14:sldIdLst>
            <p14:sldId id="265"/>
            <p14:sldId id="266"/>
          </p14:sldIdLst>
        </p14:section>
        <p14:section name="정리" id="{a0ac1b54-8793-2eea-96ff-03535228b406}">
          <p14:sldIdLst>
            <p14:sldId id="267"/>
          </p14:sldIdLst>
        </p14:section>
        <p14:section name="보충" id="{d70be00e-46e5-4c76-296c-2f8e8aefac9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아래에 ㅁ을 쓰면 어떻게 읽을까요?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74736" y="1417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1417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5900" dirty="0"/>
          </a:p>
        </p:txBody>
      </p:sp>
      <p:sp>
        <p:nvSpPr>
          <p:cNvPr id="6" name="S01-card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받침이 있는 글자를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받침을 글자 아래에 알맞게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 읽기</a:t>
            </a:r>
            <a:endParaRPr lang="ko-KR" sz="44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7"/>
          <p:cNvSpPr txBox="1"/>
          <p:nvPr/>
        </p:nvSpPr>
        <p:spPr>
          <a:xfrm>
            <a:off x="182880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900" dirty="0"/>
          </a:p>
        </p:txBody>
      </p:sp>
      <p:sp>
        <p:nvSpPr>
          <p:cNvPr id="6" name="S02-tile8"/>
          <p:cNvSpPr txBox="1"/>
          <p:nvPr/>
        </p:nvSpPr>
        <p:spPr>
          <a:xfrm>
            <a:off x="340156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5900" dirty="0"/>
          </a:p>
        </p:txBody>
      </p:sp>
      <p:sp>
        <p:nvSpPr>
          <p:cNvPr id="7" name="S02-tile9"/>
          <p:cNvSpPr txBox="1"/>
          <p:nvPr/>
        </p:nvSpPr>
        <p:spPr>
          <a:xfrm>
            <a:off x="497433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59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1"/>
          <p:cNvSpPr txBox="1"/>
          <p:nvPr/>
        </p:nvSpPr>
        <p:spPr>
          <a:xfrm>
            <a:off x="134416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3600" dirty="0"/>
          </a:p>
        </p:txBody>
      </p:sp>
      <p:sp>
        <p:nvSpPr>
          <p:cNvPr id="10" name="S02-word12"/>
          <p:cNvSpPr txBox="1"/>
          <p:nvPr/>
        </p:nvSpPr>
        <p:spPr>
          <a:xfrm>
            <a:off x="422452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아래의 받침</a:t>
            </a:r>
            <a:endParaRPr lang="ko-KR" sz="44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아래에 오는 자음자를 받침이라고 해요.</a:t>
            </a:r>
            <a:endParaRPr lang="ko-KR" sz="32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아래에 ㅁ → 감</a:t>
            </a:r>
            <a:endParaRPr lang="ko-KR" sz="3200" dirty="0"/>
          </a:p>
        </p:txBody>
      </p:sp>
      <p:sp>
        <p:nvSpPr>
          <p:cNvPr id="6" name="S03-card16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다물며 끝내요</a:t>
            </a:r>
            <a:endParaRPr lang="ko-KR" sz="3200" dirty="0"/>
          </a:p>
        </p:txBody>
      </p:sp>
      <p:sp>
        <p:nvSpPr>
          <p:cNvPr id="8" name="S03-tile18"/>
          <p:cNvSpPr txBox="1"/>
          <p:nvPr/>
        </p:nvSpPr>
        <p:spPr>
          <a:xfrm>
            <a:off x="3982212" y="23317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8700" dirty="0"/>
          </a:p>
        </p:txBody>
      </p:sp>
      <p:sp>
        <p:nvSpPr>
          <p:cNvPr id="9" name="S03-label19"/>
          <p:cNvSpPr txBox="1"/>
          <p:nvPr/>
        </p:nvSpPr>
        <p:spPr>
          <a:xfrm>
            <a:off x="3881628" y="43799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10" name="S03-tile20"/>
          <p:cNvSpPr txBox="1"/>
          <p:nvPr/>
        </p:nvSpPr>
        <p:spPr>
          <a:xfrm>
            <a:off x="6195060" y="23317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8700" dirty="0"/>
          </a:p>
        </p:txBody>
      </p:sp>
      <p:sp>
        <p:nvSpPr>
          <p:cNvPr id="11" name="S03-label21"/>
          <p:cNvSpPr txBox="1"/>
          <p:nvPr/>
        </p:nvSpPr>
        <p:spPr>
          <a:xfrm>
            <a:off x="6094476" y="43799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[감]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 따라 끝소리가 달라요</a:t>
            </a:r>
            <a:endParaRPr lang="ko-KR" sz="44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받침에서 입을 멈추고 소리를 끝내요.</a:t>
            </a:r>
            <a:endParaRPr lang="ko-KR" sz="3200" dirty="0"/>
          </a:p>
        </p:txBody>
      </p:sp>
      <p:sp>
        <p:nvSpPr>
          <p:cNvPr id="5" name="S04-tile24"/>
          <p:cNvSpPr txBox="1"/>
          <p:nvPr/>
        </p:nvSpPr>
        <p:spPr>
          <a:xfrm>
            <a:off x="690372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</a:t>
            </a:r>
            <a:endParaRPr lang="ko-KR" sz="5900" dirty="0"/>
          </a:p>
        </p:txBody>
      </p:sp>
      <p:sp>
        <p:nvSpPr>
          <p:cNvPr id="6" name="S04-label25"/>
          <p:cNvSpPr txBox="1"/>
          <p:nvPr/>
        </p:nvSpPr>
        <p:spPr>
          <a:xfrm>
            <a:off x="589788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200" dirty="0"/>
          </a:p>
        </p:txBody>
      </p:sp>
      <p:sp>
        <p:nvSpPr>
          <p:cNvPr id="7" name="S04-tile26"/>
          <p:cNvSpPr txBox="1"/>
          <p:nvPr/>
        </p:nvSpPr>
        <p:spPr>
          <a:xfrm>
            <a:off x="2263140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</a:t>
            </a:r>
            <a:endParaRPr lang="ko-KR" sz="5900" dirty="0"/>
          </a:p>
        </p:txBody>
      </p:sp>
      <p:sp>
        <p:nvSpPr>
          <p:cNvPr id="8" name="S04-label27"/>
          <p:cNvSpPr txBox="1"/>
          <p:nvPr/>
        </p:nvSpPr>
        <p:spPr>
          <a:xfrm>
            <a:off x="2162556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200" dirty="0"/>
          </a:p>
        </p:txBody>
      </p:sp>
      <p:sp>
        <p:nvSpPr>
          <p:cNvPr id="9" name="S04-tile28"/>
          <p:cNvSpPr txBox="1"/>
          <p:nvPr/>
        </p:nvSpPr>
        <p:spPr>
          <a:xfrm>
            <a:off x="3835908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갇</a:t>
            </a:r>
            <a:endParaRPr lang="ko-KR" sz="5900" dirty="0"/>
          </a:p>
        </p:txBody>
      </p:sp>
      <p:sp>
        <p:nvSpPr>
          <p:cNvPr id="10" name="S04-label29"/>
          <p:cNvSpPr txBox="1"/>
          <p:nvPr/>
        </p:nvSpPr>
        <p:spPr>
          <a:xfrm>
            <a:off x="3735324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200" dirty="0"/>
          </a:p>
        </p:txBody>
      </p:sp>
      <p:sp>
        <p:nvSpPr>
          <p:cNvPr id="11" name="S04-tile30"/>
          <p:cNvSpPr txBox="1"/>
          <p:nvPr/>
        </p:nvSpPr>
        <p:spPr>
          <a:xfrm>
            <a:off x="5408676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</a:t>
            </a:r>
            <a:endParaRPr lang="ko-KR" sz="5900" dirty="0"/>
          </a:p>
        </p:txBody>
      </p:sp>
      <p:sp>
        <p:nvSpPr>
          <p:cNvPr id="12" name="S04-label31"/>
          <p:cNvSpPr txBox="1"/>
          <p:nvPr/>
        </p:nvSpPr>
        <p:spPr>
          <a:xfrm>
            <a:off x="5308092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2200" dirty="0"/>
          </a:p>
        </p:txBody>
      </p:sp>
      <p:sp>
        <p:nvSpPr>
          <p:cNvPr id="13" name="S04-tile32"/>
          <p:cNvSpPr txBox="1"/>
          <p:nvPr/>
        </p:nvSpPr>
        <p:spPr>
          <a:xfrm>
            <a:off x="6981444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5900" dirty="0"/>
          </a:p>
        </p:txBody>
      </p:sp>
      <p:sp>
        <p:nvSpPr>
          <p:cNvPr id="14" name="S04-label33"/>
          <p:cNvSpPr txBox="1"/>
          <p:nvPr/>
        </p:nvSpPr>
        <p:spPr>
          <a:xfrm>
            <a:off x="6880860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2200" dirty="0"/>
          </a:p>
        </p:txBody>
      </p:sp>
      <p:sp>
        <p:nvSpPr>
          <p:cNvPr id="15" name="S04-tile34"/>
          <p:cNvSpPr txBox="1"/>
          <p:nvPr/>
        </p:nvSpPr>
        <p:spPr>
          <a:xfrm>
            <a:off x="8554212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</a:t>
            </a:r>
            <a:endParaRPr lang="ko-KR" sz="5900" dirty="0"/>
          </a:p>
        </p:txBody>
      </p:sp>
      <p:sp>
        <p:nvSpPr>
          <p:cNvPr id="16" name="S04-label35"/>
          <p:cNvSpPr txBox="1"/>
          <p:nvPr/>
        </p:nvSpPr>
        <p:spPr>
          <a:xfrm>
            <a:off x="8453628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2200" dirty="0"/>
          </a:p>
        </p:txBody>
      </p:sp>
      <p:sp>
        <p:nvSpPr>
          <p:cNvPr id="17" name="S04-tile36"/>
          <p:cNvSpPr txBox="1"/>
          <p:nvPr/>
        </p:nvSpPr>
        <p:spPr>
          <a:xfrm>
            <a:off x="10126980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5900" dirty="0"/>
          </a:p>
        </p:txBody>
      </p:sp>
      <p:sp>
        <p:nvSpPr>
          <p:cNvPr id="18" name="S04-label37"/>
          <p:cNvSpPr txBox="1"/>
          <p:nvPr/>
        </p:nvSpPr>
        <p:spPr>
          <a:xfrm>
            <a:off x="10026396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글자 표</a:t>
            </a:r>
            <a:endParaRPr lang="ko-KR" sz="44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글자와 받침이 만나는 글자를 읽어요.</a:t>
            </a:r>
            <a:endParaRPr lang="ko-KR" sz="3200" dirty="0"/>
          </a:p>
        </p:txBody>
      </p:sp>
      <p:sp>
        <p:nvSpPr>
          <p:cNvPr id="4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있는 낱말도 찾아봐요.</a:t>
            </a:r>
            <a:endParaRPr lang="ko-KR" sz="3200" dirty="0"/>
          </a:p>
        </p:txBody>
      </p:sp>
      <p:graphicFrame>
        <p:nvGraphicFramePr>
          <p:cNvPr id="6" name="S05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632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ㄱ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ㄷ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ㄹ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ㅁ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ㅂ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ㅇ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갇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갑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솓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솝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묵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묻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뭅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뭉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낱말</a:t>
            </a:r>
            <a:endParaRPr lang="ko-KR" sz="4400" dirty="0"/>
          </a:p>
        </p:txBody>
      </p:sp>
      <p:sp>
        <p:nvSpPr>
          <p:cNvPr id="3" name="S06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받침까지 잘 보고 읽어요.</a:t>
            </a:r>
            <a:endParaRPr lang="ko-KR" sz="3200" dirty="0"/>
          </a:p>
        </p:txBody>
      </p:sp>
      <p:sp>
        <p:nvSpPr>
          <p:cNvPr id="4" name="S06-word43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5" name="S06-word44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600" dirty="0"/>
          </a:p>
        </p:txBody>
      </p:sp>
      <p:sp>
        <p:nvSpPr>
          <p:cNvPr id="6" name="S06-word45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</p:txBody>
      </p:sp>
      <p:sp>
        <p:nvSpPr>
          <p:cNvPr id="7" name="S06-word46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</a:t>
            </a:r>
            <a:endParaRPr lang="ko-KR" sz="3600" dirty="0"/>
          </a:p>
        </p:txBody>
      </p:sp>
      <p:sp>
        <p:nvSpPr>
          <p:cNvPr id="8" name="S06-word47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3600" dirty="0"/>
          </a:p>
        </p:txBody>
      </p:sp>
      <p:sp>
        <p:nvSpPr>
          <p:cNvPr id="9" name="S06-word48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곰일까요, 고일까요?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‘곰’을 보고 [고]라고 읽었어요.</a:t>
            </a:r>
            <a:endParaRPr lang="ko-KR" sz="3200" dirty="0"/>
          </a:p>
        </p:txBody>
      </p:sp>
      <p:sp>
        <p:nvSpPr>
          <p:cNvPr id="5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무엇을 보고 알았나요?</a:t>
            </a:r>
            <a:endParaRPr lang="ko-KR" sz="3200" dirty="0"/>
          </a:p>
        </p:txBody>
      </p:sp>
      <p:sp>
        <p:nvSpPr>
          <p:cNvPr id="7" name="S07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없어요</a:t>
            </a:r>
            <a:endParaRPr lang="ko-KR" sz="2600" dirty="0"/>
          </a:p>
        </p:txBody>
      </p:sp>
      <p:sp>
        <p:nvSpPr>
          <p:cNvPr id="8" name="S07-tile5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900" dirty="0"/>
          </a:p>
        </p:txBody>
      </p:sp>
      <p:sp>
        <p:nvSpPr>
          <p:cNvPr id="9" name="S07-label5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[고]</a:t>
            </a:r>
            <a:endParaRPr lang="ko-KR" sz="2200" dirty="0"/>
          </a:p>
        </p:txBody>
      </p:sp>
      <p:sp>
        <p:nvSpPr>
          <p:cNvPr id="10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ㅁ이 있어요</a:t>
            </a:r>
            <a:endParaRPr lang="ko-KR" sz="2600" dirty="0"/>
          </a:p>
        </p:txBody>
      </p:sp>
      <p:sp>
        <p:nvSpPr>
          <p:cNvPr id="11" name="S07-tile5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5900" dirty="0"/>
          </a:p>
        </p:txBody>
      </p:sp>
      <p:sp>
        <p:nvSpPr>
          <p:cNvPr id="12" name="S07-label5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[곰]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 쓰기</a:t>
            </a:r>
            <a:endParaRPr lang="ko-KR" sz="4400" dirty="0"/>
          </a:p>
        </p:txBody>
      </p:sp>
      <p:sp>
        <p:nvSpPr>
          <p:cNvPr id="3" name="S08-tile59"/>
          <p:cNvSpPr txBox="1"/>
          <p:nvPr/>
        </p:nvSpPr>
        <p:spPr>
          <a:xfrm>
            <a:off x="7534107" y="272034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4" name="S08-label60"/>
          <p:cNvSpPr txBox="1"/>
          <p:nvPr/>
        </p:nvSpPr>
        <p:spPr>
          <a:xfrm>
            <a:off x="7433523" y="44028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ㄱ+ㅗ+ㅁ</a:t>
            </a:r>
            <a:endParaRPr lang="ko-KR" sz="2200" dirty="0"/>
          </a:p>
        </p:txBody>
      </p:sp>
      <p:sp>
        <p:nvSpPr>
          <p:cNvPr id="5" name="S08-tile61"/>
          <p:cNvSpPr txBox="1"/>
          <p:nvPr/>
        </p:nvSpPr>
        <p:spPr>
          <a:xfrm>
            <a:off x="9381195" y="272034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7100" dirty="0"/>
          </a:p>
        </p:txBody>
      </p:sp>
      <p:sp>
        <p:nvSpPr>
          <p:cNvPr id="6" name="S08-label62"/>
          <p:cNvSpPr txBox="1"/>
          <p:nvPr/>
        </p:nvSpPr>
        <p:spPr>
          <a:xfrm>
            <a:off x="9280611" y="44028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ㅅ+ㅏ+ㄴ</a:t>
            </a:r>
            <a:endParaRPr lang="ko-KR" sz="2200" dirty="0"/>
          </a:p>
        </p:txBody>
      </p:sp>
      <p:sp>
        <p:nvSpPr>
          <p:cNvPr id="7" name="S08-stepno63"/>
          <p:cNvSpPr txBox="1"/>
          <p:nvPr/>
        </p:nvSpPr>
        <p:spPr>
          <a:xfrm>
            <a:off x="548640" y="25628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64"/>
          <p:cNvSpPr txBox="1"/>
          <p:nvPr/>
        </p:nvSpPr>
        <p:spPr>
          <a:xfrm>
            <a:off x="1325880" y="25628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자음자를 써요.</a:t>
            </a:r>
            <a:endParaRPr lang="ko-KR" sz="3200" dirty="0"/>
          </a:p>
        </p:txBody>
      </p:sp>
      <p:sp>
        <p:nvSpPr>
          <p:cNvPr id="9" name="S08-stepno65"/>
          <p:cNvSpPr txBox="1"/>
          <p:nvPr/>
        </p:nvSpPr>
        <p:spPr>
          <a:xfrm>
            <a:off x="548640" y="3276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66"/>
          <p:cNvSpPr txBox="1"/>
          <p:nvPr/>
        </p:nvSpPr>
        <p:spPr>
          <a:xfrm>
            <a:off x="1325880" y="32760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모음자를 써요.</a:t>
            </a:r>
            <a:endParaRPr lang="ko-KR" sz="3200" dirty="0"/>
          </a:p>
        </p:txBody>
      </p:sp>
      <p:sp>
        <p:nvSpPr>
          <p:cNvPr id="11" name="S08-stepno67"/>
          <p:cNvSpPr txBox="1"/>
          <p:nvPr/>
        </p:nvSpPr>
        <p:spPr>
          <a:xfrm>
            <a:off x="548640" y="4035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68"/>
          <p:cNvSpPr txBox="1"/>
          <p:nvPr/>
        </p:nvSpPr>
        <p:spPr>
          <a:xfrm>
            <a:off x="1325880" y="398932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 받침을 맨 아래에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 넣어 써요</a:t>
            </a:r>
            <a:endParaRPr lang="ko-KR" sz="4400" dirty="0"/>
          </a:p>
        </p:txBody>
      </p:sp>
      <p:sp>
        <p:nvSpPr>
          <p:cNvPr id="3" name="S09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글자를 종이에 쓰고 읽어요.</a:t>
            </a:r>
            <a:endParaRPr lang="ko-KR" sz="3200" dirty="0"/>
          </a:p>
        </p:txBody>
      </p:sp>
      <p:sp>
        <p:nvSpPr>
          <p:cNvPr id="4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글자 맨 아래에 써요.</a:t>
            </a:r>
            <a:endParaRPr lang="ko-KR" sz="3200" dirty="0"/>
          </a:p>
        </p:txBody>
      </p:sp>
      <p:sp>
        <p:nvSpPr>
          <p:cNvPr id="6" name="S09-chip7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7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 + ㅇ → □</a:t>
            </a:r>
            <a:endParaRPr lang="ko-KR" sz="3600" dirty="0"/>
          </a:p>
        </p:txBody>
      </p:sp>
      <p:sp>
        <p:nvSpPr>
          <p:cNvPr id="8" name="S09-chip7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7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 + ㄴ → □</a:t>
            </a:r>
            <a:endParaRPr lang="ko-KR" sz="3600" dirty="0"/>
          </a:p>
        </p:txBody>
      </p:sp>
      <p:sp>
        <p:nvSpPr>
          <p:cNvPr id="10" name="S09-chip7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7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 + ㅂ → □</a:t>
            </a:r>
            <a:endParaRPr lang="ko-KR" sz="3600" dirty="0"/>
          </a:p>
        </p:txBody>
      </p:sp>
      <p:sp>
        <p:nvSpPr>
          <p:cNvPr id="12" name="S09-chip7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eqtext7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+ ㄹ →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8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82"/>
          <p:cNvSpPr txBox="1"/>
          <p:nvPr/>
        </p:nvSpPr>
        <p:spPr>
          <a:xfrm>
            <a:off x="134416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600" dirty="0"/>
          </a:p>
        </p:txBody>
      </p:sp>
      <p:sp>
        <p:nvSpPr>
          <p:cNvPr id="6" name="S10-word83"/>
          <p:cNvSpPr txBox="1"/>
          <p:nvPr/>
        </p:nvSpPr>
        <p:spPr>
          <a:xfrm>
            <a:off x="422452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</p:txBody>
      </p:sp>
      <p:sp>
        <p:nvSpPr>
          <p:cNvPr id="7" name="S10-chip8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5"/>
          <p:cNvSpPr txBox="1"/>
          <p:nvPr/>
        </p:nvSpPr>
        <p:spPr>
          <a:xfrm>
            <a:off x="134416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9" name="S10-word86"/>
          <p:cNvSpPr txBox="1"/>
          <p:nvPr/>
        </p:nvSpPr>
        <p:spPr>
          <a:xfrm>
            <a:off x="422452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</a:t>
            </a:r>
            <a:endParaRPr lang="ko-KR" sz="3600" dirty="0"/>
          </a:p>
        </p:txBody>
      </p:sp>
      <p:sp>
        <p:nvSpPr>
          <p:cNvPr id="10" name="S10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낱말을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글자일까요?</a:t>
            </a:r>
            <a:endParaRPr lang="ko-KR" sz="4400" dirty="0"/>
          </a:p>
        </p:txBody>
      </p:sp>
      <p:sp>
        <p:nvSpPr>
          <p:cNvPr id="3" name="S12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글자를 찾아 읽어요.</a:t>
            </a:r>
            <a:endParaRPr lang="ko-KR" sz="3200" dirty="0"/>
          </a:p>
        </p:txBody>
      </p:sp>
      <p:sp>
        <p:nvSpPr>
          <p:cNvPr id="5" name="S12-chip91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92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7" name="S12-chip93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94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7100" dirty="0"/>
          </a:p>
        </p:txBody>
      </p:sp>
      <p:sp>
        <p:nvSpPr>
          <p:cNvPr id="9" name="S12-chip95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96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글자 맨 아래에 쓰고, 끝소리로 읽어요.</a:t>
            </a:r>
            <a:endParaRPr lang="ko-KR" sz="32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받침까지 읽기</a:t>
            </a:r>
            <a:endParaRPr lang="ko-KR" sz="2600" dirty="0"/>
          </a:p>
        </p:txBody>
      </p:sp>
      <p:sp>
        <p:nvSpPr>
          <p:cNvPr id="6" name="S13-chip10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받침 빼고 읽기</a:t>
            </a:r>
            <a:endParaRPr lang="ko-KR" sz="26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눈 곰 지갑 사슴</a:t>
            </a:r>
            <a:endParaRPr lang="ko-KR" sz="2600" dirty="0"/>
          </a:p>
        </p:txBody>
      </p:sp>
      <p:sp>
        <p:nvSpPr>
          <p:cNvPr id="9" name="S13-text10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[강] 글자 쓰기</a:t>
            </a:r>
            <a:endParaRPr lang="ko-KR" sz="2600" dirty="0"/>
          </a:p>
        </p:txBody>
      </p:sp>
      <p:sp>
        <p:nvSpPr>
          <p:cNvPr id="10" name="S13-text10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받침은 어디에?</a:t>
            </a:r>
            <a:endParaRPr lang="ko-KR" sz="2600" dirty="0"/>
          </a:p>
        </p:txBody>
      </p:sp>
      <p:sp>
        <p:nvSpPr>
          <p:cNvPr id="11" name="S13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쌍자음과 여러 가지 모음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 없는 글자</a:t>
            </a:r>
            <a:endParaRPr lang="ko-KR" sz="4400" dirty="0"/>
          </a:p>
        </p:txBody>
      </p:sp>
      <p:sp>
        <p:nvSpPr>
          <p:cNvPr id="3" name="S14-card106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07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[그]+[아] → [가]</a:t>
            </a:r>
            <a:endParaRPr lang="ko-KR" sz="3200" dirty="0"/>
          </a:p>
        </p:txBody>
      </p:sp>
      <p:sp>
        <p:nvSpPr>
          <p:cNvPr id="5" name="S14-card108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9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누운 모음자는 아래에</a:t>
            </a:r>
            <a:endParaRPr lang="ko-KR" sz="3200" dirty="0"/>
          </a:p>
        </p:txBody>
      </p:sp>
      <p:sp>
        <p:nvSpPr>
          <p:cNvPr id="7" name="S14-tile110"/>
          <p:cNvSpPr txBox="1"/>
          <p:nvPr/>
        </p:nvSpPr>
        <p:spPr>
          <a:xfrm>
            <a:off x="1577340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7100" dirty="0"/>
          </a:p>
        </p:txBody>
      </p:sp>
      <p:sp>
        <p:nvSpPr>
          <p:cNvPr id="8" name="S14-label111"/>
          <p:cNvSpPr txBox="1"/>
          <p:nvPr/>
        </p:nvSpPr>
        <p:spPr>
          <a:xfrm>
            <a:off x="1476756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14-tile112"/>
          <p:cNvSpPr txBox="1"/>
          <p:nvPr/>
        </p:nvSpPr>
        <p:spPr>
          <a:xfrm>
            <a:off x="3424428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7100" dirty="0"/>
          </a:p>
        </p:txBody>
      </p:sp>
      <p:sp>
        <p:nvSpPr>
          <p:cNvPr id="10" name="S14-label113"/>
          <p:cNvSpPr txBox="1"/>
          <p:nvPr/>
        </p:nvSpPr>
        <p:spPr>
          <a:xfrm>
            <a:off x="3323844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[너]</a:t>
            </a:r>
            <a:endParaRPr lang="ko-KR" sz="2200" dirty="0"/>
          </a:p>
        </p:txBody>
      </p:sp>
      <p:sp>
        <p:nvSpPr>
          <p:cNvPr id="11" name="S14-tile114"/>
          <p:cNvSpPr txBox="1"/>
          <p:nvPr/>
        </p:nvSpPr>
        <p:spPr>
          <a:xfrm>
            <a:off x="5271516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ko-KR" sz="7100" dirty="0"/>
          </a:p>
        </p:txBody>
      </p:sp>
      <p:sp>
        <p:nvSpPr>
          <p:cNvPr id="12" name="S14-label115"/>
          <p:cNvSpPr txBox="1"/>
          <p:nvPr/>
        </p:nvSpPr>
        <p:spPr>
          <a:xfrm>
            <a:off x="5170932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[도]</a:t>
            </a:r>
            <a:endParaRPr lang="ko-KR" sz="2200" dirty="0"/>
          </a:p>
        </p:txBody>
      </p:sp>
      <p:sp>
        <p:nvSpPr>
          <p:cNvPr id="13" name="S14-tile116"/>
          <p:cNvSpPr txBox="1"/>
          <p:nvPr/>
        </p:nvSpPr>
        <p:spPr>
          <a:xfrm>
            <a:off x="7118604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</a:t>
            </a:r>
            <a:endParaRPr lang="ko-KR" sz="7100" dirty="0"/>
          </a:p>
        </p:txBody>
      </p:sp>
      <p:sp>
        <p:nvSpPr>
          <p:cNvPr id="14" name="S14-label117"/>
          <p:cNvSpPr txBox="1"/>
          <p:nvPr/>
        </p:nvSpPr>
        <p:spPr>
          <a:xfrm>
            <a:off x="7018020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[무]</a:t>
            </a:r>
            <a:endParaRPr lang="ko-KR" sz="2200" dirty="0"/>
          </a:p>
        </p:txBody>
      </p:sp>
      <p:sp>
        <p:nvSpPr>
          <p:cNvPr id="15" name="S14-tile118"/>
          <p:cNvSpPr txBox="1"/>
          <p:nvPr/>
        </p:nvSpPr>
        <p:spPr>
          <a:xfrm>
            <a:off x="8965692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7100" dirty="0"/>
          </a:p>
        </p:txBody>
      </p:sp>
      <p:sp>
        <p:nvSpPr>
          <p:cNvPr id="16" name="S14-label119"/>
          <p:cNvSpPr txBox="1"/>
          <p:nvPr/>
        </p:nvSpPr>
        <p:spPr>
          <a:xfrm>
            <a:off x="8865108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[비]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받침 있는 글자</dc:title>
  <dc:subject>KR22-G01-KOR-BATCHIM-L01</dc:subject>
  <dc:creator>education-ppt</dc:creator>
  <cp:lastModifiedBy>education-ppt</cp:lastModifiedBy>
  <cp:revision>1</cp:revision>
  <dcterms:created xsi:type="dcterms:W3CDTF">2026-10-26T07:44:40Z</dcterms:created>
  <dcterms:modified xsi:type="dcterms:W3CDTF">2026-10-26T07:44:40Z</dcterms:modified>
</cp:coreProperties>
</file>