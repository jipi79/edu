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acdb89c-9613-a526-d8ad-73c171c15d4b}">
          <p14:sldIdLst>
            <p14:sldId id="256"/>
            <p14:sldId id="257"/>
          </p14:sldIdLst>
        </p14:section>
        <p14:section name="개념" id="{be08cd32-6291-8f53-cefe-40b164682e21}">
          <p14:sldIdLst>
            <p14:sldId id="258"/>
            <p14:sldId id="259"/>
          </p14:sldIdLst>
        </p14:section>
        <p14:section name="연습" id="{444fdfa9-3fa3-7b55-9a3b-22a498333564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0c4d203a-3eab-203e-d516-e0d95f6bd55b}">
          <p14:sldIdLst>
            <p14:sldId id="265"/>
            <p14:sldId id="266"/>
          </p14:sldIdLst>
        </p14:section>
        <p14:section name="정리" id="{d97865e0-e312-eedc-5704-15042061fe5a}">
          <p14:sldIdLst>
            <p14:sldId id="267"/>
          </p14:sldIdLst>
        </p14:section>
        <p14:section name="보충" id="{a51e4717-844e-2e61-ca0c-f4cb5f1cece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500" dirty="0"/>
          </a:p>
        </p:txBody>
      </p:sp>
      <p:sp>
        <p:nvSpPr>
          <p:cNvPr id="6" name="S02-tile8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500" dirty="0"/>
          </a:p>
        </p:txBody>
      </p:sp>
      <p:sp>
        <p:nvSpPr>
          <p:cNvPr id="7" name="S02-tile9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5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6568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9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2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9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4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9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6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0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0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10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11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12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13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14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15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16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17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18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19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2026-10-26T07:10:03Z</dcterms:created>
  <dcterms:modified xsi:type="dcterms:W3CDTF">2026-10-26T07:10:03Z</dcterms:modified>
</cp:coreProperties>
</file>