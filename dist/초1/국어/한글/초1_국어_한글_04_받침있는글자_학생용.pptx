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4394324-3d10-d0bc-ab4d-73b5e65be812}">
          <p14:sldIdLst>
            <p14:sldId id="256"/>
            <p14:sldId id="257"/>
          </p14:sldIdLst>
        </p14:section>
        <p14:section name="개념" id="{3681eaa8-26af-9e4c-92c8-93494d340b67}">
          <p14:sldIdLst>
            <p14:sldId id="258"/>
            <p14:sldId id="259"/>
          </p14:sldIdLst>
        </p14:section>
        <p14:section name="연습" id="{f9950617-d588-45be-3dc1-1f25f6d02584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e5090676-fba2-20fe-24cc-4a8d3c7208e1}">
          <p14:sldIdLst>
            <p14:sldId id="265"/>
            <p14:sldId id="266"/>
          </p14:sldIdLst>
        </p14:section>
        <p14:section name="정리" id="{476902a1-4789-d372-64e4-c3b2ebb4d0df}">
          <p14:sldIdLst>
            <p14:sldId id="267"/>
          </p14:sldIdLst>
        </p14:section>
        <p14:section name="보충" id="{de3659d2-9723-8e47-4d2f-5ca53fd30bc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ㅁ을 쓰면 어떻게 읽을까요?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74736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있는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글자 아래에 알맞게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 읽기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500" dirty="0"/>
          </a:p>
        </p:txBody>
      </p:sp>
      <p:sp>
        <p:nvSpPr>
          <p:cNvPr id="6" name="S02-tile8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500" dirty="0"/>
          </a:p>
        </p:txBody>
      </p:sp>
      <p:sp>
        <p:nvSpPr>
          <p:cNvPr id="7" name="S02-tile9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55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아래의 받침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오는 자음자를 받침이라고 해요.</a:t>
            </a:r>
            <a:endParaRPr lang="ko-KR" sz="32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 → 감</a:t>
            </a:r>
            <a:endParaRPr lang="ko-KR" sz="3200" dirty="0"/>
          </a:p>
        </p:txBody>
      </p:sp>
      <p:sp>
        <p:nvSpPr>
          <p:cNvPr id="6" name="S03-card1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다물며 끝내요</a:t>
            </a:r>
            <a:endParaRPr lang="ko-KR" sz="3200" dirty="0"/>
          </a:p>
        </p:txBody>
      </p:sp>
      <p:sp>
        <p:nvSpPr>
          <p:cNvPr id="8" name="S03-tile18"/>
          <p:cNvSpPr txBox="1"/>
          <p:nvPr/>
        </p:nvSpPr>
        <p:spPr>
          <a:xfrm>
            <a:off x="3982212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9" name="S03-label19"/>
          <p:cNvSpPr txBox="1"/>
          <p:nvPr/>
        </p:nvSpPr>
        <p:spPr>
          <a:xfrm>
            <a:off x="3881628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10" name="S03-tile20"/>
          <p:cNvSpPr txBox="1"/>
          <p:nvPr/>
        </p:nvSpPr>
        <p:spPr>
          <a:xfrm>
            <a:off x="6195060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8700" dirty="0"/>
          </a:p>
        </p:txBody>
      </p:sp>
      <p:sp>
        <p:nvSpPr>
          <p:cNvPr id="11" name="S03-label21"/>
          <p:cNvSpPr txBox="1"/>
          <p:nvPr/>
        </p:nvSpPr>
        <p:spPr>
          <a:xfrm>
            <a:off x="6094476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 따라 끝소리가 달라요</a:t>
            </a:r>
            <a:endParaRPr lang="ko-KR" sz="4400" dirty="0"/>
          </a:p>
        </p:txBody>
      </p:sp>
      <p:sp>
        <p:nvSpPr>
          <p:cNvPr id="3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멈추고 소리를 끝내요.</a:t>
            </a:r>
            <a:endParaRPr lang="ko-KR" sz="3200" dirty="0"/>
          </a:p>
        </p:txBody>
      </p:sp>
      <p:sp>
        <p:nvSpPr>
          <p:cNvPr id="5" name="S04-tile24"/>
          <p:cNvSpPr txBox="1"/>
          <p:nvPr/>
        </p:nvSpPr>
        <p:spPr>
          <a:xfrm>
            <a:off x="69037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5900" dirty="0"/>
          </a:p>
        </p:txBody>
      </p:sp>
      <p:sp>
        <p:nvSpPr>
          <p:cNvPr id="6" name="S04-label25"/>
          <p:cNvSpPr txBox="1"/>
          <p:nvPr/>
        </p:nvSpPr>
        <p:spPr>
          <a:xfrm>
            <a:off x="58978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200" dirty="0"/>
          </a:p>
        </p:txBody>
      </p:sp>
      <p:sp>
        <p:nvSpPr>
          <p:cNvPr id="7" name="S04-tile26"/>
          <p:cNvSpPr txBox="1"/>
          <p:nvPr/>
        </p:nvSpPr>
        <p:spPr>
          <a:xfrm>
            <a:off x="226314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ko-KR" sz="5900" dirty="0"/>
          </a:p>
        </p:txBody>
      </p:sp>
      <p:sp>
        <p:nvSpPr>
          <p:cNvPr id="8" name="S04-label27"/>
          <p:cNvSpPr txBox="1"/>
          <p:nvPr/>
        </p:nvSpPr>
        <p:spPr>
          <a:xfrm>
            <a:off x="216255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200" dirty="0"/>
          </a:p>
        </p:txBody>
      </p:sp>
      <p:sp>
        <p:nvSpPr>
          <p:cNvPr id="9" name="S04-tile2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갇</a:t>
            </a:r>
            <a:endParaRPr lang="ko-KR" sz="5900" dirty="0"/>
          </a:p>
        </p:txBody>
      </p:sp>
      <p:sp>
        <p:nvSpPr>
          <p:cNvPr id="10" name="S04-label2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200" dirty="0"/>
          </a:p>
        </p:txBody>
      </p:sp>
      <p:sp>
        <p:nvSpPr>
          <p:cNvPr id="11" name="S04-tile3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</a:t>
            </a:r>
            <a:endParaRPr lang="ko-KR" sz="5900" dirty="0"/>
          </a:p>
        </p:txBody>
      </p:sp>
      <p:sp>
        <p:nvSpPr>
          <p:cNvPr id="12" name="S04-label3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200" dirty="0"/>
          </a:p>
        </p:txBody>
      </p:sp>
      <p:sp>
        <p:nvSpPr>
          <p:cNvPr id="13" name="S04-tile3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14" name="S04-label3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200" dirty="0"/>
          </a:p>
        </p:txBody>
      </p:sp>
      <p:sp>
        <p:nvSpPr>
          <p:cNvPr id="15" name="S04-tile34"/>
          <p:cNvSpPr txBox="1"/>
          <p:nvPr/>
        </p:nvSpPr>
        <p:spPr>
          <a:xfrm>
            <a:off x="855421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</a:t>
            </a:r>
            <a:endParaRPr lang="ko-KR" sz="5900" dirty="0"/>
          </a:p>
        </p:txBody>
      </p:sp>
      <p:sp>
        <p:nvSpPr>
          <p:cNvPr id="16" name="S04-label35"/>
          <p:cNvSpPr txBox="1"/>
          <p:nvPr/>
        </p:nvSpPr>
        <p:spPr>
          <a:xfrm>
            <a:off x="845362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200" dirty="0"/>
          </a:p>
        </p:txBody>
      </p:sp>
      <p:sp>
        <p:nvSpPr>
          <p:cNvPr id="17" name="S04-tile36"/>
          <p:cNvSpPr txBox="1"/>
          <p:nvPr/>
        </p:nvSpPr>
        <p:spPr>
          <a:xfrm>
            <a:off x="1012698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18" name="S04-label37"/>
          <p:cNvSpPr txBox="1"/>
          <p:nvPr/>
        </p:nvSpPr>
        <p:spPr>
          <a:xfrm>
            <a:off x="1002639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글자 표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글자와 받침이 만나는 글자를 읽어요.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있는 낱말도 찾아봐요.</a:t>
            </a:r>
            <a:endParaRPr lang="ko-KR" sz="3200" dirty="0"/>
          </a:p>
        </p:txBody>
      </p:sp>
      <p:graphicFrame>
        <p:nvGraphicFramePr>
          <p:cNvPr id="6" name="S05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65680"/>
          <a:ext cx="11091672" cy="914400"/>
        </p:xfrm>
        <a:graphic>
          <a:graphicData uri="http://schemas.openxmlformats.org/drawingml/2006/table">
            <a:tbl>
              <a:tblPr/>
              <a:tblGrid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솝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묵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낱말</a:t>
            </a:r>
            <a:endParaRPr lang="ko-KR" sz="4400" dirty="0"/>
          </a:p>
        </p:txBody>
      </p:sp>
      <p:sp>
        <p:nvSpPr>
          <p:cNvPr id="3" name="S06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잘 보고 읽어요.</a:t>
            </a:r>
            <a:endParaRPr lang="ko-KR" sz="3200" dirty="0"/>
          </a:p>
        </p:txBody>
      </p:sp>
      <p:sp>
        <p:nvSpPr>
          <p:cNvPr id="4" name="S06-word43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5" name="S06-word44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600" dirty="0"/>
          </a:p>
        </p:txBody>
      </p:sp>
      <p:sp>
        <p:nvSpPr>
          <p:cNvPr id="6" name="S06-word45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7" name="S06-word46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</a:t>
            </a:r>
            <a:endParaRPr lang="ko-KR" sz="3600" dirty="0"/>
          </a:p>
        </p:txBody>
      </p:sp>
      <p:sp>
        <p:nvSpPr>
          <p:cNvPr id="8" name="S06-word47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3600" dirty="0"/>
          </a:p>
        </p:txBody>
      </p:sp>
      <p:sp>
        <p:nvSpPr>
          <p:cNvPr id="9" name="S06-word48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곰일까요, 고일까요?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‘곰’을 보고 [고]라고 읽었어요.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없어요</a:t>
            </a:r>
            <a:endParaRPr lang="ko-KR" sz="2600" dirty="0"/>
          </a:p>
        </p:txBody>
      </p:sp>
      <p:sp>
        <p:nvSpPr>
          <p:cNvPr id="8" name="S07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9" name="S07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[고]</a:t>
            </a:r>
            <a:endParaRPr lang="ko-KR" sz="2200" dirty="0"/>
          </a:p>
        </p:txBody>
      </p:sp>
      <p:sp>
        <p:nvSpPr>
          <p:cNvPr id="10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ㅁ이 있어요</a:t>
            </a:r>
            <a:endParaRPr lang="ko-KR" sz="2600" dirty="0"/>
          </a:p>
        </p:txBody>
      </p:sp>
      <p:sp>
        <p:nvSpPr>
          <p:cNvPr id="11" name="S07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12" name="S07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쓰기</a:t>
            </a:r>
            <a:endParaRPr lang="ko-KR" sz="4400" dirty="0"/>
          </a:p>
        </p:txBody>
      </p:sp>
      <p:sp>
        <p:nvSpPr>
          <p:cNvPr id="3" name="S08-tile59"/>
          <p:cNvSpPr txBox="1"/>
          <p:nvPr/>
        </p:nvSpPr>
        <p:spPr>
          <a:xfrm>
            <a:off x="7534107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4" name="S08-label60"/>
          <p:cNvSpPr txBox="1"/>
          <p:nvPr/>
        </p:nvSpPr>
        <p:spPr>
          <a:xfrm>
            <a:off x="7433523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ㄱ+ㅗ+ㅁ</a:t>
            </a:r>
            <a:endParaRPr lang="ko-KR" sz="2200" dirty="0"/>
          </a:p>
        </p:txBody>
      </p:sp>
      <p:sp>
        <p:nvSpPr>
          <p:cNvPr id="5" name="S08-tile61"/>
          <p:cNvSpPr txBox="1"/>
          <p:nvPr/>
        </p:nvSpPr>
        <p:spPr>
          <a:xfrm>
            <a:off x="9381195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6" name="S08-label62"/>
          <p:cNvSpPr txBox="1"/>
          <p:nvPr/>
        </p:nvSpPr>
        <p:spPr>
          <a:xfrm>
            <a:off x="9280611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ㅅ+ㅏ+ㄴ</a:t>
            </a:r>
            <a:endParaRPr lang="ko-KR" sz="2200" dirty="0"/>
          </a:p>
        </p:txBody>
      </p:sp>
      <p:sp>
        <p:nvSpPr>
          <p:cNvPr id="7" name="S08-stepno63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자음자를 써요.</a:t>
            </a:r>
            <a:endParaRPr lang="ko-KR" sz="32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76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760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써요.</a:t>
            </a:r>
            <a:endParaRPr lang="ko-KR" sz="32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3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398932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 받침을 맨 아래에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넣어 써요</a:t>
            </a:r>
            <a:endParaRPr lang="ko-KR" sz="4400" dirty="0"/>
          </a:p>
        </p:txBody>
      </p:sp>
      <p:sp>
        <p:nvSpPr>
          <p:cNvPr id="3" name="S09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쓰고 읽어요.</a:t>
            </a:r>
            <a:endParaRPr lang="ko-KR" sz="3200" dirty="0"/>
          </a:p>
        </p:txBody>
      </p:sp>
      <p:sp>
        <p:nvSpPr>
          <p:cNvPr id="4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써요.</a:t>
            </a:r>
            <a:endParaRPr lang="ko-KR" sz="3200" dirty="0"/>
          </a:p>
        </p:txBody>
      </p:sp>
      <p:sp>
        <p:nvSpPr>
          <p:cNvPr id="6" name="S09-chip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 + ㅇ → □</a:t>
            </a:r>
            <a:endParaRPr lang="ko-KR" sz="3600" dirty="0"/>
          </a:p>
        </p:txBody>
      </p:sp>
      <p:sp>
        <p:nvSpPr>
          <p:cNvPr id="8" name="S09-chip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+ ㄴ → □</a:t>
            </a:r>
            <a:endParaRPr lang="ko-KR" sz="3600" dirty="0"/>
          </a:p>
        </p:txBody>
      </p:sp>
      <p:sp>
        <p:nvSpPr>
          <p:cNvPr id="10" name="S09-chip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 + ㅂ → □</a:t>
            </a:r>
            <a:endParaRPr lang="ko-KR" sz="3600" dirty="0"/>
          </a:p>
        </p:txBody>
      </p:sp>
      <p:sp>
        <p:nvSpPr>
          <p:cNvPr id="12" name="S09-chip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eqtext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+ ㄹ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2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6" name="S10-word83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10-chip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5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9" name="S10-word86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</a:t>
            </a:r>
            <a:endParaRPr lang="ko-KR" sz="3600" dirty="0"/>
          </a:p>
        </p:txBody>
      </p:sp>
      <p:sp>
        <p:nvSpPr>
          <p:cNvPr id="10" name="S10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글자일까요?</a:t>
            </a:r>
            <a:endParaRPr lang="ko-KR" sz="4400" dirty="0"/>
          </a:p>
        </p:txBody>
      </p:sp>
      <p:sp>
        <p:nvSpPr>
          <p:cNvPr id="3" name="S12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글자를 찾아 읽어요.</a:t>
            </a:r>
            <a:endParaRPr lang="ko-KR" sz="3200" dirty="0"/>
          </a:p>
        </p:txBody>
      </p:sp>
      <p:sp>
        <p:nvSpPr>
          <p:cNvPr id="5" name="S12-chip9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92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7" name="S12-chip9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94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9" name="S12-chip9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96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쓰고, 끝소리로 읽어요.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받침까지 읽기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받침 빼고 읽기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 곰 지갑 사슴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[강] 글자 쓰기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받침은 어디에?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쌍자음과 여러 가지 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없는 글자</a:t>
            </a:r>
            <a:endParaRPr lang="ko-KR" sz="4400" dirty="0"/>
          </a:p>
        </p:txBody>
      </p:sp>
      <p:sp>
        <p:nvSpPr>
          <p:cNvPr id="3" name="S14-card10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[그]+[아] → [가]</a:t>
            </a:r>
            <a:endParaRPr lang="ko-KR" sz="3200" dirty="0"/>
          </a:p>
        </p:txBody>
      </p:sp>
      <p:sp>
        <p:nvSpPr>
          <p:cNvPr id="5" name="S14-card10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모음자는 아래에</a:t>
            </a:r>
            <a:endParaRPr lang="ko-KR" sz="3200" dirty="0"/>
          </a:p>
        </p:txBody>
      </p:sp>
      <p:sp>
        <p:nvSpPr>
          <p:cNvPr id="7" name="S14-tile110"/>
          <p:cNvSpPr txBox="1"/>
          <p:nvPr/>
        </p:nvSpPr>
        <p:spPr>
          <a:xfrm>
            <a:off x="157734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7100" dirty="0"/>
          </a:p>
        </p:txBody>
      </p:sp>
      <p:sp>
        <p:nvSpPr>
          <p:cNvPr id="8" name="S14-label111"/>
          <p:cNvSpPr txBox="1"/>
          <p:nvPr/>
        </p:nvSpPr>
        <p:spPr>
          <a:xfrm>
            <a:off x="147675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14-tile112"/>
          <p:cNvSpPr txBox="1"/>
          <p:nvPr/>
        </p:nvSpPr>
        <p:spPr>
          <a:xfrm>
            <a:off x="342442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7100" dirty="0"/>
          </a:p>
        </p:txBody>
      </p:sp>
      <p:sp>
        <p:nvSpPr>
          <p:cNvPr id="10" name="S14-label113"/>
          <p:cNvSpPr txBox="1"/>
          <p:nvPr/>
        </p:nvSpPr>
        <p:spPr>
          <a:xfrm>
            <a:off x="332384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[너]</a:t>
            </a:r>
            <a:endParaRPr lang="ko-KR" sz="2200" dirty="0"/>
          </a:p>
        </p:txBody>
      </p:sp>
      <p:sp>
        <p:nvSpPr>
          <p:cNvPr id="11" name="S14-tile114"/>
          <p:cNvSpPr txBox="1"/>
          <p:nvPr/>
        </p:nvSpPr>
        <p:spPr>
          <a:xfrm>
            <a:off x="5271516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</a:t>
            </a:r>
            <a:endParaRPr lang="ko-KR" sz="7100" dirty="0"/>
          </a:p>
        </p:txBody>
      </p:sp>
      <p:sp>
        <p:nvSpPr>
          <p:cNvPr id="12" name="S14-label115"/>
          <p:cNvSpPr txBox="1"/>
          <p:nvPr/>
        </p:nvSpPr>
        <p:spPr>
          <a:xfrm>
            <a:off x="5170932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[도]</a:t>
            </a:r>
            <a:endParaRPr lang="ko-KR" sz="2200" dirty="0"/>
          </a:p>
        </p:txBody>
      </p:sp>
      <p:sp>
        <p:nvSpPr>
          <p:cNvPr id="13" name="S14-tile116"/>
          <p:cNvSpPr txBox="1"/>
          <p:nvPr/>
        </p:nvSpPr>
        <p:spPr>
          <a:xfrm>
            <a:off x="711860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7100" dirty="0"/>
          </a:p>
        </p:txBody>
      </p:sp>
      <p:sp>
        <p:nvSpPr>
          <p:cNvPr id="14" name="S14-label117"/>
          <p:cNvSpPr txBox="1"/>
          <p:nvPr/>
        </p:nvSpPr>
        <p:spPr>
          <a:xfrm>
            <a:off x="701802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[무]</a:t>
            </a:r>
            <a:endParaRPr lang="ko-KR" sz="2200" dirty="0"/>
          </a:p>
        </p:txBody>
      </p:sp>
      <p:sp>
        <p:nvSpPr>
          <p:cNvPr id="15" name="S14-tile118"/>
          <p:cNvSpPr txBox="1"/>
          <p:nvPr/>
        </p:nvSpPr>
        <p:spPr>
          <a:xfrm>
            <a:off x="896569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7100" dirty="0"/>
          </a:p>
        </p:txBody>
      </p:sp>
      <p:sp>
        <p:nvSpPr>
          <p:cNvPr id="16" name="S14-label119"/>
          <p:cNvSpPr txBox="1"/>
          <p:nvPr/>
        </p:nvSpPr>
        <p:spPr>
          <a:xfrm>
            <a:off x="886510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[비]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있는 글자</dc:title>
  <dc:subject>KR22-G01-KOR-BATCHIM-L01</dc:subject>
  <dc:creator>education-ppt</dc:creator>
  <cp:lastModifiedBy>education-ppt</cp:lastModifiedBy>
  <cp:revision>1</cp:revision>
  <dcterms:created xsi:type="dcterms:W3CDTF">2026-10-26T07:06:15Z</dcterms:created>
  <dcterms:modified xsi:type="dcterms:W3CDTF">2026-10-26T07:06:15Z</dcterms:modified>
</cp:coreProperties>
</file>