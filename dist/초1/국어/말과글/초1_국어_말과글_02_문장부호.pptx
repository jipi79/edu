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826c943-cf1c-27ce-28e8-34a13053f96c}">
          <p14:sldIdLst>
            <p14:sldId id="256"/>
            <p14:sldId id="257"/>
          </p14:sldIdLst>
        </p14:section>
        <p14:section name="개념" id="{6d966c60-d1f2-9689-27ba-e112eec98179}">
          <p14:sldIdLst>
            <p14:sldId id="258"/>
            <p14:sldId id="259"/>
          </p14:sldIdLst>
        </p14:section>
        <p14:section name="연습" id="{68b03397-9a91-1886-8f72-941c27536595}">
          <p14:sldIdLst>
            <p14:sldId id="260"/>
            <p14:sldId id="261"/>
            <p14:sldId id="262"/>
            <p14:sldId id="263"/>
            <p14:sldId id="264"/>
          </p14:sldIdLst>
        </p14:section>
        <p14:section name="확인" id="{73c76f04-8781-d506-8b8d-3bd34999d529}">
          <p14:sldIdLst>
            <p14:sldId id="265"/>
            <p14:sldId id="266"/>
            <p14:sldId id="267"/>
          </p14:sldIdLst>
        </p14:section>
        <p14:section name="정리" id="{95210da5-bc36-3fee-b3ea-ee0e9f548406}">
          <p14:sldIdLst>
            <p14:sldId id="268"/>
          </p14:sldIdLst>
        </p14:section>
        <p14:section name="보충" id="{110d15f0-bb7f-a249-3470-8fc8476e47a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네 가지 문장 부호를 보여 주고 궁금증을 갖게 합니다.
시간: 약 2분
이렇게 말해 보세요
- “지난 시간에 문장 끝에 점을 찍었지? 오른쪽에 점 말고도 여러 가지 표시가 있네. 본 적 있어?”
- “오늘은 이 표시들이 무슨 일을 하는지 배울 거야.”
예상 답
- “물음표요! 책에서 봤어요.” / “몰라요.”
주의
- 이름을 몰라도 괜찮습니다. S03에서 하나씩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확인(문장으로 말하고 쓰기)]
목적: 앞 차시(문장으로 말하고 쓰기)에서 배운 ‘누가 + 무엇을 해요’ 문장을 만들 수 있는지 확인합니다.
시간: 약 3분
이렇게 말해 보세요
- “①은 ‘아기가’ 뒤에 무엇을 하는지 넣어서 말해 볼래?”
- “②는 누가 달리는지 넣어서 말해 볼래? 하나는 종이에 써 보자.”
예상 답
- ① “아기가 자요.” / “아기가 울어요.”(하는 일이 들어가면 맞음)
- ② “강아지가 달려요.”(누가가 들어가면 맞음)
막히면
- “누가?”, “무엇을 해?”를 따로 묻고 두 대답을 이어 말하게 합니다.
- 두 문제 모두 어려우면 S14(보충)를 먼저 합니다.
주의
- 쓴 문장 끝에 점을 찍었는지 봐 둡니다. 오늘 그 점의 이름(마침표)을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마침표·물음표·느낌표의 이름과 쓰임]
목적: 문장 끝에 쓰는 세 부호의 이름과 쓰임을 알려 줍니다.
시간: 약 3분
이렇게 말해 보세요
- “점처럼 생긴 것은 마침표야. 무엇을 알려 주는 문장이 끝날 때 찍어.”
- “구부러진 것은 물음표야. 무엇을 물어볼 때 써. 막대에 점이 붙은 것은 느낌표야. 기쁘거나 놀라서 느낌이 클 때 써.”
- “준비한 카드에서 물음표를 찾아 들어 볼래?”
예상 답
- 아이가 이름을 듣고 카드를 골라 듭니다.
막히면
- 부호마다 몸짓을 붙입니다: 마침표는 손바닥으로 바닥 짚기, 물음표는 고개 갸웃하기, 느낌표는 두 팔 번쩍 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같은 말, 다른 부호(읽는 방법)]
목적: 같은 낱말도 부호에 따라 뜻과 읽는 소리가 달라진다는 것을 들려주고 따라 하게 합니다(M1, M3).
시간: 약 4분
이렇게 말해 보세요
- “엄마(아빠)가 세 가지로 읽어 볼게. 잘 들어 봐.” (첫째는 끝을 내려 담담하게, 둘째는 끝을 올려 묻듯이, 셋째는 신이 나서 힘주어 읽습니다.)
- “두 번째는 누가 누구에게 하는 말 같아? 세 번째는 어떤 마음일까?”
- “이번에는 네가 세 가지로 읽어 볼래?”
예상 답
- “두 번째는 엄마가 물어보는 말 같아요.” / “세 번째는 신나서 하는 말이에요.”
막히면
- 부모가 한 문장씩 먼저 읽고 바로 따라 읽게 합니다. 물음표 문장에서는 손을 위로 올리며 읽게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도움 받아 부호 고르기]
목적: 문장의 뜻을 생각하며 알맞은 부호를 고르는 연습을 합니다.
시간: 약 3분
이렇게 말해 보세요
- “①을 소리 내어 읽어 봐. 물어보는 말이야, 알려 주는 말이야? 그럼 어떤 카드를 들까?”
- “③은 어떤 마음으로 하는 말일까?”
정답
- ① ?(물음표) ② .(마침표) ③ !(느낌표)
막히면
- 부호 카드 세 장을 아이 앞에 놓고 하나씩 대어 보며 소리 내어 읽게 합니다. 가장 자연스러운 것을 고르게 합니다.
주의
- ③에 마침표를 골라도 문장이 틀린 것은 아닙니다. “놀라고 감탄하는 마음을 나타내려면 무엇이 더 어울릴까?”라고 물어 느낌표를 고르게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비교(묻는 문장에 마침표)]
목적: 묻는 문장에도 마침표를 찍는 습관(M1)을 비교로 바로잡습니다.
시간: 약 3분
이렇게 말해 보세요
- “두 문장을 소리 내어 읽어 볼래? 가는 끝을 내려서, 나는 끝을 올려서.”
- “엄마에게 물어보는 말이었지? 그럼 어느 쪽이 맞을까?”
정답
- 나. 엄마에게 물어보는 말이므로 끝에 물음표를 씁니다.
- ‘엄마,’의 쉼표는 S07에서 배웁니다.
막히면
- “무엇을?”이라는 말이 들어 있으면 물어보는 말인 경우가 많다고 짚어 줍니다.
주의
- 아이가 지치면 여기서 쉬고, 다음 날 S07(쉼표)부터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쉼표의 쓰임]
목적: 쉼표를 부르는 말 뒤와 여러 낱말을 늘어놓을 때 쓴다는 것을 알려 줍니다.
시간: 약 4분
이렇게 말해 보세요
- “친구 이름을 부르고 나서 잠깐 쉬지? 그 자리에 쉼표를 써. ‘민지야,’ 하고 조금 쉬었다가 ‘같이 놀자.’”
- “사과, 배, 귤처럼 여러 가지를 늘어놓을 때도 사이사이에 쉼표를 써.”
- “쉼표에서 쉬면서 두 문장을 읽어 볼래?”
예상 답
- 아이가 쉼표에서 잠깐 멈추며 읽습니다.
막히면
- 쉼표 자리에서 손뼉을 한 번 치며 읽게 합니다.
주의
- 마지막 ‘귤을’ 뒤에는 쉼표를 쓰지 않습니다. 문장이 끝나는 곳에는 마침표를 씁니다(M2).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도움 받아 쉼표 넣기]
목적: 쉼표가 들어갈 자리를 찾아 쓰고, 쉼표에서 쉬어 읽어 봅니다.
시간: 약 3분
이렇게 말해 보세요
- “①에서 부르는 말은 무엇이야? 그 뒤에 쉼표 카드를 놓아 볼래?”
- “②에는 몇 가지 물건이 나와? 사이사이에 쉼표를 넣고 읽어 봐.”
정답
- ① 엄마, 이거 보세요.
- ② 연필, 지우개, 공책이 있어요.
- ③ 지호야, 안녕?
막히면
- 부모가 쉼표 자리에서 손뼉을 치며 읽어 주고, 손뼉 친 자리를 찾게 합니다.
주의
- ③ 끝의 물음표를 보고 끝을 올려 읽는지도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부호에 맞게 주고받으며 읽기]
목적: 쉼표에서 쉬고, 물음표는 끝을 올려, 느낌표는 힘주어 읽는 연습을 합니다(M3).
시간: 약 3분
이렇게 말해 보세요
- “엄마(아빠)가 첫째 줄과 셋째 줄을 읽을게. 너는 둘째 줄을 읽어 줘.”
- “이번에는 바꿔서 읽어 보자. 물음표가 있는 줄은 어떻게 읽어야 하지?”
예상 답
- ‘지우야,’에서 잠깐 쉬고 ‘어디 가니?’는 끝을 올려 읽습니다. ‘갈래!’는 신나게 힘주어 읽습니다.
막히면
- 부모가 한 줄씩 먼저 읽고 아이가 똑같이 따라 읽게 합니다.
주의
- 큰따옴표(“ ”)는 말한 것을 나타내는 부호입니다. 오늘 배우지 않으므로 “말하는 것을 나타내는 표시야.”라고만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부호 넣기]
목적: 도움 없이 문장 끝 부호와 쉼표를 알맞게 넣는지 확인합니다.
시간: 약 5분
이렇게 말해 보세요
- “이번에는 혼자 해 볼래? 종이에 번호와 부호만 써도 돼. 다 하면 소리 내어 읽어 줘.”
정답
- ① ?(물음표)
- ② !(느낌표)
- ③ 빵, 우유, 사과를 먹었어요. (쉼표 두 개와 끝의 마침표)
막히면
- “묻는 말이야, 알려 주는 말이야, 느낌이 큰 말이야?”를 한 번만 물어 줍니다. 도움을 받았다면 기록표에 ‘도움’으로 표시합니다.
주의
- ③에서 문장 끝에 쉼표를 찍으면 S07의 주의(문장이 끝나면 마침표)를 다시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아이가 넣은 부호를 정답과 비교하고 흔한 실수를 확인합니다.
시간: 약 2분
이렇게 말해 보세요
- “네가 넣은 부호와 왼쪽을 비교해 볼래?”
- “오른쪽 아래 문장은 어디를 고치면 될까?”
예상 답
- “빵 뒤, 우유 뒤에 쉼표를 넣고 끝에는 마침표를 찍어요.”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처음 보는 문장에서 묻는 문장을 찾고, 나머지 문장의 부호도 고르는지 확인합니다.
시간: 약 2분
이렇게 말해 보세요
- “물음표가 들어갈 문장은 어느 것일까? 왜 그렇게 생각해?”
- “가와 다에는 무엇을 넣으면 좋을까?”
정답
- 나. 무슨 과일이 좋은지 묻는 말입니다.
- 가에는 마침표(.), 다에는 느낌표(!)가 알맞습니다.
막히면
- 세 문장을 끝을 올려 읽어 보고, 묻는 말로 들리는 것을 고르게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할 복습을 알려 줍니다.
시간: 약 2분
이렇게 말해 보세요
- “오늘 배운 부호 네 가지의 이름을 말해 볼래? 카드를 하나씩 들면서 말해 줘.”
예상 답
- “마침표, 물음표, 느낌표, 쉼표요.”
정답
- ① 물음표(?) ② 느낌표(!) ③ 사과, 배, 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보충(누가 + 무엇을 해요)]
목적: S02에서 문장을 만들지 못하면, 문장이 ‘누가’와 ‘무엇을 해요’로 이루어진다는 것을 다시 익힙니다.
시간: 약 5분
이렇게 말해 보세요
- “누가 웃어? 아기가. 아기가 무엇을 해? 웃어요. 이어서 말하면?”
- (부모가 박수를 치며) “엄마(아빠)가 무엇을 하는지 ‘누가’부터 말해 볼래?”
정답
- “아기가 웃어요.” / “엄마가 박수를 쳐요.”(누가와 하는 일이 모두 있으면 맞음)
막히면
- 계획상 앞 차시는 ‘문장으로 말하고 쓰기’(KR22-G01-KOR-SENTENCE-L01)입니다. 몸짓을 보고 문장으로 말하기가 계속 어려우면 그 차시를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말과글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문장 부호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문장 부호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문장 부호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부호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끝의 작은 표시는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일을 할까?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문장 끝에 . ? ! 를 알맞게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쉼표(,)를 쓰고, 부호에 맞게 읽어요.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만들어요</a:t>
            </a:r>
            <a:endParaRPr lang="ko-KR" sz="44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하는지 문장으로 말해요.</a:t>
            </a:r>
            <a:endParaRPr lang="ko-KR" sz="32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9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‘아기가’ 뒤에 말을 이어요.</a:t>
            </a:r>
            <a:endParaRPr lang="ko-KR" sz="3200" dirty="0"/>
          </a:p>
        </p:txBody>
      </p:sp>
      <p:sp>
        <p:nvSpPr>
          <p:cNvPr id="6" name="S02-chip1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11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‘달려요.’ 앞에 누가를 넣어요.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끝에 쓰는 부호</a:t>
            </a:r>
            <a:endParaRPr lang="ko-KR" sz="4400" dirty="0"/>
          </a:p>
        </p:txBody>
      </p:sp>
      <p:sp>
        <p:nvSpPr>
          <p:cNvPr id="3" name="S03-card12"/>
          <p:cNvSpPr/>
          <p:nvPr/>
        </p:nvSpPr>
        <p:spPr>
          <a:xfrm>
            <a:off x="548640" y="534924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48640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 줄 때</a:t>
            </a:r>
            <a:endParaRPr lang="ko-KR" sz="3200" dirty="0"/>
          </a:p>
        </p:txBody>
      </p:sp>
      <p:sp>
        <p:nvSpPr>
          <p:cNvPr id="5" name="S03-card14"/>
          <p:cNvSpPr/>
          <p:nvPr/>
        </p:nvSpPr>
        <p:spPr>
          <a:xfrm>
            <a:off x="4322064" y="534924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4596384" y="548640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때</a:t>
            </a:r>
            <a:endParaRPr lang="ko-KR" sz="3200" dirty="0"/>
          </a:p>
        </p:txBody>
      </p:sp>
      <p:sp>
        <p:nvSpPr>
          <p:cNvPr id="7" name="S03-card16"/>
          <p:cNvSpPr/>
          <p:nvPr/>
        </p:nvSpPr>
        <p:spPr>
          <a:xfrm>
            <a:off x="8095488" y="534924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7"/>
          <p:cNvSpPr txBox="1"/>
          <p:nvPr/>
        </p:nvSpPr>
        <p:spPr>
          <a:xfrm>
            <a:off x="8369808" y="548640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느낌이 클 때</a:t>
            </a:r>
            <a:endParaRPr lang="ko-KR" sz="3200" dirty="0"/>
          </a:p>
        </p:txBody>
      </p:sp>
      <p:sp>
        <p:nvSpPr>
          <p:cNvPr id="9" name="S03-tile18"/>
          <p:cNvSpPr txBox="1"/>
          <p:nvPr/>
        </p:nvSpPr>
        <p:spPr>
          <a:xfrm>
            <a:off x="3835908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ko-KR" sz="5900" dirty="0"/>
          </a:p>
        </p:txBody>
      </p:sp>
      <p:sp>
        <p:nvSpPr>
          <p:cNvPr id="10" name="S03-label19"/>
          <p:cNvSpPr txBox="1"/>
          <p:nvPr/>
        </p:nvSpPr>
        <p:spPr>
          <a:xfrm>
            <a:off x="3735324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마침표</a:t>
            </a:r>
            <a:endParaRPr lang="ko-KR" sz="2200" dirty="0"/>
          </a:p>
        </p:txBody>
      </p:sp>
      <p:sp>
        <p:nvSpPr>
          <p:cNvPr id="11" name="S03-tile20"/>
          <p:cNvSpPr txBox="1"/>
          <p:nvPr/>
        </p:nvSpPr>
        <p:spPr>
          <a:xfrm>
            <a:off x="5408676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2" name="S03-label21"/>
          <p:cNvSpPr txBox="1"/>
          <p:nvPr/>
        </p:nvSpPr>
        <p:spPr>
          <a:xfrm>
            <a:off x="5308092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물음표</a:t>
            </a:r>
            <a:endParaRPr lang="ko-KR" sz="2200" dirty="0"/>
          </a:p>
        </p:txBody>
      </p:sp>
      <p:sp>
        <p:nvSpPr>
          <p:cNvPr id="13" name="S03-tile22"/>
          <p:cNvSpPr txBox="1"/>
          <p:nvPr/>
        </p:nvSpPr>
        <p:spPr>
          <a:xfrm>
            <a:off x="6981444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ko-KR" sz="5900" dirty="0"/>
          </a:p>
        </p:txBody>
      </p:sp>
      <p:sp>
        <p:nvSpPr>
          <p:cNvPr id="14" name="S03-label23"/>
          <p:cNvSpPr txBox="1"/>
          <p:nvPr/>
        </p:nvSpPr>
        <p:spPr>
          <a:xfrm>
            <a:off x="6880860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말, 다른 부호</a:t>
            </a:r>
            <a:endParaRPr lang="ko-KR" sz="4400" dirty="0"/>
          </a:p>
        </p:txBody>
      </p:sp>
      <p:sp>
        <p:nvSpPr>
          <p:cNvPr id="3" name="S04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말도 부호에 따라 다르게 읽어요.</a:t>
            </a:r>
            <a:endParaRPr lang="ko-KR" sz="3200" dirty="0"/>
          </a:p>
        </p:txBody>
      </p:sp>
      <p:sp>
        <p:nvSpPr>
          <p:cNvPr id="4" name="S04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부호를 보면 묻는 말인지, 느낌이 큰 말인지 알 수 있어요.</a:t>
            </a:r>
            <a:endParaRPr lang="ko-KR" sz="3200" dirty="0"/>
          </a:p>
        </p:txBody>
      </p:sp>
      <p:sp>
        <p:nvSpPr>
          <p:cNvPr id="6" name="S04-word27"/>
          <p:cNvSpPr txBox="1"/>
          <p:nvPr/>
        </p:nvSpPr>
        <p:spPr>
          <a:xfrm>
            <a:off x="548640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가요.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끝을 내려 읽어요</a:t>
            </a:r>
            <a:endParaRPr lang="ko-KR" sz="3600" dirty="0"/>
          </a:p>
        </p:txBody>
      </p:sp>
      <p:sp>
        <p:nvSpPr>
          <p:cNvPr id="7" name="S04-word28"/>
          <p:cNvSpPr txBox="1"/>
          <p:nvPr/>
        </p:nvSpPr>
        <p:spPr>
          <a:xfrm>
            <a:off x="4337304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가요?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끝을 올려 읽어요</a:t>
            </a:r>
            <a:endParaRPr lang="ko-KR" sz="3600" dirty="0"/>
          </a:p>
        </p:txBody>
      </p:sp>
      <p:sp>
        <p:nvSpPr>
          <p:cNvPr id="8" name="S04-word29"/>
          <p:cNvSpPr txBox="1"/>
          <p:nvPr/>
        </p:nvSpPr>
        <p:spPr>
          <a:xfrm>
            <a:off x="8125968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가요!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힘주어 읽어요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부호는?</a:t>
            </a:r>
            <a:endParaRPr lang="ko-KR" sz="4400" dirty="0"/>
          </a:p>
        </p:txBody>
      </p:sp>
      <p:sp>
        <p:nvSpPr>
          <p:cNvPr id="3" name="S05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) 안에 알맞은 부호를 넣어요.</a:t>
            </a:r>
            <a:endParaRPr lang="ko-KR" sz="3200" dirty="0"/>
          </a:p>
        </p:txBody>
      </p:sp>
      <p:sp>
        <p:nvSpPr>
          <p:cNvPr id="4" name="S05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묻는 말? 알려 주는 말? 느낌이 큰 말?</a:t>
            </a:r>
            <a:endParaRPr lang="ko-KR" sz="3200" dirty="0"/>
          </a:p>
        </p:txBody>
      </p:sp>
      <p:sp>
        <p:nvSpPr>
          <p:cNvPr id="6" name="S05-chip3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어디에 사니(　　)</a:t>
            </a:r>
            <a:endParaRPr lang="ko-KR" sz="3200" dirty="0"/>
          </a:p>
        </p:txBody>
      </p:sp>
      <p:sp>
        <p:nvSpPr>
          <p:cNvPr id="8" name="S05-chip3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사과를 좋아해요(　　)</a:t>
            </a:r>
            <a:endParaRPr lang="ko-KR" sz="3200" dirty="0"/>
          </a:p>
        </p:txBody>
      </p:sp>
      <p:sp>
        <p:nvSpPr>
          <p:cNvPr id="10" name="S05-chip3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멋지다(　　)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바를까요?</a:t>
            </a:r>
            <a:endParaRPr lang="ko-KR" sz="4400" dirty="0"/>
          </a:p>
        </p:txBody>
      </p:sp>
      <p:sp>
        <p:nvSpPr>
          <p:cNvPr id="3" name="S06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엄마에게 물어보는 말을 썼어요.</a:t>
            </a:r>
            <a:endParaRPr lang="ko-KR" sz="3200" dirty="0"/>
          </a:p>
        </p:txBody>
      </p:sp>
      <p:sp>
        <p:nvSpPr>
          <p:cNvPr id="5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바르게 썼나요? 왜 그럴까요?</a:t>
            </a:r>
            <a:endParaRPr lang="ko-KR" sz="3200" dirty="0"/>
          </a:p>
        </p:txBody>
      </p:sp>
      <p:sp>
        <p:nvSpPr>
          <p:cNvPr id="7" name="S06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6-text4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무엇을 만드세요.</a:t>
            </a:r>
            <a:endParaRPr lang="ko-KR" sz="3200" dirty="0"/>
          </a:p>
        </p:txBody>
      </p:sp>
      <p:sp>
        <p:nvSpPr>
          <p:cNvPr id="9" name="S06-chip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6-text4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무엇을 만드세요?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쉼표(,)는 언제 쓸까요?</a:t>
            </a:r>
            <a:endParaRPr lang="ko-KR" sz="4400" dirty="0"/>
          </a:p>
        </p:txBody>
      </p:sp>
      <p:sp>
        <p:nvSpPr>
          <p:cNvPr id="3" name="S07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쉼표에서는 조금 쉬어 읽어요.</a:t>
            </a:r>
            <a:endParaRPr lang="ko-KR" sz="3200" dirty="0"/>
          </a:p>
        </p:txBody>
      </p:sp>
      <p:sp>
        <p:nvSpPr>
          <p:cNvPr id="5" name="S07-word49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민지야, 같이 놀자.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부르는 말 뒤</a:t>
            </a:r>
            <a:endParaRPr lang="ko-KR" sz="3600" dirty="0"/>
          </a:p>
        </p:txBody>
      </p:sp>
      <p:sp>
        <p:nvSpPr>
          <p:cNvPr id="6" name="S07-word50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사과, 배, 귤을 샀어요.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늘어놓을 때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쉼표를 넣어요</a:t>
            </a:r>
            <a:endParaRPr lang="ko-KR" sz="4400" dirty="0"/>
          </a:p>
        </p:txBody>
      </p:sp>
      <p:sp>
        <p:nvSpPr>
          <p:cNvPr id="3" name="S08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) 안에 쉼표를 넣고 읽어요.</a:t>
            </a:r>
            <a:endParaRPr lang="ko-KR" sz="3200" dirty="0"/>
          </a:p>
        </p:txBody>
      </p:sp>
      <p:sp>
        <p:nvSpPr>
          <p:cNvPr id="4" name="S08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부르는 말 뒤, 늘어놓는 말 사이에 써요.</a:t>
            </a:r>
            <a:endParaRPr lang="ko-KR" sz="3200" dirty="0"/>
          </a:p>
        </p:txBody>
      </p:sp>
      <p:sp>
        <p:nvSpPr>
          <p:cNvPr id="6" name="S08-chip5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5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　　) 이거 보세요.</a:t>
            </a:r>
            <a:endParaRPr lang="ko-KR" sz="3200" dirty="0"/>
          </a:p>
        </p:txBody>
      </p:sp>
      <p:sp>
        <p:nvSpPr>
          <p:cNvPr id="8" name="S08-chip5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5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연필(　　) 지우개(　　) 공책이 있어요.</a:t>
            </a:r>
            <a:endParaRPr lang="ko-KR" sz="3200" dirty="0"/>
          </a:p>
        </p:txBody>
      </p:sp>
      <p:sp>
        <p:nvSpPr>
          <p:cNvPr id="10" name="S08-chip5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5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지호야(　　) 안녕?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부호에 맞게 읽어요</a:t>
            </a:r>
            <a:endParaRPr lang="ko-KR" sz="4400" dirty="0"/>
          </a:p>
        </p:txBody>
      </p:sp>
      <p:sp>
        <p:nvSpPr>
          <p:cNvPr id="3" name="S09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줄씩 주고받으며 읽어 보세요.</a:t>
            </a:r>
            <a:endParaRPr lang="ko-KR" sz="3200" dirty="0"/>
          </a:p>
        </p:txBody>
      </p:sp>
      <p:sp>
        <p:nvSpPr>
          <p:cNvPr id="5" name="S09-passagebox6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6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“지우야, 어디 가니?”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공원에 가.”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“와, 나도 같이 갈래!”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) 안에 알맞은 부호를 넣어요.</a:t>
            </a:r>
            <a:endParaRPr lang="ko-KR" sz="3200" dirty="0"/>
          </a:p>
        </p:txBody>
      </p:sp>
      <p:sp>
        <p:nvSpPr>
          <p:cNvPr id="4" name="S10-chip6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6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날씨가 어때(　　)</a:t>
            </a:r>
            <a:endParaRPr lang="ko-KR" sz="3200" dirty="0"/>
          </a:p>
        </p:txBody>
      </p:sp>
      <p:sp>
        <p:nvSpPr>
          <p:cNvPr id="6" name="S10-chip6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6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앗, 뜨거워(　　)</a:t>
            </a:r>
            <a:endParaRPr lang="ko-KR" sz="3200" dirty="0"/>
          </a:p>
        </p:txBody>
      </p:sp>
      <p:sp>
        <p:nvSpPr>
          <p:cNvPr id="8" name="S10-chip6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7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빵(　　) 우유(　　) 사과를 먹었어요(　　)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71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2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물음표는 물을 때, 느낌표는 느낌이 클 때, 마침표는 알려 줄 때 써요.</a:t>
            </a:r>
            <a:endParaRPr lang="ko-KR" sz="3200" dirty="0"/>
          </a:p>
        </p:txBody>
      </p:sp>
      <p:sp>
        <p:nvSpPr>
          <p:cNvPr id="5" name="S11-chip7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74"/>
          <p:cNvSpPr txBox="1"/>
          <p:nvPr/>
        </p:nvSpPr>
        <p:spPr>
          <a:xfrm>
            <a:off x="548640" y="2057400"/>
            <a:ext cx="5362956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날씨가 어때?</a:t>
            </a:r>
            <a:endParaRPr lang="ko-KR" sz="3200" dirty="0"/>
          </a:p>
        </p:txBody>
      </p:sp>
      <p:sp>
        <p:nvSpPr>
          <p:cNvPr id="7" name="S11-text75"/>
          <p:cNvSpPr txBox="1"/>
          <p:nvPr/>
        </p:nvSpPr>
        <p:spPr>
          <a:xfrm>
            <a:off x="548640" y="2973493"/>
            <a:ext cx="5362956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앗, 뜨거워!</a:t>
            </a:r>
            <a:endParaRPr lang="ko-KR" sz="3200" dirty="0"/>
          </a:p>
        </p:txBody>
      </p:sp>
      <p:sp>
        <p:nvSpPr>
          <p:cNvPr id="8" name="S11-text76"/>
          <p:cNvSpPr txBox="1"/>
          <p:nvPr/>
        </p:nvSpPr>
        <p:spPr>
          <a:xfrm>
            <a:off x="548640" y="3889587"/>
            <a:ext cx="5362956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빵, 우유, 사과를 먹었어요.</a:t>
            </a:r>
            <a:endParaRPr lang="ko-KR" sz="2600" dirty="0"/>
          </a:p>
        </p:txBody>
      </p:sp>
      <p:sp>
        <p:nvSpPr>
          <p:cNvPr id="9" name="S11-chip7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0" name="S11-text7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날씨가 어때.</a:t>
            </a:r>
            <a:endParaRPr lang="ko-KR" sz="3200" dirty="0"/>
          </a:p>
        </p:txBody>
      </p:sp>
      <p:sp>
        <p:nvSpPr>
          <p:cNvPr id="11" name="S11-text7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묻는 말인데 마침표</a:t>
            </a:r>
            <a:endParaRPr lang="ko-KR" sz="2600" dirty="0"/>
          </a:p>
        </p:txBody>
      </p:sp>
      <p:sp>
        <p:nvSpPr>
          <p:cNvPr id="12" name="S11-text8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빵 우유 사과를 먹었어요,</a:t>
            </a:r>
            <a:endParaRPr lang="ko-KR" sz="2600" dirty="0"/>
          </a:p>
        </p:txBody>
      </p:sp>
      <p:sp>
        <p:nvSpPr>
          <p:cNvPr id="13" name="S11-text8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쉼표 자리가 틀림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물음표가 들어갈 곳</a:t>
            </a:r>
            <a:endParaRPr lang="ko-KR" sz="4400" dirty="0"/>
          </a:p>
        </p:txBody>
      </p:sp>
      <p:sp>
        <p:nvSpPr>
          <p:cNvPr id="3" name="S12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물음표(?)가 들어갈 문장은 어느 것일까요?</a:t>
            </a:r>
            <a:endParaRPr lang="ko-KR" sz="3200" dirty="0"/>
          </a:p>
        </p:txBody>
      </p:sp>
      <p:sp>
        <p:nvSpPr>
          <p:cNvPr id="4" name="S12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말하고, 나머지에 넣을 부호도 말해 보세요.</a:t>
            </a:r>
            <a:endParaRPr lang="ko-KR" sz="3200" dirty="0"/>
          </a:p>
        </p:txBody>
      </p:sp>
      <p:sp>
        <p:nvSpPr>
          <p:cNvPr id="6" name="S12-chip8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8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8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사과가 좋아요(　　)</a:t>
            </a:r>
            <a:endParaRPr lang="ko-KR" sz="3200" dirty="0"/>
          </a:p>
        </p:txBody>
      </p:sp>
      <p:sp>
        <p:nvSpPr>
          <p:cNvPr id="9" name="S12-chip8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8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무슨 과일이 좋니(　　)</a:t>
            </a:r>
            <a:endParaRPr lang="ko-KR" sz="3200" dirty="0"/>
          </a:p>
        </p:txBody>
      </p:sp>
      <p:sp>
        <p:nvSpPr>
          <p:cNvPr id="12" name="S12-chip9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9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9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와, 사과가 정말 크다(　　)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끝에는 마침표·물음표·느낌표를, 쉬어 갈 곳에는 쉼표를 써요.</a:t>
            </a:r>
            <a:endParaRPr lang="ko-KR" sz="3200" dirty="0"/>
          </a:p>
        </p:txBody>
      </p:sp>
      <p:sp>
        <p:nvSpPr>
          <p:cNvPr id="5" name="S13-chip9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뜻에 맞는 부호 쓰기</a:t>
            </a:r>
            <a:endParaRPr lang="ko-KR" sz="2600" dirty="0"/>
          </a:p>
        </p:txBody>
      </p:sp>
      <p:sp>
        <p:nvSpPr>
          <p:cNvPr id="6" name="S13-chip9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모든 문장에 마침표만</a:t>
            </a:r>
            <a:endParaRPr lang="ko-KR" sz="2600" dirty="0"/>
          </a:p>
        </p:txBody>
      </p:sp>
      <p:sp>
        <p:nvSpPr>
          <p:cNvPr id="7" name="S13-text9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묻는 문장 끝 부호는?</a:t>
            </a:r>
            <a:endParaRPr lang="ko-KR" sz="2600" dirty="0"/>
          </a:p>
        </p:txBody>
      </p:sp>
      <p:sp>
        <p:nvSpPr>
          <p:cNvPr id="9" name="S13-text10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느낌이 큰 문장 끝 부호는?</a:t>
            </a:r>
            <a:endParaRPr lang="ko-KR" sz="2600" dirty="0"/>
          </a:p>
        </p:txBody>
      </p:sp>
      <p:sp>
        <p:nvSpPr>
          <p:cNvPr id="10" name="S13-text10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‘사과 배 귤’에 쉼표 넣기</a:t>
            </a:r>
            <a:endParaRPr lang="ko-KR" sz="2600" dirty="0"/>
          </a:p>
        </p:txBody>
      </p:sp>
      <p:sp>
        <p:nvSpPr>
          <p:cNvPr id="11" name="S13-text1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그림일기 쓰기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누가 + 무엇을 해요</a:t>
            </a:r>
            <a:endParaRPr lang="ko-KR" sz="4400" dirty="0"/>
          </a:p>
        </p:txBody>
      </p:sp>
      <p:sp>
        <p:nvSpPr>
          <p:cNvPr id="3" name="S14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말을 이으면 문장이 돼요. 끝에 점을 찍어요.</a:t>
            </a:r>
            <a:endParaRPr lang="ko-KR" sz="3200" dirty="0"/>
          </a:p>
        </p:txBody>
      </p:sp>
      <p:sp>
        <p:nvSpPr>
          <p:cNvPr id="5" name="S14-step105"/>
          <p:cNvSpPr txBox="1"/>
          <p:nvPr/>
        </p:nvSpPr>
        <p:spPr>
          <a:xfrm>
            <a:off x="2962656" y="230886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</a:t>
            </a:r>
            <a:endParaRPr lang="ko-KR" sz="3200" dirty="0"/>
          </a:p>
        </p:txBody>
      </p:sp>
      <p:sp>
        <p:nvSpPr>
          <p:cNvPr id="6" name="S14-line106"/>
          <p:cNvSpPr/>
          <p:nvPr/>
        </p:nvSpPr>
        <p:spPr>
          <a:xfrm>
            <a:off x="5943600" y="32232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" name="S14-step107"/>
          <p:cNvSpPr txBox="1"/>
          <p:nvPr/>
        </p:nvSpPr>
        <p:spPr>
          <a:xfrm>
            <a:off x="6300216" y="230886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해요?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문장 부호</dc:title>
  <dc:subject>KR22-G01-KOR-PUNCT-L01</dc:subject>
  <dc:creator>education-ppt</dc:creator>
  <cp:lastModifiedBy>education-ppt</cp:lastModifiedBy>
  <cp:revision>1</cp:revision>
  <dcterms:created xsi:type="dcterms:W3CDTF">2026-10-26T06:54:40Z</dcterms:created>
  <dcterms:modified xsi:type="dcterms:W3CDTF">2026-10-26T06:54:40Z</dcterms:modified>
</cp:coreProperties>
</file>