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cf5e474-293d-f685-700d-81aa3f2a132c}">
          <p14:sldIdLst>
            <p14:sldId id="256"/>
            <p14:sldId id="257"/>
          </p14:sldIdLst>
        </p14:section>
        <p14:section name="개념" id="{d7e7733f-c9e8-c22f-4761-0eba6d0e29d3}">
          <p14:sldIdLst>
            <p14:sldId id="258"/>
            <p14:sldId id="259"/>
          </p14:sldIdLst>
        </p14:section>
        <p14:section name="연습" id="{41355b75-2684-e889-00cd-d085915d2fd6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36d7c751-fcaf-cc25-79e0-1489b15358b5}">
          <p14:sldIdLst>
            <p14:sldId id="265"/>
            <p14:sldId id="266"/>
          </p14:sldIdLst>
        </p14:section>
        <p14:section name="정리" id="{71feaf2c-495b-f280-a9ed-2d866b4976f7}">
          <p14:sldIdLst>
            <p14:sldId id="267"/>
          </p14:sldIdLst>
        </p14:section>
        <p14:section name="보충" id="{476ef856-b123-9b76-3f51-a0cff1b7cc5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부호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작은 표시는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일을 할까?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 끝에 . ? ! 를 알맞게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쉼표(,)를 쓰고, 부호에 맞게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만들어요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문장으로 말해요.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‘아기가’ 뒤에 말을 이어요.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‘달려요.’ 앞에 누가를 넣어요.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쓰는 부호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200" dirty="0"/>
          </a:p>
        </p:txBody>
      </p:sp>
      <p:sp>
        <p:nvSpPr>
          <p:cNvPr id="9" name="S03-tile1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10" name="S03-label1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</a:t>
            </a:r>
            <a:endParaRPr lang="ko-KR" sz="2200" dirty="0"/>
          </a:p>
        </p:txBody>
      </p:sp>
      <p:sp>
        <p:nvSpPr>
          <p:cNvPr id="11" name="S03-tile2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03-label2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</a:t>
            </a:r>
            <a:endParaRPr lang="ko-KR" sz="2200" dirty="0"/>
          </a:p>
        </p:txBody>
      </p:sp>
      <p:sp>
        <p:nvSpPr>
          <p:cNvPr id="13" name="S03-tile2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14" name="S03-label2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말, 다른 부호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말도 부호에 따라 다르게 읽어요.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부호를 보면 묻는 말인지, 느낌이 큰 말인지 알 수 있어요.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내려 읽어요</a:t>
            </a:r>
            <a:endParaRPr lang="ko-KR" sz="3600" dirty="0"/>
          </a:p>
        </p:txBody>
      </p:sp>
      <p:sp>
        <p:nvSpPr>
          <p:cNvPr id="7" name="S04-word28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올려 읽어요</a:t>
            </a:r>
            <a:endParaRPr lang="ko-KR" sz="3600" dirty="0"/>
          </a:p>
        </p:txBody>
      </p:sp>
      <p:sp>
        <p:nvSpPr>
          <p:cNvPr id="8" name="S04-word29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힘주어 읽어요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말? 알려 주는 말? 느낌이 큰 말?</a:t>
            </a:r>
            <a:endParaRPr lang="ko-KR" sz="32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어디에 사니(　　)</a:t>
            </a:r>
            <a:endParaRPr lang="ko-KR" sz="32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좋아해요(　　)</a:t>
            </a:r>
            <a:endParaRPr lang="ko-KR" sz="32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멋지다(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엄마에게 물어보는 말을 썼어요.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 그럴까요?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만드세요.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쉼표(,)는 언제 쓸까요?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쉼표에서는 조금 쉬어 읽어요.</a:t>
            </a:r>
            <a:endParaRPr lang="ko-KR" sz="3200" dirty="0"/>
          </a:p>
        </p:txBody>
      </p:sp>
      <p:sp>
        <p:nvSpPr>
          <p:cNvPr id="5" name="S07-word4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민지야, 같이 놀자.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</a:t>
            </a:r>
            <a:endParaRPr lang="ko-KR" sz="3600" dirty="0"/>
          </a:p>
        </p:txBody>
      </p:sp>
      <p:sp>
        <p:nvSpPr>
          <p:cNvPr id="6" name="S07-word5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사과, 배, 귤을 샀어요.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늘어놓을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쉼표를 넣어요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쉼표를 넣고 읽어요.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뒤, 늘어놓는 말 사이에 써요.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　　) 이거 보세요.</a:t>
            </a:r>
            <a:endParaRPr lang="ko-KR" sz="3200" dirty="0"/>
          </a:p>
        </p:txBody>
      </p:sp>
      <p:sp>
        <p:nvSpPr>
          <p:cNvPr id="8" name="S08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연필(　　) 지우개(　　) 공책이 있어요.</a:t>
            </a:r>
            <a:endParaRPr lang="ko-KR" sz="32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지호야(　　) 안녕?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부호에 맞게 읽어요</a:t>
            </a:r>
            <a:endParaRPr lang="ko-KR" sz="4400" dirty="0"/>
          </a:p>
        </p:txBody>
      </p:sp>
      <p:sp>
        <p:nvSpPr>
          <p:cNvPr id="3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 읽어 보세요.</a:t>
            </a:r>
            <a:endParaRPr lang="ko-KR" sz="3200" dirty="0"/>
          </a:p>
        </p:txBody>
      </p:sp>
      <p:sp>
        <p:nvSpPr>
          <p:cNvPr id="5" name="S09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“지우야, 어디 가니?”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가.”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“와, 나도 같이 갈래!”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10-chip6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어때(　　)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뜨거워(　　)</a:t>
            </a:r>
            <a:endParaRPr lang="ko-KR" sz="32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빵(　　) 우유(　　) 사과를 먹었어요(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물음표가 들어갈 곳</a:t>
            </a:r>
            <a:endParaRPr lang="ko-KR" sz="44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물음표(?)가 들어갈 문장은 어느 것일까요?</a:t>
            </a:r>
            <a:endParaRPr lang="ko-KR" sz="32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말하고, 나머지에 넣을 부호도 말해 보세요.</a:t>
            </a:r>
            <a:endParaRPr lang="ko-KR" sz="3200" dirty="0"/>
          </a:p>
        </p:txBody>
      </p:sp>
      <p:sp>
        <p:nvSpPr>
          <p:cNvPr id="6" name="S12-chip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사과가 좋아요(　　)</a:t>
            </a:r>
            <a:endParaRPr lang="ko-KR" sz="3200" dirty="0"/>
          </a:p>
        </p:txBody>
      </p:sp>
      <p:sp>
        <p:nvSpPr>
          <p:cNvPr id="9" name="S12-chip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무슨 과일이 좋니(　　)</a:t>
            </a:r>
            <a:endParaRPr lang="ko-KR" sz="3200" dirty="0"/>
          </a:p>
        </p:txBody>
      </p:sp>
      <p:sp>
        <p:nvSpPr>
          <p:cNvPr id="12" name="S12-chip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사과가 정말 크다(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끝에는 마침표·물음표·느낌표를, 쉬어 갈 곳에는 쉼표를 써요.</a:t>
            </a:r>
            <a:endParaRPr lang="ko-KR" sz="32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부호 쓰기</a:t>
            </a:r>
            <a:endParaRPr lang="ko-KR" sz="2600" dirty="0"/>
          </a:p>
        </p:txBody>
      </p:sp>
      <p:sp>
        <p:nvSpPr>
          <p:cNvPr id="6" name="S13-chip8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모든 문장에 마침표만</a:t>
            </a:r>
            <a:endParaRPr lang="ko-KR" sz="2600" dirty="0"/>
          </a:p>
        </p:txBody>
      </p:sp>
      <p:sp>
        <p:nvSpPr>
          <p:cNvPr id="7" name="S13-text8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묻는 문장 끝 부호는?</a:t>
            </a:r>
            <a:endParaRPr lang="ko-KR" sz="2600" dirty="0"/>
          </a:p>
        </p:txBody>
      </p:sp>
      <p:sp>
        <p:nvSpPr>
          <p:cNvPr id="9" name="S13-text8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느낌이 큰 문장 끝 부호는?</a:t>
            </a:r>
            <a:endParaRPr lang="ko-KR" sz="2600" dirty="0"/>
          </a:p>
        </p:txBody>
      </p:sp>
      <p:sp>
        <p:nvSpPr>
          <p:cNvPr id="10" name="S13-text9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‘사과 배 귤’에 쉼표 넣기</a:t>
            </a:r>
            <a:endParaRPr lang="ko-KR" sz="2600" dirty="0"/>
          </a:p>
        </p:txBody>
      </p:sp>
      <p:sp>
        <p:nvSpPr>
          <p:cNvPr id="11" name="S13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그림일기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누가 + 무엇을 해요</a:t>
            </a:r>
            <a:endParaRPr lang="ko-KR" sz="4400" dirty="0"/>
          </a:p>
        </p:txBody>
      </p:sp>
      <p:sp>
        <p:nvSpPr>
          <p:cNvPr id="3" name="S1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 끝에 점을 찍어요.</a:t>
            </a:r>
            <a:endParaRPr lang="ko-KR" sz="3200" dirty="0"/>
          </a:p>
        </p:txBody>
      </p:sp>
      <p:sp>
        <p:nvSpPr>
          <p:cNvPr id="5" name="S14-step94"/>
          <p:cNvSpPr txBox="1"/>
          <p:nvPr/>
        </p:nvSpPr>
        <p:spPr>
          <a:xfrm>
            <a:off x="296265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200" dirty="0"/>
          </a:p>
        </p:txBody>
      </p:sp>
      <p:sp>
        <p:nvSpPr>
          <p:cNvPr id="6" name="S14-line95"/>
          <p:cNvSpPr/>
          <p:nvPr/>
        </p:nvSpPr>
        <p:spPr>
          <a:xfrm>
            <a:off x="594360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14-step96"/>
          <p:cNvSpPr txBox="1"/>
          <p:nvPr/>
        </p:nvSpPr>
        <p:spPr>
          <a:xfrm>
            <a:off x="630021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 부호</dc:title>
  <dc:subject>KR22-G01-KOR-PUNCT-L01</dc:subject>
  <dc:creator>education-ppt</dc:creator>
  <cp:lastModifiedBy>education-ppt</cp:lastModifiedBy>
  <cp:revision>1</cp:revision>
  <dcterms:created xsi:type="dcterms:W3CDTF">2026-10-26T07:44:35Z</dcterms:created>
  <dcterms:modified xsi:type="dcterms:W3CDTF">2026-10-26T07:44:35Z</dcterms:modified>
</cp:coreProperties>
</file>