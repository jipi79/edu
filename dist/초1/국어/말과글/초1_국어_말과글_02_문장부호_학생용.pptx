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877b63c-36ab-1b93-fef0-ccbc3829799a}">
          <p14:sldIdLst>
            <p14:sldId id="256"/>
            <p14:sldId id="257"/>
          </p14:sldIdLst>
        </p14:section>
        <p14:section name="개념" id="{e90e55df-8d5b-0a30-f091-7a4396fce03e}">
          <p14:sldIdLst>
            <p14:sldId id="258"/>
            <p14:sldId id="259"/>
          </p14:sldIdLst>
        </p14:section>
        <p14:section name="연습" id="{ce1a7e6b-2b02-0c9c-a67f-99cc01807f81}">
          <p14:sldIdLst>
            <p14:sldId id="260"/>
            <p14:sldId id="261"/>
            <p14:sldId id="262"/>
            <p14:sldId id="263"/>
            <p14:sldId id="264"/>
          </p14:sldIdLst>
        </p14:section>
        <p14:section name="확인" id="{80c9d2a3-edd3-bf2c-61fe-45ddfb965d58}">
          <p14:sldIdLst>
            <p14:sldId id="265"/>
            <p14:sldId id="266"/>
          </p14:sldIdLst>
        </p14:section>
        <p14:section name="정리" id="{8e52a007-5693-dbd4-d5e4-8cccb5c104bd}">
          <p14:sldIdLst>
            <p14:sldId id="267"/>
          </p14:sldIdLst>
        </p14:section>
        <p14:section name="보충" id="{a667e774-34f6-d6f6-6097-ef10b682ec22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말과글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문장 부호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문장 부호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문장 부호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부호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끝의 작은 표시는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일을 할까?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8183880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6" name="S01-tile3"/>
          <p:cNvSpPr txBox="1"/>
          <p:nvPr/>
        </p:nvSpPr>
        <p:spPr>
          <a:xfrm>
            <a:off x="8183880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ko-KR" sz="5900" dirty="0"/>
          </a:p>
        </p:txBody>
      </p:sp>
      <p:sp>
        <p:nvSpPr>
          <p:cNvPr id="7" name="S01-tile4"/>
          <p:cNvSpPr txBox="1"/>
          <p:nvPr/>
        </p:nvSpPr>
        <p:spPr>
          <a:xfrm>
            <a:off x="9747504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5900" dirty="0"/>
          </a:p>
        </p:txBody>
      </p:sp>
      <p:sp>
        <p:nvSpPr>
          <p:cNvPr id="8" name="S01-card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문장 끝에 . ? ! 를 알맞게 써요.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쉼표(,)를 쓰고, 부호에 맞게 읽어요.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만들어요</a:t>
            </a:r>
            <a:endParaRPr lang="ko-KR" sz="44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무엇을 하는지 문장으로 말해요.</a:t>
            </a:r>
            <a:endParaRPr lang="ko-KR" sz="3200" dirty="0"/>
          </a:p>
        </p:txBody>
      </p:sp>
      <p:sp>
        <p:nvSpPr>
          <p:cNvPr id="4" name="S02-chip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9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‘아기가’ 뒤에 말을 이어요.</a:t>
            </a:r>
            <a:endParaRPr lang="ko-KR" sz="3200" dirty="0"/>
          </a:p>
        </p:txBody>
      </p:sp>
      <p:sp>
        <p:nvSpPr>
          <p:cNvPr id="6" name="S02-chip1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11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‘달려요.’ 앞에 누가를 넣어요.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끝에 쓰는 부호</a:t>
            </a:r>
            <a:endParaRPr lang="ko-KR" sz="4400" dirty="0"/>
          </a:p>
        </p:txBody>
      </p:sp>
      <p:sp>
        <p:nvSpPr>
          <p:cNvPr id="3" name="S03-card12"/>
          <p:cNvSpPr/>
          <p:nvPr/>
        </p:nvSpPr>
        <p:spPr>
          <a:xfrm>
            <a:off x="548640" y="534924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48640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 줄 때</a:t>
            </a:r>
            <a:endParaRPr lang="ko-KR" sz="3200" dirty="0"/>
          </a:p>
        </p:txBody>
      </p:sp>
      <p:sp>
        <p:nvSpPr>
          <p:cNvPr id="5" name="S03-card14"/>
          <p:cNvSpPr/>
          <p:nvPr/>
        </p:nvSpPr>
        <p:spPr>
          <a:xfrm>
            <a:off x="4322064" y="534924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5"/>
          <p:cNvSpPr txBox="1"/>
          <p:nvPr/>
        </p:nvSpPr>
        <p:spPr>
          <a:xfrm>
            <a:off x="4596384" y="548640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때</a:t>
            </a:r>
            <a:endParaRPr lang="ko-KR" sz="3200" dirty="0"/>
          </a:p>
        </p:txBody>
      </p:sp>
      <p:sp>
        <p:nvSpPr>
          <p:cNvPr id="7" name="S03-card16"/>
          <p:cNvSpPr/>
          <p:nvPr/>
        </p:nvSpPr>
        <p:spPr>
          <a:xfrm>
            <a:off x="8095488" y="534924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7"/>
          <p:cNvSpPr txBox="1"/>
          <p:nvPr/>
        </p:nvSpPr>
        <p:spPr>
          <a:xfrm>
            <a:off x="8369808" y="548640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느낌이 클 때</a:t>
            </a:r>
            <a:endParaRPr lang="ko-KR" sz="3200" dirty="0"/>
          </a:p>
        </p:txBody>
      </p:sp>
      <p:sp>
        <p:nvSpPr>
          <p:cNvPr id="9" name="S03-tile18"/>
          <p:cNvSpPr txBox="1"/>
          <p:nvPr/>
        </p:nvSpPr>
        <p:spPr>
          <a:xfrm>
            <a:off x="3835908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ko-KR" sz="5900" dirty="0"/>
          </a:p>
        </p:txBody>
      </p:sp>
      <p:sp>
        <p:nvSpPr>
          <p:cNvPr id="10" name="S03-label19"/>
          <p:cNvSpPr txBox="1"/>
          <p:nvPr/>
        </p:nvSpPr>
        <p:spPr>
          <a:xfrm>
            <a:off x="3735324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마침표</a:t>
            </a:r>
            <a:endParaRPr lang="ko-KR" sz="2200" dirty="0"/>
          </a:p>
        </p:txBody>
      </p:sp>
      <p:sp>
        <p:nvSpPr>
          <p:cNvPr id="11" name="S03-tile20"/>
          <p:cNvSpPr txBox="1"/>
          <p:nvPr/>
        </p:nvSpPr>
        <p:spPr>
          <a:xfrm>
            <a:off x="5408676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12" name="S03-label21"/>
          <p:cNvSpPr txBox="1"/>
          <p:nvPr/>
        </p:nvSpPr>
        <p:spPr>
          <a:xfrm>
            <a:off x="5308092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물음표</a:t>
            </a:r>
            <a:endParaRPr lang="ko-KR" sz="2200" dirty="0"/>
          </a:p>
        </p:txBody>
      </p:sp>
      <p:sp>
        <p:nvSpPr>
          <p:cNvPr id="13" name="S03-tile22"/>
          <p:cNvSpPr txBox="1"/>
          <p:nvPr/>
        </p:nvSpPr>
        <p:spPr>
          <a:xfrm>
            <a:off x="6981444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ko-KR" sz="5900" dirty="0"/>
          </a:p>
        </p:txBody>
      </p:sp>
      <p:sp>
        <p:nvSpPr>
          <p:cNvPr id="14" name="S03-label23"/>
          <p:cNvSpPr txBox="1"/>
          <p:nvPr/>
        </p:nvSpPr>
        <p:spPr>
          <a:xfrm>
            <a:off x="6880860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말, 다른 부호</a:t>
            </a:r>
            <a:endParaRPr lang="ko-KR" sz="4400" dirty="0"/>
          </a:p>
        </p:txBody>
      </p:sp>
      <p:sp>
        <p:nvSpPr>
          <p:cNvPr id="3" name="S04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말도 부호에 따라 다르게 읽어요.</a:t>
            </a:r>
            <a:endParaRPr lang="ko-KR" sz="3200" dirty="0"/>
          </a:p>
        </p:txBody>
      </p:sp>
      <p:sp>
        <p:nvSpPr>
          <p:cNvPr id="4" name="S04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부호를 보면 묻는 말인지, 느낌이 큰 말인지 알 수 있어요.</a:t>
            </a:r>
            <a:endParaRPr lang="ko-KR" sz="3200" dirty="0"/>
          </a:p>
        </p:txBody>
      </p:sp>
      <p:sp>
        <p:nvSpPr>
          <p:cNvPr id="6" name="S04-word27"/>
          <p:cNvSpPr txBox="1"/>
          <p:nvPr/>
        </p:nvSpPr>
        <p:spPr>
          <a:xfrm>
            <a:off x="548640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가요.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끝을 내려 읽어요</a:t>
            </a:r>
            <a:endParaRPr lang="ko-KR" sz="3600" dirty="0"/>
          </a:p>
        </p:txBody>
      </p:sp>
      <p:sp>
        <p:nvSpPr>
          <p:cNvPr id="7" name="S04-word28"/>
          <p:cNvSpPr txBox="1"/>
          <p:nvPr/>
        </p:nvSpPr>
        <p:spPr>
          <a:xfrm>
            <a:off x="4337304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가요?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끝을 올려 읽어요</a:t>
            </a:r>
            <a:endParaRPr lang="ko-KR" sz="3600" dirty="0"/>
          </a:p>
        </p:txBody>
      </p:sp>
      <p:sp>
        <p:nvSpPr>
          <p:cNvPr id="8" name="S04-word29"/>
          <p:cNvSpPr txBox="1"/>
          <p:nvPr/>
        </p:nvSpPr>
        <p:spPr>
          <a:xfrm>
            <a:off x="8125968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가요!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힘주어 읽어요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부호는?</a:t>
            </a:r>
            <a:endParaRPr lang="ko-KR" sz="4400" dirty="0"/>
          </a:p>
        </p:txBody>
      </p:sp>
      <p:sp>
        <p:nvSpPr>
          <p:cNvPr id="3" name="S05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　) 안에 알맞은 부호를 넣어요.</a:t>
            </a:r>
            <a:endParaRPr lang="ko-KR" sz="3200" dirty="0"/>
          </a:p>
        </p:txBody>
      </p:sp>
      <p:sp>
        <p:nvSpPr>
          <p:cNvPr id="4" name="S05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묻는 말? 알려 주는 말? 느낌이 큰 말?</a:t>
            </a:r>
            <a:endParaRPr lang="ko-KR" sz="3200" dirty="0"/>
          </a:p>
        </p:txBody>
      </p:sp>
      <p:sp>
        <p:nvSpPr>
          <p:cNvPr id="6" name="S05-chip3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3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어디에 사니(　　)</a:t>
            </a:r>
            <a:endParaRPr lang="ko-KR" sz="3200" dirty="0"/>
          </a:p>
        </p:txBody>
      </p:sp>
      <p:sp>
        <p:nvSpPr>
          <p:cNvPr id="8" name="S05-chip3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3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사과를 좋아해요(　　)</a:t>
            </a:r>
            <a:endParaRPr lang="ko-KR" sz="3200" dirty="0"/>
          </a:p>
        </p:txBody>
      </p:sp>
      <p:sp>
        <p:nvSpPr>
          <p:cNvPr id="10" name="S05-chip3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3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정말 멋지다(　　)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바를까요?</a:t>
            </a:r>
            <a:endParaRPr lang="ko-KR" sz="4400" dirty="0"/>
          </a:p>
        </p:txBody>
      </p:sp>
      <p:sp>
        <p:nvSpPr>
          <p:cNvPr id="3" name="S06-card3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엄마에게 물어보는 말을 썼어요.</a:t>
            </a:r>
            <a:endParaRPr lang="ko-KR" sz="3200" dirty="0"/>
          </a:p>
        </p:txBody>
      </p:sp>
      <p:sp>
        <p:nvSpPr>
          <p:cNvPr id="5" name="S06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바르게 썼나요? 왜 그럴까요?</a:t>
            </a:r>
            <a:endParaRPr lang="ko-KR" sz="3200" dirty="0"/>
          </a:p>
        </p:txBody>
      </p:sp>
      <p:sp>
        <p:nvSpPr>
          <p:cNvPr id="7" name="S06-chip4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6-text4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무엇을 만드세요.</a:t>
            </a:r>
            <a:endParaRPr lang="ko-KR" sz="3200" dirty="0"/>
          </a:p>
        </p:txBody>
      </p:sp>
      <p:sp>
        <p:nvSpPr>
          <p:cNvPr id="9" name="S06-chip4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6-text4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무엇을 만드세요?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쉼표(,)는 언제 쓸까요?</a:t>
            </a:r>
            <a:endParaRPr lang="ko-KR" sz="4400" dirty="0"/>
          </a:p>
        </p:txBody>
      </p:sp>
      <p:sp>
        <p:nvSpPr>
          <p:cNvPr id="3" name="S07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쉼표에서는 조금 쉬어 읽어요.</a:t>
            </a:r>
            <a:endParaRPr lang="ko-KR" sz="3200" dirty="0"/>
          </a:p>
        </p:txBody>
      </p:sp>
      <p:sp>
        <p:nvSpPr>
          <p:cNvPr id="5" name="S07-word49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민지야, 같이 놀자.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부르는 말 뒤</a:t>
            </a:r>
            <a:endParaRPr lang="ko-KR" sz="3600" dirty="0"/>
          </a:p>
        </p:txBody>
      </p:sp>
      <p:sp>
        <p:nvSpPr>
          <p:cNvPr id="6" name="S07-word50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사과, 배, 귤을 샀어요.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늘어놓을 때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쉼표를 넣어요</a:t>
            </a:r>
            <a:endParaRPr lang="ko-KR" sz="4400" dirty="0"/>
          </a:p>
        </p:txBody>
      </p:sp>
      <p:sp>
        <p:nvSpPr>
          <p:cNvPr id="3" name="S08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　) 안에 쉼표를 넣고 읽어요.</a:t>
            </a:r>
            <a:endParaRPr lang="ko-KR" sz="3200" dirty="0"/>
          </a:p>
        </p:txBody>
      </p:sp>
      <p:sp>
        <p:nvSpPr>
          <p:cNvPr id="4" name="S08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부르는 말 뒤, 늘어놓는 말 사이에 써요.</a:t>
            </a:r>
            <a:endParaRPr lang="ko-KR" sz="3200" dirty="0"/>
          </a:p>
        </p:txBody>
      </p:sp>
      <p:sp>
        <p:nvSpPr>
          <p:cNvPr id="6" name="S08-chip5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text5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　　) 이거 보세요.</a:t>
            </a:r>
            <a:endParaRPr lang="ko-KR" sz="3200" dirty="0"/>
          </a:p>
        </p:txBody>
      </p:sp>
      <p:sp>
        <p:nvSpPr>
          <p:cNvPr id="8" name="S08-chip5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8-text5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연필(　　) 지우개(　　) 공책이 있어요.</a:t>
            </a:r>
            <a:endParaRPr lang="ko-KR" sz="3200" dirty="0"/>
          </a:p>
        </p:txBody>
      </p:sp>
      <p:sp>
        <p:nvSpPr>
          <p:cNvPr id="10" name="S08-chip5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text5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지호야(　　) 안녕?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부호에 맞게 읽어요</a:t>
            </a:r>
            <a:endParaRPr lang="ko-KR" sz="4400" dirty="0"/>
          </a:p>
        </p:txBody>
      </p:sp>
      <p:sp>
        <p:nvSpPr>
          <p:cNvPr id="3" name="S09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줄씩 주고받으며 읽어 보세요.</a:t>
            </a:r>
            <a:endParaRPr lang="ko-KR" sz="3200" dirty="0"/>
          </a:p>
        </p:txBody>
      </p:sp>
      <p:sp>
        <p:nvSpPr>
          <p:cNvPr id="5" name="S09-passagebox6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6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“지우야, 어디 가니?”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공원에 가.”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“와, 나도 같이 갈래!”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　) 안에 알맞은 부호를 넣어요.</a:t>
            </a:r>
            <a:endParaRPr lang="ko-KR" sz="3200" dirty="0"/>
          </a:p>
        </p:txBody>
      </p:sp>
      <p:sp>
        <p:nvSpPr>
          <p:cNvPr id="4" name="S10-chip6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ext6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날씨가 어때(　　)</a:t>
            </a:r>
            <a:endParaRPr lang="ko-KR" sz="3200" dirty="0"/>
          </a:p>
        </p:txBody>
      </p:sp>
      <p:sp>
        <p:nvSpPr>
          <p:cNvPr id="6" name="S10-chip6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text6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앗, 뜨거워(　　)</a:t>
            </a:r>
            <a:endParaRPr lang="ko-KR" sz="3200" dirty="0"/>
          </a:p>
        </p:txBody>
      </p:sp>
      <p:sp>
        <p:nvSpPr>
          <p:cNvPr id="8" name="S10-chip6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7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빵(　　) 우유(　　) 사과를 먹었어요(　　)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물음표가 들어갈 곳</a:t>
            </a:r>
            <a:endParaRPr lang="ko-KR" sz="4400" dirty="0"/>
          </a:p>
        </p:txBody>
      </p:sp>
      <p:sp>
        <p:nvSpPr>
          <p:cNvPr id="3" name="S12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물음표(?)가 들어갈 문장은 어느 것일까요?</a:t>
            </a:r>
            <a:endParaRPr lang="ko-KR" sz="3200" dirty="0"/>
          </a:p>
        </p:txBody>
      </p:sp>
      <p:sp>
        <p:nvSpPr>
          <p:cNvPr id="4" name="S12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말하고, 나머지에 넣을 부호도 말해 보세요.</a:t>
            </a:r>
            <a:endParaRPr lang="ko-KR" sz="3200" dirty="0"/>
          </a:p>
        </p:txBody>
      </p:sp>
      <p:sp>
        <p:nvSpPr>
          <p:cNvPr id="6" name="S12-chip7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75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76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사과가 좋아요(　　)</a:t>
            </a:r>
            <a:endParaRPr lang="ko-KR" sz="3200" dirty="0"/>
          </a:p>
        </p:txBody>
      </p:sp>
      <p:sp>
        <p:nvSpPr>
          <p:cNvPr id="9" name="S12-chip7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78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79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무슨 과일이 좋니(　　)</a:t>
            </a:r>
            <a:endParaRPr lang="ko-KR" sz="3200" dirty="0"/>
          </a:p>
        </p:txBody>
      </p:sp>
      <p:sp>
        <p:nvSpPr>
          <p:cNvPr id="12" name="S12-chip8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81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82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와, 사과가 정말 크다(　　)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83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4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끝에는 마침표·물음표·느낌표를, 쉬어 갈 곳에는 쉼표를 써요.</a:t>
            </a:r>
            <a:endParaRPr lang="ko-KR" sz="3200" dirty="0"/>
          </a:p>
        </p:txBody>
      </p:sp>
      <p:sp>
        <p:nvSpPr>
          <p:cNvPr id="5" name="S13-chip85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뜻에 맞는 부호 쓰기</a:t>
            </a:r>
            <a:endParaRPr lang="ko-KR" sz="2600" dirty="0"/>
          </a:p>
        </p:txBody>
      </p:sp>
      <p:sp>
        <p:nvSpPr>
          <p:cNvPr id="6" name="S13-chip86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모든 문장에 마침표만</a:t>
            </a:r>
            <a:endParaRPr lang="ko-KR" sz="2600" dirty="0"/>
          </a:p>
        </p:txBody>
      </p:sp>
      <p:sp>
        <p:nvSpPr>
          <p:cNvPr id="7" name="S13-text87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88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묻는 문장 끝 부호는?</a:t>
            </a:r>
            <a:endParaRPr lang="ko-KR" sz="2600" dirty="0"/>
          </a:p>
        </p:txBody>
      </p:sp>
      <p:sp>
        <p:nvSpPr>
          <p:cNvPr id="9" name="S13-text89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느낌이 큰 문장 끝 부호는?</a:t>
            </a:r>
            <a:endParaRPr lang="ko-KR" sz="2600" dirty="0"/>
          </a:p>
        </p:txBody>
      </p:sp>
      <p:sp>
        <p:nvSpPr>
          <p:cNvPr id="10" name="S13-text90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‘사과 배 귤’에 쉼표 넣기</a:t>
            </a:r>
            <a:endParaRPr lang="ko-KR" sz="2600" dirty="0"/>
          </a:p>
        </p:txBody>
      </p:sp>
      <p:sp>
        <p:nvSpPr>
          <p:cNvPr id="11" name="S13-text9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그림일기 쓰기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누가 + 무엇을 해요</a:t>
            </a:r>
            <a:endParaRPr lang="ko-KR" sz="4400" dirty="0"/>
          </a:p>
        </p:txBody>
      </p:sp>
      <p:sp>
        <p:nvSpPr>
          <p:cNvPr id="3" name="S14-card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말을 이으면 문장이 돼요. 끝에 점을 찍어요.</a:t>
            </a:r>
            <a:endParaRPr lang="ko-KR" sz="3200" dirty="0"/>
          </a:p>
        </p:txBody>
      </p:sp>
      <p:sp>
        <p:nvSpPr>
          <p:cNvPr id="5" name="S14-step94"/>
          <p:cNvSpPr txBox="1"/>
          <p:nvPr/>
        </p:nvSpPr>
        <p:spPr>
          <a:xfrm>
            <a:off x="2962656" y="230886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</a:t>
            </a:r>
            <a:endParaRPr lang="ko-KR" sz="3200" dirty="0"/>
          </a:p>
        </p:txBody>
      </p:sp>
      <p:sp>
        <p:nvSpPr>
          <p:cNvPr id="6" name="S14-line95"/>
          <p:cNvSpPr/>
          <p:nvPr/>
        </p:nvSpPr>
        <p:spPr>
          <a:xfrm>
            <a:off x="5943600" y="32232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" name="S14-step96"/>
          <p:cNvSpPr txBox="1"/>
          <p:nvPr/>
        </p:nvSpPr>
        <p:spPr>
          <a:xfrm>
            <a:off x="6300216" y="230886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해요?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문장 부호</dc:title>
  <dc:subject>KR22-G01-KOR-PUNCT-L01</dc:subject>
  <dc:creator>education-ppt</dc:creator>
  <cp:lastModifiedBy>education-ppt</cp:lastModifiedBy>
  <cp:revision>1</cp:revision>
  <dcterms:created xsi:type="dcterms:W3CDTF">2026-10-26T07:08:22Z</dcterms:created>
  <dcterms:modified xsi:type="dcterms:W3CDTF">2026-10-26T07:08:22Z</dcterms:modified>
</cp:coreProperties>
</file>