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67709cc-46d1-f04f-97a2-bb521023d39e}">
          <p14:sldIdLst>
            <p14:sldId id="256"/>
            <p14:sldId id="257"/>
          </p14:sldIdLst>
        </p14:section>
        <p14:section name="개념" id="{a56f9556-9793-5398-1bd9-78020105ede9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c9658aa8-a5e3-a976-3947-8b82ef37d47f}">
          <p14:sldIdLst>
            <p14:sldId id="263"/>
            <p14:sldId id="264"/>
          </p14:sldIdLst>
        </p14:section>
        <p14:section name="확인" id="{f1eb5dd8-a93f-b90f-632f-3c1063125a09}">
          <p14:sldIdLst>
            <p14:sldId id="265"/>
            <p14:sldId id="266"/>
          </p14:sldIdLst>
        </p14:section>
        <p14:section name="정리" id="{f4a0d697-85fa-346e-7fa8-aef16c109b90}">
          <p14:sldIdLst>
            <p14:sldId id="267"/>
          </p14:sldIdLst>
        </p14:section>
        <p14:section name="보충" id="{01269e7e-eadf-875a-8c7d-ba786040567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말과글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그림일기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그림일기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그림일기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 쓰기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있었던 일을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그림과 글로 남겨 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겪은 일 하나를 골라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그림과 한두 문장으로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부호는?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) 안에 알맞은 부호를 넣어요.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공원에 갔어요(　　)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와, 정말 재미있다(　　)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너도 같이 갈래(　　)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그림일기에 쓰는 것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그림일기는 겪은 일을 그림과 글로 남겨요.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날씨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언제였나요? 날씨는요?</a:t>
            </a:r>
            <a:endParaRPr lang="ko-KR" sz="32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기억나는 장면</a:t>
            </a:r>
            <a:endParaRPr lang="ko-KR" sz="32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일과 마음을 한두 문장으로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 읽어 보기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무엇을 했나요? 마음은 어땠나요?</a:t>
            </a:r>
            <a:endParaRPr lang="ko-KR" sz="3200" dirty="0"/>
          </a:p>
        </p:txBody>
      </p:sp>
      <p:sp>
        <p:nvSpPr>
          <p:cNvPr id="5" name="S04-figure20" descr="그림을 그리는 빈 칸"/>
          <p:cNvSpPr/>
          <p:nvPr/>
        </p:nvSpPr>
        <p:spPr>
          <a:xfrm>
            <a:off x="8139349" y="200914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4-label21"/>
          <p:cNvSpPr txBox="1"/>
          <p:nvPr/>
        </p:nvSpPr>
        <p:spPr>
          <a:xfrm>
            <a:off x="7564465" y="4658360"/>
            <a:ext cx="4075847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칸: 그네 타는 장면</a:t>
            </a:r>
            <a:endParaRPr lang="ko-KR" sz="2600" dirty="0"/>
          </a:p>
        </p:txBody>
      </p:sp>
      <p:sp>
        <p:nvSpPr>
          <p:cNvPr id="7" name="S04-passagebox22"/>
          <p:cNvSpPr/>
          <p:nvPr/>
        </p:nvSpPr>
        <p:spPr>
          <a:xfrm>
            <a:off x="548640" y="1325880"/>
            <a:ext cx="665006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" name="S04-passage23"/>
          <p:cNvSpPr txBox="1"/>
          <p:nvPr/>
        </p:nvSpPr>
        <p:spPr>
          <a:xfrm>
            <a:off x="822960" y="1508760"/>
            <a:ext cx="61014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 7일 일요일, 날씨: 맑음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아빠와 놀이터에서 그네를 탔다. 하늘을 나는 것 같아서 정말 신났다!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일을 골라요</a:t>
            </a:r>
            <a:endParaRPr lang="ko-KR" sz="4400" dirty="0"/>
          </a:p>
        </p:txBody>
      </p:sp>
      <p:sp>
        <p:nvSpPr>
          <p:cNvPr id="3" name="S05-stepno24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5-text25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일을 떠올려요.</a:t>
            </a:r>
            <a:endParaRPr lang="ko-KR" sz="3200" dirty="0"/>
          </a:p>
        </p:txBody>
      </p:sp>
      <p:sp>
        <p:nvSpPr>
          <p:cNvPr id="5" name="S05-stepno26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5-text27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기억나는 일 하나를 골라요.</a:t>
            </a:r>
            <a:endParaRPr lang="ko-KR" sz="3200" dirty="0"/>
          </a:p>
        </p:txBody>
      </p:sp>
      <p:sp>
        <p:nvSpPr>
          <p:cNvPr id="7" name="S05-stepno28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5-text29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누구와, 어디서 했나요?</a:t>
            </a:r>
            <a:endParaRPr lang="ko-KR" sz="3200" dirty="0"/>
          </a:p>
        </p:txBody>
      </p:sp>
      <p:sp>
        <p:nvSpPr>
          <p:cNvPr id="9" name="S05-stepno30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5-text31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마음은 어땠나요?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나타내는 말</a:t>
            </a:r>
            <a:endParaRPr lang="ko-KR" sz="4400" dirty="0"/>
          </a:p>
        </p:txBody>
      </p:sp>
      <p:sp>
        <p:nvSpPr>
          <p:cNvPr id="3" name="S06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마음은 어땠나요?</a:t>
            </a:r>
            <a:endParaRPr lang="ko-KR" sz="3200" dirty="0"/>
          </a:p>
        </p:txBody>
      </p:sp>
      <p:sp>
        <p:nvSpPr>
          <p:cNvPr id="4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‘재미있었다’ 말고 다른 말도 골라 봐요.</a:t>
            </a:r>
            <a:endParaRPr lang="ko-KR" sz="3200" dirty="0"/>
          </a:p>
        </p:txBody>
      </p:sp>
      <p:sp>
        <p:nvSpPr>
          <p:cNvPr id="6" name="S06-word35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신났다</a:t>
            </a:r>
            <a:endParaRPr lang="ko-KR" sz="3600" dirty="0"/>
          </a:p>
        </p:txBody>
      </p:sp>
      <p:sp>
        <p:nvSpPr>
          <p:cNvPr id="7" name="S06-word36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기뻤다</a:t>
            </a:r>
            <a:endParaRPr lang="ko-KR" sz="3600" dirty="0"/>
          </a:p>
        </p:txBody>
      </p:sp>
      <p:sp>
        <p:nvSpPr>
          <p:cNvPr id="8" name="S06-word37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뿌듯했다</a:t>
            </a:r>
            <a:endParaRPr lang="ko-KR" sz="3600" dirty="0"/>
          </a:p>
        </p:txBody>
      </p:sp>
      <p:sp>
        <p:nvSpPr>
          <p:cNvPr id="9" name="S06-word38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놀랐다</a:t>
            </a:r>
            <a:endParaRPr lang="ko-KR" sz="3600" dirty="0"/>
          </a:p>
        </p:txBody>
      </p:sp>
      <p:sp>
        <p:nvSpPr>
          <p:cNvPr id="10" name="S06-word39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아쉬웠다</a:t>
            </a:r>
            <a:endParaRPr lang="ko-KR" sz="3600" dirty="0"/>
          </a:p>
        </p:txBody>
      </p:sp>
      <p:sp>
        <p:nvSpPr>
          <p:cNvPr id="11" name="S06-word40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무서웠다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써요</a:t>
            </a:r>
            <a:endParaRPr lang="ko-KR" sz="4400" dirty="0"/>
          </a:p>
        </p:txBody>
      </p:sp>
      <p:sp>
        <p:nvSpPr>
          <p:cNvPr id="3" name="S07-stepno41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7-text42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날씨를 써요.</a:t>
            </a:r>
            <a:endParaRPr lang="ko-KR" sz="3200" dirty="0"/>
          </a:p>
        </p:txBody>
      </p:sp>
      <p:sp>
        <p:nvSpPr>
          <p:cNvPr id="5" name="S07-stepno43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7-text44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기억나는 장면을 크게 그려요.</a:t>
            </a:r>
            <a:endParaRPr lang="ko-KR" sz="3200" dirty="0"/>
          </a:p>
        </p:txBody>
      </p:sp>
      <p:sp>
        <p:nvSpPr>
          <p:cNvPr id="7" name="S07-stepno45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7-text46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일을 한 문장으로 써요.</a:t>
            </a:r>
            <a:endParaRPr lang="ko-KR" sz="3200" dirty="0"/>
          </a:p>
        </p:txBody>
      </p:sp>
      <p:sp>
        <p:nvSpPr>
          <p:cNvPr id="9" name="S07-stepno47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7-text48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한 문장으로 쓰고 부호를 찍어요.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쓸까요?</a:t>
            </a:r>
            <a:endParaRPr lang="ko-KR" sz="4400" dirty="0"/>
          </a:p>
        </p:txBody>
      </p:sp>
      <p:sp>
        <p:nvSpPr>
          <p:cNvPr id="3" name="S08-card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그림일기의 글을 썼어요.</a:t>
            </a:r>
            <a:endParaRPr lang="ko-KR" sz="3200" dirty="0"/>
          </a:p>
        </p:txBody>
      </p:sp>
      <p:sp>
        <p:nvSpPr>
          <p:cNvPr id="5" name="S08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그림으로 그리기 좋을까요? 왜 그럴까요?</a:t>
            </a:r>
            <a:endParaRPr lang="ko-KR" sz="3200" dirty="0"/>
          </a:p>
        </p:txBody>
      </p:sp>
      <p:sp>
        <p:nvSpPr>
          <p:cNvPr id="7" name="S08-chip5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5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일어나서 밥을 먹고, 학교에 갔다가 집에 와서 잤다.</a:t>
            </a:r>
            <a:endParaRPr lang="ko-KR" sz="3200" dirty="0"/>
          </a:p>
        </p:txBody>
      </p:sp>
      <p:sp>
        <p:nvSpPr>
          <p:cNvPr id="9" name="S08-chip5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5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동생과 블록으로 높은 탑을 쌓았다. 정말 뿌듯했다.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먼저 해 봐요</a:t>
            </a:r>
            <a:endParaRPr lang="ko-KR" sz="44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싶은 일을 떠올려 대답해요.</a:t>
            </a:r>
            <a:endParaRPr lang="ko-KR" sz="3200" dirty="0"/>
          </a:p>
        </p:txBody>
      </p:sp>
      <p:sp>
        <p:nvSpPr>
          <p:cNvPr id="4" name="S09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대답을 이어 한두 문장으로 말해요.</a:t>
            </a:r>
            <a:endParaRPr lang="ko-KR" sz="3200" dirty="0"/>
          </a:p>
        </p:txBody>
      </p:sp>
      <p:sp>
        <p:nvSpPr>
          <p:cNvPr id="6" name="S09-chip6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6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무엇을 했나요?</a:t>
            </a:r>
            <a:endParaRPr lang="ko-KR" sz="3200" dirty="0"/>
          </a:p>
        </p:txBody>
      </p:sp>
      <p:sp>
        <p:nvSpPr>
          <p:cNvPr id="8" name="S09-chip6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6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했나요?</a:t>
            </a:r>
            <a:endParaRPr lang="ko-KR" sz="3200" dirty="0"/>
          </a:p>
        </p:txBody>
      </p:sp>
      <p:sp>
        <p:nvSpPr>
          <p:cNvPr id="10" name="S09-chip6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6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마음은 어땠나요?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그림일기</a:t>
            </a:r>
            <a:endParaRPr lang="ko-KR" sz="4400" dirty="0"/>
          </a:p>
        </p:txBody>
      </p:sp>
      <p:sp>
        <p:nvSpPr>
          <p:cNvPr id="3" name="S10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4·5에 그림일기를 써요.</a:t>
            </a:r>
            <a:endParaRPr lang="ko-KR" sz="3200" dirty="0"/>
          </a:p>
        </p:txBody>
      </p:sp>
      <p:sp>
        <p:nvSpPr>
          <p:cNvPr id="4" name="S10-card67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8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날짜와 날씨를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가지 일을 그렸어요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일과 마음을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문장 끝에 부호를 찍었어요</a:t>
            </a:r>
            <a:endParaRPr lang="ko-KR" sz="3200" dirty="0"/>
          </a:p>
        </p:txBody>
      </p:sp>
      <p:sp>
        <p:nvSpPr>
          <p:cNvPr id="6" name="S10-stepno69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70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날씨를 써요.</a:t>
            </a:r>
            <a:endParaRPr lang="ko-KR" sz="3200" dirty="0"/>
          </a:p>
        </p:txBody>
      </p:sp>
      <p:sp>
        <p:nvSpPr>
          <p:cNvPr id="8" name="S10-stepno71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72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장면을 그려요.</a:t>
            </a:r>
            <a:endParaRPr lang="ko-KR" sz="3200" dirty="0"/>
          </a:p>
        </p:txBody>
      </p:sp>
      <p:sp>
        <p:nvSpPr>
          <p:cNvPr id="10" name="S10-stepno73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74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한두 문장으로 써요.</a:t>
            </a:r>
            <a:endParaRPr lang="ko-KR" sz="3200" dirty="0"/>
          </a:p>
        </p:txBody>
      </p:sp>
      <p:sp>
        <p:nvSpPr>
          <p:cNvPr id="12" name="S10-stepno75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76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글은?</a:t>
            </a:r>
            <a:endParaRPr lang="ko-KR" sz="4400" dirty="0"/>
          </a:p>
        </p:txBody>
      </p:sp>
      <p:sp>
        <p:nvSpPr>
          <p:cNvPr id="3" name="S12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그림일기의 글로 가장 알맞은 것은?</a:t>
            </a:r>
            <a:endParaRPr lang="ko-KR" sz="3200" dirty="0"/>
          </a:p>
        </p:txBody>
      </p:sp>
      <p:sp>
        <p:nvSpPr>
          <p:cNvPr id="4" name="S12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2-chip8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8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8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고추</a:t>
            </a:r>
            <a:endParaRPr lang="ko-KR" sz="3200" dirty="0"/>
          </a:p>
        </p:txBody>
      </p:sp>
      <p:sp>
        <p:nvSpPr>
          <p:cNvPr id="9" name="S12-chip8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8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8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할머니와 텃밭에서 고추를 땄다. 고추가 많아서 신기했다.</a:t>
            </a:r>
            <a:endParaRPr lang="ko-KR" sz="2600" dirty="0"/>
          </a:p>
        </p:txBody>
      </p:sp>
      <p:sp>
        <p:nvSpPr>
          <p:cNvPr id="12" name="S12-chip8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8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아침을 먹고 학교에 갔다. 집에 와서 숙제를 하고 잤다.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그림일기에는 날짜·날씨, 그림, 한 일과 마음을 써요.</a:t>
            </a:r>
            <a:endParaRPr lang="ko-KR" sz="3200" dirty="0"/>
          </a:p>
        </p:txBody>
      </p:sp>
      <p:sp>
        <p:nvSpPr>
          <p:cNvPr id="5" name="S13-chip9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가지 일을 골라 쓰기</a:t>
            </a:r>
            <a:endParaRPr lang="ko-KR" sz="2600" dirty="0"/>
          </a:p>
        </p:txBody>
      </p:sp>
      <p:sp>
        <p:nvSpPr>
          <p:cNvPr id="6" name="S13-chip9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하루 일을 모두 쓰기</a:t>
            </a:r>
            <a:endParaRPr lang="ko-KR" sz="2600" dirty="0"/>
          </a:p>
        </p:txBody>
      </p:sp>
      <p:sp>
        <p:nvSpPr>
          <p:cNvPr id="7" name="S13-text9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그림일기의 세 부분</a:t>
            </a:r>
            <a:endParaRPr lang="ko-KR" sz="2600" dirty="0"/>
          </a:p>
        </p:txBody>
      </p:sp>
      <p:sp>
        <p:nvSpPr>
          <p:cNvPr id="9" name="S13-text9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마음을 나타내는 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</a:t>
            </a:r>
            <a:endParaRPr lang="ko-KR" sz="2600" dirty="0"/>
          </a:p>
        </p:txBody>
      </p:sp>
      <p:sp>
        <p:nvSpPr>
          <p:cNvPr id="10" name="S13-text9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어제 한 일을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</a:t>
            </a:r>
            <a:endParaRPr lang="ko-KR" sz="2600" dirty="0"/>
          </a:p>
        </p:txBody>
      </p:sp>
      <p:sp>
        <p:nvSpPr>
          <p:cNvPr id="11" name="S13-text9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바르게 듣고 차례 지켜 말하기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문장 끝 부호</a:t>
            </a:r>
            <a:endParaRPr lang="ko-KR" sz="4400" dirty="0"/>
          </a:p>
        </p:txBody>
      </p:sp>
      <p:sp>
        <p:nvSpPr>
          <p:cNvPr id="3" name="S14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끝나면 꼭 부호를 찍어요.</a:t>
            </a:r>
            <a:endParaRPr lang="ko-KR" sz="3200" dirty="0"/>
          </a:p>
        </p:txBody>
      </p:sp>
      <p:sp>
        <p:nvSpPr>
          <p:cNvPr id="5" name="S14-word100"/>
          <p:cNvSpPr txBox="1"/>
          <p:nvPr/>
        </p:nvSpPr>
        <p:spPr>
          <a:xfrm>
            <a:off x="548640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 갔다.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 줄 때</a:t>
            </a:r>
            <a:endParaRPr lang="ko-KR" sz="3600" dirty="0"/>
          </a:p>
        </p:txBody>
      </p:sp>
      <p:sp>
        <p:nvSpPr>
          <p:cNvPr id="6" name="S14-word101"/>
          <p:cNvSpPr txBox="1"/>
          <p:nvPr/>
        </p:nvSpPr>
        <p:spPr>
          <a:xfrm>
            <a:off x="4337304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누구랑 갔니?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때</a:t>
            </a:r>
            <a:endParaRPr lang="ko-KR" sz="3600" dirty="0"/>
          </a:p>
        </p:txBody>
      </p:sp>
      <p:sp>
        <p:nvSpPr>
          <p:cNvPr id="7" name="S14-word102"/>
          <p:cNvSpPr txBox="1"/>
          <p:nvPr/>
        </p:nvSpPr>
        <p:spPr>
          <a:xfrm>
            <a:off x="8125968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신났다!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느낌이 클 때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그림일기 쓰기</dc:title>
  <dc:subject>KR22-G01-KOR-DIARY-L01</dc:subject>
  <dc:creator>education-ppt</dc:creator>
  <cp:lastModifiedBy>education-ppt</cp:lastModifiedBy>
  <cp:revision>1</cp:revision>
  <dcterms:created xsi:type="dcterms:W3CDTF">2026-10-26T06:57:50Z</dcterms:created>
  <dcterms:modified xsi:type="dcterms:W3CDTF">2026-10-26T06:57:50Z</dcterms:modified>
</cp:coreProperties>
</file>