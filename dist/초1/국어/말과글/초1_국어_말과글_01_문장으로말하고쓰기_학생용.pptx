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bff9d91-6f73-b87a-58ef-3e3b96bfdf4a}">
          <p14:sldIdLst>
            <p14:sldId id="256"/>
            <p14:sldId id="257"/>
          </p14:sldIdLst>
        </p14:section>
        <p14:section name="개념" id="{0b73611c-e434-9271-35ba-b583f245f5b6}">
          <p14:sldIdLst>
            <p14:sldId id="258"/>
            <p14:sldId id="259"/>
            <p14:sldId id="260"/>
          </p14:sldIdLst>
        </p14:section>
        <p14:section name="연습" id="{53347fcf-3842-43c8-4797-1852bcafb5f3}">
          <p14:sldIdLst>
            <p14:sldId id="261"/>
            <p14:sldId id="262"/>
            <p14:sldId id="263"/>
            <p14:sldId id="264"/>
          </p14:sldIdLst>
        </p14:section>
        <p14:section name="확인" id="{82abe831-987f-3ed3-253d-899f72b2656c}">
          <p14:sldIdLst>
            <p14:sldId id="265"/>
            <p14:sldId id="266"/>
          </p14:sldIdLst>
        </p14:section>
        <p14:section name="정리" id="{44daa65a-ea8a-29cc-eeac-b8aa3d3fe9f5}">
          <p14:sldIdLst>
            <p14:sldId id="267"/>
          </p14:sldIdLst>
        </p14:section>
        <p14:section name="보충" id="{9a3030b9-422d-2557-d1f0-9e63da56fb81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말과글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문장으로 말하고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문장으로 말하고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문장으로 말하고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문장으로 말하고 쓰기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무엇을 하는지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말해 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누가 무엇을 하는지 한 문장으로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 문장을 바르게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읽어 보세요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읽고, 불러 주는 낱말을 써요.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</a:t>
            </a:r>
            <a:endParaRPr lang="ko-KR" sz="3200" dirty="0"/>
          </a:p>
        </p:txBody>
      </p:sp>
      <p:sp>
        <p:nvSpPr>
          <p:cNvPr id="10" name="S02-chip10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02-text11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불러 주는 낱말 쓰기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낱말과 문장</a:t>
            </a:r>
            <a:endParaRPr lang="ko-KR" sz="4400" dirty="0"/>
          </a:p>
        </p:txBody>
      </p:sp>
      <p:sp>
        <p:nvSpPr>
          <p:cNvPr id="3" name="S03-card12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3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낱말만 들으면 무엇을 하는지 몰라요.</a:t>
            </a:r>
            <a:endParaRPr lang="ko-KR" sz="3200" dirty="0"/>
          </a:p>
        </p:txBody>
      </p:sp>
      <p:sp>
        <p:nvSpPr>
          <p:cNvPr id="5" name="S03-card14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5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문장은 누가 무엇을 하는지 알려 줘요.</a:t>
            </a:r>
            <a:endParaRPr lang="ko-KR" sz="3200" dirty="0"/>
          </a:p>
        </p:txBody>
      </p:sp>
      <p:sp>
        <p:nvSpPr>
          <p:cNvPr id="7" name="S03-word16"/>
          <p:cNvSpPr txBox="1"/>
          <p:nvPr/>
        </p:nvSpPr>
        <p:spPr>
          <a:xfrm>
            <a:off x="548640" y="21285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</a:t>
            </a:r>
            <a:endParaRPr lang="ko-KR" sz="3600" dirty="0"/>
          </a:p>
        </p:txBody>
      </p:sp>
      <p:sp>
        <p:nvSpPr>
          <p:cNvPr id="8" name="S03-word17"/>
          <p:cNvSpPr txBox="1"/>
          <p:nvPr/>
        </p:nvSpPr>
        <p:spPr>
          <a:xfrm>
            <a:off x="6231636" y="21285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강아지가 뛰어요.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+ 무엇을 해요</a:t>
            </a:r>
            <a:endParaRPr lang="ko-KR" sz="44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말을 이으면 문장이 돼요.</a:t>
            </a:r>
            <a:endParaRPr lang="ko-KR" sz="3200" dirty="0"/>
          </a:p>
        </p:txBody>
      </p:sp>
      <p:sp>
        <p:nvSpPr>
          <p:cNvPr id="5" name="S04-word20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강아지가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누가?</a:t>
            </a:r>
            <a:endParaRPr lang="ko-KR" sz="3600" dirty="0"/>
          </a:p>
        </p:txBody>
      </p:sp>
      <p:sp>
        <p:nvSpPr>
          <p:cNvPr id="6" name="S04-word21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해요?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몸짓을 보고 말해요</a:t>
            </a:r>
            <a:endParaRPr lang="ko-KR" sz="4400" dirty="0"/>
          </a:p>
        </p:txBody>
      </p:sp>
      <p:sp>
        <p:nvSpPr>
          <p:cNvPr id="3" name="S05-stepno22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5-text23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몸짓을 잘 봐요.</a:t>
            </a:r>
            <a:endParaRPr lang="ko-KR" sz="3200" dirty="0"/>
          </a:p>
        </p:txBody>
      </p:sp>
      <p:sp>
        <p:nvSpPr>
          <p:cNvPr id="5" name="S05-stepno24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5-text25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했나요?</a:t>
            </a:r>
            <a:endParaRPr lang="ko-KR" sz="3200" dirty="0"/>
          </a:p>
        </p:txBody>
      </p:sp>
      <p:sp>
        <p:nvSpPr>
          <p:cNvPr id="7" name="S05-stepno26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5-text27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했나요?</a:t>
            </a:r>
            <a:endParaRPr lang="ko-KR" sz="3200" dirty="0"/>
          </a:p>
        </p:txBody>
      </p:sp>
      <p:sp>
        <p:nvSpPr>
          <p:cNvPr id="9" name="S05-stepno28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5-text29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이어서 한 문장으로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이어서 말해요</a:t>
            </a:r>
            <a:endParaRPr lang="ko-KR" sz="4400" dirty="0"/>
          </a:p>
        </p:txBody>
      </p:sp>
      <p:sp>
        <p:nvSpPr>
          <p:cNvPr id="3" name="S06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위와 아래를 하나씩 이어 말해요.</a:t>
            </a:r>
            <a:endParaRPr lang="ko-KR" sz="3200" dirty="0"/>
          </a:p>
        </p:txBody>
      </p:sp>
      <p:sp>
        <p:nvSpPr>
          <p:cNvPr id="4" name="S06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되나요? 소리 내어 확인해요.</a:t>
            </a:r>
            <a:endParaRPr lang="ko-KR" sz="3200" dirty="0"/>
          </a:p>
        </p:txBody>
      </p:sp>
      <p:sp>
        <p:nvSpPr>
          <p:cNvPr id="6" name="S06-word33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</a:t>
            </a:r>
            <a:endParaRPr lang="ko-KR" sz="3600" dirty="0"/>
          </a:p>
        </p:txBody>
      </p:sp>
      <p:sp>
        <p:nvSpPr>
          <p:cNvPr id="7" name="S06-word34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새가</a:t>
            </a:r>
            <a:endParaRPr lang="ko-KR" sz="3600" dirty="0"/>
          </a:p>
        </p:txBody>
      </p:sp>
      <p:sp>
        <p:nvSpPr>
          <p:cNvPr id="8" name="S06-word35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토끼가</a:t>
            </a:r>
            <a:endParaRPr lang="ko-KR" sz="3600" dirty="0"/>
          </a:p>
        </p:txBody>
      </p:sp>
      <p:sp>
        <p:nvSpPr>
          <p:cNvPr id="9" name="S06-word36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당근을 먹어요.</a:t>
            </a:r>
            <a:endParaRPr lang="ko-KR" sz="3600" dirty="0"/>
          </a:p>
        </p:txBody>
      </p:sp>
      <p:sp>
        <p:nvSpPr>
          <p:cNvPr id="10" name="S06-word37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자요.</a:t>
            </a:r>
            <a:endParaRPr lang="ko-KR" sz="3600" dirty="0"/>
          </a:p>
        </p:txBody>
      </p:sp>
      <p:sp>
        <p:nvSpPr>
          <p:cNvPr id="11" name="S06-word38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날아요.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먹는 걸까요?</a:t>
            </a:r>
            <a:endParaRPr lang="ko-KR" sz="4400" dirty="0"/>
          </a:p>
        </p:txBody>
      </p:sp>
      <p:sp>
        <p:nvSpPr>
          <p:cNvPr id="3" name="S07-card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“무엇을 하고 있어?” 하고 물었어요.</a:t>
            </a:r>
            <a:endParaRPr lang="ko-KR" sz="3200" dirty="0"/>
          </a:p>
        </p:txBody>
      </p:sp>
      <p:sp>
        <p:nvSpPr>
          <p:cNvPr id="5" name="S07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먹는지 알 수 있는 쪽은 어디일까요?</a:t>
            </a:r>
            <a:endParaRPr lang="ko-KR" sz="3200" dirty="0"/>
          </a:p>
        </p:txBody>
      </p:sp>
      <p:sp>
        <p:nvSpPr>
          <p:cNvPr id="7" name="S07-chip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4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“먹어요.”</a:t>
            </a:r>
            <a:endParaRPr lang="ko-KR" sz="3200" dirty="0"/>
          </a:p>
        </p:txBody>
      </p:sp>
      <p:sp>
        <p:nvSpPr>
          <p:cNvPr id="9" name="S07-chip4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4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“동생이 밥을 먹어요.”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써요</a:t>
            </a:r>
            <a:endParaRPr lang="ko-KR" sz="4400" dirty="0"/>
          </a:p>
        </p:txBody>
      </p:sp>
      <p:sp>
        <p:nvSpPr>
          <p:cNvPr id="3" name="S08-word47"/>
          <p:cNvSpPr txBox="1"/>
          <p:nvPr/>
        </p:nvSpPr>
        <p:spPr>
          <a:xfrm>
            <a:off x="6920911" y="1897380"/>
            <a:ext cx="4719401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토끼가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</a:t>
            </a:r>
            <a:endParaRPr lang="ko-KR" sz="3600" dirty="0"/>
          </a:p>
        </p:txBody>
      </p:sp>
      <p:sp>
        <p:nvSpPr>
          <p:cNvPr id="4" name="S08-word48"/>
          <p:cNvSpPr txBox="1"/>
          <p:nvPr/>
        </p:nvSpPr>
        <p:spPr>
          <a:xfrm>
            <a:off x="6920911" y="3909060"/>
            <a:ext cx="4719401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해요</a:t>
            </a:r>
            <a:endParaRPr lang="ko-KR" sz="3600" dirty="0"/>
          </a:p>
        </p:txBody>
      </p:sp>
      <p:sp>
        <p:nvSpPr>
          <p:cNvPr id="5" name="S08-stepno49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50"/>
          <p:cNvSpPr txBox="1"/>
          <p:nvPr/>
        </p:nvSpPr>
        <p:spPr>
          <a:xfrm>
            <a:off x="1325880" y="242773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‘누가’를 먼저 써요.</a:t>
            </a:r>
            <a:endParaRPr lang="ko-KR" sz="3200" dirty="0"/>
          </a:p>
        </p:txBody>
      </p:sp>
      <p:sp>
        <p:nvSpPr>
          <p:cNvPr id="7" name="S08-stepno51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52"/>
          <p:cNvSpPr txBox="1"/>
          <p:nvPr/>
        </p:nvSpPr>
        <p:spPr>
          <a:xfrm>
            <a:off x="1325880" y="3140964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 띄어요.</a:t>
            </a:r>
            <a:endParaRPr lang="ko-KR" sz="3200" dirty="0"/>
          </a:p>
        </p:txBody>
      </p:sp>
      <p:sp>
        <p:nvSpPr>
          <p:cNvPr id="9" name="S08-stepno53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54"/>
          <p:cNvSpPr txBox="1"/>
          <p:nvPr/>
        </p:nvSpPr>
        <p:spPr>
          <a:xfrm>
            <a:off x="1325880" y="3854196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‘무엇을 해요’를 써요.</a:t>
            </a:r>
            <a:endParaRPr lang="ko-KR" sz="3200" dirty="0"/>
          </a:p>
        </p:txBody>
      </p:sp>
      <p:sp>
        <p:nvSpPr>
          <p:cNvPr id="11" name="S08-stepno55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8-text56"/>
          <p:cNvSpPr txBox="1"/>
          <p:nvPr/>
        </p:nvSpPr>
        <p:spPr>
          <a:xfrm>
            <a:off x="1325880" y="4567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끝에 점(.)을 찍어요.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곳을 채워요</a:t>
            </a:r>
            <a:endParaRPr lang="ko-KR" sz="4400" dirty="0"/>
          </a:p>
        </p:txBody>
      </p:sp>
      <p:sp>
        <p:nvSpPr>
          <p:cNvPr id="3" name="S09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말을 넣어 문장을 써요.</a:t>
            </a:r>
            <a:endParaRPr lang="ko-KR" sz="3200" dirty="0"/>
          </a:p>
        </p:txBody>
      </p:sp>
      <p:sp>
        <p:nvSpPr>
          <p:cNvPr id="4" name="S09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누가? 무엇을 해요? 둘 다 있어야 해요.</a:t>
            </a:r>
            <a:endParaRPr lang="ko-KR" sz="3200" dirty="0"/>
          </a:p>
        </p:txBody>
      </p:sp>
      <p:sp>
        <p:nvSpPr>
          <p:cNvPr id="6" name="S09-chip6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6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고양이가 (          ).</a:t>
            </a:r>
            <a:endParaRPr lang="ko-KR" sz="3200" dirty="0"/>
          </a:p>
        </p:txBody>
      </p:sp>
      <p:sp>
        <p:nvSpPr>
          <p:cNvPr id="8" name="S09-chip6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ext6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          ) 웃어요.</a:t>
            </a:r>
            <a:endParaRPr lang="ko-KR" sz="3200" dirty="0"/>
          </a:p>
        </p:txBody>
      </p:sp>
      <p:sp>
        <p:nvSpPr>
          <p:cNvPr id="10" name="S09-chip6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text6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(          ).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hip6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0-text67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몸짓을 보고 한 문장으로 말해요.</a:t>
            </a:r>
            <a:endParaRPr lang="ko-KR" sz="3200" dirty="0"/>
          </a:p>
        </p:txBody>
      </p:sp>
      <p:sp>
        <p:nvSpPr>
          <p:cNvPr id="5" name="S10-chip68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0-text69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좋아하는 놀이를 한 문장으로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무엇을 할까요?</a:t>
            </a:r>
            <a:endParaRPr lang="ko-KR" sz="4400" dirty="0"/>
          </a:p>
        </p:txBody>
      </p:sp>
      <p:sp>
        <p:nvSpPr>
          <p:cNvPr id="3" name="S12-text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무엇을 하는지 다 알 수 있는 것은?</a:t>
            </a:r>
            <a:endParaRPr lang="ko-KR" sz="3200" dirty="0"/>
          </a:p>
        </p:txBody>
      </p:sp>
      <p:sp>
        <p:nvSpPr>
          <p:cNvPr id="4" name="S12-card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200" dirty="0"/>
          </a:p>
        </p:txBody>
      </p:sp>
      <p:sp>
        <p:nvSpPr>
          <p:cNvPr id="6" name="S12-chip73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74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75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</a:t>
            </a:r>
            <a:endParaRPr lang="ko-KR" sz="3200" dirty="0"/>
          </a:p>
        </p:txBody>
      </p:sp>
      <p:sp>
        <p:nvSpPr>
          <p:cNvPr id="9" name="S12-chip76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77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78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공을 차요.</a:t>
            </a:r>
            <a:endParaRPr lang="ko-KR" sz="3200" dirty="0"/>
          </a:p>
        </p:txBody>
      </p:sp>
      <p:sp>
        <p:nvSpPr>
          <p:cNvPr id="12" name="S12-chip79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80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81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동생이 공을 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8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+ 무엇을 해요를 이으면 문장이 돼요.</a:t>
            </a:r>
            <a:endParaRPr lang="ko-KR" sz="3200" dirty="0"/>
          </a:p>
        </p:txBody>
      </p:sp>
      <p:sp>
        <p:nvSpPr>
          <p:cNvPr id="5" name="S13-chip84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누가와 하는 일 다 말하기</a:t>
            </a:r>
            <a:endParaRPr lang="ko-KR" sz="2600" dirty="0"/>
          </a:p>
        </p:txBody>
      </p:sp>
      <p:sp>
        <p:nvSpPr>
          <p:cNvPr id="6" name="S13-chip85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낱말 하나만 말하기</a:t>
            </a:r>
            <a:endParaRPr lang="ko-KR" sz="2600" dirty="0"/>
          </a:p>
        </p:txBody>
      </p:sp>
      <p:sp>
        <p:nvSpPr>
          <p:cNvPr id="7" name="S13-text86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87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‘아기가’ 뒤에 말을 이어요</a:t>
            </a:r>
            <a:endParaRPr lang="ko-KR" sz="2600" dirty="0"/>
          </a:p>
        </p:txBody>
      </p:sp>
      <p:sp>
        <p:nvSpPr>
          <p:cNvPr id="9" name="S13-text88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‘먹어요.’ 앞에 누가를 넣어요</a:t>
            </a:r>
            <a:endParaRPr lang="ko-KR" sz="2600" dirty="0"/>
          </a:p>
        </p:txBody>
      </p:sp>
      <p:sp>
        <p:nvSpPr>
          <p:cNvPr id="10" name="S13-text89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문장 끝에 찍는 것은?</a:t>
            </a:r>
            <a:endParaRPr lang="ko-KR" sz="2600" dirty="0"/>
          </a:p>
        </p:txBody>
      </p:sp>
      <p:sp>
        <p:nvSpPr>
          <p:cNvPr id="11" name="S13-text9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문장 부호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한 글자씩 읽어요</a:t>
            </a:r>
            <a:endParaRPr lang="ko-KR" sz="4400" dirty="0"/>
          </a:p>
        </p:txBody>
      </p:sp>
      <p:sp>
        <p:nvSpPr>
          <p:cNvPr id="3" name="S14-text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글자씩 짚고, 이어서 빠르게 읽어요.</a:t>
            </a:r>
            <a:endParaRPr lang="ko-KR" sz="3200" dirty="0"/>
          </a:p>
        </p:txBody>
      </p:sp>
      <p:sp>
        <p:nvSpPr>
          <p:cNvPr id="4" name="S14-card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토끼, 강아지! 이어 읽으면 낱말이 돼요.</a:t>
            </a:r>
            <a:endParaRPr lang="ko-KR" sz="3200" dirty="0"/>
          </a:p>
        </p:txBody>
      </p:sp>
      <p:sp>
        <p:nvSpPr>
          <p:cNvPr id="6" name="S14-tile94"/>
          <p:cNvSpPr txBox="1"/>
          <p:nvPr/>
        </p:nvSpPr>
        <p:spPr>
          <a:xfrm>
            <a:off x="2263140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</a:t>
            </a:r>
            <a:endParaRPr lang="ko-KR" sz="5900" dirty="0"/>
          </a:p>
        </p:txBody>
      </p:sp>
      <p:sp>
        <p:nvSpPr>
          <p:cNvPr id="7" name="S14-tile95"/>
          <p:cNvSpPr txBox="1"/>
          <p:nvPr/>
        </p:nvSpPr>
        <p:spPr>
          <a:xfrm>
            <a:off x="3835908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끼</a:t>
            </a:r>
            <a:endParaRPr lang="ko-KR" sz="5900" dirty="0"/>
          </a:p>
        </p:txBody>
      </p:sp>
      <p:sp>
        <p:nvSpPr>
          <p:cNvPr id="8" name="S14-tile96"/>
          <p:cNvSpPr txBox="1"/>
          <p:nvPr/>
        </p:nvSpPr>
        <p:spPr>
          <a:xfrm>
            <a:off x="5408676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</a:t>
            </a:r>
            <a:endParaRPr lang="ko-KR" sz="5900" dirty="0"/>
          </a:p>
        </p:txBody>
      </p:sp>
      <p:sp>
        <p:nvSpPr>
          <p:cNvPr id="9" name="S14-tile97"/>
          <p:cNvSpPr txBox="1"/>
          <p:nvPr/>
        </p:nvSpPr>
        <p:spPr>
          <a:xfrm>
            <a:off x="6981444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</a:t>
            </a:r>
            <a:endParaRPr lang="ko-KR" sz="5900" dirty="0"/>
          </a:p>
        </p:txBody>
      </p:sp>
      <p:sp>
        <p:nvSpPr>
          <p:cNvPr id="10" name="S14-tile98"/>
          <p:cNvSpPr txBox="1"/>
          <p:nvPr/>
        </p:nvSpPr>
        <p:spPr>
          <a:xfrm>
            <a:off x="8554212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문장으로 말하고 쓰기</dc:title>
  <dc:subject>KR22-G01-KOR-SENTENCE-L01</dc:subject>
  <dc:creator>education-ppt</dc:creator>
  <cp:lastModifiedBy>education-ppt</cp:lastModifiedBy>
  <cp:revision>1</cp:revision>
  <dcterms:created xsi:type="dcterms:W3CDTF">2026-10-26T07:08:24Z</dcterms:created>
  <dcterms:modified xsi:type="dcterms:W3CDTF">2026-10-26T07:08:24Z</dcterms:modified>
</cp:coreProperties>
</file>