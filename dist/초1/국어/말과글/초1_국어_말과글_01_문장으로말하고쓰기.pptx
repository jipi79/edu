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72995f8-f359-ea56-a7cc-57550bca8880}">
          <p14:sldIdLst>
            <p14:sldId id="256"/>
            <p14:sldId id="257"/>
          </p14:sldIdLst>
        </p14:section>
        <p14:section name="개념" id="{668c2486-7efb-3717-fb5c-746c6d260e45}">
          <p14:sldIdLst>
            <p14:sldId id="258"/>
            <p14:sldId id="259"/>
            <p14:sldId id="260"/>
          </p14:sldIdLst>
        </p14:section>
        <p14:section name="연습" id="{f3b18d88-b831-2e83-6063-93f9d9010848}">
          <p14:sldIdLst>
            <p14:sldId id="261"/>
            <p14:sldId id="262"/>
            <p14:sldId id="263"/>
            <p14:sldId id="264"/>
          </p14:sldIdLst>
        </p14:section>
        <p14:section name="확인" id="{942a5ad3-cca2-8184-fbc3-dc185d7015b8}">
          <p14:sldIdLst>
            <p14:sldId id="265"/>
            <p14:sldId id="266"/>
            <p14:sldId id="267"/>
          </p14:sldIdLst>
        </p14:section>
        <p14:section name="정리" id="{b2240c18-7bab-1df7-3e27-992247ba72e9}">
          <p14:sldIdLst>
            <p14:sldId id="268"/>
          </p14:sldIdLst>
        </p14:section>
        <p14:section name="보충" id="{ba8f9216-98c8-f271-bdc4-1cb675f1cf9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낱말이 아닌 문장으로 말해 보자는 마음을 갖게 합니다.
시간: 약 2분
이렇게 말해 보세요
- “지금 엄마(아빠)가 무엇을 하고 있을까? 한번 말해 볼래?” (아이를 보며 손을 흔듭니다.)
- “오늘은 누가 무엇을 하는지 한 문장으로 말하고 쓰는 방법을 배울 거야.”
예상 답
- “손 흔들어요.” / “엄마가 손을 흔들어요.”
주의
- 누가를 빠뜨리고 말해도 지금은 고치지 않습니다. S07에서 다시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확인(낱말 읽고 쓰기)]
목적: 앞 차시(낱말 읽고 쓰기)에서 배운 대로 받침 있는 낱말을 읽고, 불러 주는 낱말을 쓸 수 있는지 확인합니다.
시간: 약 3분
이렇게 말해 보세요
- “①부터 ③까지 소리 내어 읽어 볼래? 손가락으로 짚으면서 읽어.”
- “이번에는 엄마(아빠)가 낱말을 불러 줄게. 종이에 써 봐. ‘공’, ‘나무’.”
정답
- ① 강아지 ② 토끼 ③ 연필 ④ 공, 나무(받아쓰기)
막히면
- 한 글자씩 짚으며 읽게 한 뒤, 이어서 빠르게 다시 읽게 합니다.
- 세 낱말 가운데 두 개 이상을 못 읽으면 S14(보충)를 먼저 합니다.
주의
- 받아쓰기가 조금 틀려도 읽기가 되면 오늘 수업을 이어 갑니다. 오늘 활동은 말하기가 먼저이고, 쓰기는 부모가 도와줄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낱말과 문장의 차이]
목적: 낱말 하나와 문장을 나란히 보고, 문장은 누가 무엇을 하는지까지 알려 준다는 것을 느끼게 합니다(M2).
시간: 약 3분
이렇게 말해 보세요
- “엄마(아빠)가 ‘강아지.’라고만 말하면 강아지가 무엇을 하는지 알 수 있어?”
- “‘강아지가 뛰어요.’라고 하면 어때? 이렇게 누가 무엇을 하는지 알려 주는 말을 문장이라고 해.”
예상 답
- “몰라요. 자는지 뛰는지 몰라요.” / “뛰는 걸 알 수 있어요.”
막히면
- 부모가 “사과.”라고만 말하고 “사과를 어떻게 하라는 걸까?”라고 물어, 낱말만으로는 뜻이 다 전해지지 않는다는 것을 느끼게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문장의 짜임(누가 + 무엇을 해요)]
목적: 문장이 ‘누가’와 ‘무엇을 해요’ 두 부분으로 이루어진다는 것을 알려 줍니다.
시간: 약 3분
이렇게 말해 보세요
- “문장에는 두 가지가 들어 있어. ‘누가?’에 답하는 말과 ‘무엇을 해요?’에 답하는 말이야.”
- “누가 뛰어? 강아지가. 강아지가 무엇을 해? 뛰어요. 둘을 이으면 ‘강아지가 뛰어요.’”
예상 답
- “강아지가 뛰어요.”
막히면
- 준비한 종이 카드 ‘토끼가’와 ‘당근을 먹어요.’를 나란히 놓고, 부모가 왼쪽 카드와 오른쪽 카드를 차례로 짚으며 읽어 줍니다.
주의
- ‘강아지가’, ‘동생이’처럼 누가 뒤에 붙는 ‘가/이’는 규칙으로 가르치지 않습니다. 부모가 바르게 말해 들려주면 됩니다.
- ‘뛰어요’처럼 하는 일을 나타내는 말 끝의 점(.)은 S08에서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몸짓 보고 문장으로 말하기 시범]
목적: 부모가 몸짓을 하고, 그것을 한 문장으로 말하는 과정을 소리 내어 보여 줍니다.
시간: 약 4분
이렇게 말해 보세요
- (부모가 박수를 치며) “엄마(아빠)가 먼저 해 볼게. 누가 했지? 엄마가. 무엇을 했지? 박수를 쳐요. 이어서 말하면 ‘엄마가 박수를 쳐요.’”
- (부모가 하품을 하며) “이번에는 네가 말해 볼래? 누가 무엇을 해?”
- (아이에게 손을 흔들게 한 뒤) “방금 너는 무엇을 했어? ‘나는’으로 시작해서 말해 봐.”
예상 답
- “아빠가 하품을 해요.”
- “나는 손을 흔들어요.”
막히면
- “누가?”, “무엇을 해?”를 따로 물어 두 대답을 받은 뒤, 부모가 두 대답을 이어 말하고 아이가 따라 하게 합니다.
주의
- ‘나는’, ‘엄마는’처럼 ‘는’을 써도 맞습니다. 누가와 하는 일이 모두 들어가면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낱말 카드 이어 말하기]
목적: ‘누가’ 카드와 ‘무엇을 해요’ 카드를 짝 지어 문장으로 말하는 연습을 합니다.
시간: 약 4분
이렇게 말해 보세요
- “윗줄은 ‘누가’, 아랫줄은 ‘무엇을 해요’야. 하나씩 골라 이어서 말해 볼래?”
- “‘토끼가 날아요.’는 말이 될까? 왜 그렇게 생각해?”
정답
- 예: 아기가 자요. / 새가 날아요. / 토끼가 당근을 먹어요.
- 말이 되면 다른 짝도 맞습니다(예: 아기가 당근을 먹어요. / 새가 자요.).
막히면
- 준비한 종이 카드를 책상에 놓고 직접 옮겨 짝 짓게 합니다.
- ‘먹어요’는 [머거요], ‘날아요’는 [나라요]로 소리 납니다. 아이가 글자대로 끊어 읽으면 부모가 자연스럽게 다시 읽어 줍니다.
주의
- ‘토끼가 날아요.’처럼 말이 안 되는 짝이 나오면 웃으며 “정말 그럴까?” 하고 물어 고르게 합니다. 틀렸다고 말하지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비교(누가 빠뜨리기)]
목적: 하는 일만 말하고 누가를 빠뜨리는 습관(M1)을 비교로 바로잡습니다.
시간: 약 3분
이렇게 말해 보세요
- “가처럼 ‘먹어요.’라고만 들으면 누가 먹는지 알 수 있어?”
- “그럼 가를 나처럼 바꾸려면 무엇을 넣으면 될까?”
정답
- 나. ‘동생이’가 있어서 누가 먹는지 알 수 있습니다.
- 가에는 ‘누가’를 넣어야 합니다(예: 고양이가 먹어요.).
막히면
- 부모가 물을 마시는 몸짓을 하고 “마셔요.”라고만 말한 뒤 “누가?” 하고 아이가 묻게 해 봅니다.
주의
- 아이가 지치면 여기서 쉬고, 다음 날 S08(쓰기)부터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문장 쓰는 방법]
목적: 말한 문장을 글로 옮길 때 차례, 띄어 쓰기, 끝의 점을 알려 줍니다.
시간: 약 4분
이렇게 말해 보세요
- “말한 문장을 글로 써 볼 거야. 엄마(아빠)가 먼저 쓸게.” (종이에 ‘토끼가 뛰어요.’를 쓰며 단계를 소리 내어 말합니다.)
- “‘토끼가’와 ‘뛰어요’ 사이는 왜 띄어 썼을까? 끝에 찍은 점은 문장이 끝났다는 표시야.”
예상 답
- “다른 말이라서요.” / “읽기 쉬우라고요.”
막히면
- 두 카드 사이에 손가락 하나를 대고 그만큼 띄워 쓰게 합니다(M3).
주의
- 끝의 점은 마침표입니다. 이름과 다른 문장 부호는 다음 차시에서 배운다고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도움 받아 문장 쓰기]
목적: 문장의 한 부분이 비어 있을 때 알맞은 말을 넣어 완성된 문장을 써 봅니다.
시간: 약 4분
이렇게 말해 보세요
- “①은 누가는 있는데 무엇을 해요가 없네. 고양이가 무엇을 할까? 먼저 말로 해 보고 종이에 써 보자.”
- “②는 무엇이 빠졌을까?”
정답
- ① 예: 고양이가 자요. / 고양이가 우유를 마셔요.(하는 일이 들어가면 맞음)
- ② 예: 아기가 웃어요. / 동생이 웃어요.(누가가 들어가면 맞음)
- ③ 예: 아빠가 요리를 해요.(하는 일이 들어가면 맞음)
막히면
- 먼저 말로 문장을 완성하게 하고, 부모가 불러 주는 대로 받아쓰게 합니다.
- 쓰기가 오래 걸리면 ①만 쓰고 ②·③은 말로 해도 됩니다.
주의
- 맞춤법이 조금 틀려도 오늘은 괜찮습니다. 띄어 쓰기와 끝의 점을 먼저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말하고 쓰기]
목적: 도움 없이 누가 무엇을 하는지 한 문장으로 말하고 쓰는지 확인합니다.
시간: 약 5분
이렇게 말해 보세요
- (부모가 물을 마시는 몸짓을 하며) “①이야. 누가 무엇을 하는지 한 문장으로 말해 줘.”
- “②는 활동지 4번에 써 볼래? 다 쓰면 소리 내어 읽어 줘.”
정답
- ① 예: 엄마가 물을 마셔요.(누가와 하는 일이 모두 있으면 맞음)
- ② 예: 나는 공을 차요. / 나는 블록 놀이를 해요.(누가와 하는 일이 모두 있고, 띄어 쓰고 끝에 점을 찍으면 맞음)
막히면
- “누가?”, “무엇을 해?”를 한 번만 물어 줍니다. 그래도 어려우면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 예와 피드백]
목적: 아이의 말과 글을 예와 비교하며 고칠 점을 스스로 찾게 합니다.
시간: 약 2분
이렇게 말해 보세요
- “네가 쓴 문장은 왼쪽이랑 닮았어, 오른쪽이랑 닮았어?”
- “오른쪽 문장은 어떻게 고치면 될까?”
예상 답
- “‘엄마가’를 넣어요.” / “띄어 쓰고 점을 찍어요.”
주의
- 이 장은 학생용 파일에서 빠집니다. 잘한 점을 먼저 말하고 고칠 점은 한 가지만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확인]
목적: 처음 보는 예에서 누가와 하는 일이 모두 있는 문장을 고르는지 확인합니다.
시간: 약 2분
이렇게 말해 보세요
- “가, 나, 다 중에서 누가 무엇을 하는지 다 알 수 있는 것은 어느 것일까? 왜 그렇게 생각해?”
정답
- 다. ‘동생이’(누가)와 ‘공을 차요’(무엇을 해요)가 모두 있습니다.
- 가는 낱말 하나뿐이고, 나는 누가 차는지 알 수 없습니다.
막히면
- S04의 두 카드를 다시 보여 주고 “누가? 무엇을 해?”를 차례로 찾게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할 복습을 알려 줍니다.
시간: 약 2분
이렇게 말해 보세요
- “오늘 배운 것을 말해 볼래? 문장에는 무엇과 무엇이 들어가야 했지?”
예상 답
- “누가랑 무엇을 해요가 들어가요.”
정답
- ① 예: 아기가 자요.(하는 일이 들어가면 맞음) ② 예: 고양이가 먹어요.(누가가 들어가면 맞음) ③ 점(.)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보충(낱말 읽기)]
목적: S02에서 낱말을 잘 읽지 못하면, 글자를 하나씩 소리 내어 읽고 이어 읽는 연습을 먼저 합니다.
시간: 약 5분
이렇게 말해 보세요
- “한 글자씩 짚으면서 읽어 보자. 토, 끼. 이제 붙여서 빠르게! 토끼.”
- “주황색 글자 ‘강’에는 받침 ㅇ이 있어. 가에 ㅇ을 더하면 [강]이야.”
정답
- 토끼 / 강아지
막히면
- 받침 있는 글자를 어려워하면 받침 없는 낱말(나무, 바지, 고기)부터 읽게 합니다.
- 계획상 앞 차시는 ‘낱말 읽고 쓰기’(KR22-G01-KOR-WORDS-L01)입니다. 낱말 읽기가 많이 어려우면 그 차시를 먼저 다지고 오늘 수업으로 돌아옵니다.
주의
- 읽기가 서툴러도 오늘 목표의 말하기(목표 A)는 할 수 있습니다. 쓰기는 부모가 불러 주거나 따라 쓰게 해 돕습니다.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말과글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문장으로 말하고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문장으로 말하고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국어 · 문장으로 말하고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문장으로 말하고 쓰기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무엇을 하는지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문장으로 말해 볼까?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누가 무엇을 하는지 한 문장으로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 문장을 바르게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읽어 보세요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내어 읽고, 불러 주는 낱말을 써요.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</a:t>
            </a:r>
            <a:endParaRPr lang="ko-KR" sz="3200" dirty="0"/>
          </a:p>
        </p:txBody>
      </p:sp>
      <p:sp>
        <p:nvSpPr>
          <p:cNvPr id="10" name="S02-chip10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02-text11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불러 주는 낱말 쓰기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낱말과 문장</a:t>
            </a:r>
            <a:endParaRPr lang="ko-KR" sz="4400" dirty="0"/>
          </a:p>
        </p:txBody>
      </p:sp>
      <p:sp>
        <p:nvSpPr>
          <p:cNvPr id="3" name="S03-card12"/>
          <p:cNvSpPr/>
          <p:nvPr/>
        </p:nvSpPr>
        <p:spPr>
          <a:xfrm>
            <a:off x="548640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3"/>
          <p:cNvSpPr txBox="1"/>
          <p:nvPr/>
        </p:nvSpPr>
        <p:spPr>
          <a:xfrm>
            <a:off x="822960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낱말만 들으면 무엇을 하는지 몰라요.</a:t>
            </a:r>
            <a:endParaRPr lang="ko-KR" sz="3200" dirty="0"/>
          </a:p>
        </p:txBody>
      </p:sp>
      <p:sp>
        <p:nvSpPr>
          <p:cNvPr id="5" name="S03-card14"/>
          <p:cNvSpPr/>
          <p:nvPr/>
        </p:nvSpPr>
        <p:spPr>
          <a:xfrm>
            <a:off x="6208776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5"/>
          <p:cNvSpPr txBox="1"/>
          <p:nvPr/>
        </p:nvSpPr>
        <p:spPr>
          <a:xfrm>
            <a:off x="6483096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문장은 누가 무엇을 하는지 알려 줘요.</a:t>
            </a:r>
            <a:endParaRPr lang="ko-KR" sz="3200" dirty="0"/>
          </a:p>
        </p:txBody>
      </p:sp>
      <p:sp>
        <p:nvSpPr>
          <p:cNvPr id="7" name="S03-word16"/>
          <p:cNvSpPr txBox="1"/>
          <p:nvPr/>
        </p:nvSpPr>
        <p:spPr>
          <a:xfrm>
            <a:off x="548640" y="21285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</a:t>
            </a:r>
            <a:endParaRPr lang="ko-KR" sz="3600" dirty="0"/>
          </a:p>
        </p:txBody>
      </p:sp>
      <p:sp>
        <p:nvSpPr>
          <p:cNvPr id="8" name="S03-word17"/>
          <p:cNvSpPr txBox="1"/>
          <p:nvPr/>
        </p:nvSpPr>
        <p:spPr>
          <a:xfrm>
            <a:off x="6231636" y="21285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강아지가 뛰어요.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+ 무엇을 해요</a:t>
            </a:r>
            <a:endParaRPr lang="ko-KR" sz="44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말을 이으면 문장이 돼요.</a:t>
            </a:r>
            <a:endParaRPr lang="ko-KR" sz="3200" dirty="0"/>
          </a:p>
        </p:txBody>
      </p:sp>
      <p:sp>
        <p:nvSpPr>
          <p:cNvPr id="5" name="S04-word20"/>
          <p:cNvSpPr txBox="1"/>
          <p:nvPr/>
        </p:nvSpPr>
        <p:spPr>
          <a:xfrm>
            <a:off x="548640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강아지가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누가?</a:t>
            </a:r>
            <a:endParaRPr lang="ko-KR" sz="3600" dirty="0"/>
          </a:p>
        </p:txBody>
      </p:sp>
      <p:sp>
        <p:nvSpPr>
          <p:cNvPr id="6" name="S04-word21"/>
          <p:cNvSpPr txBox="1"/>
          <p:nvPr/>
        </p:nvSpPr>
        <p:spPr>
          <a:xfrm>
            <a:off x="6231636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뛰어요.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해요?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몸짓을 보고 말해요</a:t>
            </a:r>
            <a:endParaRPr lang="ko-KR" sz="4400" dirty="0"/>
          </a:p>
        </p:txBody>
      </p:sp>
      <p:sp>
        <p:nvSpPr>
          <p:cNvPr id="3" name="S05-stepno22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5-text23"/>
          <p:cNvSpPr txBox="1"/>
          <p:nvPr/>
        </p:nvSpPr>
        <p:spPr>
          <a:xfrm>
            <a:off x="1325880" y="242773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몸짓을 잘 봐요.</a:t>
            </a:r>
            <a:endParaRPr lang="ko-KR" sz="3200" dirty="0"/>
          </a:p>
        </p:txBody>
      </p:sp>
      <p:sp>
        <p:nvSpPr>
          <p:cNvPr id="5" name="S05-stepno24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5-text25"/>
          <p:cNvSpPr txBox="1"/>
          <p:nvPr/>
        </p:nvSpPr>
        <p:spPr>
          <a:xfrm>
            <a:off x="1325880" y="31409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했나요?</a:t>
            </a:r>
            <a:endParaRPr lang="ko-KR" sz="3200" dirty="0"/>
          </a:p>
        </p:txBody>
      </p:sp>
      <p:sp>
        <p:nvSpPr>
          <p:cNvPr id="7" name="S05-stepno26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5-text27"/>
          <p:cNvSpPr txBox="1"/>
          <p:nvPr/>
        </p:nvSpPr>
        <p:spPr>
          <a:xfrm>
            <a:off x="1325880" y="38541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했나요?</a:t>
            </a:r>
            <a:endParaRPr lang="ko-KR" sz="3200" dirty="0"/>
          </a:p>
        </p:txBody>
      </p:sp>
      <p:sp>
        <p:nvSpPr>
          <p:cNvPr id="9" name="S05-stepno28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5-text29"/>
          <p:cNvSpPr txBox="1"/>
          <p:nvPr/>
        </p:nvSpPr>
        <p:spPr>
          <a:xfrm>
            <a:off x="1325880" y="4567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이어서 한 문장으로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이어서 말해요</a:t>
            </a:r>
            <a:endParaRPr lang="ko-KR" sz="4400" dirty="0"/>
          </a:p>
        </p:txBody>
      </p:sp>
      <p:sp>
        <p:nvSpPr>
          <p:cNvPr id="3" name="S06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위와 아래를 하나씩 이어 말해요.</a:t>
            </a:r>
            <a:endParaRPr lang="ko-KR" sz="3200" dirty="0"/>
          </a:p>
        </p:txBody>
      </p:sp>
      <p:sp>
        <p:nvSpPr>
          <p:cNvPr id="4" name="S06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되나요? 소리 내어 확인해요.</a:t>
            </a:r>
            <a:endParaRPr lang="ko-KR" sz="3200" dirty="0"/>
          </a:p>
        </p:txBody>
      </p:sp>
      <p:sp>
        <p:nvSpPr>
          <p:cNvPr id="6" name="S06-word33"/>
          <p:cNvSpPr txBox="1"/>
          <p:nvPr/>
        </p:nvSpPr>
        <p:spPr>
          <a:xfrm>
            <a:off x="548640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아기가</a:t>
            </a:r>
            <a:endParaRPr lang="ko-KR" sz="3600" dirty="0"/>
          </a:p>
        </p:txBody>
      </p:sp>
      <p:sp>
        <p:nvSpPr>
          <p:cNvPr id="7" name="S06-word34"/>
          <p:cNvSpPr txBox="1"/>
          <p:nvPr/>
        </p:nvSpPr>
        <p:spPr>
          <a:xfrm>
            <a:off x="4337304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새가</a:t>
            </a:r>
            <a:endParaRPr lang="ko-KR" sz="3600" dirty="0"/>
          </a:p>
        </p:txBody>
      </p:sp>
      <p:sp>
        <p:nvSpPr>
          <p:cNvPr id="8" name="S06-word35"/>
          <p:cNvSpPr txBox="1"/>
          <p:nvPr/>
        </p:nvSpPr>
        <p:spPr>
          <a:xfrm>
            <a:off x="8125968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토끼가</a:t>
            </a:r>
            <a:endParaRPr lang="ko-KR" sz="3600" dirty="0"/>
          </a:p>
        </p:txBody>
      </p:sp>
      <p:sp>
        <p:nvSpPr>
          <p:cNvPr id="9" name="S06-word36"/>
          <p:cNvSpPr txBox="1"/>
          <p:nvPr/>
        </p:nvSpPr>
        <p:spPr>
          <a:xfrm>
            <a:off x="548640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당근을 먹어요.</a:t>
            </a:r>
            <a:endParaRPr lang="ko-KR" sz="3600" dirty="0"/>
          </a:p>
        </p:txBody>
      </p:sp>
      <p:sp>
        <p:nvSpPr>
          <p:cNvPr id="10" name="S06-word37"/>
          <p:cNvSpPr txBox="1"/>
          <p:nvPr/>
        </p:nvSpPr>
        <p:spPr>
          <a:xfrm>
            <a:off x="4337304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자요.</a:t>
            </a:r>
            <a:endParaRPr lang="ko-KR" sz="3600" dirty="0"/>
          </a:p>
        </p:txBody>
      </p:sp>
      <p:sp>
        <p:nvSpPr>
          <p:cNvPr id="11" name="S06-word38"/>
          <p:cNvSpPr txBox="1"/>
          <p:nvPr/>
        </p:nvSpPr>
        <p:spPr>
          <a:xfrm>
            <a:off x="8125968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날아요.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먹는 걸까요?</a:t>
            </a:r>
            <a:endParaRPr lang="ko-KR" sz="4400" dirty="0"/>
          </a:p>
        </p:txBody>
      </p:sp>
      <p:sp>
        <p:nvSpPr>
          <p:cNvPr id="3" name="S07-card3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“무엇을 하고 있어?” 하고 물었어요.</a:t>
            </a:r>
            <a:endParaRPr lang="ko-KR" sz="3200" dirty="0"/>
          </a:p>
        </p:txBody>
      </p:sp>
      <p:sp>
        <p:nvSpPr>
          <p:cNvPr id="5" name="S07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먹는지 알 수 있는 쪽은 어디일까요?</a:t>
            </a:r>
            <a:endParaRPr lang="ko-KR" sz="3200" dirty="0"/>
          </a:p>
        </p:txBody>
      </p:sp>
      <p:sp>
        <p:nvSpPr>
          <p:cNvPr id="7" name="S07-chip4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4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“먹어요.”</a:t>
            </a:r>
            <a:endParaRPr lang="ko-KR" sz="3200" dirty="0"/>
          </a:p>
        </p:txBody>
      </p:sp>
      <p:sp>
        <p:nvSpPr>
          <p:cNvPr id="9" name="S07-chip4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4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“동생이 밥을 먹어요.”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문장을 써요</a:t>
            </a:r>
            <a:endParaRPr lang="ko-KR" sz="4400" dirty="0"/>
          </a:p>
        </p:txBody>
      </p:sp>
      <p:sp>
        <p:nvSpPr>
          <p:cNvPr id="3" name="S08-word47"/>
          <p:cNvSpPr txBox="1"/>
          <p:nvPr/>
        </p:nvSpPr>
        <p:spPr>
          <a:xfrm>
            <a:off x="6920911" y="1897380"/>
            <a:ext cx="4719401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토끼가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</a:t>
            </a:r>
            <a:endParaRPr lang="ko-KR" sz="3600" dirty="0"/>
          </a:p>
        </p:txBody>
      </p:sp>
      <p:sp>
        <p:nvSpPr>
          <p:cNvPr id="4" name="S08-word48"/>
          <p:cNvSpPr txBox="1"/>
          <p:nvPr/>
        </p:nvSpPr>
        <p:spPr>
          <a:xfrm>
            <a:off x="6920911" y="3909060"/>
            <a:ext cx="4719401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뛰어요.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해요</a:t>
            </a:r>
            <a:endParaRPr lang="ko-KR" sz="3600" dirty="0"/>
          </a:p>
        </p:txBody>
      </p:sp>
      <p:sp>
        <p:nvSpPr>
          <p:cNvPr id="5" name="S08-stepno49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8-text50"/>
          <p:cNvSpPr txBox="1"/>
          <p:nvPr/>
        </p:nvSpPr>
        <p:spPr>
          <a:xfrm>
            <a:off x="1325880" y="242773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‘누가’를 먼저 써요.</a:t>
            </a:r>
            <a:endParaRPr lang="ko-KR" sz="3200" dirty="0"/>
          </a:p>
        </p:txBody>
      </p:sp>
      <p:sp>
        <p:nvSpPr>
          <p:cNvPr id="7" name="S08-stepno51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8-text52"/>
          <p:cNvSpPr txBox="1"/>
          <p:nvPr/>
        </p:nvSpPr>
        <p:spPr>
          <a:xfrm>
            <a:off x="1325880" y="3140964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 띄어요.</a:t>
            </a:r>
            <a:endParaRPr lang="ko-KR" sz="3200" dirty="0"/>
          </a:p>
        </p:txBody>
      </p:sp>
      <p:sp>
        <p:nvSpPr>
          <p:cNvPr id="9" name="S08-stepno53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8-text54"/>
          <p:cNvSpPr txBox="1"/>
          <p:nvPr/>
        </p:nvSpPr>
        <p:spPr>
          <a:xfrm>
            <a:off x="1325880" y="3854196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‘무엇을 해요’를 써요.</a:t>
            </a:r>
            <a:endParaRPr lang="ko-KR" sz="3200" dirty="0"/>
          </a:p>
        </p:txBody>
      </p:sp>
      <p:sp>
        <p:nvSpPr>
          <p:cNvPr id="11" name="S08-stepno55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8-text56"/>
          <p:cNvSpPr txBox="1"/>
          <p:nvPr/>
        </p:nvSpPr>
        <p:spPr>
          <a:xfrm>
            <a:off x="1325880" y="456742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끝에 점(.)을 찍어요.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곳을 채워요</a:t>
            </a:r>
            <a:endParaRPr lang="ko-KR" sz="4400" dirty="0"/>
          </a:p>
        </p:txBody>
      </p:sp>
      <p:sp>
        <p:nvSpPr>
          <p:cNvPr id="3" name="S09-text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말을 넣어 문장을 써요.</a:t>
            </a:r>
            <a:endParaRPr lang="ko-KR" sz="3200" dirty="0"/>
          </a:p>
        </p:txBody>
      </p:sp>
      <p:sp>
        <p:nvSpPr>
          <p:cNvPr id="4" name="S09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누가? 무엇을 해요? 둘 다 있어야 해요.</a:t>
            </a:r>
            <a:endParaRPr lang="ko-KR" sz="3200" dirty="0"/>
          </a:p>
        </p:txBody>
      </p:sp>
      <p:sp>
        <p:nvSpPr>
          <p:cNvPr id="6" name="S09-chip6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ext6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고양이가 (          ).</a:t>
            </a:r>
            <a:endParaRPr lang="ko-KR" sz="3200" dirty="0"/>
          </a:p>
        </p:txBody>
      </p:sp>
      <p:sp>
        <p:nvSpPr>
          <p:cNvPr id="8" name="S09-chip6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text6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         ) 웃어요.</a:t>
            </a:r>
            <a:endParaRPr lang="ko-KR" sz="3200" dirty="0"/>
          </a:p>
        </p:txBody>
      </p:sp>
      <p:sp>
        <p:nvSpPr>
          <p:cNvPr id="10" name="S09-chip6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text6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아빠가 (          ).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chip6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10-text67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몸짓을 보고 한 문장으로 말해요.</a:t>
            </a:r>
            <a:endParaRPr lang="ko-KR" sz="3200" dirty="0"/>
          </a:p>
        </p:txBody>
      </p:sp>
      <p:sp>
        <p:nvSpPr>
          <p:cNvPr id="5" name="S10-chip68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10-text69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좋아하는 놀이를 한 문장으로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예와 흔한 실수</a:t>
            </a:r>
            <a:endParaRPr lang="ko-KR" sz="4400" dirty="0"/>
          </a:p>
        </p:txBody>
      </p:sp>
      <p:sp>
        <p:nvSpPr>
          <p:cNvPr id="3" name="S11-card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누가와 무엇을 해요가 모두 있으면 문장이에요.</a:t>
            </a:r>
            <a:endParaRPr lang="ko-KR" sz="3200" dirty="0"/>
          </a:p>
        </p:txBody>
      </p:sp>
      <p:sp>
        <p:nvSpPr>
          <p:cNvPr id="5" name="S11-chip7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73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엄마가 물을 마셔요.</a:t>
            </a:r>
            <a:endParaRPr lang="ko-KR" sz="3200" dirty="0"/>
          </a:p>
        </p:txBody>
      </p:sp>
      <p:sp>
        <p:nvSpPr>
          <p:cNvPr id="7" name="S11-text74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+ 무엇을 해요</a:t>
            </a:r>
            <a:endParaRPr lang="ko-KR" sz="2600" dirty="0"/>
          </a:p>
        </p:txBody>
      </p:sp>
      <p:sp>
        <p:nvSpPr>
          <p:cNvPr id="8" name="S11-text75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공을 차요.</a:t>
            </a:r>
            <a:endParaRPr lang="ko-KR" sz="3200" dirty="0"/>
          </a:p>
        </p:txBody>
      </p:sp>
      <p:sp>
        <p:nvSpPr>
          <p:cNvPr id="9" name="S11-text76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띄어 쓰고 점을 찍음</a:t>
            </a:r>
            <a:endParaRPr lang="ko-KR" sz="2600" dirty="0"/>
          </a:p>
        </p:txBody>
      </p:sp>
      <p:sp>
        <p:nvSpPr>
          <p:cNvPr id="10" name="S11-chip7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1" name="S11-text78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마셔요.</a:t>
            </a:r>
            <a:endParaRPr lang="ko-KR" sz="3200" dirty="0"/>
          </a:p>
        </p:txBody>
      </p:sp>
      <p:sp>
        <p:nvSpPr>
          <p:cNvPr id="12" name="S11-text79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누가가 빠짐</a:t>
            </a:r>
            <a:endParaRPr lang="ko-KR" sz="2600" dirty="0"/>
          </a:p>
        </p:txBody>
      </p:sp>
      <p:sp>
        <p:nvSpPr>
          <p:cNvPr id="13" name="S11-text80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나는공을차요</a:t>
            </a:r>
            <a:endParaRPr lang="ko-KR" sz="3200" dirty="0"/>
          </a:p>
        </p:txBody>
      </p:sp>
      <p:sp>
        <p:nvSpPr>
          <p:cNvPr id="14" name="S11-text81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 쓰고 점이 없음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무엇을 할까요?</a:t>
            </a:r>
            <a:endParaRPr lang="ko-KR" sz="4400" dirty="0"/>
          </a:p>
        </p:txBody>
      </p:sp>
      <p:sp>
        <p:nvSpPr>
          <p:cNvPr id="3" name="S12-text8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무엇을 하는지 다 알 수 있는 것은?</a:t>
            </a:r>
            <a:endParaRPr lang="ko-KR" sz="3200" dirty="0"/>
          </a:p>
        </p:txBody>
      </p:sp>
      <p:sp>
        <p:nvSpPr>
          <p:cNvPr id="4" name="S12-card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 보세요.</a:t>
            </a:r>
            <a:endParaRPr lang="ko-KR" sz="3200" dirty="0"/>
          </a:p>
        </p:txBody>
      </p:sp>
      <p:sp>
        <p:nvSpPr>
          <p:cNvPr id="6" name="S12-chip85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86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87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</a:t>
            </a:r>
            <a:endParaRPr lang="ko-KR" sz="3200" dirty="0"/>
          </a:p>
        </p:txBody>
      </p:sp>
      <p:sp>
        <p:nvSpPr>
          <p:cNvPr id="9" name="S12-chip88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89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90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공을 차요.</a:t>
            </a:r>
            <a:endParaRPr lang="ko-KR" sz="3200" dirty="0"/>
          </a:p>
        </p:txBody>
      </p:sp>
      <p:sp>
        <p:nvSpPr>
          <p:cNvPr id="12" name="S12-chip91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92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93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동생이 공을 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9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+ 무엇을 해요를 이으면 문장이 돼요.</a:t>
            </a:r>
            <a:endParaRPr lang="ko-KR" sz="3200" dirty="0"/>
          </a:p>
        </p:txBody>
      </p:sp>
      <p:sp>
        <p:nvSpPr>
          <p:cNvPr id="5" name="S13-chip9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누가와 하는 일 다 말하기</a:t>
            </a:r>
            <a:endParaRPr lang="ko-KR" sz="2600" dirty="0"/>
          </a:p>
        </p:txBody>
      </p:sp>
      <p:sp>
        <p:nvSpPr>
          <p:cNvPr id="6" name="S13-chip9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낱말 하나만 말하기</a:t>
            </a:r>
            <a:endParaRPr lang="ko-KR" sz="2600" dirty="0"/>
          </a:p>
        </p:txBody>
      </p:sp>
      <p:sp>
        <p:nvSpPr>
          <p:cNvPr id="7" name="S13-text9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99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‘아기가’ 뒤에 말을 이어요</a:t>
            </a:r>
            <a:endParaRPr lang="ko-KR" sz="2600" dirty="0"/>
          </a:p>
        </p:txBody>
      </p:sp>
      <p:sp>
        <p:nvSpPr>
          <p:cNvPr id="9" name="S13-text100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‘먹어요.’ 앞에 누가를 넣어요</a:t>
            </a:r>
            <a:endParaRPr lang="ko-KR" sz="2600" dirty="0"/>
          </a:p>
        </p:txBody>
      </p:sp>
      <p:sp>
        <p:nvSpPr>
          <p:cNvPr id="10" name="S13-text101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문장 끝에 찍는 것은?</a:t>
            </a:r>
            <a:endParaRPr lang="ko-KR" sz="2600" dirty="0"/>
          </a:p>
        </p:txBody>
      </p:sp>
      <p:sp>
        <p:nvSpPr>
          <p:cNvPr id="11" name="S13-text10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문장 부호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한 글자씩 읽어요</a:t>
            </a:r>
            <a:endParaRPr lang="ko-KR" sz="4400" dirty="0"/>
          </a:p>
        </p:txBody>
      </p:sp>
      <p:sp>
        <p:nvSpPr>
          <p:cNvPr id="3" name="S14-text10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글자씩 짚고, 이어서 빠르게 읽어요.</a:t>
            </a:r>
            <a:endParaRPr lang="ko-KR" sz="3200" dirty="0"/>
          </a:p>
        </p:txBody>
      </p:sp>
      <p:sp>
        <p:nvSpPr>
          <p:cNvPr id="4" name="S14-card1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토끼, 강아지! 이어 읽으면 낱말이 돼요.</a:t>
            </a:r>
            <a:endParaRPr lang="ko-KR" sz="3200" dirty="0"/>
          </a:p>
        </p:txBody>
      </p:sp>
      <p:sp>
        <p:nvSpPr>
          <p:cNvPr id="6" name="S14-tile106"/>
          <p:cNvSpPr txBox="1"/>
          <p:nvPr/>
        </p:nvSpPr>
        <p:spPr>
          <a:xfrm>
            <a:off x="2263140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</a:t>
            </a:r>
            <a:endParaRPr lang="ko-KR" sz="5900" dirty="0"/>
          </a:p>
        </p:txBody>
      </p:sp>
      <p:sp>
        <p:nvSpPr>
          <p:cNvPr id="7" name="S14-tile107"/>
          <p:cNvSpPr txBox="1"/>
          <p:nvPr/>
        </p:nvSpPr>
        <p:spPr>
          <a:xfrm>
            <a:off x="3835908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끼</a:t>
            </a:r>
            <a:endParaRPr lang="ko-KR" sz="5900" dirty="0"/>
          </a:p>
        </p:txBody>
      </p:sp>
      <p:sp>
        <p:nvSpPr>
          <p:cNvPr id="8" name="S14-tile108"/>
          <p:cNvSpPr txBox="1"/>
          <p:nvPr/>
        </p:nvSpPr>
        <p:spPr>
          <a:xfrm>
            <a:off x="5408676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</a:t>
            </a:r>
            <a:endParaRPr lang="ko-KR" sz="5900" dirty="0"/>
          </a:p>
        </p:txBody>
      </p:sp>
      <p:sp>
        <p:nvSpPr>
          <p:cNvPr id="9" name="S14-tile109"/>
          <p:cNvSpPr txBox="1"/>
          <p:nvPr/>
        </p:nvSpPr>
        <p:spPr>
          <a:xfrm>
            <a:off x="6981444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</a:t>
            </a:r>
            <a:endParaRPr lang="ko-KR" sz="5900" dirty="0"/>
          </a:p>
        </p:txBody>
      </p:sp>
      <p:sp>
        <p:nvSpPr>
          <p:cNvPr id="10" name="S14-tile110"/>
          <p:cNvSpPr txBox="1"/>
          <p:nvPr/>
        </p:nvSpPr>
        <p:spPr>
          <a:xfrm>
            <a:off x="8554212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국어 문장으로 말하고 쓰기</dc:title>
  <dc:subject>KR22-G01-KOR-SENTENCE-L01</dc:subject>
  <dc:creator>education-ppt</dc:creator>
  <cp:lastModifiedBy>education-ppt</cp:lastModifiedBy>
  <cp:revision>1</cp:revision>
  <dcterms:created xsi:type="dcterms:W3CDTF">2026-10-26T07:08:24Z</dcterms:created>
  <dcterms:modified xsi:type="dcterms:W3CDTF">2026-10-26T07:08:24Z</dcterms:modified>
</cp:coreProperties>
</file>