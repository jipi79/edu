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a87caad-e1a6-d8bc-6251-99b25b3ebbac}">
          <p14:sldIdLst>
            <p14:sldId id="256"/>
            <p14:sldId id="257"/>
          </p14:sldIdLst>
        </p14:section>
        <p14:section name="개념" id="{c2e57c60-884f-30cd-4a3e-d9fb5645edf7}">
          <p14:sldIdLst>
            <p14:sldId id="258"/>
            <p14:sldId id="259"/>
          </p14:sldIdLst>
        </p14:section>
        <p14:section name="연습" id="{7c433e79-9965-d972-6abe-fa73a9f4429a}">
          <p14:sldIdLst>
            <p14:sldId id="260"/>
            <p14:sldId id="261"/>
            <p14:sldId id="262"/>
            <p14:sldId id="263"/>
          </p14:sldIdLst>
        </p14:section>
        <p14:section name="확인" id="{beec5c79-8571-3799-40a5-9e08fcfa1f9c}">
          <p14:sldIdLst>
            <p14:sldId id="264"/>
            <p14:sldId id="265"/>
            <p14:sldId id="266"/>
          </p14:sldIdLst>
        </p14:section>
        <p14:section name="정리" id="{61618e9c-971f-5ea8-09f0-165a0f67762e}">
          <p14:sldIdLst>
            <p14:sldId id="267"/>
          </p14:sldIdLst>
        </p14:section>
        <p14:section name="보충" id="{8402dc00-b6b3-d12a-9cd8-a1364575e12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잘 듣는 모습을 떠올려 보게 합니다.
시간: 약 2분
이렇게 말해 보세요
- “네가 이야기할 때 누가 잘 들어 주면 기분이 좋아? 잘 듣는 사람은 어떻게 들을까?”
- “오늘은 잘 듣는 방법과 차례를 지켜 말하는 방법을 배우고, 엄마(아빠)랑 대화 놀이를 할 거야.”
예상 답
- “조용히 들어요.” / “눈을 봐요.” / “몰라요.”
주의
- 아이의 대답을 고치지 말고 들어 둡니다. S03에서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확인(듣고 그대로 하기)]
목적: 말을 끝까지 듣고 두 가지 지시를 차례대로 따를 수 있는지 확인합니다. 이 차시는 계획상 앞 차시가 없으므로, 유치원에서 해 온 ‘듣고 따라 하기’를 확인합니다.
시간: 약 3분
이렇게 말해 보세요
- “엄마(아빠)가 두 가지를 말할 거야. 다 듣고 나서 차례대로 해 봐. ‘손뼉을 두 번 치고, 머리를 만져.’”
- “이번에는 다른 거야. ‘일어나서, 한 바퀴 돌아.’”
정답
- ① 손뼉을 두 번 친 뒤 머리를 만집니다. ② 일어난 뒤 한 바퀴 돕니다. (두 가지를 순서대로 하면 맞음)
막히면
- 말이 끝나기 전에 움직이면 “다 듣고 나서 해 보자.”라고 하고 한 번 더 말해 줍니다.
- 두 가지 모두 어려우면 S13(보충)을 먼저 합니다.
주의
- 지시문은 화면에 쓰지 않습니다. 귀로 듣고 하는 것이 목적입니다.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잘 듣는 자세]
목적: 잘 듣는 자세를 눈·귀·마음 세 가지로 알려 줍니다.
시간: 약 3분
이렇게 말해 보세요
- “잘 들을 때는 눈으로 말하는 사람을 보고, 귀로 끝까지 듣고, 마음으로 무슨 말인지 생각해.”
- “손으로 눈, 귀, 가슴을 차례로 짚으면서 같이 말해 볼까?”
예상 답
- “눈은 봐요, 귀는 끝까지 들어요, 마음은 생각해요.”
막히면
- 카드마다 몸짓을 붙여 놀이처럼 외웁니다(눈 가리키기, 귀에 손 대기, 가슴에 손 얹기).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듣는 모습 비교 시범]
목적: 아이가 말하는 사람이 되어 두 가지 듣는 모습을 직접 겪어 보고, 잘 듣는 것이 왜 필요한지 느끼게 합니다(M1).
시간: 약 4분
이렇게 말해 보세요
- “네가 좋아하는 장난감 이야기를 해 줄래? 엄마(아빠)가 들어 볼게.” (가: 휴대 전화나 창밖을 보며 건성으로 듣습니다.)
- “한 번 더 이야기해 줄래?” (나: 아이 눈을 보고 고개를 끄덕이며 끝까지 듣습니다.)
- “어느 쪽에게 말할 때 기분이 좋았어? 왜?”
예상 답
- “나요. 내 말을 잘 들어 주는 것 같아서요.” / “가는 속상했어요.”
막히면
- “엄마(아빠)가 다른 데를 볼 때 계속 말하고 싶었어?”라고 물어 줍니다.
주의
- 가를 할 때 너무 오래 하지 않습니다. 끝나면 “아까는 미안해. 이제 잘 들을게.”라고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듣고 내용 다시 말하기]
목적: 짧은 이야기를 끝까지 듣고 들은 내용을 다시 말하는 연습을 합니다. 물음을 먼저 보고 들으면 무엇을 들어야 할지 알 수 있습니다.
시간: 약 4분
이렇게 말해 보세요
- “물음 세 개를 먼저 읽어 보자. 이제 엄마(아빠)가 이야기를 할게. 엄마를 보면서 잘 들어 봐.”
- (천천히 또박또박) “엄마는 어제 시장에 갔어. 빨간 사과를 세 개 샀어. 그런데 집에 오는 길에 비가 와서 뛰어왔어.”
- “①부터 대답해 볼래?”
정답
- ① 시장 ② 빨간 사과 세 개 ③ 비가 와서
막히면
- 이야기를 한 번 더 들려줍니다. 이번에는 문장 하나를 말할 때마다 잠깐 쉬어 줍니다.
주의
- 아이가 화면이나 다른 곳을 보고 있으면, 이야기를 시작하기 전에 “엄마 눈을 볼까?”라고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차례를 지켜 말하는 방법]
목적: 대화에서 차례를 지키는 방법을 순서대로 알려 줍니다(M2, M3).
시간: 약 3분
이렇게 말해 보세요
- “두 사람이 한꺼번에 말하면 어떻게 될까? 둘 다 무슨 말인지 못 듣겠지?”
- “그래서 차례를 지켜. 말이 끝날 때까지 기다리고, 말하고 싶으면 손을 들어. 다 말하면 상대에게 ‘엄마는요?’ 하고 물어서 차례를 넘겨.”
예상 답
- “시끄러워요.” / “무슨 말인지 몰라요.”
막히면
- 부모와 아이가 동시에 숫자를 세며 말해 보게 해서, 한꺼번에 말하면 알아듣기 어렵다는 것을 느끼게 합니다.
주의
- 4번의 ‘엄마는요?’는 ‘아빠는요?’, ‘할머니는요?’처럼 상대에 맞게 바꿔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비교(끼어들기)]
목적: 하고 싶은 말이 생기면 바로 끼어드는 습관(M2)을 비교로 바로잡습니다.
시간: 약 3분
이렇게 말해 보세요
- “가처럼 끼어들면 엄마는 어떤 마음일까?”
- “가는 어떻게 하면 좋을까? 하고 싶은 말이 생겼을 때 어떻게 하기로 했지?”
정답
- 나. 말이 끝날 때까지 기다렸습니다.
- 가는 손을 들고 기다렸다가, 엄마의 말이 끝난 뒤 “나도 가 봤어요.”라고 말하면 됩니다.
막히면
- 부모가 가처럼 아이의 말에 끼어들어 보이고, 어떤 기분이었는지 물어봅니다.
주의
- 아이가 지치면 여기서 쉬고, 다음 날 S08(대화 놀이)부터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대화 놀이(도움 받아)]
목적: 말하기 인형을 주고받으며 듣고 말하는 차례를 연습합니다. 부모가 기준표를 보며 그때그때 칭찬하고 도와줍니다.
시간: 약 6분
이렇게 말해 보세요
- “인형을 든 사람만 말하기로 하자. 엄마(아빠)가 먼저 말할게. 엄마는 된장찌개를 좋아해. 따뜻하고 구수해서 좋아. 너는?” (인형을 건넵니다.)
- (아이가 말한 뒤) “엄마가 무엇을 좋아한다고 했지?”
- “기준표에서 오늘 잘한 것을 같이 찾아볼까?”
예상 답
- “나는 떡볶이를 좋아해요. 매콤하고 쫄깃해서요. 엄마는요?”
- “엄마는 된장찌개를 좋아한다고 했어요.”
막히면
- 아이가 인형 없이 말하기 시작하면 웃으며 인형을 가리키고 기다립니다.
- 들은 것을 다시 말하지 못하면, 부모가 한 번 더 짧게 말해 주고 다시 묻습니다.
주의
- 고칠 점은 한 가지만 말하고, 잘한 점을 먼저 말해 줍니다. 부모도 아이의 말에 끼어들지 않도록 조심합니다.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해 보기(대화 놀이)]
목적: 도움 없이 듣고 차례를 지켜 말하는지 관찰 기준으로 확인합니다.
시간: 약 6분
이렇게 말해 보세요
- “이번에는 엄마(아빠)가 도와주지 않을게. 엄마가 먼저 말할게. 엄마는 주말에 바다에 가고 싶어. …… 모래로 성을 쌓고 싶거든.” (중간에 3초쯤 일부러 쉬어, 아이가 끼어들지 않고 기다리는지 봅니다.)
- “엄마가 무엇을 하고 싶다고 했어? 이제 네 차례야.”
정답
- 정답은 하나가 아닙니다. 관찰 기준 4가지 가운데 3가지 이상을 지키면 목표 B 달성으로 봅니다.
- 들은 것 다시 말하기 예: “엄마는 바다에 가서 모래성을 쌓고 싶대요.”(바다 또는 모래성 가운데 하나 이상을 말하면 목표 A 달성)
막히면
- 부모가 쉬는 동안 아이가 끼어들면, 말을 마친 뒤 “아까 엄마 말이 아직 안 끝났었어.”라고 부드럽게 알려 주고 기록표에 ‘도움’으로 표시합니다.
주의
- 관찰한 것을 기록표(S09 줄)에 바로 표시해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잘한 모습과 흔한 실수]
목적: 대화 놀이에서 아이가 한 모습을 예와 비교하며 돌아봅니다.
시간: 약 2분
이렇게 말해 보세요
- “오늘 너는 왼쪽처럼 했어, 오른쪽처럼 했어?”
- “다음에 더 잘하고 싶은 것은 무엇이야?”
예상 답
- “눈을 보면서 들었어요.” / “한 번 끼어들었어요. 다음에는 손을 들게요.”
주의
- 이 장은 학생용 파일에서 빠집니다. 잘한 점을 먼저 두 가지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확인]
목적: 차례를 지켜야 하는 상황에서 알맞은 행동을 고르고 까닭을 말하는지 확인합니다.
시간: 약 2분
이렇게 말해 보세요
- “이럴 때는 가, 나, 다 중에서 어떻게 하면 좋을까? 왜 그렇게 생각해?”
정답
- 나. 엄마의 말을 끝까지 들어야 무슨 말인지 알 수 있고, 엄마도 기분이 좋습니다. 손을 들고 기다려도 맞습니다.
막히면
- S06의 차례 지키기 방법을 다시 보여 줍니다.
주의
- 활동지 2에서 들려줄 이야기는 부모용 안내의 ‘활동지 정답’ 표에 있습니다. 활동지에는 쓰여 있지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다음 학습과 복습]
목적: 핵심을 정리하고 다음 수업 첫 5분에 할 복습을 알려 줍니다.
시간: 약 2분
이렇게 말해 보세요
- “오늘 배운 것을 말해 볼래? 잘 들으려면 어떻게 해야 했지?”
예상 답
- “말하는 사람을 보고 끝까지 들어요. 끼어들지 않고 기다려요.”
정답
- ① 말하는 사람을 봐요, 끝까지 들어요(둘 다 말하면 맞음) ② 말이 끝날 때까지 기다리거나 손을 들어요 ③ 다음 수업에서 부모가 짧은 이야기를 들려주고, 한 가지 이상 다시 말하면 맞음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보충(한 가지씩 듣고 하기)]
목적: S02에서 두 가지 지시를 따르기 어려우면, 한 가지 지시부터 듣고 따르는 놀이로 연습합니다.
시간: 약 5분
이렇게 말해 보세요
- “엄마(아빠)가 한 가지를 말할 거야. 말이 다 끝나면 해 봐. ‘코를 만져.’”
- “잘했어! 이번에는 두 가지야. ‘코를 만지고, 박수를 한 번 쳐.’”
정답
- 말이 끝난 뒤 말한 순서대로 하면 맞습니다.
막히면
- 부모가 말하면서 동작을 같이 보여 주고, 다음에는 말만 하여 따라 하게 합니다.
- 이 차시는 계획상 앞 차시가 없습니다. 짧은 말도 끝까지 듣기 어렵거나 자주 되묻는 모습이 계속되면, 담임 선생님과 상의해 듣기(청력)나 주의 집중을 살펴보는 것이 좋습니다.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대화와문학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바르게 듣고 차례 지켜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바르게 듣고 차례 지켜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바르게 듣고 차례 지켜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차례 지켜 말하기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듣는 사람은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들을까?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말하는 사람을 보며 끝까지 들어요.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차례를 지켜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그대로 해요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말을 듣고 차례대로 해요.</a:t>
            </a:r>
            <a:endParaRPr lang="ko-KR" sz="3200" dirty="0"/>
          </a:p>
        </p:txBody>
      </p:sp>
      <p:sp>
        <p:nvSpPr>
          <p:cNvPr id="4" name="S02-step4"/>
          <p:cNvSpPr txBox="1"/>
          <p:nvPr/>
        </p:nvSpPr>
        <p:spPr>
          <a:xfrm>
            <a:off x="2962656" y="329184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들어요</a:t>
            </a:r>
            <a:endParaRPr lang="ko-KR" sz="3200" dirty="0"/>
          </a:p>
        </p:txBody>
      </p:sp>
      <p:sp>
        <p:nvSpPr>
          <p:cNvPr id="5" name="S02-line5"/>
          <p:cNvSpPr/>
          <p:nvPr/>
        </p:nvSpPr>
        <p:spPr>
          <a:xfrm>
            <a:off x="5943600" y="41148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" name="S02-step6"/>
          <p:cNvSpPr txBox="1"/>
          <p:nvPr/>
        </p:nvSpPr>
        <p:spPr>
          <a:xfrm>
            <a:off x="6300216" y="329184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차례대로 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들어요</a:t>
            </a:r>
            <a:endParaRPr lang="ko-KR" sz="4400" dirty="0"/>
          </a:p>
        </p:txBody>
      </p:sp>
      <p:sp>
        <p:nvSpPr>
          <p:cNvPr id="3" name="S03-card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들으면 들은 말을 다시 말할 수 있어요.</a:t>
            </a:r>
            <a:endParaRPr lang="ko-KR" sz="3200" dirty="0"/>
          </a:p>
        </p:txBody>
      </p:sp>
      <p:sp>
        <p:nvSpPr>
          <p:cNvPr id="5" name="S03-card9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0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사람을 봐요.</a:t>
            </a:r>
            <a:endParaRPr lang="ko-KR" sz="3200" dirty="0"/>
          </a:p>
        </p:txBody>
      </p:sp>
      <p:sp>
        <p:nvSpPr>
          <p:cNvPr id="7" name="S03-card11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2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들어요.</a:t>
            </a:r>
            <a:endParaRPr lang="ko-KR" sz="3200" dirty="0"/>
          </a:p>
        </p:txBody>
      </p:sp>
      <p:sp>
        <p:nvSpPr>
          <p:cNvPr id="9" name="S03-card13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4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말인지 생각해요.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들어 줄 때 좋을까?</a:t>
            </a:r>
            <a:endParaRPr lang="ko-KR" sz="4400" dirty="0"/>
          </a:p>
        </p:txBody>
      </p:sp>
      <p:sp>
        <p:nvSpPr>
          <p:cNvPr id="3" name="S04-card1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말할 때 두 가지 모습으로 들어 줘요.</a:t>
            </a:r>
            <a:endParaRPr lang="ko-KR" sz="3200" dirty="0"/>
          </a:p>
        </p:txBody>
      </p:sp>
      <p:sp>
        <p:nvSpPr>
          <p:cNvPr id="5" name="S04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쪽에게 말할 때 기분이 좋았나요?</a:t>
            </a:r>
            <a:endParaRPr lang="ko-KR" sz="3200" dirty="0"/>
          </a:p>
        </p:txBody>
      </p:sp>
      <p:sp>
        <p:nvSpPr>
          <p:cNvPr id="7" name="S04-chip1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4-text2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딴 곳을 보며 들어요.</a:t>
            </a:r>
            <a:endParaRPr lang="ko-KR" sz="3200" dirty="0"/>
          </a:p>
        </p:txBody>
      </p:sp>
      <p:sp>
        <p:nvSpPr>
          <p:cNvPr id="9" name="S04-chip2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4-text2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눈을 보며 끝까지 들어요.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듣고 대답해요</a:t>
            </a:r>
            <a:endParaRPr lang="ko-KR" sz="4400" dirty="0"/>
          </a:p>
        </p:txBody>
      </p:sp>
      <p:sp>
        <p:nvSpPr>
          <p:cNvPr id="3" name="S05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이야기를 잘 듣고 대답해요.</a:t>
            </a:r>
            <a:endParaRPr lang="ko-KR" sz="3200" dirty="0"/>
          </a:p>
        </p:txBody>
      </p:sp>
      <p:sp>
        <p:nvSpPr>
          <p:cNvPr id="4" name="S05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사람을 보며 끝까지 들어요.</a:t>
            </a:r>
            <a:endParaRPr lang="ko-KR" sz="3200" dirty="0"/>
          </a:p>
        </p:txBody>
      </p:sp>
      <p:sp>
        <p:nvSpPr>
          <p:cNvPr id="6" name="S05-chip2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2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갔나요?</a:t>
            </a:r>
            <a:endParaRPr lang="ko-KR" sz="3200" dirty="0"/>
          </a:p>
        </p:txBody>
      </p:sp>
      <p:sp>
        <p:nvSpPr>
          <p:cNvPr id="8" name="S05-chip2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2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샀나요?</a:t>
            </a:r>
            <a:endParaRPr lang="ko-KR" sz="3200" dirty="0"/>
          </a:p>
        </p:txBody>
      </p:sp>
      <p:sp>
        <p:nvSpPr>
          <p:cNvPr id="10" name="S05-chip3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3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뛰어왔나요?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차례를 지켜 말해요</a:t>
            </a:r>
            <a:endParaRPr lang="ko-KR" sz="4400" dirty="0"/>
          </a:p>
        </p:txBody>
      </p:sp>
      <p:sp>
        <p:nvSpPr>
          <p:cNvPr id="3" name="S06-stepno32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6-text33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끝날 때까지 기다려요.</a:t>
            </a:r>
            <a:endParaRPr lang="ko-KR" sz="3200" dirty="0"/>
          </a:p>
        </p:txBody>
      </p:sp>
      <p:sp>
        <p:nvSpPr>
          <p:cNvPr id="5" name="S06-stepno34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6-text35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말하고 싶으면 손을 들어요.</a:t>
            </a:r>
            <a:endParaRPr lang="ko-KR" sz="3200" dirty="0"/>
          </a:p>
        </p:txBody>
      </p:sp>
      <p:sp>
        <p:nvSpPr>
          <p:cNvPr id="7" name="S06-stepno36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6-text37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차례가 되면 말해요.</a:t>
            </a:r>
            <a:endParaRPr lang="ko-KR" sz="3200" dirty="0"/>
          </a:p>
        </p:txBody>
      </p:sp>
      <p:sp>
        <p:nvSpPr>
          <p:cNvPr id="9" name="S06-stepno38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6-text39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말하면 “엄마는요?” 하고 물어요.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차례를 지켰나요?</a:t>
            </a:r>
            <a:endParaRPr lang="ko-KR" sz="4400" dirty="0"/>
          </a:p>
        </p:txBody>
      </p:sp>
      <p:sp>
        <p:nvSpPr>
          <p:cNvPr id="3" name="S07-card4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엄마가 동물원에 다녀온 이야기를 하고 있어요.</a:t>
            </a:r>
            <a:endParaRPr lang="ko-KR" sz="3200" dirty="0"/>
          </a:p>
        </p:txBody>
      </p:sp>
      <p:sp>
        <p:nvSpPr>
          <p:cNvPr id="5" name="S07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차례를 지켰나요? 가는 어떻게 하면 좋을까요?</a:t>
            </a:r>
            <a:endParaRPr lang="ko-KR" sz="3200" dirty="0"/>
          </a:p>
        </p:txBody>
      </p:sp>
      <p:sp>
        <p:nvSpPr>
          <p:cNvPr id="7" name="S07-chip4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4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“나도 가 봤어!” 하고 끼어들어요.</a:t>
            </a:r>
            <a:endParaRPr lang="ko-KR" sz="3200" dirty="0"/>
          </a:p>
        </p:txBody>
      </p:sp>
      <p:sp>
        <p:nvSpPr>
          <p:cNvPr id="9" name="S07-chip4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4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끝날 때까지 기다렸다가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놀이: 좋아하는 음식</a:t>
            </a:r>
            <a:endParaRPr lang="ko-KR" sz="4400" dirty="0"/>
          </a:p>
        </p:txBody>
      </p:sp>
      <p:sp>
        <p:nvSpPr>
          <p:cNvPr id="3" name="S08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음식 이야기를 나눠요.</a:t>
            </a:r>
            <a:endParaRPr lang="ko-KR" sz="3200" dirty="0"/>
          </a:p>
        </p:txBody>
      </p:sp>
      <p:sp>
        <p:nvSpPr>
          <p:cNvPr id="4" name="S08-card49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50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말하는 사람을 봤어요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끝까지 들었어요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차례를 기다렸어요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들은 것을 다시 말했어요</a:t>
            </a:r>
            <a:endParaRPr lang="ko-KR" sz="3200" dirty="0"/>
          </a:p>
        </p:txBody>
      </p:sp>
      <p:sp>
        <p:nvSpPr>
          <p:cNvPr id="6" name="S08-stepno51"/>
          <p:cNvSpPr txBox="1"/>
          <p:nvPr/>
        </p:nvSpPr>
        <p:spPr>
          <a:xfrm>
            <a:off x="548640" y="29057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8-text52"/>
          <p:cNvSpPr txBox="1"/>
          <p:nvPr/>
        </p:nvSpPr>
        <p:spPr>
          <a:xfrm>
            <a:off x="1325880" y="290576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인형을 든 사람만 말해요.</a:t>
            </a:r>
            <a:endParaRPr lang="ko-KR" sz="3200" dirty="0"/>
          </a:p>
        </p:txBody>
      </p:sp>
      <p:sp>
        <p:nvSpPr>
          <p:cNvPr id="8" name="S08-stepno53"/>
          <p:cNvSpPr txBox="1"/>
          <p:nvPr/>
        </p:nvSpPr>
        <p:spPr>
          <a:xfrm>
            <a:off x="548640" y="36647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8-text54"/>
          <p:cNvSpPr txBox="1"/>
          <p:nvPr/>
        </p:nvSpPr>
        <p:spPr>
          <a:xfrm>
            <a:off x="1325880" y="3618992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듣는 사람은 눈을 보며 들어요.</a:t>
            </a:r>
            <a:endParaRPr lang="ko-KR" sz="3200" dirty="0"/>
          </a:p>
        </p:txBody>
      </p:sp>
      <p:sp>
        <p:nvSpPr>
          <p:cNvPr id="10" name="S08-stepno55"/>
          <p:cNvSpPr txBox="1"/>
          <p:nvPr/>
        </p:nvSpPr>
        <p:spPr>
          <a:xfrm>
            <a:off x="548640" y="47752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8-text56"/>
          <p:cNvSpPr txBox="1"/>
          <p:nvPr/>
        </p:nvSpPr>
        <p:spPr>
          <a:xfrm>
            <a:off x="1325880" y="477520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말하면 인형을 넘겨요.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text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주말에 하고 싶은 일을 이야기해요.</a:t>
            </a:r>
            <a:endParaRPr lang="ko-KR" sz="3200" dirty="0"/>
          </a:p>
        </p:txBody>
      </p:sp>
      <p:sp>
        <p:nvSpPr>
          <p:cNvPr id="4" name="S09-card58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59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말하는 사람을 봤어요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끝까지 들었어요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차례를 기다렸어요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들은 것을 다시 말했어요</a:t>
            </a:r>
            <a:endParaRPr lang="ko-KR" sz="3200" dirty="0"/>
          </a:p>
        </p:txBody>
      </p:sp>
      <p:sp>
        <p:nvSpPr>
          <p:cNvPr id="6" name="S09-stepno60"/>
          <p:cNvSpPr txBox="1"/>
          <p:nvPr/>
        </p:nvSpPr>
        <p:spPr>
          <a:xfrm>
            <a:off x="548640" y="31272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9-text61"/>
          <p:cNvSpPr txBox="1"/>
          <p:nvPr/>
        </p:nvSpPr>
        <p:spPr>
          <a:xfrm>
            <a:off x="1325880" y="312724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잘 들어요.</a:t>
            </a:r>
            <a:endParaRPr lang="ko-KR" sz="3200" dirty="0"/>
          </a:p>
        </p:txBody>
      </p:sp>
      <p:sp>
        <p:nvSpPr>
          <p:cNvPr id="8" name="S09-stepno62"/>
          <p:cNvSpPr txBox="1"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9-text63"/>
          <p:cNvSpPr txBox="1"/>
          <p:nvPr/>
        </p:nvSpPr>
        <p:spPr>
          <a:xfrm>
            <a:off x="1325880" y="384048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들은 것을 다시 말해요.</a:t>
            </a:r>
            <a:endParaRPr lang="ko-KR" sz="3200" dirty="0"/>
          </a:p>
        </p:txBody>
      </p:sp>
      <p:sp>
        <p:nvSpPr>
          <p:cNvPr id="10" name="S09-stepno64"/>
          <p:cNvSpPr txBox="1"/>
          <p:nvPr/>
        </p:nvSpPr>
        <p:spPr>
          <a:xfrm>
            <a:off x="548640" y="45537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9-text65"/>
          <p:cNvSpPr txBox="1"/>
          <p:nvPr/>
        </p:nvSpPr>
        <p:spPr>
          <a:xfrm>
            <a:off x="1325880" y="455371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차례에 내 이야기를 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모습과 흔한 실수</a:t>
            </a:r>
            <a:endParaRPr lang="ko-KR" sz="4400" dirty="0"/>
          </a:p>
        </p:txBody>
      </p:sp>
      <p:sp>
        <p:nvSpPr>
          <p:cNvPr id="3" name="S10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기준 4가지 가운데 3가지 이상이면 잘한 거예요.</a:t>
            </a:r>
            <a:endParaRPr lang="ko-KR" sz="3200" dirty="0"/>
          </a:p>
        </p:txBody>
      </p:sp>
      <p:sp>
        <p:nvSpPr>
          <p:cNvPr id="5" name="S10-chip68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0-text69"/>
          <p:cNvSpPr txBox="1"/>
          <p:nvPr/>
        </p:nvSpPr>
        <p:spPr>
          <a:xfrm>
            <a:off x="548640" y="20574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눈을 보며 고개를 끄덕여요.</a:t>
            </a:r>
            <a:endParaRPr lang="ko-KR" sz="3200" dirty="0"/>
          </a:p>
        </p:txBody>
      </p:sp>
      <p:sp>
        <p:nvSpPr>
          <p:cNvPr id="7" name="S10-text70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“엄마는 바다에 가고 싶대요.”</a:t>
            </a:r>
            <a:endParaRPr lang="ko-KR" sz="2600" dirty="0"/>
          </a:p>
        </p:txBody>
      </p:sp>
      <p:sp>
        <p:nvSpPr>
          <p:cNvPr id="8" name="S10-text71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들은 것 다시 말하기</a:t>
            </a:r>
            <a:endParaRPr lang="ko-KR" sz="2600" dirty="0"/>
          </a:p>
        </p:txBody>
      </p:sp>
      <p:sp>
        <p:nvSpPr>
          <p:cNvPr id="9" name="S10-chip7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0" name="S10-text73"/>
          <p:cNvSpPr txBox="1"/>
          <p:nvPr/>
        </p:nvSpPr>
        <p:spPr>
          <a:xfrm>
            <a:off x="6277356" y="20574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“나는요!” 하고 끼어들어요.</a:t>
            </a:r>
            <a:endParaRPr lang="ko-KR" sz="3200" dirty="0"/>
          </a:p>
        </p:txBody>
      </p:sp>
      <p:sp>
        <p:nvSpPr>
          <p:cNvPr id="11" name="S10-text74"/>
          <p:cNvSpPr txBox="1"/>
          <p:nvPr/>
        </p:nvSpPr>
        <p:spPr>
          <a:xfrm>
            <a:off x="6277356" y="34290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장난감을 만지며 들어요.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할까요?</a:t>
            </a:r>
            <a:endParaRPr lang="ko-KR" sz="4400" dirty="0"/>
          </a:p>
        </p:txBody>
      </p:sp>
      <p:sp>
        <p:nvSpPr>
          <p:cNvPr id="3" name="S11-text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엄마가 말하는 중에 하고 싶은 말이 생겼어요.</a:t>
            </a:r>
            <a:endParaRPr lang="ko-KR" sz="3200" dirty="0"/>
          </a:p>
        </p:txBody>
      </p:sp>
      <p:sp>
        <p:nvSpPr>
          <p:cNvPr id="4" name="S11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 보세요.</a:t>
            </a:r>
            <a:endParaRPr lang="ko-KR" sz="3200" dirty="0"/>
          </a:p>
        </p:txBody>
      </p:sp>
      <p:sp>
        <p:nvSpPr>
          <p:cNvPr id="6" name="S11-chip78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79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80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크게 말해요.</a:t>
            </a:r>
            <a:endParaRPr lang="ko-KR" sz="3200" dirty="0"/>
          </a:p>
        </p:txBody>
      </p:sp>
      <p:sp>
        <p:nvSpPr>
          <p:cNvPr id="9" name="S11-chip8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82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83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끝날 때까지 기다려요.</a:t>
            </a:r>
            <a:endParaRPr lang="ko-KR" sz="3200" dirty="0"/>
          </a:p>
        </p:txBody>
      </p:sp>
      <p:sp>
        <p:nvSpPr>
          <p:cNvPr id="12" name="S11-chip8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1-card85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86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곳으로 가요.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8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8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사람을 보며 끝까지 듣고, 내 차례에 말해요.</a:t>
            </a:r>
            <a:endParaRPr lang="ko-KR" sz="3200" dirty="0"/>
          </a:p>
        </p:txBody>
      </p:sp>
      <p:sp>
        <p:nvSpPr>
          <p:cNvPr id="5" name="S12-chip89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끝까지 듣고 말하기</a:t>
            </a:r>
            <a:endParaRPr lang="ko-KR" sz="2600" dirty="0"/>
          </a:p>
        </p:txBody>
      </p:sp>
      <p:sp>
        <p:nvSpPr>
          <p:cNvPr id="6" name="S12-chip90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말하는 중에 끼어들기</a:t>
            </a:r>
            <a:endParaRPr lang="ko-KR" sz="2600" dirty="0"/>
          </a:p>
        </p:txBody>
      </p:sp>
      <p:sp>
        <p:nvSpPr>
          <p:cNvPr id="7" name="S12-text91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92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잘 듣는 모습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</a:t>
            </a:r>
            <a:endParaRPr lang="ko-KR" sz="2600" dirty="0"/>
          </a:p>
        </p:txBody>
      </p:sp>
      <p:sp>
        <p:nvSpPr>
          <p:cNvPr id="9" name="S12-text93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말하고 싶을 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할까요?</a:t>
            </a:r>
            <a:endParaRPr lang="ko-KR" sz="2600" dirty="0"/>
          </a:p>
        </p:txBody>
      </p:sp>
      <p:sp>
        <p:nvSpPr>
          <p:cNvPr id="10" name="S12-text94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들은 이야기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말하기</a:t>
            </a:r>
            <a:endParaRPr lang="ko-KR" sz="2600" dirty="0"/>
          </a:p>
        </p:txBody>
      </p:sp>
      <p:sp>
        <p:nvSpPr>
          <p:cNvPr id="11" name="S12-text9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동시 읽고 느낌 말하기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한 가지씩 들어요</a:t>
            </a:r>
            <a:endParaRPr lang="ko-KR" sz="4400" dirty="0"/>
          </a:p>
        </p:txBody>
      </p:sp>
      <p:sp>
        <p:nvSpPr>
          <p:cNvPr id="3" name="S13-text9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 말을 듣고 해 봐요.</a:t>
            </a:r>
            <a:endParaRPr lang="ko-KR" sz="3200" dirty="0"/>
          </a:p>
        </p:txBody>
      </p:sp>
      <p:sp>
        <p:nvSpPr>
          <p:cNvPr id="4" name="S13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다 끝난 다음에 움직여요.</a:t>
            </a:r>
            <a:endParaRPr lang="ko-KR" sz="3200" dirty="0"/>
          </a:p>
        </p:txBody>
      </p:sp>
      <p:sp>
        <p:nvSpPr>
          <p:cNvPr id="6" name="S13-step99"/>
          <p:cNvSpPr txBox="1"/>
          <p:nvPr/>
        </p:nvSpPr>
        <p:spPr>
          <a:xfrm>
            <a:off x="129387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들어요</a:t>
            </a:r>
            <a:endParaRPr lang="ko-KR" sz="3000" dirty="0"/>
          </a:p>
        </p:txBody>
      </p:sp>
      <p:sp>
        <p:nvSpPr>
          <p:cNvPr id="7" name="S13-line100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3-step101"/>
          <p:cNvSpPr txBox="1"/>
          <p:nvPr/>
        </p:nvSpPr>
        <p:spPr>
          <a:xfrm>
            <a:off x="463143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해요</a:t>
            </a:r>
            <a:endParaRPr lang="ko-KR" sz="3000" dirty="0"/>
          </a:p>
        </p:txBody>
      </p:sp>
      <p:sp>
        <p:nvSpPr>
          <p:cNvPr id="9" name="S13-line102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3-step103"/>
          <p:cNvSpPr txBox="1"/>
          <p:nvPr/>
        </p:nvSpPr>
        <p:spPr>
          <a:xfrm>
            <a:off x="796899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늘려요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바르게 듣고 차례 지켜 말하기</dc:title>
  <dc:subject>KR22-G01-KOR-LISTEN-L01</dc:subject>
  <dc:creator>education-ppt</dc:creator>
  <cp:lastModifiedBy>education-ppt</cp:lastModifiedBy>
  <cp:revision>1</cp:revision>
  <dcterms:created xsi:type="dcterms:W3CDTF">2026-10-26T07:08:13Z</dcterms:created>
  <dcterms:modified xsi:type="dcterms:W3CDTF">2026-10-26T07:08:13Z</dcterms:modified>
</cp:coreProperties>
</file>