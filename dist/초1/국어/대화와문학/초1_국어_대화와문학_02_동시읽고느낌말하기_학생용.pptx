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e392775-a333-6bdd-3b8b-97810cd48398}">
          <p14:sldIdLst>
            <p14:sldId id="256"/>
            <p14:sldId id="257"/>
          </p14:sldIdLst>
        </p14:section>
        <p14:section name="개념" id="{b25f0700-e7ee-d714-ba01-cabfe9d449a3}">
          <p14:sldIdLst>
            <p14:sldId id="258"/>
            <p14:sldId id="259"/>
          </p14:sldIdLst>
        </p14:section>
        <p14:section name="연습" id="{e3880348-2d95-9ae1-f1a5-2ec4bd4eb3ba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14963fec-f770-3671-2de2-5ec9e9bd5d06}">
          <p14:sldIdLst>
            <p14:sldId id="265"/>
            <p14:sldId id="266"/>
          </p14:sldIdLst>
        </p14:section>
        <p14:section name="정리" id="{331ed9b6-ef43-4bbd-2a17-1b1a2816d8ce}">
          <p14:sldIdLst>
            <p14:sldId id="267"/>
          </p14:sldIdLst>
        </p14:section>
        <p14:section name="보충" id="{b50de4d5-a749-4f02-0170-2fa8b90e383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동시 읽고 느낌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읽고 느낌 말하기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동시에는 어떤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재미있는 말이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동시를 소리 내어 재미있게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흉내 내는 말을 찾고 느낌을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말해요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똑같이 따라 말해요.</a:t>
            </a:r>
            <a:endParaRPr lang="ko-KR" sz="3200" dirty="0"/>
          </a:p>
        </p:txBody>
      </p:sp>
      <p:sp>
        <p:nvSpPr>
          <p:cNvPr id="4" name="S02-step4"/>
          <p:cNvSpPr txBox="1"/>
          <p:nvPr/>
        </p:nvSpPr>
        <p:spPr>
          <a:xfrm>
            <a:off x="296265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보면서 들어요</a:t>
            </a:r>
            <a:endParaRPr lang="ko-KR" sz="3200" dirty="0"/>
          </a:p>
        </p:txBody>
      </p:sp>
      <p:sp>
        <p:nvSpPr>
          <p:cNvPr id="5" name="S02-line5"/>
          <p:cNvSpPr/>
          <p:nvPr/>
        </p:nvSpPr>
        <p:spPr>
          <a:xfrm>
            <a:off x="5943600" y="41148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" name="S02-step6"/>
          <p:cNvSpPr txBox="1"/>
          <p:nvPr/>
        </p:nvSpPr>
        <p:spPr>
          <a:xfrm>
            <a:off x="6300216" y="329184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말해요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소리나 모양을 흉내 낸 말이에요.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쓰면 장면이 눈앞에 떠올라요.</a:t>
            </a:r>
            <a:endParaRPr lang="ko-KR" sz="3200" dirty="0"/>
          </a:p>
        </p:txBody>
      </p:sp>
      <p:sp>
        <p:nvSpPr>
          <p:cNvPr id="6" name="S03-word10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7" name="S03-word11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8" name="S03-word12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똑똑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9" name="S03-word13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깡충깡충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0" name="S03-word14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엉금엉금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1" name="S03-word15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반짝반짝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 ‘비 오는 날’ 듣기</a:t>
            </a:r>
            <a:endParaRPr lang="ko-KR" sz="44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소리와 모양이 떠오르나요?</a:t>
            </a:r>
            <a:endParaRPr lang="ko-KR" sz="32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톡톡톡 빗방울이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두드려요.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첨벙첨벙 내 장화가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웅덩이를 건너요.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느릿느릿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구경을 나왔어요.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주고받아 읽기</a:t>
            </a:r>
            <a:endParaRPr lang="ko-KR" sz="4400" dirty="0"/>
          </a:p>
        </p:txBody>
      </p:sp>
      <p:sp>
        <p:nvSpPr>
          <p:cNvPr id="3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주고받으며, 흉내 내는 말은 재미있게 읽어요.</a:t>
            </a:r>
            <a:endParaRPr lang="ko-KR" sz="3200" dirty="0"/>
          </a:p>
        </p:txBody>
      </p:sp>
      <p:sp>
        <p:nvSpPr>
          <p:cNvPr id="5" name="S05-passagebox2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톡톡톡 빗방울이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두드려요.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첨벙첨벙 내 장화가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웅덩이를 건너요.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느릿느릿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구경을 나왔어요.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 찾기</a:t>
            </a:r>
            <a:endParaRPr lang="ko-KR" sz="4400" dirty="0"/>
          </a:p>
        </p:txBody>
      </p:sp>
      <p:sp>
        <p:nvSpPr>
          <p:cNvPr id="3" name="S06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시에서 흉내 내는 말을 찾아요.</a:t>
            </a:r>
            <a:endParaRPr lang="ko-KR" sz="3200" dirty="0"/>
          </a:p>
        </p:txBody>
      </p:sp>
      <p:sp>
        <p:nvSpPr>
          <p:cNvPr id="4" name="S06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시를 다시 보며 찾아도 돼요.</a:t>
            </a:r>
            <a:endParaRPr lang="ko-KR" sz="3200" dirty="0"/>
          </a:p>
        </p:txBody>
      </p:sp>
      <p:sp>
        <p:nvSpPr>
          <p:cNvPr id="6" name="S06-chip2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2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빗방울이 우산을 두드리는 소리는?</a:t>
            </a:r>
            <a:endParaRPr lang="ko-KR" sz="3200" dirty="0"/>
          </a:p>
        </p:txBody>
      </p:sp>
      <p:sp>
        <p:nvSpPr>
          <p:cNvPr id="8" name="S06-chip2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3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장화가 웅덩이를 건너는 소리는?</a:t>
            </a:r>
            <a:endParaRPr lang="ko-KR" sz="3200" dirty="0"/>
          </a:p>
        </p:txBody>
      </p:sp>
      <p:sp>
        <p:nvSpPr>
          <p:cNvPr id="10" name="S06-chip3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3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달팽이가 움직이는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느낌을 말해요</a:t>
            </a:r>
            <a:endParaRPr lang="ko-KR" sz="4400" dirty="0"/>
          </a:p>
        </p:txBody>
      </p:sp>
      <p:sp>
        <p:nvSpPr>
          <p:cNvPr id="3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좋은지 + 왜 좋은지 말해요.</a:t>
            </a:r>
            <a:endParaRPr lang="ko-KR" sz="3200" dirty="0"/>
          </a:p>
        </p:txBody>
      </p:sp>
      <p:sp>
        <p:nvSpPr>
          <p:cNvPr id="5" name="S07-word35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‘첨벙첨벙’이 재미있어요.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재미있는 말</a:t>
            </a:r>
            <a:endParaRPr lang="ko-KR" sz="3600" dirty="0"/>
          </a:p>
        </p:txBody>
      </p:sp>
      <p:sp>
        <p:nvSpPr>
          <p:cNvPr id="6" name="S07-word36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튀는 소리가 들리는 것 같아서요.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더 잘 말했나요?</a:t>
            </a:r>
            <a:endParaRPr lang="ko-KR" sz="4400" dirty="0"/>
          </a:p>
        </p:txBody>
      </p:sp>
      <p:sp>
        <p:nvSpPr>
          <p:cNvPr id="3" name="S08-card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시를 읽고 어떤 느낌이 들었니?”</a:t>
            </a:r>
            <a:endParaRPr lang="ko-KR" sz="3200" dirty="0"/>
          </a:p>
        </p:txBody>
      </p:sp>
      <p:sp>
        <p:nvSpPr>
          <p:cNvPr id="5" name="S08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느낌을 더 잘 말했나요? 왜 그럴까요?</a:t>
            </a:r>
            <a:endParaRPr lang="ko-KR" sz="3200" dirty="0"/>
          </a:p>
        </p:txBody>
      </p:sp>
      <p:sp>
        <p:nvSpPr>
          <p:cNvPr id="7" name="S08-chip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“좋아요.”</a:t>
            </a:r>
            <a:endParaRPr lang="ko-KR" sz="3200" dirty="0"/>
          </a:p>
        </p:txBody>
      </p:sp>
      <p:sp>
        <p:nvSpPr>
          <p:cNvPr id="9" name="S08-chip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4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“‘느릿느릿’이 재미있어요. 달팽이가 천천히 가는 게 보여요.”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말로 바꿔 읽어요</a:t>
            </a:r>
            <a:endParaRPr lang="ko-KR" sz="4400" dirty="0"/>
          </a:p>
        </p:txBody>
      </p:sp>
      <p:sp>
        <p:nvSpPr>
          <p:cNvPr id="3" name="S09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)에 다른 흉내 내는 말을 넣어 읽어요.</a:t>
            </a:r>
            <a:endParaRPr lang="ko-KR" sz="3200" dirty="0"/>
          </a:p>
        </p:txBody>
      </p:sp>
      <p:sp>
        <p:nvSpPr>
          <p:cNvPr id="4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빗소리, 천천히 가는 모양을 떠올려요.</a:t>
            </a:r>
            <a:endParaRPr lang="ko-KR" sz="3200" dirty="0"/>
          </a:p>
        </p:txBody>
      </p:sp>
      <p:sp>
        <p:nvSpPr>
          <p:cNvPr id="6" name="S09-chip4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4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 빗방울이 우산을 두드려요.</a:t>
            </a:r>
            <a:endParaRPr lang="ko-KR" sz="3200" dirty="0"/>
          </a:p>
        </p:txBody>
      </p:sp>
      <p:sp>
        <p:nvSpPr>
          <p:cNvPr id="8" name="S09-chip5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51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달팽이도 (　　　) 비 구경을 나왔어요.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흉내 내는 말을 찾아 느낌을 말해요.</a:t>
            </a:r>
            <a:endParaRPr lang="ko-KR" sz="3200" dirty="0"/>
          </a:p>
        </p:txBody>
      </p:sp>
      <p:sp>
        <p:nvSpPr>
          <p:cNvPr id="5" name="S10-passagebox5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불면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쌩쌩 바람이 달려와요.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나뭇잎이 팔랑팔랑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춤을 추어요.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머리카락도 살랑살랑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춤을 추어요.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말은?</a:t>
            </a:r>
            <a:endParaRPr lang="ko-KR" sz="4400" dirty="0"/>
          </a:p>
        </p:txBody>
      </p:sp>
      <p:sp>
        <p:nvSpPr>
          <p:cNvPr id="3" name="S12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개구리가 폴짝폴짝 뛰어요.</a:t>
            </a:r>
            <a:endParaRPr lang="ko-KR" sz="3200" dirty="0"/>
          </a:p>
        </p:txBody>
      </p:sp>
      <p:sp>
        <p:nvSpPr>
          <p:cNvPr id="4" name="S12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고르고, 떠오르는 모습을 말해 보세요.</a:t>
            </a:r>
            <a:endParaRPr lang="ko-KR" sz="3200" dirty="0"/>
          </a:p>
        </p:txBody>
      </p:sp>
      <p:sp>
        <p:nvSpPr>
          <p:cNvPr id="6" name="S12-chip5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6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6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개구리가</a:t>
            </a:r>
            <a:endParaRPr lang="ko-KR" sz="3200" dirty="0"/>
          </a:p>
        </p:txBody>
      </p:sp>
      <p:sp>
        <p:nvSpPr>
          <p:cNvPr id="9" name="S12-chip6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6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6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폴짝폴짝</a:t>
            </a:r>
            <a:endParaRPr lang="ko-KR" sz="3200" dirty="0"/>
          </a:p>
        </p:txBody>
      </p:sp>
      <p:sp>
        <p:nvSpPr>
          <p:cNvPr id="12" name="S12-chip6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6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6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6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6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동시는 소리 내어 읽고, 흉내 내는 말의 재미를 느껴요.</a:t>
            </a:r>
            <a:endParaRPr lang="ko-KR" sz="3200" dirty="0"/>
          </a:p>
        </p:txBody>
      </p:sp>
      <p:sp>
        <p:nvSpPr>
          <p:cNvPr id="5" name="S13-chip7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넣어 느낌 말하기</a:t>
            </a:r>
            <a:endParaRPr lang="ko-KR" sz="2600" dirty="0"/>
          </a:p>
        </p:txBody>
      </p:sp>
      <p:sp>
        <p:nvSpPr>
          <p:cNvPr id="6" name="S13-chip7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“좋아요.”만 말하기</a:t>
            </a:r>
            <a:endParaRPr lang="ko-KR" sz="2600" dirty="0"/>
          </a:p>
        </p:txBody>
      </p:sp>
      <p:sp>
        <p:nvSpPr>
          <p:cNvPr id="7" name="S13-text7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7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소리를 흉내 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하나</a:t>
            </a:r>
            <a:endParaRPr lang="ko-KR" sz="2600" dirty="0"/>
          </a:p>
        </p:txBody>
      </p:sp>
      <p:sp>
        <p:nvSpPr>
          <p:cNvPr id="9" name="S13-text7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모양을 흉내 내는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하나</a:t>
            </a:r>
            <a:endParaRPr lang="ko-KR" sz="2600" dirty="0"/>
          </a:p>
        </p:txBody>
      </p:sp>
      <p:sp>
        <p:nvSpPr>
          <p:cNvPr id="10" name="S13-text7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‘비 오는 날’에서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말과 까닭</a:t>
            </a:r>
            <a:endParaRPr lang="ko-KR" sz="2600" dirty="0"/>
          </a:p>
        </p:txBody>
      </p:sp>
      <p:sp>
        <p:nvSpPr>
          <p:cNvPr id="11" name="S13-text7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그림책 읽고 이야기하기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소리 흉내 놀이</a:t>
            </a:r>
            <a:endParaRPr lang="ko-KR" sz="4400" dirty="0"/>
          </a:p>
        </p:txBody>
      </p:sp>
      <p:sp>
        <p:nvSpPr>
          <p:cNvPr id="3" name="S14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듣고 따라 말해요.</a:t>
            </a:r>
            <a:endParaRPr lang="ko-KR" sz="3200" dirty="0"/>
          </a:p>
        </p:txBody>
      </p:sp>
      <p:sp>
        <p:nvSpPr>
          <p:cNvPr id="4" name="S14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듣고 나서 따라 말해요.</a:t>
            </a:r>
            <a:endParaRPr lang="ko-KR" sz="3200" dirty="0"/>
          </a:p>
        </p:txBody>
      </p:sp>
      <p:sp>
        <p:nvSpPr>
          <p:cNvPr id="6" name="S14-word80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</p:txBody>
      </p:sp>
      <p:sp>
        <p:nvSpPr>
          <p:cNvPr id="7" name="S14-word81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야옹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600" dirty="0"/>
          </a:p>
        </p:txBody>
      </p:sp>
      <p:sp>
        <p:nvSpPr>
          <p:cNvPr id="8" name="S14-word82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</a:t>
            </a:r>
            <a:endParaRPr lang="ko-KR" sz="3600" dirty="0"/>
          </a:p>
        </p:txBody>
      </p:sp>
      <p:sp>
        <p:nvSpPr>
          <p:cNvPr id="9" name="S14-word83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음매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동시 읽고 느낌 말하기</dc:title>
  <dc:subject>KR22-G01-KOR-POEM-L01</dc:subject>
  <dc:creator>education-ppt</dc:creator>
  <cp:lastModifiedBy>education-ppt</cp:lastModifiedBy>
  <cp:revision>1</cp:revision>
  <dcterms:created xsi:type="dcterms:W3CDTF">2026-10-26T07:03:19Z</dcterms:created>
  <dcterms:modified xsi:type="dcterms:W3CDTF">2026-10-26T07:03:19Z</dcterms:modified>
</cp:coreProperties>
</file>