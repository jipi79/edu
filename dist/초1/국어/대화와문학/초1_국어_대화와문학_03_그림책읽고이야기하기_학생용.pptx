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1b27ab75-422e-d503-7ed7-244aeabe52cd}">
          <p14:sldIdLst>
            <p14:sldId id="256"/>
            <p14:sldId id="257"/>
          </p14:sldIdLst>
        </p14:section>
        <p14:section name="개념" id="{ccf3da05-77b2-3805-9bbf-fbce9322b35a}">
          <p14:sldIdLst>
            <p14:sldId id="258"/>
            <p14:sldId id="259"/>
          </p14:sldIdLst>
        </p14:section>
        <p14:section name="연습" id="{bb2458a9-ce86-65a8-4b46-55a39f5cf78b}">
          <p14:sldIdLst>
            <p14:sldId id="260"/>
            <p14:sldId id="261"/>
            <p14:sldId id="262"/>
            <p14:sldId id="263"/>
            <p14:sldId id="264"/>
          </p14:sldIdLst>
        </p14:section>
        <p14:section name="확인" id="{876ca580-d348-b64c-80c4-b4b418fd6a10}">
          <p14:sldIdLst>
            <p14:sldId id="265"/>
            <p14:sldId id="266"/>
          </p14:sldIdLst>
        </p14:section>
        <p14:section name="정리" id="{71113f12-feb8-7033-9d6e-12be3b9cddf7}">
          <p14:sldIdLst>
            <p14:sldId id="267"/>
          </p14:sldIdLst>
        </p14:section>
        <p14:section name="보충" id="{23926446-346d-adf2-e05e-a6f279479997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대화와문학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그림책 읽고 이야기하기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그림책 읽고 이야기하기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국어 · 그림책 읽고 이야기하기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그림책 읽고 이야기하기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이야기에는 누가 나오고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일이 생길까?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인물과 일어난 일을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좋았던 장면을 골라 까닭을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흉내 내는 말 찾기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흉내 내는 말을 찾고, 느낌을 말해요.</a:t>
            </a:r>
            <a:endParaRPr lang="ko-KR" sz="32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오리가 꽥꽥 울어요.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아기가 아장아장 걸어요.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인물과 일어난 일</a:t>
            </a:r>
            <a:endParaRPr lang="ko-KR" sz="4400" dirty="0"/>
          </a:p>
        </p:txBody>
      </p:sp>
      <p:sp>
        <p:nvSpPr>
          <p:cNvPr id="3" name="S03-card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나오는지, 무슨 일이 생기는지 생각하며 읽어요.</a:t>
            </a:r>
            <a:endParaRPr lang="ko-KR" sz="3200" dirty="0"/>
          </a:p>
        </p:txBody>
      </p:sp>
      <p:sp>
        <p:nvSpPr>
          <p:cNvPr id="5" name="S03-card10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1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이야기에 나오는 사람이나 동물</a:t>
            </a:r>
            <a:endParaRPr lang="ko-KR" sz="3200" dirty="0"/>
          </a:p>
        </p:txBody>
      </p:sp>
      <p:sp>
        <p:nvSpPr>
          <p:cNvPr id="7" name="S03-card12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3-cardtext13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일어난 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인물이 한 일, 인물에게 생긴 일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 읽기 ①</a:t>
            </a:r>
            <a:endParaRPr lang="ko-KR" sz="4400" dirty="0"/>
          </a:p>
        </p:txBody>
      </p:sp>
      <p:sp>
        <p:nvSpPr>
          <p:cNvPr id="3" name="S04-card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나왔나요? 머릿속에 어떤 그림이 떠오르나요?</a:t>
            </a:r>
            <a:endParaRPr lang="ko-KR" sz="3200" dirty="0"/>
          </a:p>
        </p:txBody>
      </p:sp>
      <p:sp>
        <p:nvSpPr>
          <p:cNvPr id="5" name="S04-passagebox16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4-passage17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쓴 우산</a:t>
            </a:r>
            <a:endParaRPr lang="ko-KR" sz="3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비가 주룩주룩 내리는 날이었어요. 곰 두리는 빨간 우산을 쓰고 집으로 갔어요.</a:t>
            </a:r>
            <a:endParaRPr lang="ko-KR" sz="3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나무 밑에서 다람쥐 다미가 떨고 있었어요. “우산이 없어서 집에 못 가.”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 읽기 ②</a:t>
            </a:r>
            <a:endParaRPr lang="ko-KR" sz="4400" dirty="0"/>
          </a:p>
        </p:txBody>
      </p:sp>
      <p:sp>
        <p:nvSpPr>
          <p:cNvPr id="3" name="S05-card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다미는 두리에게 뭐라고 말했나요?</a:t>
            </a:r>
            <a:endParaRPr lang="ko-KR" sz="3200" dirty="0"/>
          </a:p>
        </p:txBody>
      </p:sp>
      <p:sp>
        <p:nvSpPr>
          <p:cNvPr id="5" name="S05-passagebox20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5-passage21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두리는 다미에게 우산을 씌워 주었어요. 둘은 우산을 같이 쓰고 걸었어요.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다미네 집 앞에서 다미가 말했어요. “두리야, 고마워!” 두리는 마음이 따뜻해졌어요.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누가, 무슨 일이?</a:t>
            </a:r>
            <a:endParaRPr lang="ko-KR" sz="4400" dirty="0"/>
          </a:p>
        </p:txBody>
      </p:sp>
      <p:sp>
        <p:nvSpPr>
          <p:cNvPr id="3" name="S06-text2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이야기를 떠올리며 대답해요.</a:t>
            </a:r>
            <a:endParaRPr lang="ko-KR" sz="3200" dirty="0"/>
          </a:p>
        </p:txBody>
      </p:sp>
      <p:sp>
        <p:nvSpPr>
          <p:cNvPr id="4" name="S06-card2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2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이야기를 다시 보며 찾아도 돼요.</a:t>
            </a:r>
            <a:endParaRPr lang="ko-KR" sz="3200" dirty="0"/>
          </a:p>
        </p:txBody>
      </p:sp>
      <p:sp>
        <p:nvSpPr>
          <p:cNvPr id="6" name="S06-chip2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6-text26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이야기에 나온 인물은 누구인가요?</a:t>
            </a:r>
            <a:endParaRPr lang="ko-KR" sz="3200" dirty="0"/>
          </a:p>
        </p:txBody>
      </p:sp>
      <p:sp>
        <p:nvSpPr>
          <p:cNvPr id="8" name="S06-chip2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6-text28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다미는 왜 집에 못 갔나요?</a:t>
            </a:r>
            <a:endParaRPr lang="ko-KR" sz="3200" dirty="0"/>
          </a:p>
        </p:txBody>
      </p:sp>
      <p:sp>
        <p:nvSpPr>
          <p:cNvPr id="10" name="S06-chip2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6-text30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두리는 다미에게 무엇을 해 주었나요?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인물은 누구일까요?</a:t>
            </a:r>
            <a:endParaRPr lang="ko-KR" sz="4400" dirty="0"/>
          </a:p>
        </p:txBody>
      </p:sp>
      <p:sp>
        <p:nvSpPr>
          <p:cNvPr id="3" name="S07-card3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3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“이 이야기의 인물은 누구일까?”</a:t>
            </a:r>
            <a:endParaRPr lang="ko-KR" sz="3200" dirty="0"/>
          </a:p>
        </p:txBody>
      </p:sp>
      <p:sp>
        <p:nvSpPr>
          <p:cNvPr id="5" name="S07-card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인물인가요? 왜 그럴까요?</a:t>
            </a:r>
            <a:endParaRPr lang="ko-KR" sz="3200" dirty="0"/>
          </a:p>
        </p:txBody>
      </p:sp>
      <p:sp>
        <p:nvSpPr>
          <p:cNvPr id="7" name="S07-chip3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7-text36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우산, 나무</a:t>
            </a:r>
            <a:endParaRPr lang="ko-KR" sz="3200" dirty="0"/>
          </a:p>
        </p:txBody>
      </p:sp>
      <p:sp>
        <p:nvSpPr>
          <p:cNvPr id="9" name="S07-chip3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7-text38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두리, 다미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좋았던 장면 고르기</a:t>
            </a:r>
            <a:endParaRPr lang="ko-KR" sz="4400" dirty="0"/>
          </a:p>
        </p:txBody>
      </p:sp>
      <p:sp>
        <p:nvSpPr>
          <p:cNvPr id="3" name="S08-card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“나는 ~ 장면이 좋았어요. ~해서요.”</a:t>
            </a:r>
            <a:endParaRPr lang="ko-KR" sz="3200" dirty="0"/>
          </a:p>
        </p:txBody>
      </p:sp>
      <p:sp>
        <p:nvSpPr>
          <p:cNvPr id="5" name="S08-stepno41"/>
          <p:cNvSpPr txBox="1"/>
          <p:nvPr/>
        </p:nvSpPr>
        <p:spPr>
          <a:xfrm>
            <a:off x="548640" y="22357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8-text42"/>
          <p:cNvSpPr txBox="1"/>
          <p:nvPr/>
        </p:nvSpPr>
        <p:spPr>
          <a:xfrm>
            <a:off x="1325880" y="22357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이야기를 처음부터 떠올려요.</a:t>
            </a:r>
            <a:endParaRPr lang="ko-KR" sz="3200" dirty="0"/>
          </a:p>
        </p:txBody>
      </p:sp>
      <p:sp>
        <p:nvSpPr>
          <p:cNvPr id="7" name="S08-stepno43"/>
          <p:cNvSpPr txBox="1"/>
          <p:nvPr/>
        </p:nvSpPr>
        <p:spPr>
          <a:xfrm>
            <a:off x="548640" y="2948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8-text44"/>
          <p:cNvSpPr txBox="1"/>
          <p:nvPr/>
        </p:nvSpPr>
        <p:spPr>
          <a:xfrm>
            <a:off x="1325880" y="294894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마음에 가장 남는 장면을 골라요.</a:t>
            </a:r>
            <a:endParaRPr lang="ko-KR" sz="3200" dirty="0"/>
          </a:p>
        </p:txBody>
      </p:sp>
      <p:sp>
        <p:nvSpPr>
          <p:cNvPr id="9" name="S08-stepno45"/>
          <p:cNvSpPr txBox="1"/>
          <p:nvPr/>
        </p:nvSpPr>
        <p:spPr>
          <a:xfrm>
            <a:off x="548640" y="3662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8-text46"/>
          <p:cNvSpPr txBox="1"/>
          <p:nvPr/>
        </p:nvSpPr>
        <p:spPr>
          <a:xfrm>
            <a:off x="1325880" y="366217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좋았는지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좋았던 장면</a:t>
            </a:r>
            <a:endParaRPr lang="ko-KR" sz="4400" dirty="0"/>
          </a:p>
        </p:txBody>
      </p:sp>
      <p:sp>
        <p:nvSpPr>
          <p:cNvPr id="3" name="S09-text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말하고, 활동지에 그려요.</a:t>
            </a:r>
            <a:endParaRPr lang="ko-KR" sz="3200" dirty="0"/>
          </a:p>
        </p:txBody>
      </p:sp>
      <p:sp>
        <p:nvSpPr>
          <p:cNvPr id="4" name="S09-word48"/>
          <p:cNvSpPr txBox="1"/>
          <p:nvPr/>
        </p:nvSpPr>
        <p:spPr>
          <a:xfrm>
            <a:off x="548640" y="224028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우산을 같이 쓰고 걷는 장면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좋았던 장면</a:t>
            </a:r>
            <a:endParaRPr lang="ko-KR" sz="3600" dirty="0"/>
          </a:p>
        </p:txBody>
      </p:sp>
      <p:sp>
        <p:nvSpPr>
          <p:cNvPr id="5" name="S09-word49"/>
          <p:cNvSpPr txBox="1"/>
          <p:nvPr/>
        </p:nvSpPr>
        <p:spPr>
          <a:xfrm>
            <a:off x="548640" y="425196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둘이 친구가 된 것 같아서요.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card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5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나오나요? 무슨 일이 있었나요? 좋았던 장면은요?</a:t>
            </a:r>
            <a:endParaRPr lang="ko-KR" sz="3200" dirty="0"/>
          </a:p>
        </p:txBody>
      </p:sp>
      <p:sp>
        <p:nvSpPr>
          <p:cNvPr id="5" name="S10-passagebox52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0-passage53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개미 아리</a:t>
            </a:r>
            <a:endParaRPr lang="ko-KR" sz="3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작은 개미 아리가 커다란 빵 조각을 찾았어요. 혼자서는 너무 무거웠어요. 친구 개미들이 와서 영차영차 함께 날랐어요.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이야기에 없는 일은?</a:t>
            </a:r>
            <a:endParaRPr lang="ko-KR" sz="4400" dirty="0"/>
          </a:p>
        </p:txBody>
      </p:sp>
      <p:sp>
        <p:nvSpPr>
          <p:cNvPr id="3" name="S12-text5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‘함께 쓴 우산’에 없는 일은 어느 것일까요?</a:t>
            </a:r>
            <a:endParaRPr lang="ko-KR" sz="3200" dirty="0"/>
          </a:p>
        </p:txBody>
      </p:sp>
      <p:sp>
        <p:nvSpPr>
          <p:cNvPr id="4" name="S12-card5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5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6" name="S12-chip57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58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59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두리가 빨간 우산을 쓰고 갔어요.</a:t>
            </a:r>
            <a:endParaRPr lang="ko-KR" sz="3200" dirty="0"/>
          </a:p>
        </p:txBody>
      </p:sp>
      <p:sp>
        <p:nvSpPr>
          <p:cNvPr id="9" name="S12-chip60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61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62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다미가 나무 밑에서 떨고 있었어요.</a:t>
            </a:r>
            <a:endParaRPr lang="ko-KR" sz="3200" dirty="0"/>
          </a:p>
        </p:txBody>
      </p:sp>
      <p:sp>
        <p:nvSpPr>
          <p:cNvPr id="12" name="S12-chip63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2-card64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65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두리가 우산을 잃어버렸어요.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66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67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이야기를 읽으면 인물과 일어난 일을 말하고, 좋았던 장면을 골라요.</a:t>
            </a:r>
            <a:endParaRPr lang="ko-KR" sz="3200" dirty="0"/>
          </a:p>
        </p:txBody>
      </p:sp>
      <p:sp>
        <p:nvSpPr>
          <p:cNvPr id="5" name="S13-chip68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까닭을 넣어 장면 고르기</a:t>
            </a:r>
            <a:endParaRPr lang="ko-KR" sz="2600" dirty="0"/>
          </a:p>
        </p:txBody>
      </p:sp>
      <p:sp>
        <p:nvSpPr>
          <p:cNvPr id="6" name="S13-chip69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물건을 인물로 고르기</a:t>
            </a:r>
            <a:endParaRPr lang="ko-KR" sz="2600" dirty="0"/>
          </a:p>
        </p:txBody>
      </p:sp>
      <p:sp>
        <p:nvSpPr>
          <p:cNvPr id="7" name="S13-text70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71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인물이란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무엇일까요?</a:t>
            </a:r>
            <a:endParaRPr lang="ko-KR" sz="2600" dirty="0"/>
          </a:p>
        </p:txBody>
      </p:sp>
      <p:sp>
        <p:nvSpPr>
          <p:cNvPr id="9" name="S13-text72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‘함께 쓴 우산’의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 둘</a:t>
            </a:r>
            <a:endParaRPr lang="ko-KR" sz="2600" dirty="0"/>
          </a:p>
        </p:txBody>
      </p:sp>
      <p:sp>
        <p:nvSpPr>
          <p:cNvPr id="10" name="S13-text73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좋았던 장면과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까닭</a:t>
            </a:r>
            <a:endParaRPr lang="ko-KR" sz="2600" dirty="0"/>
          </a:p>
        </p:txBody>
      </p:sp>
      <p:sp>
        <p:nvSpPr>
          <p:cNvPr id="11" name="S13-text7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일이 일어난 차례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흉내 내는 말과 느낌</a:t>
            </a:r>
            <a:endParaRPr lang="ko-KR" sz="4400" dirty="0"/>
          </a:p>
        </p:txBody>
      </p:sp>
      <p:sp>
        <p:nvSpPr>
          <p:cNvPr id="3" name="S14-card7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7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“‘○○’이 재미있어요. ~ 같아서요.”</a:t>
            </a:r>
            <a:endParaRPr lang="ko-KR" sz="3200" dirty="0"/>
          </a:p>
        </p:txBody>
      </p:sp>
      <p:sp>
        <p:nvSpPr>
          <p:cNvPr id="5" name="S14-word77"/>
          <p:cNvSpPr txBox="1"/>
          <p:nvPr/>
        </p:nvSpPr>
        <p:spPr>
          <a:xfrm>
            <a:off x="548640" y="23545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주룩주룩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 오는 소리</a:t>
            </a:r>
            <a:endParaRPr lang="ko-KR" sz="3600" dirty="0"/>
          </a:p>
        </p:txBody>
      </p:sp>
      <p:sp>
        <p:nvSpPr>
          <p:cNvPr id="6" name="S14-word78"/>
          <p:cNvSpPr txBox="1"/>
          <p:nvPr/>
        </p:nvSpPr>
        <p:spPr>
          <a:xfrm>
            <a:off x="4337304" y="23545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꽥꽥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오리 소리</a:t>
            </a:r>
            <a:endParaRPr lang="ko-KR" sz="3600" dirty="0"/>
          </a:p>
        </p:txBody>
      </p:sp>
      <p:sp>
        <p:nvSpPr>
          <p:cNvPr id="7" name="S14-word79"/>
          <p:cNvSpPr txBox="1"/>
          <p:nvPr/>
        </p:nvSpPr>
        <p:spPr>
          <a:xfrm>
            <a:off x="8125968" y="23545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아장아장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아기가 걷는 모양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국어 그림책 읽고 이야기하기</dc:title>
  <dc:subject>KR22-G01-KOR-STORY-L01</dc:subject>
  <dc:creator>education-ppt</dc:creator>
  <cp:lastModifiedBy>education-ppt</cp:lastModifiedBy>
  <cp:revision>1</cp:revision>
  <dcterms:created xsi:type="dcterms:W3CDTF">2026-10-26T07:08:17Z</dcterms:created>
  <dcterms:modified xsi:type="dcterms:W3CDTF">2026-10-26T07:08:17Z</dcterms:modified>
</cp:coreProperties>
</file>