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c9d6a01-4996-fdad-f78d-228bd3f6d729}">
          <p14:sldIdLst>
            <p14:sldId id="256"/>
            <p14:sldId id="257"/>
          </p14:sldIdLst>
        </p14:section>
        <p14:section name="개념" id="{541e2086-3227-b2a8-9f88-1f49c729b6c6}">
          <p14:sldIdLst>
            <p14:sldId id="258"/>
            <p14:sldId id="259"/>
          </p14:sldIdLst>
        </p14:section>
        <p14:section name="연습" id="{2f6321f5-18e2-b7c5-b3da-c7f9ff54f7d3}">
          <p14:sldIdLst>
            <p14:sldId id="260"/>
            <p14:sldId id="261"/>
            <p14:sldId id="262"/>
            <p14:sldId id="263"/>
          </p14:sldIdLst>
        </p14:section>
        <p14:section name="확인" id="{69adc3cd-f950-b9fb-1326-2de18525e379}">
          <p14:sldIdLst>
            <p14:sldId id="264"/>
            <p14:sldId id="265"/>
          </p14:sldIdLst>
        </p14:section>
        <p14:section name="정리" id="{34e5e98a-388e-c545-21e9-fa15a743e5d9}">
          <p14:sldIdLst>
            <p14:sldId id="266"/>
          </p14:sldIdLst>
        </p14:section>
        <p14:section name="보충" id="{c90d1fa4-7acf-2be2-5c26-948fc71ed76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대화와문학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바르게 듣고 차례 지켜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바르게 듣고 차례 지켜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바르게 듣고 차례 지켜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차례 지켜 말하기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듣는 사람은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들을까?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말하는 사람을 보며 끝까지 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차례를 지켜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그대로 해요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말을 듣고 차례대로 해요.</a:t>
            </a:r>
            <a:endParaRPr lang="ko-KR" sz="3200" dirty="0"/>
          </a:p>
        </p:txBody>
      </p:sp>
      <p:sp>
        <p:nvSpPr>
          <p:cNvPr id="4" name="S02-step4"/>
          <p:cNvSpPr txBox="1"/>
          <p:nvPr/>
        </p:nvSpPr>
        <p:spPr>
          <a:xfrm>
            <a:off x="2962656" y="329184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들어요</a:t>
            </a:r>
            <a:endParaRPr lang="ko-KR" sz="3200" dirty="0"/>
          </a:p>
        </p:txBody>
      </p:sp>
      <p:sp>
        <p:nvSpPr>
          <p:cNvPr id="5" name="S02-line5"/>
          <p:cNvSpPr/>
          <p:nvPr/>
        </p:nvSpPr>
        <p:spPr>
          <a:xfrm>
            <a:off x="5943600" y="41148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" name="S02-step6"/>
          <p:cNvSpPr txBox="1"/>
          <p:nvPr/>
        </p:nvSpPr>
        <p:spPr>
          <a:xfrm>
            <a:off x="6300216" y="329184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들어요</a:t>
            </a:r>
            <a:endParaRPr lang="ko-KR" sz="44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들으면 들은 말을 다시 말할 수 있어요.</a:t>
            </a:r>
            <a:endParaRPr lang="ko-KR" sz="3200" dirty="0"/>
          </a:p>
        </p:txBody>
      </p:sp>
      <p:sp>
        <p:nvSpPr>
          <p:cNvPr id="5" name="S03-card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사람을 봐요.</a:t>
            </a:r>
            <a:endParaRPr lang="ko-KR" sz="3200" dirty="0"/>
          </a:p>
        </p:txBody>
      </p:sp>
      <p:sp>
        <p:nvSpPr>
          <p:cNvPr id="7" name="S03-card1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들어요.</a:t>
            </a:r>
            <a:endParaRPr lang="ko-KR" sz="3200" dirty="0"/>
          </a:p>
        </p:txBody>
      </p:sp>
      <p:sp>
        <p:nvSpPr>
          <p:cNvPr id="9" name="S03-card1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말인지 생각해요.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들어 줄 때 좋을까?</a:t>
            </a:r>
            <a:endParaRPr lang="ko-KR" sz="4400" dirty="0"/>
          </a:p>
        </p:txBody>
      </p:sp>
      <p:sp>
        <p:nvSpPr>
          <p:cNvPr id="3" name="S04-card1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말할 때 두 가지 모습으로 들어 줘요.</a:t>
            </a:r>
            <a:endParaRPr lang="ko-KR" sz="3200" dirty="0"/>
          </a:p>
        </p:txBody>
      </p:sp>
      <p:sp>
        <p:nvSpPr>
          <p:cNvPr id="5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쪽에게 말할 때 기분이 좋았나요?</a:t>
            </a:r>
            <a:endParaRPr lang="ko-KR" sz="3200" dirty="0"/>
          </a:p>
        </p:txBody>
      </p:sp>
      <p:sp>
        <p:nvSpPr>
          <p:cNvPr id="7" name="S04-chip1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4-text2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딴 곳을 보며 들어요.</a:t>
            </a:r>
            <a:endParaRPr lang="ko-KR" sz="3200" dirty="0"/>
          </a:p>
        </p:txBody>
      </p:sp>
      <p:sp>
        <p:nvSpPr>
          <p:cNvPr id="9" name="S04-chip2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4-text2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보며 끝까지 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듣고 대답해요</a:t>
            </a:r>
            <a:endParaRPr lang="ko-KR" sz="44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잘 듣고 대답해요.</a:t>
            </a:r>
            <a:endParaRPr lang="ko-KR" sz="32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사람을 보며 끝까지 들어요.</a:t>
            </a:r>
            <a:endParaRPr lang="ko-KR" sz="32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2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갔나요?</a:t>
            </a:r>
            <a:endParaRPr lang="ko-KR" sz="3200" dirty="0"/>
          </a:p>
        </p:txBody>
      </p:sp>
      <p:sp>
        <p:nvSpPr>
          <p:cNvPr id="8" name="S05-chip2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2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샀나요?</a:t>
            </a:r>
            <a:endParaRPr lang="ko-KR" sz="3200" dirty="0"/>
          </a:p>
        </p:txBody>
      </p:sp>
      <p:sp>
        <p:nvSpPr>
          <p:cNvPr id="10" name="S05-chip3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뛰어왔나요?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지켜 말해요</a:t>
            </a:r>
            <a:endParaRPr lang="ko-KR" sz="4400" dirty="0"/>
          </a:p>
        </p:txBody>
      </p:sp>
      <p:sp>
        <p:nvSpPr>
          <p:cNvPr id="3" name="S06-stepno32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6-text33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끝날 때까지 기다려요.</a:t>
            </a:r>
            <a:endParaRPr lang="ko-KR" sz="3200" dirty="0"/>
          </a:p>
        </p:txBody>
      </p:sp>
      <p:sp>
        <p:nvSpPr>
          <p:cNvPr id="5" name="S06-stepno34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6-text35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말하고 싶으면 손을 들어요.</a:t>
            </a:r>
            <a:endParaRPr lang="ko-KR" sz="3200" dirty="0"/>
          </a:p>
        </p:txBody>
      </p:sp>
      <p:sp>
        <p:nvSpPr>
          <p:cNvPr id="7" name="S06-stepno36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6-text37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차례가 되면 말해요.</a:t>
            </a:r>
            <a:endParaRPr lang="ko-KR" sz="3200" dirty="0"/>
          </a:p>
        </p:txBody>
      </p:sp>
      <p:sp>
        <p:nvSpPr>
          <p:cNvPr id="9" name="S06-stepno38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6-text39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말하면 “엄마는요?” 하고 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차례를 지켰나요?</a:t>
            </a:r>
            <a:endParaRPr lang="ko-KR" sz="4400" dirty="0"/>
          </a:p>
        </p:txBody>
      </p:sp>
      <p:sp>
        <p:nvSpPr>
          <p:cNvPr id="3" name="S07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동물원에 다녀온 이야기를 하고 있어요.</a:t>
            </a:r>
            <a:endParaRPr lang="ko-KR" sz="3200" dirty="0"/>
          </a:p>
        </p:txBody>
      </p:sp>
      <p:sp>
        <p:nvSpPr>
          <p:cNvPr id="5" name="S07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차례를 지켰나요? 가는 어떻게 하면 좋을까요?</a:t>
            </a:r>
            <a:endParaRPr lang="ko-KR" sz="3200" dirty="0"/>
          </a:p>
        </p:txBody>
      </p:sp>
      <p:sp>
        <p:nvSpPr>
          <p:cNvPr id="7" name="S07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“나도 가 봤어!” 하고 끼어들어요.</a:t>
            </a:r>
            <a:endParaRPr lang="ko-KR" sz="3200" dirty="0"/>
          </a:p>
        </p:txBody>
      </p:sp>
      <p:sp>
        <p:nvSpPr>
          <p:cNvPr id="9" name="S07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끝날 때까지 기다렸다가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놀이: 좋아하는 음식</a:t>
            </a:r>
            <a:endParaRPr lang="ko-KR" sz="44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음식 이야기를 나눠요.</a:t>
            </a:r>
            <a:endParaRPr lang="ko-KR" sz="3200" dirty="0"/>
          </a:p>
        </p:txBody>
      </p:sp>
      <p:sp>
        <p:nvSpPr>
          <p:cNvPr id="4" name="S08-card4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말하는 사람을 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들었어요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차례를 기다렸어요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들은 것을 다시 말했어요</a:t>
            </a:r>
            <a:endParaRPr lang="ko-KR" sz="3200" dirty="0"/>
          </a:p>
        </p:txBody>
      </p:sp>
      <p:sp>
        <p:nvSpPr>
          <p:cNvPr id="6" name="S08-stepno51"/>
          <p:cNvSpPr txBox="1"/>
          <p:nvPr/>
        </p:nvSpPr>
        <p:spPr>
          <a:xfrm>
            <a:off x="548640" y="29057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8-text52"/>
          <p:cNvSpPr txBox="1"/>
          <p:nvPr/>
        </p:nvSpPr>
        <p:spPr>
          <a:xfrm>
            <a:off x="1325880" y="29057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인형을 든 사람만 말해요.</a:t>
            </a:r>
            <a:endParaRPr lang="ko-KR" sz="3200" dirty="0"/>
          </a:p>
        </p:txBody>
      </p:sp>
      <p:sp>
        <p:nvSpPr>
          <p:cNvPr id="8" name="S08-stepno53"/>
          <p:cNvSpPr txBox="1"/>
          <p:nvPr/>
        </p:nvSpPr>
        <p:spPr>
          <a:xfrm>
            <a:off x="548640" y="36647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8-text54"/>
          <p:cNvSpPr txBox="1"/>
          <p:nvPr/>
        </p:nvSpPr>
        <p:spPr>
          <a:xfrm>
            <a:off x="1325880" y="3618992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사람은 눈을 보며 들어요.</a:t>
            </a:r>
            <a:endParaRPr lang="ko-KR" sz="3200" dirty="0"/>
          </a:p>
        </p:txBody>
      </p:sp>
      <p:sp>
        <p:nvSpPr>
          <p:cNvPr id="10" name="S08-stepno55"/>
          <p:cNvSpPr txBox="1"/>
          <p:nvPr/>
        </p:nvSpPr>
        <p:spPr>
          <a:xfrm>
            <a:off x="548640" y="47752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8-text56"/>
          <p:cNvSpPr txBox="1"/>
          <p:nvPr/>
        </p:nvSpPr>
        <p:spPr>
          <a:xfrm>
            <a:off x="1325880" y="477520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말하면 인형을 넘겨요.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주말에 하고 싶은 일을 이야기해요.</a:t>
            </a:r>
            <a:endParaRPr lang="ko-KR" sz="3200" dirty="0"/>
          </a:p>
        </p:txBody>
      </p:sp>
      <p:sp>
        <p:nvSpPr>
          <p:cNvPr id="4" name="S09-card58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59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말하는 사람을 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들었어요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차례를 기다렸어요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들은 것을 다시 말했어요</a:t>
            </a:r>
            <a:endParaRPr lang="ko-KR" sz="3200" dirty="0"/>
          </a:p>
        </p:txBody>
      </p:sp>
      <p:sp>
        <p:nvSpPr>
          <p:cNvPr id="6" name="S09-stepno60"/>
          <p:cNvSpPr txBox="1"/>
          <p:nvPr/>
        </p:nvSpPr>
        <p:spPr>
          <a:xfrm>
            <a:off x="548640" y="31272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61"/>
          <p:cNvSpPr txBox="1"/>
          <p:nvPr/>
        </p:nvSpPr>
        <p:spPr>
          <a:xfrm>
            <a:off x="1325880" y="31272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잘 들어요.</a:t>
            </a:r>
            <a:endParaRPr lang="ko-KR" sz="3200" dirty="0"/>
          </a:p>
        </p:txBody>
      </p:sp>
      <p:sp>
        <p:nvSpPr>
          <p:cNvPr id="8" name="S09-stepno62"/>
          <p:cNvSpPr txBox="1"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63"/>
          <p:cNvSpPr txBox="1"/>
          <p:nvPr/>
        </p:nvSpPr>
        <p:spPr>
          <a:xfrm>
            <a:off x="1325880" y="38404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것을 다시 말해요.</a:t>
            </a:r>
            <a:endParaRPr lang="ko-KR" sz="3200" dirty="0"/>
          </a:p>
        </p:txBody>
      </p:sp>
      <p:sp>
        <p:nvSpPr>
          <p:cNvPr id="10" name="S09-stepno64"/>
          <p:cNvSpPr txBox="1"/>
          <p:nvPr/>
        </p:nvSpPr>
        <p:spPr>
          <a:xfrm>
            <a:off x="548640" y="45537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65"/>
          <p:cNvSpPr txBox="1"/>
          <p:nvPr/>
        </p:nvSpPr>
        <p:spPr>
          <a:xfrm>
            <a:off x="1325880" y="45537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차례에 내 이야기를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할까요?</a:t>
            </a:r>
            <a:endParaRPr lang="ko-KR" sz="4400" dirty="0"/>
          </a:p>
        </p:txBody>
      </p:sp>
      <p:sp>
        <p:nvSpPr>
          <p:cNvPr id="3" name="S11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말하는 중에 하고 싶은 말이 생겼어요.</a:t>
            </a:r>
            <a:endParaRPr lang="ko-KR" sz="3200" dirty="0"/>
          </a:p>
        </p:txBody>
      </p:sp>
      <p:sp>
        <p:nvSpPr>
          <p:cNvPr id="4" name="S11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200" dirty="0"/>
          </a:p>
        </p:txBody>
      </p:sp>
      <p:sp>
        <p:nvSpPr>
          <p:cNvPr id="6" name="S11-chip6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7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7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크게 말해요.</a:t>
            </a:r>
            <a:endParaRPr lang="ko-KR" sz="3200" dirty="0"/>
          </a:p>
        </p:txBody>
      </p:sp>
      <p:sp>
        <p:nvSpPr>
          <p:cNvPr id="9" name="S11-chip7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7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7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끝날 때까지 기다려요.</a:t>
            </a:r>
            <a:endParaRPr lang="ko-KR" sz="3200" dirty="0"/>
          </a:p>
        </p:txBody>
      </p:sp>
      <p:sp>
        <p:nvSpPr>
          <p:cNvPr id="12" name="S11-chip7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7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7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곳으로 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7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7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사람을 보며 끝까지 듣고, 내 차례에 말해요.</a:t>
            </a:r>
            <a:endParaRPr lang="ko-KR" sz="3200" dirty="0"/>
          </a:p>
        </p:txBody>
      </p:sp>
      <p:sp>
        <p:nvSpPr>
          <p:cNvPr id="5" name="S12-chip8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끝까지 듣고 말하기</a:t>
            </a:r>
            <a:endParaRPr lang="ko-KR" sz="2600" dirty="0"/>
          </a:p>
        </p:txBody>
      </p:sp>
      <p:sp>
        <p:nvSpPr>
          <p:cNvPr id="6" name="S12-chip8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말하는 중에 끼어들기</a:t>
            </a:r>
            <a:endParaRPr lang="ko-KR" sz="2600" dirty="0"/>
          </a:p>
        </p:txBody>
      </p:sp>
      <p:sp>
        <p:nvSpPr>
          <p:cNvPr id="7" name="S12-text8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8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잘 듣는 모습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</a:t>
            </a:r>
            <a:endParaRPr lang="ko-KR" sz="2600" dirty="0"/>
          </a:p>
        </p:txBody>
      </p:sp>
      <p:sp>
        <p:nvSpPr>
          <p:cNvPr id="9" name="S12-text8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말하고 싶을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할까요?</a:t>
            </a:r>
            <a:endParaRPr lang="ko-KR" sz="2600" dirty="0"/>
          </a:p>
        </p:txBody>
      </p:sp>
      <p:sp>
        <p:nvSpPr>
          <p:cNvPr id="10" name="S12-text8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들은 이야기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말하기</a:t>
            </a:r>
            <a:endParaRPr lang="ko-KR" sz="2600" dirty="0"/>
          </a:p>
        </p:txBody>
      </p:sp>
      <p:sp>
        <p:nvSpPr>
          <p:cNvPr id="11" name="S12-text8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동시 읽고 느낌 말하기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한 가지씩 들어요</a:t>
            </a:r>
            <a:endParaRPr lang="ko-KR" sz="4400" dirty="0"/>
          </a:p>
        </p:txBody>
      </p:sp>
      <p:sp>
        <p:nvSpPr>
          <p:cNvPr id="3" name="S13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말을 듣고 해 봐요.</a:t>
            </a:r>
            <a:endParaRPr lang="ko-KR" sz="3200" dirty="0"/>
          </a:p>
        </p:txBody>
      </p:sp>
      <p:sp>
        <p:nvSpPr>
          <p:cNvPr id="4" name="S13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다 끝난 다음에 움직여요.</a:t>
            </a:r>
            <a:endParaRPr lang="ko-KR" sz="3200" dirty="0"/>
          </a:p>
        </p:txBody>
      </p:sp>
      <p:sp>
        <p:nvSpPr>
          <p:cNvPr id="6" name="S13-step90"/>
          <p:cNvSpPr txBox="1"/>
          <p:nvPr/>
        </p:nvSpPr>
        <p:spPr>
          <a:xfrm>
            <a:off x="129387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들어요</a:t>
            </a:r>
            <a:endParaRPr lang="ko-KR" sz="3000" dirty="0"/>
          </a:p>
        </p:txBody>
      </p:sp>
      <p:sp>
        <p:nvSpPr>
          <p:cNvPr id="7" name="S13-line91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3-step92"/>
          <p:cNvSpPr txBox="1"/>
          <p:nvPr/>
        </p:nvSpPr>
        <p:spPr>
          <a:xfrm>
            <a:off x="463143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해요</a:t>
            </a:r>
            <a:endParaRPr lang="ko-KR" sz="3000" dirty="0"/>
          </a:p>
        </p:txBody>
      </p:sp>
      <p:sp>
        <p:nvSpPr>
          <p:cNvPr id="9" name="S13-line93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3-step94"/>
          <p:cNvSpPr txBox="1"/>
          <p:nvPr/>
        </p:nvSpPr>
        <p:spPr>
          <a:xfrm>
            <a:off x="796899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늘려요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바르게 듣고 차례 지켜 말하기</dc:title>
  <dc:subject>KR22-G01-KOR-LISTEN-L01</dc:subject>
  <dc:creator>education-ppt</dc:creator>
  <cp:lastModifiedBy>education-ppt</cp:lastModifiedBy>
  <cp:revision>1</cp:revision>
  <dcterms:created xsi:type="dcterms:W3CDTF">2026-10-26T07:44:26Z</dcterms:created>
  <dcterms:modified xsi:type="dcterms:W3CDTF">2026-10-26T07:44:26Z</dcterms:modified>
</cp:coreProperties>
</file>