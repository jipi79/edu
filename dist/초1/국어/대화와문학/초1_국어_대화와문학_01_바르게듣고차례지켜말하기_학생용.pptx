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2ee03fa-8b73-8802-9ea5-80249832dfa1}">
          <p14:sldIdLst>
            <p14:sldId id="256"/>
            <p14:sldId id="257"/>
          </p14:sldIdLst>
        </p14:section>
        <p14:section name="개념" id="{53275b2a-1f8e-24ff-a530-3ecd805e74e7}">
          <p14:sldIdLst>
            <p14:sldId id="258"/>
            <p14:sldId id="259"/>
          </p14:sldIdLst>
        </p14:section>
        <p14:section name="연습" id="{b3b391bb-e0b6-b41c-c82d-ab348ea7120f}">
          <p14:sldIdLst>
            <p14:sldId id="260"/>
            <p14:sldId id="261"/>
            <p14:sldId id="262"/>
            <p14:sldId id="263"/>
          </p14:sldIdLst>
        </p14:section>
        <p14:section name="확인" id="{e6ebcd9c-fec0-0b14-196d-f251aae060c3}">
          <p14:sldIdLst>
            <p14:sldId id="264"/>
            <p14:sldId id="265"/>
          </p14:sldIdLst>
        </p14:section>
        <p14:section name="정리" id="{ca4b51b8-326e-76fc-3100-3059c947d856}">
          <p14:sldIdLst>
            <p14:sldId id="266"/>
          </p14:sldIdLst>
        </p14:section>
        <p14:section name="보충" id="{38da1b34-b3be-a92a-5ed6-5f769d2a0773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차례 지켜 말하기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듣는 사람은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들을까?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말하는 사람을 보며 끝까지 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차례를 지켜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그대로 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말을 듣고 차례대로 해요.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들어요</a:t>
            </a:r>
            <a:endParaRPr lang="ko-KR" sz="44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들으면 들은 말을 다시 말할 수 있어요.</a:t>
            </a:r>
            <a:endParaRPr lang="ko-KR" sz="32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봐요.</a:t>
            </a:r>
            <a:endParaRPr lang="ko-KR" sz="32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말인지 생각해요.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들어 줄 때 좋을까?</a:t>
            </a:r>
            <a:endParaRPr lang="ko-KR" sz="4400" dirty="0"/>
          </a:p>
        </p:txBody>
      </p:sp>
      <p:sp>
        <p:nvSpPr>
          <p:cNvPr id="3" name="S04-card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말할 때 두 가지 모습으로 들어 줘요.</a:t>
            </a:r>
            <a:endParaRPr lang="ko-KR" sz="3200" dirty="0"/>
          </a:p>
        </p:txBody>
      </p:sp>
      <p:sp>
        <p:nvSpPr>
          <p:cNvPr id="5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쪽에게 말할 때 기분이 좋았나요?</a:t>
            </a:r>
            <a:endParaRPr lang="ko-KR" sz="3200" dirty="0"/>
          </a:p>
        </p:txBody>
      </p:sp>
      <p:sp>
        <p:nvSpPr>
          <p:cNvPr id="7" name="S04-chip1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4-text2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딴 곳을 보며 들어요.</a:t>
            </a:r>
            <a:endParaRPr lang="ko-KR" sz="3200" dirty="0"/>
          </a:p>
        </p:txBody>
      </p:sp>
      <p:sp>
        <p:nvSpPr>
          <p:cNvPr id="9" name="S04-chip2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4-text2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보며 끝까지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대답해요</a:t>
            </a:r>
            <a:endParaRPr lang="ko-KR" sz="44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잘 듣고 대답해요.</a:t>
            </a:r>
            <a:endParaRPr lang="ko-KR" sz="32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들어요.</a:t>
            </a:r>
            <a:endParaRPr lang="ko-KR" sz="32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갔나요?</a:t>
            </a:r>
            <a:endParaRPr lang="ko-KR" sz="32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샀나요?</a:t>
            </a:r>
            <a:endParaRPr lang="ko-KR" sz="32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뛰어왔나요?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지켜 말해요</a:t>
            </a:r>
            <a:endParaRPr lang="ko-KR" sz="4400" dirty="0"/>
          </a:p>
        </p:txBody>
      </p:sp>
      <p:sp>
        <p:nvSpPr>
          <p:cNvPr id="3" name="S06-stepno32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33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기다려요.</a:t>
            </a:r>
            <a:endParaRPr lang="ko-KR" sz="3200" dirty="0"/>
          </a:p>
        </p:txBody>
      </p:sp>
      <p:sp>
        <p:nvSpPr>
          <p:cNvPr id="5" name="S06-stepno34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35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싶으면 손을 들어요.</a:t>
            </a:r>
            <a:endParaRPr lang="ko-KR" sz="3200" dirty="0"/>
          </a:p>
        </p:txBody>
      </p:sp>
      <p:sp>
        <p:nvSpPr>
          <p:cNvPr id="7" name="S06-stepno36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차례가 되면 말해요.</a:t>
            </a:r>
            <a:endParaRPr lang="ko-KR" sz="3200" dirty="0"/>
          </a:p>
        </p:txBody>
      </p:sp>
      <p:sp>
        <p:nvSpPr>
          <p:cNvPr id="9" name="S06-stepno38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말하면 “엄마는요?” 하고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차례를 지켰나요?</a:t>
            </a:r>
            <a:endParaRPr lang="ko-KR" sz="4400" dirty="0"/>
          </a:p>
        </p:txBody>
      </p:sp>
      <p:sp>
        <p:nvSpPr>
          <p:cNvPr id="3" name="S07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동물원에 다녀온 이야기를 하고 있어요.</a:t>
            </a:r>
            <a:endParaRPr lang="ko-KR" sz="3200" dirty="0"/>
          </a:p>
        </p:txBody>
      </p:sp>
      <p:sp>
        <p:nvSpPr>
          <p:cNvPr id="5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차례를 지켰나요? 가는 어떻게 하면 좋을까요?</a:t>
            </a:r>
            <a:endParaRPr lang="ko-KR" sz="3200" dirty="0"/>
          </a:p>
        </p:txBody>
      </p:sp>
      <p:sp>
        <p:nvSpPr>
          <p:cNvPr id="7" name="S07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“나도 가 봤어!” 하고 끼어들어요.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기다렸다가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놀이: 좋아하는 음식</a:t>
            </a:r>
            <a:endParaRPr lang="ko-KR" sz="44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음식 이야기를 나눠요.</a:t>
            </a:r>
            <a:endParaRPr lang="ko-KR" sz="3200" dirty="0"/>
          </a:p>
        </p:txBody>
      </p:sp>
      <p:sp>
        <p:nvSpPr>
          <p:cNvPr id="4" name="S08-card4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말하는 사람을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들었어요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차례를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말했어요</a:t>
            </a:r>
            <a:endParaRPr lang="ko-KR" sz="3200" dirty="0"/>
          </a:p>
        </p:txBody>
      </p:sp>
      <p:sp>
        <p:nvSpPr>
          <p:cNvPr id="6" name="S08-stepno51"/>
          <p:cNvSpPr txBox="1"/>
          <p:nvPr/>
        </p:nvSpPr>
        <p:spPr>
          <a:xfrm>
            <a:off x="548640" y="2905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52"/>
          <p:cNvSpPr txBox="1"/>
          <p:nvPr/>
        </p:nvSpPr>
        <p:spPr>
          <a:xfrm>
            <a:off x="1325880" y="29057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인형을 든 사람만 말해요.</a:t>
            </a:r>
            <a:endParaRPr lang="ko-KR" sz="3200" dirty="0"/>
          </a:p>
        </p:txBody>
      </p:sp>
      <p:sp>
        <p:nvSpPr>
          <p:cNvPr id="8" name="S08-stepno53"/>
          <p:cNvSpPr txBox="1"/>
          <p:nvPr/>
        </p:nvSpPr>
        <p:spPr>
          <a:xfrm>
            <a:off x="548640" y="3664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54"/>
          <p:cNvSpPr txBox="1"/>
          <p:nvPr/>
        </p:nvSpPr>
        <p:spPr>
          <a:xfrm>
            <a:off x="1325880" y="361899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사람은 눈을 보며 들어요.</a:t>
            </a:r>
            <a:endParaRPr lang="ko-KR" sz="3200" dirty="0"/>
          </a:p>
        </p:txBody>
      </p:sp>
      <p:sp>
        <p:nvSpPr>
          <p:cNvPr id="10" name="S08-stepno55"/>
          <p:cNvSpPr txBox="1"/>
          <p:nvPr/>
        </p:nvSpPr>
        <p:spPr>
          <a:xfrm>
            <a:off x="548640" y="47752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56"/>
          <p:cNvSpPr txBox="1"/>
          <p:nvPr/>
        </p:nvSpPr>
        <p:spPr>
          <a:xfrm>
            <a:off x="1325880" y="47752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말하면 인형을 넘겨요.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주말에 하고 싶은 일을 이야기해요.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말하는 사람을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들었어요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차례를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말했어요</a:t>
            </a:r>
            <a:endParaRPr lang="ko-KR" sz="3200" dirty="0"/>
          </a:p>
        </p:txBody>
      </p:sp>
      <p:sp>
        <p:nvSpPr>
          <p:cNvPr id="6" name="S09-stepno60"/>
          <p:cNvSpPr txBox="1"/>
          <p:nvPr/>
        </p:nvSpPr>
        <p:spPr>
          <a:xfrm>
            <a:off x="548640" y="3127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61"/>
          <p:cNvSpPr txBox="1"/>
          <p:nvPr/>
        </p:nvSpPr>
        <p:spPr>
          <a:xfrm>
            <a:off x="1325880" y="3127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잘 들어요.</a:t>
            </a:r>
            <a:endParaRPr lang="ko-KR" sz="3200" dirty="0"/>
          </a:p>
        </p:txBody>
      </p:sp>
      <p:sp>
        <p:nvSpPr>
          <p:cNvPr id="8" name="S09-stepno62"/>
          <p:cNvSpPr txBox="1"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3"/>
          <p:cNvSpPr txBox="1"/>
          <p:nvPr/>
        </p:nvSpPr>
        <p:spPr>
          <a:xfrm>
            <a:off x="1325880" y="38404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다시 말해요.</a:t>
            </a:r>
            <a:endParaRPr lang="ko-KR" sz="3200" dirty="0"/>
          </a:p>
        </p:txBody>
      </p:sp>
      <p:sp>
        <p:nvSpPr>
          <p:cNvPr id="10" name="S09-stepno64"/>
          <p:cNvSpPr txBox="1"/>
          <p:nvPr/>
        </p:nvSpPr>
        <p:spPr>
          <a:xfrm>
            <a:off x="548640" y="4553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5"/>
          <p:cNvSpPr txBox="1"/>
          <p:nvPr/>
        </p:nvSpPr>
        <p:spPr>
          <a:xfrm>
            <a:off x="1325880" y="45537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차례에 내 이야기를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4400" dirty="0"/>
          </a:p>
        </p:txBody>
      </p:sp>
      <p:sp>
        <p:nvSpPr>
          <p:cNvPr id="3" name="S11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말하는 중에 하고 싶은 말이 생겼어요.</a:t>
            </a:r>
            <a:endParaRPr lang="ko-KR" sz="3200" dirty="0"/>
          </a:p>
        </p:txBody>
      </p:sp>
      <p:sp>
        <p:nvSpPr>
          <p:cNvPr id="4" name="S11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1-chip6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크게 말해요.</a:t>
            </a:r>
            <a:endParaRPr lang="ko-KR" sz="3200" dirty="0"/>
          </a:p>
        </p:txBody>
      </p:sp>
      <p:sp>
        <p:nvSpPr>
          <p:cNvPr id="9" name="S11-chip7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7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기다려요.</a:t>
            </a:r>
            <a:endParaRPr lang="ko-KR" sz="3200" dirty="0"/>
          </a:p>
        </p:txBody>
      </p:sp>
      <p:sp>
        <p:nvSpPr>
          <p:cNvPr id="12" name="S11-chip7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7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곳으로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7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듣고, 내 차례에 말해요.</a:t>
            </a:r>
            <a:endParaRPr lang="ko-KR" sz="3200" dirty="0"/>
          </a:p>
        </p:txBody>
      </p:sp>
      <p:sp>
        <p:nvSpPr>
          <p:cNvPr id="5" name="S12-chip8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끝까지 듣고 말하기</a:t>
            </a:r>
            <a:endParaRPr lang="ko-KR" sz="2600" dirty="0"/>
          </a:p>
        </p:txBody>
      </p:sp>
      <p:sp>
        <p:nvSpPr>
          <p:cNvPr id="6" name="S12-chip8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말하는 중에 끼어들기</a:t>
            </a:r>
            <a:endParaRPr lang="ko-KR" sz="2600" dirty="0"/>
          </a:p>
        </p:txBody>
      </p:sp>
      <p:sp>
        <p:nvSpPr>
          <p:cNvPr id="7" name="S12-text8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 듣는 모습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</a:t>
            </a:r>
            <a:endParaRPr lang="ko-KR" sz="2600" dirty="0"/>
          </a:p>
        </p:txBody>
      </p:sp>
      <p:sp>
        <p:nvSpPr>
          <p:cNvPr id="9" name="S12-text8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말하고 싶을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2600" dirty="0"/>
          </a:p>
        </p:txBody>
      </p:sp>
      <p:sp>
        <p:nvSpPr>
          <p:cNvPr id="10" name="S12-text8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들은 이야기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말하기</a:t>
            </a:r>
            <a:endParaRPr lang="ko-KR" sz="2600" dirty="0"/>
          </a:p>
        </p:txBody>
      </p:sp>
      <p:sp>
        <p:nvSpPr>
          <p:cNvPr id="11" name="S12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동시 읽고 느낌 말하기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가지씩 들어요</a:t>
            </a:r>
            <a:endParaRPr lang="ko-KR" sz="4400" dirty="0"/>
          </a:p>
        </p:txBody>
      </p:sp>
      <p:sp>
        <p:nvSpPr>
          <p:cNvPr id="3" name="S13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말을 듣고 해 봐요.</a:t>
            </a:r>
            <a:endParaRPr lang="ko-KR" sz="3200" dirty="0"/>
          </a:p>
        </p:txBody>
      </p:sp>
      <p:sp>
        <p:nvSpPr>
          <p:cNvPr id="4" name="S13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다 끝난 다음에 움직여요.</a:t>
            </a:r>
            <a:endParaRPr lang="ko-KR" sz="3200" dirty="0"/>
          </a:p>
        </p:txBody>
      </p:sp>
      <p:sp>
        <p:nvSpPr>
          <p:cNvPr id="6" name="S13-step90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들어요</a:t>
            </a:r>
            <a:endParaRPr lang="ko-KR" sz="3000" dirty="0"/>
          </a:p>
        </p:txBody>
      </p:sp>
      <p:sp>
        <p:nvSpPr>
          <p:cNvPr id="7" name="S13-line91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92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해요</a:t>
            </a:r>
            <a:endParaRPr lang="ko-KR" sz="3000" dirty="0"/>
          </a:p>
        </p:txBody>
      </p:sp>
      <p:sp>
        <p:nvSpPr>
          <p:cNvPr id="9" name="S13-line93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94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늘려요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바르게 듣고 차례 지켜 말하기</dc:title>
  <dc:subject>KR22-G01-KOR-LISTEN-L01</dc:subject>
  <dc:creator>education-ppt</dc:creator>
  <cp:lastModifiedBy>education-ppt</cp:lastModifiedBy>
  <cp:revision>1</cp:revision>
  <dcterms:created xsi:type="dcterms:W3CDTF">2026-10-26T07:00:19Z</dcterms:created>
  <dcterms:modified xsi:type="dcterms:W3CDTF">2026-10-26T07:00:19Z</dcterms:modified>
</cp:coreProperties>
</file>