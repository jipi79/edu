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1a43e77-c6f5-0e12-dfaa-6af96b75a7d8}">
          <p14:sldIdLst>
            <p14:sldId id="256"/>
            <p14:sldId id="257"/>
          </p14:sldIdLst>
        </p14:section>
        <p14:section name="개념" id="{f4202790-e242-598f-e46d-b7d1dba30468}">
          <p14:sldIdLst>
            <p14:sldId id="258"/>
            <p14:sldId id="259"/>
          </p14:sldIdLst>
        </p14:section>
        <p14:section name="연습" id="{2894b54a-2e28-6890-3ed6-e30ef7e4e1ac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6afac244-b30e-acf9-e636-06a9fb2f7780}">
          <p14:sldIdLst>
            <p14:sldId id="265"/>
            <p14:sldId id="266"/>
            <p14:sldId id="267"/>
          </p14:sldIdLst>
        </p14:section>
        <p14:section name="정리" id="{c4874204-ef42-bfd2-1616-f1622055bf34}">
          <p14:sldIdLst>
            <p14:sldId id="268"/>
          </p14:sldIdLst>
        </p14:section>
        <p14:section name="보충" id="{1c952f15-9717-aed9-f9ce-c07622b498b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그림책을 읽었던 경험을 떠올리게 합니다.
시간: 약 2분
이렇게 말해 보세요
- “그림책 읽은 것 중에 기억나는 이야기 있어? 누가 나왔어?”
- “오늘은 이야기를 읽고 누가 나오는지, 무슨 일이 있었는지, 어떤 장면이 좋았는지 이야기해 볼 거야.”
예상 답
- “토끼가 나오는 이야기요.” / “기억 안 나요.”
주의
- 오늘 이야기에는 그림이 없습니다. 읽으면서 머릿속에 그림을 그려 보자고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확인(흉내 내는 말과 느낌)]
목적: 앞 차시(동시 읽고 느낌 말하기)에서 배운 흉내 내는 말을 찾고, 까닭을 넣어 느낌을 말할 수 있는지 확인합니다. 오늘 좋았던 장면의 까닭을 말할 때 필요합니다.
시간: 약 3분
이렇게 말해 보세요
- “①에서 흉내 내는 말은 무엇일까? 그 말이 어떤 느낌이야?”
- “②도 찾아보고, 어떤 모습이 떠오르는지 말해 볼래?”
정답
- ① 꽥꽥(소리) ② 아장아장(모양)
- 느낌 예: “‘아장아장’이 귀여워요. 아기가 천천히 걷는 게 보여요.”(까닭이 들어가면 맞음)
막히면
- “소리나 모양을 흉내 낸 말을 찾아봐.”라고 다시 알려 줍니다.
- 찾기와 느낌 말하기가 모두 어려우면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인물과 일어난 일]
목적: ‘인물’과 ‘일어난 일’의 뜻을 알려 줍니다.
시간: 약 3분
이렇게 말해 보세요
- “이야기에 나와서 말하고 움직이는 사람이나 동물을 인물이라고 해. 토끼도, 할머니도 인물이 될 수 있어.”
- “인물이 한 일이나 인물에게 생긴 일을 ‘일어난 일’이라고 해.”
예상 답
- “그럼 강아지도 인물이에요?” → “응, 이야기에서 말하고 움직이면 인물이야.”
막히면
- 아이가 아는 이야기(예: 지난번에 읽은 그림책)로 “누가 나왔지? 그 친구가 무엇을 했지?”라고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읽기(1~2쪽)]
목적: 부모가 이야기를 읽어 주며 인물을 찾는 생각을 소리 내어 보여 줍니다.
시간: 약 4분
이렇게 말해 보세요
- “엄마(아빠)가 읽어 줄게. 그림책처럼 머릿속에 그림을 그리면서 들어 봐.” (천천히 읽고, 다미의 말은 떨리는 목소리로 읽습니다.)
- “엄마가 먼저 찾아볼게. 곰 두리가 나왔네. 그리고 다람쥐 다미도 나왔어. 둘 다 말하고 움직이니까 인물이야.”
- “머릿속에 어떤 그림이 떠올랐어?”
예상 답
- “빨간 우산 쓴 곰이요.” / “나무 밑에서 다람쥐가 떨고 있어요.”
정답
- 인물: 곰 두리, 다람쥐 다미
막히면
- 문장을 하나씩 다시 읽으며 “여기에는 누가 나와?”라고 묻습니다.
주의
- 이 이야기는 수업을 위해 새로 지은 글입니다. 큰따옴표(“ ”) 안은 인물이 한 말이라고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함께 읽기(3~4쪽)]
목적: 이야기의 뒷부분을 아이와 함께 읽고, 인물이 한 일과 말을 찾습니다.
시간: 약 4분
이렇게 말해 보세요
- “이번에는 같이 읽자. 엄마(아빠)가 한 문장, 네가 한 문장 읽어 볼까?”
- “다미는 두리에게 뭐라고 말했어? 다미처럼 말해 볼래?”
정답
- “두리야, 고마워!”
막히면
- 큰따옴표 안의 말을 손가락으로 짚어 줍니다.
주의
- ‘씌워’는 우산을 다른 사람 머리 위에 받쳐 준다는 뜻이라고 풀어 줍니다. ‘따뜻해졌어요’는 [따뜨태저써요]로 소리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인물과 일어난 일 찾기]
목적: 도움을 받으며 인물과 일어난 일을 말해 봅니다.
시간: 약 3분
이렇게 말해 보세요
- “①부터 대답해 볼래? 기억이 안 나면 앞 장을 다시 봐도 돼.”
- “③은 문장으로 말해 볼까? ‘두리는 …’으로 시작해서.”
정답
- ① 곰 두리, 다람쥐 다미
- ② 우산이 없어서
- ③ 우산을 씌워 주었어요(같이 쓰고 다미네 집까지 갔어요).
막히면
- S04·S05 화면으로 돌아가 해당 문장을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비교(물건을 인물로 고르기)]
목적: 이야기에 나오는 물건을 인물로 고르는 오해(M1)를 바로잡습니다.
시간: 약 3분
이렇게 말해 보세요
- “우산이 말을 했어? 나무가 움직였어?”
- “그럼 이야기에서 말하고 움직인 것은 누구야?”
정답
- 나. 두리와 다미는 이야기에서 말하고 움직이는 동물이므로 인물입니다.
- 가의 우산과 나무는 이야기에 나오는 물건이나 장소일 뿐, 인물이 아닙니다.
막히면
- “곰과 다람쥐는 사람이 아닌데 인물일까?”라고 물어, 동물도 말하고 행동하면 인물이라는 것을 다시 짚어 줍니다.
주의
- 아이가 지치면 여기서 쉬고, 다음 날 S04·S05를 한 번 더 읽은 뒤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좋았던 장면 고르는 방법]
목적: ‘장면’의 뜻을 알려 주고, 좋았던 장면을 까닭과 함께 말하는 방법을 보여 줍니다(M2).
시간: 약 2분
이렇게 말해 보세요
- “장면은 이야기의 한 부분이야. 그림책이라면 한 쪽의 그림이라고 생각하면 돼.”
- “이야기를 처음부터 떠올려 보자. 비 오는 날, 다미가 떨고 있던 것, 우산을 같이 쓴 것, 고맙다고 한 것. 어느 장면이 가장 마음에 남아?”
예상 답
- “우산을 같이 쓰는 장면이요.”
막히면
- 장면을 하나씩 말해 주고 “이 장면은 어때?”라고 물어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좋았던 장면 말하고 그리기]
목적: 부모의 예를 듣고, 자기가 좋았던 장면을 까닭과 함께 말한 뒤 활동지 3·4에 그리고 씁니다.
시간: 약 6분
이렇게 말해 보세요
- “엄마(아빠)는 우산을 같이 쓰고 걷는 장면이 좋았어. 둘이 친구가 된 것 같아서야.”
- “너는 어떤 장면이 좋았어? 왜?”
- “그 장면을 활동지 3번에 그려 볼까? 4번에는 까닭을 써 보자.”
예상 답
- “다미가 ‘고마워!’ 하는 장면이 좋았어요. 다미가 기뻐해서요.”
- “두리가 우산을 씌워 주는 장면이요. 두리가 착해서요.”
막히면
- “나는 ( ) 장면이 좋았어요. ( )해서요.”의 빈칸을 말로 채우게 합니다.
- 그림이 오래 걸리면 3~4분에서 멈추고 까닭 쓰기로 넘어갑니다.
주의
- 엄마(아빠)와 같은 장면을 골라도 괜찮습니다. 까닭은 자기 말로 하게 합니다. 정답은 하나가 아니며, 장면과 까닭이 이야기 내용에 맞으면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처음 보는 이야기로 혼자 해 보기]
목적: 처음 보는 짧은 이야기에서 혼자 인물과 일어난 일을 말하고, 좋았던 장면을 까닭과 함께 고르는지 확인합니다.
시간: 약 5분
이렇게 말해 보세요
- “이번에는 혼자 읽어 볼래? 다 읽으면 세 가지를 물어볼게.”
- “누가 나와? 무슨 일이 있었어? 어떤 장면이 좋았어? 왜?”
정답
- 인물: 개미 아리, 친구 개미들
- 일어난 일: 아리가 빵 조각을 찾았는데 너무 무거워서, 친구 개미들이 와서 함께 날랐어요(한 가지 이상 말하면 목표 A 달성).
- 좋았던 장면 예: “함께 나르는 장면이 좋아요. 힘을 모아서요.”(장면과 까닭이 함께 있으면 목표 B 달성)
막히면
- 읽기를 어려워하면 부모가 한 번 읽어 주고, 기록표에 ‘도움’으로 표시합니다.
- ‘빵 조각’을 인물로 말하면 S07을 떠올리게 합니다(M1).
주의
- 이 이야기도 수업을 위해 새로 지은 글입니다. ‘영차영차’처럼 흉내 내는 말이 있는 것을 알아차리면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 예와 피드백]
목적: 아이의 대답을 예와 비교하고 흔한 실수를 확인합니다.
시간: 약 2분
이렇게 말해 보세요
- “네 대답과 왼쪽을 비교해 볼래? 빠진 것이 있어?”
- “오른쪽 대답은 어떻게 고치면 좋을까?”
예상 답
- “빵 조각은 물건이라서 인물이 아니에요.” / “어떤 장면인지 말해야 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이야기에서 일어난 일을 바르게 기억하고, 이야기에 없는 일을 가려내는지 확인합니다(M3).
시간: 약 2분
이렇게 말해 보세요
- “가, 나, 다 가운데 이야기에 없는 일은 무엇일까? 어떻게 알았어?”
정답
- 다. 두리는 우산을 잃어버리지 않았고, 다미에게 우산을 씌워 주었습니다.
- 가와 나는 이야기에 나오는 일입니다.
막히면
- S04·S05로 돌아가 보기마다 이야기에 나오는지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할 복습을 알려 줍니다.
시간: 약 2분
이렇게 말해 보세요
- “오늘 배운 것을 말해 볼래? 이야기를 읽고 무엇을 말할 수 있게 되었어?”
예상 답
- “누가 나오는지, 무슨 일이 있었는지, 좋았던 장면이요.”
정답
- ① 이야기에 나오는 사람이나 동물 ② 두리, 다미 ③ 장면과 까닭이 함께 있으면 맞음
주의
- 집에 그림책이 있으면 수업 뒤에 함께 읽고 “누가 나왔어? 무슨 일이 있었어? 어떤 장면이 좋았어?”를 물어보세요.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보충(흉내 내는 말과 느낌)]
목적: S02에서 흉내 내는 말을 찾거나 느낌을 말하지 못하면, 흉내 내는 말을 몸으로 표현하고 느낌을 말하는 틀을 다시 익힙니다.
시간: 약 4분
이렇게 말해 보세요
- “‘아장아장’을 몸으로 해 볼까? 어떤 느낌이야?”
- “‘아장아장’이 귀여워요. 아기가 걷는 게 보이는 것 같아서요. 이렇게 말해 볼래?”
정답
- 흉내 내는 말 하나를 골라 “~이 재미있어요(귀여워요). ~ 같아서요.”처럼 까닭과 함께 말하면 맞습니다.
막히면
- 계획상 앞 차시는 ‘동시 읽고 느낌 말하기’(KR22-G01-KOR-POEM-L01)입니다. 흉내 내는 말을 계속 찾지 못하면 그 차시의 S03·S06을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읽고 이야기하기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이야기에는 누가 나오고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생길까?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인물과 일어난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좋았던 장면을 골라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찾기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찾고, 느낌을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꽥꽥 울어요.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인물과 일어난 일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나오는지, 무슨 일이 생기는지 생각하며 읽어요.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나오는 사람이나 동물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일, 인물에게 생긴 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읽기 ①</a:t>
            </a:r>
            <a:endParaRPr lang="ko-KR" sz="44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나왔나요? 머릿속에 어떤 그림이 떠오르나요?</a:t>
            </a:r>
            <a:endParaRPr lang="ko-KR" sz="3200" dirty="0"/>
          </a:p>
        </p:txBody>
      </p:sp>
      <p:sp>
        <p:nvSpPr>
          <p:cNvPr id="5" name="S04-passagebox1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쓴 우산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비가 주룩주룩 내리는 날이었어요. 곰 두리는 빨간 우산을 쓰고 집으로 갔어요.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나무 밑에서 다람쥐 다미가 떨고 있었어요. “우산이 없어서 집에 못 가.”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읽기 ②</a:t>
            </a:r>
            <a:endParaRPr lang="ko-KR" sz="44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다미는 두리에게 뭐라고 말했나요?</a:t>
            </a:r>
            <a:endParaRPr lang="ko-KR" sz="3200" dirty="0"/>
          </a:p>
        </p:txBody>
      </p:sp>
      <p:sp>
        <p:nvSpPr>
          <p:cNvPr id="5" name="S05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두리는 다미에게 우산을 씌워 주었어요. 둘은 우산을 같이 쓰고 걸었어요.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다미네 집 앞에서 다미가 말했어요. “두리야, 고마워!” 두리는 마음이 따뜻해졌어요.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무슨 일이?</a:t>
            </a:r>
            <a:endParaRPr lang="ko-KR" sz="4400" dirty="0"/>
          </a:p>
        </p:txBody>
      </p:sp>
      <p:sp>
        <p:nvSpPr>
          <p:cNvPr id="3" name="S06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떠올리며 대답해요.</a:t>
            </a:r>
            <a:endParaRPr lang="ko-KR" sz="3200" dirty="0"/>
          </a:p>
        </p:txBody>
      </p:sp>
      <p:sp>
        <p:nvSpPr>
          <p:cNvPr id="4" name="S06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다시 보며 찾아도 돼요.</a:t>
            </a:r>
            <a:endParaRPr lang="ko-KR" sz="3200" dirty="0"/>
          </a:p>
        </p:txBody>
      </p:sp>
      <p:sp>
        <p:nvSpPr>
          <p:cNvPr id="6" name="S06-chip2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2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나온 인물은 누구인가요?</a:t>
            </a:r>
            <a:endParaRPr lang="ko-KR" sz="3200" dirty="0"/>
          </a:p>
        </p:txBody>
      </p:sp>
      <p:sp>
        <p:nvSpPr>
          <p:cNvPr id="8" name="S06-chip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2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다미는 왜 집에 못 갔나요?</a:t>
            </a:r>
            <a:endParaRPr lang="ko-KR" sz="3200" dirty="0"/>
          </a:p>
        </p:txBody>
      </p:sp>
      <p:sp>
        <p:nvSpPr>
          <p:cNvPr id="10" name="S06-chip2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두리는 다미에게 무엇을 해 주었나요?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누구일까요?</a:t>
            </a:r>
            <a:endParaRPr lang="ko-KR" sz="4400" dirty="0"/>
          </a:p>
        </p:txBody>
      </p:sp>
      <p:sp>
        <p:nvSpPr>
          <p:cNvPr id="3" name="S07-card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이야기의 인물은 누구일까?”</a:t>
            </a:r>
            <a:endParaRPr lang="ko-KR" sz="3200" dirty="0"/>
          </a:p>
        </p:txBody>
      </p:sp>
      <p:sp>
        <p:nvSpPr>
          <p:cNvPr id="5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인물인가요? 왜 그럴까요?</a:t>
            </a:r>
            <a:endParaRPr lang="ko-KR" sz="3200" dirty="0"/>
          </a:p>
        </p:txBody>
      </p:sp>
      <p:sp>
        <p:nvSpPr>
          <p:cNvPr id="7" name="S07-chip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우산, 나무</a:t>
            </a:r>
            <a:endParaRPr lang="ko-KR" sz="3200" dirty="0"/>
          </a:p>
        </p:txBody>
      </p:sp>
      <p:sp>
        <p:nvSpPr>
          <p:cNvPr id="9" name="S07-chip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3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두리, 다미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장면 고르기</a:t>
            </a:r>
            <a:endParaRPr lang="ko-KR" sz="4400" dirty="0"/>
          </a:p>
        </p:txBody>
      </p:sp>
      <p:sp>
        <p:nvSpPr>
          <p:cNvPr id="3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 장면이 좋았어요. ~해서요.”</a:t>
            </a:r>
            <a:endParaRPr lang="ko-KR" sz="3200" dirty="0"/>
          </a:p>
        </p:txBody>
      </p:sp>
      <p:sp>
        <p:nvSpPr>
          <p:cNvPr id="5" name="S08-stepno4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42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처음부터 떠올려요.</a:t>
            </a:r>
            <a:endParaRPr lang="ko-KR" sz="3200" dirty="0"/>
          </a:p>
        </p:txBody>
      </p:sp>
      <p:sp>
        <p:nvSpPr>
          <p:cNvPr id="7" name="S08-stepno4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44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가장 남는 장면을 골라요.</a:t>
            </a:r>
            <a:endParaRPr lang="ko-KR" sz="3200" dirty="0"/>
          </a:p>
        </p:txBody>
      </p:sp>
      <p:sp>
        <p:nvSpPr>
          <p:cNvPr id="9" name="S08-stepno4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46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좋았는지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좋았던 장면</a:t>
            </a:r>
            <a:endParaRPr lang="ko-KR" sz="44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말하고, 활동지에 그려요.</a:t>
            </a:r>
            <a:endParaRPr lang="ko-KR" sz="3200" dirty="0"/>
          </a:p>
        </p:txBody>
      </p:sp>
      <p:sp>
        <p:nvSpPr>
          <p:cNvPr id="4" name="S09-word48"/>
          <p:cNvSpPr txBox="1"/>
          <p:nvPr/>
        </p:nvSpPr>
        <p:spPr>
          <a:xfrm>
            <a:off x="548640" y="224028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같이 쓰고 걷는 장면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장면</a:t>
            </a:r>
            <a:endParaRPr lang="ko-KR" sz="3600" dirty="0"/>
          </a:p>
        </p:txBody>
      </p:sp>
      <p:sp>
        <p:nvSpPr>
          <p:cNvPr id="5" name="S09-word49"/>
          <p:cNvSpPr txBox="1"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친구가 된 것 같아서요.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무슨 일이 있었나요? 좋았던 장면은요?</a:t>
            </a:r>
            <a:endParaRPr lang="ko-KR" sz="3200" dirty="0"/>
          </a:p>
        </p:txBody>
      </p:sp>
      <p:sp>
        <p:nvSpPr>
          <p:cNvPr id="5" name="S10-passagebox5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아리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작은 개미 아리가 커다란 빵 조각을 찾았어요. 혼자서는 너무 무거웠어요. 친구 개미들이 와서 영차영차 함께 날랐어요.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예와 흔한 실수</a:t>
            </a:r>
            <a:endParaRPr lang="ko-KR" sz="4400" dirty="0"/>
          </a:p>
        </p:txBody>
      </p:sp>
      <p:sp>
        <p:nvSpPr>
          <p:cNvPr id="3" name="S11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인물, 일어난 일, 장면과 까닭을 말하면 잘한 거예요.</a:t>
            </a:r>
            <a:endParaRPr lang="ko-KR" sz="3200" dirty="0"/>
          </a:p>
        </p:txBody>
      </p:sp>
      <p:sp>
        <p:nvSpPr>
          <p:cNvPr id="5" name="S11-chip5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57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인물: 아리, 친구 개미들</a:t>
            </a:r>
            <a:endParaRPr lang="ko-KR" sz="3200" dirty="0"/>
          </a:p>
        </p:txBody>
      </p:sp>
      <p:sp>
        <p:nvSpPr>
          <p:cNvPr id="7" name="S11-text58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조각을 찾고 함께 날랐어요.</a:t>
            </a:r>
            <a:endParaRPr lang="ko-KR" sz="2600" dirty="0"/>
          </a:p>
        </p:txBody>
      </p:sp>
      <p:sp>
        <p:nvSpPr>
          <p:cNvPr id="8" name="S11-text59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“함께 나르는 장면이 좋아요. 힘을 모아서요.”</a:t>
            </a:r>
            <a:endParaRPr lang="ko-KR" sz="2600" dirty="0"/>
          </a:p>
        </p:txBody>
      </p:sp>
      <p:sp>
        <p:nvSpPr>
          <p:cNvPr id="9" name="S11-chip6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1-text6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인물: 빵 조각</a:t>
            </a:r>
            <a:endParaRPr lang="ko-KR" sz="3200" dirty="0"/>
          </a:p>
        </p:txBody>
      </p:sp>
      <p:sp>
        <p:nvSpPr>
          <p:cNvPr id="11" name="S11-text6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물건은 인물이 아니에요</a:t>
            </a:r>
            <a:endParaRPr lang="ko-KR" sz="2600" dirty="0"/>
          </a:p>
        </p:txBody>
      </p:sp>
      <p:sp>
        <p:nvSpPr>
          <p:cNvPr id="12" name="S11-text6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“좋았어요.”</a:t>
            </a:r>
            <a:endParaRPr lang="ko-KR" sz="3200" dirty="0"/>
          </a:p>
        </p:txBody>
      </p:sp>
      <p:sp>
        <p:nvSpPr>
          <p:cNvPr id="13" name="S11-text6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장면과 까닭이 없어요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없는 일은?</a:t>
            </a:r>
            <a:endParaRPr lang="ko-KR" sz="4400" dirty="0"/>
          </a:p>
        </p:txBody>
      </p:sp>
      <p:sp>
        <p:nvSpPr>
          <p:cNvPr id="3" name="S12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‘함께 쓴 우산’에 없는 일은 어느 것일까요?</a:t>
            </a:r>
            <a:endParaRPr lang="ko-KR" sz="3200" dirty="0"/>
          </a:p>
        </p:txBody>
      </p:sp>
      <p:sp>
        <p:nvSpPr>
          <p:cNvPr id="4" name="S12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6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6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두리가 빨간 우산을 쓰고 갔어요.</a:t>
            </a:r>
            <a:endParaRPr lang="ko-KR" sz="3200" dirty="0"/>
          </a:p>
        </p:txBody>
      </p:sp>
      <p:sp>
        <p:nvSpPr>
          <p:cNvPr id="9" name="S12-chip7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7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다미가 나무 밑에서 떨고 있었어요.</a:t>
            </a:r>
            <a:endParaRPr lang="ko-KR" sz="3200" dirty="0"/>
          </a:p>
        </p:txBody>
      </p:sp>
      <p:sp>
        <p:nvSpPr>
          <p:cNvPr id="12" name="S12-chip7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7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7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두리가 우산을 잃어버렸어요.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7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읽으면 인물과 일어난 일을 말하고, 좋았던 장면을 골라요.</a:t>
            </a:r>
            <a:endParaRPr lang="ko-KR" sz="3200" dirty="0"/>
          </a:p>
        </p:txBody>
      </p:sp>
      <p:sp>
        <p:nvSpPr>
          <p:cNvPr id="5" name="S13-chip7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넣어 장면 고르기</a:t>
            </a:r>
            <a:endParaRPr lang="ko-KR" sz="2600" dirty="0"/>
          </a:p>
        </p:txBody>
      </p:sp>
      <p:sp>
        <p:nvSpPr>
          <p:cNvPr id="6" name="S13-chip8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물건을 인물로 고르기</a:t>
            </a:r>
            <a:endParaRPr lang="ko-KR" sz="2600" dirty="0"/>
          </a:p>
        </p:txBody>
      </p:sp>
      <p:sp>
        <p:nvSpPr>
          <p:cNvPr id="7" name="S13-text8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인물이란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무엇일까요?</a:t>
            </a:r>
            <a:endParaRPr lang="ko-KR" sz="2600" dirty="0"/>
          </a:p>
        </p:txBody>
      </p:sp>
      <p:sp>
        <p:nvSpPr>
          <p:cNvPr id="9" name="S13-text8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‘함께 쓴 우산’의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둘</a:t>
            </a:r>
            <a:endParaRPr lang="ko-KR" sz="2600" dirty="0"/>
          </a:p>
        </p:txBody>
      </p:sp>
      <p:sp>
        <p:nvSpPr>
          <p:cNvPr id="10" name="S13-text8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좋았던 장면과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</a:t>
            </a:r>
            <a:endParaRPr lang="ko-KR" sz="2600" dirty="0"/>
          </a:p>
        </p:txBody>
      </p:sp>
      <p:sp>
        <p:nvSpPr>
          <p:cNvPr id="11" name="S13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일어난 차례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흉내 내는 말과 느낌</a:t>
            </a:r>
            <a:endParaRPr lang="ko-KR" sz="4400" dirty="0"/>
          </a:p>
        </p:txBody>
      </p:sp>
      <p:sp>
        <p:nvSpPr>
          <p:cNvPr id="3" name="S14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“‘○○’이 재미있어요. ~ 같아서요.”</a:t>
            </a:r>
            <a:endParaRPr lang="ko-KR" sz="3200" dirty="0"/>
          </a:p>
        </p:txBody>
      </p:sp>
      <p:sp>
        <p:nvSpPr>
          <p:cNvPr id="5" name="S14-word88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주룩주룩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소리</a:t>
            </a:r>
            <a:endParaRPr lang="ko-KR" sz="3600" dirty="0"/>
          </a:p>
        </p:txBody>
      </p:sp>
      <p:sp>
        <p:nvSpPr>
          <p:cNvPr id="6" name="S14-word89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 소리</a:t>
            </a:r>
            <a:endParaRPr lang="ko-KR" sz="3600" dirty="0"/>
          </a:p>
        </p:txBody>
      </p:sp>
      <p:sp>
        <p:nvSpPr>
          <p:cNvPr id="7" name="S14-word90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아장아장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걷는 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그림책 읽고 이야기하기</dc:title>
  <dc:subject>KR22-G01-KOR-STORY-L01</dc:subject>
  <dc:creator>education-ppt</dc:creator>
  <cp:lastModifiedBy>education-ppt</cp:lastModifiedBy>
  <cp:revision>1</cp:revision>
  <dcterms:created xsi:type="dcterms:W3CDTF">2026-10-26T07:08:17Z</dcterms:created>
  <dcterms:modified xsi:type="dcterms:W3CDTF">2026-10-26T07:08:17Z</dcterms:modified>
</cp:coreProperties>
</file>