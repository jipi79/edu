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80c6acc-0adb-3c02-61b3-3a7072081e66}">
          <p14:sldIdLst>
            <p14:sldId id="256"/>
            <p14:sldId id="257"/>
          </p14:sldIdLst>
        </p14:section>
        <p14:section name="개념" id="{6292e76a-cb0f-f234-8a1b-bbaa96cf3ff8}">
          <p14:sldIdLst>
            <p14:sldId id="258"/>
            <p14:sldId id="259"/>
            <p14:sldId id="261"/>
          </p14:sldIdLst>
        </p14:section>
        <p14:section name="연습" id="{84e17049-5448-cfc1-b558-4a2bf7dd5274}">
          <p14:sldIdLst>
            <p14:sldId id="260"/>
            <p14:sldId id="262"/>
            <p14:sldId id="263"/>
            <p14:sldId id="264"/>
          </p14:sldIdLst>
        </p14:section>
        <p14:section name="개념" id="{d5499b91-dd4e-52b8-0fc9-601efc7fe3be}">
          <p14:sldIdLst/>
        </p14:section>
        <p14:section name="연습" id="{dd8b5908-2d04-1118-b2cd-e6475bc057d7}">
          <p14:sldIdLst/>
        </p14:section>
        <p14:section name="확인" id="{0334f8e1-d853-985f-dc15-9175673e4903}">
          <p14:sldIdLst>
            <p14:sldId id="265"/>
            <p14:sldId id="266"/>
            <p14:sldId id="267"/>
          </p14:sldIdLst>
        </p14:section>
        <p14:section name="정리" id="{fd627574-777b-f4c0-ad0e-d88aa98b6830}">
          <p14:sldIdLst>
            <p14:sldId id="268"/>
          </p14:sldIdLst>
        </p14:section>
        <p14:section name="보충" id="{4ca6da86-5eaa-430b-8ba3-ff9863b0b86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책임과돌봄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일과 배려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맡은 일,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할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맡은 일을 끝까지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친구와 생물을 배려해요.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찾아요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알았어요?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화분의 꽃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돌멩이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</a:t>
            </a:r>
            <a:endParaRPr lang="ko-KR" sz="3200" dirty="0"/>
          </a:p>
        </p:txBody>
      </p:sp>
      <p:sp>
        <p:nvSpPr>
          <p:cNvPr id="15" name="S02-chip1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2-card1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2-cardtext1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일이 뭐예요?</a:t>
            </a:r>
            <a:endParaRPr lang="ko-KR" sz="4400" dirty="0"/>
          </a:p>
        </p:txBody>
      </p:sp>
      <p:sp>
        <p:nvSpPr>
          <p:cNvPr id="3" name="S03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하기로 한 일이에요.</a:t>
            </a:r>
            <a:endParaRPr lang="ko-KR" sz="3200" dirty="0"/>
          </a:p>
        </p:txBody>
      </p:sp>
      <p:sp>
        <p:nvSpPr>
          <p:cNvPr id="4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일을 끝까지 하면 모두가 나를 믿어요.</a:t>
            </a:r>
            <a:endParaRPr lang="ko-KR" sz="3200" dirty="0"/>
          </a:p>
        </p:txBody>
      </p:sp>
      <p:sp>
        <p:nvSpPr>
          <p:cNvPr id="6" name="S03-card2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</a:t>
            </a:r>
            <a:endParaRPr lang="ko-KR" sz="3200" dirty="0"/>
          </a:p>
        </p:txBody>
      </p:sp>
      <p:sp>
        <p:nvSpPr>
          <p:cNvPr id="8" name="S03-card2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2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나르기,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칠판 지우기</a:t>
            </a:r>
            <a:endParaRPr lang="ko-KR" sz="3200" dirty="0"/>
          </a:p>
        </p:txBody>
      </p:sp>
      <p:sp>
        <p:nvSpPr>
          <p:cNvPr id="10" name="S03-card2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돌보기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놀자고 해요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다인이는 화분에 물 주기를 맡았어요.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친구가 놀자고 불러요.</a:t>
            </a:r>
            <a:endParaRPr lang="ko-KR" sz="3200" dirty="0"/>
          </a:p>
        </p:txBody>
      </p:sp>
      <p:sp>
        <p:nvSpPr>
          <p:cNvPr id="4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4-chip30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4-card31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2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놀러 가요.</a:t>
            </a:r>
            <a:endParaRPr lang="ko-KR" sz="3200" dirty="0"/>
          </a:p>
        </p:txBody>
      </p:sp>
      <p:sp>
        <p:nvSpPr>
          <p:cNvPr id="9" name="S04-chip33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4-card34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5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다 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나서 놀아요.</a:t>
            </a:r>
            <a:endParaRPr lang="ko-KR" sz="3200" dirty="0"/>
          </a:p>
        </p:txBody>
      </p:sp>
      <p:sp>
        <p:nvSpPr>
          <p:cNvPr id="12" name="S04-chip36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4-card37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8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해 달라고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수건이 너무 많아요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수건 개기를 맡았는데, 오늘은 수건이 아주 많아요.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찬성해요? 왜요?</a:t>
            </a:r>
            <a:endParaRPr lang="ko-KR" sz="3200" dirty="0"/>
          </a:p>
        </p:txBody>
      </p:sp>
      <p:sp>
        <p:nvSpPr>
          <p:cNvPr id="7" name="S05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“너무 많아.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할래.”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그만둬요.</a:t>
            </a:r>
            <a:endParaRPr lang="ko-KR" sz="3200" dirty="0"/>
          </a:p>
        </p:txBody>
      </p:sp>
      <p:sp>
        <p:nvSpPr>
          <p:cNvPr id="9" name="S05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“도와줄 수 있어요?”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물어보며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배려가 뭐예요?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마음과 필요를 생각해요.</a:t>
            </a:r>
            <a:endParaRPr lang="ko-KR" sz="3200" dirty="0"/>
          </a:p>
        </p:txBody>
      </p:sp>
      <p:sp>
        <p:nvSpPr>
          <p:cNvPr id="4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좋은 것 말고, 상대에게 필요한 것을 해요.</a:t>
            </a:r>
            <a:endParaRPr lang="ko-KR" sz="3200" dirty="0"/>
          </a:p>
        </p:txBody>
      </p:sp>
      <p:sp>
        <p:nvSpPr>
          <p:cNvPr id="6" name="S06-card5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물어요.</a:t>
            </a:r>
            <a:endParaRPr lang="ko-KR" sz="3200" dirty="0"/>
          </a:p>
        </p:txBody>
      </p:sp>
      <p:sp>
        <p:nvSpPr>
          <p:cNvPr id="8" name="S06-card5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5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살살, 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다가가요.</a:t>
            </a:r>
            <a:endParaRPr lang="ko-KR" sz="3200" dirty="0"/>
          </a:p>
        </p:txBody>
      </p:sp>
      <p:sp>
        <p:nvSpPr>
          <p:cNvPr id="10" name="S06-card5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5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개미가 줄지어 가요</a:t>
            </a:r>
            <a:endParaRPr lang="ko-KR" sz="44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개미들이 줄지어 집으로 가요.</a:t>
            </a:r>
            <a:endParaRPr lang="ko-KR" sz="3200" dirty="0"/>
          </a:p>
        </p:txBody>
      </p:sp>
      <p:sp>
        <p:nvSpPr>
          <p:cNvPr id="4" name="S07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7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막아요.</a:t>
            </a:r>
            <a:endParaRPr lang="ko-KR" sz="3200" dirty="0"/>
          </a:p>
        </p:txBody>
      </p:sp>
      <p:sp>
        <p:nvSpPr>
          <p:cNvPr id="9" name="S07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밟지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 가요.</a:t>
            </a:r>
            <a:endParaRPr lang="ko-KR" sz="3200" dirty="0"/>
          </a:p>
        </p:txBody>
      </p:sp>
      <p:sp>
        <p:nvSpPr>
          <p:cNvPr id="12" name="S07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쪼그려 앉아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구경해요.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울어요</a:t>
            </a:r>
            <a:endParaRPr lang="ko-KR" sz="4400" dirty="0"/>
          </a:p>
        </p:txBody>
      </p:sp>
      <p:sp>
        <p:nvSpPr>
          <p:cNvPr id="3" name="S08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그림을 망쳤다며 울어요.</a:t>
            </a:r>
            <a:endParaRPr lang="ko-KR" sz="3200" dirty="0"/>
          </a:p>
        </p:txBody>
      </p:sp>
      <p:sp>
        <p:nvSpPr>
          <p:cNvPr id="4" name="S08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8-chip7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7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7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물어요.</a:t>
            </a:r>
            <a:endParaRPr lang="ko-KR" sz="3200" dirty="0"/>
          </a:p>
        </p:txBody>
      </p:sp>
      <p:sp>
        <p:nvSpPr>
          <p:cNvPr id="9" name="S08-chip7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7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7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그림을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자랑해요.</a:t>
            </a:r>
            <a:endParaRPr lang="ko-KR" sz="3200" dirty="0"/>
          </a:p>
        </p:txBody>
      </p:sp>
      <p:sp>
        <p:nvSpPr>
          <p:cNvPr id="12" name="S08-chip7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7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7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금붕어를 배려하려면</a:t>
            </a:r>
            <a:endParaRPr lang="ko-KR" sz="4400" dirty="0"/>
          </a:p>
        </p:txBody>
      </p:sp>
      <p:sp>
        <p:nvSpPr>
          <p:cNvPr id="3" name="S09-card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 집에 금붕어가 있어요.</a:t>
            </a:r>
            <a:endParaRPr lang="ko-KR" sz="3200" dirty="0"/>
          </a:p>
        </p:txBody>
      </p:sp>
      <p:sp>
        <p:nvSpPr>
          <p:cNvPr id="5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금붕어를 배려했을까요? 왜요?</a:t>
            </a:r>
            <a:endParaRPr lang="ko-KR" sz="3200" dirty="0"/>
          </a:p>
        </p:txBody>
      </p:sp>
      <p:sp>
        <p:nvSpPr>
          <p:cNvPr id="7" name="S09-chip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귀여워서 어항을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 두드리고,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먹이를 많이 줘요.</a:t>
            </a:r>
            <a:endParaRPr lang="ko-KR" sz="3200" dirty="0"/>
          </a:p>
        </p:txBody>
      </p:sp>
      <p:sp>
        <p:nvSpPr>
          <p:cNvPr id="9" name="S09-chip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8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바라보고,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먹이는 정한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만큼만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다인이의 실천 계획</a:t>
            </a:r>
            <a:endParaRPr lang="ko-KR" sz="4400" dirty="0"/>
          </a:p>
        </p:txBody>
      </p:sp>
      <p:sp>
        <p:nvSpPr>
          <p:cNvPr id="3" name="S10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 하나, 배려 하나를 정했어요.</a:t>
            </a:r>
            <a:endParaRPr lang="ko-KR" sz="3200" dirty="0"/>
          </a:p>
        </p:txBody>
      </p:sp>
      <p:sp>
        <p:nvSpPr>
          <p:cNvPr id="4" name="S10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언제, 어떻게 할지 정하면 지키기 쉬워요.</a:t>
            </a:r>
            <a:endParaRPr lang="ko-KR" sz="3200" dirty="0"/>
          </a:p>
        </p:txBody>
      </p:sp>
      <p:graphicFrame>
        <p:nvGraphicFramePr>
          <p:cNvPr id="11" name="S10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80335"/>
          <a:ext cx="100584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7644384"/>
              </a:tblGrid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먹기 전에 수저 놓기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배려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화분 흙이 마르면 물 주기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날에 ○, 못 한 날은 다음 날 다시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실천 계획 세우기</a:t>
            </a:r>
            <a:endParaRPr lang="ko-KR" sz="4400" dirty="0"/>
          </a:p>
        </p:txBody>
      </p:sp>
      <p:sp>
        <p:nvSpPr>
          <p:cNvPr id="3" name="S11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나의 계획을 써요.</a:t>
            </a:r>
            <a:endParaRPr lang="ko-KR" sz="3200" dirty="0"/>
          </a:p>
        </p:txBody>
      </p:sp>
      <p:sp>
        <p:nvSpPr>
          <p:cNvPr id="4" name="S11-card9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9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배려할 상대를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 할지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11-stepno95"/>
          <p:cNvSpPr txBox="1"/>
          <p:nvPr/>
        </p:nvSpPr>
        <p:spPr>
          <a:xfrm>
            <a:off x="548640" y="23022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1-text96"/>
          <p:cNvSpPr txBox="1"/>
          <p:nvPr/>
        </p:nvSpPr>
        <p:spPr>
          <a:xfrm>
            <a:off x="1325880" y="225653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맡을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골라요.</a:t>
            </a:r>
            <a:endParaRPr lang="ko-KR" sz="2600" dirty="0"/>
          </a:p>
        </p:txBody>
      </p:sp>
      <p:sp>
        <p:nvSpPr>
          <p:cNvPr id="8" name="S11-stepno97"/>
          <p:cNvSpPr txBox="1"/>
          <p:nvPr/>
        </p:nvSpPr>
        <p:spPr>
          <a:xfrm>
            <a:off x="548640" y="3272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1-text98"/>
          <p:cNvSpPr txBox="1"/>
          <p:nvPr/>
        </p:nvSpPr>
        <p:spPr>
          <a:xfrm>
            <a:off x="1325880" y="322681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배려할 친구나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골라요.</a:t>
            </a:r>
            <a:endParaRPr lang="ko-KR" sz="2600" dirty="0"/>
          </a:p>
        </p:txBody>
      </p:sp>
      <p:sp>
        <p:nvSpPr>
          <p:cNvPr id="10" name="S11-stepno99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1-text100"/>
          <p:cNvSpPr txBox="1"/>
          <p:nvPr/>
        </p:nvSpPr>
        <p:spPr>
          <a:xfrm>
            <a:off x="1325880" y="419709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어떻게 할지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600" dirty="0"/>
          </a:p>
        </p:txBody>
      </p:sp>
      <p:sp>
        <p:nvSpPr>
          <p:cNvPr id="12" name="S11-stepno101"/>
          <p:cNvSpPr txBox="1"/>
          <p:nvPr/>
        </p:nvSpPr>
        <p:spPr>
          <a:xfrm>
            <a:off x="548640" y="5213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1-text102"/>
          <p:cNvSpPr txBox="1"/>
          <p:nvPr/>
        </p:nvSpPr>
        <p:spPr>
          <a:xfrm>
            <a:off x="1325880" y="516737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쓰고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○ 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4" name="S12-chip10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10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당번인데 친구가 놀자고 해요.</a:t>
            </a:r>
            <a:endParaRPr lang="ko-KR" sz="3200" dirty="0"/>
          </a:p>
        </p:txBody>
      </p:sp>
      <p:sp>
        <p:nvSpPr>
          <p:cNvPr id="6" name="S12-chip10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10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온 친구가 혼자 앉아 있어요.</a:t>
            </a:r>
            <a:endParaRPr lang="ko-KR" sz="3200" dirty="0"/>
          </a:p>
        </p:txBody>
      </p:sp>
      <p:sp>
        <p:nvSpPr>
          <p:cNvPr id="8" name="S12-chip10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10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온 뒤 길에 달팽이가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1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일은 끝까지 하고, 상대에게 필요한 것을 생각해 배려해요.</a:t>
            </a:r>
            <a:endParaRPr lang="ko-KR" sz="3200" dirty="0"/>
          </a:p>
        </p:txBody>
      </p:sp>
      <p:sp>
        <p:nvSpPr>
          <p:cNvPr id="5" name="S14-chip11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14-chip11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내가 좋은 대로만 하기</a:t>
            </a:r>
            <a:endParaRPr lang="ko-KR" sz="2600" dirty="0"/>
          </a:p>
        </p:txBody>
      </p:sp>
      <p:sp>
        <p:nvSpPr>
          <p:cNvPr id="7" name="S14-text11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1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내가 맡은 일과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하는지?</a:t>
            </a:r>
            <a:endParaRPr lang="ko-KR" sz="2600" dirty="0"/>
          </a:p>
        </p:txBody>
      </p:sp>
      <p:sp>
        <p:nvSpPr>
          <p:cNvPr id="9" name="S14-text11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배려할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것은?</a:t>
            </a:r>
            <a:endParaRPr lang="ko-KR" sz="2600" dirty="0"/>
          </a:p>
        </p:txBody>
      </p:sp>
      <p:sp>
        <p:nvSpPr>
          <p:cNvPr id="10" name="S14-text11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14-text1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정직과 약속(2학년)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생물에게 필요한 것</a:t>
            </a:r>
            <a:endParaRPr lang="ko-KR" sz="4400" dirty="0"/>
          </a:p>
        </p:txBody>
      </p:sp>
      <p:sp>
        <p:nvSpPr>
          <p:cNvPr id="3" name="S15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이것이 있어야 살아요.</a:t>
            </a:r>
            <a:endParaRPr lang="ko-KR" sz="3200" dirty="0"/>
          </a:p>
        </p:txBody>
      </p:sp>
      <p:sp>
        <p:nvSpPr>
          <p:cNvPr id="4" name="S15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생물도 나처럼 필요한 것이 있어요.</a:t>
            </a:r>
            <a:endParaRPr lang="ko-KR" sz="3200" dirty="0"/>
          </a:p>
        </p:txBody>
      </p:sp>
      <p:sp>
        <p:nvSpPr>
          <p:cNvPr id="6" name="S15-card12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2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식물도 동물도 물을 마셔요.</a:t>
            </a:r>
            <a:endParaRPr lang="ko-KR" sz="3200" dirty="0"/>
          </a:p>
        </p:txBody>
      </p:sp>
      <p:sp>
        <p:nvSpPr>
          <p:cNvPr id="8" name="S15-card12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2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먹이를 먹어요.</a:t>
            </a:r>
            <a:endParaRPr lang="ko-KR" sz="3200" dirty="0"/>
          </a:p>
        </p:txBody>
      </p:sp>
      <p:sp>
        <p:nvSpPr>
          <p:cNvPr id="10" name="S15-card12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2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햇빛을 받아 자라요.</a:t>
            </a:r>
            <a:endParaRPr lang="ko-KR" sz="3200" dirty="0"/>
          </a:p>
        </p:txBody>
      </p:sp>
      <p:sp>
        <p:nvSpPr>
          <p:cNvPr id="12" name="S15-card12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2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편히 지낼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놀라지 않고 쉴 곳이 필요해요.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도덕·윤리 맡은 일과 배려</dc:title>
  <dc:subject>KR22-G01-ETH-CARE-L01</dc:subject>
  <dc:creator>education-ppt</dc:creator>
  <cp:lastModifiedBy>education-ppt</cp:lastModifiedBy>
  <cp:revision>1</cp:revision>
  <dcterms:created xsi:type="dcterms:W3CDTF">2026-10-26T13:18:34Z</dcterms:created>
  <dcterms:modified xsi:type="dcterms:W3CDTF">2026-10-26T13:18:34Z</dcterms:modified>
</cp:coreProperties>
</file>