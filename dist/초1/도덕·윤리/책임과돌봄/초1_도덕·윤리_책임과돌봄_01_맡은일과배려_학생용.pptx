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4d60028-80d6-cd3b-63de-de1b784133c4}">
          <p14:sldIdLst>
            <p14:sldId id="256"/>
            <p14:sldId id="257"/>
          </p14:sldIdLst>
        </p14:section>
        <p14:section name="개념" id="{fb5a4b18-d531-4d4f-d50e-c0de99ba86cc}">
          <p14:sldIdLst>
            <p14:sldId id="258"/>
            <p14:sldId id="259"/>
            <p14:sldId id="261"/>
          </p14:sldIdLst>
        </p14:section>
        <p14:section name="연습" id="{f6fdbfc4-4da0-b93b-07a6-32a41f88913a}">
          <p14:sldIdLst>
            <p14:sldId id="260"/>
            <p14:sldId id="262"/>
            <p14:sldId id="263"/>
            <p14:sldId id="264"/>
          </p14:sldIdLst>
        </p14:section>
        <p14:section name="개념" id="{dab8c7fb-b996-76f7-cd4f-f613ac254dc6}">
          <p14:sldIdLst/>
        </p14:section>
        <p14:section name="연습" id="{1d8fdff4-9a2d-fd2d-aadc-49bd1c89abb4}">
          <p14:sldIdLst/>
        </p14:section>
        <p14:section name="확인" id="{e553da3e-86fe-850f-c36a-b4a921670dce}">
          <p14:sldIdLst>
            <p14:sldId id="265"/>
            <p14:sldId id="266"/>
            <p14:sldId id="267"/>
          </p14:sldIdLst>
        </p14:section>
        <p14:section name="정리" id="{91f8d1cc-9e1d-2485-60d9-8e3c26bebb3e}">
          <p14:sldIdLst>
            <p14:sldId id="268"/>
          </p14:sldIdLst>
        </p14:section>
        <p14:section name="보충" id="{bbaba4ea-b43b-98a5-df3f-09333abcabb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도덕·윤리 · 책임과돌봄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도덕·윤리 · 맡은 일과 배려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도덕·윤리 · 맡은 일과 배려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도덕·윤리 · 맡은 일과 배려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맡은 일과 배려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맡은 일,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할 수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맡은 일을 끝까지 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친구와 생물을 배려해요.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 있는 것을 찾아요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 있는 것을 모두 골라요.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알았어요?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2-card7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2-cardtext8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화분의 꽃</a:t>
            </a:r>
            <a:endParaRPr lang="ko-KR" sz="3200" dirty="0"/>
          </a:p>
        </p:txBody>
      </p:sp>
      <p:sp>
        <p:nvSpPr>
          <p:cNvPr id="9" name="S02-chip9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2-card10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2-cardtext11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돌멩이</a:t>
            </a:r>
            <a:endParaRPr lang="ko-KR" sz="3200" dirty="0"/>
          </a:p>
        </p:txBody>
      </p:sp>
      <p:sp>
        <p:nvSpPr>
          <p:cNvPr id="12" name="S02-chip12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2-card13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2-cardtext14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</a:t>
            </a:r>
            <a:endParaRPr lang="ko-KR" sz="3200" dirty="0"/>
          </a:p>
        </p:txBody>
      </p:sp>
      <p:sp>
        <p:nvSpPr>
          <p:cNvPr id="15" name="S02-chip15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6" name="S02-card16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2-cardtext17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인형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맡은 일이 뭐예요?</a:t>
            </a:r>
            <a:endParaRPr lang="ko-KR" sz="4400" dirty="0"/>
          </a:p>
        </p:txBody>
      </p:sp>
      <p:sp>
        <p:nvSpPr>
          <p:cNvPr id="3" name="S03-text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하기로 한 일이에요.</a:t>
            </a:r>
            <a:endParaRPr lang="ko-KR" sz="3200" dirty="0"/>
          </a:p>
        </p:txBody>
      </p:sp>
      <p:sp>
        <p:nvSpPr>
          <p:cNvPr id="4" name="S03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맡은 일을 끝까지 하면 모두가 나를 믿어요.</a:t>
            </a:r>
            <a:endParaRPr lang="ko-KR" sz="3200" dirty="0"/>
          </a:p>
        </p:txBody>
      </p:sp>
      <p:sp>
        <p:nvSpPr>
          <p:cNvPr id="6" name="S03-card21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22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수저 놓기,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 정리</a:t>
            </a:r>
            <a:endParaRPr lang="ko-KR" sz="3200" dirty="0"/>
          </a:p>
        </p:txBody>
      </p:sp>
      <p:sp>
        <p:nvSpPr>
          <p:cNvPr id="8" name="S03-card23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24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우유 나르기,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칠판 지우기</a:t>
            </a:r>
            <a:endParaRPr lang="ko-KR" sz="3200" dirty="0"/>
          </a:p>
        </p:txBody>
      </p:sp>
      <p:sp>
        <p:nvSpPr>
          <p:cNvPr id="10" name="S03-card25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26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 돌보기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주기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놀자고 해요</a:t>
            </a:r>
            <a:endParaRPr lang="ko-KR" sz="4400" dirty="0"/>
          </a:p>
        </p:txBody>
      </p:sp>
      <p:sp>
        <p:nvSpPr>
          <p:cNvPr id="3" name="S04-text27"/>
          <p:cNvSpPr txBox="1"/>
          <p:nvPr/>
        </p:nvSpPr>
        <p:spPr>
          <a:xfrm>
            <a:off x="548640" y="1325880"/>
            <a:ext cx="1109167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다인이는 화분에 물 주기를 맡았어요.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친구가 놀자고 불러요.</a:t>
            </a:r>
            <a:endParaRPr lang="ko-KR" sz="3200" dirty="0"/>
          </a:p>
        </p:txBody>
      </p:sp>
      <p:sp>
        <p:nvSpPr>
          <p:cNvPr id="4" name="S04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어떻게 할까요? 왜요?</a:t>
            </a:r>
            <a:endParaRPr lang="ko-KR" sz="3200" dirty="0"/>
          </a:p>
        </p:txBody>
      </p:sp>
      <p:sp>
        <p:nvSpPr>
          <p:cNvPr id="6" name="S04-chip30"/>
          <p:cNvSpPr txBox="1"/>
          <p:nvPr/>
        </p:nvSpPr>
        <p:spPr>
          <a:xfrm>
            <a:off x="1991868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4-card31"/>
          <p:cNvSpPr/>
          <p:nvPr/>
        </p:nvSpPr>
        <p:spPr>
          <a:xfrm>
            <a:off x="548640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32"/>
          <p:cNvSpPr txBox="1"/>
          <p:nvPr/>
        </p:nvSpPr>
        <p:spPr>
          <a:xfrm>
            <a:off x="822960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주기는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하고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놀러 가요.</a:t>
            </a:r>
            <a:endParaRPr lang="ko-KR" sz="3200" dirty="0"/>
          </a:p>
        </p:txBody>
      </p:sp>
      <p:sp>
        <p:nvSpPr>
          <p:cNvPr id="9" name="S04-chip33"/>
          <p:cNvSpPr txBox="1"/>
          <p:nvPr/>
        </p:nvSpPr>
        <p:spPr>
          <a:xfrm>
            <a:off x="5811012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4-card34"/>
          <p:cNvSpPr/>
          <p:nvPr/>
        </p:nvSpPr>
        <p:spPr>
          <a:xfrm>
            <a:off x="4367784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35"/>
          <p:cNvSpPr txBox="1"/>
          <p:nvPr/>
        </p:nvSpPr>
        <p:spPr>
          <a:xfrm>
            <a:off x="4642104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다 주고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나서 놀아요.</a:t>
            </a:r>
            <a:endParaRPr lang="ko-KR" sz="3200" dirty="0"/>
          </a:p>
        </p:txBody>
      </p:sp>
      <p:sp>
        <p:nvSpPr>
          <p:cNvPr id="12" name="S04-chip36"/>
          <p:cNvSpPr txBox="1"/>
          <p:nvPr/>
        </p:nvSpPr>
        <p:spPr>
          <a:xfrm>
            <a:off x="9630156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4-card37"/>
          <p:cNvSpPr/>
          <p:nvPr/>
        </p:nvSpPr>
        <p:spPr>
          <a:xfrm>
            <a:off x="8186928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38"/>
          <p:cNvSpPr txBox="1"/>
          <p:nvPr/>
        </p:nvSpPr>
        <p:spPr>
          <a:xfrm>
            <a:off x="8461248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엄마에게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 해 달라고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수건이 너무 많아요</a:t>
            </a:r>
            <a:endParaRPr lang="ko-KR" sz="4400" dirty="0"/>
          </a:p>
        </p:txBody>
      </p:sp>
      <p:sp>
        <p:nvSpPr>
          <p:cNvPr id="3" name="S05-card3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4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지호는 수건 개기를 맡았는데, 오늘은 수건이 아주 많아요.</a:t>
            </a:r>
            <a:endParaRPr lang="ko-KR" sz="3200" dirty="0"/>
          </a:p>
        </p:txBody>
      </p:sp>
      <p:sp>
        <p:nvSpPr>
          <p:cNvPr id="5" name="S05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쪽에 찬성해요? 왜요?</a:t>
            </a:r>
            <a:endParaRPr lang="ko-KR" sz="3200" dirty="0"/>
          </a:p>
        </p:txBody>
      </p:sp>
      <p:sp>
        <p:nvSpPr>
          <p:cNvPr id="7" name="S05-chip4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5-text4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“너무 많아.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할래.”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그만둬요.</a:t>
            </a:r>
            <a:endParaRPr lang="ko-KR" sz="3200" dirty="0"/>
          </a:p>
        </p:txBody>
      </p:sp>
      <p:sp>
        <p:nvSpPr>
          <p:cNvPr id="9" name="S05-chip4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5-text4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“도와줄 수 있어요?”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물어보며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배려가 뭐예요?</a:t>
            </a:r>
            <a:endParaRPr lang="ko-KR" sz="4400" dirty="0"/>
          </a:p>
        </p:txBody>
      </p:sp>
      <p:sp>
        <p:nvSpPr>
          <p:cNvPr id="3" name="S06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상대의 마음과 필요를 생각해요.</a:t>
            </a:r>
            <a:endParaRPr lang="ko-KR" sz="3200" dirty="0"/>
          </a:p>
        </p:txBody>
      </p:sp>
      <p:sp>
        <p:nvSpPr>
          <p:cNvPr id="4" name="S06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좋은 것 말고, 상대에게 필요한 것을 해요.</a:t>
            </a:r>
            <a:endParaRPr lang="ko-KR" sz="3200" dirty="0"/>
          </a:p>
        </p:txBody>
      </p:sp>
      <p:sp>
        <p:nvSpPr>
          <p:cNvPr id="6" name="S06-card50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51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친구에게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“괜찮아?”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물어요.</a:t>
            </a:r>
            <a:endParaRPr lang="ko-KR" sz="3200" dirty="0"/>
          </a:p>
        </p:txBody>
      </p:sp>
      <p:sp>
        <p:nvSpPr>
          <p:cNvPr id="8" name="S06-card52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6-cardtext53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동물에게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살살, 조용히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다가가요.</a:t>
            </a:r>
            <a:endParaRPr lang="ko-KR" sz="3200" dirty="0"/>
          </a:p>
        </p:txBody>
      </p:sp>
      <p:sp>
        <p:nvSpPr>
          <p:cNvPr id="10" name="S06-card54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55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식물에게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만큼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줘요.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개미가 줄지어 가요</a:t>
            </a:r>
            <a:endParaRPr lang="ko-KR" sz="4400" dirty="0"/>
          </a:p>
        </p:txBody>
      </p:sp>
      <p:sp>
        <p:nvSpPr>
          <p:cNvPr id="3" name="S07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놀이터에서 개미들이 줄지어 집으로 가요.</a:t>
            </a:r>
            <a:endParaRPr lang="ko-KR" sz="3200" dirty="0"/>
          </a:p>
        </p:txBody>
      </p:sp>
      <p:sp>
        <p:nvSpPr>
          <p:cNvPr id="4" name="S07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어떻게 할까요? 왜요?</a:t>
            </a:r>
            <a:endParaRPr lang="ko-KR" sz="3200" dirty="0"/>
          </a:p>
        </p:txBody>
      </p:sp>
      <p:sp>
        <p:nvSpPr>
          <p:cNvPr id="6" name="S07-chip5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7-card60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61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손가락으로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길을 막아요.</a:t>
            </a:r>
            <a:endParaRPr lang="ko-KR" sz="3200" dirty="0"/>
          </a:p>
        </p:txBody>
      </p:sp>
      <p:sp>
        <p:nvSpPr>
          <p:cNvPr id="9" name="S07-chip6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7-card63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7-cardtext64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밟지 않게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돌아서 가요.</a:t>
            </a:r>
            <a:endParaRPr lang="ko-KR" sz="3200" dirty="0"/>
          </a:p>
        </p:txBody>
      </p:sp>
      <p:sp>
        <p:nvSpPr>
          <p:cNvPr id="12" name="S07-chip6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7-card66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7-cardtext67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쪼그려 앉아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조용히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구경해요.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울어요</a:t>
            </a:r>
            <a:endParaRPr lang="ko-KR" sz="4400" dirty="0"/>
          </a:p>
        </p:txBody>
      </p:sp>
      <p:sp>
        <p:nvSpPr>
          <p:cNvPr id="3" name="S08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지호가 그림을 망쳤다며 울어요.</a:t>
            </a:r>
            <a:endParaRPr lang="ko-KR" sz="3200" dirty="0"/>
          </a:p>
        </p:txBody>
      </p:sp>
      <p:sp>
        <p:nvSpPr>
          <p:cNvPr id="4" name="S08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어떻게 할까요? 왜요?</a:t>
            </a:r>
            <a:endParaRPr lang="ko-KR" sz="3200" dirty="0"/>
          </a:p>
        </p:txBody>
      </p:sp>
      <p:sp>
        <p:nvSpPr>
          <p:cNvPr id="6" name="S08-chip71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8-card72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73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“괜찮아?”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물어요.</a:t>
            </a:r>
            <a:endParaRPr lang="ko-KR" sz="3200" dirty="0"/>
          </a:p>
        </p:txBody>
      </p:sp>
      <p:sp>
        <p:nvSpPr>
          <p:cNvPr id="9" name="S08-chip74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8-card75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76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그림을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 주며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자랑해요.</a:t>
            </a:r>
            <a:endParaRPr lang="ko-KR" sz="3200" dirty="0"/>
          </a:p>
        </p:txBody>
      </p:sp>
      <p:sp>
        <p:nvSpPr>
          <p:cNvPr id="12" name="S08-chip77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8-card78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8-cardtext79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옆에서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조용히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기다려 줘요.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금붕어를 배려하려면</a:t>
            </a:r>
            <a:endParaRPr lang="ko-KR" sz="4400" dirty="0"/>
          </a:p>
        </p:txBody>
      </p:sp>
      <p:sp>
        <p:nvSpPr>
          <p:cNvPr id="3" name="S09-card8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8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하람이네 집에 금붕어가 있어요.</a:t>
            </a:r>
            <a:endParaRPr lang="ko-KR" sz="3200" dirty="0"/>
          </a:p>
        </p:txBody>
      </p:sp>
      <p:sp>
        <p:nvSpPr>
          <p:cNvPr id="5" name="S09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금붕어를 배려했을까요? 왜요?</a:t>
            </a:r>
            <a:endParaRPr lang="ko-KR" sz="3200" dirty="0"/>
          </a:p>
        </p:txBody>
      </p:sp>
      <p:sp>
        <p:nvSpPr>
          <p:cNvPr id="7" name="S09-chip8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9-text8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귀여워서 어항을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톡톡 두드리고,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먹이를 많이 줘요.</a:t>
            </a:r>
            <a:endParaRPr lang="ko-KR" sz="3200" dirty="0"/>
          </a:p>
        </p:txBody>
      </p:sp>
      <p:sp>
        <p:nvSpPr>
          <p:cNvPr id="9" name="S09-chip8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9-text8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조용히 바라보고,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먹이는 정한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만큼만 줘요.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다인이의 실천 계획</a:t>
            </a:r>
            <a:endParaRPr lang="ko-KR" sz="4400" dirty="0"/>
          </a:p>
        </p:txBody>
      </p:sp>
      <p:sp>
        <p:nvSpPr>
          <p:cNvPr id="3" name="S10-text8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맡은 일 하나, 배려 하나를 정했어요.</a:t>
            </a:r>
            <a:endParaRPr lang="ko-KR" sz="3200" dirty="0"/>
          </a:p>
        </p:txBody>
      </p:sp>
      <p:sp>
        <p:nvSpPr>
          <p:cNvPr id="4" name="S10-card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무엇을, 언제, 어떻게 할지 정하면 지키기 쉬워요.</a:t>
            </a:r>
            <a:endParaRPr lang="ko-KR" sz="3200" dirty="0"/>
          </a:p>
        </p:txBody>
      </p:sp>
      <p:graphicFrame>
        <p:nvGraphicFramePr>
          <p:cNvPr id="11" name="S10-table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80335"/>
          <a:ext cx="10058400" cy="914400"/>
        </p:xfrm>
        <a:graphic>
          <a:graphicData uri="http://schemas.openxmlformats.org/drawingml/2006/table">
            <a:tbl>
              <a:tblPr/>
              <a:tblGrid>
                <a:gridCol w="2414016"/>
                <a:gridCol w="7644384"/>
              </a:tblGrid>
              <a:tr h="59055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맡은 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저녁 먹기 전에 수저 놓기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배려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화분 흙이 마르면 물 주기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기록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날에 ○, 못 한 날은 다음 날 다시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실천 계획 세우기</a:t>
            </a:r>
            <a:endParaRPr lang="ko-KR" sz="4400" dirty="0"/>
          </a:p>
        </p:txBody>
      </p:sp>
      <p:sp>
        <p:nvSpPr>
          <p:cNvPr id="3" name="S11-text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활동지에 나의 계획을 써요.</a:t>
            </a:r>
            <a:endParaRPr lang="ko-KR" sz="3200" dirty="0"/>
          </a:p>
        </p:txBody>
      </p:sp>
      <p:sp>
        <p:nvSpPr>
          <p:cNvPr id="4" name="S11-card93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94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맡을 일을 골랐어요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배려할 상대를 골랐어요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언제 할지 정했어요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까닭을 말했어요</a:t>
            </a:r>
            <a:endParaRPr lang="ko-KR" sz="3200" dirty="0"/>
          </a:p>
        </p:txBody>
      </p:sp>
      <p:sp>
        <p:nvSpPr>
          <p:cNvPr id="6" name="S11-stepno95"/>
          <p:cNvSpPr txBox="1"/>
          <p:nvPr/>
        </p:nvSpPr>
        <p:spPr>
          <a:xfrm>
            <a:off x="548640" y="23022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1-text96"/>
          <p:cNvSpPr txBox="1"/>
          <p:nvPr/>
        </p:nvSpPr>
        <p:spPr>
          <a:xfrm>
            <a:off x="1325880" y="2256536"/>
            <a:ext cx="5122012" cy="80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맡을 일을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 골라요.</a:t>
            </a:r>
            <a:endParaRPr lang="ko-KR" sz="2600" dirty="0"/>
          </a:p>
        </p:txBody>
      </p:sp>
      <p:sp>
        <p:nvSpPr>
          <p:cNvPr id="8" name="S11-stepno97"/>
          <p:cNvSpPr txBox="1"/>
          <p:nvPr/>
        </p:nvSpPr>
        <p:spPr>
          <a:xfrm>
            <a:off x="548640" y="32725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1-text98"/>
          <p:cNvSpPr txBox="1"/>
          <p:nvPr/>
        </p:nvSpPr>
        <p:spPr>
          <a:xfrm>
            <a:off x="1325880" y="3226816"/>
            <a:ext cx="5122012" cy="80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배려할 친구나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생물을 골라요.</a:t>
            </a:r>
            <a:endParaRPr lang="ko-KR" sz="2600" dirty="0"/>
          </a:p>
        </p:txBody>
      </p:sp>
      <p:sp>
        <p:nvSpPr>
          <p:cNvPr id="10" name="S11-stepno99"/>
          <p:cNvSpPr txBox="1"/>
          <p:nvPr/>
        </p:nvSpPr>
        <p:spPr>
          <a:xfrm>
            <a:off x="548640" y="4242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1-text100"/>
          <p:cNvSpPr txBox="1"/>
          <p:nvPr/>
        </p:nvSpPr>
        <p:spPr>
          <a:xfrm>
            <a:off x="1325880" y="4197096"/>
            <a:ext cx="5122012" cy="80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어떻게 할지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정해요.</a:t>
            </a:r>
            <a:endParaRPr lang="ko-KR" sz="2600" dirty="0"/>
          </a:p>
        </p:txBody>
      </p:sp>
      <p:sp>
        <p:nvSpPr>
          <p:cNvPr id="12" name="S11-stepno101"/>
          <p:cNvSpPr txBox="1"/>
          <p:nvPr/>
        </p:nvSpPr>
        <p:spPr>
          <a:xfrm>
            <a:off x="548640" y="5213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1-text102"/>
          <p:cNvSpPr txBox="1"/>
          <p:nvPr/>
        </p:nvSpPr>
        <p:spPr>
          <a:xfrm>
            <a:off x="1325880" y="5167376"/>
            <a:ext cx="5122012" cy="80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활동지에 쓰고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날마다 ○ 해요.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text1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어떻게 할까요? 왜요?</a:t>
            </a:r>
            <a:endParaRPr lang="ko-KR" sz="3200" dirty="0"/>
          </a:p>
        </p:txBody>
      </p:sp>
      <p:sp>
        <p:nvSpPr>
          <p:cNvPr id="4" name="S12-chip10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2-text10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우유 당번인데 친구가 놀자고 해요.</a:t>
            </a:r>
            <a:endParaRPr lang="ko-KR" sz="3200" dirty="0"/>
          </a:p>
        </p:txBody>
      </p:sp>
      <p:sp>
        <p:nvSpPr>
          <p:cNvPr id="6" name="S12-chip10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2-text10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온 친구가 혼자 앉아 있어요.</a:t>
            </a:r>
            <a:endParaRPr lang="ko-KR" sz="3200" dirty="0"/>
          </a:p>
        </p:txBody>
      </p:sp>
      <p:sp>
        <p:nvSpPr>
          <p:cNvPr id="8" name="S12-chip10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2-text10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온 뒤 길에 달팽이가 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110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11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맡은 일은 끝까지 하고, 상대에게 필요한 것을 생각해 배려해요.</a:t>
            </a:r>
            <a:endParaRPr lang="ko-KR" sz="3200" dirty="0"/>
          </a:p>
        </p:txBody>
      </p:sp>
      <p:sp>
        <p:nvSpPr>
          <p:cNvPr id="5" name="S14-chip112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맡은 일 끝까지 하기</a:t>
            </a:r>
            <a:endParaRPr lang="ko-KR" sz="2600" dirty="0"/>
          </a:p>
        </p:txBody>
      </p:sp>
      <p:sp>
        <p:nvSpPr>
          <p:cNvPr id="6" name="S14-chip113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내가 좋은 대로만 하기</a:t>
            </a:r>
            <a:endParaRPr lang="ko-KR" sz="2600" dirty="0"/>
          </a:p>
        </p:txBody>
      </p:sp>
      <p:sp>
        <p:nvSpPr>
          <p:cNvPr id="7" name="S14-text114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115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내가 맡은 일과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하는지?</a:t>
            </a:r>
            <a:endParaRPr lang="ko-KR" sz="2600" dirty="0"/>
          </a:p>
        </p:txBody>
      </p:sp>
      <p:sp>
        <p:nvSpPr>
          <p:cNvPr id="9" name="S14-text116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배려할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생각할 것은?</a:t>
            </a:r>
            <a:endParaRPr lang="ko-KR" sz="2600" dirty="0"/>
          </a:p>
        </p:txBody>
      </p:sp>
      <p:sp>
        <p:nvSpPr>
          <p:cNvPr id="10" name="S14-text117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실천 기록표에서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날 이야기</a:t>
            </a:r>
            <a:endParaRPr lang="ko-KR" sz="2600" dirty="0"/>
          </a:p>
        </p:txBody>
      </p:sp>
      <p:sp>
        <p:nvSpPr>
          <p:cNvPr id="11" name="S14-text11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정직과 약속(2학년)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생물에게 필요한 것</a:t>
            </a:r>
            <a:endParaRPr lang="ko-KR" sz="4400" dirty="0"/>
          </a:p>
        </p:txBody>
      </p:sp>
      <p:sp>
        <p:nvSpPr>
          <p:cNvPr id="3" name="S15-text1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생물은 이것이 있어야 살아요.</a:t>
            </a:r>
            <a:endParaRPr lang="ko-KR" sz="3200" dirty="0"/>
          </a:p>
        </p:txBody>
      </p:sp>
      <p:sp>
        <p:nvSpPr>
          <p:cNvPr id="4" name="S15-card1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생물도 나처럼 필요한 것이 있어요.</a:t>
            </a:r>
            <a:endParaRPr lang="ko-KR" sz="3200" dirty="0"/>
          </a:p>
        </p:txBody>
      </p:sp>
      <p:sp>
        <p:nvSpPr>
          <p:cNvPr id="6" name="S15-card122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123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식물도 동물도 물을 마셔요.</a:t>
            </a:r>
            <a:endParaRPr lang="ko-KR" sz="3200" dirty="0"/>
          </a:p>
        </p:txBody>
      </p:sp>
      <p:sp>
        <p:nvSpPr>
          <p:cNvPr id="8" name="S15-card124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5-cardtext125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동물은 먹이를 먹어요.</a:t>
            </a:r>
            <a:endParaRPr lang="ko-KR" sz="3200" dirty="0"/>
          </a:p>
        </p:txBody>
      </p:sp>
      <p:sp>
        <p:nvSpPr>
          <p:cNvPr id="10" name="S15-card126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127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햇빛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식물은 햇빛을 받아 자라요.</a:t>
            </a:r>
            <a:endParaRPr lang="ko-KR" sz="3200" dirty="0"/>
          </a:p>
        </p:txBody>
      </p:sp>
      <p:sp>
        <p:nvSpPr>
          <p:cNvPr id="12" name="S15-card128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5-cardtext129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편히 지낼 곳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놀라지 않고 쉴 곳이 필요해요.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도덕·윤리 맡은 일과 배려</dc:title>
  <dc:subject>KR22-G01-ETH-CARE-L01</dc:subject>
  <dc:creator>education-ppt</dc:creator>
  <cp:lastModifiedBy>education-ppt</cp:lastModifiedBy>
  <cp:revision>1</cp:revision>
  <dcterms:created xsi:type="dcterms:W3CDTF">2026-10-26T10:01:37Z</dcterms:created>
  <dcterms:modified xsi:type="dcterms:W3CDTF">2026-10-26T10:01:37Z</dcterms:modified>
</cp:coreProperties>
</file>