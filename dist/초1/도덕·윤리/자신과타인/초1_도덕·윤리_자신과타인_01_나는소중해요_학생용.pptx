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cfa81e0-4fd4-5883-1f58-9fc4fd16081d}">
          <p14:sldIdLst>
            <p14:sldId id="256"/>
            <p14:sldId id="257"/>
          </p14:sldIdLst>
        </p14:section>
        <p14:section name="개념" id="{a0ff4690-8a2f-df13-6aac-52b8b518c1b4}">
          <p14:sldIdLst>
            <p14:sldId id="258"/>
            <p14:sldId id="259"/>
            <p14:sldId id="260"/>
            <p14:sldId id="261"/>
          </p14:sldIdLst>
        </p14:section>
        <p14:section name="연습" id="{551cf96b-a22b-5610-2730-c062430fc0d0}">
          <p14:sldIdLst>
            <p14:sldId id="262"/>
            <p14:sldId id="263"/>
            <p14:sldId id="264"/>
          </p14:sldIdLst>
        </p14:section>
        <p14:section name="확인" id="{056cfa98-d9d7-a970-2910-f7071aab0752}">
          <p14:sldIdLst>
            <p14:sldId id="265"/>
            <p14:sldId id="266"/>
          </p14:sldIdLst>
        </p14:section>
        <p14:section name="정리" id="{533a3682-78b7-b8e2-98fd-459486e4a397}">
          <p14:sldIdLst>
            <p14:sldId id="267"/>
          </p14:sldIdLst>
        </p14:section>
        <p14:section name="보충" id="{4a465781-5cf1-7749-5a49-5a18db02000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자신과타인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도덕·윤리 · 나는 소중해요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소중해요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좋은 점을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인사·듣기·차례를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기분이 어때요?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기분이 어떨지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“안녕!” 하고 웃어요.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말을 아무도 안 들어요.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섰는데 누가 끼어들어요.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좋은 점 찾기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칸에서 찾아봐요.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세상에 하나뿐이라서 소중해요.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잘하는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줄넘기를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잘해요.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그림 그리기를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동생을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생각에 찬성해요?</a:t>
            </a:r>
            <a:endParaRPr lang="ko-KR" sz="4400" dirty="0"/>
          </a:p>
        </p:txBody>
      </p:sp>
      <p:sp>
        <p:nvSpPr>
          <p:cNvPr id="3" name="S04-card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소율이와 지호가 이야기해요.</a:t>
            </a:r>
            <a:endParaRPr lang="ko-KR" sz="3200" dirty="0"/>
          </a:p>
        </p:txBody>
      </p:sp>
      <p:sp>
        <p:nvSpPr>
          <p:cNvPr id="5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생각에 찬성해요? 왜요?</a:t>
            </a:r>
            <a:endParaRPr lang="ko-KR" sz="3200" dirty="0"/>
          </a:p>
        </p:txBody>
      </p:sp>
      <p:sp>
        <p:nvSpPr>
          <p:cNvPr id="7" name="S04-chip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2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소율: “나는 소중해.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그러니까 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먼저야.”</a:t>
            </a:r>
            <a:endParaRPr lang="ko-KR" sz="3200" dirty="0"/>
          </a:p>
        </p:txBody>
      </p:sp>
      <p:sp>
        <p:nvSpPr>
          <p:cNvPr id="9" name="S04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2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지호: “나도 소중하고,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친구도 소중해.”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소중하게 대하는 방법</a:t>
            </a:r>
            <a:endParaRPr lang="ko-KR" sz="4400" dirty="0"/>
          </a:p>
        </p:txBody>
      </p:sp>
      <p:sp>
        <p:nvSpPr>
          <p:cNvPr id="3" name="S05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소중한 사람에게 이렇게 해요.</a:t>
            </a:r>
            <a:endParaRPr lang="ko-KR" sz="3200" dirty="0"/>
          </a:p>
        </p:txBody>
      </p:sp>
      <p:sp>
        <p:nvSpPr>
          <p:cNvPr id="4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마음도, 친구 마음도 생각해요.</a:t>
            </a:r>
            <a:endParaRPr lang="ko-KR" sz="3200" dirty="0"/>
          </a:p>
        </p:txBody>
      </p:sp>
      <p:sp>
        <p:nvSpPr>
          <p:cNvPr id="6" name="S05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반갑게 인사해요.</a:t>
            </a:r>
            <a:endParaRPr lang="ko-KR" sz="3200" dirty="0"/>
          </a:p>
        </p:txBody>
      </p:sp>
      <p:sp>
        <p:nvSpPr>
          <p:cNvPr id="8" name="S05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5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끝날 때까지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들어요.</a:t>
            </a:r>
            <a:endParaRPr lang="ko-KR" sz="3200" dirty="0"/>
          </a:p>
        </p:txBody>
      </p:sp>
      <p:sp>
        <p:nvSpPr>
          <p:cNvPr id="10" name="S05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줄을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부끄러울 때 인사는?</a:t>
            </a:r>
            <a:endParaRPr lang="ko-KR" sz="4400" dirty="0"/>
          </a:p>
        </p:txBody>
      </p:sp>
      <p:sp>
        <p:nvSpPr>
          <p:cNvPr id="3" name="S06-text36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하준이는 아침에 선생님을 만났어요.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조금 부끄러워요.</a:t>
            </a:r>
            <a:endParaRPr lang="ko-KR" sz="3200" dirty="0"/>
          </a:p>
        </p:txBody>
      </p:sp>
      <p:sp>
        <p:nvSpPr>
          <p:cNvPr id="4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6-chip39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40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41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지나가요.</a:t>
            </a:r>
            <a:endParaRPr lang="ko-KR" sz="3200" dirty="0"/>
          </a:p>
        </p:txBody>
      </p:sp>
      <p:sp>
        <p:nvSpPr>
          <p:cNvPr id="9" name="S06-chip42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43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4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목소리로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“안녕하세요.”</a:t>
            </a:r>
            <a:endParaRPr lang="ko-KR" sz="3200" dirty="0"/>
          </a:p>
        </p:txBody>
      </p:sp>
      <p:sp>
        <p:nvSpPr>
          <p:cNvPr id="12" name="S06-chip45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46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47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웃으며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말을 걸어요</a:t>
            </a:r>
            <a:endParaRPr lang="ko-KR" sz="4400" dirty="0"/>
          </a:p>
        </p:txBody>
      </p:sp>
      <p:sp>
        <p:nvSpPr>
          <p:cNvPr id="3" name="S07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보는데 동생이 그림 이야기를 해요.</a:t>
            </a:r>
            <a:endParaRPr lang="ko-KR" sz="3200" dirty="0"/>
          </a:p>
        </p:txBody>
      </p:sp>
      <p:sp>
        <p:nvSpPr>
          <p:cNvPr id="4" name="S07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7-chip5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7-card52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3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보면서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대답만 해요.</a:t>
            </a:r>
            <a:endParaRPr lang="ko-KR" sz="3200" dirty="0"/>
          </a:p>
        </p:txBody>
      </p:sp>
      <p:sp>
        <p:nvSpPr>
          <p:cNvPr id="9" name="S07-chip5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7-card55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7-cardtext56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“이것만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들을게.”</a:t>
            </a:r>
            <a:endParaRPr lang="ko-KR" sz="3200" dirty="0"/>
          </a:p>
        </p:txBody>
      </p:sp>
      <p:sp>
        <p:nvSpPr>
          <p:cNvPr id="12" name="S07-chip5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7-card58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7-cardtext59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만화를 멈추고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눈을 보며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미끄럼틀을 타고 싶어요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길어요. 나는 빨리 타고 싶어요.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어떻게 할까요? 왜요?</a:t>
            </a:r>
            <a:endParaRPr lang="ko-KR" sz="3200" dirty="0"/>
          </a:p>
        </p:txBody>
      </p:sp>
      <p:sp>
        <p:nvSpPr>
          <p:cNvPr id="6" name="S08-chip6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ard6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사이로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들어가요.</a:t>
            </a:r>
            <a:endParaRPr lang="ko-KR" sz="3200" dirty="0"/>
          </a:p>
        </p:txBody>
      </p:sp>
      <p:sp>
        <p:nvSpPr>
          <p:cNvPr id="9" name="S08-chip6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8-card6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8-cardtext6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 맨 뒤에 서서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기다려요.</a:t>
            </a:r>
            <a:endParaRPr lang="ko-KR" sz="3200" dirty="0"/>
          </a:p>
        </p:txBody>
      </p:sp>
      <p:sp>
        <p:nvSpPr>
          <p:cNvPr id="12" name="S08-chip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8-card7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8-cardtext7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친구에게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타도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되는지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실천 약속 세우기</a:t>
            </a:r>
            <a:endParaRPr lang="ko-KR" sz="4400" dirty="0"/>
          </a:p>
        </p:txBody>
      </p:sp>
      <p:sp>
        <p:nvSpPr>
          <p:cNvPr id="3" name="S09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약속 하나를 정해요.</a:t>
            </a:r>
            <a:endParaRPr lang="ko-KR" sz="3200" dirty="0"/>
          </a:p>
        </p:txBody>
      </p:sp>
      <p:sp>
        <p:nvSpPr>
          <p:cNvPr id="4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 할지 정하면 지키기 쉬워요.</a:t>
            </a:r>
            <a:endParaRPr lang="ko-KR" sz="3200" dirty="0"/>
          </a:p>
        </p:txBody>
      </p:sp>
      <p:sp>
        <p:nvSpPr>
          <p:cNvPr id="6" name="S09-stepno7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7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인사·듣기·차례 중에서 하나를 골라요.</a:t>
            </a:r>
            <a:endParaRPr lang="ko-KR" sz="3200" dirty="0"/>
          </a:p>
        </p:txBody>
      </p:sp>
      <p:sp>
        <p:nvSpPr>
          <p:cNvPr id="8" name="S09-stepno7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7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 할지 정해요.</a:t>
            </a:r>
            <a:endParaRPr lang="ko-KR" sz="3200" dirty="0"/>
          </a:p>
        </p:txBody>
      </p:sp>
      <p:sp>
        <p:nvSpPr>
          <p:cNvPr id="10" name="S09-stepno7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8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나면 기록표에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실천 약속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나의 약속을 써요.</a:t>
            </a:r>
            <a:endParaRPr lang="ko-KR" sz="3200" dirty="0"/>
          </a:p>
        </p:txBody>
      </p:sp>
      <p:sp>
        <p:nvSpPr>
          <p:cNvPr id="4" name="S10-card8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8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하나를 골랐어요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언제를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누구에게를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왜 하는지 말했어요</a:t>
            </a:r>
            <a:endParaRPr lang="ko-KR" sz="3200" dirty="0"/>
          </a:p>
        </p:txBody>
      </p:sp>
      <p:sp>
        <p:nvSpPr>
          <p:cNvPr id="6" name="S10-stepno84"/>
          <p:cNvSpPr txBox="1"/>
          <p:nvPr/>
        </p:nvSpPr>
        <p:spPr>
          <a:xfrm>
            <a:off x="548640" y="21061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85"/>
          <p:cNvSpPr txBox="1"/>
          <p:nvPr/>
        </p:nvSpPr>
        <p:spPr>
          <a:xfrm>
            <a:off x="1325880" y="21061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골라요.</a:t>
            </a:r>
            <a:endParaRPr lang="ko-KR" sz="3200" dirty="0"/>
          </a:p>
        </p:txBody>
      </p:sp>
      <p:sp>
        <p:nvSpPr>
          <p:cNvPr id="8" name="S10-stepno86"/>
          <p:cNvSpPr txBox="1"/>
          <p:nvPr/>
        </p:nvSpPr>
        <p:spPr>
          <a:xfrm>
            <a:off x="548640" y="2865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87"/>
          <p:cNvSpPr txBox="1"/>
          <p:nvPr/>
        </p:nvSpPr>
        <p:spPr>
          <a:xfrm>
            <a:off x="1325880" y="281940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누구에게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할지 정해요.</a:t>
            </a:r>
            <a:endParaRPr lang="ko-KR" sz="3200" dirty="0"/>
          </a:p>
        </p:txBody>
      </p:sp>
      <p:sp>
        <p:nvSpPr>
          <p:cNvPr id="10" name="S10-stepno88"/>
          <p:cNvSpPr txBox="1"/>
          <p:nvPr/>
        </p:nvSpPr>
        <p:spPr>
          <a:xfrm>
            <a:off x="548640" y="402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89"/>
          <p:cNvSpPr txBox="1"/>
          <p:nvPr/>
        </p:nvSpPr>
        <p:spPr>
          <a:xfrm>
            <a:off x="1325880" y="397560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쓰거나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3200" dirty="0"/>
          </a:p>
        </p:txBody>
      </p:sp>
      <p:sp>
        <p:nvSpPr>
          <p:cNvPr id="12" name="S10-stepno90"/>
          <p:cNvSpPr txBox="1"/>
          <p:nvPr/>
        </p:nvSpPr>
        <p:spPr>
          <a:xfrm>
            <a:off x="548640" y="5177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91"/>
          <p:cNvSpPr txBox="1"/>
          <p:nvPr/>
        </p:nvSpPr>
        <p:spPr>
          <a:xfrm>
            <a:off x="1325880" y="513181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해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좋은 점 두 가지와,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친구도 소중한 까닭은?</a:t>
            </a:r>
            <a:endParaRPr lang="ko-KR" sz="3200" dirty="0"/>
          </a:p>
        </p:txBody>
      </p:sp>
      <p:sp>
        <p:nvSpPr>
          <p:cNvPr id="5" name="S11-chip9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 할머니를 만났어요. 나라면? 왜요?</a:t>
            </a:r>
            <a:endParaRPr lang="ko-KR" sz="3200" dirty="0"/>
          </a:p>
        </p:txBody>
      </p:sp>
      <p:sp>
        <p:nvSpPr>
          <p:cNvPr id="7" name="S11-chip9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속상한 일을 말해요. 나라면? 왜요?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8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9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친구도 소중해요. 그래서 인사하고, 끝까지 듣고, 차례를 지켜요.</a:t>
            </a:r>
            <a:endParaRPr lang="ko-KR" sz="3200" dirty="0"/>
          </a:p>
        </p:txBody>
      </p:sp>
      <p:sp>
        <p:nvSpPr>
          <p:cNvPr id="5" name="S13-chip100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말하며 고르기</a:t>
            </a:r>
            <a:endParaRPr lang="ko-KR" sz="2600" dirty="0"/>
          </a:p>
        </p:txBody>
      </p:sp>
      <p:sp>
        <p:nvSpPr>
          <p:cNvPr id="6" name="S13-chip101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나만 먼저 하기</a:t>
            </a:r>
            <a:endParaRPr lang="ko-KR" sz="2600" dirty="0"/>
          </a:p>
        </p:txBody>
      </p:sp>
      <p:sp>
        <p:nvSpPr>
          <p:cNvPr id="7" name="S13-text102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3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나의 좋은 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600" dirty="0"/>
          </a:p>
        </p:txBody>
      </p:sp>
      <p:sp>
        <p:nvSpPr>
          <p:cNvPr id="9" name="S13-text104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소중하게 대하는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방법은?</a:t>
            </a:r>
            <a:endParaRPr lang="ko-KR" sz="2600" dirty="0"/>
          </a:p>
        </p:txBody>
      </p:sp>
      <p:sp>
        <p:nvSpPr>
          <p:cNvPr id="10" name="S13-text105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실천 기록표에서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날 이야기</a:t>
            </a:r>
            <a:endParaRPr lang="ko-KR" sz="2600" dirty="0"/>
          </a:p>
        </p:txBody>
      </p:sp>
      <p:sp>
        <p:nvSpPr>
          <p:cNvPr id="11" name="S13-text1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맡은 일과 배려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기분을 말해요</a:t>
            </a:r>
            <a:endParaRPr lang="ko-KR" sz="4400" dirty="0"/>
          </a:p>
        </p:txBody>
      </p:sp>
      <p:sp>
        <p:nvSpPr>
          <p:cNvPr id="3" name="S14-text1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이런 기분이 들어요.</a:t>
            </a:r>
            <a:endParaRPr lang="ko-KR" sz="3200" dirty="0"/>
          </a:p>
        </p:txBody>
      </p:sp>
      <p:sp>
        <p:nvSpPr>
          <p:cNvPr id="4" name="S14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기분을 말하면 서로의 마음을 알 수 있어요.</a:t>
            </a:r>
            <a:endParaRPr lang="ko-KR" sz="3200" dirty="0"/>
          </a:p>
        </p:txBody>
      </p:sp>
      <p:sp>
        <p:nvSpPr>
          <p:cNvPr id="6" name="S14-word110"/>
          <p:cNvSpPr txBox="1"/>
          <p:nvPr/>
        </p:nvSpPr>
        <p:spPr>
          <a:xfrm>
            <a:off x="548640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반갑게 인사해요</a:t>
            </a:r>
            <a:endParaRPr lang="ko-KR" sz="3600" dirty="0"/>
          </a:p>
        </p:txBody>
      </p:sp>
      <p:sp>
        <p:nvSpPr>
          <p:cNvPr id="7" name="S14-word111"/>
          <p:cNvSpPr txBox="1"/>
          <p:nvPr/>
        </p:nvSpPr>
        <p:spPr>
          <a:xfrm>
            <a:off x="6231636" y="201168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속상해요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말을 안 들어 줘요</a:t>
            </a:r>
            <a:endParaRPr lang="ko-KR" sz="3600" dirty="0"/>
          </a:p>
        </p:txBody>
      </p:sp>
      <p:sp>
        <p:nvSpPr>
          <p:cNvPr id="8" name="S14-word112"/>
          <p:cNvSpPr txBox="1"/>
          <p:nvPr/>
        </p:nvSpPr>
        <p:spPr>
          <a:xfrm>
            <a:off x="548640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줄에 끼어들어요</a:t>
            </a:r>
            <a:endParaRPr lang="ko-KR" sz="3600" dirty="0"/>
          </a:p>
        </p:txBody>
      </p:sp>
      <p:sp>
        <p:nvSpPr>
          <p:cNvPr id="9" name="S14-word113"/>
          <p:cNvSpPr txBox="1"/>
          <p:nvPr/>
        </p:nvSpPr>
        <p:spPr>
          <a:xfrm>
            <a:off x="6231636" y="3703320"/>
            <a:ext cx="5408676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기다려 줬어요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도덕·윤리 나는 소중해요</dc:title>
  <dc:subject>KR22-G01-ETH-PRECIOUS-L01</dc:subject>
  <dc:creator>education-ppt</dc:creator>
  <cp:lastModifiedBy>education-ppt</cp:lastModifiedBy>
  <cp:revision>1</cp:revision>
  <dcterms:created xsi:type="dcterms:W3CDTF">2026-10-26T10:01:35Z</dcterms:created>
  <dcterms:modified xsi:type="dcterms:W3CDTF">2026-10-26T10:01:35Z</dcterms:modified>
</cp:coreProperties>
</file>