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5415317-384f-75a0-906e-73ddab34f8a2}">
          <p14:sldIdLst>
            <p14:sldId id="256"/>
            <p14:sldId id="257"/>
          </p14:sldIdLst>
        </p14:section>
        <p14:section name="개념" id="{03a9becb-7148-6f54-0ca8-72c3b2345d97}">
          <p14:sldIdLst>
            <p14:sldId id="258"/>
          </p14:sldIdLst>
        </p14:section>
        <p14:section name="연습" id="{8e97773e-a5aa-add6-7db4-bdb748d75174}">
          <p14:sldIdLst>
            <p14:sldId id="259"/>
            <p14:sldId id="260"/>
          </p14:sldIdLst>
        </p14:section>
        <p14:section name="확인" id="{a545aaed-d325-41e5-bf10-99b0e8056820}">
          <p14:sldIdLst>
            <p14:sldId id="261"/>
          </p14:sldIdLst>
        </p14:section>
        <p14:section name="정리" id="{ca115d99-5f5b-0983-1f26-d88238bc1a5d}">
          <p14:sldIdLst>
            <p14:sldId id="262"/>
          </p14:sldIdLst>
        </p14:section>
        <p14:section name="보충" id="{4ef2dc2c-7128-9eee-161a-e3966e0d4c3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음악놀이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박에 맞춰 노래하기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박에 맞춰 노래하기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발걸음이 있을까?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박을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크게·작게, 빠르게·느리게 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쳐요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쳐요.</a:t>
            </a:r>
            <a:endParaRPr lang="ko-KR" sz="3200" dirty="0"/>
          </a:p>
        </p:txBody>
      </p:sp>
      <p:sp>
        <p:nvSpPr>
          <p:cNvPr id="4" name="S02-step5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들어요</a:t>
            </a:r>
            <a:endParaRPr lang="ko-KR" sz="3200" dirty="0"/>
          </a:p>
        </p:txBody>
      </p:sp>
      <p:sp>
        <p:nvSpPr>
          <p:cNvPr id="5" name="S02-line6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7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음악의 발걸음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노래가 끝날 때까지 똑같이 쳐요.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계속돼요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크게·작게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치면 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치면 작게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빠르게·느리게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치거나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말놀이로 박 치기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하나에 무릎을 한 번 쳐요.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‘쿵, 쿵’ 똑같은 빠르기로 쳐요.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물건으로 소리 바꾸기</a:t>
            </a:r>
            <a:endParaRPr lang="ko-KR" sz="44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소리를 내요.</a:t>
            </a:r>
            <a:endParaRPr lang="ko-KR" sz="3200" dirty="0"/>
          </a:p>
        </p:txBody>
      </p:sp>
      <p:sp>
        <p:nvSpPr>
          <p:cNvPr id="4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살살 두드려요. 유리그릇은 쓰지 않아요.</a:t>
            </a:r>
            <a:endParaRPr lang="ko-KR" sz="3200" dirty="0"/>
          </a:p>
        </p:txBody>
      </p:sp>
      <p:sp>
        <p:nvSpPr>
          <p:cNvPr id="6" name="S05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큰 소리와 작은 소리가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빠르기를 바꿔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5-stepno30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1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물건을 골라요.</a:t>
            </a:r>
            <a:endParaRPr lang="ko-KR" sz="2600" dirty="0"/>
          </a:p>
        </p:txBody>
      </p:sp>
      <p:sp>
        <p:nvSpPr>
          <p:cNvPr id="10" name="S05-stepno3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한 번, 작게 한 번 쳐요.</a:t>
            </a:r>
            <a:endParaRPr lang="ko-KR" sz="2600" dirty="0"/>
          </a:p>
        </p:txBody>
      </p:sp>
      <p:sp>
        <p:nvSpPr>
          <p:cNvPr id="12" name="S05-stepno34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5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빠르게, 느리게도 쳐요.</a:t>
            </a:r>
            <a:endParaRPr lang="ko-KR" sz="2600" dirty="0"/>
          </a:p>
        </p:txBody>
      </p:sp>
      <p:sp>
        <p:nvSpPr>
          <p:cNvPr id="14" name="S05-stepno36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7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멈춰요.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같은 빠르기로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크게·작게가 달라요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느릴 때도 빠를 때도 박을 맞춰요</a:t>
            </a:r>
            <a:endParaRPr lang="ko-KR" sz="3200" dirty="0"/>
          </a:p>
        </p:txBody>
      </p:sp>
      <p:sp>
        <p:nvSpPr>
          <p:cNvPr id="6" name="S06-stepno41"/>
          <p:cNvSpPr txBox="1"/>
          <p:nvPr/>
        </p:nvSpPr>
        <p:spPr>
          <a:xfrm>
            <a:off x="548640" y="26842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2"/>
          <p:cNvSpPr txBox="1"/>
          <p:nvPr/>
        </p:nvSpPr>
        <p:spPr>
          <a:xfrm>
            <a:off x="1325880" y="26842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쳐요.</a:t>
            </a:r>
            <a:endParaRPr lang="ko-KR" sz="3200" dirty="0"/>
          </a:p>
        </p:txBody>
      </p:sp>
      <p:sp>
        <p:nvSpPr>
          <p:cNvPr id="8" name="S06-stepno43"/>
          <p:cNvSpPr txBox="1"/>
          <p:nvPr/>
        </p:nvSpPr>
        <p:spPr>
          <a:xfrm>
            <a:off x="548640" y="3443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44"/>
          <p:cNvSpPr txBox="1"/>
          <p:nvPr/>
        </p:nvSpPr>
        <p:spPr>
          <a:xfrm>
            <a:off x="1325880" y="339750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‘크게!’ ‘작게!’에 맞춰 쳐요.</a:t>
            </a:r>
            <a:endParaRPr lang="ko-KR" sz="3200" dirty="0"/>
          </a:p>
        </p:txBody>
      </p:sp>
      <p:sp>
        <p:nvSpPr>
          <p:cNvPr id="10" name="S06-stepno45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6"/>
          <p:cNvSpPr txBox="1"/>
          <p:nvPr/>
        </p:nvSpPr>
        <p:spPr>
          <a:xfrm>
            <a:off x="1325880" y="455371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느리게 한 번, 빠르게 한 번 불러요.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똑같이 계속되는 음악의 발걸음이에요.</a:t>
            </a:r>
            <a:endParaRPr lang="ko-KR" sz="3200" dirty="0"/>
          </a:p>
        </p:txBody>
      </p:sp>
      <p:sp>
        <p:nvSpPr>
          <p:cNvPr id="5" name="S07-chip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빠르기로 치기</a:t>
            </a:r>
            <a:endParaRPr lang="ko-KR" sz="2600" dirty="0"/>
          </a:p>
        </p:txBody>
      </p:sp>
      <p:sp>
        <p:nvSpPr>
          <p:cNvPr id="6" name="S07-chip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2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말놀이로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 네 번 치기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크게, 작게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치기</a:t>
            </a:r>
            <a:endParaRPr lang="ko-KR" sz="2600" dirty="0"/>
          </a:p>
        </p:txBody>
      </p:sp>
      <p:sp>
        <p:nvSpPr>
          <p:cNvPr id="10" name="S07-text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색·선·모양 탐색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걸으며 박 느끼기</a:t>
            </a:r>
            <a:endParaRPr lang="ko-KR" sz="44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걸음에 맞춰 ‘쿵’ 하고 말해요.</a:t>
            </a:r>
            <a:endParaRPr lang="ko-KR" sz="3200" dirty="0"/>
          </a:p>
        </p:txBody>
      </p:sp>
      <p:sp>
        <p:nvSpPr>
          <p:cNvPr id="4" name="S08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쳐요.</a:t>
            </a:r>
            <a:endParaRPr lang="ko-KR" sz="3200" dirty="0"/>
          </a:p>
        </p:txBody>
      </p:sp>
      <p:sp>
        <p:nvSpPr>
          <p:cNvPr id="6" name="S08-step5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걸어요</a:t>
            </a:r>
            <a:endParaRPr lang="ko-KR" sz="3000" dirty="0"/>
          </a:p>
        </p:txBody>
      </p:sp>
      <p:sp>
        <p:nvSpPr>
          <p:cNvPr id="7" name="S08-line5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‘쿵’ 말해요</a:t>
            </a:r>
            <a:endParaRPr lang="ko-KR" sz="3000" dirty="0"/>
          </a:p>
        </p:txBody>
      </p:sp>
      <p:sp>
        <p:nvSpPr>
          <p:cNvPr id="9" name="S08-line6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손뼉도 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박에 맞춰 노래하기</dc:title>
  <dc:subject>KR22-G01-ART-BEAT-L01</dc:subject>
  <dc:creator>education-ppt</dc:creator>
  <cp:lastModifiedBy>education-ppt</cp:lastModifiedBy>
  <cp:revision>1</cp:revision>
  <dcterms:created xsi:type="dcterms:W3CDTF">2026-10-26T09:48:04Z</dcterms:created>
  <dcterms:modified xsi:type="dcterms:W3CDTF">2026-10-26T09:48:04Z</dcterms:modified>
</cp:coreProperties>
</file>