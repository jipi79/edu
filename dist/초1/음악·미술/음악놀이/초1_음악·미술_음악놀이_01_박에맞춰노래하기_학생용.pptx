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c1ec7f76-3cf2-21f3-8604-393bd1475fc3}">
          <p14:sldIdLst>
            <p14:sldId id="256"/>
            <p14:sldId id="257"/>
          </p14:sldIdLst>
        </p14:section>
        <p14:section name="개념" id="{4eefe059-1280-99db-098b-424055eeb6b6}">
          <p14:sldIdLst>
            <p14:sldId id="258"/>
          </p14:sldIdLst>
        </p14:section>
        <p14:section name="연습" id="{9de05cc8-3758-c9d0-35ab-1b1a197d8bc8}">
          <p14:sldIdLst>
            <p14:sldId id="259"/>
            <p14:sldId id="260"/>
          </p14:sldIdLst>
        </p14:section>
        <p14:section name="확인" id="{56a22396-c8da-46ac-3e88-363612a48f2d}">
          <p14:sldIdLst>
            <p14:sldId id="261"/>
          </p14:sldIdLst>
        </p14:section>
        <p14:section name="정리" id="{ad451cfd-74dc-8cc6-7bf2-06b0d99ea4f3}">
          <p14:sldIdLst>
            <p14:sldId id="262"/>
          </p14:sldIdLst>
        </p14:section>
        <p14:section name="보충" id="{883e278d-f201-c348-7fa9-f68fcc077331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음악·미술 · 음악놀이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음악·미술 · 박에 맞춰 노래하기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음악·미술 · 박에 맞춰 노래하기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음악·미술 · 박에 맞춰 노래하기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박에 맞춰 노래하기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노래 속에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발걸음이 있을까?</a:t>
            </a:r>
            <a:endParaRPr lang="ko-KR" sz="3200" dirty="0"/>
          </a:p>
        </p:txBody>
      </p:sp>
      <p:graphicFrame>
        <p:nvGraphicFramePr>
          <p:cNvPr id="2" name="S01-table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1590548"/>
          <a:ext cx="3931920" cy="914400"/>
        </p:xfrm>
        <a:graphic>
          <a:graphicData uri="http://schemas.openxmlformats.org/drawingml/2006/table">
            <a:tbl>
              <a:tblPr/>
              <a:tblGrid>
                <a:gridCol w="982980"/>
                <a:gridCol w="982980"/>
                <a:gridCol w="982980"/>
                <a:gridCol w="98298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셋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넷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쿵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쿵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쿵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쿵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1-card2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노래에 맞춰 박을 쳐요.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크게·작게, 빠르게·느리게 쳐요.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듣고 따라 쳐요</a:t>
            </a:r>
            <a:endParaRPr lang="ko-KR" sz="4400" dirty="0"/>
          </a:p>
        </p:txBody>
      </p:sp>
      <p:sp>
        <p:nvSpPr>
          <p:cNvPr id="3" name="S02-text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듣고 똑같이 쳐요.</a:t>
            </a:r>
            <a:endParaRPr lang="ko-KR" sz="3200" dirty="0"/>
          </a:p>
        </p:txBody>
      </p:sp>
      <p:sp>
        <p:nvSpPr>
          <p:cNvPr id="4" name="S02-step5"/>
          <p:cNvSpPr txBox="1"/>
          <p:nvPr/>
        </p:nvSpPr>
        <p:spPr>
          <a:xfrm>
            <a:off x="2962656" y="3291840"/>
            <a:ext cx="2926080" cy="1645920"/>
          </a:xfrm>
          <a:prstGeom prst="roundRect">
            <a:avLst>
              <a:gd name="adj" fmla="val 6667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들어요</a:t>
            </a:r>
            <a:endParaRPr lang="ko-KR" sz="3200" dirty="0"/>
          </a:p>
        </p:txBody>
      </p:sp>
      <p:sp>
        <p:nvSpPr>
          <p:cNvPr id="5" name="S02-line6"/>
          <p:cNvSpPr/>
          <p:nvPr/>
        </p:nvSpPr>
        <p:spPr>
          <a:xfrm>
            <a:off x="5943600" y="411480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" name="S02-step7"/>
          <p:cNvSpPr txBox="1"/>
          <p:nvPr/>
        </p:nvSpPr>
        <p:spPr>
          <a:xfrm>
            <a:off x="6300216" y="3291840"/>
            <a:ext cx="2926080" cy="1645920"/>
          </a:xfrm>
          <a:prstGeom prst="roundRect">
            <a:avLst>
              <a:gd name="adj" fmla="val 6667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쳐요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박은 음악의 발걸음</a:t>
            </a:r>
            <a:endParaRPr lang="ko-KR" sz="4400" dirty="0"/>
          </a:p>
        </p:txBody>
      </p:sp>
      <p:sp>
        <p:nvSpPr>
          <p:cNvPr id="3" name="S03-card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박은 노래가 끝날 때까지 똑같이 쳐요.</a:t>
            </a:r>
            <a:endParaRPr lang="ko-KR" sz="3200" dirty="0"/>
          </a:p>
        </p:txBody>
      </p:sp>
      <p:sp>
        <p:nvSpPr>
          <p:cNvPr id="5" name="S03-card10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3-cardtext11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‘쿵, 쿵’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계속돼요</a:t>
            </a:r>
            <a:endParaRPr lang="ko-KR" sz="3200" dirty="0"/>
          </a:p>
        </p:txBody>
      </p:sp>
      <p:sp>
        <p:nvSpPr>
          <p:cNvPr id="7" name="S03-card12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13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크게·작게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세게 치면 크게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살살 치면 작게</a:t>
            </a:r>
            <a:endParaRPr lang="ko-KR" sz="3200" dirty="0"/>
          </a:p>
        </p:txBody>
      </p:sp>
      <p:sp>
        <p:nvSpPr>
          <p:cNvPr id="9" name="S03-card14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5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빠르게·느리게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빨리 치거나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천천히 쳐요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말놀이로 박 치기</a:t>
            </a:r>
            <a:endParaRPr lang="ko-KR" sz="4400" dirty="0"/>
          </a:p>
        </p:txBody>
      </p:sp>
      <p:sp>
        <p:nvSpPr>
          <p:cNvPr id="3" name="S04-text1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 하나에 무릎을 한 번 쳐요.</a:t>
            </a:r>
            <a:endParaRPr lang="ko-KR" sz="3200" dirty="0"/>
          </a:p>
        </p:txBody>
      </p:sp>
      <p:sp>
        <p:nvSpPr>
          <p:cNvPr id="4" name="S04-card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4-cardtext1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‘쿵, 쿵’ 똑같은 빠르기로 쳐요.</a:t>
            </a:r>
            <a:endParaRPr lang="ko-KR" sz="3200" dirty="0"/>
          </a:p>
        </p:txBody>
      </p:sp>
      <p:sp>
        <p:nvSpPr>
          <p:cNvPr id="6" name="S04-chip19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graphicFrame>
        <p:nvGraphicFramePr>
          <p:cNvPr id="5" name="S04-table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44168" y="2212594"/>
          <a:ext cx="54864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포도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수박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참외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04-chip21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graphicFrame>
        <p:nvGraphicFramePr>
          <p:cNvPr id="9" name="S04-table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44168" y="3309874"/>
          <a:ext cx="54864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토끼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하마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04-chip23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graphicFrame>
        <p:nvGraphicFramePr>
          <p:cNvPr id="13" name="S04-table2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44168" y="4407154"/>
          <a:ext cx="54864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빨강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노랑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파랑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초록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물건으로 소리 바꾸기</a:t>
            </a:r>
            <a:endParaRPr lang="ko-KR" sz="4400" dirty="0"/>
          </a:p>
        </p:txBody>
      </p:sp>
      <p:sp>
        <p:nvSpPr>
          <p:cNvPr id="3" name="S05-text2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 있는 물건으로 소리를 내요.</a:t>
            </a:r>
            <a:endParaRPr lang="ko-KR" sz="3200" dirty="0"/>
          </a:p>
        </p:txBody>
      </p:sp>
      <p:sp>
        <p:nvSpPr>
          <p:cNvPr id="4" name="S05-card2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2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살살 두드려요. 유리그릇은 쓰지 않아요.</a:t>
            </a:r>
            <a:endParaRPr lang="ko-KR" sz="3200" dirty="0"/>
          </a:p>
        </p:txBody>
      </p:sp>
      <p:sp>
        <p:nvSpPr>
          <p:cNvPr id="6" name="S05-card28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29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큰 소리와 작은 소리가 달라요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빠르기를 바꿔 쳐요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‘멈춰!’에 바로 멈춰요</a:t>
            </a:r>
            <a:endParaRPr lang="ko-KR" sz="3200" dirty="0"/>
          </a:p>
        </p:txBody>
      </p:sp>
      <p:sp>
        <p:nvSpPr>
          <p:cNvPr id="8" name="S05-stepno30"/>
          <p:cNvSpPr txBox="1"/>
          <p:nvPr/>
        </p:nvSpPr>
        <p:spPr>
          <a:xfrm>
            <a:off x="548640" y="22219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5-text31"/>
          <p:cNvSpPr txBox="1"/>
          <p:nvPr/>
        </p:nvSpPr>
        <p:spPr>
          <a:xfrm>
            <a:off x="1325880" y="22219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나는 물건을 골라요.</a:t>
            </a:r>
            <a:endParaRPr lang="ko-KR" sz="2600" dirty="0"/>
          </a:p>
        </p:txBody>
      </p:sp>
      <p:sp>
        <p:nvSpPr>
          <p:cNvPr id="10" name="S05-stepno32"/>
          <p:cNvSpPr txBox="1"/>
          <p:nvPr/>
        </p:nvSpPr>
        <p:spPr>
          <a:xfrm>
            <a:off x="548640" y="29352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05-text33"/>
          <p:cNvSpPr txBox="1"/>
          <p:nvPr/>
        </p:nvSpPr>
        <p:spPr>
          <a:xfrm>
            <a:off x="1325880" y="29352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크게 한 번, 작게 한 번 쳐요.</a:t>
            </a:r>
            <a:endParaRPr lang="ko-KR" sz="2600" dirty="0"/>
          </a:p>
        </p:txBody>
      </p:sp>
      <p:sp>
        <p:nvSpPr>
          <p:cNvPr id="12" name="S05-stepno34"/>
          <p:cNvSpPr txBox="1"/>
          <p:nvPr/>
        </p:nvSpPr>
        <p:spPr>
          <a:xfrm>
            <a:off x="548640" y="36484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05-text35"/>
          <p:cNvSpPr txBox="1"/>
          <p:nvPr/>
        </p:nvSpPr>
        <p:spPr>
          <a:xfrm>
            <a:off x="1325880" y="36484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빠르게, 느리게도 쳐요.</a:t>
            </a:r>
            <a:endParaRPr lang="ko-KR" sz="2600" dirty="0"/>
          </a:p>
        </p:txBody>
      </p:sp>
      <p:sp>
        <p:nvSpPr>
          <p:cNvPr id="14" name="S05-stepno36"/>
          <p:cNvSpPr txBox="1"/>
          <p:nvPr/>
        </p:nvSpPr>
        <p:spPr>
          <a:xfrm>
            <a:off x="548640" y="43616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5" name="S05-text37"/>
          <p:cNvSpPr txBox="1"/>
          <p:nvPr/>
        </p:nvSpPr>
        <p:spPr>
          <a:xfrm>
            <a:off x="1325880" y="43616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‘멈춰!’ 하면 멈춰요.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06-text3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아는 노래를 부르며 쳐요.</a:t>
            </a:r>
            <a:endParaRPr lang="ko-KR" sz="3200" dirty="0"/>
          </a:p>
        </p:txBody>
      </p:sp>
      <p:sp>
        <p:nvSpPr>
          <p:cNvPr id="4" name="S06-card39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6-cardtext40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끝까지 같은 빠르기로 쳐요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크게·작게가 달라요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느릴 때도 빠를 때도 박을 맞춰요</a:t>
            </a:r>
            <a:endParaRPr lang="ko-KR" sz="3200" dirty="0"/>
          </a:p>
        </p:txBody>
      </p:sp>
      <p:sp>
        <p:nvSpPr>
          <p:cNvPr id="6" name="S06-stepno41"/>
          <p:cNvSpPr txBox="1"/>
          <p:nvPr/>
        </p:nvSpPr>
        <p:spPr>
          <a:xfrm>
            <a:off x="548640" y="26842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6-text42"/>
          <p:cNvSpPr txBox="1"/>
          <p:nvPr/>
        </p:nvSpPr>
        <p:spPr>
          <a:xfrm>
            <a:off x="1325880" y="268427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노래에 맞춰 무릎을 쳐요.</a:t>
            </a:r>
            <a:endParaRPr lang="ko-KR" sz="3200" dirty="0"/>
          </a:p>
        </p:txBody>
      </p:sp>
      <p:sp>
        <p:nvSpPr>
          <p:cNvPr id="8" name="S06-stepno43"/>
          <p:cNvSpPr txBox="1"/>
          <p:nvPr/>
        </p:nvSpPr>
        <p:spPr>
          <a:xfrm>
            <a:off x="548640" y="34432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6-text44"/>
          <p:cNvSpPr txBox="1"/>
          <p:nvPr/>
        </p:nvSpPr>
        <p:spPr>
          <a:xfrm>
            <a:off x="1325880" y="3397504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‘크게!’ ‘작게!’에 맞춰 쳐요.</a:t>
            </a:r>
            <a:endParaRPr lang="ko-KR" sz="3200" dirty="0"/>
          </a:p>
        </p:txBody>
      </p:sp>
      <p:sp>
        <p:nvSpPr>
          <p:cNvPr id="10" name="S06-stepno45"/>
          <p:cNvSpPr txBox="1"/>
          <p:nvPr/>
        </p:nvSpPr>
        <p:spPr>
          <a:xfrm>
            <a:off x="548640" y="45994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6-text46"/>
          <p:cNvSpPr txBox="1"/>
          <p:nvPr/>
        </p:nvSpPr>
        <p:spPr>
          <a:xfrm>
            <a:off x="1325880" y="4553712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느리게 한 번, 빠르게 한 번 불러요.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07-card4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07-cardtext4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박은 똑같이 계속되는 음악의 발걸음이에요.</a:t>
            </a:r>
            <a:endParaRPr lang="ko-KR" sz="3200" dirty="0"/>
          </a:p>
        </p:txBody>
      </p:sp>
      <p:sp>
        <p:nvSpPr>
          <p:cNvPr id="5" name="S07-chip49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같은 빠르기로 치기</a:t>
            </a:r>
            <a:endParaRPr lang="ko-KR" sz="2600" dirty="0"/>
          </a:p>
        </p:txBody>
      </p:sp>
      <p:sp>
        <p:nvSpPr>
          <p:cNvPr id="6" name="S07-chip50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점점 빨라지기</a:t>
            </a:r>
            <a:endParaRPr lang="ko-KR" sz="2600" dirty="0"/>
          </a:p>
        </p:txBody>
      </p:sp>
      <p:sp>
        <p:nvSpPr>
          <p:cNvPr id="7" name="S07-text51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07-text52"/>
          <p:cNvSpPr txBox="1"/>
          <p:nvPr/>
        </p:nvSpPr>
        <p:spPr>
          <a:xfrm>
            <a:off x="548640" y="3749040"/>
            <a:ext cx="543153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말놀이로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 네 번 치기</a:t>
            </a:r>
            <a:endParaRPr lang="ko-KR" sz="2600" dirty="0"/>
          </a:p>
        </p:txBody>
      </p:sp>
      <p:sp>
        <p:nvSpPr>
          <p:cNvPr id="9" name="S07-text53"/>
          <p:cNvSpPr txBox="1"/>
          <p:nvPr/>
        </p:nvSpPr>
        <p:spPr>
          <a:xfrm>
            <a:off x="6208776" y="3749040"/>
            <a:ext cx="543153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크게, 작게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바꿔 치기</a:t>
            </a:r>
            <a:endParaRPr lang="ko-KR" sz="2600" dirty="0"/>
          </a:p>
        </p:txBody>
      </p:sp>
      <p:sp>
        <p:nvSpPr>
          <p:cNvPr id="10" name="S07-text5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색·선·모양 탐색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걸으며 박 느끼기</a:t>
            </a:r>
            <a:endParaRPr lang="ko-KR" sz="4400" dirty="0"/>
          </a:p>
        </p:txBody>
      </p:sp>
      <p:sp>
        <p:nvSpPr>
          <p:cNvPr id="3" name="S08-text5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걸음에 맞춰 ‘쿵’ 하고 말해요.</a:t>
            </a:r>
            <a:endParaRPr lang="ko-KR" sz="3200" dirty="0"/>
          </a:p>
        </p:txBody>
      </p:sp>
      <p:sp>
        <p:nvSpPr>
          <p:cNvPr id="4" name="S08-card5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5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걸음처럼 똑같이 쳐요.</a:t>
            </a:r>
            <a:endParaRPr lang="ko-KR" sz="3200" dirty="0"/>
          </a:p>
        </p:txBody>
      </p:sp>
      <p:sp>
        <p:nvSpPr>
          <p:cNvPr id="6" name="S08-step58"/>
          <p:cNvSpPr txBox="1"/>
          <p:nvPr/>
        </p:nvSpPr>
        <p:spPr>
          <a:xfrm>
            <a:off x="1293876" y="2834640"/>
            <a:ext cx="2926080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천천히 걸어요</a:t>
            </a:r>
            <a:endParaRPr lang="ko-KR" sz="3000" dirty="0"/>
          </a:p>
        </p:txBody>
      </p:sp>
      <p:sp>
        <p:nvSpPr>
          <p:cNvPr id="7" name="S08-line59"/>
          <p:cNvSpPr/>
          <p:nvPr/>
        </p:nvSpPr>
        <p:spPr>
          <a:xfrm>
            <a:off x="427482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08-step60"/>
          <p:cNvSpPr txBox="1"/>
          <p:nvPr/>
        </p:nvSpPr>
        <p:spPr>
          <a:xfrm>
            <a:off x="4631436" y="2834640"/>
            <a:ext cx="2926080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‘쿵’ 말해요</a:t>
            </a:r>
            <a:endParaRPr lang="ko-KR" sz="3000" dirty="0"/>
          </a:p>
        </p:txBody>
      </p:sp>
      <p:sp>
        <p:nvSpPr>
          <p:cNvPr id="9" name="S08-line61"/>
          <p:cNvSpPr/>
          <p:nvPr/>
        </p:nvSpPr>
        <p:spPr>
          <a:xfrm>
            <a:off x="761238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8-step62"/>
          <p:cNvSpPr txBox="1"/>
          <p:nvPr/>
        </p:nvSpPr>
        <p:spPr>
          <a:xfrm>
            <a:off x="7968996" y="2834640"/>
            <a:ext cx="2926080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손뼉도 쳐요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음악·미술 박에 맞춰 노래하기</dc:title>
  <dc:subject>KR22-G01-ART-BEAT-L01</dc:subject>
  <dc:creator>education-ppt</dc:creator>
  <cp:lastModifiedBy>education-ppt</cp:lastModifiedBy>
  <cp:revision>1</cp:revision>
  <dcterms:created xsi:type="dcterms:W3CDTF">2026-10-26T09:41:42Z</dcterms:created>
  <dcterms:modified xsi:type="dcterms:W3CDTF">2026-10-26T09:41:42Z</dcterms:modified>
</cp:coreProperties>
</file>