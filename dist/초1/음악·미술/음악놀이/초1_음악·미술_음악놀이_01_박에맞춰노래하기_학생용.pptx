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c6cd339-436e-deae-d08a-54c962c7df60}">
          <p14:sldIdLst>
            <p14:sldId id="256"/>
            <p14:sldId id="257"/>
          </p14:sldIdLst>
        </p14:section>
        <p14:section name="개념" id="{b2fbe6e3-d3cb-92aa-078e-f7f039bf7d74}">
          <p14:sldIdLst>
            <p14:sldId id="258"/>
          </p14:sldIdLst>
        </p14:section>
        <p14:section name="연습" id="{5d988b0e-4431-e9f5-0c75-0a4c7228e6d3}">
          <p14:sldIdLst>
            <p14:sldId id="259"/>
            <p14:sldId id="260"/>
          </p14:sldIdLst>
        </p14:section>
        <p14:section name="확인" id="{26da05f0-54da-0938-2fbe-d7c04f0a73f1}">
          <p14:sldIdLst>
            <p14:sldId id="261"/>
          </p14:sldIdLst>
        </p14:section>
        <p14:section name="정리" id="{a2d873ae-69f6-c65b-2e38-5262bf779838}">
          <p14:sldIdLst>
            <p14:sldId id="262"/>
          </p14:sldIdLst>
        </p14:section>
        <p14:section name="보충" id="{6229cb7b-7326-f3c1-09ab-cfd816f77a76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음악·미술 · 음악놀이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음악·미술 · 박에 맞춰 노래하기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음악·미술 · 박에 맞춰 노래하기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음악·미술 · 박에 맞춰 노래하기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박에 맞춰 노래하기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 속에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발걸음이 있을까?</a:t>
            </a:r>
            <a:endParaRPr lang="ko-KR" sz="32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590548"/>
          <a:ext cx="3931920" cy="914400"/>
        </p:xfrm>
        <a:graphic>
          <a:graphicData uri="http://schemas.openxmlformats.org/drawingml/2006/table">
            <a:tbl>
              <a:tblPr/>
              <a:tblGrid>
                <a:gridCol w="982980"/>
                <a:gridCol w="982980"/>
                <a:gridCol w="982980"/>
                <a:gridCol w="98298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넷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노래에 맞춰 박을 쳐요.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크게·작게, 빠르게·느리게 쳐요.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따라 쳐요</a:t>
            </a:r>
            <a:endParaRPr lang="ko-KR" sz="44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듣고 똑같이 쳐요.</a:t>
            </a:r>
            <a:endParaRPr lang="ko-KR" sz="3200" dirty="0"/>
          </a:p>
        </p:txBody>
      </p:sp>
      <p:sp>
        <p:nvSpPr>
          <p:cNvPr id="4" name="S02-step5"/>
          <p:cNvSpPr txBox="1"/>
          <p:nvPr/>
        </p:nvSpPr>
        <p:spPr>
          <a:xfrm>
            <a:off x="2962656" y="329184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들어요</a:t>
            </a:r>
            <a:endParaRPr lang="ko-KR" sz="3200" dirty="0"/>
          </a:p>
        </p:txBody>
      </p:sp>
      <p:sp>
        <p:nvSpPr>
          <p:cNvPr id="5" name="S02-line6"/>
          <p:cNvSpPr/>
          <p:nvPr/>
        </p:nvSpPr>
        <p:spPr>
          <a:xfrm>
            <a:off x="5943600" y="41148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" name="S02-step7"/>
          <p:cNvSpPr txBox="1"/>
          <p:nvPr/>
        </p:nvSpPr>
        <p:spPr>
          <a:xfrm>
            <a:off x="6300216" y="329184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쳐요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박은 음악의 발걸음</a:t>
            </a:r>
            <a:endParaRPr lang="ko-KR" sz="44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박은 노래가 끝날 때까지 똑같이 쳐요.</a:t>
            </a:r>
            <a:endParaRPr lang="ko-KR" sz="3200" dirty="0"/>
          </a:p>
        </p:txBody>
      </p:sp>
      <p:sp>
        <p:nvSpPr>
          <p:cNvPr id="5" name="S03-card10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‘쿵, 쿵’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계속돼요</a:t>
            </a:r>
            <a:endParaRPr lang="ko-KR" sz="3200" dirty="0"/>
          </a:p>
        </p:txBody>
      </p:sp>
      <p:sp>
        <p:nvSpPr>
          <p:cNvPr id="7" name="S03-card12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크게·작게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세게 치면 크게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살살 치면 작게</a:t>
            </a:r>
            <a:endParaRPr lang="ko-KR" sz="3200" dirty="0"/>
          </a:p>
        </p:txBody>
      </p:sp>
      <p:sp>
        <p:nvSpPr>
          <p:cNvPr id="9" name="S03-card14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5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빠르게·느리게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치거나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쳐요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말놀이로 박 치기</a:t>
            </a:r>
            <a:endParaRPr lang="ko-KR" sz="4400" dirty="0"/>
          </a:p>
        </p:txBody>
      </p:sp>
      <p:sp>
        <p:nvSpPr>
          <p:cNvPr id="3" name="S04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 하나에 무릎을 한 번 쳐요.</a:t>
            </a:r>
            <a:endParaRPr lang="ko-KR" sz="3200" dirty="0"/>
          </a:p>
        </p:txBody>
      </p:sp>
      <p:sp>
        <p:nvSpPr>
          <p:cNvPr id="4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‘쿵, 쿵’ 똑같은 빠르기로 쳐요.</a:t>
            </a:r>
            <a:endParaRPr lang="ko-KR" sz="3200" dirty="0"/>
          </a:p>
        </p:txBody>
      </p:sp>
      <p:sp>
        <p:nvSpPr>
          <p:cNvPr id="6" name="S04-chip1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graphicFrame>
        <p:nvGraphicFramePr>
          <p:cNvPr id="5" name="S04-table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2212594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4-chip2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graphicFrame>
        <p:nvGraphicFramePr>
          <p:cNvPr id="9" name="S04-table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3309874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04-chip2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graphicFrame>
        <p:nvGraphicFramePr>
          <p:cNvPr id="13" name="S04-table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4407154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초록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물건으로 소리 바꾸기</a:t>
            </a:r>
            <a:endParaRPr lang="ko-KR" sz="4400" dirty="0"/>
          </a:p>
        </p:txBody>
      </p:sp>
      <p:sp>
        <p:nvSpPr>
          <p:cNvPr id="3" name="S05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있는 물건으로 소리를 내요.</a:t>
            </a:r>
            <a:endParaRPr lang="ko-KR" sz="3200" dirty="0"/>
          </a:p>
        </p:txBody>
      </p:sp>
      <p:sp>
        <p:nvSpPr>
          <p:cNvPr id="4" name="S05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살살 두드려요. 유리그릇은 쓰지 않아요.</a:t>
            </a:r>
            <a:endParaRPr lang="ko-KR" sz="3200" dirty="0"/>
          </a:p>
        </p:txBody>
      </p:sp>
      <p:sp>
        <p:nvSpPr>
          <p:cNvPr id="6" name="S05-card28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29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큰 소리와 작은 소리가 달라요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빠르기를 바꿔 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‘멈춰!’에 바로 멈춰요</a:t>
            </a:r>
            <a:endParaRPr lang="ko-KR" sz="3200" dirty="0"/>
          </a:p>
        </p:txBody>
      </p:sp>
      <p:sp>
        <p:nvSpPr>
          <p:cNvPr id="8" name="S05-stepno30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5-text31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나는 물건을 골라요.</a:t>
            </a:r>
            <a:endParaRPr lang="ko-KR" sz="2600" dirty="0"/>
          </a:p>
        </p:txBody>
      </p:sp>
      <p:sp>
        <p:nvSpPr>
          <p:cNvPr id="10" name="S05-stepno32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5-text33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한 번, 작게 한 번 쳐요.</a:t>
            </a:r>
            <a:endParaRPr lang="ko-KR" sz="2600" dirty="0"/>
          </a:p>
        </p:txBody>
      </p:sp>
      <p:sp>
        <p:nvSpPr>
          <p:cNvPr id="12" name="S05-stepno34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5-text35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빠르게, 느리게도 쳐요.</a:t>
            </a:r>
            <a:endParaRPr lang="ko-KR" sz="2600" dirty="0"/>
          </a:p>
        </p:txBody>
      </p:sp>
      <p:sp>
        <p:nvSpPr>
          <p:cNvPr id="14" name="S05-stepno36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5-text37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‘멈춰!’ 하면 멈춰요.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6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노래를 부르며 쳐요.</a:t>
            </a:r>
            <a:endParaRPr lang="ko-KR" sz="3200" dirty="0"/>
          </a:p>
        </p:txBody>
      </p:sp>
      <p:sp>
        <p:nvSpPr>
          <p:cNvPr id="4" name="S06-card39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40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끝까지 같은 빠르기로 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크게·작게가 달라요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느릴 때도 빠를 때도 박을 맞춰요</a:t>
            </a:r>
            <a:endParaRPr lang="ko-KR" sz="3200" dirty="0"/>
          </a:p>
        </p:txBody>
      </p:sp>
      <p:sp>
        <p:nvSpPr>
          <p:cNvPr id="6" name="S06-stepno41"/>
          <p:cNvSpPr txBox="1"/>
          <p:nvPr/>
        </p:nvSpPr>
        <p:spPr>
          <a:xfrm>
            <a:off x="548640" y="26842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42"/>
          <p:cNvSpPr txBox="1"/>
          <p:nvPr/>
        </p:nvSpPr>
        <p:spPr>
          <a:xfrm>
            <a:off x="1325880" y="268427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노래에 맞춰 무릎을 쳐요.</a:t>
            </a:r>
            <a:endParaRPr lang="ko-KR" sz="3200" dirty="0"/>
          </a:p>
        </p:txBody>
      </p:sp>
      <p:sp>
        <p:nvSpPr>
          <p:cNvPr id="8" name="S06-stepno43"/>
          <p:cNvSpPr txBox="1"/>
          <p:nvPr/>
        </p:nvSpPr>
        <p:spPr>
          <a:xfrm>
            <a:off x="548640" y="3443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44"/>
          <p:cNvSpPr txBox="1"/>
          <p:nvPr/>
        </p:nvSpPr>
        <p:spPr>
          <a:xfrm>
            <a:off x="1325880" y="3397504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‘크게!’ ‘작게!’에 맞춰 쳐요.</a:t>
            </a:r>
            <a:endParaRPr lang="ko-KR" sz="3200" dirty="0"/>
          </a:p>
        </p:txBody>
      </p:sp>
      <p:sp>
        <p:nvSpPr>
          <p:cNvPr id="10" name="S06-stepno45"/>
          <p:cNvSpPr txBox="1"/>
          <p:nvPr/>
        </p:nvSpPr>
        <p:spPr>
          <a:xfrm>
            <a:off x="548640" y="45994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46"/>
          <p:cNvSpPr txBox="1"/>
          <p:nvPr/>
        </p:nvSpPr>
        <p:spPr>
          <a:xfrm>
            <a:off x="1325880" y="4553712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느리게 한 번, 빠르게 한 번 불러요.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4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4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박은 똑같이 계속되는 음악의 발걸음이에요.</a:t>
            </a:r>
            <a:endParaRPr lang="ko-KR" sz="3200" dirty="0"/>
          </a:p>
        </p:txBody>
      </p:sp>
      <p:sp>
        <p:nvSpPr>
          <p:cNvPr id="5" name="S07-chip4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빠르기로 치기</a:t>
            </a:r>
            <a:endParaRPr lang="ko-KR" sz="2600" dirty="0"/>
          </a:p>
        </p:txBody>
      </p:sp>
      <p:sp>
        <p:nvSpPr>
          <p:cNvPr id="6" name="S07-chip5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점점 빨라지기</a:t>
            </a:r>
            <a:endParaRPr lang="ko-KR" sz="2600" dirty="0"/>
          </a:p>
        </p:txBody>
      </p:sp>
      <p:sp>
        <p:nvSpPr>
          <p:cNvPr id="7" name="S07-text5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52"/>
          <p:cNvSpPr txBox="1"/>
          <p:nvPr/>
        </p:nvSpPr>
        <p:spPr>
          <a:xfrm>
            <a:off x="548640" y="374904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말놀이로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 네 번 치기</a:t>
            </a:r>
            <a:endParaRPr lang="ko-KR" sz="2600" dirty="0"/>
          </a:p>
        </p:txBody>
      </p:sp>
      <p:sp>
        <p:nvSpPr>
          <p:cNvPr id="9" name="S07-text53"/>
          <p:cNvSpPr txBox="1"/>
          <p:nvPr/>
        </p:nvSpPr>
        <p:spPr>
          <a:xfrm>
            <a:off x="6208776" y="374904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크게, 작게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 치기</a:t>
            </a:r>
            <a:endParaRPr lang="ko-KR" sz="2600" dirty="0"/>
          </a:p>
        </p:txBody>
      </p:sp>
      <p:sp>
        <p:nvSpPr>
          <p:cNvPr id="10" name="S07-text5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색·선·모양 탐색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걸으며 박 느끼기</a:t>
            </a:r>
            <a:endParaRPr lang="ko-KR" sz="4400" dirty="0"/>
          </a:p>
        </p:txBody>
      </p:sp>
      <p:sp>
        <p:nvSpPr>
          <p:cNvPr id="3" name="S08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걸음에 맞춰 ‘쿵’ 하고 말해요.</a:t>
            </a:r>
            <a:endParaRPr lang="ko-KR" sz="3200" dirty="0"/>
          </a:p>
        </p:txBody>
      </p:sp>
      <p:sp>
        <p:nvSpPr>
          <p:cNvPr id="4" name="S08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걸음처럼 똑같이 쳐요.</a:t>
            </a:r>
            <a:endParaRPr lang="ko-KR" sz="3200" dirty="0"/>
          </a:p>
        </p:txBody>
      </p:sp>
      <p:sp>
        <p:nvSpPr>
          <p:cNvPr id="6" name="S08-step58"/>
          <p:cNvSpPr txBox="1"/>
          <p:nvPr/>
        </p:nvSpPr>
        <p:spPr>
          <a:xfrm>
            <a:off x="129387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걸어요</a:t>
            </a:r>
            <a:endParaRPr lang="ko-KR" sz="3000" dirty="0"/>
          </a:p>
        </p:txBody>
      </p:sp>
      <p:sp>
        <p:nvSpPr>
          <p:cNvPr id="7" name="S08-line59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60"/>
          <p:cNvSpPr txBox="1"/>
          <p:nvPr/>
        </p:nvSpPr>
        <p:spPr>
          <a:xfrm>
            <a:off x="463143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‘쿵’ 말해요</a:t>
            </a:r>
            <a:endParaRPr lang="ko-KR" sz="3000" dirty="0"/>
          </a:p>
        </p:txBody>
      </p:sp>
      <p:sp>
        <p:nvSpPr>
          <p:cNvPr id="9" name="S08-line61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62"/>
          <p:cNvSpPr txBox="1"/>
          <p:nvPr/>
        </p:nvSpPr>
        <p:spPr>
          <a:xfrm>
            <a:off x="796899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손뼉도 쳐요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음악·미술 박에 맞춰 노래하기</dc:title>
  <dc:subject>KR22-G01-ART-BEAT-L01</dc:subject>
  <dc:creator>education-ppt</dc:creator>
  <cp:lastModifiedBy>education-ppt</cp:lastModifiedBy>
  <cp:revision>1</cp:revision>
  <dcterms:created xsi:type="dcterms:W3CDTF">2026-10-26T09:58:32Z</dcterms:created>
  <dcterms:modified xsi:type="dcterms:W3CDTF">2026-10-26T09:58:32Z</dcterms:modified>
</cp:coreProperties>
</file>