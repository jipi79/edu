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4717593-c683-dc67-f01d-d0aa7646db5b}">
          <p14:sldIdLst>
            <p14:sldId id="256"/>
            <p14:sldId id="257"/>
          </p14:sldIdLst>
        </p14:section>
        <p14:section name="개념" id="{97bd9e49-bc63-fc98-e67f-d0be371392b3}">
          <p14:sldIdLst>
            <p14:sldId id="258"/>
          </p14:sldIdLst>
        </p14:section>
        <p14:section name="연습" id="{c9501623-f672-bc16-6c7f-732556228c87}">
          <p14:sldIdLst>
            <p14:sldId id="259"/>
            <p14:sldId id="260"/>
          </p14:sldIdLst>
        </p14:section>
        <p14:section name="확인" id="{90b6bb04-13c5-bdc5-8098-daff46b2fb6f}">
          <p14:sldIdLst>
            <p14:sldId id="261"/>
          </p14:sldIdLst>
        </p14:section>
        <p14:section name="정리" id="{3841ae82-314a-b122-1506-30e0743a2023}">
          <p14:sldIdLst>
            <p14:sldId id="262"/>
          </p14:sldIdLst>
        </p14:section>
        <p14:section name="보충" id="{de661225-cc17-b25d-3938-1e912c1d378d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활동을 알리고 몸으로 소리를 낼 준비를 합니다.
시간: 약 2분
이렇게 말해 보세요
- “걸을 때 발소리가 ‘쿵, 쿵’ 하고 똑같이 나지? 노래에도 그런 발걸음이 숨어 있어. 오늘은 그걸 찾아서 몸으로 쳐 볼 거야.”
예상 답
- “노래에 발이 있어요?” / “몰라요.”
주의
- 이 차시는 화면보다 몸으로 하는 활동이 중심입니다. 아이가 잘 아는 동요 한 곡과 소리 낼 물건(S05)을 미리 준비하세요.
- 노래는 아이가 아는 곡을 그대로 부릅니다. 이 자료에는 노랫말과 가락을 싣지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확인(듣고 따라 치기)]
목적: 부모가 친 소리를 듣고 같은 횟수와 순서로 따라 치는지 확인합니다. 박을 치려면 소리를 듣고 몸으로 따라 하는 힘이 필요합니다. 이 차시는 계획상 앞 차시가 없으므로 유치원에서 해 온 ‘듣고 따라 하기’를 확인합니다.
시간: 약 3분
이렇게 말해 보세요
- “엄마(아빠)가 손뼉을 칠 거야. 잘 듣고 똑같이 쳐 봐.” (짝, 짝)
- “이번에는 이거야.” (짝, 짝, 짝)
- “마지막이야.” (무릎 쿵, 손뼉 짝)
정답
- ① 손뼉 두 번 ② 손뼉 세 번 ③ 무릎 한 번 뒤 손뼉 한 번. 횟수와 순서가 같으면 맞습니다.
막히면
- 틀리면 한 번 더 들려주고, 이번에는 부모를 보면서 함께 칩니다.
- 세 가지 중 두 가지 이상 틀리면 S08(보충)을 먼저 합니다.
주의
- 치는 순서를 화면에 쓰지 않습니다. 귀로 듣고 따라 하는 것이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박과 소리의 차이]
목적: 박(똑같이 계속되는 음악의 발걸음)과, 소리를 크게·작게, 빠르게·느리게 바꿀 수 있다는 것을 시범으로 알려 줍니다.
시간: 약 4분
이렇게 말해 보세요
- “걸으면 발소리가 ‘쿵, 쿵, 쿵’ 똑같지? 노래에도 이런 발걸음이 있어. 그걸 ‘박’이라고 해.”
- (손뼉을 세게 치고) “이건 어때?” (살살 치고) “이건?”
- (빨리 치고) “이건?” (천천히 치고) “이건?”
- “그런데 박은 노래가 끝날 때까지 똑같이 쳐야 해. 갑자기 빨라지면 안 돼.”
예상 답
- “세게 치면 소리가 커요.” / “빨리 치니까 바빠요.”
막히면
- 시계 초침 소리나 걸음 소리를 들려주며 ‘똑같이 계속되는 소리’를 느끼게 합니다.
주의
- 교과서에서는 크고 작은 것을 ‘셈여림’, 빠르고 느린 것을 ‘빠르기’라고 합니다. 아이에게는 쉬운 말로만 말해도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말놀이로 박 치기]
목적: 집에서 지어낸 낱말 말놀이로 같은 빠르기의 박을 치는 연습을 합니다(목표 A).
시간: 약 7분
이렇게 말해 보세요
- “엄마(아빠)가 먼저 해 볼게. ‘사과’에 쿵, ‘포도’에 쿵, ‘수박’에 쿵, ‘참외’에 쿵. 낱말 하나에 무릎을 한 번만 쳐.”
- “같이 해 보자. 하나, 둘, 셋, 시작!”
- “이번엔 ①을 두 번 이어서 해 볼까? 끝까지 같은 빠르기로.”
정답
- ①②③ 모두 낱말을 말하며 무릎을 네 번, 같은 빠르기로 치면 맞습니다.
- ‘사-과’처럼 글자마다 두 번 치면(M1) 박이 아니라 글자 수를 친 것입니다.
막히면
- 글자마다 치면(M1) “낱말 하나에 한 번”이라고 말하며 부모가 아이 무릎을 함께 두드려 줍니다.
- 점점 빨라지면(M2) 부모가 옆에서 같은 빠르기로 함께 칩니다.
- 낱말을 말하기 어려우면 ‘쿵, 쿵, 쿵, 쿵’만 말하며 칩니다.
주의
- 낱말은 아이가 좋아하는 것(동물, 과일, 가족 이름)으로 바꿔도 됩니다. 노래 가사는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물건으로 소리 바꾸기]
목적: 같은 물건으로 큰 소리와 작은 소리, 빠른 소리와 느린 소리를 바꾸어 내며 소리의 차이를 표현합니다(목표 B).
시간: 약 8분
이렇게 말해 보세요
- “어떤 물건이 가장 재미있는 소리가 나? 하나 골라 봐.”
- “엄마(아빠)가 말하는 대로 쳐 봐. ‘크게!’ … ‘작게!’ … ‘빠르게!’ … ‘느리게!’ … ‘멈춰!’”
- “이번엔 어려운 거야. ‘크게, 그런데 느리게!’”
- “이제 바꿔서 네가 말해 줘. 엄마가 칠게. 엄마 소리는 크게야, 작게야? 빠르게야, 느리게야?”
예상 답
- 크게 칠 때 저절로 빨라지기 쉽습니다(M3).
- 역할을 바꾸면 “크게요!”, “느려요!”처럼 부모의 소리를 말합니다.
정답
- 관찰 기준 세 가지를 모두 지키고, 역할을 바꿨을 때 부모의 소리가 어느 쪽인지 맞게 말하면 목표 B 연습 완료입니다.
막히면
- 크고 작은 소리가 비슷하면 손을 높이 들었다 치기(크게)와 손가락 끝으로 톡 치기(작게)로 동작을 크게 다르게 합니다.
- ‘크게, 느리게’가 어려우면(M3) 부모가 먼저 아주 느리고 크게 쳐 보이고 따라 하게 합니다.
주의
- 준비물 예: 냄비 뚜껑과 나무 숟가락, 빈 상자, 쌀을 조금 넣고 뚜껑을 테이프로 단단히 감은 페트병.
- 귀 가까이에서 세게 치지 않게 하고, 쌀·콩 같은 작은 알갱이는 입에 넣지 않게 지켜봅니다. 밤늦은 시간에는 이웃을 생각해 작은 소리로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혼자 해 보기(노래하며 박 치기)]
목적: 도움 없이 노래하며 일정한 박을 치는지(목표 A), 말에 따라 크기와 빠르기를 바꾸는지(목표 B) 관찰합니다.
시간: 약 8분
이렇게 말해 보세요
- “이번엔 엄마(아빠)는 노래만 할게. 박은 네가 맡아 줘.”
- “노래 중간에 엄마가 ‘크게!’, ‘작게!’라고 말할 거야. 잘 듣고 바꿔 봐.”
- “이제 아주 느리게 불러 볼까? 박도 느리게. 다음엔 빠르게!”
예상 답
- 노래에 집중하면 박이 빨라지거나 멈출 수 있습니다.
정답
- 관찰 기준 세 가지를 모두 지키면 목표 A·B 확인 완료입니다. 두 가지면 다음 수업 처음에 S04 말놀이를 다시 합니다.
- 느리게 부를 때는 박도 느리게, 빠르게 부를 때는 박도 빠르게 치되, 한 번 부르는 동안에는 빠르기가 같아야 합니다.
막히면
- 노래와 박을 함께 하기 어려우면 부모가 노래하고 아이는 박만 칩니다. 이렇게 성공하면 기록표에 ‘도움’으로 표시합니다.
주의
- 관찰한 결과를 기록표(S06 줄)에 바로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박의 뜻을 한 문장으로 정리하고 다음 수업 첫 5분 복습을 알려 줍니다.
시간: 약 3분
이렇게 말해 보세요
- “오늘 박은 어떻게 쳤지? 크게 치고 싶을 때는 어떻게 했어?”
예상 답
- “똑같이 쳐요. 세게 치면 커요.”
정답
- ① 낱말 하나에 한 번씩, 같은 빠르기로 네 번 ② 크게(세게)·작게(살살)가 귀로 구별되면 맞음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보충(걸으며 박 느끼기)]
목적: S02에서 따라 치기가 어렵거나 S04에서 박이 계속 흔들리면, 걸음(몸 전체)으로 박을 먼저 느끼게 합니다.
시간: 약 5분
이렇게 말해 보세요
- “엄마(아빠) 손을 잡고 천천히 걸어 보자. 발이 바닥에 닿을 때마다 ‘쿵’ 하고 말해.”
- “이번엔 걸으면서 발이 닿을 때 손뼉도 쳐 볼까?”
- “이제 제자리에 서서 걸을 때처럼 무릎을 쳐 보자.”
정답
- 발걸음, 말, 손뼉이 같은 때에 나면 맞습니다.
막히면
- 부모가 아이 어깨를 가볍게 ‘톡, 톡’ 두드려 박을 알려 줍니다.
- 이 차시는 계획상 앞 차시가 없습니다. 걸음에 맞춰 말하기도 계속 어려우면 며칠 동안 산책하며 ‘쿵, 쿵’ 놀이를 한 뒤 S04부터 다시 합니다.
주의
- 거실처럼 넓고 바닥에 물건이 없는 곳에서 걷습니다.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음악·미술 · 음악놀이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음악·미술 · 박에 맞춰 노래하기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음악·미술 · 박에 맞춰 노래하기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음악·미술 · 박에 맞춰 노래하기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박에 맞춰 노래하기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 속에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발걸음이 있을까?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590548"/>
          <a:ext cx="3931920" cy="91440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넷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노래에 맞춰 박을 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크게·작게, 빠르게·느리게 쳐요.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따라 쳐요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듣고 똑같이 쳐요.</a:t>
            </a:r>
            <a:endParaRPr lang="ko-KR" sz="3200" dirty="0"/>
          </a:p>
        </p:txBody>
      </p:sp>
      <p:sp>
        <p:nvSpPr>
          <p:cNvPr id="4" name="S02-step5"/>
          <p:cNvSpPr txBox="1"/>
          <p:nvPr/>
        </p:nvSpPr>
        <p:spPr>
          <a:xfrm>
            <a:off x="2962656" y="329184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들어요</a:t>
            </a:r>
            <a:endParaRPr lang="ko-KR" sz="3200" dirty="0"/>
          </a:p>
        </p:txBody>
      </p:sp>
      <p:sp>
        <p:nvSpPr>
          <p:cNvPr id="5" name="S02-line6"/>
          <p:cNvSpPr/>
          <p:nvPr/>
        </p:nvSpPr>
        <p:spPr>
          <a:xfrm>
            <a:off x="5943600" y="41148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" name="S02-step7"/>
          <p:cNvSpPr txBox="1"/>
          <p:nvPr/>
        </p:nvSpPr>
        <p:spPr>
          <a:xfrm>
            <a:off x="6300216" y="329184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쳐요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박은 음악의 발걸음</a:t>
            </a:r>
            <a:endParaRPr lang="ko-KR" sz="44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박은 노래가 끝날 때까지 똑같이 쳐요.</a:t>
            </a:r>
            <a:endParaRPr lang="ko-KR" sz="3200" dirty="0"/>
          </a:p>
        </p:txBody>
      </p:sp>
      <p:sp>
        <p:nvSpPr>
          <p:cNvPr id="5" name="S03-card1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‘쿵, 쿵’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계속돼요</a:t>
            </a:r>
            <a:endParaRPr lang="ko-KR" sz="3200" dirty="0"/>
          </a:p>
        </p:txBody>
      </p:sp>
      <p:sp>
        <p:nvSpPr>
          <p:cNvPr id="7" name="S03-card1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크게·작게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세게 치면 크게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살살 치면 작게</a:t>
            </a:r>
            <a:endParaRPr lang="ko-KR" sz="3200" dirty="0"/>
          </a:p>
        </p:txBody>
      </p:sp>
      <p:sp>
        <p:nvSpPr>
          <p:cNvPr id="9" name="S03-card1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빠르게·느리게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치거나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쳐요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말놀이로 박 치기</a:t>
            </a:r>
            <a:endParaRPr lang="ko-KR" sz="44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 하나에 무릎을 한 번 쳐요.</a:t>
            </a:r>
            <a:endParaRPr lang="ko-KR" sz="3200" dirty="0"/>
          </a:p>
        </p:txBody>
      </p:sp>
      <p:sp>
        <p:nvSpPr>
          <p:cNvPr id="4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‘쿵, 쿵’ 똑같은 빠르기로 쳐요.</a:t>
            </a:r>
            <a:endParaRPr lang="ko-KR" sz="3200" dirty="0"/>
          </a:p>
        </p:txBody>
      </p:sp>
      <p:sp>
        <p:nvSpPr>
          <p:cNvPr id="6" name="S04-chip1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graphicFrame>
        <p:nvGraphicFramePr>
          <p:cNvPr id="5" name="S04-table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2212594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4-chip2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graphicFrame>
        <p:nvGraphicFramePr>
          <p:cNvPr id="9" name="S04-table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3309874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04-chip2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graphicFrame>
        <p:nvGraphicFramePr>
          <p:cNvPr id="13" name="S04-table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4407154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물건으로 소리 바꾸기</a:t>
            </a:r>
            <a:endParaRPr lang="ko-KR" sz="4400" dirty="0"/>
          </a:p>
        </p:txBody>
      </p:sp>
      <p:sp>
        <p:nvSpPr>
          <p:cNvPr id="3" name="S05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물건으로 소리를 내요.</a:t>
            </a:r>
            <a:endParaRPr lang="ko-KR" sz="3200" dirty="0"/>
          </a:p>
        </p:txBody>
      </p:sp>
      <p:sp>
        <p:nvSpPr>
          <p:cNvPr id="4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살살 두드려요. 유리그릇은 쓰지 않아요.</a:t>
            </a:r>
            <a:endParaRPr lang="ko-KR" sz="3200" dirty="0"/>
          </a:p>
        </p:txBody>
      </p:sp>
      <p:sp>
        <p:nvSpPr>
          <p:cNvPr id="6" name="S05-card28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29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큰 소리와 작은 소리가 달라요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빠르기를 바꿔 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‘멈춰!’에 바로 멈춰요</a:t>
            </a:r>
            <a:endParaRPr lang="ko-KR" sz="3200" dirty="0"/>
          </a:p>
        </p:txBody>
      </p:sp>
      <p:sp>
        <p:nvSpPr>
          <p:cNvPr id="8" name="S05-stepno30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31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나는 물건을 골라요.</a:t>
            </a:r>
            <a:endParaRPr lang="ko-KR" sz="2600" dirty="0"/>
          </a:p>
        </p:txBody>
      </p:sp>
      <p:sp>
        <p:nvSpPr>
          <p:cNvPr id="10" name="S05-stepno32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33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한 번, 작게 한 번 쳐요.</a:t>
            </a:r>
            <a:endParaRPr lang="ko-KR" sz="2600" dirty="0"/>
          </a:p>
        </p:txBody>
      </p:sp>
      <p:sp>
        <p:nvSpPr>
          <p:cNvPr id="12" name="S05-stepno34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35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빠르게, 느리게도 쳐요.</a:t>
            </a:r>
            <a:endParaRPr lang="ko-KR" sz="2600" dirty="0"/>
          </a:p>
        </p:txBody>
      </p:sp>
      <p:sp>
        <p:nvSpPr>
          <p:cNvPr id="14" name="S05-stepno36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5-text37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‘멈춰!’ 하면 멈춰요.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6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노래를 부르며 쳐요.</a:t>
            </a:r>
            <a:endParaRPr lang="ko-KR" sz="3200" dirty="0"/>
          </a:p>
        </p:txBody>
      </p:sp>
      <p:sp>
        <p:nvSpPr>
          <p:cNvPr id="4" name="S06-card3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4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같은 빠르기로 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크게·작게가 달라요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느릴 때도 빠를 때도 박을 맞춰요</a:t>
            </a:r>
            <a:endParaRPr lang="ko-KR" sz="3200" dirty="0"/>
          </a:p>
        </p:txBody>
      </p:sp>
      <p:sp>
        <p:nvSpPr>
          <p:cNvPr id="6" name="S06-stepno41"/>
          <p:cNvSpPr txBox="1"/>
          <p:nvPr/>
        </p:nvSpPr>
        <p:spPr>
          <a:xfrm>
            <a:off x="548640" y="26842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42"/>
          <p:cNvSpPr txBox="1"/>
          <p:nvPr/>
        </p:nvSpPr>
        <p:spPr>
          <a:xfrm>
            <a:off x="1325880" y="268427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노래에 맞춰 무릎을 쳐요.</a:t>
            </a:r>
            <a:endParaRPr lang="ko-KR" sz="3200" dirty="0"/>
          </a:p>
        </p:txBody>
      </p:sp>
      <p:sp>
        <p:nvSpPr>
          <p:cNvPr id="8" name="S06-stepno43"/>
          <p:cNvSpPr txBox="1"/>
          <p:nvPr/>
        </p:nvSpPr>
        <p:spPr>
          <a:xfrm>
            <a:off x="548640" y="3443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44"/>
          <p:cNvSpPr txBox="1"/>
          <p:nvPr/>
        </p:nvSpPr>
        <p:spPr>
          <a:xfrm>
            <a:off x="1325880" y="3397504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‘크게!’ ‘작게!’에 맞춰 쳐요.</a:t>
            </a:r>
            <a:endParaRPr lang="ko-KR" sz="3200" dirty="0"/>
          </a:p>
        </p:txBody>
      </p:sp>
      <p:sp>
        <p:nvSpPr>
          <p:cNvPr id="10" name="S06-stepno45"/>
          <p:cNvSpPr txBox="1"/>
          <p:nvPr/>
        </p:nvSpPr>
        <p:spPr>
          <a:xfrm>
            <a:off x="548640" y="45994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46"/>
          <p:cNvSpPr txBox="1"/>
          <p:nvPr/>
        </p:nvSpPr>
        <p:spPr>
          <a:xfrm>
            <a:off x="1325880" y="4553712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느리게 한 번, 빠르게 한 번 불러요.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4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4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박은 똑같이 계속되는 음악의 발걸음이에요.</a:t>
            </a:r>
            <a:endParaRPr lang="ko-KR" sz="3200" dirty="0"/>
          </a:p>
        </p:txBody>
      </p:sp>
      <p:sp>
        <p:nvSpPr>
          <p:cNvPr id="5" name="S07-chip4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빠르기로 치기</a:t>
            </a:r>
            <a:endParaRPr lang="ko-KR" sz="2600" dirty="0"/>
          </a:p>
        </p:txBody>
      </p:sp>
      <p:sp>
        <p:nvSpPr>
          <p:cNvPr id="6" name="S07-chip5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점점 빨라지기</a:t>
            </a:r>
            <a:endParaRPr lang="ko-KR" sz="2600" dirty="0"/>
          </a:p>
        </p:txBody>
      </p:sp>
      <p:sp>
        <p:nvSpPr>
          <p:cNvPr id="7" name="S07-text5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2"/>
          <p:cNvSpPr txBox="1"/>
          <p:nvPr/>
        </p:nvSpPr>
        <p:spPr>
          <a:xfrm>
            <a:off x="548640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말놀이로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 네 번 치기</a:t>
            </a:r>
            <a:endParaRPr lang="ko-KR" sz="2600" dirty="0"/>
          </a:p>
        </p:txBody>
      </p:sp>
      <p:sp>
        <p:nvSpPr>
          <p:cNvPr id="9" name="S07-text53"/>
          <p:cNvSpPr txBox="1"/>
          <p:nvPr/>
        </p:nvSpPr>
        <p:spPr>
          <a:xfrm>
            <a:off x="6208776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크게, 작게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 치기</a:t>
            </a:r>
            <a:endParaRPr lang="ko-KR" sz="2600" dirty="0"/>
          </a:p>
        </p:txBody>
      </p:sp>
      <p:sp>
        <p:nvSpPr>
          <p:cNvPr id="10" name="S07-text5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색·선·모양 탐색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걸으며 박 느끼기</a:t>
            </a:r>
            <a:endParaRPr lang="ko-KR" sz="4400" dirty="0"/>
          </a:p>
        </p:txBody>
      </p:sp>
      <p:sp>
        <p:nvSpPr>
          <p:cNvPr id="3" name="S08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걸음에 맞춰 ‘쿵’ 하고 말해요.</a:t>
            </a:r>
            <a:endParaRPr lang="ko-KR" sz="3200" dirty="0"/>
          </a:p>
        </p:txBody>
      </p:sp>
      <p:sp>
        <p:nvSpPr>
          <p:cNvPr id="4" name="S08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걸음처럼 똑같이 쳐요.</a:t>
            </a:r>
            <a:endParaRPr lang="ko-KR" sz="3200" dirty="0"/>
          </a:p>
        </p:txBody>
      </p:sp>
      <p:sp>
        <p:nvSpPr>
          <p:cNvPr id="6" name="S08-step58"/>
          <p:cNvSpPr txBox="1"/>
          <p:nvPr/>
        </p:nvSpPr>
        <p:spPr>
          <a:xfrm>
            <a:off x="129387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걸어요</a:t>
            </a:r>
            <a:endParaRPr lang="ko-KR" sz="3000" dirty="0"/>
          </a:p>
        </p:txBody>
      </p:sp>
      <p:sp>
        <p:nvSpPr>
          <p:cNvPr id="7" name="S08-line59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60"/>
          <p:cNvSpPr txBox="1"/>
          <p:nvPr/>
        </p:nvSpPr>
        <p:spPr>
          <a:xfrm>
            <a:off x="463143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‘쿵’ 말해요</a:t>
            </a:r>
            <a:endParaRPr lang="ko-KR" sz="3000" dirty="0"/>
          </a:p>
        </p:txBody>
      </p:sp>
      <p:sp>
        <p:nvSpPr>
          <p:cNvPr id="9" name="S08-line61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62"/>
          <p:cNvSpPr txBox="1"/>
          <p:nvPr/>
        </p:nvSpPr>
        <p:spPr>
          <a:xfrm>
            <a:off x="796899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손뼉도 쳐요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음악·미술 박에 맞춰 노래하기</dc:title>
  <dc:subject>KR22-G01-ART-BEAT-L01</dc:subject>
  <dc:creator>education-ppt</dc:creator>
  <cp:lastModifiedBy>education-ppt</cp:lastModifiedBy>
  <cp:revision>1</cp:revision>
  <dcterms:created xsi:type="dcterms:W3CDTF">2026-10-26T09:48:04Z</dcterms:created>
  <dcterms:modified xsi:type="dcterms:W3CDTF">2026-10-26T09:48:04Z</dcterms:modified>
</cp:coreProperties>
</file>