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ec45ecd-0421-8182-e604-e008952872fc}">
          <p14:sldIdLst>
            <p14:sldId id="256"/>
            <p14:sldId id="257"/>
          </p14:sldIdLst>
        </p14:section>
        <p14:section name="개념" id="{e56ba4b7-16aa-065c-ff74-6f1dd927d329}">
          <p14:sldIdLst>
            <p14:sldId id="258"/>
          </p14:sldIdLst>
        </p14:section>
        <p14:section name="연습" id="{7b85ea28-9938-8886-49ce-76f180cc9a0c}">
          <p14:sldIdLst>
            <p14:sldId id="259"/>
            <p14:sldId id="260"/>
          </p14:sldIdLst>
        </p14:section>
        <p14:section name="확인" id="{f24fc09a-78de-d1b3-1e5a-2e031d3aa615}">
          <p14:sldIdLst>
            <p14:sldId id="261"/>
          </p14:sldIdLst>
        </p14:section>
        <p14:section name="정리" id="{d9e8f1eb-9ceb-d0cd-ba45-e35a2d0dc226}">
          <p14:sldIdLst>
            <p14:sldId id="262"/>
          </p14:sldIdLst>
        </p14:section>
        <p14:section name="보충" id="{c7f17e5f-c7a2-fd83-b60c-0bff5b2e3547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활동을 알리고 선과 색에 관심을 갖게 합니다.
시간: 약 2분
이렇게 말해 보세요
- “오른쪽 그림에 어떤 선이 보여? 손가락으로 따라가 볼까?”
- “오늘은 크레파스로 여러 가지 선을 그어 보고, 네 이야기를 그림으로 그려 볼 거야.”
예상 답
- “꼬불꼬불한 선이요.” / “뾰족뾰족해요.” / “동그라미가 있어요.”
주의
- 크레파스, 흰 종이 여러 장, 색종이와 어린이용 가위·풀(선택)을 준비합니다. 바닥이나 탁자에 신문지를 깔면 마음 편히 그릴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확인(색 이름, 선 긋기)]
목적: 기본 색 이름을 알고, 크레파스를 쥐고 곧은 선과 동그라미를 그을 수 있는지 확인합니다. 이 차시는 계획상 앞 차시가 없으므로 유치원에서 해 온 그리기 경험을 확인합니다.
시간: 약 3분
이렇게 말해 보세요
- “크레파스 중에서 빨간색을 찾아 줄래? 노란색은? 파란색은?”
- “종이 위에서 아래로 선을 쭉 그어 봐.”
- “이번엔 동그라미를 하나 그려 볼까?”
정답
- ① 빨강(노랑, 파랑도 찾으면 더 좋음) ② 끊기지 않은 선 하나 ③ 처음과 끝이 거의 만나는 동그라미. 모양이 반듯하지 않아도 맞습니다.
막히면
- 색 이름을 헷갈리면 집 안 물건(빨간 사과, 노란 바나나)과 함께 짚어 줍니다.
- 크레파스를 주먹으로 쥐거나 선이 자꾸 끊기면 S08(보충)을 먼저 합니다.
주의
- 잘 그렸는지가 아니라 해 볼 수 있는지를 봅니다. 칭찬을 먼저 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여러 가지 선과 느낌]
목적: 곧은 선, 구불구불한 선, 지그재그 선, 빙글빙글 선을 보여 주고, 선과 색에 따라 느낌이 다르다는 것을 알려 줍니다(M1).
시간: 약 4분
이렇게 말해 보세요
- “손가락으로 하나씩 따라가 보자. 이건 어떤 느낌이 들어?”
- “엄마(아빠)는 구불구불한 선을 보면 물결이 생각나. 너는?”
- “동그라미도 선으로 그린 거야. 빙글빙글 선처럼 둥글게 돌아가지?”
- “선이랑 색으로 기분이나 오늘 있었던 일도 그릴 수 있어.”
예상 답
- 곧은 선: “길 같아요.”, “똑바로요.” / 구불구불한 선: “물결”, “뱀” / 지그재그 선: “번개”, “뾰족해요” / 빙글빙글 선: “달팽이”, “어지러워요”
- 느낌에는 정답이 없습니다. 까닭을 붙여 말하면 충분합니다.
막히면
- 느낌을 말하기 어려우면 “빠른 느낌이야, 느린 느낌이야?”, “부드러워, 뾰족해?”처럼 둘 중에 고르게 합니다.
주의
- 선의 이름은 외우지 않아도 됩니다. 아이가 지은 이름(‘꼬불선’, ‘번개선’)도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선과 색 놀이, 집에서 선 찾기]
목적: 크레파스로 여러 가지 선과 색을 탐색하고, 집 안에서 같은 선과 모양을 부모와 함께 찾아봅니다(목표 A, 감상).
시간: 약 8분
이렇게 말해 보세요
- “종이 한 장에 여러 가지 선을 마음껏 그어 보자. 엄마(아빠)도 옆에서 그을게.”
- “이번엔 다른 색으로 같은 선을 그어 볼까? 느낌이 달라졌어?”
- “이제 집 안에서 곧은 선을 찾아보자. 동그라미 모양은 어디 있을까? 구불구불한 선은?”
- “찾은 것 중에 어떤 선이 제일 마음에 들어? 왜?”
예상 답
- 곧은 선: 문틀, 책장, 창문틀, 식탁 모서리 / 동그라미: 시계, 접시, 컵 입구, 단추 / 구불구불한 선: 커튼 무늬, 전선, 머리카락
- “빨간 지그재그 선은 화난 것 같아요.”처럼 선이나 색 하나의 느낌을 말합니다.
정답
- 관찰 기준 네 가지 중 세 가지 이상이면 목표 A 연습 완료입니다. 찾은 것은 활동지 3에 표시합니다.
막히면
- 무엇을 그을지 몰라 멈추면(M2) 부모가 먼저 아무렇게나 그어 보이며 “틀린 선은 없어.”라고 말해 줍니다.
- 찾기가 어려우면 부모가 “이 문을 손가락으로 따라가 볼까?”처럼 물건을 하나 짚어 줍니다.
주의
- 선택: 그림책이나 미술관 누리집에서 선이 잘 보이는 그림을 함께 찾아보고 “어떤 선이 보여?”라고 물어도 좋습니다. 작품은 화면이나 활동지에 옮기지 않습니다.
- 크레파스가 묻은 손으로 눈을 비비지 않게 하고, 끝나면 손을 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그림 보고 이야기 짐작하기]
목적: 선과 색만으로도 날씨나 기분, 있었던 일을 나타낼 수 있다는 것을 그림을 보고 짐작하며 알게 합니다. 내 이야기를 그릴 때 선과 색을 고르는 연습입니다(목표 B, M3).
시간: 약 5분
이렇게 말해 보세요
- “가는 어떤 날 같아? 왜 그렇게 생각했어?”
- “나는 어떤 날 같아? 어떤 기분이 들어?”
- “만약 신나는 날을 그린다면 어떤 선과 색을 쓰고 싶어?”
예상 답
- 가: “비 오는 날 같아요. 짧은 선이 빗방울 같아요.”, “바다 같아요.”, “조용해요.”
- 나: “해가 뜬 날이요.”, “신나요.”, “뜨거워요.”, “번개 같아요.”
- 정답은 하나가 아닙니다. 선이나 색을 근거로 까닭을 말하면 맞습니다.
막히면
- “짧은 선들은 무엇 같아? 위에서 아래로 떨어지는 것은?”처럼 한 부분만 짚어 묻습니다.
- “하늘은 꼭 파란색이어야 해요.”라고 하면(M3) “기분에 따라 색을 고를 수도 있어. 저녁 하늘은 무슨 색일까?”라고 물어 줍니다.
주의
- 이 그림은 이 자료를 위해 선과 동그라미로만 만든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내 이야기 그리기]
목적: 경험 하나를 골라 선·색·모양으로 나타내고 소개하는지 관찰합니다(목표 A·B 확인).
시간: 약 12분
이렇게 말해 보세요
- “오늘(어제) 한 일 중에 그리고 싶은 것을 하나 골라 볼까? 놀이터, 비 온 날, 맛있게 먹은 것 무엇이든 좋아.”
- “그때 기분은 어땠어? 그 기분에는 어떤 선과 색이 어울릴까?”
- “다 그리면 엄마(아빠)한테 소개해 줘. 무엇을 그렸어? 왜 이 색을 골랐어?”
예상 답
- “놀이터에서 그네 탄 걸 그렸어요. 신나서 빨간 지그재그 선을 그렸어요.”
정답
- 관찰 기준 세 가지를 모두 지키면 목표 A·B 확인 완료입니다. 두 가지 이하이면 다음 수업 처음에 S04를 짧게 다시 합니다.
- 그림 실력이 아니라 선과 색을 골라 쓰고, 무엇을 나타냈는지 말하는지를 봅니다.
막히면
- 이야기를 고르지 못하면 “오늘 아침에 먹은 것”처럼 부모가 두 가지를 제안해 고르게 합니다.
- 그리기를 힘들어하면 색종이를 손으로 찢거나 오려 붙여 모양을 만들게 합니다.
주의
- 어린이용 가위를 쓰고, 가위를 들고 돌아다니지 않게 합니다. 건넬 때는 손잡이 쪽으로 건넵니다.
- 아이가 소개한 말을 그림 아래나 활동지 4에 받아 적어 줍니다. 결과를 기록표(S06 줄)에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정리와 다음 학습]
목적: 오늘 한 활동을 돌아보고 다음 수업 첫 5분 복습을 알려 줍니다.
시간: 약 3분
이렇게 말해 보세요
- “오늘 어떤 선을 그었지? 네 그림에서 제일 마음에 드는 곳은 어디야?”
예상 답
- “구불구불한 선이요. 물결 같아서 좋아요.”
정답
- ① 곧은 선, 구불구불한 선, 지그재그 선, 빙글빙글 선 중 세 가지를 그으면 맞음 ② 시계, 접시, 컵 입구 등 둥근 물건을 찾으면 맞음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보충(손가락으로 선 따라가기)]
목적: S02에서 크레파스 쥐기나 선 긋기가 어려우면, 손가락으로 선을 따라간 뒤 크레파스로 점선을 따라 그어 손 조절을 돕습니다.
시간: 약 5분
이렇게 말해 보세요
- “손가락으로 이 점선을 천천히 따라가 보자. 처음부터 끝까지.”
- “이번엔 크레파스로 종이 위의 점선을 따라 그어 볼까?”
정답
- 점선에서 크게 벗어나지 않고 끝까지 이어 그으면 맞습니다.
막히면
- 부모가 아이 손 위에 손을 얹고 함께 천천히 긋습니다. 굵고 짧은 크레파스가 쥐기 쉽습니다.
- 이 차시는 계획상 앞 차시가 없습니다. 쥐기와 선 긋기가 계속 어려우면 며칠 동안 활동지 1처럼 따라 긋기를 짧게 반복한 뒤 S04부터 다시 합니다.
주의
- 종이는 테이프로 탁자에 붙여 두면 움직이지 않아 긋기 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미술놀이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색·선·모양 탐색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색·선·모양 탐색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음악·미술 · 색·선·모양 탐색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색·선·모양 탐색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선과 색으로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그릴 수 있을까?</a:t>
            </a:r>
            <a:endParaRPr lang="ko-KR" sz="32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구불구불한 선, 지그재그 선, 곧은 선과 노란 동그라미"/>
          <p:cNvSpPr/>
          <p:nvPr/>
        </p:nvSpPr>
        <p:spPr>
          <a:xfrm>
            <a:off x="7995786" y="1062188"/>
            <a:ext cx="1866499" cy="502519"/>
          </a:xfrm>
          <a:custGeom>
            <a:avLst/>
            <a:gdLst/>
            <a:ahLst/>
            <a:cxnLst/>
            <a:rect l="l" t="t" r="r" b="b"/>
            <a:pathLst>
              <a:path w="1866499" h="502519">
                <a:moveTo>
                  <a:pt x="0" y="251259"/>
                </a:moveTo>
                <a:lnTo>
                  <a:pt x="38766" y="202443"/>
                </a:lnTo>
                <a:lnTo>
                  <a:pt x="77531" y="155063"/>
                </a:lnTo>
                <a:lnTo>
                  <a:pt x="117015" y="111990"/>
                </a:lnTo>
                <a:lnTo>
                  <a:pt x="155781" y="73942"/>
                </a:lnTo>
                <a:lnTo>
                  <a:pt x="194547" y="42355"/>
                </a:lnTo>
                <a:lnTo>
                  <a:pt x="233312" y="19383"/>
                </a:lnTo>
                <a:lnTo>
                  <a:pt x="272078" y="5025"/>
                </a:lnTo>
                <a:lnTo>
                  <a:pt x="310844" y="0"/>
                </a:lnTo>
                <a:lnTo>
                  <a:pt x="350327" y="5025"/>
                </a:lnTo>
                <a:lnTo>
                  <a:pt x="389093" y="19383"/>
                </a:lnTo>
                <a:lnTo>
                  <a:pt x="427859" y="42355"/>
                </a:lnTo>
                <a:lnTo>
                  <a:pt x="466625" y="73942"/>
                </a:lnTo>
                <a:lnTo>
                  <a:pt x="505390" y="111990"/>
                </a:lnTo>
                <a:lnTo>
                  <a:pt x="544156" y="155063"/>
                </a:lnTo>
                <a:lnTo>
                  <a:pt x="582922" y="202443"/>
                </a:lnTo>
                <a:lnTo>
                  <a:pt x="622406" y="251259"/>
                </a:lnTo>
                <a:lnTo>
                  <a:pt x="661171" y="300076"/>
                </a:lnTo>
                <a:lnTo>
                  <a:pt x="699937" y="347456"/>
                </a:lnTo>
                <a:lnTo>
                  <a:pt x="738703" y="390529"/>
                </a:lnTo>
                <a:lnTo>
                  <a:pt x="777469" y="428577"/>
                </a:lnTo>
                <a:lnTo>
                  <a:pt x="816234" y="460164"/>
                </a:lnTo>
                <a:lnTo>
                  <a:pt x="855718" y="483136"/>
                </a:lnTo>
                <a:lnTo>
                  <a:pt x="894484" y="497494"/>
                </a:lnTo>
                <a:lnTo>
                  <a:pt x="933249" y="502519"/>
                </a:lnTo>
                <a:lnTo>
                  <a:pt x="972015" y="497494"/>
                </a:lnTo>
                <a:lnTo>
                  <a:pt x="1010781" y="483136"/>
                </a:lnTo>
                <a:lnTo>
                  <a:pt x="1050265" y="460164"/>
                </a:lnTo>
                <a:lnTo>
                  <a:pt x="1089030" y="428577"/>
                </a:lnTo>
                <a:lnTo>
                  <a:pt x="1127796" y="390529"/>
                </a:lnTo>
                <a:lnTo>
                  <a:pt x="1166562" y="347456"/>
                </a:lnTo>
                <a:lnTo>
                  <a:pt x="1205328" y="300076"/>
                </a:lnTo>
                <a:lnTo>
                  <a:pt x="1244093" y="251259"/>
                </a:lnTo>
                <a:lnTo>
                  <a:pt x="1282859" y="202443"/>
                </a:lnTo>
                <a:lnTo>
                  <a:pt x="1322343" y="155063"/>
                </a:lnTo>
                <a:lnTo>
                  <a:pt x="1361108" y="111990"/>
                </a:lnTo>
                <a:lnTo>
                  <a:pt x="1399874" y="73942"/>
                </a:lnTo>
                <a:lnTo>
                  <a:pt x="1438640" y="42355"/>
                </a:lnTo>
                <a:lnTo>
                  <a:pt x="1477406" y="19383"/>
                </a:lnTo>
                <a:lnTo>
                  <a:pt x="1516889" y="5025"/>
                </a:lnTo>
                <a:lnTo>
                  <a:pt x="1555655" y="0"/>
                </a:lnTo>
                <a:lnTo>
                  <a:pt x="1594421" y="5025"/>
                </a:lnTo>
                <a:lnTo>
                  <a:pt x="1633187" y="19383"/>
                </a:lnTo>
                <a:lnTo>
                  <a:pt x="1671952" y="42355"/>
                </a:lnTo>
                <a:lnTo>
                  <a:pt x="1710718" y="73942"/>
                </a:lnTo>
                <a:lnTo>
                  <a:pt x="1750202" y="111990"/>
                </a:lnTo>
                <a:lnTo>
                  <a:pt x="1788967" y="155063"/>
                </a:lnTo>
                <a:lnTo>
                  <a:pt x="1827733" y="202443"/>
                </a:lnTo>
                <a:lnTo>
                  <a:pt x="1866499" y="251259"/>
                </a:lnTo>
              </a:path>
            </a:pathLst>
          </a:custGeom>
          <a:noFill/>
          <a:ln w="76200">
            <a:solidFill>
              <a:srgbClr val="2A9D8F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7995786" y="1995437"/>
            <a:ext cx="1866499" cy="502519"/>
          </a:xfrm>
          <a:custGeom>
            <a:avLst/>
            <a:gdLst/>
            <a:ahLst/>
            <a:cxnLst/>
            <a:rect l="l" t="t" r="r" b="b"/>
            <a:pathLst>
              <a:path w="1866499" h="502519">
                <a:moveTo>
                  <a:pt x="0" y="502519"/>
                </a:moveTo>
                <a:lnTo>
                  <a:pt x="310844" y="0"/>
                </a:lnTo>
                <a:lnTo>
                  <a:pt x="622406" y="502519"/>
                </a:lnTo>
                <a:lnTo>
                  <a:pt x="933249" y="0"/>
                </a:lnTo>
                <a:lnTo>
                  <a:pt x="1244093" y="502519"/>
                </a:lnTo>
                <a:lnTo>
                  <a:pt x="1555655" y="0"/>
                </a:lnTo>
                <a:lnTo>
                  <a:pt x="1866499" y="502519"/>
                </a:lnTo>
              </a:path>
            </a:pathLst>
          </a:custGeom>
          <a:noFill/>
          <a:ln w="76200">
            <a:solidFill>
              <a:srgbClr val="E9762B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7995786" y="3108158"/>
            <a:ext cx="1866499" cy="9144"/>
          </a:xfrm>
          <a:custGeom>
            <a:avLst/>
            <a:gdLst/>
            <a:ahLst/>
            <a:cxnLst/>
            <a:rect l="l" t="t" r="r" b="b"/>
            <a:pathLst>
              <a:path w="1866499" h="9144">
                <a:moveTo>
                  <a:pt x="0" y="0"/>
                </a:moveTo>
                <a:lnTo>
                  <a:pt x="1866499" y="0"/>
                </a:lnTo>
              </a:path>
            </a:pathLst>
          </a:custGeom>
          <a:noFill/>
          <a:ln w="76200">
            <a:solidFill>
              <a:srgbClr val="3D5A80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10113545" y="1421130"/>
            <a:ext cx="1076826" cy="1076826"/>
          </a:xfrm>
          <a:prstGeom prst="ellipse">
            <a:avLst/>
          </a:prstGeom>
          <a:solidFill>
            <a:srgbClr val="F2C14E"/>
          </a:solidFill>
          <a:ln w="50800">
            <a:solidFill>
              <a:srgbClr val="C8434E"/>
            </a:solidFill>
            <a:prstDash val="solid"/>
          </a:ln>
        </p:spPr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여러 가지 선과 색을 그어 봐요.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내 이야기를 그림으로 나타내요.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크레파스로 해 봐요</a:t>
            </a:r>
            <a:endParaRPr lang="ko-KR" sz="4400" dirty="0"/>
          </a:p>
        </p:txBody>
      </p:sp>
      <p:sp>
        <p:nvSpPr>
          <p:cNvPr id="3" name="S02-text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듣고 해 봐요.</a:t>
            </a:r>
            <a:endParaRPr lang="ko-KR" sz="3200" dirty="0"/>
          </a:p>
        </p:txBody>
      </p:sp>
      <p:sp>
        <p:nvSpPr>
          <p:cNvPr id="4" name="S02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크레파스는 연필처럼 잡아요.</a:t>
            </a:r>
            <a:endParaRPr lang="ko-KR" sz="3200" dirty="0"/>
          </a:p>
        </p:txBody>
      </p:sp>
      <p:sp>
        <p:nvSpPr>
          <p:cNvPr id="6" name="S02-chip1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1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빨간색을 찾아요.</a:t>
            </a:r>
            <a:endParaRPr lang="ko-KR" sz="3200" dirty="0"/>
          </a:p>
        </p:txBody>
      </p:sp>
      <p:sp>
        <p:nvSpPr>
          <p:cNvPr id="8" name="S02-chip1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14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선을 쭉 그어요.</a:t>
            </a:r>
            <a:endParaRPr lang="ko-KR" sz="3200" dirty="0"/>
          </a:p>
        </p:txBody>
      </p:sp>
      <p:sp>
        <p:nvSpPr>
          <p:cNvPr id="10" name="S02-chip1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2-text1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동그라미를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선</a:t>
            </a:r>
            <a:endParaRPr lang="ko-KR" sz="4400" dirty="0"/>
          </a:p>
        </p:txBody>
      </p:sp>
      <p:sp>
        <p:nvSpPr>
          <p:cNvPr id="3" name="S03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선과 색마다 느낌이 달라요.</a:t>
            </a:r>
            <a:endParaRPr lang="ko-KR" sz="3200" dirty="0"/>
          </a:p>
        </p:txBody>
      </p:sp>
      <p:sp>
        <p:nvSpPr>
          <p:cNvPr id="5" name="S03-figure19" descr="파란 곧은 선"/>
          <p:cNvSpPr/>
          <p:nvPr/>
        </p:nvSpPr>
        <p:spPr>
          <a:xfrm>
            <a:off x="647700" y="2963799"/>
            <a:ext cx="2334768" cy="9144"/>
          </a:xfrm>
          <a:custGeom>
            <a:avLst/>
            <a:gdLst/>
            <a:ahLst/>
            <a:cxnLst/>
            <a:rect l="l" t="t" r="r" b="b"/>
            <a:pathLst>
              <a:path w="2334768" h="9144">
                <a:moveTo>
                  <a:pt x="0" y="0"/>
                </a:moveTo>
                <a:lnTo>
                  <a:pt x="2334768" y="0"/>
                </a:lnTo>
              </a:path>
            </a:pathLst>
          </a:custGeom>
          <a:noFill/>
          <a:ln w="76200">
            <a:solidFill>
              <a:srgbClr val="3D5A80"/>
            </a:solidFill>
            <a:prstDash val="solid"/>
          </a:ln>
        </p:spPr>
      </p:sp>
      <p:sp>
        <p:nvSpPr>
          <p:cNvPr id="6" name="S03-label20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</a:t>
            </a:r>
            <a:endParaRPr lang="ko-KR" sz="2600" dirty="0"/>
          </a:p>
        </p:txBody>
      </p:sp>
      <p:sp>
        <p:nvSpPr>
          <p:cNvPr id="7" name="S03-figure21" descr="초록빛 구불구불한 선"/>
          <p:cNvSpPr/>
          <p:nvPr/>
        </p:nvSpPr>
        <p:spPr>
          <a:xfrm>
            <a:off x="3500628" y="2613584"/>
            <a:ext cx="2334768" cy="700430"/>
          </a:xfrm>
          <a:custGeom>
            <a:avLst/>
            <a:gdLst/>
            <a:ahLst/>
            <a:cxnLst/>
            <a:rect l="l" t="t" r="r" b="b"/>
            <a:pathLst>
              <a:path w="2334768" h="700430">
                <a:moveTo>
                  <a:pt x="0" y="350215"/>
                </a:moveTo>
                <a:lnTo>
                  <a:pt x="48446" y="259743"/>
                </a:lnTo>
                <a:lnTo>
                  <a:pt x="97477" y="175108"/>
                </a:lnTo>
                <a:lnTo>
                  <a:pt x="145923" y="102730"/>
                </a:lnTo>
                <a:lnTo>
                  <a:pt x="194369" y="46695"/>
                </a:lnTo>
                <a:lnTo>
                  <a:pt x="243400" y="11674"/>
                </a:lnTo>
                <a:lnTo>
                  <a:pt x="291846" y="0"/>
                </a:lnTo>
                <a:lnTo>
                  <a:pt x="340292" y="11674"/>
                </a:lnTo>
                <a:lnTo>
                  <a:pt x="389323" y="46695"/>
                </a:lnTo>
                <a:lnTo>
                  <a:pt x="437769" y="102730"/>
                </a:lnTo>
                <a:lnTo>
                  <a:pt x="486215" y="175108"/>
                </a:lnTo>
                <a:lnTo>
                  <a:pt x="535246" y="259743"/>
                </a:lnTo>
                <a:lnTo>
                  <a:pt x="583692" y="350215"/>
                </a:lnTo>
                <a:lnTo>
                  <a:pt x="632138" y="440687"/>
                </a:lnTo>
                <a:lnTo>
                  <a:pt x="681169" y="525323"/>
                </a:lnTo>
                <a:lnTo>
                  <a:pt x="729615" y="597701"/>
                </a:lnTo>
                <a:lnTo>
                  <a:pt x="778061" y="653735"/>
                </a:lnTo>
                <a:lnTo>
                  <a:pt x="827092" y="688757"/>
                </a:lnTo>
                <a:lnTo>
                  <a:pt x="875538" y="700430"/>
                </a:lnTo>
                <a:lnTo>
                  <a:pt x="923984" y="688757"/>
                </a:lnTo>
                <a:lnTo>
                  <a:pt x="973015" y="653735"/>
                </a:lnTo>
                <a:lnTo>
                  <a:pt x="1021461" y="597701"/>
                </a:lnTo>
                <a:lnTo>
                  <a:pt x="1069907" y="525323"/>
                </a:lnTo>
                <a:lnTo>
                  <a:pt x="1118938" y="440687"/>
                </a:lnTo>
                <a:lnTo>
                  <a:pt x="1167384" y="350215"/>
                </a:lnTo>
                <a:lnTo>
                  <a:pt x="1215830" y="259743"/>
                </a:lnTo>
                <a:lnTo>
                  <a:pt x="1264861" y="175108"/>
                </a:lnTo>
                <a:lnTo>
                  <a:pt x="1313307" y="102730"/>
                </a:lnTo>
                <a:lnTo>
                  <a:pt x="1361753" y="46695"/>
                </a:lnTo>
                <a:lnTo>
                  <a:pt x="1410784" y="11674"/>
                </a:lnTo>
                <a:lnTo>
                  <a:pt x="1459230" y="0"/>
                </a:lnTo>
                <a:lnTo>
                  <a:pt x="1507676" y="11674"/>
                </a:lnTo>
                <a:lnTo>
                  <a:pt x="1556707" y="46695"/>
                </a:lnTo>
                <a:lnTo>
                  <a:pt x="1605153" y="102730"/>
                </a:lnTo>
                <a:lnTo>
                  <a:pt x="1653599" y="175108"/>
                </a:lnTo>
                <a:lnTo>
                  <a:pt x="1702630" y="259743"/>
                </a:lnTo>
                <a:lnTo>
                  <a:pt x="1751076" y="350215"/>
                </a:lnTo>
                <a:lnTo>
                  <a:pt x="1799522" y="440687"/>
                </a:lnTo>
                <a:lnTo>
                  <a:pt x="1848553" y="525323"/>
                </a:lnTo>
                <a:lnTo>
                  <a:pt x="1896999" y="597701"/>
                </a:lnTo>
                <a:lnTo>
                  <a:pt x="1945445" y="653735"/>
                </a:lnTo>
                <a:lnTo>
                  <a:pt x="1994476" y="688757"/>
                </a:lnTo>
                <a:lnTo>
                  <a:pt x="2042922" y="700430"/>
                </a:lnTo>
                <a:lnTo>
                  <a:pt x="2091368" y="688757"/>
                </a:lnTo>
                <a:lnTo>
                  <a:pt x="2140399" y="653735"/>
                </a:lnTo>
                <a:lnTo>
                  <a:pt x="2188845" y="597701"/>
                </a:lnTo>
                <a:lnTo>
                  <a:pt x="2237291" y="525323"/>
                </a:lnTo>
                <a:lnTo>
                  <a:pt x="2286322" y="440687"/>
                </a:lnTo>
                <a:lnTo>
                  <a:pt x="2334768" y="350215"/>
                </a:lnTo>
              </a:path>
            </a:pathLst>
          </a:custGeom>
          <a:noFill/>
          <a:ln w="76200">
            <a:solidFill>
              <a:srgbClr val="2A9D8F"/>
            </a:solidFill>
            <a:prstDash val="solid"/>
          </a:ln>
        </p:spPr>
      </p:sp>
      <p:sp>
        <p:nvSpPr>
          <p:cNvPr id="8" name="S03-label22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구불구불한 선</a:t>
            </a:r>
            <a:endParaRPr lang="ko-KR" sz="2600" dirty="0"/>
          </a:p>
        </p:txBody>
      </p:sp>
      <p:sp>
        <p:nvSpPr>
          <p:cNvPr id="9" name="S03-figure23" descr="주황 지그재그 선"/>
          <p:cNvSpPr/>
          <p:nvPr/>
        </p:nvSpPr>
        <p:spPr>
          <a:xfrm>
            <a:off x="6353556" y="2613584"/>
            <a:ext cx="2334768" cy="700430"/>
          </a:xfrm>
          <a:custGeom>
            <a:avLst/>
            <a:gdLst/>
            <a:ahLst/>
            <a:cxnLst/>
            <a:rect l="l" t="t" r="r" b="b"/>
            <a:pathLst>
              <a:path w="2334768" h="700430">
                <a:moveTo>
                  <a:pt x="0" y="700430"/>
                </a:moveTo>
                <a:lnTo>
                  <a:pt x="291846" y="0"/>
                </a:lnTo>
                <a:lnTo>
                  <a:pt x="583692" y="700430"/>
                </a:lnTo>
                <a:lnTo>
                  <a:pt x="875538" y="0"/>
                </a:lnTo>
                <a:lnTo>
                  <a:pt x="1167384" y="700430"/>
                </a:lnTo>
                <a:lnTo>
                  <a:pt x="1459230" y="0"/>
                </a:lnTo>
                <a:lnTo>
                  <a:pt x="1751076" y="700430"/>
                </a:lnTo>
                <a:lnTo>
                  <a:pt x="2042922" y="0"/>
                </a:lnTo>
                <a:lnTo>
                  <a:pt x="2334768" y="700430"/>
                </a:lnTo>
              </a:path>
            </a:pathLst>
          </a:custGeom>
          <a:noFill/>
          <a:ln w="76200">
            <a:solidFill>
              <a:srgbClr val="E9762B"/>
            </a:solidFill>
            <a:prstDash val="solid"/>
          </a:ln>
        </p:spPr>
      </p:sp>
      <p:sp>
        <p:nvSpPr>
          <p:cNvPr id="10" name="S03-label24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지그재그 선</a:t>
            </a:r>
            <a:endParaRPr lang="ko-KR" sz="2600" dirty="0"/>
          </a:p>
        </p:txBody>
      </p:sp>
      <p:sp>
        <p:nvSpPr>
          <p:cNvPr id="11" name="S03-figure25" descr="빨간 빙글빙글 선"/>
          <p:cNvSpPr/>
          <p:nvPr/>
        </p:nvSpPr>
        <p:spPr>
          <a:xfrm>
            <a:off x="9595807" y="2262201"/>
            <a:ext cx="1711969" cy="1557874"/>
          </a:xfrm>
          <a:custGeom>
            <a:avLst/>
            <a:gdLst/>
            <a:ahLst/>
            <a:cxnLst/>
            <a:rect l="l" t="t" r="r" b="b"/>
            <a:pathLst>
              <a:path w="1711969" h="1557874">
                <a:moveTo>
                  <a:pt x="778061" y="701598"/>
                </a:moveTo>
                <a:lnTo>
                  <a:pt x="787984" y="699263"/>
                </a:lnTo>
                <a:lnTo>
                  <a:pt x="796740" y="693426"/>
                </a:lnTo>
                <a:lnTo>
                  <a:pt x="803160" y="683503"/>
                </a:lnTo>
                <a:lnTo>
                  <a:pt x="806079" y="670662"/>
                </a:lnTo>
                <a:lnTo>
                  <a:pt x="803744" y="656654"/>
                </a:lnTo>
                <a:lnTo>
                  <a:pt x="797323" y="642645"/>
                </a:lnTo>
                <a:lnTo>
                  <a:pt x="785649" y="629220"/>
                </a:lnTo>
                <a:lnTo>
                  <a:pt x="769306" y="619297"/>
                </a:lnTo>
                <a:lnTo>
                  <a:pt x="749461" y="612877"/>
                </a:lnTo>
                <a:lnTo>
                  <a:pt x="726113" y="611709"/>
                </a:lnTo>
                <a:lnTo>
                  <a:pt x="701598" y="616962"/>
                </a:lnTo>
                <a:lnTo>
                  <a:pt x="677083" y="628636"/>
                </a:lnTo>
                <a:lnTo>
                  <a:pt x="654902" y="646731"/>
                </a:lnTo>
                <a:lnTo>
                  <a:pt x="636224" y="671246"/>
                </a:lnTo>
                <a:lnTo>
                  <a:pt x="622216" y="701598"/>
                </a:lnTo>
                <a:lnTo>
                  <a:pt x="615795" y="736036"/>
                </a:lnTo>
                <a:lnTo>
                  <a:pt x="616962" y="773392"/>
                </a:lnTo>
                <a:lnTo>
                  <a:pt x="626885" y="811332"/>
                </a:lnTo>
                <a:lnTo>
                  <a:pt x="646147" y="848104"/>
                </a:lnTo>
                <a:lnTo>
                  <a:pt x="674164" y="881375"/>
                </a:lnTo>
                <a:lnTo>
                  <a:pt x="710937" y="908808"/>
                </a:lnTo>
                <a:lnTo>
                  <a:pt x="754130" y="928654"/>
                </a:lnTo>
                <a:lnTo>
                  <a:pt x="803160" y="939160"/>
                </a:lnTo>
                <a:lnTo>
                  <a:pt x="855109" y="938577"/>
                </a:lnTo>
                <a:lnTo>
                  <a:pt x="907641" y="926319"/>
                </a:lnTo>
                <a:lnTo>
                  <a:pt x="958422" y="901804"/>
                </a:lnTo>
                <a:lnTo>
                  <a:pt x="1004534" y="866199"/>
                </a:lnTo>
                <a:lnTo>
                  <a:pt x="1043641" y="819504"/>
                </a:lnTo>
                <a:lnTo>
                  <a:pt x="1072242" y="764053"/>
                </a:lnTo>
                <a:lnTo>
                  <a:pt x="1089169" y="701598"/>
                </a:lnTo>
                <a:lnTo>
                  <a:pt x="1092671" y="634473"/>
                </a:lnTo>
                <a:lnTo>
                  <a:pt x="1081581" y="566765"/>
                </a:lnTo>
                <a:lnTo>
                  <a:pt x="1055315" y="500224"/>
                </a:lnTo>
                <a:lnTo>
                  <a:pt x="1013873" y="439520"/>
                </a:lnTo>
                <a:lnTo>
                  <a:pt x="959590" y="386988"/>
                </a:lnTo>
                <a:lnTo>
                  <a:pt x="893632" y="346129"/>
                </a:lnTo>
                <a:lnTo>
                  <a:pt x="818336" y="319863"/>
                </a:lnTo>
                <a:lnTo>
                  <a:pt x="736619" y="309357"/>
                </a:lnTo>
                <a:lnTo>
                  <a:pt x="653151" y="316945"/>
                </a:lnTo>
                <a:lnTo>
                  <a:pt x="570267" y="342044"/>
                </a:lnTo>
                <a:lnTo>
                  <a:pt x="493220" y="385237"/>
                </a:lnTo>
                <a:lnTo>
                  <a:pt x="425511" y="445357"/>
                </a:lnTo>
                <a:lnTo>
                  <a:pt x="370644" y="520070"/>
                </a:lnTo>
                <a:lnTo>
                  <a:pt x="331537" y="606456"/>
                </a:lnTo>
                <a:lnTo>
                  <a:pt x="311108" y="701598"/>
                </a:lnTo>
                <a:lnTo>
                  <a:pt x="311108" y="800825"/>
                </a:lnTo>
                <a:lnTo>
                  <a:pt x="332704" y="900053"/>
                </a:lnTo>
                <a:lnTo>
                  <a:pt x="375314" y="994611"/>
                </a:lnTo>
                <a:lnTo>
                  <a:pt x="437769" y="1079247"/>
                </a:lnTo>
                <a:lnTo>
                  <a:pt x="518902" y="1151041"/>
                </a:lnTo>
                <a:lnTo>
                  <a:pt x="614628" y="1204740"/>
                </a:lnTo>
                <a:lnTo>
                  <a:pt x="721443" y="1238011"/>
                </a:lnTo>
                <a:lnTo>
                  <a:pt x="835263" y="1248517"/>
                </a:lnTo>
                <a:lnTo>
                  <a:pt x="951418" y="1234509"/>
                </a:lnTo>
                <a:lnTo>
                  <a:pt x="1063487" y="1195985"/>
                </a:lnTo>
                <a:lnTo>
                  <a:pt x="1166800" y="1133530"/>
                </a:lnTo>
                <a:lnTo>
                  <a:pt x="1256689" y="1049478"/>
                </a:lnTo>
                <a:lnTo>
                  <a:pt x="1327899" y="946165"/>
                </a:lnTo>
                <a:lnTo>
                  <a:pt x="1376929" y="828843"/>
                </a:lnTo>
                <a:lnTo>
                  <a:pt x="1400861" y="701598"/>
                </a:lnTo>
                <a:lnTo>
                  <a:pt x="1397359" y="570267"/>
                </a:lnTo>
                <a:lnTo>
                  <a:pt x="1365839" y="440104"/>
                </a:lnTo>
                <a:lnTo>
                  <a:pt x="1306886" y="317528"/>
                </a:lnTo>
                <a:lnTo>
                  <a:pt x="1222251" y="207794"/>
                </a:lnTo>
                <a:lnTo>
                  <a:pt x="1115435" y="117322"/>
                </a:lnTo>
                <a:lnTo>
                  <a:pt x="989942" y="50198"/>
                </a:lnTo>
                <a:lnTo>
                  <a:pt x="851023" y="9923"/>
                </a:lnTo>
                <a:lnTo>
                  <a:pt x="704516" y="0"/>
                </a:lnTo>
                <a:lnTo>
                  <a:pt x="556842" y="20429"/>
                </a:lnTo>
                <a:lnTo>
                  <a:pt x="415005" y="72378"/>
                </a:lnTo>
                <a:lnTo>
                  <a:pt x="284842" y="154095"/>
                </a:lnTo>
                <a:lnTo>
                  <a:pt x="173357" y="262661"/>
                </a:lnTo>
                <a:lnTo>
                  <a:pt x="85803" y="393408"/>
                </a:lnTo>
                <a:lnTo>
                  <a:pt x="26850" y="541666"/>
                </a:lnTo>
                <a:lnTo>
                  <a:pt x="0" y="701598"/>
                </a:lnTo>
                <a:lnTo>
                  <a:pt x="6421" y="865615"/>
                </a:lnTo>
                <a:lnTo>
                  <a:pt x="47863" y="1026714"/>
                </a:lnTo>
                <a:lnTo>
                  <a:pt x="123159" y="1177307"/>
                </a:lnTo>
                <a:lnTo>
                  <a:pt x="229391" y="1310972"/>
                </a:lnTo>
                <a:lnTo>
                  <a:pt x="363056" y="1420706"/>
                </a:lnTo>
                <a:lnTo>
                  <a:pt x="518318" y="1501256"/>
                </a:lnTo>
                <a:lnTo>
                  <a:pt x="689340" y="1547951"/>
                </a:lnTo>
                <a:lnTo>
                  <a:pt x="867950" y="1557874"/>
                </a:lnTo>
                <a:lnTo>
                  <a:pt x="1047143" y="1530440"/>
                </a:lnTo>
                <a:lnTo>
                  <a:pt x="1219333" y="1465651"/>
                </a:lnTo>
                <a:lnTo>
                  <a:pt x="1375178" y="1364672"/>
                </a:lnTo>
                <a:lnTo>
                  <a:pt x="1508260" y="1232174"/>
                </a:lnTo>
                <a:lnTo>
                  <a:pt x="1612157" y="1072826"/>
                </a:lnTo>
                <a:lnTo>
                  <a:pt x="1681617" y="893632"/>
                </a:lnTo>
                <a:lnTo>
                  <a:pt x="1711969" y="701598"/>
                </a:lnTo>
              </a:path>
            </a:pathLst>
          </a:custGeom>
          <a:noFill/>
          <a:ln w="76200">
            <a:solidFill>
              <a:srgbClr val="C8434E"/>
            </a:solidFill>
            <a:prstDash val="solid"/>
          </a:ln>
        </p:spPr>
      </p:sp>
      <p:sp>
        <p:nvSpPr>
          <p:cNvPr id="12" name="S03-label26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빙글빙글 선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선과 색 놀이</a:t>
            </a:r>
            <a:endParaRPr lang="ko-KR" sz="4400" dirty="0"/>
          </a:p>
        </p:txBody>
      </p:sp>
      <p:sp>
        <p:nvSpPr>
          <p:cNvPr id="3" name="S04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마음껏 그어 봐요.</a:t>
            </a:r>
            <a:endParaRPr lang="ko-KR" sz="3200" dirty="0"/>
          </a:p>
        </p:txBody>
      </p:sp>
      <p:sp>
        <p:nvSpPr>
          <p:cNvPr id="4" name="S04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크레파스는 입에 넣지 않아요.</a:t>
            </a:r>
            <a:endParaRPr lang="ko-KR" sz="3200" dirty="0"/>
          </a:p>
        </p:txBody>
      </p:sp>
      <p:sp>
        <p:nvSpPr>
          <p:cNvPr id="6" name="S04-card30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31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선을 세 가지 그려요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색을 여러 개 써요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집에서 선을 찾아요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느낌을 하나 말해요</a:t>
            </a:r>
            <a:endParaRPr lang="ko-KR" sz="2600" dirty="0"/>
          </a:p>
        </p:txBody>
      </p:sp>
      <p:sp>
        <p:nvSpPr>
          <p:cNvPr id="8" name="S04-stepno32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4-text33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선을 그어요.</a:t>
            </a:r>
            <a:endParaRPr lang="ko-KR" sz="3200" dirty="0"/>
          </a:p>
        </p:txBody>
      </p:sp>
      <p:sp>
        <p:nvSpPr>
          <p:cNvPr id="10" name="S04-stepno34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4-text35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색을 바꿔 그어요.</a:t>
            </a:r>
            <a:endParaRPr lang="ko-KR" sz="3200" dirty="0"/>
          </a:p>
        </p:txBody>
      </p:sp>
      <p:sp>
        <p:nvSpPr>
          <p:cNvPr id="12" name="S04-stepno36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4-text37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같은 선을 찾아요.</a:t>
            </a:r>
            <a:endParaRPr lang="ko-KR" sz="3200" dirty="0"/>
          </a:p>
        </p:txBody>
      </p:sp>
      <p:sp>
        <p:nvSpPr>
          <p:cNvPr id="14" name="S04-stepno38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4-text39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선의 느낌을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날 같나요?</a:t>
            </a:r>
            <a:endParaRPr lang="ko-KR" sz="4400" dirty="0"/>
          </a:p>
        </p:txBody>
      </p:sp>
      <p:sp>
        <p:nvSpPr>
          <p:cNvPr id="3" name="S05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선과 색으로만 그린 그림이에요.</a:t>
            </a:r>
            <a:endParaRPr lang="ko-KR" sz="3200" dirty="0"/>
          </a:p>
        </p:txBody>
      </p:sp>
      <p:sp>
        <p:nvSpPr>
          <p:cNvPr id="5" name="S05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날 같나요? 어떤 느낌이 드나요?</a:t>
            </a:r>
            <a:endParaRPr lang="ko-KR" sz="3200" dirty="0"/>
          </a:p>
        </p:txBody>
      </p:sp>
      <p:sp>
        <p:nvSpPr>
          <p:cNvPr id="7" name="S05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5-figure45" descr="가: 파란 구불구불한 선 두 줄과 위쪽의 짧은 비스듬한 선들"/>
          <p:cNvSpPr/>
          <p:nvPr/>
        </p:nvSpPr>
        <p:spPr>
          <a:xfrm>
            <a:off x="2559825" y="4024577"/>
            <a:ext cx="1340585" cy="200082"/>
          </a:xfrm>
          <a:custGeom>
            <a:avLst/>
            <a:gdLst/>
            <a:ahLst/>
            <a:cxnLst/>
            <a:rect l="l" t="t" r="r" b="b"/>
            <a:pathLst>
              <a:path w="1340585" h="200082">
                <a:moveTo>
                  <a:pt x="0" y="100544"/>
                </a:moveTo>
                <a:lnTo>
                  <a:pt x="27817" y="68370"/>
                </a:lnTo>
                <a:lnTo>
                  <a:pt x="55969" y="39212"/>
                </a:lnTo>
                <a:lnTo>
                  <a:pt x="83787" y="17092"/>
                </a:lnTo>
                <a:lnTo>
                  <a:pt x="111604" y="3351"/>
                </a:lnTo>
                <a:lnTo>
                  <a:pt x="139756" y="335"/>
                </a:lnTo>
                <a:lnTo>
                  <a:pt x="167573" y="7708"/>
                </a:lnTo>
                <a:lnTo>
                  <a:pt x="195390" y="24801"/>
                </a:lnTo>
                <a:lnTo>
                  <a:pt x="223543" y="50272"/>
                </a:lnTo>
                <a:lnTo>
                  <a:pt x="251360" y="80770"/>
                </a:lnTo>
                <a:lnTo>
                  <a:pt x="279177" y="113615"/>
                </a:lnTo>
                <a:lnTo>
                  <a:pt x="307329" y="145118"/>
                </a:lnTo>
                <a:lnTo>
                  <a:pt x="335146" y="171595"/>
                </a:lnTo>
                <a:lnTo>
                  <a:pt x="362963" y="190698"/>
                </a:lnTo>
                <a:lnTo>
                  <a:pt x="391116" y="200082"/>
                </a:lnTo>
                <a:lnTo>
                  <a:pt x="418933" y="199077"/>
                </a:lnTo>
                <a:lnTo>
                  <a:pt x="446750" y="187682"/>
                </a:lnTo>
                <a:lnTo>
                  <a:pt x="474902" y="166903"/>
                </a:lnTo>
                <a:lnTo>
                  <a:pt x="502719" y="139086"/>
                </a:lnTo>
                <a:lnTo>
                  <a:pt x="530537" y="107247"/>
                </a:lnTo>
                <a:lnTo>
                  <a:pt x="558689" y="74402"/>
                </a:lnTo>
                <a:lnTo>
                  <a:pt x="586506" y="44574"/>
                </a:lnTo>
                <a:lnTo>
                  <a:pt x="614323" y="20779"/>
                </a:lnTo>
                <a:lnTo>
                  <a:pt x="642475" y="5362"/>
                </a:lnTo>
                <a:lnTo>
                  <a:pt x="670293" y="0"/>
                </a:lnTo>
                <a:lnTo>
                  <a:pt x="698110" y="5362"/>
                </a:lnTo>
                <a:lnTo>
                  <a:pt x="726262" y="20779"/>
                </a:lnTo>
                <a:lnTo>
                  <a:pt x="754079" y="44574"/>
                </a:lnTo>
                <a:lnTo>
                  <a:pt x="781896" y="74402"/>
                </a:lnTo>
                <a:lnTo>
                  <a:pt x="810049" y="107247"/>
                </a:lnTo>
                <a:lnTo>
                  <a:pt x="837866" y="139086"/>
                </a:lnTo>
                <a:lnTo>
                  <a:pt x="865683" y="166903"/>
                </a:lnTo>
                <a:lnTo>
                  <a:pt x="893835" y="187682"/>
                </a:lnTo>
                <a:lnTo>
                  <a:pt x="921652" y="199077"/>
                </a:lnTo>
                <a:lnTo>
                  <a:pt x="949470" y="200082"/>
                </a:lnTo>
                <a:lnTo>
                  <a:pt x="977622" y="190698"/>
                </a:lnTo>
                <a:lnTo>
                  <a:pt x="1005439" y="171595"/>
                </a:lnTo>
                <a:lnTo>
                  <a:pt x="1033256" y="145118"/>
                </a:lnTo>
                <a:lnTo>
                  <a:pt x="1061408" y="113615"/>
                </a:lnTo>
                <a:lnTo>
                  <a:pt x="1089226" y="80770"/>
                </a:lnTo>
                <a:lnTo>
                  <a:pt x="1117043" y="50272"/>
                </a:lnTo>
                <a:lnTo>
                  <a:pt x="1145195" y="24801"/>
                </a:lnTo>
                <a:lnTo>
                  <a:pt x="1173012" y="7708"/>
                </a:lnTo>
                <a:lnTo>
                  <a:pt x="1200829" y="335"/>
                </a:lnTo>
                <a:lnTo>
                  <a:pt x="1228982" y="3351"/>
                </a:lnTo>
                <a:lnTo>
                  <a:pt x="1256799" y="17092"/>
                </a:lnTo>
                <a:lnTo>
                  <a:pt x="1284616" y="39212"/>
                </a:lnTo>
                <a:lnTo>
                  <a:pt x="1312768" y="68370"/>
                </a:lnTo>
                <a:lnTo>
                  <a:pt x="1340585" y="100544"/>
                </a:lnTo>
              </a:path>
            </a:pathLst>
          </a:custGeom>
          <a:noFill/>
          <a:ln w="63500">
            <a:solidFill>
              <a:srgbClr val="3D5A80"/>
            </a:solidFill>
            <a:prstDash val="solid"/>
          </a:ln>
        </p:spPr>
      </p:sp>
      <p:sp>
        <p:nvSpPr>
          <p:cNvPr id="9" name="S05-mark46"/>
          <p:cNvSpPr/>
          <p:nvPr/>
        </p:nvSpPr>
        <p:spPr>
          <a:xfrm>
            <a:off x="2559825" y="4292694"/>
            <a:ext cx="1340585" cy="200082"/>
          </a:xfrm>
          <a:custGeom>
            <a:avLst/>
            <a:gdLst/>
            <a:ahLst/>
            <a:cxnLst/>
            <a:rect l="l" t="t" r="r" b="b"/>
            <a:pathLst>
              <a:path w="1340585" h="200082">
                <a:moveTo>
                  <a:pt x="0" y="100544"/>
                </a:moveTo>
                <a:lnTo>
                  <a:pt x="27817" y="68370"/>
                </a:lnTo>
                <a:lnTo>
                  <a:pt x="55969" y="39212"/>
                </a:lnTo>
                <a:lnTo>
                  <a:pt x="83787" y="17092"/>
                </a:lnTo>
                <a:lnTo>
                  <a:pt x="111604" y="3351"/>
                </a:lnTo>
                <a:lnTo>
                  <a:pt x="139756" y="335"/>
                </a:lnTo>
                <a:lnTo>
                  <a:pt x="167573" y="7708"/>
                </a:lnTo>
                <a:lnTo>
                  <a:pt x="195390" y="24801"/>
                </a:lnTo>
                <a:lnTo>
                  <a:pt x="223543" y="50272"/>
                </a:lnTo>
                <a:lnTo>
                  <a:pt x="251360" y="80770"/>
                </a:lnTo>
                <a:lnTo>
                  <a:pt x="279177" y="113615"/>
                </a:lnTo>
                <a:lnTo>
                  <a:pt x="307329" y="145118"/>
                </a:lnTo>
                <a:lnTo>
                  <a:pt x="335146" y="171595"/>
                </a:lnTo>
                <a:lnTo>
                  <a:pt x="362963" y="190698"/>
                </a:lnTo>
                <a:lnTo>
                  <a:pt x="391116" y="200082"/>
                </a:lnTo>
                <a:lnTo>
                  <a:pt x="418933" y="199077"/>
                </a:lnTo>
                <a:lnTo>
                  <a:pt x="446750" y="187682"/>
                </a:lnTo>
                <a:lnTo>
                  <a:pt x="474902" y="166903"/>
                </a:lnTo>
                <a:lnTo>
                  <a:pt x="502719" y="139086"/>
                </a:lnTo>
                <a:lnTo>
                  <a:pt x="530537" y="107247"/>
                </a:lnTo>
                <a:lnTo>
                  <a:pt x="558689" y="74402"/>
                </a:lnTo>
                <a:lnTo>
                  <a:pt x="586506" y="44574"/>
                </a:lnTo>
                <a:lnTo>
                  <a:pt x="614323" y="20779"/>
                </a:lnTo>
                <a:lnTo>
                  <a:pt x="642475" y="5362"/>
                </a:lnTo>
                <a:lnTo>
                  <a:pt x="670293" y="0"/>
                </a:lnTo>
                <a:lnTo>
                  <a:pt x="698110" y="5362"/>
                </a:lnTo>
                <a:lnTo>
                  <a:pt x="726262" y="20779"/>
                </a:lnTo>
                <a:lnTo>
                  <a:pt x="754079" y="44574"/>
                </a:lnTo>
                <a:lnTo>
                  <a:pt x="781896" y="74402"/>
                </a:lnTo>
                <a:lnTo>
                  <a:pt x="810049" y="107247"/>
                </a:lnTo>
                <a:lnTo>
                  <a:pt x="837866" y="139086"/>
                </a:lnTo>
                <a:lnTo>
                  <a:pt x="865683" y="166903"/>
                </a:lnTo>
                <a:lnTo>
                  <a:pt x="893835" y="187682"/>
                </a:lnTo>
                <a:lnTo>
                  <a:pt x="921652" y="199077"/>
                </a:lnTo>
                <a:lnTo>
                  <a:pt x="949470" y="200082"/>
                </a:lnTo>
                <a:lnTo>
                  <a:pt x="977622" y="190698"/>
                </a:lnTo>
                <a:lnTo>
                  <a:pt x="1005439" y="171595"/>
                </a:lnTo>
                <a:lnTo>
                  <a:pt x="1033256" y="145118"/>
                </a:lnTo>
                <a:lnTo>
                  <a:pt x="1061408" y="113615"/>
                </a:lnTo>
                <a:lnTo>
                  <a:pt x="1089226" y="80770"/>
                </a:lnTo>
                <a:lnTo>
                  <a:pt x="1117043" y="50272"/>
                </a:lnTo>
                <a:lnTo>
                  <a:pt x="1145195" y="24801"/>
                </a:lnTo>
                <a:lnTo>
                  <a:pt x="1173012" y="7708"/>
                </a:lnTo>
                <a:lnTo>
                  <a:pt x="1200829" y="335"/>
                </a:lnTo>
                <a:lnTo>
                  <a:pt x="1228982" y="3351"/>
                </a:lnTo>
                <a:lnTo>
                  <a:pt x="1256799" y="17092"/>
                </a:lnTo>
                <a:lnTo>
                  <a:pt x="1284616" y="39212"/>
                </a:lnTo>
                <a:lnTo>
                  <a:pt x="1312768" y="68370"/>
                </a:lnTo>
                <a:lnTo>
                  <a:pt x="1340585" y="100544"/>
                </a:lnTo>
              </a:path>
            </a:pathLst>
          </a:custGeom>
          <a:noFill/>
          <a:ln w="63500">
            <a:solidFill>
              <a:srgbClr val="2A9D8F"/>
            </a:solidFill>
            <a:prstDash val="solid"/>
          </a:ln>
        </p:spPr>
      </p:sp>
      <p:sp>
        <p:nvSpPr>
          <p:cNvPr id="10" name="S05-mark47"/>
          <p:cNvSpPr/>
          <p:nvPr/>
        </p:nvSpPr>
        <p:spPr>
          <a:xfrm flipH="1">
            <a:off x="2643612" y="3354284"/>
            <a:ext cx="83787" cy="234602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1" name="S05-mark48"/>
          <p:cNvSpPr/>
          <p:nvPr/>
        </p:nvSpPr>
        <p:spPr>
          <a:xfrm flipH="1">
            <a:off x="2878214" y="3354284"/>
            <a:ext cx="83787" cy="234602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2" name="S05-mark49"/>
          <p:cNvSpPr/>
          <p:nvPr/>
        </p:nvSpPr>
        <p:spPr>
          <a:xfrm flipH="1">
            <a:off x="3112817" y="3354284"/>
            <a:ext cx="83787" cy="234602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3" name="S05-mark50"/>
          <p:cNvSpPr/>
          <p:nvPr/>
        </p:nvSpPr>
        <p:spPr>
          <a:xfrm flipH="1">
            <a:off x="3347419" y="3354284"/>
            <a:ext cx="83787" cy="234602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4" name="S05-mark51"/>
          <p:cNvSpPr/>
          <p:nvPr/>
        </p:nvSpPr>
        <p:spPr>
          <a:xfrm flipH="1">
            <a:off x="3582022" y="3354284"/>
            <a:ext cx="83787" cy="234602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5" name="S05-mark52"/>
          <p:cNvSpPr/>
          <p:nvPr/>
        </p:nvSpPr>
        <p:spPr>
          <a:xfrm flipH="1">
            <a:off x="3816624" y="3354284"/>
            <a:ext cx="83787" cy="234602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6" name="S05-text53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 구불구불한 선, 짧은 선</a:t>
            </a:r>
            <a:endParaRPr lang="ko-KR" sz="2600" dirty="0"/>
          </a:p>
        </p:txBody>
      </p:sp>
      <p:sp>
        <p:nvSpPr>
          <p:cNvPr id="17" name="S05-chip5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8" name="S05-figure55" descr="나: 노란 동그라미와 그 아래 빨간·주황 지그재그 선 두 줄"/>
          <p:cNvSpPr/>
          <p:nvPr/>
        </p:nvSpPr>
        <p:spPr>
          <a:xfrm>
            <a:off x="8288541" y="3974305"/>
            <a:ext cx="1340585" cy="234602"/>
          </a:xfrm>
          <a:custGeom>
            <a:avLst/>
            <a:gdLst/>
            <a:ahLst/>
            <a:cxnLst/>
            <a:rect l="l" t="t" r="r" b="b"/>
            <a:pathLst>
              <a:path w="1340585" h="234602">
                <a:moveTo>
                  <a:pt x="0" y="234602"/>
                </a:moveTo>
                <a:lnTo>
                  <a:pt x="134059" y="0"/>
                </a:lnTo>
                <a:lnTo>
                  <a:pt x="268117" y="234602"/>
                </a:lnTo>
                <a:lnTo>
                  <a:pt x="402176" y="0"/>
                </a:lnTo>
                <a:lnTo>
                  <a:pt x="536234" y="234602"/>
                </a:lnTo>
                <a:lnTo>
                  <a:pt x="670293" y="0"/>
                </a:lnTo>
                <a:lnTo>
                  <a:pt x="804351" y="234602"/>
                </a:lnTo>
                <a:lnTo>
                  <a:pt x="938410" y="0"/>
                </a:lnTo>
                <a:lnTo>
                  <a:pt x="1072468" y="234602"/>
                </a:lnTo>
                <a:lnTo>
                  <a:pt x="1206527" y="0"/>
                </a:lnTo>
                <a:lnTo>
                  <a:pt x="1340585" y="234602"/>
                </a:lnTo>
              </a:path>
            </a:pathLst>
          </a:custGeom>
          <a:noFill/>
          <a:ln w="63500">
            <a:solidFill>
              <a:srgbClr val="C8434E"/>
            </a:solidFill>
            <a:prstDash val="solid"/>
          </a:ln>
        </p:spPr>
      </p:sp>
      <p:sp>
        <p:nvSpPr>
          <p:cNvPr id="19" name="S05-mark56"/>
          <p:cNvSpPr/>
          <p:nvPr/>
        </p:nvSpPr>
        <p:spPr>
          <a:xfrm>
            <a:off x="8288541" y="4275936"/>
            <a:ext cx="1340585" cy="234602"/>
          </a:xfrm>
          <a:custGeom>
            <a:avLst/>
            <a:gdLst/>
            <a:ahLst/>
            <a:cxnLst/>
            <a:rect l="l" t="t" r="r" b="b"/>
            <a:pathLst>
              <a:path w="1340585" h="234602">
                <a:moveTo>
                  <a:pt x="0" y="234602"/>
                </a:moveTo>
                <a:lnTo>
                  <a:pt x="134059" y="0"/>
                </a:lnTo>
                <a:lnTo>
                  <a:pt x="268117" y="234602"/>
                </a:lnTo>
                <a:lnTo>
                  <a:pt x="402176" y="0"/>
                </a:lnTo>
                <a:lnTo>
                  <a:pt x="536234" y="234602"/>
                </a:lnTo>
                <a:lnTo>
                  <a:pt x="670293" y="0"/>
                </a:lnTo>
                <a:lnTo>
                  <a:pt x="804351" y="234602"/>
                </a:lnTo>
                <a:lnTo>
                  <a:pt x="938410" y="0"/>
                </a:lnTo>
                <a:lnTo>
                  <a:pt x="1072468" y="234602"/>
                </a:lnTo>
                <a:lnTo>
                  <a:pt x="1206527" y="0"/>
                </a:lnTo>
                <a:lnTo>
                  <a:pt x="1340585" y="234602"/>
                </a:lnTo>
              </a:path>
            </a:pathLst>
          </a:custGeom>
          <a:noFill/>
          <a:ln w="63500">
            <a:solidFill>
              <a:srgbClr val="E9762B"/>
            </a:solidFill>
            <a:prstDash val="solid"/>
          </a:ln>
        </p:spPr>
      </p:sp>
      <p:sp>
        <p:nvSpPr>
          <p:cNvPr id="20" name="S05-mark57"/>
          <p:cNvSpPr/>
          <p:nvPr/>
        </p:nvSpPr>
        <p:spPr>
          <a:xfrm>
            <a:off x="8757746" y="3337527"/>
            <a:ext cx="402176" cy="402176"/>
          </a:xfrm>
          <a:prstGeom prst="ellipse">
            <a:avLst/>
          </a:prstGeom>
          <a:solidFill>
            <a:srgbClr val="F2C14E"/>
          </a:solidFill>
          <a:ln w="38100">
            <a:solidFill>
              <a:srgbClr val="E9762B"/>
            </a:solidFill>
            <a:prstDash val="solid"/>
          </a:ln>
        </p:spPr>
      </p:sp>
      <p:sp>
        <p:nvSpPr>
          <p:cNvPr id="21" name="S05-text58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지그재그 선, 노란 동그라미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이야기 그리기</a:t>
            </a:r>
            <a:endParaRPr lang="ko-KR" sz="4400" dirty="0"/>
          </a:p>
        </p:txBody>
      </p:sp>
      <p:sp>
        <p:nvSpPr>
          <p:cNvPr id="3" name="S06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한 일을 그림으로 나타내요.</a:t>
            </a:r>
            <a:endParaRPr lang="ko-KR" sz="3200" dirty="0"/>
          </a:p>
        </p:txBody>
      </p:sp>
      <p:sp>
        <p:nvSpPr>
          <p:cNvPr id="4" name="S06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가위 날은 몸 반대쪽으로 향해요.</a:t>
            </a:r>
            <a:endParaRPr lang="ko-KR" sz="3200" dirty="0"/>
          </a:p>
        </p:txBody>
      </p:sp>
      <p:sp>
        <p:nvSpPr>
          <p:cNvPr id="6" name="S06-card62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63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여러 가지 선을 써요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어울리는 색을 골라요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무엇을 그렸는지 말해요</a:t>
            </a:r>
            <a:endParaRPr lang="ko-KR" sz="3200" dirty="0"/>
          </a:p>
        </p:txBody>
      </p:sp>
      <p:sp>
        <p:nvSpPr>
          <p:cNvPr id="8" name="S06-stepno64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text65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그릴 이야기를 하나 골라요.</a:t>
            </a:r>
            <a:endParaRPr lang="ko-KR" sz="3200" dirty="0"/>
          </a:p>
        </p:txBody>
      </p:sp>
      <p:sp>
        <p:nvSpPr>
          <p:cNvPr id="10" name="S06-stepno66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text67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어울리는 선과 색을 골라요.</a:t>
            </a:r>
            <a:endParaRPr lang="ko-KR" sz="3200" dirty="0"/>
          </a:p>
        </p:txBody>
      </p:sp>
      <p:sp>
        <p:nvSpPr>
          <p:cNvPr id="12" name="S06-stepno68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text69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그리거나 오려 붙여요.</a:t>
            </a:r>
            <a:endParaRPr lang="ko-KR" sz="3200" dirty="0"/>
          </a:p>
        </p:txBody>
      </p:sp>
      <p:sp>
        <p:nvSpPr>
          <p:cNvPr id="14" name="S06-stepno70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6-text71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소개해요.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7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7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선과 색에는 느낌이 있어요. 내 이야기도 그릴 수 있어요.</a:t>
            </a:r>
            <a:endParaRPr lang="ko-KR" sz="3200" dirty="0"/>
          </a:p>
        </p:txBody>
      </p:sp>
      <p:sp>
        <p:nvSpPr>
          <p:cNvPr id="5" name="S07-chip7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여러 가지 선 그어 보기</a:t>
            </a:r>
            <a:endParaRPr lang="ko-KR" sz="2600" dirty="0"/>
          </a:p>
        </p:txBody>
      </p:sp>
      <p:sp>
        <p:nvSpPr>
          <p:cNvPr id="6" name="S07-chip7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‘못 그렸어’ 하고 멈추기</a:t>
            </a:r>
            <a:endParaRPr lang="ko-KR" sz="2600" dirty="0"/>
          </a:p>
        </p:txBody>
      </p:sp>
      <p:sp>
        <p:nvSpPr>
          <p:cNvPr id="7" name="S07-text7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77"/>
          <p:cNvSpPr txBox="1"/>
          <p:nvPr/>
        </p:nvSpPr>
        <p:spPr>
          <a:xfrm>
            <a:off x="548640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선 세 가지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그어 보기</a:t>
            </a:r>
            <a:endParaRPr lang="ko-KR" sz="2600" dirty="0"/>
          </a:p>
        </p:txBody>
      </p:sp>
      <p:sp>
        <p:nvSpPr>
          <p:cNvPr id="9" name="S07-text78"/>
          <p:cNvSpPr txBox="1"/>
          <p:nvPr/>
        </p:nvSpPr>
        <p:spPr>
          <a:xfrm>
            <a:off x="6208776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집에서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 찾기</a:t>
            </a:r>
            <a:endParaRPr lang="ko-KR" sz="2600" dirty="0"/>
          </a:p>
        </p:txBody>
      </p:sp>
      <p:sp>
        <p:nvSpPr>
          <p:cNvPr id="10" name="S07-text7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걷기·달리기·균형 놀이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선을 따라가요</a:t>
            </a:r>
            <a:endParaRPr lang="ko-KR" sz="4400" dirty="0"/>
          </a:p>
        </p:txBody>
      </p:sp>
      <p:sp>
        <p:nvSpPr>
          <p:cNvPr id="3" name="S08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먼저, 크레파스로 다음에.</a:t>
            </a:r>
            <a:endParaRPr lang="ko-KR" sz="3200" dirty="0"/>
          </a:p>
        </p:txBody>
      </p:sp>
      <p:sp>
        <p:nvSpPr>
          <p:cNvPr id="4" name="S08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따라 그어요.</a:t>
            </a:r>
            <a:endParaRPr lang="ko-KR" sz="3200" dirty="0"/>
          </a:p>
        </p:txBody>
      </p:sp>
      <p:sp>
        <p:nvSpPr>
          <p:cNvPr id="6" name="S08-figure83" descr="따라 그릴 점선: 곧은 선 하나와 구불구불한 선 하나"/>
          <p:cNvSpPr/>
          <p:nvPr/>
        </p:nvSpPr>
        <p:spPr>
          <a:xfrm>
            <a:off x="4275201" y="2656523"/>
            <a:ext cx="3638550" cy="9144"/>
          </a:xfrm>
          <a:custGeom>
            <a:avLst/>
            <a:gdLst/>
            <a:ahLst/>
            <a:cxnLst/>
            <a:rect l="l" t="t" r="r" b="b"/>
            <a:pathLst>
              <a:path w="3638550" h="9144">
                <a:moveTo>
                  <a:pt x="0" y="0"/>
                </a:moveTo>
                <a:lnTo>
                  <a:pt x="3638550" y="0"/>
                </a:lnTo>
              </a:path>
            </a:pathLst>
          </a:custGeom>
          <a:noFill/>
          <a:ln w="50800">
            <a:solidFill>
              <a:srgbClr val="3D5A80"/>
            </a:solidFill>
            <a:prstDash val="dash"/>
          </a:ln>
        </p:spPr>
      </p:sp>
      <p:sp>
        <p:nvSpPr>
          <p:cNvPr id="7" name="S08-mark84"/>
          <p:cNvSpPr/>
          <p:nvPr/>
        </p:nvSpPr>
        <p:spPr>
          <a:xfrm>
            <a:off x="4275201" y="3975497"/>
            <a:ext cx="3638550" cy="818674"/>
          </a:xfrm>
          <a:custGeom>
            <a:avLst/>
            <a:gdLst/>
            <a:ahLst/>
            <a:cxnLst/>
            <a:rect l="l" t="t" r="r" b="b"/>
            <a:pathLst>
              <a:path w="3638550" h="818674">
                <a:moveTo>
                  <a:pt x="0" y="409337"/>
                </a:moveTo>
                <a:lnTo>
                  <a:pt x="75500" y="303819"/>
                </a:lnTo>
                <a:lnTo>
                  <a:pt x="151909" y="204668"/>
                </a:lnTo>
                <a:lnTo>
                  <a:pt x="227409" y="120072"/>
                </a:lnTo>
                <a:lnTo>
                  <a:pt x="302909" y="54578"/>
                </a:lnTo>
                <a:lnTo>
                  <a:pt x="379319" y="13645"/>
                </a:lnTo>
                <a:lnTo>
                  <a:pt x="454819" y="0"/>
                </a:lnTo>
                <a:lnTo>
                  <a:pt x="530319" y="13645"/>
                </a:lnTo>
                <a:lnTo>
                  <a:pt x="606728" y="54578"/>
                </a:lnTo>
                <a:lnTo>
                  <a:pt x="682228" y="120072"/>
                </a:lnTo>
                <a:lnTo>
                  <a:pt x="757728" y="204668"/>
                </a:lnTo>
                <a:lnTo>
                  <a:pt x="834138" y="303819"/>
                </a:lnTo>
                <a:lnTo>
                  <a:pt x="909637" y="409337"/>
                </a:lnTo>
                <a:lnTo>
                  <a:pt x="985137" y="514855"/>
                </a:lnTo>
                <a:lnTo>
                  <a:pt x="1061547" y="614005"/>
                </a:lnTo>
                <a:lnTo>
                  <a:pt x="1137047" y="698602"/>
                </a:lnTo>
                <a:lnTo>
                  <a:pt x="1212547" y="764095"/>
                </a:lnTo>
                <a:lnTo>
                  <a:pt x="1288956" y="805029"/>
                </a:lnTo>
                <a:lnTo>
                  <a:pt x="1364456" y="818674"/>
                </a:lnTo>
                <a:lnTo>
                  <a:pt x="1439956" y="805029"/>
                </a:lnTo>
                <a:lnTo>
                  <a:pt x="1516366" y="764095"/>
                </a:lnTo>
                <a:lnTo>
                  <a:pt x="1591866" y="698602"/>
                </a:lnTo>
                <a:lnTo>
                  <a:pt x="1667366" y="614005"/>
                </a:lnTo>
                <a:lnTo>
                  <a:pt x="1743775" y="514855"/>
                </a:lnTo>
                <a:lnTo>
                  <a:pt x="1819275" y="409337"/>
                </a:lnTo>
                <a:lnTo>
                  <a:pt x="1894775" y="303819"/>
                </a:lnTo>
                <a:lnTo>
                  <a:pt x="1971184" y="204668"/>
                </a:lnTo>
                <a:lnTo>
                  <a:pt x="2046684" y="120072"/>
                </a:lnTo>
                <a:lnTo>
                  <a:pt x="2122184" y="54578"/>
                </a:lnTo>
                <a:lnTo>
                  <a:pt x="2198594" y="13645"/>
                </a:lnTo>
                <a:lnTo>
                  <a:pt x="2274094" y="0"/>
                </a:lnTo>
                <a:lnTo>
                  <a:pt x="2349594" y="13645"/>
                </a:lnTo>
                <a:lnTo>
                  <a:pt x="2426003" y="54578"/>
                </a:lnTo>
                <a:lnTo>
                  <a:pt x="2501503" y="120072"/>
                </a:lnTo>
                <a:lnTo>
                  <a:pt x="2577003" y="204668"/>
                </a:lnTo>
                <a:lnTo>
                  <a:pt x="2653413" y="303819"/>
                </a:lnTo>
                <a:lnTo>
                  <a:pt x="2728912" y="409337"/>
                </a:lnTo>
                <a:lnTo>
                  <a:pt x="2804412" y="514855"/>
                </a:lnTo>
                <a:lnTo>
                  <a:pt x="2880822" y="614005"/>
                </a:lnTo>
                <a:lnTo>
                  <a:pt x="2956322" y="698602"/>
                </a:lnTo>
                <a:lnTo>
                  <a:pt x="3031822" y="764095"/>
                </a:lnTo>
                <a:lnTo>
                  <a:pt x="3108231" y="805029"/>
                </a:lnTo>
                <a:lnTo>
                  <a:pt x="3183731" y="818674"/>
                </a:lnTo>
                <a:lnTo>
                  <a:pt x="3259231" y="805029"/>
                </a:lnTo>
                <a:lnTo>
                  <a:pt x="3335641" y="764095"/>
                </a:lnTo>
                <a:lnTo>
                  <a:pt x="3411141" y="698602"/>
                </a:lnTo>
                <a:lnTo>
                  <a:pt x="3486641" y="614005"/>
                </a:lnTo>
                <a:lnTo>
                  <a:pt x="3563050" y="514855"/>
                </a:lnTo>
                <a:lnTo>
                  <a:pt x="3638550" y="409337"/>
                </a:lnTo>
              </a:path>
            </a:pathLst>
          </a:custGeom>
          <a:noFill/>
          <a:ln w="50800">
            <a:solidFill>
              <a:srgbClr val="2A9D8F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음악·미술 색·선·모양 탐색</dc:title>
  <dc:subject>KR22-G01-ART-COLORLINE-L01</dc:subject>
  <dc:creator>education-ppt</dc:creator>
  <cp:lastModifiedBy>education-ppt</cp:lastModifiedBy>
  <cp:revision>1</cp:revision>
  <dcterms:created xsi:type="dcterms:W3CDTF">2026-10-26T09:44:39Z</dcterms:created>
  <dcterms:modified xsi:type="dcterms:W3CDTF">2026-10-26T09:44:39Z</dcterms:modified>
</cp:coreProperties>
</file>