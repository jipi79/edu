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9c80baf-0bd7-4d0c-f7a9-01e85064a95d}">
          <p14:sldIdLst>
            <p14:sldId id="256"/>
            <p14:sldId id="257"/>
          </p14:sldIdLst>
        </p14:section>
        <p14:section name="개념" id="{c4e13e81-1ca6-d87b-a568-b0e09cc87d64}">
          <p14:sldIdLst>
            <p14:sldId id="258"/>
          </p14:sldIdLst>
        </p14:section>
        <p14:section name="연습" id="{0fdbb340-ffc8-6c1c-777d-49b233d62d9d}">
          <p14:sldIdLst>
            <p14:sldId id="259"/>
            <p14:sldId id="260"/>
          </p14:sldIdLst>
        </p14:section>
        <p14:section name="확인" id="{219dfcbc-e58f-7fed-5f56-d7f67d072b93}">
          <p14:sldIdLst>
            <p14:sldId id="261"/>
          </p14:sldIdLst>
        </p14:section>
        <p14:section name="정리" id="{20de5d79-487a-b0ff-eda8-1a1ccb20132e}">
          <p14:sldIdLst>
            <p14:sldId id="262"/>
          </p14:sldIdLst>
        </p14:section>
        <p14:section name="보충" id="{68cb70c7-d0e9-6a33-b80a-9f47baa21719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미술놀이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색·선·모양 탐색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색으로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그릴 수 있을까?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구불구불한 선, 지그재그 선, 곧은 선과 노란 동그라미"/>
          <p:cNvSpPr/>
          <p:nvPr/>
        </p:nvSpPr>
        <p:spPr>
          <a:xfrm>
            <a:off x="7995786" y="1062188"/>
            <a:ext cx="1866499" cy="502519"/>
          </a:xfrm>
          <a:custGeom>
            <a:avLst/>
            <a:gdLst/>
            <a:ahLst/>
            <a:cxnLst/>
            <a:rect l="l" t="t" r="r" b="b"/>
            <a:pathLst>
              <a:path w="1866499" h="502519">
                <a:moveTo>
                  <a:pt x="0" y="251259"/>
                </a:moveTo>
                <a:lnTo>
                  <a:pt x="38766" y="202443"/>
                </a:lnTo>
                <a:lnTo>
                  <a:pt x="77531" y="155063"/>
                </a:lnTo>
                <a:lnTo>
                  <a:pt x="117015" y="111990"/>
                </a:lnTo>
                <a:lnTo>
                  <a:pt x="155781" y="73942"/>
                </a:lnTo>
                <a:lnTo>
                  <a:pt x="194547" y="42355"/>
                </a:lnTo>
                <a:lnTo>
                  <a:pt x="233312" y="19383"/>
                </a:lnTo>
                <a:lnTo>
                  <a:pt x="272078" y="5025"/>
                </a:lnTo>
                <a:lnTo>
                  <a:pt x="310844" y="0"/>
                </a:lnTo>
                <a:lnTo>
                  <a:pt x="350327" y="5025"/>
                </a:lnTo>
                <a:lnTo>
                  <a:pt x="389093" y="19383"/>
                </a:lnTo>
                <a:lnTo>
                  <a:pt x="427859" y="42355"/>
                </a:lnTo>
                <a:lnTo>
                  <a:pt x="466625" y="73942"/>
                </a:lnTo>
                <a:lnTo>
                  <a:pt x="505390" y="111990"/>
                </a:lnTo>
                <a:lnTo>
                  <a:pt x="544156" y="155063"/>
                </a:lnTo>
                <a:lnTo>
                  <a:pt x="582922" y="202443"/>
                </a:lnTo>
                <a:lnTo>
                  <a:pt x="622406" y="251259"/>
                </a:lnTo>
                <a:lnTo>
                  <a:pt x="661171" y="300076"/>
                </a:lnTo>
                <a:lnTo>
                  <a:pt x="699937" y="347456"/>
                </a:lnTo>
                <a:lnTo>
                  <a:pt x="738703" y="390529"/>
                </a:lnTo>
                <a:lnTo>
                  <a:pt x="777469" y="428577"/>
                </a:lnTo>
                <a:lnTo>
                  <a:pt x="816234" y="460164"/>
                </a:lnTo>
                <a:lnTo>
                  <a:pt x="855718" y="483136"/>
                </a:lnTo>
                <a:lnTo>
                  <a:pt x="894484" y="497494"/>
                </a:lnTo>
                <a:lnTo>
                  <a:pt x="933249" y="502519"/>
                </a:lnTo>
                <a:lnTo>
                  <a:pt x="972015" y="497494"/>
                </a:lnTo>
                <a:lnTo>
                  <a:pt x="1010781" y="483136"/>
                </a:lnTo>
                <a:lnTo>
                  <a:pt x="1050265" y="460164"/>
                </a:lnTo>
                <a:lnTo>
                  <a:pt x="1089030" y="428577"/>
                </a:lnTo>
                <a:lnTo>
                  <a:pt x="1127796" y="390529"/>
                </a:lnTo>
                <a:lnTo>
                  <a:pt x="1166562" y="347456"/>
                </a:lnTo>
                <a:lnTo>
                  <a:pt x="1205328" y="300076"/>
                </a:lnTo>
                <a:lnTo>
                  <a:pt x="1244093" y="251259"/>
                </a:lnTo>
                <a:lnTo>
                  <a:pt x="1282859" y="202443"/>
                </a:lnTo>
                <a:lnTo>
                  <a:pt x="1322343" y="155063"/>
                </a:lnTo>
                <a:lnTo>
                  <a:pt x="1361108" y="111990"/>
                </a:lnTo>
                <a:lnTo>
                  <a:pt x="1399874" y="73942"/>
                </a:lnTo>
                <a:lnTo>
                  <a:pt x="1438640" y="42355"/>
                </a:lnTo>
                <a:lnTo>
                  <a:pt x="1477406" y="19383"/>
                </a:lnTo>
                <a:lnTo>
                  <a:pt x="1516889" y="5025"/>
                </a:lnTo>
                <a:lnTo>
                  <a:pt x="1555655" y="0"/>
                </a:lnTo>
                <a:lnTo>
                  <a:pt x="1594421" y="5025"/>
                </a:lnTo>
                <a:lnTo>
                  <a:pt x="1633187" y="19383"/>
                </a:lnTo>
                <a:lnTo>
                  <a:pt x="1671952" y="42355"/>
                </a:lnTo>
                <a:lnTo>
                  <a:pt x="1710718" y="73942"/>
                </a:lnTo>
                <a:lnTo>
                  <a:pt x="1750202" y="111990"/>
                </a:lnTo>
                <a:lnTo>
                  <a:pt x="1788967" y="155063"/>
                </a:lnTo>
                <a:lnTo>
                  <a:pt x="1827733" y="202443"/>
                </a:lnTo>
                <a:lnTo>
                  <a:pt x="1866499" y="251259"/>
                </a:lnTo>
              </a:path>
            </a:pathLst>
          </a:custGeom>
          <a:noFill/>
          <a:ln w="76200">
            <a:solidFill>
              <a:srgbClr val="2A9D8F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95786" y="1995437"/>
            <a:ext cx="1866499" cy="502519"/>
          </a:xfrm>
          <a:custGeom>
            <a:avLst/>
            <a:gdLst/>
            <a:ahLst/>
            <a:cxnLst/>
            <a:rect l="l" t="t" r="r" b="b"/>
            <a:pathLst>
              <a:path w="1866499" h="502519">
                <a:moveTo>
                  <a:pt x="0" y="502519"/>
                </a:moveTo>
                <a:lnTo>
                  <a:pt x="310844" y="0"/>
                </a:lnTo>
                <a:lnTo>
                  <a:pt x="622406" y="502519"/>
                </a:lnTo>
                <a:lnTo>
                  <a:pt x="933249" y="0"/>
                </a:lnTo>
                <a:lnTo>
                  <a:pt x="1244093" y="502519"/>
                </a:lnTo>
                <a:lnTo>
                  <a:pt x="1555655" y="0"/>
                </a:lnTo>
                <a:lnTo>
                  <a:pt x="1866499" y="502519"/>
                </a:lnTo>
              </a:path>
            </a:pathLst>
          </a:cu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95786" y="3108158"/>
            <a:ext cx="1866499" cy="9144"/>
          </a:xfrm>
          <a:custGeom>
            <a:avLst/>
            <a:gdLst/>
            <a:ahLst/>
            <a:cxnLst/>
            <a:rect l="l" t="t" r="r" b="b"/>
            <a:pathLst>
              <a:path w="1866499" h="9144">
                <a:moveTo>
                  <a:pt x="0" y="0"/>
                </a:moveTo>
                <a:lnTo>
                  <a:pt x="1866499" y="0"/>
                </a:lnTo>
              </a:path>
            </a:pathLst>
          </a:cu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113545" y="1421130"/>
            <a:ext cx="1076826" cy="1076826"/>
          </a:xfrm>
          <a:prstGeom prst="ellipse">
            <a:avLst/>
          </a:prstGeom>
          <a:solidFill>
            <a:srgbClr val="F2C14E"/>
          </a:solidFill>
          <a:ln w="50800">
            <a:solidFill>
              <a:srgbClr val="C8434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가지 선과 색을 그어 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이야기를 그림으로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크레파스로 해 봐요</a:t>
            </a:r>
            <a:endParaRPr lang="ko-KR" sz="44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듣고 해 봐요.</a:t>
            </a:r>
            <a:endParaRPr lang="ko-KR" sz="3200" dirty="0"/>
          </a:p>
        </p:txBody>
      </p:sp>
      <p:sp>
        <p:nvSpPr>
          <p:cNvPr id="4" name="S02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연필처럼 잡아요.</a:t>
            </a:r>
            <a:endParaRPr lang="ko-KR" sz="32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빨간색을 찾아요.</a:t>
            </a:r>
            <a:endParaRPr lang="ko-KR" sz="32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쭉 그어요.</a:t>
            </a:r>
            <a:endParaRPr lang="ko-KR" sz="3200" dirty="0"/>
          </a:p>
        </p:txBody>
      </p:sp>
      <p:sp>
        <p:nvSpPr>
          <p:cNvPr id="10" name="S02-chip1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선</a:t>
            </a:r>
            <a:endParaRPr lang="ko-KR" sz="44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색마다 느낌이 달라요.</a:t>
            </a:r>
            <a:endParaRPr lang="ko-KR" sz="3200" dirty="0"/>
          </a:p>
        </p:txBody>
      </p:sp>
      <p:sp>
        <p:nvSpPr>
          <p:cNvPr id="5" name="S03-figure19" descr="파란 곧은 선"/>
          <p:cNvSpPr/>
          <p:nvPr/>
        </p:nvSpPr>
        <p:spPr>
          <a:xfrm>
            <a:off x="647700" y="2963799"/>
            <a:ext cx="2334768" cy="9144"/>
          </a:xfrm>
          <a:custGeom>
            <a:avLst/>
            <a:gdLst/>
            <a:ahLst/>
            <a:cxnLst/>
            <a:rect l="l" t="t" r="r" b="b"/>
            <a:pathLst>
              <a:path w="2334768" h="9144">
                <a:moveTo>
                  <a:pt x="0" y="0"/>
                </a:moveTo>
                <a:lnTo>
                  <a:pt x="2334768" y="0"/>
                </a:lnTo>
              </a:path>
            </a:pathLst>
          </a:cu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6" name="S03-label20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600" dirty="0"/>
          </a:p>
        </p:txBody>
      </p:sp>
      <p:sp>
        <p:nvSpPr>
          <p:cNvPr id="7" name="S03-figure21" descr="초록빛 구불구불한 선"/>
          <p:cNvSpPr/>
          <p:nvPr/>
        </p:nvSpPr>
        <p:spPr>
          <a:xfrm>
            <a:off x="3500628" y="2613584"/>
            <a:ext cx="2334768" cy="700430"/>
          </a:xfrm>
          <a:custGeom>
            <a:avLst/>
            <a:gdLst/>
            <a:ahLst/>
            <a:cxnLst/>
            <a:rect l="l" t="t" r="r" b="b"/>
            <a:pathLst>
              <a:path w="2334768" h="700430">
                <a:moveTo>
                  <a:pt x="0" y="350215"/>
                </a:moveTo>
                <a:lnTo>
                  <a:pt x="48446" y="259743"/>
                </a:lnTo>
                <a:lnTo>
                  <a:pt x="97477" y="175108"/>
                </a:lnTo>
                <a:lnTo>
                  <a:pt x="145923" y="102730"/>
                </a:lnTo>
                <a:lnTo>
                  <a:pt x="194369" y="46695"/>
                </a:lnTo>
                <a:lnTo>
                  <a:pt x="243400" y="11674"/>
                </a:lnTo>
                <a:lnTo>
                  <a:pt x="291846" y="0"/>
                </a:lnTo>
                <a:lnTo>
                  <a:pt x="340292" y="11674"/>
                </a:lnTo>
                <a:lnTo>
                  <a:pt x="389323" y="46695"/>
                </a:lnTo>
                <a:lnTo>
                  <a:pt x="437769" y="102730"/>
                </a:lnTo>
                <a:lnTo>
                  <a:pt x="486215" y="175108"/>
                </a:lnTo>
                <a:lnTo>
                  <a:pt x="535246" y="259743"/>
                </a:lnTo>
                <a:lnTo>
                  <a:pt x="583692" y="350215"/>
                </a:lnTo>
                <a:lnTo>
                  <a:pt x="632138" y="440687"/>
                </a:lnTo>
                <a:lnTo>
                  <a:pt x="681169" y="525323"/>
                </a:lnTo>
                <a:lnTo>
                  <a:pt x="729615" y="597701"/>
                </a:lnTo>
                <a:lnTo>
                  <a:pt x="778061" y="653735"/>
                </a:lnTo>
                <a:lnTo>
                  <a:pt x="827092" y="688757"/>
                </a:lnTo>
                <a:lnTo>
                  <a:pt x="875538" y="700430"/>
                </a:lnTo>
                <a:lnTo>
                  <a:pt x="923984" y="688757"/>
                </a:lnTo>
                <a:lnTo>
                  <a:pt x="973015" y="653735"/>
                </a:lnTo>
                <a:lnTo>
                  <a:pt x="1021461" y="597701"/>
                </a:lnTo>
                <a:lnTo>
                  <a:pt x="1069907" y="525323"/>
                </a:lnTo>
                <a:lnTo>
                  <a:pt x="1118938" y="440687"/>
                </a:lnTo>
                <a:lnTo>
                  <a:pt x="1167384" y="350215"/>
                </a:lnTo>
                <a:lnTo>
                  <a:pt x="1215830" y="259743"/>
                </a:lnTo>
                <a:lnTo>
                  <a:pt x="1264861" y="175108"/>
                </a:lnTo>
                <a:lnTo>
                  <a:pt x="1313307" y="102730"/>
                </a:lnTo>
                <a:lnTo>
                  <a:pt x="1361753" y="46695"/>
                </a:lnTo>
                <a:lnTo>
                  <a:pt x="1410784" y="11674"/>
                </a:lnTo>
                <a:lnTo>
                  <a:pt x="1459230" y="0"/>
                </a:lnTo>
                <a:lnTo>
                  <a:pt x="1507676" y="11674"/>
                </a:lnTo>
                <a:lnTo>
                  <a:pt x="1556707" y="46695"/>
                </a:lnTo>
                <a:lnTo>
                  <a:pt x="1605153" y="102730"/>
                </a:lnTo>
                <a:lnTo>
                  <a:pt x="1653599" y="175108"/>
                </a:lnTo>
                <a:lnTo>
                  <a:pt x="1702630" y="259743"/>
                </a:lnTo>
                <a:lnTo>
                  <a:pt x="1751076" y="350215"/>
                </a:lnTo>
                <a:lnTo>
                  <a:pt x="1799522" y="440687"/>
                </a:lnTo>
                <a:lnTo>
                  <a:pt x="1848553" y="525323"/>
                </a:lnTo>
                <a:lnTo>
                  <a:pt x="1896999" y="597701"/>
                </a:lnTo>
                <a:lnTo>
                  <a:pt x="1945445" y="653735"/>
                </a:lnTo>
                <a:lnTo>
                  <a:pt x="1994476" y="688757"/>
                </a:lnTo>
                <a:lnTo>
                  <a:pt x="2042922" y="700430"/>
                </a:lnTo>
                <a:lnTo>
                  <a:pt x="2091368" y="688757"/>
                </a:lnTo>
                <a:lnTo>
                  <a:pt x="2140399" y="653735"/>
                </a:lnTo>
                <a:lnTo>
                  <a:pt x="2188845" y="597701"/>
                </a:lnTo>
                <a:lnTo>
                  <a:pt x="2237291" y="525323"/>
                </a:lnTo>
                <a:lnTo>
                  <a:pt x="2286322" y="440687"/>
                </a:lnTo>
                <a:lnTo>
                  <a:pt x="2334768" y="350215"/>
                </a:lnTo>
              </a:path>
            </a:pathLst>
          </a:custGeom>
          <a:noFill/>
          <a:ln w="76200">
            <a:solidFill>
              <a:srgbClr val="2A9D8F"/>
            </a:solidFill>
            <a:prstDash val="solid"/>
          </a:ln>
        </p:spPr>
      </p:sp>
      <p:sp>
        <p:nvSpPr>
          <p:cNvPr id="8" name="S03-label22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구불구불한 선</a:t>
            </a:r>
            <a:endParaRPr lang="ko-KR" sz="2600" dirty="0"/>
          </a:p>
        </p:txBody>
      </p:sp>
      <p:sp>
        <p:nvSpPr>
          <p:cNvPr id="9" name="S03-figure23" descr="주황 지그재그 선"/>
          <p:cNvSpPr/>
          <p:nvPr/>
        </p:nvSpPr>
        <p:spPr>
          <a:xfrm>
            <a:off x="6353556" y="2613584"/>
            <a:ext cx="2334768" cy="700430"/>
          </a:xfrm>
          <a:custGeom>
            <a:avLst/>
            <a:gdLst/>
            <a:ahLst/>
            <a:cxnLst/>
            <a:rect l="l" t="t" r="r" b="b"/>
            <a:pathLst>
              <a:path w="2334768" h="700430">
                <a:moveTo>
                  <a:pt x="0" y="700430"/>
                </a:moveTo>
                <a:lnTo>
                  <a:pt x="291846" y="0"/>
                </a:lnTo>
                <a:lnTo>
                  <a:pt x="583692" y="700430"/>
                </a:lnTo>
                <a:lnTo>
                  <a:pt x="875538" y="0"/>
                </a:lnTo>
                <a:lnTo>
                  <a:pt x="1167384" y="700430"/>
                </a:lnTo>
                <a:lnTo>
                  <a:pt x="1459230" y="0"/>
                </a:lnTo>
                <a:lnTo>
                  <a:pt x="1751076" y="700430"/>
                </a:lnTo>
                <a:lnTo>
                  <a:pt x="2042922" y="0"/>
                </a:lnTo>
                <a:lnTo>
                  <a:pt x="2334768" y="700430"/>
                </a:lnTo>
              </a:path>
            </a:pathLst>
          </a:cu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10" name="S03-label2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지그재그 선</a:t>
            </a:r>
            <a:endParaRPr lang="ko-KR" sz="2600" dirty="0"/>
          </a:p>
        </p:txBody>
      </p:sp>
      <p:sp>
        <p:nvSpPr>
          <p:cNvPr id="11" name="S03-figure25" descr="빨간 빙글빙글 선"/>
          <p:cNvSpPr/>
          <p:nvPr/>
        </p:nvSpPr>
        <p:spPr>
          <a:xfrm>
            <a:off x="9595807" y="2262201"/>
            <a:ext cx="1711969" cy="1557874"/>
          </a:xfrm>
          <a:custGeom>
            <a:avLst/>
            <a:gdLst/>
            <a:ahLst/>
            <a:cxnLst/>
            <a:rect l="l" t="t" r="r" b="b"/>
            <a:pathLst>
              <a:path w="1711969" h="1557874">
                <a:moveTo>
                  <a:pt x="778061" y="701598"/>
                </a:moveTo>
                <a:lnTo>
                  <a:pt x="787984" y="699263"/>
                </a:lnTo>
                <a:lnTo>
                  <a:pt x="796740" y="693426"/>
                </a:lnTo>
                <a:lnTo>
                  <a:pt x="803160" y="683503"/>
                </a:lnTo>
                <a:lnTo>
                  <a:pt x="806079" y="670662"/>
                </a:lnTo>
                <a:lnTo>
                  <a:pt x="803744" y="656654"/>
                </a:lnTo>
                <a:lnTo>
                  <a:pt x="797323" y="642645"/>
                </a:lnTo>
                <a:lnTo>
                  <a:pt x="785649" y="629220"/>
                </a:lnTo>
                <a:lnTo>
                  <a:pt x="769306" y="619297"/>
                </a:lnTo>
                <a:lnTo>
                  <a:pt x="749461" y="612877"/>
                </a:lnTo>
                <a:lnTo>
                  <a:pt x="726113" y="611709"/>
                </a:lnTo>
                <a:lnTo>
                  <a:pt x="701598" y="616962"/>
                </a:lnTo>
                <a:lnTo>
                  <a:pt x="677083" y="628636"/>
                </a:lnTo>
                <a:lnTo>
                  <a:pt x="654902" y="646731"/>
                </a:lnTo>
                <a:lnTo>
                  <a:pt x="636224" y="671246"/>
                </a:lnTo>
                <a:lnTo>
                  <a:pt x="622216" y="701598"/>
                </a:lnTo>
                <a:lnTo>
                  <a:pt x="615795" y="736036"/>
                </a:lnTo>
                <a:lnTo>
                  <a:pt x="616962" y="773392"/>
                </a:lnTo>
                <a:lnTo>
                  <a:pt x="626885" y="811332"/>
                </a:lnTo>
                <a:lnTo>
                  <a:pt x="646147" y="848104"/>
                </a:lnTo>
                <a:lnTo>
                  <a:pt x="674164" y="881375"/>
                </a:lnTo>
                <a:lnTo>
                  <a:pt x="710937" y="908808"/>
                </a:lnTo>
                <a:lnTo>
                  <a:pt x="754130" y="928654"/>
                </a:lnTo>
                <a:lnTo>
                  <a:pt x="803160" y="939160"/>
                </a:lnTo>
                <a:lnTo>
                  <a:pt x="855109" y="938577"/>
                </a:lnTo>
                <a:lnTo>
                  <a:pt x="907641" y="926319"/>
                </a:lnTo>
                <a:lnTo>
                  <a:pt x="958422" y="901804"/>
                </a:lnTo>
                <a:lnTo>
                  <a:pt x="1004534" y="866199"/>
                </a:lnTo>
                <a:lnTo>
                  <a:pt x="1043641" y="819504"/>
                </a:lnTo>
                <a:lnTo>
                  <a:pt x="1072242" y="764053"/>
                </a:lnTo>
                <a:lnTo>
                  <a:pt x="1089169" y="701598"/>
                </a:lnTo>
                <a:lnTo>
                  <a:pt x="1092671" y="634473"/>
                </a:lnTo>
                <a:lnTo>
                  <a:pt x="1081581" y="566765"/>
                </a:lnTo>
                <a:lnTo>
                  <a:pt x="1055315" y="500224"/>
                </a:lnTo>
                <a:lnTo>
                  <a:pt x="1013873" y="439520"/>
                </a:lnTo>
                <a:lnTo>
                  <a:pt x="959590" y="386988"/>
                </a:lnTo>
                <a:lnTo>
                  <a:pt x="893632" y="346129"/>
                </a:lnTo>
                <a:lnTo>
                  <a:pt x="818336" y="319863"/>
                </a:lnTo>
                <a:lnTo>
                  <a:pt x="736619" y="309357"/>
                </a:lnTo>
                <a:lnTo>
                  <a:pt x="653151" y="316945"/>
                </a:lnTo>
                <a:lnTo>
                  <a:pt x="570267" y="342044"/>
                </a:lnTo>
                <a:lnTo>
                  <a:pt x="493220" y="385237"/>
                </a:lnTo>
                <a:lnTo>
                  <a:pt x="425511" y="445357"/>
                </a:lnTo>
                <a:lnTo>
                  <a:pt x="370644" y="520070"/>
                </a:lnTo>
                <a:lnTo>
                  <a:pt x="331537" y="606456"/>
                </a:lnTo>
                <a:lnTo>
                  <a:pt x="311108" y="701598"/>
                </a:lnTo>
                <a:lnTo>
                  <a:pt x="311108" y="800825"/>
                </a:lnTo>
                <a:lnTo>
                  <a:pt x="332704" y="900053"/>
                </a:lnTo>
                <a:lnTo>
                  <a:pt x="375314" y="994611"/>
                </a:lnTo>
                <a:lnTo>
                  <a:pt x="437769" y="1079247"/>
                </a:lnTo>
                <a:lnTo>
                  <a:pt x="518902" y="1151041"/>
                </a:lnTo>
                <a:lnTo>
                  <a:pt x="614628" y="1204740"/>
                </a:lnTo>
                <a:lnTo>
                  <a:pt x="721443" y="1238011"/>
                </a:lnTo>
                <a:lnTo>
                  <a:pt x="835263" y="1248517"/>
                </a:lnTo>
                <a:lnTo>
                  <a:pt x="951418" y="1234509"/>
                </a:lnTo>
                <a:lnTo>
                  <a:pt x="1063487" y="1195985"/>
                </a:lnTo>
                <a:lnTo>
                  <a:pt x="1166800" y="1133530"/>
                </a:lnTo>
                <a:lnTo>
                  <a:pt x="1256689" y="1049478"/>
                </a:lnTo>
                <a:lnTo>
                  <a:pt x="1327899" y="946165"/>
                </a:lnTo>
                <a:lnTo>
                  <a:pt x="1376929" y="828843"/>
                </a:lnTo>
                <a:lnTo>
                  <a:pt x="1400861" y="701598"/>
                </a:lnTo>
                <a:lnTo>
                  <a:pt x="1397359" y="570267"/>
                </a:lnTo>
                <a:lnTo>
                  <a:pt x="1365839" y="440104"/>
                </a:lnTo>
                <a:lnTo>
                  <a:pt x="1306886" y="317528"/>
                </a:lnTo>
                <a:lnTo>
                  <a:pt x="1222251" y="207794"/>
                </a:lnTo>
                <a:lnTo>
                  <a:pt x="1115435" y="117322"/>
                </a:lnTo>
                <a:lnTo>
                  <a:pt x="989942" y="50198"/>
                </a:lnTo>
                <a:lnTo>
                  <a:pt x="851023" y="9923"/>
                </a:lnTo>
                <a:lnTo>
                  <a:pt x="704516" y="0"/>
                </a:lnTo>
                <a:lnTo>
                  <a:pt x="556842" y="20429"/>
                </a:lnTo>
                <a:lnTo>
                  <a:pt x="415005" y="72378"/>
                </a:lnTo>
                <a:lnTo>
                  <a:pt x="284842" y="154095"/>
                </a:lnTo>
                <a:lnTo>
                  <a:pt x="173357" y="262661"/>
                </a:lnTo>
                <a:lnTo>
                  <a:pt x="85803" y="393408"/>
                </a:lnTo>
                <a:lnTo>
                  <a:pt x="26850" y="541666"/>
                </a:lnTo>
                <a:lnTo>
                  <a:pt x="0" y="701598"/>
                </a:lnTo>
                <a:lnTo>
                  <a:pt x="6421" y="865615"/>
                </a:lnTo>
                <a:lnTo>
                  <a:pt x="47863" y="1026714"/>
                </a:lnTo>
                <a:lnTo>
                  <a:pt x="123159" y="1177307"/>
                </a:lnTo>
                <a:lnTo>
                  <a:pt x="229391" y="1310972"/>
                </a:lnTo>
                <a:lnTo>
                  <a:pt x="363056" y="1420706"/>
                </a:lnTo>
                <a:lnTo>
                  <a:pt x="518318" y="1501256"/>
                </a:lnTo>
                <a:lnTo>
                  <a:pt x="689340" y="1547951"/>
                </a:lnTo>
                <a:lnTo>
                  <a:pt x="867950" y="1557874"/>
                </a:lnTo>
                <a:lnTo>
                  <a:pt x="1047143" y="1530440"/>
                </a:lnTo>
                <a:lnTo>
                  <a:pt x="1219333" y="1465651"/>
                </a:lnTo>
                <a:lnTo>
                  <a:pt x="1375178" y="1364672"/>
                </a:lnTo>
                <a:lnTo>
                  <a:pt x="1508260" y="1232174"/>
                </a:lnTo>
                <a:lnTo>
                  <a:pt x="1612157" y="1072826"/>
                </a:lnTo>
                <a:lnTo>
                  <a:pt x="1681617" y="893632"/>
                </a:lnTo>
                <a:lnTo>
                  <a:pt x="1711969" y="701598"/>
                </a:lnTo>
              </a:path>
            </a:pathLst>
          </a:custGeom>
          <a:noFill/>
          <a:ln w="76200">
            <a:solidFill>
              <a:srgbClr val="C8434E"/>
            </a:solidFill>
            <a:prstDash val="solid"/>
          </a:ln>
        </p:spPr>
      </p:sp>
      <p:sp>
        <p:nvSpPr>
          <p:cNvPr id="12" name="S03-label2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빙글빙글 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 놀이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마음껏 그어 봐요.</a:t>
            </a:r>
            <a:endParaRPr lang="ko-KR" sz="3200" dirty="0"/>
          </a:p>
        </p:txBody>
      </p:sp>
      <p:sp>
        <p:nvSpPr>
          <p:cNvPr id="4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크레파스는 입에 넣지 않아요.</a:t>
            </a:r>
            <a:endParaRPr lang="ko-KR" sz="3200" dirty="0"/>
          </a:p>
        </p:txBody>
      </p:sp>
      <p:sp>
        <p:nvSpPr>
          <p:cNvPr id="6" name="S04-card30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1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선을 세 가지 그려요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색을 여러 개 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집에서 선을 찾아요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느낌을 하나 말해요</a:t>
            </a:r>
            <a:endParaRPr lang="ko-KR" sz="2600" dirty="0"/>
          </a:p>
        </p:txBody>
      </p:sp>
      <p:sp>
        <p:nvSpPr>
          <p:cNvPr id="8" name="S04-stepno32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3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선을 그어요.</a:t>
            </a:r>
            <a:endParaRPr lang="ko-KR" sz="3200" dirty="0"/>
          </a:p>
        </p:txBody>
      </p:sp>
      <p:sp>
        <p:nvSpPr>
          <p:cNvPr id="10" name="S04-stepno34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5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바꿔 그어요.</a:t>
            </a:r>
            <a:endParaRPr lang="ko-KR" sz="3200" dirty="0"/>
          </a:p>
        </p:txBody>
      </p:sp>
      <p:sp>
        <p:nvSpPr>
          <p:cNvPr id="12" name="S04-stepno36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7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같은 선을 찾아요.</a:t>
            </a:r>
            <a:endParaRPr lang="ko-KR" sz="3200" dirty="0"/>
          </a:p>
        </p:txBody>
      </p:sp>
      <p:sp>
        <p:nvSpPr>
          <p:cNvPr id="14" name="S04-stepno38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9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선의 느낌을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 같나요?</a:t>
            </a:r>
            <a:endParaRPr lang="ko-KR" sz="4400" dirty="0"/>
          </a:p>
        </p:txBody>
      </p:sp>
      <p:sp>
        <p:nvSpPr>
          <p:cNvPr id="3" name="S05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색으로만 그린 그림이에요.</a:t>
            </a:r>
            <a:endParaRPr lang="ko-KR" sz="3200" dirty="0"/>
          </a:p>
        </p:txBody>
      </p:sp>
      <p:sp>
        <p:nvSpPr>
          <p:cNvPr id="5" name="S05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 같나요? 어떤 느낌이 드나요?</a:t>
            </a:r>
            <a:endParaRPr lang="ko-KR" sz="3200" dirty="0"/>
          </a:p>
        </p:txBody>
      </p:sp>
      <p:sp>
        <p:nvSpPr>
          <p:cNvPr id="7" name="S05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figure45" descr="가: 파란 구불구불한 선 두 줄과 위쪽의 짧은 비스듬한 선들"/>
          <p:cNvSpPr/>
          <p:nvPr/>
        </p:nvSpPr>
        <p:spPr>
          <a:xfrm>
            <a:off x="2559825" y="4024577"/>
            <a:ext cx="1340585" cy="200082"/>
          </a:xfrm>
          <a:custGeom>
            <a:avLst/>
            <a:gdLst/>
            <a:ahLst/>
            <a:cxnLst/>
            <a:rect l="l" t="t" r="r" b="b"/>
            <a:pathLst>
              <a:path w="1340585" h="200082">
                <a:moveTo>
                  <a:pt x="0" y="100544"/>
                </a:moveTo>
                <a:lnTo>
                  <a:pt x="27817" y="68370"/>
                </a:lnTo>
                <a:lnTo>
                  <a:pt x="55969" y="39212"/>
                </a:lnTo>
                <a:lnTo>
                  <a:pt x="83787" y="17092"/>
                </a:lnTo>
                <a:lnTo>
                  <a:pt x="111604" y="3351"/>
                </a:lnTo>
                <a:lnTo>
                  <a:pt x="139756" y="335"/>
                </a:lnTo>
                <a:lnTo>
                  <a:pt x="167573" y="7708"/>
                </a:lnTo>
                <a:lnTo>
                  <a:pt x="195390" y="24801"/>
                </a:lnTo>
                <a:lnTo>
                  <a:pt x="223543" y="50272"/>
                </a:lnTo>
                <a:lnTo>
                  <a:pt x="251360" y="80770"/>
                </a:lnTo>
                <a:lnTo>
                  <a:pt x="279177" y="113615"/>
                </a:lnTo>
                <a:lnTo>
                  <a:pt x="307329" y="145118"/>
                </a:lnTo>
                <a:lnTo>
                  <a:pt x="335146" y="171595"/>
                </a:lnTo>
                <a:lnTo>
                  <a:pt x="362963" y="190698"/>
                </a:lnTo>
                <a:lnTo>
                  <a:pt x="391116" y="200082"/>
                </a:lnTo>
                <a:lnTo>
                  <a:pt x="418933" y="199077"/>
                </a:lnTo>
                <a:lnTo>
                  <a:pt x="446750" y="187682"/>
                </a:lnTo>
                <a:lnTo>
                  <a:pt x="474902" y="166903"/>
                </a:lnTo>
                <a:lnTo>
                  <a:pt x="502719" y="139086"/>
                </a:lnTo>
                <a:lnTo>
                  <a:pt x="530537" y="107247"/>
                </a:lnTo>
                <a:lnTo>
                  <a:pt x="558689" y="74402"/>
                </a:lnTo>
                <a:lnTo>
                  <a:pt x="586506" y="44574"/>
                </a:lnTo>
                <a:lnTo>
                  <a:pt x="614323" y="20779"/>
                </a:lnTo>
                <a:lnTo>
                  <a:pt x="642475" y="5362"/>
                </a:lnTo>
                <a:lnTo>
                  <a:pt x="670293" y="0"/>
                </a:lnTo>
                <a:lnTo>
                  <a:pt x="698110" y="5362"/>
                </a:lnTo>
                <a:lnTo>
                  <a:pt x="726262" y="20779"/>
                </a:lnTo>
                <a:lnTo>
                  <a:pt x="754079" y="44574"/>
                </a:lnTo>
                <a:lnTo>
                  <a:pt x="781896" y="74402"/>
                </a:lnTo>
                <a:lnTo>
                  <a:pt x="810049" y="107247"/>
                </a:lnTo>
                <a:lnTo>
                  <a:pt x="837866" y="139086"/>
                </a:lnTo>
                <a:lnTo>
                  <a:pt x="865683" y="166903"/>
                </a:lnTo>
                <a:lnTo>
                  <a:pt x="893835" y="187682"/>
                </a:lnTo>
                <a:lnTo>
                  <a:pt x="921652" y="199077"/>
                </a:lnTo>
                <a:lnTo>
                  <a:pt x="949470" y="200082"/>
                </a:lnTo>
                <a:lnTo>
                  <a:pt x="977622" y="190698"/>
                </a:lnTo>
                <a:lnTo>
                  <a:pt x="1005439" y="171595"/>
                </a:lnTo>
                <a:lnTo>
                  <a:pt x="1033256" y="145118"/>
                </a:lnTo>
                <a:lnTo>
                  <a:pt x="1061408" y="113615"/>
                </a:lnTo>
                <a:lnTo>
                  <a:pt x="1089226" y="80770"/>
                </a:lnTo>
                <a:lnTo>
                  <a:pt x="1117043" y="50272"/>
                </a:lnTo>
                <a:lnTo>
                  <a:pt x="1145195" y="24801"/>
                </a:lnTo>
                <a:lnTo>
                  <a:pt x="1173012" y="7708"/>
                </a:lnTo>
                <a:lnTo>
                  <a:pt x="1200829" y="335"/>
                </a:lnTo>
                <a:lnTo>
                  <a:pt x="1228982" y="3351"/>
                </a:lnTo>
                <a:lnTo>
                  <a:pt x="1256799" y="17092"/>
                </a:lnTo>
                <a:lnTo>
                  <a:pt x="1284616" y="39212"/>
                </a:lnTo>
                <a:lnTo>
                  <a:pt x="1312768" y="68370"/>
                </a:lnTo>
                <a:lnTo>
                  <a:pt x="1340585" y="100544"/>
                </a:lnTo>
              </a:path>
            </a:pathLst>
          </a:custGeom>
          <a:noFill/>
          <a:ln w="63500">
            <a:solidFill>
              <a:srgbClr val="3D5A80"/>
            </a:solidFill>
            <a:prstDash val="solid"/>
          </a:ln>
        </p:spPr>
      </p:sp>
      <p:sp>
        <p:nvSpPr>
          <p:cNvPr id="9" name="S05-mark46"/>
          <p:cNvSpPr/>
          <p:nvPr/>
        </p:nvSpPr>
        <p:spPr>
          <a:xfrm>
            <a:off x="2559825" y="4292694"/>
            <a:ext cx="1340585" cy="200082"/>
          </a:xfrm>
          <a:custGeom>
            <a:avLst/>
            <a:gdLst/>
            <a:ahLst/>
            <a:cxnLst/>
            <a:rect l="l" t="t" r="r" b="b"/>
            <a:pathLst>
              <a:path w="1340585" h="200082">
                <a:moveTo>
                  <a:pt x="0" y="100544"/>
                </a:moveTo>
                <a:lnTo>
                  <a:pt x="27817" y="68370"/>
                </a:lnTo>
                <a:lnTo>
                  <a:pt x="55969" y="39212"/>
                </a:lnTo>
                <a:lnTo>
                  <a:pt x="83787" y="17092"/>
                </a:lnTo>
                <a:lnTo>
                  <a:pt x="111604" y="3351"/>
                </a:lnTo>
                <a:lnTo>
                  <a:pt x="139756" y="335"/>
                </a:lnTo>
                <a:lnTo>
                  <a:pt x="167573" y="7708"/>
                </a:lnTo>
                <a:lnTo>
                  <a:pt x="195390" y="24801"/>
                </a:lnTo>
                <a:lnTo>
                  <a:pt x="223543" y="50272"/>
                </a:lnTo>
                <a:lnTo>
                  <a:pt x="251360" y="80770"/>
                </a:lnTo>
                <a:lnTo>
                  <a:pt x="279177" y="113615"/>
                </a:lnTo>
                <a:lnTo>
                  <a:pt x="307329" y="145118"/>
                </a:lnTo>
                <a:lnTo>
                  <a:pt x="335146" y="171595"/>
                </a:lnTo>
                <a:lnTo>
                  <a:pt x="362963" y="190698"/>
                </a:lnTo>
                <a:lnTo>
                  <a:pt x="391116" y="200082"/>
                </a:lnTo>
                <a:lnTo>
                  <a:pt x="418933" y="199077"/>
                </a:lnTo>
                <a:lnTo>
                  <a:pt x="446750" y="187682"/>
                </a:lnTo>
                <a:lnTo>
                  <a:pt x="474902" y="166903"/>
                </a:lnTo>
                <a:lnTo>
                  <a:pt x="502719" y="139086"/>
                </a:lnTo>
                <a:lnTo>
                  <a:pt x="530537" y="107247"/>
                </a:lnTo>
                <a:lnTo>
                  <a:pt x="558689" y="74402"/>
                </a:lnTo>
                <a:lnTo>
                  <a:pt x="586506" y="44574"/>
                </a:lnTo>
                <a:lnTo>
                  <a:pt x="614323" y="20779"/>
                </a:lnTo>
                <a:lnTo>
                  <a:pt x="642475" y="5362"/>
                </a:lnTo>
                <a:lnTo>
                  <a:pt x="670293" y="0"/>
                </a:lnTo>
                <a:lnTo>
                  <a:pt x="698110" y="5362"/>
                </a:lnTo>
                <a:lnTo>
                  <a:pt x="726262" y="20779"/>
                </a:lnTo>
                <a:lnTo>
                  <a:pt x="754079" y="44574"/>
                </a:lnTo>
                <a:lnTo>
                  <a:pt x="781896" y="74402"/>
                </a:lnTo>
                <a:lnTo>
                  <a:pt x="810049" y="107247"/>
                </a:lnTo>
                <a:lnTo>
                  <a:pt x="837866" y="139086"/>
                </a:lnTo>
                <a:lnTo>
                  <a:pt x="865683" y="166903"/>
                </a:lnTo>
                <a:lnTo>
                  <a:pt x="893835" y="187682"/>
                </a:lnTo>
                <a:lnTo>
                  <a:pt x="921652" y="199077"/>
                </a:lnTo>
                <a:lnTo>
                  <a:pt x="949470" y="200082"/>
                </a:lnTo>
                <a:lnTo>
                  <a:pt x="977622" y="190698"/>
                </a:lnTo>
                <a:lnTo>
                  <a:pt x="1005439" y="171595"/>
                </a:lnTo>
                <a:lnTo>
                  <a:pt x="1033256" y="145118"/>
                </a:lnTo>
                <a:lnTo>
                  <a:pt x="1061408" y="113615"/>
                </a:lnTo>
                <a:lnTo>
                  <a:pt x="1089226" y="80770"/>
                </a:lnTo>
                <a:lnTo>
                  <a:pt x="1117043" y="50272"/>
                </a:lnTo>
                <a:lnTo>
                  <a:pt x="1145195" y="24801"/>
                </a:lnTo>
                <a:lnTo>
                  <a:pt x="1173012" y="7708"/>
                </a:lnTo>
                <a:lnTo>
                  <a:pt x="1200829" y="335"/>
                </a:lnTo>
                <a:lnTo>
                  <a:pt x="1228982" y="3351"/>
                </a:lnTo>
                <a:lnTo>
                  <a:pt x="1256799" y="17092"/>
                </a:lnTo>
                <a:lnTo>
                  <a:pt x="1284616" y="39212"/>
                </a:lnTo>
                <a:lnTo>
                  <a:pt x="1312768" y="68370"/>
                </a:lnTo>
                <a:lnTo>
                  <a:pt x="1340585" y="100544"/>
                </a:lnTo>
              </a:path>
            </a:pathLst>
          </a:custGeom>
          <a:noFill/>
          <a:ln w="63500">
            <a:solidFill>
              <a:srgbClr val="2A9D8F"/>
            </a:solidFill>
            <a:prstDash val="solid"/>
          </a:ln>
        </p:spPr>
      </p:sp>
      <p:sp>
        <p:nvSpPr>
          <p:cNvPr id="10" name="S05-mark47"/>
          <p:cNvSpPr/>
          <p:nvPr/>
        </p:nvSpPr>
        <p:spPr>
          <a:xfrm flipH="1">
            <a:off x="2643612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1" name="S05-mark48"/>
          <p:cNvSpPr/>
          <p:nvPr/>
        </p:nvSpPr>
        <p:spPr>
          <a:xfrm flipH="1">
            <a:off x="2878214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2" name="S05-mark49"/>
          <p:cNvSpPr/>
          <p:nvPr/>
        </p:nvSpPr>
        <p:spPr>
          <a:xfrm flipH="1">
            <a:off x="3112817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3" name="S05-mark50"/>
          <p:cNvSpPr/>
          <p:nvPr/>
        </p:nvSpPr>
        <p:spPr>
          <a:xfrm flipH="1">
            <a:off x="3347419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4" name="S05-mark51"/>
          <p:cNvSpPr/>
          <p:nvPr/>
        </p:nvSpPr>
        <p:spPr>
          <a:xfrm flipH="1">
            <a:off x="3582022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5" name="S05-mark52"/>
          <p:cNvSpPr/>
          <p:nvPr/>
        </p:nvSpPr>
        <p:spPr>
          <a:xfrm flipH="1">
            <a:off x="3816624" y="3354284"/>
            <a:ext cx="83787" cy="23460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6" name="S05-text53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구불구불한 선, 짧은 선</a:t>
            </a:r>
            <a:endParaRPr lang="ko-KR" sz="2600" dirty="0"/>
          </a:p>
        </p:txBody>
      </p:sp>
      <p:sp>
        <p:nvSpPr>
          <p:cNvPr id="17" name="S05-chip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8" name="S05-figure55" descr="나: 노란 동그라미와 그 아래 빨간·주황 지그재그 선 두 줄"/>
          <p:cNvSpPr/>
          <p:nvPr/>
        </p:nvSpPr>
        <p:spPr>
          <a:xfrm>
            <a:off x="8288541" y="3974305"/>
            <a:ext cx="1340585" cy="234602"/>
          </a:xfrm>
          <a:custGeom>
            <a:avLst/>
            <a:gdLst/>
            <a:ahLst/>
            <a:cxnLst/>
            <a:rect l="l" t="t" r="r" b="b"/>
            <a:pathLst>
              <a:path w="1340585" h="234602">
                <a:moveTo>
                  <a:pt x="0" y="234602"/>
                </a:moveTo>
                <a:lnTo>
                  <a:pt x="134059" y="0"/>
                </a:lnTo>
                <a:lnTo>
                  <a:pt x="268117" y="234602"/>
                </a:lnTo>
                <a:lnTo>
                  <a:pt x="402176" y="0"/>
                </a:lnTo>
                <a:lnTo>
                  <a:pt x="536234" y="234602"/>
                </a:lnTo>
                <a:lnTo>
                  <a:pt x="670293" y="0"/>
                </a:lnTo>
                <a:lnTo>
                  <a:pt x="804351" y="234602"/>
                </a:lnTo>
                <a:lnTo>
                  <a:pt x="938410" y="0"/>
                </a:lnTo>
                <a:lnTo>
                  <a:pt x="1072468" y="234602"/>
                </a:lnTo>
                <a:lnTo>
                  <a:pt x="1206527" y="0"/>
                </a:lnTo>
                <a:lnTo>
                  <a:pt x="1340585" y="234602"/>
                </a:lnTo>
              </a:path>
            </a:pathLst>
          </a:custGeom>
          <a:noFill/>
          <a:ln w="63500">
            <a:solidFill>
              <a:srgbClr val="C8434E"/>
            </a:solidFill>
            <a:prstDash val="solid"/>
          </a:ln>
        </p:spPr>
      </p:sp>
      <p:sp>
        <p:nvSpPr>
          <p:cNvPr id="19" name="S05-mark56"/>
          <p:cNvSpPr/>
          <p:nvPr/>
        </p:nvSpPr>
        <p:spPr>
          <a:xfrm>
            <a:off x="8288541" y="4275936"/>
            <a:ext cx="1340585" cy="234602"/>
          </a:xfrm>
          <a:custGeom>
            <a:avLst/>
            <a:gdLst/>
            <a:ahLst/>
            <a:cxnLst/>
            <a:rect l="l" t="t" r="r" b="b"/>
            <a:pathLst>
              <a:path w="1340585" h="234602">
                <a:moveTo>
                  <a:pt x="0" y="234602"/>
                </a:moveTo>
                <a:lnTo>
                  <a:pt x="134059" y="0"/>
                </a:lnTo>
                <a:lnTo>
                  <a:pt x="268117" y="234602"/>
                </a:lnTo>
                <a:lnTo>
                  <a:pt x="402176" y="0"/>
                </a:lnTo>
                <a:lnTo>
                  <a:pt x="536234" y="234602"/>
                </a:lnTo>
                <a:lnTo>
                  <a:pt x="670293" y="0"/>
                </a:lnTo>
                <a:lnTo>
                  <a:pt x="804351" y="234602"/>
                </a:lnTo>
                <a:lnTo>
                  <a:pt x="938410" y="0"/>
                </a:lnTo>
                <a:lnTo>
                  <a:pt x="1072468" y="234602"/>
                </a:lnTo>
                <a:lnTo>
                  <a:pt x="1206527" y="0"/>
                </a:lnTo>
                <a:lnTo>
                  <a:pt x="1340585" y="234602"/>
                </a:lnTo>
              </a:path>
            </a:pathLst>
          </a:custGeom>
          <a:noFill/>
          <a:ln w="63500">
            <a:solidFill>
              <a:srgbClr val="E9762B"/>
            </a:solidFill>
            <a:prstDash val="solid"/>
          </a:ln>
        </p:spPr>
      </p:sp>
      <p:sp>
        <p:nvSpPr>
          <p:cNvPr id="20" name="S05-mark57"/>
          <p:cNvSpPr/>
          <p:nvPr/>
        </p:nvSpPr>
        <p:spPr>
          <a:xfrm>
            <a:off x="8757746" y="3337527"/>
            <a:ext cx="402176" cy="402176"/>
          </a:xfrm>
          <a:prstGeom prst="ellipse">
            <a:avLst/>
          </a:prstGeom>
          <a:solidFill>
            <a:srgbClr val="F2C14E"/>
          </a:solidFill>
          <a:ln w="38100">
            <a:solidFill>
              <a:srgbClr val="E9762B"/>
            </a:solidFill>
            <a:prstDash val="solid"/>
          </a:ln>
        </p:spPr>
      </p:sp>
      <p:sp>
        <p:nvSpPr>
          <p:cNvPr id="21" name="S05-text58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지그재그 선, 노란 동그라미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이야기 그리기</a:t>
            </a:r>
            <a:endParaRPr lang="ko-KR" sz="4400" dirty="0"/>
          </a:p>
        </p:txBody>
      </p:sp>
      <p:sp>
        <p:nvSpPr>
          <p:cNvPr id="3" name="S06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한 일을 그림으로 나타내요.</a:t>
            </a:r>
            <a:endParaRPr lang="ko-KR" sz="3200" dirty="0"/>
          </a:p>
        </p:txBody>
      </p:sp>
      <p:sp>
        <p:nvSpPr>
          <p:cNvPr id="4" name="S06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 날은 몸 반대쪽으로 향해요.</a:t>
            </a:r>
            <a:endParaRPr lang="ko-KR" sz="3200" dirty="0"/>
          </a:p>
        </p:txBody>
      </p:sp>
      <p:sp>
        <p:nvSpPr>
          <p:cNvPr id="6" name="S06-card62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63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가지 선을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어울리는 색을 골라요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무엇을 그렸는지 말해요</a:t>
            </a:r>
            <a:endParaRPr lang="ko-KR" sz="3200" dirty="0"/>
          </a:p>
        </p:txBody>
      </p:sp>
      <p:sp>
        <p:nvSpPr>
          <p:cNvPr id="8" name="S06-stepno64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65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그릴 이야기를 하나 골라요.</a:t>
            </a:r>
            <a:endParaRPr lang="ko-KR" sz="3200" dirty="0"/>
          </a:p>
        </p:txBody>
      </p:sp>
      <p:sp>
        <p:nvSpPr>
          <p:cNvPr id="10" name="S06-stepno66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67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선과 색을 골라요.</a:t>
            </a:r>
            <a:endParaRPr lang="ko-KR" sz="3200" dirty="0"/>
          </a:p>
        </p:txBody>
      </p:sp>
      <p:sp>
        <p:nvSpPr>
          <p:cNvPr id="12" name="S06-stepno68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69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그리거나 오려 붙여요.</a:t>
            </a:r>
            <a:endParaRPr lang="ko-KR" sz="3200" dirty="0"/>
          </a:p>
        </p:txBody>
      </p:sp>
      <p:sp>
        <p:nvSpPr>
          <p:cNvPr id="14" name="S06-stepno70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71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소개해요.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7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7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색에는 느낌이 있어요. 내 이야기도 그릴 수 있어요.</a:t>
            </a:r>
            <a:endParaRPr lang="ko-KR" sz="3200" dirty="0"/>
          </a:p>
        </p:txBody>
      </p:sp>
      <p:sp>
        <p:nvSpPr>
          <p:cNvPr id="5" name="S07-chip7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여러 가지 선 그어 보기</a:t>
            </a:r>
            <a:endParaRPr lang="ko-KR" sz="2600" dirty="0"/>
          </a:p>
        </p:txBody>
      </p:sp>
      <p:sp>
        <p:nvSpPr>
          <p:cNvPr id="6" name="S07-chip7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‘못 그렸어’ 하고 멈추기</a:t>
            </a:r>
            <a:endParaRPr lang="ko-KR" sz="2600" dirty="0"/>
          </a:p>
        </p:txBody>
      </p:sp>
      <p:sp>
        <p:nvSpPr>
          <p:cNvPr id="7" name="S07-text7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77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선 세 가지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그어 보기</a:t>
            </a:r>
            <a:endParaRPr lang="ko-KR" sz="2600" dirty="0"/>
          </a:p>
        </p:txBody>
      </p:sp>
      <p:sp>
        <p:nvSpPr>
          <p:cNvPr id="9" name="S07-text78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집에서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찾기</a:t>
            </a:r>
            <a:endParaRPr lang="ko-KR" sz="2600" dirty="0"/>
          </a:p>
        </p:txBody>
      </p:sp>
      <p:sp>
        <p:nvSpPr>
          <p:cNvPr id="10" name="S07-text7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걷기·달리기·균형 놀이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선을 따라가요</a:t>
            </a:r>
            <a:endParaRPr lang="ko-KR" sz="4400" dirty="0"/>
          </a:p>
        </p:txBody>
      </p:sp>
      <p:sp>
        <p:nvSpPr>
          <p:cNvPr id="3" name="S08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먼저, 크레파스로 다음에.</a:t>
            </a:r>
            <a:endParaRPr lang="ko-KR" sz="3200" dirty="0"/>
          </a:p>
        </p:txBody>
      </p:sp>
      <p:sp>
        <p:nvSpPr>
          <p:cNvPr id="4" name="S08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따라 그어요.</a:t>
            </a:r>
            <a:endParaRPr lang="ko-KR" sz="3200" dirty="0"/>
          </a:p>
        </p:txBody>
      </p:sp>
      <p:sp>
        <p:nvSpPr>
          <p:cNvPr id="6" name="S08-figure83" descr="따라 그릴 점선: 곧은 선 하나와 구불구불한 선 하나"/>
          <p:cNvSpPr/>
          <p:nvPr/>
        </p:nvSpPr>
        <p:spPr>
          <a:xfrm>
            <a:off x="4275201" y="2656523"/>
            <a:ext cx="3638550" cy="9144"/>
          </a:xfrm>
          <a:custGeom>
            <a:avLst/>
            <a:gdLst/>
            <a:ahLst/>
            <a:cxnLst/>
            <a:rect l="l" t="t" r="r" b="b"/>
            <a:pathLst>
              <a:path w="3638550" h="9144">
                <a:moveTo>
                  <a:pt x="0" y="0"/>
                </a:moveTo>
                <a:lnTo>
                  <a:pt x="3638550" y="0"/>
                </a:lnTo>
              </a:path>
            </a:pathLst>
          </a:custGeom>
          <a:noFill/>
          <a:ln w="50800">
            <a:solidFill>
              <a:srgbClr val="3D5A80"/>
            </a:solidFill>
            <a:prstDash val="dash"/>
          </a:ln>
        </p:spPr>
      </p:sp>
      <p:sp>
        <p:nvSpPr>
          <p:cNvPr id="7" name="S08-mark84"/>
          <p:cNvSpPr/>
          <p:nvPr/>
        </p:nvSpPr>
        <p:spPr>
          <a:xfrm>
            <a:off x="4275201" y="3975497"/>
            <a:ext cx="3638550" cy="818674"/>
          </a:xfrm>
          <a:custGeom>
            <a:avLst/>
            <a:gdLst/>
            <a:ahLst/>
            <a:cxnLst/>
            <a:rect l="l" t="t" r="r" b="b"/>
            <a:pathLst>
              <a:path w="3638550" h="818674">
                <a:moveTo>
                  <a:pt x="0" y="409337"/>
                </a:moveTo>
                <a:lnTo>
                  <a:pt x="75500" y="303819"/>
                </a:lnTo>
                <a:lnTo>
                  <a:pt x="151909" y="204668"/>
                </a:lnTo>
                <a:lnTo>
                  <a:pt x="227409" y="120072"/>
                </a:lnTo>
                <a:lnTo>
                  <a:pt x="302909" y="54578"/>
                </a:lnTo>
                <a:lnTo>
                  <a:pt x="379319" y="13645"/>
                </a:lnTo>
                <a:lnTo>
                  <a:pt x="454819" y="0"/>
                </a:lnTo>
                <a:lnTo>
                  <a:pt x="530319" y="13645"/>
                </a:lnTo>
                <a:lnTo>
                  <a:pt x="606728" y="54578"/>
                </a:lnTo>
                <a:lnTo>
                  <a:pt x="682228" y="120072"/>
                </a:lnTo>
                <a:lnTo>
                  <a:pt x="757728" y="204668"/>
                </a:lnTo>
                <a:lnTo>
                  <a:pt x="834138" y="303819"/>
                </a:lnTo>
                <a:lnTo>
                  <a:pt x="909637" y="409337"/>
                </a:lnTo>
                <a:lnTo>
                  <a:pt x="985137" y="514855"/>
                </a:lnTo>
                <a:lnTo>
                  <a:pt x="1061547" y="614005"/>
                </a:lnTo>
                <a:lnTo>
                  <a:pt x="1137047" y="698602"/>
                </a:lnTo>
                <a:lnTo>
                  <a:pt x="1212547" y="764095"/>
                </a:lnTo>
                <a:lnTo>
                  <a:pt x="1288956" y="805029"/>
                </a:lnTo>
                <a:lnTo>
                  <a:pt x="1364456" y="818674"/>
                </a:lnTo>
                <a:lnTo>
                  <a:pt x="1439956" y="805029"/>
                </a:lnTo>
                <a:lnTo>
                  <a:pt x="1516366" y="764095"/>
                </a:lnTo>
                <a:lnTo>
                  <a:pt x="1591866" y="698602"/>
                </a:lnTo>
                <a:lnTo>
                  <a:pt x="1667366" y="614005"/>
                </a:lnTo>
                <a:lnTo>
                  <a:pt x="1743775" y="514855"/>
                </a:lnTo>
                <a:lnTo>
                  <a:pt x="1819275" y="409337"/>
                </a:lnTo>
                <a:lnTo>
                  <a:pt x="1894775" y="303819"/>
                </a:lnTo>
                <a:lnTo>
                  <a:pt x="1971184" y="204668"/>
                </a:lnTo>
                <a:lnTo>
                  <a:pt x="2046684" y="120072"/>
                </a:lnTo>
                <a:lnTo>
                  <a:pt x="2122184" y="54578"/>
                </a:lnTo>
                <a:lnTo>
                  <a:pt x="2198594" y="13645"/>
                </a:lnTo>
                <a:lnTo>
                  <a:pt x="2274094" y="0"/>
                </a:lnTo>
                <a:lnTo>
                  <a:pt x="2349594" y="13645"/>
                </a:lnTo>
                <a:lnTo>
                  <a:pt x="2426003" y="54578"/>
                </a:lnTo>
                <a:lnTo>
                  <a:pt x="2501503" y="120072"/>
                </a:lnTo>
                <a:lnTo>
                  <a:pt x="2577003" y="204668"/>
                </a:lnTo>
                <a:lnTo>
                  <a:pt x="2653413" y="303819"/>
                </a:lnTo>
                <a:lnTo>
                  <a:pt x="2728912" y="409337"/>
                </a:lnTo>
                <a:lnTo>
                  <a:pt x="2804412" y="514855"/>
                </a:lnTo>
                <a:lnTo>
                  <a:pt x="2880822" y="614005"/>
                </a:lnTo>
                <a:lnTo>
                  <a:pt x="2956322" y="698602"/>
                </a:lnTo>
                <a:lnTo>
                  <a:pt x="3031822" y="764095"/>
                </a:lnTo>
                <a:lnTo>
                  <a:pt x="3108231" y="805029"/>
                </a:lnTo>
                <a:lnTo>
                  <a:pt x="3183731" y="818674"/>
                </a:lnTo>
                <a:lnTo>
                  <a:pt x="3259231" y="805029"/>
                </a:lnTo>
                <a:lnTo>
                  <a:pt x="3335641" y="764095"/>
                </a:lnTo>
                <a:lnTo>
                  <a:pt x="3411141" y="698602"/>
                </a:lnTo>
                <a:lnTo>
                  <a:pt x="3486641" y="614005"/>
                </a:lnTo>
                <a:lnTo>
                  <a:pt x="3563050" y="514855"/>
                </a:lnTo>
                <a:lnTo>
                  <a:pt x="3638550" y="409337"/>
                </a:lnTo>
              </a:path>
            </a:pathLst>
          </a:custGeom>
          <a:noFill/>
          <a:ln w="50800">
            <a:solidFill>
              <a:srgbClr val="2A9D8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음악·미술 색·선·모양 탐색</dc:title>
  <dc:subject>KR22-G01-ART-COLORLINE-L01</dc:subject>
  <dc:creator>education-ppt</dc:creator>
  <cp:lastModifiedBy>education-ppt</cp:lastModifiedBy>
  <cp:revision>1</cp:revision>
  <dcterms:created xsi:type="dcterms:W3CDTF">2026-10-26T09:44:40Z</dcterms:created>
  <dcterms:modified xsi:type="dcterms:W3CDTF">2026-10-26T09:44:40Z</dcterms:modified>
</cp:coreProperties>
</file>