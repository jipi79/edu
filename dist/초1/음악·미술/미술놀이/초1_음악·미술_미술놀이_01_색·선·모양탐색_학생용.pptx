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aeb7f5-a877-66a0-218c-fcbda8462a62}">
          <p14:sldIdLst>
            <p14:sldId id="256"/>
            <p14:sldId id="257"/>
          </p14:sldIdLst>
        </p14:section>
        <p14:section name="개념" id="{a6f988df-20bf-e805-6a21-945b6f1a0d4d}">
          <p14:sldIdLst>
            <p14:sldId id="258"/>
          </p14:sldIdLst>
        </p14:section>
        <p14:section name="연습" id="{4745c7e6-dd95-7c15-0ef9-74c8b9b68054}">
          <p14:sldIdLst>
            <p14:sldId id="259"/>
            <p14:sldId id="260"/>
          </p14:sldIdLst>
        </p14:section>
        <p14:section name="확인" id="{54021bc8-d9bb-81b5-cf3a-2d3a9c324a83}">
          <p14:sldIdLst>
            <p14:sldId id="261"/>
          </p14:sldIdLst>
        </p14:section>
        <p14:section name="정리" id="{1997b95a-7e44-6b65-cd0f-fb3cc27df368}">
          <p14:sldIdLst>
            <p14:sldId id="262"/>
          </p14:sldIdLst>
        </p14:section>
        <p14:section name="보충" id="{cb73f224-93ac-07a9-9b94-9a102cb22ce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미술놀이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색·선·모양 탐색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색으로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그릴 수 있을까?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구불구불한 선, 지그재그 선, 곧은 선과 노란 동그라미"/>
          <p:cNvSpPr/>
          <p:nvPr/>
        </p:nvSpPr>
        <p:spPr>
          <a:xfrm>
            <a:off x="7995786" y="1062188"/>
            <a:ext cx="1866499" cy="502519"/>
          </a:xfrm>
          <a:custGeom>
            <a:avLst/>
            <a:gdLst/>
            <a:ahLst/>
            <a:cxnLst/>
            <a:rect l="l" t="t" r="r" b="b"/>
            <a:pathLst>
              <a:path w="1866499" h="502519">
                <a:moveTo>
                  <a:pt x="0" y="251259"/>
                </a:moveTo>
                <a:lnTo>
                  <a:pt x="38766" y="202443"/>
                </a:lnTo>
                <a:lnTo>
                  <a:pt x="77531" y="155063"/>
                </a:lnTo>
                <a:lnTo>
                  <a:pt x="117015" y="111990"/>
                </a:lnTo>
                <a:lnTo>
                  <a:pt x="155781" y="73942"/>
                </a:lnTo>
                <a:lnTo>
                  <a:pt x="194547" y="42355"/>
                </a:lnTo>
                <a:lnTo>
                  <a:pt x="233312" y="19383"/>
                </a:lnTo>
                <a:lnTo>
                  <a:pt x="272078" y="5025"/>
                </a:lnTo>
                <a:lnTo>
                  <a:pt x="310844" y="0"/>
                </a:lnTo>
                <a:lnTo>
                  <a:pt x="350327" y="5025"/>
                </a:lnTo>
                <a:lnTo>
                  <a:pt x="389093" y="19383"/>
                </a:lnTo>
                <a:lnTo>
                  <a:pt x="427859" y="42355"/>
                </a:lnTo>
                <a:lnTo>
                  <a:pt x="466625" y="73942"/>
                </a:lnTo>
                <a:lnTo>
                  <a:pt x="505390" y="111990"/>
                </a:lnTo>
                <a:lnTo>
                  <a:pt x="544156" y="155063"/>
                </a:lnTo>
                <a:lnTo>
                  <a:pt x="582922" y="202443"/>
                </a:lnTo>
                <a:lnTo>
                  <a:pt x="622406" y="251259"/>
                </a:lnTo>
                <a:lnTo>
                  <a:pt x="661171" y="300076"/>
                </a:lnTo>
                <a:lnTo>
                  <a:pt x="699937" y="347456"/>
                </a:lnTo>
                <a:lnTo>
                  <a:pt x="738703" y="390529"/>
                </a:lnTo>
                <a:lnTo>
                  <a:pt x="777469" y="428577"/>
                </a:lnTo>
                <a:lnTo>
                  <a:pt x="816234" y="460164"/>
                </a:lnTo>
                <a:lnTo>
                  <a:pt x="855718" y="483136"/>
                </a:lnTo>
                <a:lnTo>
                  <a:pt x="894484" y="497494"/>
                </a:lnTo>
                <a:lnTo>
                  <a:pt x="933249" y="502519"/>
                </a:lnTo>
                <a:lnTo>
                  <a:pt x="972015" y="497494"/>
                </a:lnTo>
                <a:lnTo>
                  <a:pt x="1010781" y="483136"/>
                </a:lnTo>
                <a:lnTo>
                  <a:pt x="1050265" y="460164"/>
                </a:lnTo>
                <a:lnTo>
                  <a:pt x="1089030" y="428577"/>
                </a:lnTo>
                <a:lnTo>
                  <a:pt x="1127796" y="390529"/>
                </a:lnTo>
                <a:lnTo>
                  <a:pt x="1166562" y="347456"/>
                </a:lnTo>
                <a:lnTo>
                  <a:pt x="1205328" y="300076"/>
                </a:lnTo>
                <a:lnTo>
                  <a:pt x="1244093" y="251259"/>
                </a:lnTo>
                <a:lnTo>
                  <a:pt x="1282859" y="202443"/>
                </a:lnTo>
                <a:lnTo>
                  <a:pt x="1322343" y="155063"/>
                </a:lnTo>
                <a:lnTo>
                  <a:pt x="1361108" y="111990"/>
                </a:lnTo>
                <a:lnTo>
                  <a:pt x="1399874" y="73942"/>
                </a:lnTo>
                <a:lnTo>
                  <a:pt x="1438640" y="42355"/>
                </a:lnTo>
                <a:lnTo>
                  <a:pt x="1477406" y="19383"/>
                </a:lnTo>
                <a:lnTo>
                  <a:pt x="1516889" y="5025"/>
                </a:lnTo>
                <a:lnTo>
                  <a:pt x="1555655" y="0"/>
                </a:lnTo>
                <a:lnTo>
                  <a:pt x="1594421" y="5025"/>
                </a:lnTo>
                <a:lnTo>
                  <a:pt x="1633187" y="19383"/>
                </a:lnTo>
                <a:lnTo>
                  <a:pt x="1671952" y="42355"/>
                </a:lnTo>
                <a:lnTo>
                  <a:pt x="1710718" y="73942"/>
                </a:lnTo>
                <a:lnTo>
                  <a:pt x="1750202" y="111990"/>
                </a:lnTo>
                <a:lnTo>
                  <a:pt x="1788967" y="155063"/>
                </a:lnTo>
                <a:lnTo>
                  <a:pt x="1827733" y="202443"/>
                </a:lnTo>
                <a:lnTo>
                  <a:pt x="1866499" y="251259"/>
                </a:lnTo>
              </a:path>
            </a:pathLst>
          </a:cu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5786" y="1995437"/>
            <a:ext cx="1866499" cy="502519"/>
          </a:xfrm>
          <a:custGeom>
            <a:avLst/>
            <a:gdLst/>
            <a:ahLst/>
            <a:cxnLst/>
            <a:rect l="l" t="t" r="r" b="b"/>
            <a:pathLst>
              <a:path w="1866499" h="502519">
                <a:moveTo>
                  <a:pt x="0" y="502519"/>
                </a:moveTo>
                <a:lnTo>
                  <a:pt x="310844" y="0"/>
                </a:lnTo>
                <a:lnTo>
                  <a:pt x="622406" y="502519"/>
                </a:lnTo>
                <a:lnTo>
                  <a:pt x="933249" y="0"/>
                </a:lnTo>
                <a:lnTo>
                  <a:pt x="1244093" y="502519"/>
                </a:lnTo>
                <a:lnTo>
                  <a:pt x="1555655" y="0"/>
                </a:lnTo>
                <a:lnTo>
                  <a:pt x="1866499" y="502519"/>
                </a:lnTo>
              </a:path>
            </a:pathLst>
          </a:cu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95786" y="3108158"/>
            <a:ext cx="1866499" cy="9144"/>
          </a:xfrm>
          <a:custGeom>
            <a:avLst/>
            <a:gdLst/>
            <a:ahLst/>
            <a:cxnLst/>
            <a:rect l="l" t="t" r="r" b="b"/>
            <a:pathLst>
              <a:path w="1866499" h="9144">
                <a:moveTo>
                  <a:pt x="0" y="0"/>
                </a:moveTo>
                <a:lnTo>
                  <a:pt x="1866499" y="0"/>
                </a:lnTo>
              </a:path>
            </a:pathLst>
          </a:cu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113545" y="1421130"/>
            <a:ext cx="1076826" cy="1076826"/>
          </a:xfrm>
          <a:prstGeom prst="ellipse">
            <a:avLst/>
          </a:prstGeom>
          <a:solidFill>
            <a:srgbClr val="F2C14E"/>
          </a:solidFill>
          <a:ln w="50800">
            <a:solidFill>
              <a:srgbClr val="C8434E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가지 선과 색을 그어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이야기를 그림으로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크레파스로 해 봐요</a:t>
            </a:r>
            <a:endParaRPr lang="ko-KR" sz="4400" dirty="0"/>
          </a:p>
        </p:txBody>
      </p:sp>
      <p:sp>
        <p:nvSpPr>
          <p:cNvPr id="3" name="S02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듣고 해 봐요.</a:t>
            </a:r>
            <a:endParaRPr lang="ko-KR" sz="3200" dirty="0"/>
          </a:p>
        </p:txBody>
      </p:sp>
      <p:sp>
        <p:nvSpPr>
          <p:cNvPr id="4" name="S02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연필처럼 잡아요.</a:t>
            </a:r>
            <a:endParaRPr lang="ko-KR" sz="3200" dirty="0"/>
          </a:p>
        </p:txBody>
      </p:sp>
      <p:sp>
        <p:nvSpPr>
          <p:cNvPr id="6" name="S02-chip1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1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빨간색을 찾아요.</a:t>
            </a:r>
            <a:endParaRPr lang="ko-KR" sz="3200" dirty="0"/>
          </a:p>
        </p:txBody>
      </p:sp>
      <p:sp>
        <p:nvSpPr>
          <p:cNvPr id="8" name="S02-chip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쭉 그어요.</a:t>
            </a:r>
            <a:endParaRPr lang="ko-KR" sz="3200" dirty="0"/>
          </a:p>
        </p:txBody>
      </p:sp>
      <p:sp>
        <p:nvSpPr>
          <p:cNvPr id="10" name="S02-chip1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선</a:t>
            </a:r>
            <a:endParaRPr lang="ko-KR" sz="4400" dirty="0"/>
          </a:p>
        </p:txBody>
      </p:sp>
      <p:sp>
        <p:nvSpPr>
          <p:cNvPr id="3" name="S03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따라가 봐요.</a:t>
            </a:r>
            <a:endParaRPr lang="ko-KR" sz="3200" dirty="0"/>
          </a:p>
        </p:txBody>
      </p:sp>
      <p:sp>
        <p:nvSpPr>
          <p:cNvPr id="4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색마다 느낌이 달라요.</a:t>
            </a:r>
            <a:endParaRPr lang="ko-KR" sz="3200" dirty="0"/>
          </a:p>
        </p:txBody>
      </p:sp>
      <p:sp>
        <p:nvSpPr>
          <p:cNvPr id="6" name="S03-figure20" descr="파란 곧은 선"/>
          <p:cNvSpPr/>
          <p:nvPr/>
        </p:nvSpPr>
        <p:spPr>
          <a:xfrm>
            <a:off x="647700" y="3306699"/>
            <a:ext cx="2334768" cy="9144"/>
          </a:xfrm>
          <a:custGeom>
            <a:avLst/>
            <a:gdLst/>
            <a:ahLst/>
            <a:cxnLst/>
            <a:rect l="l" t="t" r="r" b="b"/>
            <a:pathLst>
              <a:path w="2334768" h="9144">
                <a:moveTo>
                  <a:pt x="0" y="0"/>
                </a:moveTo>
                <a:lnTo>
                  <a:pt x="2334768" y="0"/>
                </a:lnTo>
              </a:path>
            </a:pathLst>
          </a:cu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7" name="S03-label21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</a:t>
            </a:r>
            <a:endParaRPr lang="ko-KR" sz="2600" dirty="0"/>
          </a:p>
        </p:txBody>
      </p:sp>
      <p:sp>
        <p:nvSpPr>
          <p:cNvPr id="8" name="S03-figure22" descr="초록빛 구불구불한 선"/>
          <p:cNvSpPr/>
          <p:nvPr/>
        </p:nvSpPr>
        <p:spPr>
          <a:xfrm>
            <a:off x="3500628" y="2839745"/>
            <a:ext cx="2334768" cy="933907"/>
          </a:xfrm>
          <a:custGeom>
            <a:avLst/>
            <a:gdLst/>
            <a:ahLst/>
            <a:cxnLst/>
            <a:rect l="l" t="t" r="r" b="b"/>
            <a:pathLst>
              <a:path w="2334768" h="933907">
                <a:moveTo>
                  <a:pt x="0" y="466954"/>
                </a:moveTo>
                <a:lnTo>
                  <a:pt x="48252" y="375898"/>
                </a:lnTo>
                <a:lnTo>
                  <a:pt x="97282" y="287955"/>
                </a:lnTo>
                <a:lnTo>
                  <a:pt x="146312" y="207794"/>
                </a:lnTo>
                <a:lnTo>
                  <a:pt x="194564" y="136973"/>
                </a:lnTo>
                <a:lnTo>
                  <a:pt x="242816" y="78604"/>
                </a:lnTo>
                <a:lnTo>
                  <a:pt x="291846" y="35800"/>
                </a:lnTo>
                <a:lnTo>
                  <a:pt x="340876" y="9339"/>
                </a:lnTo>
                <a:lnTo>
                  <a:pt x="389128" y="0"/>
                </a:lnTo>
                <a:lnTo>
                  <a:pt x="437380" y="9339"/>
                </a:lnTo>
                <a:lnTo>
                  <a:pt x="486410" y="35800"/>
                </a:lnTo>
                <a:lnTo>
                  <a:pt x="535440" y="78604"/>
                </a:lnTo>
                <a:lnTo>
                  <a:pt x="583692" y="136973"/>
                </a:lnTo>
                <a:lnTo>
                  <a:pt x="631944" y="207794"/>
                </a:lnTo>
                <a:lnTo>
                  <a:pt x="680974" y="287955"/>
                </a:lnTo>
                <a:lnTo>
                  <a:pt x="730004" y="375898"/>
                </a:lnTo>
                <a:lnTo>
                  <a:pt x="778256" y="466954"/>
                </a:lnTo>
                <a:lnTo>
                  <a:pt x="826508" y="558010"/>
                </a:lnTo>
                <a:lnTo>
                  <a:pt x="875538" y="645952"/>
                </a:lnTo>
                <a:lnTo>
                  <a:pt x="924568" y="726113"/>
                </a:lnTo>
                <a:lnTo>
                  <a:pt x="972820" y="796934"/>
                </a:lnTo>
                <a:lnTo>
                  <a:pt x="1021072" y="855303"/>
                </a:lnTo>
                <a:lnTo>
                  <a:pt x="1070102" y="898107"/>
                </a:lnTo>
                <a:lnTo>
                  <a:pt x="1119132" y="924568"/>
                </a:lnTo>
                <a:lnTo>
                  <a:pt x="1167384" y="933907"/>
                </a:lnTo>
                <a:lnTo>
                  <a:pt x="1215636" y="924568"/>
                </a:lnTo>
                <a:lnTo>
                  <a:pt x="1264666" y="898107"/>
                </a:lnTo>
                <a:lnTo>
                  <a:pt x="1313696" y="855303"/>
                </a:lnTo>
                <a:lnTo>
                  <a:pt x="1361948" y="796934"/>
                </a:lnTo>
                <a:lnTo>
                  <a:pt x="1410200" y="726113"/>
                </a:lnTo>
                <a:lnTo>
                  <a:pt x="1459230" y="645952"/>
                </a:lnTo>
                <a:lnTo>
                  <a:pt x="1508260" y="558010"/>
                </a:lnTo>
                <a:lnTo>
                  <a:pt x="1556512" y="466954"/>
                </a:lnTo>
                <a:lnTo>
                  <a:pt x="1604764" y="375898"/>
                </a:lnTo>
                <a:lnTo>
                  <a:pt x="1653794" y="287955"/>
                </a:lnTo>
                <a:lnTo>
                  <a:pt x="1702824" y="207794"/>
                </a:lnTo>
                <a:lnTo>
                  <a:pt x="1751076" y="136973"/>
                </a:lnTo>
                <a:lnTo>
                  <a:pt x="1799328" y="78604"/>
                </a:lnTo>
                <a:lnTo>
                  <a:pt x="1848358" y="35800"/>
                </a:lnTo>
                <a:lnTo>
                  <a:pt x="1897388" y="9339"/>
                </a:lnTo>
                <a:lnTo>
                  <a:pt x="1945640" y="0"/>
                </a:lnTo>
                <a:lnTo>
                  <a:pt x="1993892" y="9339"/>
                </a:lnTo>
                <a:lnTo>
                  <a:pt x="2042922" y="35800"/>
                </a:lnTo>
                <a:lnTo>
                  <a:pt x="2091952" y="78604"/>
                </a:lnTo>
                <a:lnTo>
                  <a:pt x="2140204" y="136973"/>
                </a:lnTo>
                <a:lnTo>
                  <a:pt x="2188456" y="207794"/>
                </a:lnTo>
                <a:lnTo>
                  <a:pt x="2237486" y="287955"/>
                </a:lnTo>
                <a:lnTo>
                  <a:pt x="2286516" y="375898"/>
                </a:lnTo>
                <a:lnTo>
                  <a:pt x="2334768" y="466954"/>
                </a:lnTo>
              </a:path>
            </a:pathLst>
          </a:cu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9" name="S03-label23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구불구불한 선</a:t>
            </a:r>
            <a:endParaRPr lang="ko-KR" sz="2600" dirty="0"/>
          </a:p>
        </p:txBody>
      </p:sp>
      <p:sp>
        <p:nvSpPr>
          <p:cNvPr id="10" name="S03-figure24" descr="주황 지그재그 선"/>
          <p:cNvSpPr/>
          <p:nvPr/>
        </p:nvSpPr>
        <p:spPr>
          <a:xfrm>
            <a:off x="6353556" y="2839745"/>
            <a:ext cx="2334768" cy="933907"/>
          </a:xfrm>
          <a:custGeom>
            <a:avLst/>
            <a:gdLst/>
            <a:ahLst/>
            <a:cxnLst/>
            <a:rect l="l" t="t" r="r" b="b"/>
            <a:pathLst>
              <a:path w="2334768" h="933907">
                <a:moveTo>
                  <a:pt x="0" y="933907"/>
                </a:moveTo>
                <a:lnTo>
                  <a:pt x="389128" y="0"/>
                </a:lnTo>
                <a:lnTo>
                  <a:pt x="778256" y="933907"/>
                </a:lnTo>
                <a:lnTo>
                  <a:pt x="1167384" y="0"/>
                </a:lnTo>
                <a:lnTo>
                  <a:pt x="1556512" y="933907"/>
                </a:lnTo>
                <a:lnTo>
                  <a:pt x="1945640" y="0"/>
                </a:lnTo>
                <a:lnTo>
                  <a:pt x="2334768" y="933907"/>
                </a:lnTo>
              </a:path>
            </a:pathLst>
          </a:cu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1" name="S03-label25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지그재그 선</a:t>
            </a:r>
            <a:endParaRPr lang="ko-KR" sz="2600" dirty="0"/>
          </a:p>
        </p:txBody>
      </p:sp>
      <p:sp>
        <p:nvSpPr>
          <p:cNvPr id="12" name="S03-figure26" descr="빨간 빙글빙글 선"/>
          <p:cNvSpPr/>
          <p:nvPr/>
        </p:nvSpPr>
        <p:spPr>
          <a:xfrm>
            <a:off x="9757489" y="2751024"/>
            <a:ext cx="1355722" cy="1233536"/>
          </a:xfrm>
          <a:custGeom>
            <a:avLst/>
            <a:gdLst/>
            <a:ahLst/>
            <a:cxnLst/>
            <a:rect l="l" t="t" r="r" b="b"/>
            <a:pathLst>
              <a:path w="1355722" h="1233536">
                <a:moveTo>
                  <a:pt x="616379" y="555675"/>
                </a:moveTo>
                <a:lnTo>
                  <a:pt x="624161" y="554118"/>
                </a:lnTo>
                <a:lnTo>
                  <a:pt x="631166" y="548670"/>
                </a:lnTo>
                <a:lnTo>
                  <a:pt x="636613" y="540888"/>
                </a:lnTo>
                <a:lnTo>
                  <a:pt x="638170" y="531549"/>
                </a:lnTo>
                <a:lnTo>
                  <a:pt x="636613" y="519875"/>
                </a:lnTo>
                <a:lnTo>
                  <a:pt x="631944" y="508979"/>
                </a:lnTo>
                <a:lnTo>
                  <a:pt x="622605" y="498862"/>
                </a:lnTo>
                <a:lnTo>
                  <a:pt x="609374" y="490301"/>
                </a:lnTo>
                <a:lnTo>
                  <a:pt x="593809" y="485632"/>
                </a:lnTo>
                <a:lnTo>
                  <a:pt x="575131" y="484853"/>
                </a:lnTo>
                <a:lnTo>
                  <a:pt x="555675" y="488745"/>
                </a:lnTo>
                <a:lnTo>
                  <a:pt x="536997" y="498084"/>
                </a:lnTo>
                <a:lnTo>
                  <a:pt x="519097" y="512092"/>
                </a:lnTo>
                <a:lnTo>
                  <a:pt x="503532" y="531549"/>
                </a:lnTo>
                <a:lnTo>
                  <a:pt x="493414" y="555675"/>
                </a:lnTo>
                <a:lnTo>
                  <a:pt x="487967" y="582914"/>
                </a:lnTo>
                <a:lnTo>
                  <a:pt x="488745" y="612487"/>
                </a:lnTo>
                <a:lnTo>
                  <a:pt x="496527" y="642839"/>
                </a:lnTo>
                <a:lnTo>
                  <a:pt x="512092" y="671635"/>
                </a:lnTo>
                <a:lnTo>
                  <a:pt x="533884" y="698096"/>
                </a:lnTo>
                <a:lnTo>
                  <a:pt x="563457" y="719887"/>
                </a:lnTo>
                <a:lnTo>
                  <a:pt x="597701" y="735452"/>
                </a:lnTo>
                <a:lnTo>
                  <a:pt x="635835" y="743234"/>
                </a:lnTo>
                <a:lnTo>
                  <a:pt x="677083" y="743234"/>
                </a:lnTo>
                <a:lnTo>
                  <a:pt x="719109" y="733895"/>
                </a:lnTo>
                <a:lnTo>
                  <a:pt x="759578" y="714439"/>
                </a:lnTo>
                <a:lnTo>
                  <a:pt x="796156" y="686422"/>
                </a:lnTo>
                <a:lnTo>
                  <a:pt x="826508" y="649066"/>
                </a:lnTo>
                <a:lnTo>
                  <a:pt x="849077" y="605483"/>
                </a:lnTo>
                <a:lnTo>
                  <a:pt x="863086" y="555675"/>
                </a:lnTo>
                <a:lnTo>
                  <a:pt x="865421" y="502753"/>
                </a:lnTo>
                <a:lnTo>
                  <a:pt x="856860" y="449054"/>
                </a:lnTo>
                <a:lnTo>
                  <a:pt x="835847" y="396132"/>
                </a:lnTo>
                <a:lnTo>
                  <a:pt x="803160" y="347880"/>
                </a:lnTo>
                <a:lnTo>
                  <a:pt x="760356" y="306633"/>
                </a:lnTo>
                <a:lnTo>
                  <a:pt x="707435" y="274724"/>
                </a:lnTo>
                <a:lnTo>
                  <a:pt x="648287" y="253711"/>
                </a:lnTo>
                <a:lnTo>
                  <a:pt x="583692" y="245151"/>
                </a:lnTo>
                <a:lnTo>
                  <a:pt x="517540" y="250598"/>
                </a:lnTo>
                <a:lnTo>
                  <a:pt x="452167" y="270833"/>
                </a:lnTo>
                <a:lnTo>
                  <a:pt x="390685" y="305076"/>
                </a:lnTo>
                <a:lnTo>
                  <a:pt x="336985" y="352550"/>
                </a:lnTo>
                <a:lnTo>
                  <a:pt x="293403" y="411697"/>
                </a:lnTo>
                <a:lnTo>
                  <a:pt x="263051" y="480184"/>
                </a:lnTo>
                <a:lnTo>
                  <a:pt x="246707" y="555675"/>
                </a:lnTo>
                <a:lnTo>
                  <a:pt x="246707" y="634279"/>
                </a:lnTo>
                <a:lnTo>
                  <a:pt x="263829" y="712882"/>
                </a:lnTo>
                <a:lnTo>
                  <a:pt x="297294" y="787595"/>
                </a:lnTo>
                <a:lnTo>
                  <a:pt x="347102" y="854525"/>
                </a:lnTo>
                <a:lnTo>
                  <a:pt x="410919" y="911338"/>
                </a:lnTo>
                <a:lnTo>
                  <a:pt x="487188" y="954142"/>
                </a:lnTo>
                <a:lnTo>
                  <a:pt x="572018" y="980603"/>
                </a:lnTo>
                <a:lnTo>
                  <a:pt x="661518" y="988385"/>
                </a:lnTo>
                <a:lnTo>
                  <a:pt x="753352" y="977490"/>
                </a:lnTo>
                <a:lnTo>
                  <a:pt x="842073" y="947138"/>
                </a:lnTo>
                <a:lnTo>
                  <a:pt x="924568" y="897329"/>
                </a:lnTo>
                <a:lnTo>
                  <a:pt x="995389" y="831177"/>
                </a:lnTo>
                <a:lnTo>
                  <a:pt x="1051424" y="749461"/>
                </a:lnTo>
                <a:lnTo>
                  <a:pt x="1090337" y="656070"/>
                </a:lnTo>
                <a:lnTo>
                  <a:pt x="1109015" y="555675"/>
                </a:lnTo>
                <a:lnTo>
                  <a:pt x="1106680" y="451388"/>
                </a:lnTo>
                <a:lnTo>
                  <a:pt x="1081776" y="348659"/>
                </a:lnTo>
                <a:lnTo>
                  <a:pt x="1035080" y="251377"/>
                </a:lnTo>
                <a:lnTo>
                  <a:pt x="968150" y="164990"/>
                </a:lnTo>
                <a:lnTo>
                  <a:pt x="883321" y="93391"/>
                </a:lnTo>
                <a:lnTo>
                  <a:pt x="783704" y="39691"/>
                </a:lnTo>
                <a:lnTo>
                  <a:pt x="673970" y="8561"/>
                </a:lnTo>
                <a:lnTo>
                  <a:pt x="558010" y="0"/>
                </a:lnTo>
                <a:lnTo>
                  <a:pt x="441271" y="16343"/>
                </a:lnTo>
                <a:lnTo>
                  <a:pt x="329202" y="57591"/>
                </a:lnTo>
                <a:lnTo>
                  <a:pt x="226472" y="122186"/>
                </a:lnTo>
                <a:lnTo>
                  <a:pt x="137751" y="207794"/>
                </a:lnTo>
                <a:lnTo>
                  <a:pt x="68487" y="312081"/>
                </a:lnTo>
                <a:lnTo>
                  <a:pt x="21791" y="429597"/>
                </a:lnTo>
                <a:lnTo>
                  <a:pt x="0" y="555675"/>
                </a:lnTo>
                <a:lnTo>
                  <a:pt x="5448" y="685644"/>
                </a:lnTo>
                <a:lnTo>
                  <a:pt x="38135" y="813278"/>
                </a:lnTo>
                <a:lnTo>
                  <a:pt x="98060" y="932351"/>
                </a:lnTo>
                <a:lnTo>
                  <a:pt x="182112" y="1038194"/>
                </a:lnTo>
                <a:lnTo>
                  <a:pt x="287955" y="1124580"/>
                </a:lnTo>
                <a:lnTo>
                  <a:pt x="410919" y="1188397"/>
                </a:lnTo>
                <a:lnTo>
                  <a:pt x="546336" y="1225753"/>
                </a:lnTo>
                <a:lnTo>
                  <a:pt x="687978" y="1233536"/>
                </a:lnTo>
                <a:lnTo>
                  <a:pt x="829621" y="1211745"/>
                </a:lnTo>
                <a:lnTo>
                  <a:pt x="965816" y="1160380"/>
                </a:lnTo>
                <a:lnTo>
                  <a:pt x="1088780" y="1080998"/>
                </a:lnTo>
                <a:lnTo>
                  <a:pt x="1194623" y="975933"/>
                </a:lnTo>
                <a:lnTo>
                  <a:pt x="1277118" y="849856"/>
                </a:lnTo>
                <a:lnTo>
                  <a:pt x="1331596" y="707435"/>
                </a:lnTo>
                <a:lnTo>
                  <a:pt x="1355722" y="555675"/>
                </a:lnTo>
              </a:path>
            </a:pathLst>
          </a:custGeom>
          <a:noFill/>
          <a:ln w="76200">
            <a:solidFill>
              <a:srgbClr val="C8434E"/>
            </a:solidFill>
            <a:prstDash val="solid"/>
          </a:ln>
        </p:spPr>
      </p:sp>
      <p:sp>
        <p:nvSpPr>
          <p:cNvPr id="13" name="S03-label27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 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 놀이</a:t>
            </a:r>
            <a:endParaRPr lang="ko-KR" sz="44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마음껏 그어 봐요.</a:t>
            </a:r>
            <a:endParaRPr lang="ko-KR" sz="3200" dirty="0"/>
          </a:p>
        </p:txBody>
      </p:sp>
      <p:sp>
        <p:nvSpPr>
          <p:cNvPr id="4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크레파스는 입에 넣지 않아요.</a:t>
            </a:r>
            <a:endParaRPr lang="ko-KR" sz="3200" dirty="0"/>
          </a:p>
        </p:txBody>
      </p:sp>
      <p:sp>
        <p:nvSpPr>
          <p:cNvPr id="6" name="S04-card3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선을 세 가지 그려요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색을 여러 개 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집에서 선을 찾아요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느낌을 하나 말해요</a:t>
            </a:r>
            <a:endParaRPr lang="ko-KR" sz="2600" dirty="0"/>
          </a:p>
        </p:txBody>
      </p:sp>
      <p:sp>
        <p:nvSpPr>
          <p:cNvPr id="8" name="S04-stepno33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4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선을 그어요.</a:t>
            </a:r>
            <a:endParaRPr lang="ko-KR" sz="3200" dirty="0"/>
          </a:p>
        </p:txBody>
      </p:sp>
      <p:sp>
        <p:nvSpPr>
          <p:cNvPr id="10" name="S04-stepno35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6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바꿔 그어요.</a:t>
            </a:r>
            <a:endParaRPr lang="ko-KR" sz="3200" dirty="0"/>
          </a:p>
        </p:txBody>
      </p:sp>
      <p:sp>
        <p:nvSpPr>
          <p:cNvPr id="12" name="S04-stepno37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8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같은 선을 찾아요.</a:t>
            </a:r>
            <a:endParaRPr lang="ko-KR" sz="3200" dirty="0"/>
          </a:p>
        </p:txBody>
      </p:sp>
      <p:sp>
        <p:nvSpPr>
          <p:cNvPr id="14" name="S04-stepno39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40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선의 느낌을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 같나요?</a:t>
            </a:r>
            <a:endParaRPr lang="ko-KR" sz="4400" dirty="0"/>
          </a:p>
        </p:txBody>
      </p:sp>
      <p:sp>
        <p:nvSpPr>
          <p:cNvPr id="3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 같나요? 어떤 느낌이 드나요?</a:t>
            </a:r>
            <a:endParaRPr lang="ko-KR" sz="3200" dirty="0"/>
          </a:p>
        </p:txBody>
      </p:sp>
      <p:sp>
        <p:nvSpPr>
          <p:cNvPr id="5" name="S05-chip4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6" name="S05-figure44" descr="가: 파란 구불구불한 선 두 줄과 위쪽의 짧은 비스듬한 선들"/>
          <p:cNvSpPr/>
          <p:nvPr/>
        </p:nvSpPr>
        <p:spPr>
          <a:xfrm>
            <a:off x="647700" y="3406438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193681"/>
                </a:moveTo>
                <a:lnTo>
                  <a:pt x="107816" y="96841"/>
                </a:lnTo>
                <a:lnTo>
                  <a:pt x="214986" y="25824"/>
                </a:lnTo>
                <a:lnTo>
                  <a:pt x="322802" y="0"/>
                </a:lnTo>
                <a:lnTo>
                  <a:pt x="430618" y="25824"/>
                </a:lnTo>
                <a:lnTo>
                  <a:pt x="537789" y="96841"/>
                </a:lnTo>
                <a:lnTo>
                  <a:pt x="645605" y="193681"/>
                </a:lnTo>
                <a:lnTo>
                  <a:pt x="753420" y="290522"/>
                </a:lnTo>
                <a:lnTo>
                  <a:pt x="860591" y="361539"/>
                </a:lnTo>
                <a:lnTo>
                  <a:pt x="968407" y="387363"/>
                </a:lnTo>
                <a:lnTo>
                  <a:pt x="1076223" y="361539"/>
                </a:lnTo>
                <a:lnTo>
                  <a:pt x="1183393" y="290522"/>
                </a:lnTo>
                <a:lnTo>
                  <a:pt x="1291209" y="193681"/>
                </a:lnTo>
                <a:lnTo>
                  <a:pt x="1399025" y="96841"/>
                </a:lnTo>
                <a:lnTo>
                  <a:pt x="1506195" y="25824"/>
                </a:lnTo>
                <a:lnTo>
                  <a:pt x="1614011" y="0"/>
                </a:lnTo>
                <a:lnTo>
                  <a:pt x="1721827" y="25824"/>
                </a:lnTo>
                <a:lnTo>
                  <a:pt x="1828998" y="96841"/>
                </a:lnTo>
                <a:lnTo>
                  <a:pt x="1936814" y="193681"/>
                </a:lnTo>
                <a:lnTo>
                  <a:pt x="2044629" y="290522"/>
                </a:lnTo>
                <a:lnTo>
                  <a:pt x="2151800" y="361539"/>
                </a:lnTo>
                <a:lnTo>
                  <a:pt x="2259616" y="387363"/>
                </a:lnTo>
                <a:lnTo>
                  <a:pt x="2367432" y="361539"/>
                </a:lnTo>
                <a:lnTo>
                  <a:pt x="2474602" y="290522"/>
                </a:lnTo>
                <a:lnTo>
                  <a:pt x="2582418" y="193681"/>
                </a:lnTo>
                <a:lnTo>
                  <a:pt x="2690234" y="96841"/>
                </a:lnTo>
                <a:lnTo>
                  <a:pt x="2797404" y="25824"/>
                </a:lnTo>
                <a:lnTo>
                  <a:pt x="2905220" y="0"/>
                </a:lnTo>
                <a:lnTo>
                  <a:pt x="3013036" y="25824"/>
                </a:lnTo>
                <a:lnTo>
                  <a:pt x="3120207" y="96841"/>
                </a:lnTo>
                <a:lnTo>
                  <a:pt x="3228022" y="193681"/>
                </a:lnTo>
                <a:lnTo>
                  <a:pt x="3335838" y="290522"/>
                </a:lnTo>
                <a:lnTo>
                  <a:pt x="3443009" y="361539"/>
                </a:lnTo>
                <a:lnTo>
                  <a:pt x="3550825" y="387363"/>
                </a:lnTo>
                <a:lnTo>
                  <a:pt x="3658641" y="361539"/>
                </a:lnTo>
                <a:lnTo>
                  <a:pt x="3765811" y="290522"/>
                </a:lnTo>
                <a:lnTo>
                  <a:pt x="3873627" y="193681"/>
                </a:lnTo>
                <a:lnTo>
                  <a:pt x="3981443" y="96841"/>
                </a:lnTo>
                <a:lnTo>
                  <a:pt x="4088613" y="25824"/>
                </a:lnTo>
                <a:lnTo>
                  <a:pt x="4196429" y="0"/>
                </a:lnTo>
                <a:lnTo>
                  <a:pt x="4304245" y="25824"/>
                </a:lnTo>
                <a:lnTo>
                  <a:pt x="4411416" y="96841"/>
                </a:lnTo>
                <a:lnTo>
                  <a:pt x="4519232" y="193681"/>
                </a:lnTo>
                <a:lnTo>
                  <a:pt x="4627047" y="290522"/>
                </a:lnTo>
                <a:lnTo>
                  <a:pt x="4734218" y="361539"/>
                </a:lnTo>
                <a:lnTo>
                  <a:pt x="4842034" y="387363"/>
                </a:lnTo>
                <a:lnTo>
                  <a:pt x="4949850" y="361539"/>
                </a:lnTo>
                <a:lnTo>
                  <a:pt x="5057020" y="290522"/>
                </a:lnTo>
                <a:lnTo>
                  <a:pt x="5164836" y="193681"/>
                </a:lnTo>
              </a:path>
            </a:pathLst>
          </a:cu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7" name="S05-mark45"/>
          <p:cNvSpPr/>
          <p:nvPr/>
        </p:nvSpPr>
        <p:spPr>
          <a:xfrm>
            <a:off x="647700" y="3890642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193681"/>
                </a:moveTo>
                <a:lnTo>
                  <a:pt x="107816" y="96841"/>
                </a:lnTo>
                <a:lnTo>
                  <a:pt x="214986" y="25824"/>
                </a:lnTo>
                <a:lnTo>
                  <a:pt x="322802" y="0"/>
                </a:lnTo>
                <a:lnTo>
                  <a:pt x="430618" y="25824"/>
                </a:lnTo>
                <a:lnTo>
                  <a:pt x="537789" y="96841"/>
                </a:lnTo>
                <a:lnTo>
                  <a:pt x="645605" y="193681"/>
                </a:lnTo>
                <a:lnTo>
                  <a:pt x="753420" y="290522"/>
                </a:lnTo>
                <a:lnTo>
                  <a:pt x="860591" y="361539"/>
                </a:lnTo>
                <a:lnTo>
                  <a:pt x="968407" y="387363"/>
                </a:lnTo>
                <a:lnTo>
                  <a:pt x="1076223" y="361539"/>
                </a:lnTo>
                <a:lnTo>
                  <a:pt x="1183393" y="290522"/>
                </a:lnTo>
                <a:lnTo>
                  <a:pt x="1291209" y="193681"/>
                </a:lnTo>
                <a:lnTo>
                  <a:pt x="1399025" y="96841"/>
                </a:lnTo>
                <a:lnTo>
                  <a:pt x="1506195" y="25824"/>
                </a:lnTo>
                <a:lnTo>
                  <a:pt x="1614011" y="0"/>
                </a:lnTo>
                <a:lnTo>
                  <a:pt x="1721827" y="25824"/>
                </a:lnTo>
                <a:lnTo>
                  <a:pt x="1828998" y="96841"/>
                </a:lnTo>
                <a:lnTo>
                  <a:pt x="1936814" y="193681"/>
                </a:lnTo>
                <a:lnTo>
                  <a:pt x="2044629" y="290522"/>
                </a:lnTo>
                <a:lnTo>
                  <a:pt x="2151800" y="361539"/>
                </a:lnTo>
                <a:lnTo>
                  <a:pt x="2259616" y="387363"/>
                </a:lnTo>
                <a:lnTo>
                  <a:pt x="2367432" y="361539"/>
                </a:lnTo>
                <a:lnTo>
                  <a:pt x="2474602" y="290522"/>
                </a:lnTo>
                <a:lnTo>
                  <a:pt x="2582418" y="193681"/>
                </a:lnTo>
                <a:lnTo>
                  <a:pt x="2690234" y="96841"/>
                </a:lnTo>
                <a:lnTo>
                  <a:pt x="2797404" y="25824"/>
                </a:lnTo>
                <a:lnTo>
                  <a:pt x="2905220" y="0"/>
                </a:lnTo>
                <a:lnTo>
                  <a:pt x="3013036" y="25824"/>
                </a:lnTo>
                <a:lnTo>
                  <a:pt x="3120207" y="96841"/>
                </a:lnTo>
                <a:lnTo>
                  <a:pt x="3228022" y="193681"/>
                </a:lnTo>
                <a:lnTo>
                  <a:pt x="3335838" y="290522"/>
                </a:lnTo>
                <a:lnTo>
                  <a:pt x="3443009" y="361539"/>
                </a:lnTo>
                <a:lnTo>
                  <a:pt x="3550825" y="387363"/>
                </a:lnTo>
                <a:lnTo>
                  <a:pt x="3658641" y="361539"/>
                </a:lnTo>
                <a:lnTo>
                  <a:pt x="3765811" y="290522"/>
                </a:lnTo>
                <a:lnTo>
                  <a:pt x="3873627" y="193681"/>
                </a:lnTo>
                <a:lnTo>
                  <a:pt x="3981443" y="96841"/>
                </a:lnTo>
                <a:lnTo>
                  <a:pt x="4088613" y="25824"/>
                </a:lnTo>
                <a:lnTo>
                  <a:pt x="4196429" y="0"/>
                </a:lnTo>
                <a:lnTo>
                  <a:pt x="4304245" y="25824"/>
                </a:lnTo>
                <a:lnTo>
                  <a:pt x="4411416" y="96841"/>
                </a:lnTo>
                <a:lnTo>
                  <a:pt x="4519232" y="193681"/>
                </a:lnTo>
                <a:lnTo>
                  <a:pt x="4627047" y="290522"/>
                </a:lnTo>
                <a:lnTo>
                  <a:pt x="4734218" y="361539"/>
                </a:lnTo>
                <a:lnTo>
                  <a:pt x="4842034" y="387363"/>
                </a:lnTo>
                <a:lnTo>
                  <a:pt x="4949850" y="361539"/>
                </a:lnTo>
                <a:lnTo>
                  <a:pt x="5057020" y="290522"/>
                </a:lnTo>
                <a:lnTo>
                  <a:pt x="5164836" y="193681"/>
                </a:lnTo>
              </a:path>
            </a:pathLst>
          </a:cu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8" name="S05-mark46"/>
          <p:cNvSpPr/>
          <p:nvPr/>
        </p:nvSpPr>
        <p:spPr>
          <a:xfrm flipH="1">
            <a:off x="809101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9" name="S05-mark47"/>
          <p:cNvSpPr/>
          <p:nvPr/>
        </p:nvSpPr>
        <p:spPr>
          <a:xfrm flipH="1">
            <a:off x="1390145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0" name="S05-mark48"/>
          <p:cNvSpPr/>
          <p:nvPr/>
        </p:nvSpPr>
        <p:spPr>
          <a:xfrm flipH="1">
            <a:off x="1971189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1" name="S05-mark49"/>
          <p:cNvSpPr/>
          <p:nvPr/>
        </p:nvSpPr>
        <p:spPr>
          <a:xfrm flipH="1">
            <a:off x="2552233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2" name="S05-mark50"/>
          <p:cNvSpPr/>
          <p:nvPr/>
        </p:nvSpPr>
        <p:spPr>
          <a:xfrm flipH="1">
            <a:off x="3133277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3" name="S05-mark51"/>
          <p:cNvSpPr/>
          <p:nvPr/>
        </p:nvSpPr>
        <p:spPr>
          <a:xfrm flipH="1">
            <a:off x="3714321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 flipH="1">
            <a:off x="4295365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 flipH="1">
            <a:off x="4876409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6" name="S05-mark54"/>
          <p:cNvSpPr/>
          <p:nvPr/>
        </p:nvSpPr>
        <p:spPr>
          <a:xfrm flipH="1">
            <a:off x="5457454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7" name="S05-text5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구불구불한 선, 짧은 선</a:t>
            </a:r>
            <a:endParaRPr lang="ko-KR" sz="2600" dirty="0"/>
          </a:p>
        </p:txBody>
      </p:sp>
      <p:sp>
        <p:nvSpPr>
          <p:cNvPr id="18" name="S05-chip5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9" name="S05-figure57" descr="나: 노란 동그라미와 그 아래 빨간·주황 지그재그 선 두 줄"/>
          <p:cNvSpPr/>
          <p:nvPr/>
        </p:nvSpPr>
        <p:spPr>
          <a:xfrm>
            <a:off x="6376416" y="3406438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387363"/>
                </a:moveTo>
                <a:lnTo>
                  <a:pt x="286648" y="0"/>
                </a:lnTo>
                <a:lnTo>
                  <a:pt x="573942" y="387363"/>
                </a:lnTo>
                <a:lnTo>
                  <a:pt x="860591" y="0"/>
                </a:lnTo>
                <a:lnTo>
                  <a:pt x="1147885" y="387363"/>
                </a:lnTo>
                <a:lnTo>
                  <a:pt x="1434533" y="0"/>
                </a:lnTo>
                <a:lnTo>
                  <a:pt x="1721827" y="387363"/>
                </a:lnTo>
                <a:lnTo>
                  <a:pt x="2008476" y="0"/>
                </a:lnTo>
                <a:lnTo>
                  <a:pt x="2295770" y="387363"/>
                </a:lnTo>
                <a:lnTo>
                  <a:pt x="2582418" y="0"/>
                </a:lnTo>
                <a:lnTo>
                  <a:pt x="2869066" y="387363"/>
                </a:lnTo>
                <a:lnTo>
                  <a:pt x="3156360" y="0"/>
                </a:lnTo>
                <a:lnTo>
                  <a:pt x="3443009" y="387363"/>
                </a:lnTo>
                <a:lnTo>
                  <a:pt x="3730303" y="0"/>
                </a:lnTo>
                <a:lnTo>
                  <a:pt x="4016951" y="387363"/>
                </a:lnTo>
                <a:lnTo>
                  <a:pt x="4304245" y="0"/>
                </a:lnTo>
                <a:lnTo>
                  <a:pt x="4590894" y="387363"/>
                </a:lnTo>
                <a:lnTo>
                  <a:pt x="4878188" y="0"/>
                </a:lnTo>
                <a:lnTo>
                  <a:pt x="5164836" y="387363"/>
                </a:lnTo>
              </a:path>
            </a:pathLst>
          </a:custGeom>
          <a:noFill/>
          <a:ln w="63500">
            <a:solidFill>
              <a:srgbClr val="C8434E"/>
            </a:solidFill>
            <a:prstDash val="solid"/>
          </a:ln>
        </p:spPr>
      </p:sp>
      <p:sp>
        <p:nvSpPr>
          <p:cNvPr id="20" name="S05-mark58"/>
          <p:cNvSpPr/>
          <p:nvPr/>
        </p:nvSpPr>
        <p:spPr>
          <a:xfrm>
            <a:off x="6376416" y="3890642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387363"/>
                </a:moveTo>
                <a:lnTo>
                  <a:pt x="286648" y="0"/>
                </a:lnTo>
                <a:lnTo>
                  <a:pt x="573942" y="387363"/>
                </a:lnTo>
                <a:lnTo>
                  <a:pt x="860591" y="0"/>
                </a:lnTo>
                <a:lnTo>
                  <a:pt x="1147885" y="387363"/>
                </a:lnTo>
                <a:lnTo>
                  <a:pt x="1434533" y="0"/>
                </a:lnTo>
                <a:lnTo>
                  <a:pt x="1721827" y="387363"/>
                </a:lnTo>
                <a:lnTo>
                  <a:pt x="2008476" y="0"/>
                </a:lnTo>
                <a:lnTo>
                  <a:pt x="2295770" y="387363"/>
                </a:lnTo>
                <a:lnTo>
                  <a:pt x="2582418" y="0"/>
                </a:lnTo>
                <a:lnTo>
                  <a:pt x="2869066" y="387363"/>
                </a:lnTo>
                <a:lnTo>
                  <a:pt x="3156360" y="0"/>
                </a:lnTo>
                <a:lnTo>
                  <a:pt x="3443009" y="387363"/>
                </a:lnTo>
                <a:lnTo>
                  <a:pt x="3730303" y="0"/>
                </a:lnTo>
                <a:lnTo>
                  <a:pt x="4016951" y="387363"/>
                </a:lnTo>
                <a:lnTo>
                  <a:pt x="4304245" y="0"/>
                </a:lnTo>
                <a:lnTo>
                  <a:pt x="4590894" y="387363"/>
                </a:lnTo>
                <a:lnTo>
                  <a:pt x="4878188" y="0"/>
                </a:lnTo>
                <a:lnTo>
                  <a:pt x="5164836" y="387363"/>
                </a:lnTo>
              </a:path>
            </a:pathLst>
          </a:cu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21" name="S05-mark59"/>
          <p:cNvSpPr/>
          <p:nvPr/>
        </p:nvSpPr>
        <p:spPr>
          <a:xfrm>
            <a:off x="8571471" y="2405751"/>
            <a:ext cx="774725" cy="774725"/>
          </a:xfrm>
          <a:prstGeom prst="ellipse">
            <a:avLst/>
          </a:prstGeom>
          <a:solidFill>
            <a:srgbClr val="F2C14E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22" name="S05-text6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지그재그 선, 노란 동그라미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이야기 그리기</a:t>
            </a:r>
            <a:endParaRPr lang="ko-KR" sz="4400" dirty="0"/>
          </a:p>
        </p:txBody>
      </p:sp>
      <p:sp>
        <p:nvSpPr>
          <p:cNvPr id="3" name="S06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일을 그림으로 나타내요.</a:t>
            </a:r>
            <a:endParaRPr lang="ko-KR" sz="3200" dirty="0"/>
          </a:p>
        </p:txBody>
      </p:sp>
      <p:sp>
        <p:nvSpPr>
          <p:cNvPr id="4" name="S06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 날은 몸 반대쪽으로 향해요.</a:t>
            </a:r>
            <a:endParaRPr lang="ko-KR" sz="3200" dirty="0"/>
          </a:p>
        </p:txBody>
      </p:sp>
      <p:sp>
        <p:nvSpPr>
          <p:cNvPr id="6" name="S06-card6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6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가지 선을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어울리는 색을 골라요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무엇을 그렸는지 말해요</a:t>
            </a:r>
            <a:endParaRPr lang="ko-KR" sz="3200" dirty="0"/>
          </a:p>
        </p:txBody>
      </p:sp>
      <p:sp>
        <p:nvSpPr>
          <p:cNvPr id="8" name="S06-stepno6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6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그릴 이야기를 하나 골라요.</a:t>
            </a:r>
            <a:endParaRPr lang="ko-KR" sz="3200" dirty="0"/>
          </a:p>
        </p:txBody>
      </p:sp>
      <p:sp>
        <p:nvSpPr>
          <p:cNvPr id="10" name="S06-stepno6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6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선과 색을 골라요.</a:t>
            </a:r>
            <a:endParaRPr lang="ko-KR" sz="3200" dirty="0"/>
          </a:p>
        </p:txBody>
      </p:sp>
      <p:sp>
        <p:nvSpPr>
          <p:cNvPr id="12" name="S06-stepno7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7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그리거나 오려 붙여요.</a:t>
            </a:r>
            <a:endParaRPr lang="ko-KR" sz="3200" dirty="0"/>
          </a:p>
        </p:txBody>
      </p:sp>
      <p:sp>
        <p:nvSpPr>
          <p:cNvPr id="14" name="S06-stepno7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7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소개해요.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색에는 느낌이 있어요. 내 이야기도 그릴 수 있어요.</a:t>
            </a:r>
            <a:endParaRPr lang="ko-KR" sz="3200" dirty="0"/>
          </a:p>
        </p:txBody>
      </p:sp>
      <p:sp>
        <p:nvSpPr>
          <p:cNvPr id="5" name="S07-chip7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여러 가지 선 그어 보기</a:t>
            </a:r>
            <a:endParaRPr lang="ko-KR" sz="2600" dirty="0"/>
          </a:p>
        </p:txBody>
      </p:sp>
      <p:sp>
        <p:nvSpPr>
          <p:cNvPr id="6" name="S07-chip7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‘못 그렸어’ 하고 멈추기</a:t>
            </a:r>
            <a:endParaRPr lang="ko-KR" sz="2600" dirty="0"/>
          </a:p>
        </p:txBody>
      </p:sp>
      <p:sp>
        <p:nvSpPr>
          <p:cNvPr id="7" name="S07-text7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79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 세 가지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그어 보기</a:t>
            </a:r>
            <a:endParaRPr lang="ko-KR" sz="2600" dirty="0"/>
          </a:p>
        </p:txBody>
      </p:sp>
      <p:sp>
        <p:nvSpPr>
          <p:cNvPr id="9" name="S07-text80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찾기</a:t>
            </a:r>
            <a:endParaRPr lang="ko-KR" sz="2600" dirty="0"/>
          </a:p>
        </p:txBody>
      </p:sp>
      <p:sp>
        <p:nvSpPr>
          <p:cNvPr id="10" name="S07-text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걷기·달리기·균형 놀이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선을 따라가요</a:t>
            </a:r>
            <a:endParaRPr lang="ko-KR" sz="44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먼저, 크레파스로 다음에.</a:t>
            </a:r>
            <a:endParaRPr lang="ko-KR" sz="3200" dirty="0"/>
          </a:p>
        </p:txBody>
      </p:sp>
      <p:sp>
        <p:nvSpPr>
          <p:cNvPr id="4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따라 그어요.</a:t>
            </a:r>
            <a:endParaRPr lang="ko-KR" sz="3200" dirty="0"/>
          </a:p>
        </p:txBody>
      </p:sp>
      <p:sp>
        <p:nvSpPr>
          <p:cNvPr id="6" name="S08-figure85" descr="따라 그릴 점선: 곧은 선 하나와 구불구불한 선 하나"/>
          <p:cNvSpPr/>
          <p:nvPr/>
        </p:nvSpPr>
        <p:spPr>
          <a:xfrm>
            <a:off x="4275201" y="2656523"/>
            <a:ext cx="3638550" cy="9144"/>
          </a:xfrm>
          <a:custGeom>
            <a:avLst/>
            <a:gdLst/>
            <a:ahLst/>
            <a:cxnLst/>
            <a:rect l="l" t="t" r="r" b="b"/>
            <a:pathLst>
              <a:path w="3638550" h="9144">
                <a:moveTo>
                  <a:pt x="0" y="0"/>
                </a:moveTo>
                <a:lnTo>
                  <a:pt x="3638550" y="0"/>
                </a:lnTo>
              </a:path>
            </a:pathLst>
          </a:custGeom>
          <a:noFill/>
          <a:ln w="50800">
            <a:solidFill>
              <a:srgbClr val="3D5A80"/>
            </a:solidFill>
            <a:prstDash val="dash"/>
          </a:ln>
        </p:spPr>
      </p:sp>
      <p:sp>
        <p:nvSpPr>
          <p:cNvPr id="7" name="S08-mark86"/>
          <p:cNvSpPr/>
          <p:nvPr/>
        </p:nvSpPr>
        <p:spPr>
          <a:xfrm>
            <a:off x="4275201" y="3975497"/>
            <a:ext cx="3638550" cy="818674"/>
          </a:xfrm>
          <a:custGeom>
            <a:avLst/>
            <a:gdLst/>
            <a:ahLst/>
            <a:cxnLst/>
            <a:rect l="l" t="t" r="r" b="b"/>
            <a:pathLst>
              <a:path w="3638550" h="818674">
                <a:moveTo>
                  <a:pt x="0" y="409337"/>
                </a:moveTo>
                <a:lnTo>
                  <a:pt x="75500" y="303819"/>
                </a:lnTo>
                <a:lnTo>
                  <a:pt x="151909" y="204668"/>
                </a:lnTo>
                <a:lnTo>
                  <a:pt x="227409" y="120072"/>
                </a:lnTo>
                <a:lnTo>
                  <a:pt x="302909" y="54578"/>
                </a:lnTo>
                <a:lnTo>
                  <a:pt x="379319" y="13645"/>
                </a:lnTo>
                <a:lnTo>
                  <a:pt x="454819" y="0"/>
                </a:lnTo>
                <a:lnTo>
                  <a:pt x="530319" y="13645"/>
                </a:lnTo>
                <a:lnTo>
                  <a:pt x="606728" y="54578"/>
                </a:lnTo>
                <a:lnTo>
                  <a:pt x="682228" y="120072"/>
                </a:lnTo>
                <a:lnTo>
                  <a:pt x="757728" y="204668"/>
                </a:lnTo>
                <a:lnTo>
                  <a:pt x="834138" y="303819"/>
                </a:lnTo>
                <a:lnTo>
                  <a:pt x="909637" y="409337"/>
                </a:lnTo>
                <a:lnTo>
                  <a:pt x="985137" y="514855"/>
                </a:lnTo>
                <a:lnTo>
                  <a:pt x="1061547" y="614005"/>
                </a:lnTo>
                <a:lnTo>
                  <a:pt x="1137047" y="698602"/>
                </a:lnTo>
                <a:lnTo>
                  <a:pt x="1212547" y="764095"/>
                </a:lnTo>
                <a:lnTo>
                  <a:pt x="1288956" y="805029"/>
                </a:lnTo>
                <a:lnTo>
                  <a:pt x="1364456" y="818674"/>
                </a:lnTo>
                <a:lnTo>
                  <a:pt x="1439956" y="805029"/>
                </a:lnTo>
                <a:lnTo>
                  <a:pt x="1516366" y="764095"/>
                </a:lnTo>
                <a:lnTo>
                  <a:pt x="1591866" y="698602"/>
                </a:lnTo>
                <a:lnTo>
                  <a:pt x="1667366" y="614005"/>
                </a:lnTo>
                <a:lnTo>
                  <a:pt x="1743775" y="514855"/>
                </a:lnTo>
                <a:lnTo>
                  <a:pt x="1819275" y="409337"/>
                </a:lnTo>
                <a:lnTo>
                  <a:pt x="1894775" y="303819"/>
                </a:lnTo>
                <a:lnTo>
                  <a:pt x="1971184" y="204668"/>
                </a:lnTo>
                <a:lnTo>
                  <a:pt x="2046684" y="120072"/>
                </a:lnTo>
                <a:lnTo>
                  <a:pt x="2122184" y="54578"/>
                </a:lnTo>
                <a:lnTo>
                  <a:pt x="2198594" y="13645"/>
                </a:lnTo>
                <a:lnTo>
                  <a:pt x="2274094" y="0"/>
                </a:lnTo>
                <a:lnTo>
                  <a:pt x="2349594" y="13645"/>
                </a:lnTo>
                <a:lnTo>
                  <a:pt x="2426003" y="54578"/>
                </a:lnTo>
                <a:lnTo>
                  <a:pt x="2501503" y="120072"/>
                </a:lnTo>
                <a:lnTo>
                  <a:pt x="2577003" y="204668"/>
                </a:lnTo>
                <a:lnTo>
                  <a:pt x="2653413" y="303819"/>
                </a:lnTo>
                <a:lnTo>
                  <a:pt x="2728912" y="409337"/>
                </a:lnTo>
                <a:lnTo>
                  <a:pt x="2804412" y="514855"/>
                </a:lnTo>
                <a:lnTo>
                  <a:pt x="2880822" y="614005"/>
                </a:lnTo>
                <a:lnTo>
                  <a:pt x="2956322" y="698602"/>
                </a:lnTo>
                <a:lnTo>
                  <a:pt x="3031822" y="764095"/>
                </a:lnTo>
                <a:lnTo>
                  <a:pt x="3108231" y="805029"/>
                </a:lnTo>
                <a:lnTo>
                  <a:pt x="3183731" y="818674"/>
                </a:lnTo>
                <a:lnTo>
                  <a:pt x="3259231" y="805029"/>
                </a:lnTo>
                <a:lnTo>
                  <a:pt x="3335641" y="764095"/>
                </a:lnTo>
                <a:lnTo>
                  <a:pt x="3411141" y="698602"/>
                </a:lnTo>
                <a:lnTo>
                  <a:pt x="3486641" y="614005"/>
                </a:lnTo>
                <a:lnTo>
                  <a:pt x="3563050" y="514855"/>
                </a:lnTo>
                <a:lnTo>
                  <a:pt x="3638550" y="409337"/>
                </a:lnTo>
              </a:path>
            </a:pathLst>
          </a:custGeom>
          <a:noFill/>
          <a:ln w="50800">
            <a:solidFill>
              <a:srgbClr val="2A9D8F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음악·미술 색·선·모양 탐색</dc:title>
  <dc:subject>KR22-G01-ART-COLORLINE-L01</dc:subject>
  <dc:creator>education-ppt</dc:creator>
  <cp:lastModifiedBy>education-ppt</cp:lastModifiedBy>
  <cp:revision>1</cp:revision>
  <dcterms:created xsi:type="dcterms:W3CDTF">2026-10-26T09:45:16Z</dcterms:created>
  <dcterms:modified xsi:type="dcterms:W3CDTF">2026-10-26T09:45:16Z</dcterms:modified>
</cp:coreProperties>
</file>