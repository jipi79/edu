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68efb0d-5db8-311c-53f0-e22c8a6715a9}">
          <p14:sldIdLst>
            <p14:sldId id="256"/>
            <p14:sldId id="257"/>
          </p14:sldIdLst>
        </p14:section>
        <p14:section name="개념" id="{1b76d336-d0b3-c322-9534-9419c7ed3b98}">
          <p14:sldIdLst>
            <p14:sldId id="258"/>
            <p14:sldId id="259"/>
            <p14:sldId id="260"/>
            <p14:sldId id="262"/>
          </p14:sldIdLst>
        </p14:section>
        <p14:section name="연습" id="{ceba1c31-2538-611a-5e9a-bc9a77834a88}">
          <p14:sldIdLst>
            <p14:sldId id="261"/>
            <p14:sldId id="263"/>
            <p14:sldId id="264"/>
          </p14:sldIdLst>
        </p14:section>
        <p14:section name="개념" id="{13656875-eb70-e0e4-d5d9-8bee635eeaf3}">
          <p14:sldIdLst/>
        </p14:section>
        <p14:section name="연습" id="{c8e55abe-c437-bbe1-77b5-ea21fc43f8e0}">
          <p14:sldIdLst/>
        </p14:section>
        <p14:section name="확인" id="{a8a2ef99-8b4c-8783-4dc0-fa1cfcba54f7}">
          <p14:sldIdLst>
            <p14:sldId id="265"/>
            <p14:sldId id="266"/>
          </p14:sldIdLst>
        </p14:section>
        <p14:section name="정리" id="{546a499e-b2b8-6c0e-071e-c6a834d18d26}">
          <p14:sldIdLst>
            <p14:sldId id="267"/>
          </p14:sldIdLst>
        </p14:section>
        <p14:section name="보충" id="{9b17161f-04db-62cf-4671-99a12f0eef7a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과학 · 관찰과분류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과학 · 오감으로 관찰하기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과학 · 오감으로 관찰하기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과학 · 오감으로 관찰하기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오감으로 관찰하기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눈을 감고도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알 수 있을까?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다섯 감각으로 관찰하는 방법을 알아요.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관찰한 것을 표에 쓰고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몸 살펴보기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말하고 몸으로 해 봐요.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눈, 코, 입, 귀, 손을 가리켜요.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얼음은 차가워요, 뜨거워요?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바나나는 무슨 색이에요?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감각</a:t>
            </a:r>
            <a:endParaRPr lang="ko-KR" sz="44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감각으로 자세히 살펴보는 것을 ‘관찰’이라고 해요.</a:t>
            </a:r>
            <a:endParaRPr lang="ko-KR" sz="3200" dirty="0"/>
          </a:p>
        </p:txBody>
      </p:sp>
      <p:sp>
        <p:nvSpPr>
          <p:cNvPr id="5" name="S03-card12"/>
          <p:cNvSpPr/>
          <p:nvPr/>
        </p:nvSpPr>
        <p:spPr>
          <a:xfrm>
            <a:off x="548640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색, 모양, 크기</a:t>
            </a:r>
            <a:endParaRPr lang="ko-KR" sz="3200" dirty="0"/>
          </a:p>
        </p:txBody>
      </p:sp>
      <p:sp>
        <p:nvSpPr>
          <p:cNvPr id="7" name="S03-card14"/>
          <p:cNvSpPr/>
          <p:nvPr/>
        </p:nvSpPr>
        <p:spPr>
          <a:xfrm>
            <a:off x="4322064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4596384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</a:t>
            </a:r>
            <a:endParaRPr lang="ko-KR" sz="3200" dirty="0"/>
          </a:p>
        </p:txBody>
      </p:sp>
      <p:sp>
        <p:nvSpPr>
          <p:cNvPr id="9" name="S03-card16"/>
          <p:cNvSpPr/>
          <p:nvPr/>
        </p:nvSpPr>
        <p:spPr>
          <a:xfrm>
            <a:off x="8095488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7"/>
          <p:cNvSpPr txBox="1"/>
          <p:nvPr/>
        </p:nvSpPr>
        <p:spPr>
          <a:xfrm>
            <a:off x="8369808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만지기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느낌</a:t>
            </a:r>
            <a:endParaRPr lang="ko-KR" sz="3200" dirty="0"/>
          </a:p>
        </p:txBody>
      </p:sp>
      <p:sp>
        <p:nvSpPr>
          <p:cNvPr id="11" name="S03-card18"/>
          <p:cNvSpPr/>
          <p:nvPr/>
        </p:nvSpPr>
        <p:spPr>
          <a:xfrm>
            <a:off x="548640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3-cardtext19"/>
          <p:cNvSpPr txBox="1"/>
          <p:nvPr/>
        </p:nvSpPr>
        <p:spPr>
          <a:xfrm>
            <a:off x="822960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냄새 맡기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냄새</a:t>
            </a:r>
            <a:endParaRPr lang="ko-KR" sz="3200" dirty="0"/>
          </a:p>
        </p:txBody>
      </p:sp>
      <p:sp>
        <p:nvSpPr>
          <p:cNvPr id="13" name="S03-card20"/>
          <p:cNvSpPr/>
          <p:nvPr/>
        </p:nvSpPr>
        <p:spPr>
          <a:xfrm>
            <a:off x="4322064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3-cardtext21"/>
          <p:cNvSpPr txBox="1"/>
          <p:nvPr/>
        </p:nvSpPr>
        <p:spPr>
          <a:xfrm>
            <a:off x="4596384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맛보기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맛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안전하게 관찰해요</a:t>
            </a:r>
            <a:endParaRPr lang="ko-KR" sz="4400" dirty="0"/>
          </a:p>
        </p:txBody>
      </p:sp>
      <p:sp>
        <p:nvSpPr>
          <p:cNvPr id="3" name="S04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궁금하면 먼저 어른께 물어봐요.</a:t>
            </a:r>
            <a:endParaRPr lang="ko-KR" sz="3200" dirty="0"/>
          </a:p>
        </p:txBody>
      </p:sp>
      <p:sp>
        <p:nvSpPr>
          <p:cNvPr id="5" name="S04-card24"/>
          <p:cNvSpPr/>
          <p:nvPr/>
        </p:nvSpPr>
        <p:spPr>
          <a:xfrm>
            <a:off x="548640" y="16916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5"/>
          <p:cNvSpPr txBox="1"/>
          <p:nvPr/>
        </p:nvSpPr>
        <p:spPr>
          <a:xfrm>
            <a:off x="822960" y="18288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맛보기는 어른이 준 음식만 해요.</a:t>
            </a:r>
            <a:endParaRPr lang="ko-KR" sz="3200" dirty="0"/>
          </a:p>
        </p:txBody>
      </p:sp>
      <p:sp>
        <p:nvSpPr>
          <p:cNvPr id="7" name="S04-card26"/>
          <p:cNvSpPr/>
          <p:nvPr/>
        </p:nvSpPr>
        <p:spPr>
          <a:xfrm>
            <a:off x="548640" y="278892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27"/>
          <p:cNvSpPr txBox="1"/>
          <p:nvPr/>
        </p:nvSpPr>
        <p:spPr>
          <a:xfrm>
            <a:off x="822960" y="292608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것은 입에 넣지 않아요.</a:t>
            </a:r>
            <a:endParaRPr lang="ko-KR" sz="3200" dirty="0"/>
          </a:p>
        </p:txBody>
      </p:sp>
      <p:sp>
        <p:nvSpPr>
          <p:cNvPr id="9" name="S04-card28"/>
          <p:cNvSpPr/>
          <p:nvPr/>
        </p:nvSpPr>
        <p:spPr>
          <a:xfrm>
            <a:off x="548640" y="388620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29"/>
          <p:cNvSpPr txBox="1"/>
          <p:nvPr/>
        </p:nvSpPr>
        <p:spPr>
          <a:xfrm>
            <a:off x="822960" y="402336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냄새는 손으로 부채질해 맡아요.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귤을 관찰해요</a:t>
            </a:r>
            <a:endParaRPr lang="ko-KR" sz="4400" dirty="0"/>
          </a:p>
        </p:txBody>
      </p:sp>
      <p:sp>
        <p:nvSpPr>
          <p:cNvPr id="3" name="S05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관찰하기 전에 예상해요. 예상은 활동지 2에 써요.</a:t>
            </a:r>
            <a:endParaRPr lang="ko-KR" sz="3200" dirty="0"/>
          </a:p>
        </p:txBody>
      </p:sp>
      <p:graphicFrame>
        <p:nvGraphicFramePr>
          <p:cNvPr id="6" name="S05-table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1685544"/>
          <a:ext cx="100584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502920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감각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눈으로 보면?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손으로 만지면?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코로 냄새 맡으면?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껍질 깔 때 소리는?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맛보면?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 관찰하기</a:t>
            </a:r>
            <a:endParaRPr lang="ko-KR" sz="4400" dirty="0"/>
          </a:p>
        </p:txBody>
      </p:sp>
      <p:sp>
        <p:nvSpPr>
          <p:cNvPr id="3" name="S06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맛보기는 엄마·아빠가 준 귤로만 해요.</a:t>
            </a:r>
            <a:endParaRPr lang="ko-KR" sz="3200" dirty="0"/>
          </a:p>
        </p:txBody>
      </p:sp>
      <p:sp>
        <p:nvSpPr>
          <p:cNvPr id="5" name="S06-card35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36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감각마다 하나씩 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예상과 비교해요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결과를 표에 써요</a:t>
            </a:r>
            <a:endParaRPr lang="ko-KR" sz="3200" dirty="0"/>
          </a:p>
        </p:txBody>
      </p:sp>
      <p:sp>
        <p:nvSpPr>
          <p:cNvPr id="7" name="S06-stepno37"/>
          <p:cNvSpPr txBox="1"/>
          <p:nvPr/>
        </p:nvSpPr>
        <p:spPr>
          <a:xfrm>
            <a:off x="548640" y="16576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6-text38"/>
          <p:cNvSpPr txBox="1"/>
          <p:nvPr/>
        </p:nvSpPr>
        <p:spPr>
          <a:xfrm>
            <a:off x="1325880" y="165760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눈으로 색과 모양을 봐요.</a:t>
            </a:r>
            <a:endParaRPr lang="ko-KR" sz="3200" dirty="0"/>
          </a:p>
        </p:txBody>
      </p:sp>
      <p:sp>
        <p:nvSpPr>
          <p:cNvPr id="9" name="S06-stepno39"/>
          <p:cNvSpPr txBox="1"/>
          <p:nvPr/>
        </p:nvSpPr>
        <p:spPr>
          <a:xfrm>
            <a:off x="548640" y="23708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6-text40"/>
          <p:cNvSpPr txBox="1"/>
          <p:nvPr/>
        </p:nvSpPr>
        <p:spPr>
          <a:xfrm>
            <a:off x="1325880" y="237083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손으로 껍질을 만져요.</a:t>
            </a:r>
            <a:endParaRPr lang="ko-KR" sz="3200" dirty="0"/>
          </a:p>
        </p:txBody>
      </p:sp>
      <p:sp>
        <p:nvSpPr>
          <p:cNvPr id="11" name="S06-stepno41"/>
          <p:cNvSpPr txBox="1"/>
          <p:nvPr/>
        </p:nvSpPr>
        <p:spPr>
          <a:xfrm>
            <a:off x="548640" y="30840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6-text42"/>
          <p:cNvSpPr txBox="1"/>
          <p:nvPr/>
        </p:nvSpPr>
        <p:spPr>
          <a:xfrm>
            <a:off x="1325880" y="308406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코로 냄새를 맡아요.</a:t>
            </a:r>
            <a:endParaRPr lang="ko-KR" sz="3200" dirty="0"/>
          </a:p>
        </p:txBody>
      </p:sp>
      <p:sp>
        <p:nvSpPr>
          <p:cNvPr id="13" name="S06-stepno43"/>
          <p:cNvSpPr txBox="1"/>
          <p:nvPr/>
        </p:nvSpPr>
        <p:spPr>
          <a:xfrm>
            <a:off x="548640" y="3843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6-text44"/>
          <p:cNvSpPr txBox="1"/>
          <p:nvPr/>
        </p:nvSpPr>
        <p:spPr>
          <a:xfrm>
            <a:off x="1325880" y="3797300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껍질을 까며 소리를 듣고,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조각 맛봐요.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친구의 관찰 결과</a:t>
            </a:r>
            <a:endParaRPr lang="ko-KR" sz="4400" dirty="0"/>
          </a:p>
        </p:txBody>
      </p:sp>
      <p:sp>
        <p:nvSpPr>
          <p:cNvPr id="3" name="S07-card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감각으로 관찰하면 더 많이 알 수 있어요.</a:t>
            </a:r>
            <a:endParaRPr lang="ko-KR" sz="3200" dirty="0"/>
          </a:p>
        </p:txBody>
      </p:sp>
      <p:graphicFrame>
        <p:nvGraphicFramePr>
          <p:cNvPr id="8" name="S07-table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1685544"/>
          <a:ext cx="10058400" cy="914400"/>
        </p:xfrm>
        <a:graphic>
          <a:graphicData uri="http://schemas.openxmlformats.org/drawingml/2006/table">
            <a:tbl>
              <a:tblPr/>
              <a:tblGrid>
                <a:gridCol w="2212848"/>
                <a:gridCol w="784555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감각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알게 된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주황색, 동글납작해요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오돌토돌, 말랑해요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상큼한 냄새가 나요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깔 때 ‘찌익’ 소리가 나요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달고 새콤해요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주머니 속 물건</a:t>
            </a:r>
            <a:endParaRPr lang="ko-KR" sz="4400" dirty="0"/>
          </a:p>
        </p:txBody>
      </p:sp>
      <p:sp>
        <p:nvSpPr>
          <p:cNvPr id="3" name="S08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뾰족하거나 깨지는 물건은 넣지 않아요.</a:t>
            </a:r>
            <a:endParaRPr lang="ko-KR" sz="3200" dirty="0"/>
          </a:p>
        </p:txBody>
      </p:sp>
      <p:sp>
        <p:nvSpPr>
          <p:cNvPr id="5" name="S08-card50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51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어떤 감각을 썼는지 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까닭을 붙여 말해요</a:t>
            </a:r>
            <a:endParaRPr lang="ko-KR" sz="3200" dirty="0"/>
          </a:p>
        </p:txBody>
      </p:sp>
      <p:sp>
        <p:nvSpPr>
          <p:cNvPr id="7" name="S08-stepno52"/>
          <p:cNvSpPr txBox="1"/>
          <p:nvPr/>
        </p:nvSpPr>
        <p:spPr>
          <a:xfrm>
            <a:off x="548640" y="16576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8-text53"/>
          <p:cNvSpPr txBox="1"/>
          <p:nvPr/>
        </p:nvSpPr>
        <p:spPr>
          <a:xfrm>
            <a:off x="1325880" y="165760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눈을 감아요.</a:t>
            </a:r>
            <a:endParaRPr lang="ko-KR" sz="3200" dirty="0"/>
          </a:p>
        </p:txBody>
      </p:sp>
      <p:sp>
        <p:nvSpPr>
          <p:cNvPr id="9" name="S08-stepno54"/>
          <p:cNvSpPr txBox="1"/>
          <p:nvPr/>
        </p:nvSpPr>
        <p:spPr>
          <a:xfrm>
            <a:off x="548640" y="23708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8-text55"/>
          <p:cNvSpPr txBox="1"/>
          <p:nvPr/>
        </p:nvSpPr>
        <p:spPr>
          <a:xfrm>
            <a:off x="1325880" y="237083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주머니 속 물건을 만져요.</a:t>
            </a:r>
            <a:endParaRPr lang="ko-KR" sz="3200" dirty="0"/>
          </a:p>
        </p:txBody>
      </p:sp>
      <p:sp>
        <p:nvSpPr>
          <p:cNvPr id="11" name="S08-stepno56"/>
          <p:cNvSpPr txBox="1"/>
          <p:nvPr/>
        </p:nvSpPr>
        <p:spPr>
          <a:xfrm>
            <a:off x="548640" y="30840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8-text57"/>
          <p:cNvSpPr txBox="1"/>
          <p:nvPr/>
        </p:nvSpPr>
        <p:spPr>
          <a:xfrm>
            <a:off x="1325880" y="308406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흔들어 소리를 들어요.</a:t>
            </a:r>
            <a:endParaRPr lang="ko-KR" sz="3200" dirty="0"/>
          </a:p>
        </p:txBody>
      </p:sp>
      <p:sp>
        <p:nvSpPr>
          <p:cNvPr id="13" name="S08-stepno58"/>
          <p:cNvSpPr txBox="1"/>
          <p:nvPr/>
        </p:nvSpPr>
        <p:spPr>
          <a:xfrm>
            <a:off x="548640" y="3843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8-text59"/>
          <p:cNvSpPr txBox="1"/>
          <p:nvPr/>
        </p:nvSpPr>
        <p:spPr>
          <a:xfrm>
            <a:off x="1325880" y="3797300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무엇인지 말하고 까닭도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더 자세히?</a:t>
            </a:r>
            <a:endParaRPr lang="ko-KR" sz="4400" dirty="0"/>
          </a:p>
        </p:txBody>
      </p:sp>
      <p:sp>
        <p:nvSpPr>
          <p:cNvPr id="3" name="S09-card6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6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친구가 같은 사과를 관찰했어요.</a:t>
            </a:r>
            <a:endParaRPr lang="ko-KR" sz="3200" dirty="0"/>
          </a:p>
        </p:txBody>
      </p:sp>
      <p:sp>
        <p:nvSpPr>
          <p:cNvPr id="5" name="S09-card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더 자세히 관찰했나요? 어떤 감각을 썼나요?</a:t>
            </a:r>
            <a:endParaRPr lang="ko-KR" sz="3200" dirty="0"/>
          </a:p>
        </p:txBody>
      </p:sp>
      <p:sp>
        <p:nvSpPr>
          <p:cNvPr id="7" name="S09-chip6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9-text6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“빨개요.”</a:t>
            </a:r>
            <a:endParaRPr lang="ko-KR" sz="3200" dirty="0"/>
          </a:p>
        </p:txBody>
      </p:sp>
      <p:sp>
        <p:nvSpPr>
          <p:cNvPr id="9" name="S09-chip6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9-text6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“빨갛고, 매끈하고,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달콤한 냄새가 나요.”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비누 관찰하기</a:t>
            </a:r>
            <a:endParaRPr lang="ko-KR" sz="4400" dirty="0"/>
          </a:p>
        </p:txBody>
      </p:sp>
      <p:sp>
        <p:nvSpPr>
          <p:cNvPr id="3" name="S10-text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비누를 혼자 관찰해요.</a:t>
            </a:r>
            <a:endParaRPr lang="ko-KR" sz="3200" dirty="0"/>
          </a:p>
        </p:txBody>
      </p:sp>
      <p:sp>
        <p:nvSpPr>
          <p:cNvPr id="4" name="S10-card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감각마다 알게 된 것을 “~해요.”로 말해요.</a:t>
            </a:r>
            <a:endParaRPr lang="ko-KR" sz="3200" dirty="0"/>
          </a:p>
        </p:txBody>
      </p:sp>
      <p:sp>
        <p:nvSpPr>
          <p:cNvPr id="6" name="S10-chip7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0-text7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눈으로 보면?</a:t>
            </a:r>
            <a:endParaRPr lang="ko-KR" sz="3200" dirty="0"/>
          </a:p>
        </p:txBody>
      </p:sp>
      <p:sp>
        <p:nvSpPr>
          <p:cNvPr id="8" name="S10-chip7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0-text74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손으로 만지면?</a:t>
            </a:r>
            <a:endParaRPr lang="ko-KR" sz="3200" dirty="0"/>
          </a:p>
        </p:txBody>
      </p:sp>
      <p:sp>
        <p:nvSpPr>
          <p:cNvPr id="10" name="S10-chip75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0-text76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코로 냄새를 맡으면?</a:t>
            </a:r>
            <a:endParaRPr lang="ko-KR" sz="3200" dirty="0"/>
          </a:p>
        </p:txBody>
      </p:sp>
      <p:sp>
        <p:nvSpPr>
          <p:cNvPr id="12" name="S10-chip77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10-text78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맛봐도 될까요? 왜요?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감각을 쓸까요?</a:t>
            </a:r>
            <a:endParaRPr lang="ko-KR" sz="4400" dirty="0"/>
          </a:p>
        </p:txBody>
      </p:sp>
      <p:sp>
        <p:nvSpPr>
          <p:cNvPr id="3" name="S12-card7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2-cardtext8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 · 귀 · 손 · 코 · 혀</a:t>
            </a:r>
            <a:endParaRPr lang="ko-KR" sz="3200" dirty="0"/>
          </a:p>
        </p:txBody>
      </p:sp>
      <p:sp>
        <p:nvSpPr>
          <p:cNvPr id="5" name="S12-chip8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12-text82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 인형이 부드러운지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알고 싶어요.</a:t>
            </a:r>
            <a:endParaRPr lang="ko-KR" sz="3200" dirty="0"/>
          </a:p>
        </p:txBody>
      </p:sp>
      <p:sp>
        <p:nvSpPr>
          <p:cNvPr id="7" name="S12-chip83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12-text84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 향기를 알고 싶어요.</a:t>
            </a:r>
            <a:endParaRPr lang="ko-KR" sz="3200" dirty="0"/>
          </a:p>
        </p:txBody>
      </p:sp>
      <p:sp>
        <p:nvSpPr>
          <p:cNvPr id="9" name="S12-chip85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12-text86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밖에서 나는 소리를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알고 싶어요.</a:t>
            </a:r>
            <a:endParaRPr lang="ko-KR" sz="3200" dirty="0"/>
          </a:p>
        </p:txBody>
      </p:sp>
      <p:sp>
        <p:nvSpPr>
          <p:cNvPr id="11" name="S12-chip87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12-text88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길에서 주운 열매의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맛이 궁금해요.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89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0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눈·귀·손·코·혀로 관찰하면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특징을 자세히 알 수 있어요.</a:t>
            </a:r>
            <a:endParaRPr lang="ko-KR" sz="3200" dirty="0"/>
          </a:p>
        </p:txBody>
      </p:sp>
      <p:sp>
        <p:nvSpPr>
          <p:cNvPr id="5" name="S13-chip91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여러 감각으로 관찰하기</a:t>
            </a:r>
            <a:endParaRPr lang="ko-KR" sz="2600" dirty="0"/>
          </a:p>
        </p:txBody>
      </p:sp>
      <p:sp>
        <p:nvSpPr>
          <p:cNvPr id="6" name="S13-chip92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모르는 것 맛보기</a:t>
            </a:r>
            <a:endParaRPr lang="ko-KR" sz="2600" dirty="0"/>
          </a:p>
        </p:txBody>
      </p:sp>
      <p:sp>
        <p:nvSpPr>
          <p:cNvPr id="7" name="S13-text93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94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냄새를 맡는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몸의 부분은?</a:t>
            </a:r>
            <a:endParaRPr lang="ko-KR" sz="2600" dirty="0"/>
          </a:p>
        </p:txBody>
      </p:sp>
      <p:sp>
        <p:nvSpPr>
          <p:cNvPr id="9" name="S13-text95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귤 껍질을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만지면 어때요?</a:t>
            </a:r>
            <a:endParaRPr lang="ko-KR" sz="2600" dirty="0"/>
          </a:p>
        </p:txBody>
      </p:sp>
      <p:sp>
        <p:nvSpPr>
          <p:cNvPr id="10" name="S13-text96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모르는 열매를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맛봐도 될까요?</a:t>
            </a:r>
            <a:endParaRPr lang="ko-KR" sz="2600" dirty="0"/>
          </a:p>
        </p:txBody>
      </p:sp>
      <p:sp>
        <p:nvSpPr>
          <p:cNvPr id="11" name="S13-text9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한 가지 기준으로 나누기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몸으로 느껴요</a:t>
            </a:r>
            <a:endParaRPr lang="ko-KR" sz="4400" dirty="0"/>
          </a:p>
        </p:txBody>
      </p:sp>
      <p:sp>
        <p:nvSpPr>
          <p:cNvPr id="3" name="S14-text9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눈을 감고 해 봐요.</a:t>
            </a:r>
            <a:endParaRPr lang="ko-KR" sz="3200" dirty="0"/>
          </a:p>
        </p:txBody>
      </p:sp>
      <p:sp>
        <p:nvSpPr>
          <p:cNvPr id="4" name="S14-card9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0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귀로 듣고, 손으로 느껴요.</a:t>
            </a:r>
            <a:endParaRPr lang="ko-KR" sz="3200" dirty="0"/>
          </a:p>
        </p:txBody>
      </p:sp>
      <p:sp>
        <p:nvSpPr>
          <p:cNvPr id="6" name="S14-card101"/>
          <p:cNvSpPr/>
          <p:nvPr/>
        </p:nvSpPr>
        <p:spPr>
          <a:xfrm>
            <a:off x="548640" y="20345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102"/>
          <p:cNvSpPr txBox="1"/>
          <p:nvPr/>
        </p:nvSpPr>
        <p:spPr>
          <a:xfrm>
            <a:off x="822960" y="21717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소리가 들려요?</a:t>
            </a:r>
            <a:endParaRPr lang="ko-KR" sz="3200" dirty="0"/>
          </a:p>
        </p:txBody>
      </p:sp>
      <p:sp>
        <p:nvSpPr>
          <p:cNvPr id="8" name="S14-card103"/>
          <p:cNvSpPr/>
          <p:nvPr/>
        </p:nvSpPr>
        <p:spPr>
          <a:xfrm>
            <a:off x="548640" y="313182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4-cardtext104"/>
          <p:cNvSpPr txBox="1"/>
          <p:nvPr/>
        </p:nvSpPr>
        <p:spPr>
          <a:xfrm>
            <a:off x="822960" y="326898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손바닥으로 책상을 만지면?</a:t>
            </a:r>
            <a:endParaRPr lang="ko-KR" sz="3200" dirty="0"/>
          </a:p>
        </p:txBody>
      </p:sp>
      <p:sp>
        <p:nvSpPr>
          <p:cNvPr id="10" name="S14-card105"/>
          <p:cNvSpPr/>
          <p:nvPr/>
        </p:nvSpPr>
        <p:spPr>
          <a:xfrm>
            <a:off x="548640" y="422910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4-cardtext106"/>
          <p:cNvSpPr txBox="1"/>
          <p:nvPr/>
        </p:nvSpPr>
        <p:spPr>
          <a:xfrm>
            <a:off x="822960" y="436626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컵의 물은 차가워요?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과학 오감으로 관찰하기</dc:title>
  <dc:subject>KR22-G01-SCI-SENSES-L01</dc:subject>
  <dc:creator>education-ppt</dc:creator>
  <cp:lastModifiedBy>education-ppt</cp:lastModifiedBy>
  <cp:revision>1</cp:revision>
  <dcterms:created xsi:type="dcterms:W3CDTF">2026-10-26T13:07:16Z</dcterms:created>
  <dcterms:modified xsi:type="dcterms:W3CDTF">2026-10-26T13:07:16Z</dcterms:modified>
</cp:coreProperties>
</file>