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74e8dc3-7d2f-54c5-0669-a2732c166e6e}">
          <p14:sldIdLst>
            <p14:sldId id="256"/>
            <p14:sldId id="257"/>
          </p14:sldIdLst>
        </p14:section>
        <p14:section name="개념" id="{ae2d1744-3f68-c977-f94c-3f53226732d9}">
          <p14:sldIdLst>
            <p14:sldId id="258"/>
            <p14:sldId id="261"/>
            <p14:sldId id="265"/>
          </p14:sldIdLst>
        </p14:section>
        <p14:section name="연습" id="{92862615-edac-6d40-fe31-77ccf486f218}">
          <p14:sldIdLst>
            <p14:sldId id="259"/>
            <p14:sldId id="260"/>
            <p14:sldId id="262"/>
            <p14:sldId id="263"/>
            <p14:sldId id="264"/>
          </p14:sldIdLst>
        </p14:section>
        <p14:section name="개념" id="{f9386e96-9208-877a-589a-17c4f546bf91}">
          <p14:sldIdLst/>
        </p14:section>
        <p14:section name="연습" id="{6b4cdbb3-05cd-50a6-0f10-b2914f80cf49}">
          <p14:sldIdLst/>
        </p14:section>
        <p14:section name="개념" id="{592e9a9b-f442-eaef-0c86-05ae4a5a93ba}">
          <p14:sldIdLst/>
        </p14:section>
        <p14:section name="확인" id="{e403ccc5-71b3-723f-ceb9-e41f88140865}">
          <p14:sldIdLst>
            <p14:sldId id="266"/>
          </p14:sldIdLst>
        </p14:section>
        <p14:section name="정리" id="{87e1980d-71e8-a3ce-92db-016f02200f3a}">
          <p14:sldIdLst>
            <p14:sldId id="267"/>
          </p14:sldIdLst>
        </p14:section>
        <p14:section name="보충" id="{92fa80cb-9bb9-9615-74ce-51d1e76ddeac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과학 · 계절과자연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과학 · 계절과 날씨 기록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과학 · 계절과 날씨 기록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과학 · 계절과 날씨 기록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계절과 날씨 기록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하늘은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모습일까?</a:t>
            </a:r>
            <a:endParaRPr lang="ko-KR" sz="32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해와 구름이 함께 있는 하늘 그림"/>
          <p:cNvSpPr/>
          <p:nvPr/>
        </p:nvSpPr>
        <p:spPr>
          <a:xfrm>
            <a:off x="9364056" y="1818542"/>
            <a:ext cx="2149764" cy="1285744"/>
          </a:xfrm>
          <a:custGeom>
            <a:avLst/>
            <a:gdLst/>
            <a:ahLst/>
            <a:cxnLst/>
            <a:rect l="l" t="t" r="r" b="b"/>
            <a:pathLst>
              <a:path w="2149764" h="1285744">
                <a:moveTo>
                  <a:pt x="2142049" y="925736"/>
                </a:moveTo>
                <a:lnTo>
                  <a:pt x="2149764" y="854591"/>
                </a:lnTo>
                <a:lnTo>
                  <a:pt x="2146335" y="784304"/>
                </a:lnTo>
                <a:lnTo>
                  <a:pt x="2131763" y="714874"/>
                </a:lnTo>
                <a:lnTo>
                  <a:pt x="2106048" y="648015"/>
                </a:lnTo>
                <a:lnTo>
                  <a:pt x="2071762" y="585442"/>
                </a:lnTo>
                <a:lnTo>
                  <a:pt x="2027189" y="528869"/>
                </a:lnTo>
                <a:lnTo>
                  <a:pt x="1973188" y="480011"/>
                </a:lnTo>
                <a:lnTo>
                  <a:pt x="1912330" y="438867"/>
                </a:lnTo>
                <a:lnTo>
                  <a:pt x="1844614" y="408009"/>
                </a:lnTo>
                <a:lnTo>
                  <a:pt x="1770041" y="388295"/>
                </a:lnTo>
                <a:lnTo>
                  <a:pt x="1691182" y="380580"/>
                </a:lnTo>
                <a:lnTo>
                  <a:pt x="1608037" y="387437"/>
                </a:lnTo>
                <a:lnTo>
                  <a:pt x="1566036" y="360008"/>
                </a:lnTo>
                <a:lnTo>
                  <a:pt x="1542035" y="310293"/>
                </a:lnTo>
                <a:lnTo>
                  <a:pt x="1512892" y="263149"/>
                </a:lnTo>
                <a:lnTo>
                  <a:pt x="1478605" y="216862"/>
                </a:lnTo>
                <a:lnTo>
                  <a:pt x="1440033" y="174861"/>
                </a:lnTo>
                <a:lnTo>
                  <a:pt x="1397175" y="135432"/>
                </a:lnTo>
                <a:lnTo>
                  <a:pt x="1350031" y="100288"/>
                </a:lnTo>
                <a:lnTo>
                  <a:pt x="1298601" y="70287"/>
                </a:lnTo>
                <a:lnTo>
                  <a:pt x="1244600" y="44572"/>
                </a:lnTo>
                <a:lnTo>
                  <a:pt x="1188027" y="24858"/>
                </a:lnTo>
                <a:lnTo>
                  <a:pt x="1129740" y="10286"/>
                </a:lnTo>
                <a:lnTo>
                  <a:pt x="1069739" y="2571"/>
                </a:lnTo>
                <a:lnTo>
                  <a:pt x="1008880" y="0"/>
                </a:lnTo>
                <a:lnTo>
                  <a:pt x="948022" y="4286"/>
                </a:lnTo>
                <a:lnTo>
                  <a:pt x="888020" y="14572"/>
                </a:lnTo>
                <a:lnTo>
                  <a:pt x="829733" y="30858"/>
                </a:lnTo>
                <a:lnTo>
                  <a:pt x="773161" y="52287"/>
                </a:lnTo>
                <a:lnTo>
                  <a:pt x="719159" y="80573"/>
                </a:lnTo>
                <a:lnTo>
                  <a:pt x="668587" y="113145"/>
                </a:lnTo>
                <a:lnTo>
                  <a:pt x="622300" y="150861"/>
                </a:lnTo>
                <a:lnTo>
                  <a:pt x="579442" y="192004"/>
                </a:lnTo>
                <a:lnTo>
                  <a:pt x="541727" y="237434"/>
                </a:lnTo>
                <a:lnTo>
                  <a:pt x="509155" y="286292"/>
                </a:lnTo>
                <a:lnTo>
                  <a:pt x="480868" y="336865"/>
                </a:lnTo>
                <a:lnTo>
                  <a:pt x="458582" y="390009"/>
                </a:lnTo>
                <a:lnTo>
                  <a:pt x="439724" y="442296"/>
                </a:lnTo>
                <a:lnTo>
                  <a:pt x="356580" y="449153"/>
                </a:lnTo>
                <a:lnTo>
                  <a:pt x="280292" y="469725"/>
                </a:lnTo>
                <a:lnTo>
                  <a:pt x="211719" y="502297"/>
                </a:lnTo>
                <a:lnTo>
                  <a:pt x="151718" y="545155"/>
                </a:lnTo>
                <a:lnTo>
                  <a:pt x="101145" y="596585"/>
                </a:lnTo>
                <a:lnTo>
                  <a:pt x="60001" y="654872"/>
                </a:lnTo>
                <a:lnTo>
                  <a:pt x="29144" y="718302"/>
                </a:lnTo>
                <a:lnTo>
                  <a:pt x="9429" y="786018"/>
                </a:lnTo>
                <a:lnTo>
                  <a:pt x="0" y="855448"/>
                </a:lnTo>
                <a:lnTo>
                  <a:pt x="3429" y="925736"/>
                </a:lnTo>
                <a:lnTo>
                  <a:pt x="17143" y="994309"/>
                </a:lnTo>
                <a:lnTo>
                  <a:pt x="42001" y="1061167"/>
                </a:lnTo>
                <a:lnTo>
                  <a:pt x="78859" y="1122883"/>
                </a:lnTo>
                <a:lnTo>
                  <a:pt x="125146" y="1178598"/>
                </a:lnTo>
                <a:lnTo>
                  <a:pt x="182576" y="1226600"/>
                </a:lnTo>
                <a:lnTo>
                  <a:pt x="249434" y="1266029"/>
                </a:lnTo>
                <a:lnTo>
                  <a:pt x="324865" y="1285744"/>
                </a:lnTo>
                <a:lnTo>
                  <a:pt x="411438" y="1285744"/>
                </a:lnTo>
                <a:lnTo>
                  <a:pt x="510869" y="1285744"/>
                </a:lnTo>
                <a:lnTo>
                  <a:pt x="653158" y="1245457"/>
                </a:lnTo>
                <a:lnTo>
                  <a:pt x="808304" y="1154598"/>
                </a:lnTo>
                <a:lnTo>
                  <a:pt x="832305" y="1163170"/>
                </a:lnTo>
                <a:lnTo>
                  <a:pt x="855448" y="1170027"/>
                </a:lnTo>
                <a:lnTo>
                  <a:pt x="877734" y="1176027"/>
                </a:lnTo>
                <a:lnTo>
                  <a:pt x="899163" y="1181170"/>
                </a:lnTo>
                <a:lnTo>
                  <a:pt x="919735" y="1184599"/>
                </a:lnTo>
                <a:lnTo>
                  <a:pt x="940307" y="1188027"/>
                </a:lnTo>
                <a:lnTo>
                  <a:pt x="960022" y="1190599"/>
                </a:lnTo>
                <a:lnTo>
                  <a:pt x="979737" y="1192313"/>
                </a:lnTo>
                <a:lnTo>
                  <a:pt x="998594" y="1193170"/>
                </a:lnTo>
                <a:lnTo>
                  <a:pt x="1016595" y="1193170"/>
                </a:lnTo>
                <a:lnTo>
                  <a:pt x="1034595" y="1193170"/>
                </a:lnTo>
                <a:lnTo>
                  <a:pt x="1052596" y="1192313"/>
                </a:lnTo>
                <a:lnTo>
                  <a:pt x="1069739" y="1190599"/>
                </a:lnTo>
                <a:lnTo>
                  <a:pt x="1086882" y="1188884"/>
                </a:lnTo>
                <a:lnTo>
                  <a:pt x="1104025" y="1187170"/>
                </a:lnTo>
                <a:lnTo>
                  <a:pt x="1121169" y="1184599"/>
                </a:lnTo>
                <a:lnTo>
                  <a:pt x="1138312" y="1181170"/>
                </a:lnTo>
                <a:lnTo>
                  <a:pt x="1155455" y="1176884"/>
                </a:lnTo>
                <a:lnTo>
                  <a:pt x="1171741" y="1172598"/>
                </a:lnTo>
                <a:lnTo>
                  <a:pt x="1188884" y="1168313"/>
                </a:lnTo>
                <a:lnTo>
                  <a:pt x="1206885" y="1162312"/>
                </a:lnTo>
                <a:lnTo>
                  <a:pt x="1224028" y="1156312"/>
                </a:lnTo>
                <a:lnTo>
                  <a:pt x="1242029" y="1149455"/>
                </a:lnTo>
                <a:lnTo>
                  <a:pt x="1259172" y="1142598"/>
                </a:lnTo>
                <a:lnTo>
                  <a:pt x="1278029" y="1134026"/>
                </a:lnTo>
                <a:lnTo>
                  <a:pt x="1296030" y="1124597"/>
                </a:lnTo>
                <a:lnTo>
                  <a:pt x="1530035" y="1278887"/>
                </a:lnTo>
                <a:lnTo>
                  <a:pt x="1634609" y="1285744"/>
                </a:lnTo>
                <a:lnTo>
                  <a:pt x="1726325" y="1285744"/>
                </a:lnTo>
                <a:lnTo>
                  <a:pt x="1808613" y="1285744"/>
                </a:lnTo>
                <a:lnTo>
                  <a:pt x="1883186" y="1262600"/>
                </a:lnTo>
                <a:lnTo>
                  <a:pt x="1950045" y="1224028"/>
                </a:lnTo>
                <a:lnTo>
                  <a:pt x="2007475" y="1176884"/>
                </a:lnTo>
                <a:lnTo>
                  <a:pt x="2056333" y="1122026"/>
                </a:lnTo>
                <a:lnTo>
                  <a:pt x="2095762" y="1061167"/>
                </a:lnTo>
                <a:lnTo>
                  <a:pt x="2124049" y="995166"/>
                </a:lnTo>
                <a:close/>
              </a:path>
            </a:pathLst>
          </a:custGeom>
          <a:solidFill>
            <a:srgbClr val="DCE3EA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170886" y="1492820"/>
            <a:ext cx="754303" cy="754303"/>
          </a:xfrm>
          <a:prstGeom prst="ellipse">
            <a:avLst/>
          </a:prstGeom>
          <a:solidFill>
            <a:srgbClr val="F2C14E"/>
          </a:solidFill>
          <a:ln w="25400">
            <a:solidFill>
              <a:srgbClr val="D99A1E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082907" y="1869972"/>
            <a:ext cx="233148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V="1">
            <a:off x="8926046" y="1326531"/>
            <a:ext cx="165432" cy="16543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8548038" y="1101954"/>
            <a:ext cx="0" cy="233148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 flipH="1" flipV="1">
            <a:off x="8004597" y="1326531"/>
            <a:ext cx="165432" cy="16543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H="1">
            <a:off x="7780020" y="1869972"/>
            <a:ext cx="233148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H="1">
            <a:off x="8004597" y="2247980"/>
            <a:ext cx="165432" cy="16543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8548038" y="2404841"/>
            <a:ext cx="0" cy="233148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8926046" y="2247980"/>
            <a:ext cx="165432" cy="16543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5" name="S01-card1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6" name="S01-cardtext1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날씨를 보고 날씨 그림으로 나타내요.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며칠 동안 날씨 그림일기를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계절 알기</a:t>
            </a:r>
            <a:endParaRPr lang="ko-KR" sz="4400" dirty="0"/>
          </a:p>
        </p:txBody>
      </p:sp>
      <p:sp>
        <p:nvSpPr>
          <p:cNvPr id="3" name="S02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2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‘봄’부터 말해 봐요.</a:t>
            </a:r>
            <a:endParaRPr lang="ko-KR" sz="3200" dirty="0"/>
          </a:p>
        </p:txBody>
      </p:sp>
      <p:sp>
        <p:nvSpPr>
          <p:cNvPr id="5" name="S02-chip16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2-text17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계절의 이름을 말해요.</a:t>
            </a:r>
            <a:endParaRPr lang="ko-KR" sz="3200" dirty="0"/>
          </a:p>
        </p:txBody>
      </p:sp>
      <p:sp>
        <p:nvSpPr>
          <p:cNvPr id="7" name="S02-chip18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2-text19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어떤 계절일까요?</a:t>
            </a:r>
            <a:endParaRPr lang="ko-KR" sz="3200" dirty="0"/>
          </a:p>
        </p:txBody>
      </p:sp>
      <p:sp>
        <p:nvSpPr>
          <p:cNvPr id="9" name="S02-chip20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2-text21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눈이 오는 추운 계절은?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날씨를 그림으로</a:t>
            </a:r>
            <a:endParaRPr lang="ko-KR" sz="4400" dirty="0"/>
          </a:p>
        </p:txBody>
      </p:sp>
      <p:sp>
        <p:nvSpPr>
          <p:cNvPr id="3" name="S03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하늘을 보고 그림으로 나타내요.</a:t>
            </a:r>
            <a:endParaRPr lang="ko-KR" sz="3200" dirty="0"/>
          </a:p>
        </p:txBody>
      </p:sp>
      <p:sp>
        <p:nvSpPr>
          <p:cNvPr id="4" name="S03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구름이 해를 가려 안 보이면 흐림이에요.</a:t>
            </a:r>
            <a:endParaRPr lang="ko-KR" sz="3200" dirty="0"/>
          </a:p>
        </p:txBody>
      </p:sp>
      <p:sp>
        <p:nvSpPr>
          <p:cNvPr id="6" name="S03-figure25" descr="맑음을 나타내는 날씨 그림: 노란 해와 햇살"/>
          <p:cNvSpPr/>
          <p:nvPr/>
        </p:nvSpPr>
        <p:spPr>
          <a:xfrm>
            <a:off x="1437894" y="2929509"/>
            <a:ext cx="754380" cy="754380"/>
          </a:xfrm>
          <a:prstGeom prst="ellipse">
            <a:avLst/>
          </a:prstGeom>
          <a:solidFill>
            <a:srgbClr val="F2C14E"/>
          </a:solidFill>
          <a:ln w="25400">
            <a:solidFill>
              <a:srgbClr val="D99A1E"/>
            </a:solidFill>
            <a:prstDash val="solid"/>
          </a:ln>
        </p:spPr>
      </p:sp>
      <p:sp>
        <p:nvSpPr>
          <p:cNvPr id="7" name="S03-mark26"/>
          <p:cNvSpPr/>
          <p:nvPr/>
        </p:nvSpPr>
        <p:spPr>
          <a:xfrm>
            <a:off x="2350008" y="3306699"/>
            <a:ext cx="233172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8" name="S03-mark27"/>
          <p:cNvSpPr/>
          <p:nvPr/>
        </p:nvSpPr>
        <p:spPr>
          <a:xfrm flipV="1">
            <a:off x="2193646" y="2763545"/>
            <a:ext cx="164592" cy="16459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9" name="S03-mark28"/>
          <p:cNvSpPr/>
          <p:nvPr/>
        </p:nvSpPr>
        <p:spPr>
          <a:xfrm flipV="1">
            <a:off x="1815084" y="2538603"/>
            <a:ext cx="0" cy="23317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0" name="S03-mark29"/>
          <p:cNvSpPr/>
          <p:nvPr/>
        </p:nvSpPr>
        <p:spPr>
          <a:xfrm flipH="1" flipV="1">
            <a:off x="1271930" y="2763545"/>
            <a:ext cx="164592" cy="16459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1" name="S03-mark30"/>
          <p:cNvSpPr/>
          <p:nvPr/>
        </p:nvSpPr>
        <p:spPr>
          <a:xfrm flipH="1">
            <a:off x="1046988" y="3306699"/>
            <a:ext cx="233172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2" name="S03-mark31"/>
          <p:cNvSpPr/>
          <p:nvPr/>
        </p:nvSpPr>
        <p:spPr>
          <a:xfrm flipH="1">
            <a:off x="1271930" y="3685261"/>
            <a:ext cx="164592" cy="16459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3" name="S03-mark32"/>
          <p:cNvSpPr/>
          <p:nvPr/>
        </p:nvSpPr>
        <p:spPr>
          <a:xfrm>
            <a:off x="1815084" y="3841623"/>
            <a:ext cx="0" cy="23317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4" name="S03-mark33"/>
          <p:cNvSpPr/>
          <p:nvPr/>
        </p:nvSpPr>
        <p:spPr>
          <a:xfrm>
            <a:off x="2193646" y="3685261"/>
            <a:ext cx="164592" cy="16459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5" name="S03-label34"/>
          <p:cNvSpPr txBox="1"/>
          <p:nvPr/>
        </p:nvSpPr>
        <p:spPr>
          <a:xfrm>
            <a:off x="548640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맑음</a:t>
            </a:r>
            <a:endParaRPr lang="ko-KR" sz="2600" dirty="0"/>
          </a:p>
        </p:txBody>
      </p:sp>
      <p:sp>
        <p:nvSpPr>
          <p:cNvPr id="16" name="S03-figure35" descr="흐림을 나타내는 날씨 그림: 회색 구름"/>
          <p:cNvSpPr/>
          <p:nvPr/>
        </p:nvSpPr>
        <p:spPr>
          <a:xfrm>
            <a:off x="3772357" y="2771089"/>
            <a:ext cx="1791310" cy="1071220"/>
          </a:xfrm>
          <a:custGeom>
            <a:avLst/>
            <a:gdLst/>
            <a:ahLst/>
            <a:cxnLst/>
            <a:rect l="l" t="t" r="r" b="b"/>
            <a:pathLst>
              <a:path w="1791310" h="1071220">
                <a:moveTo>
                  <a:pt x="1785823" y="771525"/>
                </a:moveTo>
                <a:lnTo>
                  <a:pt x="1791310" y="712546"/>
                </a:lnTo>
                <a:lnTo>
                  <a:pt x="1788566" y="653567"/>
                </a:lnTo>
                <a:lnTo>
                  <a:pt x="1776222" y="595274"/>
                </a:lnTo>
                <a:lnTo>
                  <a:pt x="1755648" y="539725"/>
                </a:lnTo>
                <a:lnTo>
                  <a:pt x="1726159" y="488290"/>
                </a:lnTo>
                <a:lnTo>
                  <a:pt x="1689125" y="440969"/>
                </a:lnTo>
                <a:lnTo>
                  <a:pt x="1644548" y="399821"/>
                </a:lnTo>
                <a:lnTo>
                  <a:pt x="1593799" y="366217"/>
                </a:lnTo>
                <a:lnTo>
                  <a:pt x="1536878" y="340157"/>
                </a:lnTo>
                <a:lnTo>
                  <a:pt x="1475156" y="323698"/>
                </a:lnTo>
                <a:lnTo>
                  <a:pt x="1409319" y="317525"/>
                </a:lnTo>
                <a:lnTo>
                  <a:pt x="1340053" y="323012"/>
                </a:lnTo>
                <a:lnTo>
                  <a:pt x="1305077" y="299695"/>
                </a:lnTo>
                <a:lnTo>
                  <a:pt x="1285189" y="258547"/>
                </a:lnTo>
                <a:lnTo>
                  <a:pt x="1260500" y="218770"/>
                </a:lnTo>
                <a:lnTo>
                  <a:pt x="1232383" y="181051"/>
                </a:lnTo>
                <a:lnTo>
                  <a:pt x="1200150" y="145390"/>
                </a:lnTo>
                <a:lnTo>
                  <a:pt x="1164488" y="113157"/>
                </a:lnTo>
                <a:lnTo>
                  <a:pt x="1124712" y="83668"/>
                </a:lnTo>
                <a:lnTo>
                  <a:pt x="1082878" y="58293"/>
                </a:lnTo>
                <a:lnTo>
                  <a:pt x="1037615" y="37033"/>
                </a:lnTo>
                <a:lnTo>
                  <a:pt x="990295" y="20574"/>
                </a:lnTo>
                <a:lnTo>
                  <a:pt x="941603" y="8915"/>
                </a:lnTo>
                <a:lnTo>
                  <a:pt x="891540" y="2057"/>
                </a:lnTo>
                <a:lnTo>
                  <a:pt x="840791" y="0"/>
                </a:lnTo>
                <a:lnTo>
                  <a:pt x="790727" y="3429"/>
                </a:lnTo>
                <a:lnTo>
                  <a:pt x="740664" y="11659"/>
                </a:lnTo>
                <a:lnTo>
                  <a:pt x="691972" y="25375"/>
                </a:lnTo>
                <a:lnTo>
                  <a:pt x="644652" y="43891"/>
                </a:lnTo>
                <a:lnTo>
                  <a:pt x="599389" y="66523"/>
                </a:lnTo>
                <a:lnTo>
                  <a:pt x="557555" y="93955"/>
                </a:lnTo>
                <a:lnTo>
                  <a:pt x="518465" y="125501"/>
                </a:lnTo>
                <a:lnTo>
                  <a:pt x="482803" y="160477"/>
                </a:lnTo>
                <a:lnTo>
                  <a:pt x="451256" y="198196"/>
                </a:lnTo>
                <a:lnTo>
                  <a:pt x="423824" y="238658"/>
                </a:lnTo>
                <a:lnTo>
                  <a:pt x="401193" y="281178"/>
                </a:lnTo>
                <a:lnTo>
                  <a:pt x="381991" y="325069"/>
                </a:lnTo>
                <a:lnTo>
                  <a:pt x="366217" y="368960"/>
                </a:lnTo>
                <a:lnTo>
                  <a:pt x="296951" y="374447"/>
                </a:lnTo>
                <a:lnTo>
                  <a:pt x="233172" y="391592"/>
                </a:lnTo>
                <a:lnTo>
                  <a:pt x="176251" y="419024"/>
                </a:lnTo>
                <a:lnTo>
                  <a:pt x="126187" y="454685"/>
                </a:lnTo>
                <a:lnTo>
                  <a:pt x="84353" y="497205"/>
                </a:lnTo>
                <a:lnTo>
                  <a:pt x="50063" y="545897"/>
                </a:lnTo>
                <a:lnTo>
                  <a:pt x="24003" y="598703"/>
                </a:lnTo>
                <a:lnTo>
                  <a:pt x="7544" y="654939"/>
                </a:lnTo>
                <a:lnTo>
                  <a:pt x="0" y="713232"/>
                </a:lnTo>
                <a:lnTo>
                  <a:pt x="2743" y="771525"/>
                </a:lnTo>
                <a:lnTo>
                  <a:pt x="14402" y="829132"/>
                </a:lnTo>
                <a:lnTo>
                  <a:pt x="35662" y="883996"/>
                </a:lnTo>
                <a:lnTo>
                  <a:pt x="65837" y="936117"/>
                </a:lnTo>
                <a:lnTo>
                  <a:pt x="104927" y="982066"/>
                </a:lnTo>
                <a:lnTo>
                  <a:pt x="152248" y="1022528"/>
                </a:lnTo>
                <a:lnTo>
                  <a:pt x="207797" y="1054760"/>
                </a:lnTo>
                <a:lnTo>
                  <a:pt x="270891" y="1071220"/>
                </a:lnTo>
                <a:lnTo>
                  <a:pt x="342900" y="1071220"/>
                </a:lnTo>
                <a:lnTo>
                  <a:pt x="425882" y="1071220"/>
                </a:lnTo>
                <a:lnTo>
                  <a:pt x="544525" y="1038301"/>
                </a:lnTo>
                <a:lnTo>
                  <a:pt x="673456" y="962863"/>
                </a:lnTo>
                <a:lnTo>
                  <a:pt x="693344" y="969721"/>
                </a:lnTo>
                <a:lnTo>
                  <a:pt x="712546" y="975208"/>
                </a:lnTo>
                <a:lnTo>
                  <a:pt x="731063" y="980694"/>
                </a:lnTo>
                <a:lnTo>
                  <a:pt x="749579" y="984123"/>
                </a:lnTo>
                <a:lnTo>
                  <a:pt x="766724" y="987552"/>
                </a:lnTo>
                <a:lnTo>
                  <a:pt x="783869" y="990295"/>
                </a:lnTo>
                <a:lnTo>
                  <a:pt x="800329" y="992353"/>
                </a:lnTo>
                <a:lnTo>
                  <a:pt x="816102" y="993038"/>
                </a:lnTo>
                <a:lnTo>
                  <a:pt x="831875" y="994410"/>
                </a:lnTo>
                <a:lnTo>
                  <a:pt x="846963" y="994410"/>
                </a:lnTo>
                <a:lnTo>
                  <a:pt x="862051" y="994410"/>
                </a:lnTo>
                <a:lnTo>
                  <a:pt x="877138" y="993724"/>
                </a:lnTo>
                <a:lnTo>
                  <a:pt x="891540" y="992353"/>
                </a:lnTo>
                <a:lnTo>
                  <a:pt x="905942" y="990981"/>
                </a:lnTo>
                <a:lnTo>
                  <a:pt x="920344" y="988924"/>
                </a:lnTo>
                <a:lnTo>
                  <a:pt x="934060" y="986866"/>
                </a:lnTo>
                <a:lnTo>
                  <a:pt x="948461" y="984123"/>
                </a:lnTo>
                <a:lnTo>
                  <a:pt x="962863" y="981380"/>
                </a:lnTo>
                <a:lnTo>
                  <a:pt x="976579" y="977265"/>
                </a:lnTo>
                <a:lnTo>
                  <a:pt x="990981" y="973836"/>
                </a:lnTo>
                <a:lnTo>
                  <a:pt x="1005383" y="969035"/>
                </a:lnTo>
                <a:lnTo>
                  <a:pt x="1019785" y="964235"/>
                </a:lnTo>
                <a:lnTo>
                  <a:pt x="1034872" y="958063"/>
                </a:lnTo>
                <a:lnTo>
                  <a:pt x="1049960" y="951890"/>
                </a:lnTo>
                <a:lnTo>
                  <a:pt x="1065047" y="945032"/>
                </a:lnTo>
                <a:lnTo>
                  <a:pt x="1080135" y="936803"/>
                </a:lnTo>
                <a:lnTo>
                  <a:pt x="1274902" y="1065733"/>
                </a:lnTo>
                <a:lnTo>
                  <a:pt x="1362685" y="1071220"/>
                </a:lnTo>
                <a:lnTo>
                  <a:pt x="1438808" y="1071220"/>
                </a:lnTo>
                <a:lnTo>
                  <a:pt x="1507388" y="1071220"/>
                </a:lnTo>
                <a:lnTo>
                  <a:pt x="1569110" y="1052017"/>
                </a:lnTo>
                <a:lnTo>
                  <a:pt x="1624660" y="1020470"/>
                </a:lnTo>
                <a:lnTo>
                  <a:pt x="1673352" y="980694"/>
                </a:lnTo>
                <a:lnTo>
                  <a:pt x="1713814" y="935431"/>
                </a:lnTo>
                <a:lnTo>
                  <a:pt x="1746733" y="883996"/>
                </a:lnTo>
                <a:lnTo>
                  <a:pt x="1770736" y="829132"/>
                </a:lnTo>
                <a:close/>
              </a:path>
            </a:pathLst>
          </a:custGeom>
          <a:solidFill>
            <a:srgbClr val="DCE3EA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7" name="S03-label36"/>
          <p:cNvSpPr txBox="1"/>
          <p:nvPr/>
        </p:nvSpPr>
        <p:spPr>
          <a:xfrm>
            <a:off x="3401568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흐림</a:t>
            </a:r>
            <a:endParaRPr lang="ko-KR" sz="2600" dirty="0"/>
          </a:p>
        </p:txBody>
      </p:sp>
      <p:sp>
        <p:nvSpPr>
          <p:cNvPr id="18" name="S03-figure37" descr="비를 나타내는 날씨 그림: 구름 아래 빗방울 세 줄기"/>
          <p:cNvSpPr/>
          <p:nvPr/>
        </p:nvSpPr>
        <p:spPr>
          <a:xfrm>
            <a:off x="6696951" y="2518372"/>
            <a:ext cx="1647977" cy="985495"/>
          </a:xfrm>
          <a:custGeom>
            <a:avLst/>
            <a:gdLst/>
            <a:ahLst/>
            <a:cxnLst/>
            <a:rect l="l" t="t" r="r" b="b"/>
            <a:pathLst>
              <a:path w="1647977" h="985495">
                <a:moveTo>
                  <a:pt x="1642491" y="709803"/>
                </a:moveTo>
                <a:lnTo>
                  <a:pt x="1647977" y="654939"/>
                </a:lnTo>
                <a:lnTo>
                  <a:pt x="1645234" y="600761"/>
                </a:lnTo>
                <a:lnTo>
                  <a:pt x="1634261" y="547268"/>
                </a:lnTo>
                <a:lnTo>
                  <a:pt x="1615059" y="496519"/>
                </a:lnTo>
                <a:lnTo>
                  <a:pt x="1588313" y="448513"/>
                </a:lnTo>
                <a:lnTo>
                  <a:pt x="1554023" y="405308"/>
                </a:lnTo>
                <a:lnTo>
                  <a:pt x="1512875" y="367589"/>
                </a:lnTo>
                <a:lnTo>
                  <a:pt x="1466240" y="336728"/>
                </a:lnTo>
                <a:lnTo>
                  <a:pt x="1414120" y="312725"/>
                </a:lnTo>
                <a:lnTo>
                  <a:pt x="1357198" y="296951"/>
                </a:lnTo>
                <a:lnTo>
                  <a:pt x="1296848" y="291465"/>
                </a:lnTo>
                <a:lnTo>
                  <a:pt x="1233068" y="296951"/>
                </a:lnTo>
                <a:lnTo>
                  <a:pt x="1200836" y="275692"/>
                </a:lnTo>
                <a:lnTo>
                  <a:pt x="1182319" y="237973"/>
                </a:lnTo>
                <a:lnTo>
                  <a:pt x="1159688" y="200939"/>
                </a:lnTo>
                <a:lnTo>
                  <a:pt x="1133627" y="165964"/>
                </a:lnTo>
                <a:lnTo>
                  <a:pt x="1104138" y="133731"/>
                </a:lnTo>
                <a:lnTo>
                  <a:pt x="1071220" y="103556"/>
                </a:lnTo>
                <a:lnTo>
                  <a:pt x="1034872" y="76810"/>
                </a:lnTo>
                <a:lnTo>
                  <a:pt x="995782" y="53492"/>
                </a:lnTo>
                <a:lnTo>
                  <a:pt x="954634" y="34290"/>
                </a:lnTo>
                <a:lnTo>
                  <a:pt x="911428" y="18517"/>
                </a:lnTo>
                <a:lnTo>
                  <a:pt x="866165" y="7544"/>
                </a:lnTo>
                <a:lnTo>
                  <a:pt x="820217" y="1372"/>
                </a:lnTo>
                <a:lnTo>
                  <a:pt x="773582" y="0"/>
                </a:lnTo>
                <a:lnTo>
                  <a:pt x="726948" y="2743"/>
                </a:lnTo>
                <a:lnTo>
                  <a:pt x="680999" y="10287"/>
                </a:lnTo>
                <a:lnTo>
                  <a:pt x="636422" y="23317"/>
                </a:lnTo>
                <a:lnTo>
                  <a:pt x="593217" y="39776"/>
                </a:lnTo>
                <a:lnTo>
                  <a:pt x="551383" y="61036"/>
                </a:lnTo>
                <a:lnTo>
                  <a:pt x="512978" y="86411"/>
                </a:lnTo>
                <a:lnTo>
                  <a:pt x="477317" y="115214"/>
                </a:lnTo>
                <a:lnTo>
                  <a:pt x="444398" y="146761"/>
                </a:lnTo>
                <a:lnTo>
                  <a:pt x="415595" y="181737"/>
                </a:lnTo>
                <a:lnTo>
                  <a:pt x="390220" y="218770"/>
                </a:lnTo>
                <a:lnTo>
                  <a:pt x="368960" y="257861"/>
                </a:lnTo>
                <a:lnTo>
                  <a:pt x="351815" y="298323"/>
                </a:lnTo>
                <a:lnTo>
                  <a:pt x="337414" y="338785"/>
                </a:lnTo>
                <a:lnTo>
                  <a:pt x="272948" y="343586"/>
                </a:lnTo>
                <a:lnTo>
                  <a:pt x="214655" y="360045"/>
                </a:lnTo>
                <a:lnTo>
                  <a:pt x="162535" y="384734"/>
                </a:lnTo>
                <a:lnTo>
                  <a:pt x="116586" y="417652"/>
                </a:lnTo>
                <a:lnTo>
                  <a:pt x="77495" y="457429"/>
                </a:lnTo>
                <a:lnTo>
                  <a:pt x="45949" y="502006"/>
                </a:lnTo>
                <a:lnTo>
                  <a:pt x="21946" y="550697"/>
                </a:lnTo>
                <a:lnTo>
                  <a:pt x="6858" y="602132"/>
                </a:lnTo>
                <a:lnTo>
                  <a:pt x="0" y="655625"/>
                </a:lnTo>
                <a:lnTo>
                  <a:pt x="2057" y="709117"/>
                </a:lnTo>
                <a:lnTo>
                  <a:pt x="13030" y="762610"/>
                </a:lnTo>
                <a:lnTo>
                  <a:pt x="32233" y="813359"/>
                </a:lnTo>
                <a:lnTo>
                  <a:pt x="60350" y="860679"/>
                </a:lnTo>
                <a:lnTo>
                  <a:pt x="96012" y="903199"/>
                </a:lnTo>
                <a:lnTo>
                  <a:pt x="139903" y="940232"/>
                </a:lnTo>
                <a:lnTo>
                  <a:pt x="190652" y="970407"/>
                </a:lnTo>
                <a:lnTo>
                  <a:pt x="249631" y="985495"/>
                </a:lnTo>
                <a:lnTo>
                  <a:pt x="315468" y="985495"/>
                </a:lnTo>
                <a:lnTo>
                  <a:pt x="391592" y="985495"/>
                </a:lnTo>
                <a:lnTo>
                  <a:pt x="500634" y="954634"/>
                </a:lnTo>
                <a:lnTo>
                  <a:pt x="619963" y="885368"/>
                </a:lnTo>
                <a:lnTo>
                  <a:pt x="637794" y="891540"/>
                </a:lnTo>
                <a:lnTo>
                  <a:pt x="655625" y="897026"/>
                </a:lnTo>
                <a:lnTo>
                  <a:pt x="672770" y="901827"/>
                </a:lnTo>
                <a:lnTo>
                  <a:pt x="689229" y="905256"/>
                </a:lnTo>
                <a:lnTo>
                  <a:pt x="705688" y="907999"/>
                </a:lnTo>
                <a:lnTo>
                  <a:pt x="720776" y="910742"/>
                </a:lnTo>
                <a:lnTo>
                  <a:pt x="735863" y="912114"/>
                </a:lnTo>
                <a:lnTo>
                  <a:pt x="750951" y="913486"/>
                </a:lnTo>
                <a:lnTo>
                  <a:pt x="765353" y="914171"/>
                </a:lnTo>
                <a:lnTo>
                  <a:pt x="779755" y="914171"/>
                </a:lnTo>
                <a:lnTo>
                  <a:pt x="793471" y="914171"/>
                </a:lnTo>
                <a:lnTo>
                  <a:pt x="806501" y="913486"/>
                </a:lnTo>
                <a:lnTo>
                  <a:pt x="820217" y="912800"/>
                </a:lnTo>
                <a:lnTo>
                  <a:pt x="833247" y="911428"/>
                </a:lnTo>
                <a:lnTo>
                  <a:pt x="846277" y="910057"/>
                </a:lnTo>
                <a:lnTo>
                  <a:pt x="859307" y="907999"/>
                </a:lnTo>
                <a:lnTo>
                  <a:pt x="872338" y="905256"/>
                </a:lnTo>
                <a:lnTo>
                  <a:pt x="885368" y="902513"/>
                </a:lnTo>
                <a:lnTo>
                  <a:pt x="899084" y="899084"/>
                </a:lnTo>
                <a:lnTo>
                  <a:pt x="912114" y="895655"/>
                </a:lnTo>
                <a:lnTo>
                  <a:pt x="925144" y="890854"/>
                </a:lnTo>
                <a:lnTo>
                  <a:pt x="938174" y="886739"/>
                </a:lnTo>
                <a:lnTo>
                  <a:pt x="951890" y="881253"/>
                </a:lnTo>
                <a:lnTo>
                  <a:pt x="965606" y="875767"/>
                </a:lnTo>
                <a:lnTo>
                  <a:pt x="980008" y="868909"/>
                </a:lnTo>
                <a:lnTo>
                  <a:pt x="993724" y="862051"/>
                </a:lnTo>
                <a:lnTo>
                  <a:pt x="1173404" y="980008"/>
                </a:lnTo>
                <a:lnTo>
                  <a:pt x="1253642" y="985495"/>
                </a:lnTo>
                <a:lnTo>
                  <a:pt x="1323594" y="985495"/>
                </a:lnTo>
                <a:lnTo>
                  <a:pt x="1386688" y="985495"/>
                </a:lnTo>
                <a:lnTo>
                  <a:pt x="1443609" y="967664"/>
                </a:lnTo>
                <a:lnTo>
                  <a:pt x="1495044" y="938174"/>
                </a:lnTo>
                <a:lnTo>
                  <a:pt x="1539621" y="902513"/>
                </a:lnTo>
                <a:lnTo>
                  <a:pt x="1576654" y="859993"/>
                </a:lnTo>
                <a:lnTo>
                  <a:pt x="1606829" y="812673"/>
                </a:lnTo>
                <a:lnTo>
                  <a:pt x="1628775" y="762610"/>
                </a:lnTo>
                <a:close/>
              </a:path>
            </a:pathLst>
          </a:custGeom>
          <a:solidFill>
            <a:srgbClr val="DCE3EA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9" name="S03-mark38"/>
          <p:cNvSpPr/>
          <p:nvPr/>
        </p:nvSpPr>
        <p:spPr>
          <a:xfrm flipH="1">
            <a:off x="6941782" y="3661601"/>
            <a:ext cx="141961" cy="433426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20" name="S03-mark39"/>
          <p:cNvSpPr/>
          <p:nvPr/>
        </p:nvSpPr>
        <p:spPr>
          <a:xfrm flipH="1">
            <a:off x="7375208" y="3661601"/>
            <a:ext cx="141961" cy="433426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21" name="S03-mark40"/>
          <p:cNvSpPr/>
          <p:nvPr/>
        </p:nvSpPr>
        <p:spPr>
          <a:xfrm flipH="1">
            <a:off x="7808633" y="3661601"/>
            <a:ext cx="141961" cy="433426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22" name="S03-label41"/>
          <p:cNvSpPr txBox="1"/>
          <p:nvPr/>
        </p:nvSpPr>
        <p:spPr>
          <a:xfrm>
            <a:off x="6254496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endParaRPr lang="ko-KR" sz="2600" dirty="0"/>
          </a:p>
        </p:txBody>
      </p:sp>
      <p:sp>
        <p:nvSpPr>
          <p:cNvPr id="23" name="S03-figure42" descr="눈을 나타내는 날씨 그림: 구름 아래 눈송이 세 개"/>
          <p:cNvSpPr/>
          <p:nvPr/>
        </p:nvSpPr>
        <p:spPr>
          <a:xfrm>
            <a:off x="9549879" y="2498484"/>
            <a:ext cx="1647977" cy="985495"/>
          </a:xfrm>
          <a:custGeom>
            <a:avLst/>
            <a:gdLst/>
            <a:ahLst/>
            <a:cxnLst/>
            <a:rect l="l" t="t" r="r" b="b"/>
            <a:pathLst>
              <a:path w="1647977" h="985495">
                <a:moveTo>
                  <a:pt x="1642491" y="709803"/>
                </a:moveTo>
                <a:lnTo>
                  <a:pt x="1647977" y="654939"/>
                </a:lnTo>
                <a:lnTo>
                  <a:pt x="1645234" y="600761"/>
                </a:lnTo>
                <a:lnTo>
                  <a:pt x="1634261" y="547268"/>
                </a:lnTo>
                <a:lnTo>
                  <a:pt x="1615059" y="496519"/>
                </a:lnTo>
                <a:lnTo>
                  <a:pt x="1588313" y="448513"/>
                </a:lnTo>
                <a:lnTo>
                  <a:pt x="1554023" y="405308"/>
                </a:lnTo>
                <a:lnTo>
                  <a:pt x="1512875" y="367589"/>
                </a:lnTo>
                <a:lnTo>
                  <a:pt x="1466240" y="336728"/>
                </a:lnTo>
                <a:lnTo>
                  <a:pt x="1414120" y="312725"/>
                </a:lnTo>
                <a:lnTo>
                  <a:pt x="1357198" y="296951"/>
                </a:lnTo>
                <a:lnTo>
                  <a:pt x="1296848" y="291465"/>
                </a:lnTo>
                <a:lnTo>
                  <a:pt x="1233068" y="296951"/>
                </a:lnTo>
                <a:lnTo>
                  <a:pt x="1200836" y="275692"/>
                </a:lnTo>
                <a:lnTo>
                  <a:pt x="1182319" y="237973"/>
                </a:lnTo>
                <a:lnTo>
                  <a:pt x="1159688" y="200939"/>
                </a:lnTo>
                <a:lnTo>
                  <a:pt x="1133627" y="165964"/>
                </a:lnTo>
                <a:lnTo>
                  <a:pt x="1104138" y="133731"/>
                </a:lnTo>
                <a:lnTo>
                  <a:pt x="1071220" y="103556"/>
                </a:lnTo>
                <a:lnTo>
                  <a:pt x="1034872" y="76810"/>
                </a:lnTo>
                <a:lnTo>
                  <a:pt x="995782" y="53492"/>
                </a:lnTo>
                <a:lnTo>
                  <a:pt x="954634" y="34290"/>
                </a:lnTo>
                <a:lnTo>
                  <a:pt x="911428" y="18517"/>
                </a:lnTo>
                <a:lnTo>
                  <a:pt x="866165" y="7544"/>
                </a:lnTo>
                <a:lnTo>
                  <a:pt x="820217" y="1372"/>
                </a:lnTo>
                <a:lnTo>
                  <a:pt x="773582" y="0"/>
                </a:lnTo>
                <a:lnTo>
                  <a:pt x="726948" y="2743"/>
                </a:lnTo>
                <a:lnTo>
                  <a:pt x="680999" y="10287"/>
                </a:lnTo>
                <a:lnTo>
                  <a:pt x="636422" y="23317"/>
                </a:lnTo>
                <a:lnTo>
                  <a:pt x="593217" y="39776"/>
                </a:lnTo>
                <a:lnTo>
                  <a:pt x="551383" y="61036"/>
                </a:lnTo>
                <a:lnTo>
                  <a:pt x="512978" y="86411"/>
                </a:lnTo>
                <a:lnTo>
                  <a:pt x="477317" y="115214"/>
                </a:lnTo>
                <a:lnTo>
                  <a:pt x="444398" y="146761"/>
                </a:lnTo>
                <a:lnTo>
                  <a:pt x="415595" y="181737"/>
                </a:lnTo>
                <a:lnTo>
                  <a:pt x="390220" y="218770"/>
                </a:lnTo>
                <a:lnTo>
                  <a:pt x="368960" y="257861"/>
                </a:lnTo>
                <a:lnTo>
                  <a:pt x="351815" y="298323"/>
                </a:lnTo>
                <a:lnTo>
                  <a:pt x="337414" y="338785"/>
                </a:lnTo>
                <a:lnTo>
                  <a:pt x="272948" y="343586"/>
                </a:lnTo>
                <a:lnTo>
                  <a:pt x="214655" y="360045"/>
                </a:lnTo>
                <a:lnTo>
                  <a:pt x="162535" y="384734"/>
                </a:lnTo>
                <a:lnTo>
                  <a:pt x="116586" y="417652"/>
                </a:lnTo>
                <a:lnTo>
                  <a:pt x="77495" y="457429"/>
                </a:lnTo>
                <a:lnTo>
                  <a:pt x="45949" y="502006"/>
                </a:lnTo>
                <a:lnTo>
                  <a:pt x="21946" y="550697"/>
                </a:lnTo>
                <a:lnTo>
                  <a:pt x="6858" y="602132"/>
                </a:lnTo>
                <a:lnTo>
                  <a:pt x="0" y="655625"/>
                </a:lnTo>
                <a:lnTo>
                  <a:pt x="2057" y="709117"/>
                </a:lnTo>
                <a:lnTo>
                  <a:pt x="13030" y="762610"/>
                </a:lnTo>
                <a:lnTo>
                  <a:pt x="32233" y="813359"/>
                </a:lnTo>
                <a:lnTo>
                  <a:pt x="60350" y="860679"/>
                </a:lnTo>
                <a:lnTo>
                  <a:pt x="96012" y="903199"/>
                </a:lnTo>
                <a:lnTo>
                  <a:pt x="139903" y="940232"/>
                </a:lnTo>
                <a:lnTo>
                  <a:pt x="190652" y="970407"/>
                </a:lnTo>
                <a:lnTo>
                  <a:pt x="249631" y="985495"/>
                </a:lnTo>
                <a:lnTo>
                  <a:pt x="315468" y="985495"/>
                </a:lnTo>
                <a:lnTo>
                  <a:pt x="391592" y="985495"/>
                </a:lnTo>
                <a:lnTo>
                  <a:pt x="500634" y="954634"/>
                </a:lnTo>
                <a:lnTo>
                  <a:pt x="619963" y="885368"/>
                </a:lnTo>
                <a:lnTo>
                  <a:pt x="637794" y="891540"/>
                </a:lnTo>
                <a:lnTo>
                  <a:pt x="655625" y="897026"/>
                </a:lnTo>
                <a:lnTo>
                  <a:pt x="672770" y="901827"/>
                </a:lnTo>
                <a:lnTo>
                  <a:pt x="689229" y="905256"/>
                </a:lnTo>
                <a:lnTo>
                  <a:pt x="705688" y="907999"/>
                </a:lnTo>
                <a:lnTo>
                  <a:pt x="720776" y="910742"/>
                </a:lnTo>
                <a:lnTo>
                  <a:pt x="735863" y="912114"/>
                </a:lnTo>
                <a:lnTo>
                  <a:pt x="750951" y="913486"/>
                </a:lnTo>
                <a:lnTo>
                  <a:pt x="765353" y="914171"/>
                </a:lnTo>
                <a:lnTo>
                  <a:pt x="779755" y="914171"/>
                </a:lnTo>
                <a:lnTo>
                  <a:pt x="793471" y="914171"/>
                </a:lnTo>
                <a:lnTo>
                  <a:pt x="806501" y="913486"/>
                </a:lnTo>
                <a:lnTo>
                  <a:pt x="820217" y="912800"/>
                </a:lnTo>
                <a:lnTo>
                  <a:pt x="833247" y="911428"/>
                </a:lnTo>
                <a:lnTo>
                  <a:pt x="846277" y="910057"/>
                </a:lnTo>
                <a:lnTo>
                  <a:pt x="859307" y="907999"/>
                </a:lnTo>
                <a:lnTo>
                  <a:pt x="872338" y="905256"/>
                </a:lnTo>
                <a:lnTo>
                  <a:pt x="885368" y="902513"/>
                </a:lnTo>
                <a:lnTo>
                  <a:pt x="899084" y="899084"/>
                </a:lnTo>
                <a:lnTo>
                  <a:pt x="912114" y="895655"/>
                </a:lnTo>
                <a:lnTo>
                  <a:pt x="925144" y="890854"/>
                </a:lnTo>
                <a:lnTo>
                  <a:pt x="938174" y="886739"/>
                </a:lnTo>
                <a:lnTo>
                  <a:pt x="951890" y="881253"/>
                </a:lnTo>
                <a:lnTo>
                  <a:pt x="965606" y="875767"/>
                </a:lnTo>
                <a:lnTo>
                  <a:pt x="980008" y="868909"/>
                </a:lnTo>
                <a:lnTo>
                  <a:pt x="993724" y="862051"/>
                </a:lnTo>
                <a:lnTo>
                  <a:pt x="1173404" y="980008"/>
                </a:lnTo>
                <a:lnTo>
                  <a:pt x="1253642" y="985495"/>
                </a:lnTo>
                <a:lnTo>
                  <a:pt x="1323594" y="985495"/>
                </a:lnTo>
                <a:lnTo>
                  <a:pt x="1386688" y="985495"/>
                </a:lnTo>
                <a:lnTo>
                  <a:pt x="1443609" y="967664"/>
                </a:lnTo>
                <a:lnTo>
                  <a:pt x="1495044" y="938174"/>
                </a:lnTo>
                <a:lnTo>
                  <a:pt x="1539621" y="902513"/>
                </a:lnTo>
                <a:lnTo>
                  <a:pt x="1576654" y="859993"/>
                </a:lnTo>
                <a:lnTo>
                  <a:pt x="1606829" y="812673"/>
                </a:lnTo>
                <a:lnTo>
                  <a:pt x="1628775" y="762610"/>
                </a:lnTo>
                <a:close/>
              </a:path>
            </a:pathLst>
          </a:custGeom>
          <a:solidFill>
            <a:srgbClr val="DCE3EA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24" name="S03-mark43"/>
          <p:cNvSpPr/>
          <p:nvPr/>
        </p:nvSpPr>
        <p:spPr>
          <a:xfrm>
            <a:off x="9936671" y="3601936"/>
            <a:ext cx="0" cy="315468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25" name="S03-mark44"/>
          <p:cNvSpPr/>
          <p:nvPr/>
        </p:nvSpPr>
        <p:spPr>
          <a:xfrm>
            <a:off x="9799511" y="3680803"/>
            <a:ext cx="273634" cy="158420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26" name="S03-mark45"/>
          <p:cNvSpPr/>
          <p:nvPr/>
        </p:nvSpPr>
        <p:spPr>
          <a:xfrm flipV="1">
            <a:off x="9799511" y="3681489"/>
            <a:ext cx="273634" cy="157048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27" name="S03-mark46"/>
          <p:cNvSpPr/>
          <p:nvPr/>
        </p:nvSpPr>
        <p:spPr>
          <a:xfrm>
            <a:off x="10370096" y="3799446"/>
            <a:ext cx="0" cy="315468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28" name="S03-mark47"/>
          <p:cNvSpPr/>
          <p:nvPr/>
        </p:nvSpPr>
        <p:spPr>
          <a:xfrm>
            <a:off x="10233622" y="3878313"/>
            <a:ext cx="272948" cy="157734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29" name="S03-mark48"/>
          <p:cNvSpPr/>
          <p:nvPr/>
        </p:nvSpPr>
        <p:spPr>
          <a:xfrm flipV="1">
            <a:off x="10233622" y="3878313"/>
            <a:ext cx="272948" cy="157734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30" name="S03-mark49"/>
          <p:cNvSpPr/>
          <p:nvPr/>
        </p:nvSpPr>
        <p:spPr>
          <a:xfrm>
            <a:off x="10803522" y="3601936"/>
            <a:ext cx="0" cy="315468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31" name="S03-mark50"/>
          <p:cNvSpPr/>
          <p:nvPr/>
        </p:nvSpPr>
        <p:spPr>
          <a:xfrm>
            <a:off x="10667048" y="3680803"/>
            <a:ext cx="273634" cy="158420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32" name="S03-mark51"/>
          <p:cNvSpPr/>
          <p:nvPr/>
        </p:nvSpPr>
        <p:spPr>
          <a:xfrm flipV="1">
            <a:off x="10667048" y="3681489"/>
            <a:ext cx="273634" cy="157048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33" name="S03-label52"/>
          <p:cNvSpPr txBox="1"/>
          <p:nvPr/>
        </p:nvSpPr>
        <p:spPr>
          <a:xfrm>
            <a:off x="9107424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날씨일까요?</a:t>
            </a:r>
            <a:endParaRPr lang="ko-KR" sz="4400" dirty="0"/>
          </a:p>
        </p:txBody>
      </p:sp>
      <p:sp>
        <p:nvSpPr>
          <p:cNvPr id="3" name="S04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날씨인지 말해요.</a:t>
            </a:r>
            <a:endParaRPr lang="ko-KR" sz="3200" dirty="0"/>
          </a:p>
        </p:txBody>
      </p:sp>
      <p:sp>
        <p:nvSpPr>
          <p:cNvPr id="4" name="S04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해, 구름, 빗방울, 눈송이를 떠올려요.</a:t>
            </a:r>
            <a:endParaRPr lang="ko-KR" sz="3200" dirty="0"/>
          </a:p>
        </p:txBody>
      </p:sp>
      <p:sp>
        <p:nvSpPr>
          <p:cNvPr id="6" name="S04-chip5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4-text5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해가 쨍쨍, 그림자가 생겨요.</a:t>
            </a:r>
            <a:endParaRPr lang="ko-KR" sz="3200" dirty="0"/>
          </a:p>
        </p:txBody>
      </p:sp>
      <p:sp>
        <p:nvSpPr>
          <p:cNvPr id="8" name="S04-chip5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4-text5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하늘이 온통 회색 구름이에요.</a:t>
            </a:r>
            <a:endParaRPr lang="ko-KR" sz="3200" dirty="0"/>
          </a:p>
        </p:txBody>
      </p:sp>
      <p:sp>
        <p:nvSpPr>
          <p:cNvPr id="10" name="S04-chip6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4-text6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우산을 쓰고 장화를 신어요.</a:t>
            </a:r>
            <a:endParaRPr lang="ko-KR" sz="3200" dirty="0"/>
          </a:p>
        </p:txBody>
      </p:sp>
      <p:sp>
        <p:nvSpPr>
          <p:cNvPr id="12" name="S04-chip6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4-text6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하얀 것이 내려 쌓였어요.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창밖 날씨 보기</a:t>
            </a:r>
            <a:endParaRPr lang="ko-KR" sz="4400" dirty="0"/>
          </a:p>
        </p:txBody>
      </p:sp>
      <p:sp>
        <p:nvSpPr>
          <p:cNvPr id="3" name="S05-card64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65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해를 똑바로 보지 않아요. 창밖으로 몸을 내밀지 않아요.</a:t>
            </a:r>
            <a:endParaRPr lang="ko-KR" sz="3200" dirty="0"/>
          </a:p>
        </p:txBody>
      </p:sp>
      <p:sp>
        <p:nvSpPr>
          <p:cNvPr id="5" name="S05-card66"/>
          <p:cNvSpPr/>
          <p:nvPr/>
        </p:nvSpPr>
        <p:spPr>
          <a:xfrm>
            <a:off x="6813652" y="1325880"/>
            <a:ext cx="4826660" cy="3342640"/>
          </a:xfrm>
          <a:prstGeom prst="roundRect">
            <a:avLst>
              <a:gd name="adj" fmla="val 328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67"/>
          <p:cNvSpPr txBox="1"/>
          <p:nvPr/>
        </p:nvSpPr>
        <p:spPr>
          <a:xfrm>
            <a:off x="7087972" y="1463040"/>
            <a:ext cx="4278020" cy="30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하늘을 보고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날씨 그림을 골라요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까닭을 말해요</a:t>
            </a:r>
            <a:endParaRPr lang="ko-KR" sz="3200" dirty="0"/>
          </a:p>
        </p:txBody>
      </p:sp>
      <p:sp>
        <p:nvSpPr>
          <p:cNvPr id="7" name="S05-stepno68"/>
          <p:cNvSpPr txBox="1"/>
          <p:nvPr/>
        </p:nvSpPr>
        <p:spPr>
          <a:xfrm>
            <a:off x="548640" y="16530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69"/>
          <p:cNvSpPr txBox="1"/>
          <p:nvPr/>
        </p:nvSpPr>
        <p:spPr>
          <a:xfrm>
            <a:off x="1325880" y="16530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창밖 하늘을 봐요.</a:t>
            </a:r>
            <a:endParaRPr lang="ko-KR" sz="3200" dirty="0"/>
          </a:p>
        </p:txBody>
      </p:sp>
      <p:sp>
        <p:nvSpPr>
          <p:cNvPr id="9" name="S05-stepno70"/>
          <p:cNvSpPr txBox="1"/>
          <p:nvPr/>
        </p:nvSpPr>
        <p:spPr>
          <a:xfrm>
            <a:off x="548640" y="23662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71"/>
          <p:cNvSpPr txBox="1"/>
          <p:nvPr/>
        </p:nvSpPr>
        <p:spPr>
          <a:xfrm>
            <a:off x="1325880" y="23662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바람과 소리를 느껴요.</a:t>
            </a:r>
            <a:endParaRPr lang="ko-KR" sz="3200" dirty="0"/>
          </a:p>
        </p:txBody>
      </p:sp>
      <p:sp>
        <p:nvSpPr>
          <p:cNvPr id="11" name="S05-stepno72"/>
          <p:cNvSpPr txBox="1"/>
          <p:nvPr/>
        </p:nvSpPr>
        <p:spPr>
          <a:xfrm>
            <a:off x="548640" y="30794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73"/>
          <p:cNvSpPr txBox="1"/>
          <p:nvPr/>
        </p:nvSpPr>
        <p:spPr>
          <a:xfrm>
            <a:off x="1325880" y="30794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날씨를 골라요.</a:t>
            </a:r>
            <a:endParaRPr lang="ko-KR" sz="3200" dirty="0"/>
          </a:p>
        </p:txBody>
      </p:sp>
      <p:sp>
        <p:nvSpPr>
          <p:cNvPr id="13" name="S05-stepno74"/>
          <p:cNvSpPr txBox="1"/>
          <p:nvPr/>
        </p:nvSpPr>
        <p:spPr>
          <a:xfrm>
            <a:off x="548640" y="37927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75"/>
          <p:cNvSpPr txBox="1"/>
          <p:nvPr/>
        </p:nvSpPr>
        <p:spPr>
          <a:xfrm>
            <a:off x="1325880" y="37927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서준이의 날씨 그림일기</a:t>
            </a:r>
            <a:endParaRPr lang="ko-KR" sz="4400" dirty="0"/>
          </a:p>
        </p:txBody>
      </p:sp>
      <p:sp>
        <p:nvSpPr>
          <p:cNvPr id="3" name="S06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날짜, 날씨 그림, 본 것을 써요.</a:t>
            </a:r>
            <a:endParaRPr lang="ko-KR" sz="3200" dirty="0"/>
          </a:p>
        </p:txBody>
      </p:sp>
      <p:sp>
        <p:nvSpPr>
          <p:cNvPr id="5" name="S06-card78"/>
          <p:cNvSpPr/>
          <p:nvPr/>
        </p:nvSpPr>
        <p:spPr>
          <a:xfrm>
            <a:off x="548640" y="3304032"/>
            <a:ext cx="3544824" cy="1816608"/>
          </a:xfrm>
          <a:prstGeom prst="roundRect">
            <a:avLst>
              <a:gd name="adj" fmla="val 604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79"/>
          <p:cNvSpPr txBox="1"/>
          <p:nvPr/>
        </p:nvSpPr>
        <p:spPr>
          <a:xfrm>
            <a:off x="822960" y="3441192"/>
            <a:ext cx="2996184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하늘이 파래요.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은행잎이 노래요.</a:t>
            </a:r>
            <a:endParaRPr lang="ko-KR" sz="3200" dirty="0"/>
          </a:p>
        </p:txBody>
      </p:sp>
      <p:sp>
        <p:nvSpPr>
          <p:cNvPr id="7" name="S06-card80"/>
          <p:cNvSpPr/>
          <p:nvPr/>
        </p:nvSpPr>
        <p:spPr>
          <a:xfrm>
            <a:off x="4322064" y="3304032"/>
            <a:ext cx="3544824" cy="1816608"/>
          </a:xfrm>
          <a:prstGeom prst="roundRect">
            <a:avLst>
              <a:gd name="adj" fmla="val 604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81"/>
          <p:cNvSpPr txBox="1"/>
          <p:nvPr/>
        </p:nvSpPr>
        <p:spPr>
          <a:xfrm>
            <a:off x="4596384" y="3441192"/>
            <a:ext cx="2996184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구름이 해를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가렸어요.</a:t>
            </a:r>
            <a:endParaRPr lang="ko-KR" sz="3200" dirty="0"/>
          </a:p>
        </p:txBody>
      </p:sp>
      <p:sp>
        <p:nvSpPr>
          <p:cNvPr id="9" name="S06-card82"/>
          <p:cNvSpPr/>
          <p:nvPr/>
        </p:nvSpPr>
        <p:spPr>
          <a:xfrm>
            <a:off x="8095488" y="3304032"/>
            <a:ext cx="3544824" cy="1816608"/>
          </a:xfrm>
          <a:prstGeom prst="roundRect">
            <a:avLst>
              <a:gd name="adj" fmla="val 604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6-cardtext83"/>
          <p:cNvSpPr txBox="1"/>
          <p:nvPr/>
        </p:nvSpPr>
        <p:spPr>
          <a:xfrm>
            <a:off x="8369808" y="3441192"/>
            <a:ext cx="2996184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빗소리가 나요.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우산을 썼어요.</a:t>
            </a:r>
            <a:endParaRPr lang="ko-KR" sz="3200" dirty="0"/>
          </a:p>
        </p:txBody>
      </p:sp>
      <p:sp>
        <p:nvSpPr>
          <p:cNvPr id="11" name="S06-figure84" descr="맑음을 나타내는 날씨 그림: 노란 해와 햇살"/>
          <p:cNvSpPr/>
          <p:nvPr/>
        </p:nvSpPr>
        <p:spPr>
          <a:xfrm>
            <a:off x="2049170" y="1699793"/>
            <a:ext cx="482803" cy="482803"/>
          </a:xfrm>
          <a:prstGeom prst="ellipse">
            <a:avLst/>
          </a:prstGeom>
          <a:solidFill>
            <a:srgbClr val="F2C14E"/>
          </a:solidFill>
          <a:ln w="25400">
            <a:solidFill>
              <a:srgbClr val="D99A1E"/>
            </a:solidFill>
            <a:prstDash val="solid"/>
          </a:ln>
        </p:spPr>
      </p:sp>
      <p:sp>
        <p:nvSpPr>
          <p:cNvPr id="12" name="S06-mark85"/>
          <p:cNvSpPr/>
          <p:nvPr/>
        </p:nvSpPr>
        <p:spPr>
          <a:xfrm>
            <a:off x="2632923" y="1941195"/>
            <a:ext cx="149230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3" name="S06-mark86"/>
          <p:cNvSpPr/>
          <p:nvPr/>
        </p:nvSpPr>
        <p:spPr>
          <a:xfrm flipV="1">
            <a:off x="2532851" y="1593577"/>
            <a:ext cx="105339" cy="105339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4" name="S06-mark87"/>
          <p:cNvSpPr/>
          <p:nvPr/>
        </p:nvSpPr>
        <p:spPr>
          <a:xfrm flipV="1">
            <a:off x="2290572" y="1449614"/>
            <a:ext cx="0" cy="14923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5" name="S06-mark88"/>
          <p:cNvSpPr/>
          <p:nvPr/>
        </p:nvSpPr>
        <p:spPr>
          <a:xfrm flipH="1" flipV="1">
            <a:off x="1942954" y="1593577"/>
            <a:ext cx="105339" cy="105339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6" name="S06-mark89"/>
          <p:cNvSpPr/>
          <p:nvPr/>
        </p:nvSpPr>
        <p:spPr>
          <a:xfrm flipH="1">
            <a:off x="1798991" y="1941195"/>
            <a:ext cx="149230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7" name="S06-mark90"/>
          <p:cNvSpPr/>
          <p:nvPr/>
        </p:nvSpPr>
        <p:spPr>
          <a:xfrm flipH="1">
            <a:off x="1942954" y="2183474"/>
            <a:ext cx="105339" cy="105339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8" name="S06-mark91"/>
          <p:cNvSpPr/>
          <p:nvPr/>
        </p:nvSpPr>
        <p:spPr>
          <a:xfrm>
            <a:off x="2290572" y="2283546"/>
            <a:ext cx="0" cy="14923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9" name="S06-mark92"/>
          <p:cNvSpPr/>
          <p:nvPr/>
        </p:nvSpPr>
        <p:spPr>
          <a:xfrm>
            <a:off x="2532851" y="2183474"/>
            <a:ext cx="105339" cy="105339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20" name="S06-label93"/>
          <p:cNvSpPr txBox="1"/>
          <p:nvPr/>
        </p:nvSpPr>
        <p:spPr>
          <a:xfrm>
            <a:off x="548640" y="2629662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7일</a:t>
            </a:r>
            <a:endParaRPr lang="ko-KR" sz="2600" dirty="0"/>
          </a:p>
        </p:txBody>
      </p:sp>
      <p:sp>
        <p:nvSpPr>
          <p:cNvPr id="21" name="S06-figure94" descr="흐림을 나타내는 날씨 그림: 회색 구름"/>
          <p:cNvSpPr/>
          <p:nvPr/>
        </p:nvSpPr>
        <p:spPr>
          <a:xfrm>
            <a:off x="5521257" y="1598405"/>
            <a:ext cx="1146438" cy="685581"/>
          </a:xfrm>
          <a:custGeom>
            <a:avLst/>
            <a:gdLst/>
            <a:ahLst/>
            <a:cxnLst/>
            <a:rect l="l" t="t" r="r" b="b"/>
            <a:pathLst>
              <a:path w="1146438" h="685581">
                <a:moveTo>
                  <a:pt x="1142927" y="493776"/>
                </a:moveTo>
                <a:lnTo>
                  <a:pt x="1146438" y="456030"/>
                </a:lnTo>
                <a:lnTo>
                  <a:pt x="1144682" y="418283"/>
                </a:lnTo>
                <a:lnTo>
                  <a:pt x="1136782" y="380976"/>
                </a:lnTo>
                <a:lnTo>
                  <a:pt x="1123615" y="345424"/>
                </a:lnTo>
                <a:lnTo>
                  <a:pt x="1104742" y="312505"/>
                </a:lnTo>
                <a:lnTo>
                  <a:pt x="1081040" y="282220"/>
                </a:lnTo>
                <a:lnTo>
                  <a:pt x="1052511" y="255886"/>
                </a:lnTo>
                <a:lnTo>
                  <a:pt x="1020031" y="234379"/>
                </a:lnTo>
                <a:lnTo>
                  <a:pt x="983602" y="217700"/>
                </a:lnTo>
                <a:lnTo>
                  <a:pt x="944100" y="207166"/>
                </a:lnTo>
                <a:lnTo>
                  <a:pt x="901964" y="203216"/>
                </a:lnTo>
                <a:lnTo>
                  <a:pt x="857634" y="206728"/>
                </a:lnTo>
                <a:lnTo>
                  <a:pt x="835250" y="191805"/>
                </a:lnTo>
                <a:lnTo>
                  <a:pt x="822521" y="165470"/>
                </a:lnTo>
                <a:lnTo>
                  <a:pt x="806720" y="140013"/>
                </a:lnTo>
                <a:lnTo>
                  <a:pt x="788725" y="115873"/>
                </a:lnTo>
                <a:lnTo>
                  <a:pt x="768096" y="93049"/>
                </a:lnTo>
                <a:lnTo>
                  <a:pt x="745273" y="72420"/>
                </a:lnTo>
                <a:lnTo>
                  <a:pt x="719816" y="53547"/>
                </a:lnTo>
                <a:lnTo>
                  <a:pt x="693042" y="37308"/>
                </a:lnTo>
                <a:lnTo>
                  <a:pt x="664074" y="23701"/>
                </a:lnTo>
                <a:lnTo>
                  <a:pt x="633789" y="13167"/>
                </a:lnTo>
                <a:lnTo>
                  <a:pt x="602626" y="5706"/>
                </a:lnTo>
                <a:lnTo>
                  <a:pt x="570586" y="1317"/>
                </a:lnTo>
                <a:lnTo>
                  <a:pt x="538106" y="0"/>
                </a:lnTo>
                <a:lnTo>
                  <a:pt x="506066" y="2195"/>
                </a:lnTo>
                <a:lnTo>
                  <a:pt x="474025" y="7462"/>
                </a:lnTo>
                <a:lnTo>
                  <a:pt x="442862" y="16240"/>
                </a:lnTo>
                <a:lnTo>
                  <a:pt x="412577" y="28090"/>
                </a:lnTo>
                <a:lnTo>
                  <a:pt x="383609" y="42574"/>
                </a:lnTo>
                <a:lnTo>
                  <a:pt x="356835" y="60131"/>
                </a:lnTo>
                <a:lnTo>
                  <a:pt x="331817" y="80321"/>
                </a:lnTo>
                <a:lnTo>
                  <a:pt x="308994" y="102705"/>
                </a:lnTo>
                <a:lnTo>
                  <a:pt x="288804" y="126846"/>
                </a:lnTo>
                <a:lnTo>
                  <a:pt x="271248" y="152741"/>
                </a:lnTo>
                <a:lnTo>
                  <a:pt x="256764" y="179954"/>
                </a:lnTo>
                <a:lnTo>
                  <a:pt x="244474" y="208044"/>
                </a:lnTo>
                <a:lnTo>
                  <a:pt x="234379" y="236135"/>
                </a:lnTo>
                <a:lnTo>
                  <a:pt x="190049" y="239646"/>
                </a:lnTo>
                <a:lnTo>
                  <a:pt x="149230" y="250619"/>
                </a:lnTo>
                <a:lnTo>
                  <a:pt x="112800" y="268175"/>
                </a:lnTo>
                <a:lnTo>
                  <a:pt x="80760" y="290999"/>
                </a:lnTo>
                <a:lnTo>
                  <a:pt x="53986" y="318211"/>
                </a:lnTo>
                <a:lnTo>
                  <a:pt x="32041" y="349374"/>
                </a:lnTo>
                <a:lnTo>
                  <a:pt x="15362" y="383170"/>
                </a:lnTo>
                <a:lnTo>
                  <a:pt x="4828" y="419161"/>
                </a:lnTo>
                <a:lnTo>
                  <a:pt x="0" y="456468"/>
                </a:lnTo>
                <a:lnTo>
                  <a:pt x="1756" y="493776"/>
                </a:lnTo>
                <a:lnTo>
                  <a:pt x="9217" y="530645"/>
                </a:lnTo>
                <a:lnTo>
                  <a:pt x="22823" y="565758"/>
                </a:lnTo>
                <a:lnTo>
                  <a:pt x="42136" y="599115"/>
                </a:lnTo>
                <a:lnTo>
                  <a:pt x="67154" y="628522"/>
                </a:lnTo>
                <a:lnTo>
                  <a:pt x="97438" y="654418"/>
                </a:lnTo>
                <a:lnTo>
                  <a:pt x="132990" y="675047"/>
                </a:lnTo>
                <a:lnTo>
                  <a:pt x="173370" y="685581"/>
                </a:lnTo>
                <a:lnTo>
                  <a:pt x="219456" y="685581"/>
                </a:lnTo>
                <a:lnTo>
                  <a:pt x="272564" y="685581"/>
                </a:lnTo>
                <a:lnTo>
                  <a:pt x="348496" y="664513"/>
                </a:lnTo>
                <a:lnTo>
                  <a:pt x="431012" y="616232"/>
                </a:lnTo>
                <a:lnTo>
                  <a:pt x="443740" y="620622"/>
                </a:lnTo>
                <a:lnTo>
                  <a:pt x="456030" y="624133"/>
                </a:lnTo>
                <a:lnTo>
                  <a:pt x="467880" y="627644"/>
                </a:lnTo>
                <a:lnTo>
                  <a:pt x="479731" y="629839"/>
                </a:lnTo>
                <a:lnTo>
                  <a:pt x="490704" y="632033"/>
                </a:lnTo>
                <a:lnTo>
                  <a:pt x="501676" y="633789"/>
                </a:lnTo>
                <a:lnTo>
                  <a:pt x="512210" y="635106"/>
                </a:lnTo>
                <a:lnTo>
                  <a:pt x="522305" y="635545"/>
                </a:lnTo>
                <a:lnTo>
                  <a:pt x="532400" y="636422"/>
                </a:lnTo>
                <a:lnTo>
                  <a:pt x="542056" y="636422"/>
                </a:lnTo>
                <a:lnTo>
                  <a:pt x="551712" y="636422"/>
                </a:lnTo>
                <a:lnTo>
                  <a:pt x="561368" y="635983"/>
                </a:lnTo>
                <a:lnTo>
                  <a:pt x="570586" y="635106"/>
                </a:lnTo>
                <a:lnTo>
                  <a:pt x="579803" y="634228"/>
                </a:lnTo>
                <a:lnTo>
                  <a:pt x="589020" y="632911"/>
                </a:lnTo>
                <a:lnTo>
                  <a:pt x="597798" y="631594"/>
                </a:lnTo>
                <a:lnTo>
                  <a:pt x="607015" y="629839"/>
                </a:lnTo>
                <a:lnTo>
                  <a:pt x="616232" y="628083"/>
                </a:lnTo>
                <a:lnTo>
                  <a:pt x="625011" y="625450"/>
                </a:lnTo>
                <a:lnTo>
                  <a:pt x="634228" y="623255"/>
                </a:lnTo>
                <a:lnTo>
                  <a:pt x="643445" y="620183"/>
                </a:lnTo>
                <a:lnTo>
                  <a:pt x="652662" y="617110"/>
                </a:lnTo>
                <a:lnTo>
                  <a:pt x="662318" y="613160"/>
                </a:lnTo>
                <a:lnTo>
                  <a:pt x="671974" y="609210"/>
                </a:lnTo>
                <a:lnTo>
                  <a:pt x="681630" y="604821"/>
                </a:lnTo>
                <a:lnTo>
                  <a:pt x="691286" y="599554"/>
                </a:lnTo>
                <a:lnTo>
                  <a:pt x="815937" y="682069"/>
                </a:lnTo>
                <a:lnTo>
                  <a:pt x="872118" y="685581"/>
                </a:lnTo>
                <a:lnTo>
                  <a:pt x="920837" y="685581"/>
                </a:lnTo>
                <a:lnTo>
                  <a:pt x="964729" y="685581"/>
                </a:lnTo>
                <a:lnTo>
                  <a:pt x="1004231" y="673291"/>
                </a:lnTo>
                <a:lnTo>
                  <a:pt x="1039783" y="653101"/>
                </a:lnTo>
                <a:lnTo>
                  <a:pt x="1070945" y="627644"/>
                </a:lnTo>
                <a:lnTo>
                  <a:pt x="1096841" y="598676"/>
                </a:lnTo>
                <a:lnTo>
                  <a:pt x="1117909" y="565758"/>
                </a:lnTo>
                <a:lnTo>
                  <a:pt x="1133271" y="530645"/>
                </a:lnTo>
                <a:close/>
              </a:path>
            </a:pathLst>
          </a:custGeom>
          <a:solidFill>
            <a:srgbClr val="DCE3EA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22" name="S06-label95"/>
          <p:cNvSpPr txBox="1"/>
          <p:nvPr/>
        </p:nvSpPr>
        <p:spPr>
          <a:xfrm>
            <a:off x="4352544" y="2629662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8일</a:t>
            </a:r>
            <a:endParaRPr lang="ko-KR" sz="2600" dirty="0"/>
          </a:p>
        </p:txBody>
      </p:sp>
      <p:sp>
        <p:nvSpPr>
          <p:cNvPr id="23" name="S06-figure96" descr="비를 나타내는 날씨 그림: 구름 아래 빗방울 세 줄기"/>
          <p:cNvSpPr/>
          <p:nvPr/>
        </p:nvSpPr>
        <p:spPr>
          <a:xfrm>
            <a:off x="9371027" y="1436666"/>
            <a:ext cx="1054706" cy="630717"/>
          </a:xfrm>
          <a:custGeom>
            <a:avLst/>
            <a:gdLst/>
            <a:ahLst/>
            <a:cxnLst/>
            <a:rect l="l" t="t" r="r" b="b"/>
            <a:pathLst>
              <a:path w="1054706" h="630717">
                <a:moveTo>
                  <a:pt x="1051194" y="454274"/>
                </a:moveTo>
                <a:lnTo>
                  <a:pt x="1054706" y="419161"/>
                </a:lnTo>
                <a:lnTo>
                  <a:pt x="1052950" y="384487"/>
                </a:lnTo>
                <a:lnTo>
                  <a:pt x="1045927" y="350252"/>
                </a:lnTo>
                <a:lnTo>
                  <a:pt x="1033638" y="317772"/>
                </a:lnTo>
                <a:lnTo>
                  <a:pt x="1016520" y="287048"/>
                </a:lnTo>
                <a:lnTo>
                  <a:pt x="994575" y="259397"/>
                </a:lnTo>
                <a:lnTo>
                  <a:pt x="968240" y="235257"/>
                </a:lnTo>
                <a:lnTo>
                  <a:pt x="938394" y="215506"/>
                </a:lnTo>
                <a:lnTo>
                  <a:pt x="905037" y="200144"/>
                </a:lnTo>
                <a:lnTo>
                  <a:pt x="868607" y="190049"/>
                </a:lnTo>
                <a:lnTo>
                  <a:pt x="829983" y="186538"/>
                </a:lnTo>
                <a:lnTo>
                  <a:pt x="789164" y="190049"/>
                </a:lnTo>
                <a:lnTo>
                  <a:pt x="768535" y="176443"/>
                </a:lnTo>
                <a:lnTo>
                  <a:pt x="756684" y="152302"/>
                </a:lnTo>
                <a:lnTo>
                  <a:pt x="742200" y="128601"/>
                </a:lnTo>
                <a:lnTo>
                  <a:pt x="725522" y="106217"/>
                </a:lnTo>
                <a:lnTo>
                  <a:pt x="706648" y="85588"/>
                </a:lnTo>
                <a:lnTo>
                  <a:pt x="685581" y="66276"/>
                </a:lnTo>
                <a:lnTo>
                  <a:pt x="662318" y="49158"/>
                </a:lnTo>
                <a:lnTo>
                  <a:pt x="637300" y="34235"/>
                </a:lnTo>
                <a:lnTo>
                  <a:pt x="610966" y="21946"/>
                </a:lnTo>
                <a:lnTo>
                  <a:pt x="583314" y="11851"/>
                </a:lnTo>
                <a:lnTo>
                  <a:pt x="554346" y="4828"/>
                </a:lnTo>
                <a:lnTo>
                  <a:pt x="524939" y="878"/>
                </a:lnTo>
                <a:lnTo>
                  <a:pt x="495093" y="0"/>
                </a:lnTo>
                <a:lnTo>
                  <a:pt x="465247" y="1756"/>
                </a:lnTo>
                <a:lnTo>
                  <a:pt x="435840" y="6584"/>
                </a:lnTo>
                <a:lnTo>
                  <a:pt x="407310" y="14923"/>
                </a:lnTo>
                <a:lnTo>
                  <a:pt x="379659" y="25457"/>
                </a:lnTo>
                <a:lnTo>
                  <a:pt x="352885" y="39063"/>
                </a:lnTo>
                <a:lnTo>
                  <a:pt x="328306" y="55303"/>
                </a:lnTo>
                <a:lnTo>
                  <a:pt x="305483" y="73737"/>
                </a:lnTo>
                <a:lnTo>
                  <a:pt x="284415" y="93927"/>
                </a:lnTo>
                <a:lnTo>
                  <a:pt x="265981" y="116312"/>
                </a:lnTo>
                <a:lnTo>
                  <a:pt x="249741" y="140013"/>
                </a:lnTo>
                <a:lnTo>
                  <a:pt x="236135" y="165031"/>
                </a:lnTo>
                <a:lnTo>
                  <a:pt x="225162" y="190927"/>
                </a:lnTo>
                <a:lnTo>
                  <a:pt x="215945" y="216823"/>
                </a:lnTo>
                <a:lnTo>
                  <a:pt x="174687" y="219895"/>
                </a:lnTo>
                <a:lnTo>
                  <a:pt x="137379" y="230429"/>
                </a:lnTo>
                <a:lnTo>
                  <a:pt x="104022" y="246230"/>
                </a:lnTo>
                <a:lnTo>
                  <a:pt x="74615" y="267297"/>
                </a:lnTo>
                <a:lnTo>
                  <a:pt x="49597" y="292754"/>
                </a:lnTo>
                <a:lnTo>
                  <a:pt x="29407" y="321284"/>
                </a:lnTo>
                <a:lnTo>
                  <a:pt x="14045" y="352446"/>
                </a:lnTo>
                <a:lnTo>
                  <a:pt x="4389" y="385365"/>
                </a:lnTo>
                <a:lnTo>
                  <a:pt x="0" y="419600"/>
                </a:lnTo>
                <a:lnTo>
                  <a:pt x="1317" y="453835"/>
                </a:lnTo>
                <a:lnTo>
                  <a:pt x="8339" y="488070"/>
                </a:lnTo>
                <a:lnTo>
                  <a:pt x="20629" y="520550"/>
                </a:lnTo>
                <a:lnTo>
                  <a:pt x="38624" y="550835"/>
                </a:lnTo>
                <a:lnTo>
                  <a:pt x="61448" y="578047"/>
                </a:lnTo>
                <a:lnTo>
                  <a:pt x="89538" y="601748"/>
                </a:lnTo>
                <a:lnTo>
                  <a:pt x="122018" y="621060"/>
                </a:lnTo>
                <a:lnTo>
                  <a:pt x="159764" y="630717"/>
                </a:lnTo>
                <a:lnTo>
                  <a:pt x="201900" y="630717"/>
                </a:lnTo>
                <a:lnTo>
                  <a:pt x="250619" y="630717"/>
                </a:lnTo>
                <a:lnTo>
                  <a:pt x="320406" y="610966"/>
                </a:lnTo>
                <a:lnTo>
                  <a:pt x="396776" y="566635"/>
                </a:lnTo>
                <a:lnTo>
                  <a:pt x="408188" y="570586"/>
                </a:lnTo>
                <a:lnTo>
                  <a:pt x="419600" y="574097"/>
                </a:lnTo>
                <a:lnTo>
                  <a:pt x="430573" y="577169"/>
                </a:lnTo>
                <a:lnTo>
                  <a:pt x="441107" y="579364"/>
                </a:lnTo>
                <a:lnTo>
                  <a:pt x="451640" y="581119"/>
                </a:lnTo>
                <a:lnTo>
                  <a:pt x="461297" y="582875"/>
                </a:lnTo>
                <a:lnTo>
                  <a:pt x="470953" y="583753"/>
                </a:lnTo>
                <a:lnTo>
                  <a:pt x="480609" y="584631"/>
                </a:lnTo>
                <a:lnTo>
                  <a:pt x="489826" y="585070"/>
                </a:lnTo>
                <a:lnTo>
                  <a:pt x="499043" y="585070"/>
                </a:lnTo>
                <a:lnTo>
                  <a:pt x="507821" y="585070"/>
                </a:lnTo>
                <a:lnTo>
                  <a:pt x="516161" y="584631"/>
                </a:lnTo>
                <a:lnTo>
                  <a:pt x="524939" y="584192"/>
                </a:lnTo>
                <a:lnTo>
                  <a:pt x="533278" y="583314"/>
                </a:lnTo>
                <a:lnTo>
                  <a:pt x="541617" y="582436"/>
                </a:lnTo>
                <a:lnTo>
                  <a:pt x="549957" y="581119"/>
                </a:lnTo>
                <a:lnTo>
                  <a:pt x="558296" y="579364"/>
                </a:lnTo>
                <a:lnTo>
                  <a:pt x="566635" y="577608"/>
                </a:lnTo>
                <a:lnTo>
                  <a:pt x="575414" y="575414"/>
                </a:lnTo>
                <a:lnTo>
                  <a:pt x="583753" y="573219"/>
                </a:lnTo>
                <a:lnTo>
                  <a:pt x="592092" y="570147"/>
                </a:lnTo>
                <a:lnTo>
                  <a:pt x="600432" y="567513"/>
                </a:lnTo>
                <a:lnTo>
                  <a:pt x="609210" y="564002"/>
                </a:lnTo>
                <a:lnTo>
                  <a:pt x="617988" y="560491"/>
                </a:lnTo>
                <a:lnTo>
                  <a:pt x="627205" y="556102"/>
                </a:lnTo>
                <a:lnTo>
                  <a:pt x="635983" y="551712"/>
                </a:lnTo>
                <a:lnTo>
                  <a:pt x="750978" y="627205"/>
                </a:lnTo>
                <a:lnTo>
                  <a:pt x="802331" y="630717"/>
                </a:lnTo>
                <a:lnTo>
                  <a:pt x="847100" y="630717"/>
                </a:lnTo>
                <a:lnTo>
                  <a:pt x="887480" y="630717"/>
                </a:lnTo>
                <a:lnTo>
                  <a:pt x="923910" y="619305"/>
                </a:lnTo>
                <a:lnTo>
                  <a:pt x="956828" y="600432"/>
                </a:lnTo>
                <a:lnTo>
                  <a:pt x="985357" y="577608"/>
                </a:lnTo>
                <a:lnTo>
                  <a:pt x="1009059" y="550396"/>
                </a:lnTo>
                <a:lnTo>
                  <a:pt x="1028371" y="520111"/>
                </a:lnTo>
                <a:lnTo>
                  <a:pt x="1042416" y="488070"/>
                </a:lnTo>
                <a:close/>
              </a:path>
            </a:pathLst>
          </a:custGeom>
          <a:solidFill>
            <a:srgbClr val="DCE3EA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24" name="S06-mark97"/>
          <p:cNvSpPr/>
          <p:nvPr/>
        </p:nvSpPr>
        <p:spPr>
          <a:xfrm flipH="1">
            <a:off x="9527719" y="2168332"/>
            <a:ext cx="90855" cy="277392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25" name="S06-mark98"/>
          <p:cNvSpPr/>
          <p:nvPr/>
        </p:nvSpPr>
        <p:spPr>
          <a:xfrm flipH="1">
            <a:off x="9805111" y="2168332"/>
            <a:ext cx="90855" cy="277392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26" name="S06-mark99"/>
          <p:cNvSpPr/>
          <p:nvPr/>
        </p:nvSpPr>
        <p:spPr>
          <a:xfrm flipH="1">
            <a:off x="10082504" y="2168332"/>
            <a:ext cx="90855" cy="277392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27" name="S06-label100"/>
          <p:cNvSpPr txBox="1"/>
          <p:nvPr/>
        </p:nvSpPr>
        <p:spPr>
          <a:xfrm>
            <a:off x="8156448" y="2629662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9일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기록이 좋을까요?</a:t>
            </a:r>
            <a:endParaRPr lang="ko-KR" sz="4400" dirty="0"/>
          </a:p>
        </p:txBody>
      </p:sp>
      <p:sp>
        <p:nvSpPr>
          <p:cNvPr id="3" name="S07-card10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0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같은 날 날씨를 기록했어요.</a:t>
            </a:r>
            <a:endParaRPr lang="ko-KR" sz="3200" dirty="0"/>
          </a:p>
        </p:txBody>
      </p:sp>
      <p:sp>
        <p:nvSpPr>
          <p:cNvPr id="5" name="S07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 뒤에 봐도 언제인지 알 수 있는 것은?</a:t>
            </a:r>
            <a:endParaRPr lang="ko-KR" sz="3200" dirty="0"/>
          </a:p>
        </p:txBody>
      </p:sp>
      <p:sp>
        <p:nvSpPr>
          <p:cNvPr id="7" name="S07-chip10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figure106" descr="해 그림만 있는 기록"/>
          <p:cNvSpPr/>
          <p:nvPr/>
        </p:nvSpPr>
        <p:spPr>
          <a:xfrm>
            <a:off x="3039008" y="3699408"/>
            <a:ext cx="382219" cy="382219"/>
          </a:xfrm>
          <a:prstGeom prst="ellipse">
            <a:avLst/>
          </a:prstGeom>
          <a:solidFill>
            <a:srgbClr val="F2C14E"/>
          </a:solidFill>
          <a:ln w="25400">
            <a:solidFill>
              <a:srgbClr val="D99A1E"/>
            </a:solidFill>
            <a:prstDash val="solid"/>
          </a:ln>
        </p:spPr>
      </p:sp>
      <p:sp>
        <p:nvSpPr>
          <p:cNvPr id="9" name="S07-mark107"/>
          <p:cNvSpPr/>
          <p:nvPr/>
        </p:nvSpPr>
        <p:spPr>
          <a:xfrm>
            <a:off x="3501146" y="3890518"/>
            <a:ext cx="118140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0" name="S07-mark108"/>
          <p:cNvSpPr/>
          <p:nvPr/>
        </p:nvSpPr>
        <p:spPr>
          <a:xfrm flipV="1">
            <a:off x="3421923" y="3615320"/>
            <a:ext cx="83393" cy="83393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1" name="S07-mark109"/>
          <p:cNvSpPr/>
          <p:nvPr/>
        </p:nvSpPr>
        <p:spPr>
          <a:xfrm flipV="1">
            <a:off x="3230118" y="3501349"/>
            <a:ext cx="0" cy="11814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2" name="S07-mark110"/>
          <p:cNvSpPr/>
          <p:nvPr/>
        </p:nvSpPr>
        <p:spPr>
          <a:xfrm flipH="1" flipV="1">
            <a:off x="2954920" y="3615320"/>
            <a:ext cx="83393" cy="83393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3" name="S07-mark111"/>
          <p:cNvSpPr/>
          <p:nvPr/>
        </p:nvSpPr>
        <p:spPr>
          <a:xfrm flipH="1">
            <a:off x="2840949" y="3890518"/>
            <a:ext cx="118140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4" name="S07-mark112"/>
          <p:cNvSpPr/>
          <p:nvPr/>
        </p:nvSpPr>
        <p:spPr>
          <a:xfrm flipH="1">
            <a:off x="2954920" y="4082323"/>
            <a:ext cx="83393" cy="83393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5" name="S07-mark113"/>
          <p:cNvSpPr/>
          <p:nvPr/>
        </p:nvSpPr>
        <p:spPr>
          <a:xfrm>
            <a:off x="3230118" y="4161546"/>
            <a:ext cx="0" cy="11814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6" name="S07-mark114"/>
          <p:cNvSpPr/>
          <p:nvPr/>
        </p:nvSpPr>
        <p:spPr>
          <a:xfrm>
            <a:off x="3421923" y="4082323"/>
            <a:ext cx="83393" cy="83393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7" name="S07-text115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그림만 있어요.</a:t>
            </a:r>
            <a:endParaRPr lang="ko-KR" sz="2600" dirty="0"/>
          </a:p>
        </p:txBody>
      </p:sp>
      <p:sp>
        <p:nvSpPr>
          <p:cNvPr id="18" name="S07-chip11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9" name="S07-figure117" descr="해 그림과 날짜, 본 것이 있는 기록"/>
          <p:cNvSpPr/>
          <p:nvPr/>
        </p:nvSpPr>
        <p:spPr>
          <a:xfrm>
            <a:off x="8767724" y="3497986"/>
            <a:ext cx="382219" cy="382219"/>
          </a:xfrm>
          <a:prstGeom prst="ellipse">
            <a:avLst/>
          </a:prstGeom>
          <a:solidFill>
            <a:srgbClr val="F2C14E"/>
          </a:solidFill>
          <a:ln w="25400">
            <a:solidFill>
              <a:srgbClr val="D99A1E"/>
            </a:solidFill>
            <a:prstDash val="solid"/>
          </a:ln>
        </p:spPr>
      </p:sp>
      <p:sp>
        <p:nvSpPr>
          <p:cNvPr id="20" name="S07-mark118"/>
          <p:cNvSpPr/>
          <p:nvPr/>
        </p:nvSpPr>
        <p:spPr>
          <a:xfrm>
            <a:off x="9229862" y="3689096"/>
            <a:ext cx="118140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21" name="S07-mark119"/>
          <p:cNvSpPr/>
          <p:nvPr/>
        </p:nvSpPr>
        <p:spPr>
          <a:xfrm flipV="1">
            <a:off x="9150639" y="3413898"/>
            <a:ext cx="83393" cy="83393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22" name="S07-mark120"/>
          <p:cNvSpPr/>
          <p:nvPr/>
        </p:nvSpPr>
        <p:spPr>
          <a:xfrm flipV="1">
            <a:off x="8958834" y="3299927"/>
            <a:ext cx="0" cy="11814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23" name="S07-mark121"/>
          <p:cNvSpPr/>
          <p:nvPr/>
        </p:nvSpPr>
        <p:spPr>
          <a:xfrm flipH="1" flipV="1">
            <a:off x="8683636" y="3413898"/>
            <a:ext cx="83393" cy="83393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24" name="S07-mark122"/>
          <p:cNvSpPr/>
          <p:nvPr/>
        </p:nvSpPr>
        <p:spPr>
          <a:xfrm flipH="1">
            <a:off x="8569665" y="3689096"/>
            <a:ext cx="118140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25" name="S07-mark123"/>
          <p:cNvSpPr/>
          <p:nvPr/>
        </p:nvSpPr>
        <p:spPr>
          <a:xfrm flipH="1">
            <a:off x="8683636" y="3880901"/>
            <a:ext cx="83393" cy="83393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26" name="S07-mark124"/>
          <p:cNvSpPr/>
          <p:nvPr/>
        </p:nvSpPr>
        <p:spPr>
          <a:xfrm>
            <a:off x="8958834" y="3960124"/>
            <a:ext cx="0" cy="11814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27" name="S07-mark125"/>
          <p:cNvSpPr/>
          <p:nvPr/>
        </p:nvSpPr>
        <p:spPr>
          <a:xfrm>
            <a:off x="9150639" y="3880901"/>
            <a:ext cx="83393" cy="83393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28" name="S07-text126"/>
          <p:cNvSpPr txBox="1"/>
          <p:nvPr/>
        </p:nvSpPr>
        <p:spPr>
          <a:xfrm>
            <a:off x="6277356" y="4223512"/>
            <a:ext cx="5362956" cy="89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7일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은행잎이 노래요.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 그림일기 쓰기</a:t>
            </a:r>
            <a:endParaRPr lang="ko-KR" sz="4400" dirty="0"/>
          </a:p>
        </p:txBody>
      </p:sp>
      <p:sp>
        <p:nvSpPr>
          <p:cNvPr id="3" name="S08-card127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28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기록할 때 확인해요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날짜를 썼어요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그림이 하늘과 맞아요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본 것을 하나 썼어요</a:t>
            </a:r>
            <a:endParaRPr lang="ko-KR" sz="3200" dirty="0"/>
          </a:p>
        </p:txBody>
      </p:sp>
      <p:sp>
        <p:nvSpPr>
          <p:cNvPr id="5" name="S08-stepno129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130"/>
          <p:cNvSpPr txBox="1"/>
          <p:nvPr/>
        </p:nvSpPr>
        <p:spPr>
          <a:xfrm>
            <a:off x="1325880" y="24277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날짜를 써요.</a:t>
            </a:r>
            <a:endParaRPr lang="ko-KR" sz="3200" dirty="0"/>
          </a:p>
        </p:txBody>
      </p:sp>
      <p:sp>
        <p:nvSpPr>
          <p:cNvPr id="7" name="S08-stepno131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132"/>
          <p:cNvSpPr txBox="1"/>
          <p:nvPr/>
        </p:nvSpPr>
        <p:spPr>
          <a:xfrm>
            <a:off x="1325880" y="31409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날씨에 ○ 하고 그려요.</a:t>
            </a:r>
            <a:endParaRPr lang="ko-KR" sz="3200" dirty="0"/>
          </a:p>
        </p:txBody>
      </p:sp>
      <p:sp>
        <p:nvSpPr>
          <p:cNvPr id="9" name="S08-stepno133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134"/>
          <p:cNvSpPr txBox="1"/>
          <p:nvPr/>
        </p:nvSpPr>
        <p:spPr>
          <a:xfrm>
            <a:off x="1325880" y="38541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것 한 가지를 써요.</a:t>
            </a:r>
            <a:endParaRPr lang="ko-KR" sz="3200" dirty="0"/>
          </a:p>
        </p:txBody>
      </p:sp>
      <p:sp>
        <p:nvSpPr>
          <p:cNvPr id="11" name="S08-stepno135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8-text136"/>
          <p:cNvSpPr txBox="1"/>
          <p:nvPr/>
        </p:nvSpPr>
        <p:spPr>
          <a:xfrm>
            <a:off x="1325880" y="45674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내일도 같은 때에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기록을 읽어요</a:t>
            </a:r>
            <a:endParaRPr lang="ko-KR" sz="4400" dirty="0"/>
          </a:p>
        </p:txBody>
      </p:sp>
      <p:sp>
        <p:nvSpPr>
          <p:cNvPr id="3" name="S09-card137"/>
          <p:cNvSpPr/>
          <p:nvPr/>
        </p:nvSpPr>
        <p:spPr>
          <a:xfrm>
            <a:off x="6277356" y="1325880"/>
            <a:ext cx="5362956" cy="4892040"/>
          </a:xfrm>
          <a:prstGeom prst="roundRect">
            <a:avLst>
              <a:gd name="adj" fmla="val 224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38"/>
          <p:cNvSpPr txBox="1"/>
          <p:nvPr/>
        </p:nvSpPr>
        <p:spPr>
          <a:xfrm>
            <a:off x="6551676" y="1463040"/>
            <a:ext cx="481431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서준이의 기록</a:t>
            </a:r>
            <a:endParaRPr lang="ko-KR" sz="3200" dirty="0"/>
          </a:p>
        </p:txBody>
      </p:sp>
      <p:graphicFrame>
        <p:nvGraphicFramePr>
          <p:cNvPr id="10" name="S09-table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5714" y="2921000"/>
          <a:ext cx="4206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날씨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7일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맑음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8일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흐림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9일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9-chip14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141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온 날은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며칠이에요?</a:t>
            </a:r>
            <a:endParaRPr lang="ko-KR" sz="3200" dirty="0"/>
          </a:p>
        </p:txBody>
      </p:sp>
      <p:sp>
        <p:nvSpPr>
          <p:cNvPr id="8" name="S09-chip14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143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7일과 9일의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날씨는 어떻게 달라요?</a:t>
            </a:r>
            <a:endParaRPr lang="ko-KR" sz="3200" dirty="0"/>
          </a:p>
        </p:txBody>
      </p:sp>
      <p:sp>
        <p:nvSpPr>
          <p:cNvPr id="10" name="S09-chip14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ext145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날씨가 날마다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같았나요?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날씨와 계절</a:t>
            </a:r>
            <a:endParaRPr lang="ko-KR" sz="4400" dirty="0"/>
          </a:p>
        </p:txBody>
      </p:sp>
      <p:sp>
        <p:nvSpPr>
          <p:cNvPr id="3" name="S10-card1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1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기록하면 계절이 바뀌는 것도 보여요.</a:t>
            </a:r>
            <a:endParaRPr lang="ko-KR" sz="3200" dirty="0"/>
          </a:p>
        </p:txBody>
      </p:sp>
      <p:sp>
        <p:nvSpPr>
          <p:cNvPr id="5" name="S10-card148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0-cardtext149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날마다 바뀌어요.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맑음, 흐림, 비, 눈</a:t>
            </a:r>
            <a:endParaRPr lang="ko-KR" sz="3200" dirty="0"/>
          </a:p>
        </p:txBody>
      </p:sp>
      <p:sp>
        <p:nvSpPr>
          <p:cNvPr id="7" name="S10-card150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10-cardtext151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바뀌어요.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봄, 여름, 가을, 겨울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1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그림의 날씨 이름을 말해요.</a:t>
            </a:r>
            <a:endParaRPr lang="ko-KR" sz="3200" dirty="0"/>
          </a:p>
        </p:txBody>
      </p:sp>
      <p:sp>
        <p:nvSpPr>
          <p:cNvPr id="4" name="S11-chip15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figure154" descr="눈을 나타내는 날씨 그림: 구름 아래 눈송이 세 개"/>
          <p:cNvSpPr/>
          <p:nvPr/>
        </p:nvSpPr>
        <p:spPr>
          <a:xfrm>
            <a:off x="3592975" y="2166831"/>
            <a:ext cx="988786" cy="591297"/>
          </a:xfrm>
          <a:custGeom>
            <a:avLst/>
            <a:gdLst/>
            <a:ahLst/>
            <a:cxnLst/>
            <a:rect l="l" t="t" r="r" b="b"/>
            <a:pathLst>
              <a:path w="988786" h="591297">
                <a:moveTo>
                  <a:pt x="985495" y="425882"/>
                </a:moveTo>
                <a:lnTo>
                  <a:pt x="988786" y="392963"/>
                </a:lnTo>
                <a:lnTo>
                  <a:pt x="987141" y="360456"/>
                </a:lnTo>
                <a:lnTo>
                  <a:pt x="980557" y="328361"/>
                </a:lnTo>
                <a:lnTo>
                  <a:pt x="969035" y="297912"/>
                </a:lnTo>
                <a:lnTo>
                  <a:pt x="952988" y="269108"/>
                </a:lnTo>
                <a:lnTo>
                  <a:pt x="932414" y="243185"/>
                </a:lnTo>
                <a:lnTo>
                  <a:pt x="907725" y="220553"/>
                </a:lnTo>
                <a:lnTo>
                  <a:pt x="879744" y="202037"/>
                </a:lnTo>
                <a:lnTo>
                  <a:pt x="848472" y="187635"/>
                </a:lnTo>
                <a:lnTo>
                  <a:pt x="814319" y="178171"/>
                </a:lnTo>
                <a:lnTo>
                  <a:pt x="778109" y="174879"/>
                </a:lnTo>
                <a:lnTo>
                  <a:pt x="739841" y="178171"/>
                </a:lnTo>
                <a:lnTo>
                  <a:pt x="720501" y="165415"/>
                </a:lnTo>
                <a:lnTo>
                  <a:pt x="709392" y="142784"/>
                </a:lnTo>
                <a:lnTo>
                  <a:pt x="695813" y="120564"/>
                </a:lnTo>
                <a:lnTo>
                  <a:pt x="680176" y="99578"/>
                </a:lnTo>
                <a:lnTo>
                  <a:pt x="662483" y="80239"/>
                </a:lnTo>
                <a:lnTo>
                  <a:pt x="642732" y="62133"/>
                </a:lnTo>
                <a:lnTo>
                  <a:pt x="620923" y="46086"/>
                </a:lnTo>
                <a:lnTo>
                  <a:pt x="597469" y="32095"/>
                </a:lnTo>
                <a:lnTo>
                  <a:pt x="572780" y="20574"/>
                </a:lnTo>
                <a:lnTo>
                  <a:pt x="546857" y="11110"/>
                </a:lnTo>
                <a:lnTo>
                  <a:pt x="519699" y="4526"/>
                </a:lnTo>
                <a:lnTo>
                  <a:pt x="492130" y="823"/>
                </a:lnTo>
                <a:lnTo>
                  <a:pt x="464149" y="0"/>
                </a:lnTo>
                <a:lnTo>
                  <a:pt x="436169" y="1646"/>
                </a:lnTo>
                <a:lnTo>
                  <a:pt x="408600" y="6172"/>
                </a:lnTo>
                <a:lnTo>
                  <a:pt x="381853" y="13990"/>
                </a:lnTo>
                <a:lnTo>
                  <a:pt x="355930" y="23866"/>
                </a:lnTo>
                <a:lnTo>
                  <a:pt x="330830" y="36622"/>
                </a:lnTo>
                <a:lnTo>
                  <a:pt x="307787" y="51846"/>
                </a:lnTo>
                <a:lnTo>
                  <a:pt x="286390" y="69129"/>
                </a:lnTo>
                <a:lnTo>
                  <a:pt x="266639" y="88057"/>
                </a:lnTo>
                <a:lnTo>
                  <a:pt x="249357" y="109042"/>
                </a:lnTo>
                <a:lnTo>
                  <a:pt x="234132" y="131262"/>
                </a:lnTo>
                <a:lnTo>
                  <a:pt x="221376" y="154716"/>
                </a:lnTo>
                <a:lnTo>
                  <a:pt x="211089" y="178994"/>
                </a:lnTo>
                <a:lnTo>
                  <a:pt x="202448" y="203271"/>
                </a:lnTo>
                <a:lnTo>
                  <a:pt x="163769" y="206151"/>
                </a:lnTo>
                <a:lnTo>
                  <a:pt x="128793" y="216027"/>
                </a:lnTo>
                <a:lnTo>
                  <a:pt x="97521" y="230840"/>
                </a:lnTo>
                <a:lnTo>
                  <a:pt x="69952" y="250591"/>
                </a:lnTo>
                <a:lnTo>
                  <a:pt x="46497" y="274457"/>
                </a:lnTo>
                <a:lnTo>
                  <a:pt x="27569" y="301203"/>
                </a:lnTo>
                <a:lnTo>
                  <a:pt x="13167" y="330418"/>
                </a:lnTo>
                <a:lnTo>
                  <a:pt x="4115" y="361279"/>
                </a:lnTo>
                <a:lnTo>
                  <a:pt x="0" y="393375"/>
                </a:lnTo>
                <a:lnTo>
                  <a:pt x="1234" y="425470"/>
                </a:lnTo>
                <a:lnTo>
                  <a:pt x="7818" y="457566"/>
                </a:lnTo>
                <a:lnTo>
                  <a:pt x="19340" y="488015"/>
                </a:lnTo>
                <a:lnTo>
                  <a:pt x="36210" y="516407"/>
                </a:lnTo>
                <a:lnTo>
                  <a:pt x="57607" y="541919"/>
                </a:lnTo>
                <a:lnTo>
                  <a:pt x="83942" y="564139"/>
                </a:lnTo>
                <a:lnTo>
                  <a:pt x="114391" y="582244"/>
                </a:lnTo>
                <a:lnTo>
                  <a:pt x="149779" y="591297"/>
                </a:lnTo>
                <a:lnTo>
                  <a:pt x="189281" y="591297"/>
                </a:lnTo>
                <a:lnTo>
                  <a:pt x="234955" y="591297"/>
                </a:lnTo>
                <a:lnTo>
                  <a:pt x="300380" y="572780"/>
                </a:lnTo>
                <a:lnTo>
                  <a:pt x="371978" y="531221"/>
                </a:lnTo>
                <a:lnTo>
                  <a:pt x="382676" y="534924"/>
                </a:lnTo>
                <a:lnTo>
                  <a:pt x="393375" y="538216"/>
                </a:lnTo>
                <a:lnTo>
                  <a:pt x="403662" y="541096"/>
                </a:lnTo>
                <a:lnTo>
                  <a:pt x="413537" y="543154"/>
                </a:lnTo>
                <a:lnTo>
                  <a:pt x="423413" y="544800"/>
                </a:lnTo>
                <a:lnTo>
                  <a:pt x="432465" y="546445"/>
                </a:lnTo>
                <a:lnTo>
                  <a:pt x="441518" y="547268"/>
                </a:lnTo>
                <a:lnTo>
                  <a:pt x="450571" y="548091"/>
                </a:lnTo>
                <a:lnTo>
                  <a:pt x="459212" y="548503"/>
                </a:lnTo>
                <a:lnTo>
                  <a:pt x="467853" y="548503"/>
                </a:lnTo>
                <a:lnTo>
                  <a:pt x="476082" y="548503"/>
                </a:lnTo>
                <a:lnTo>
                  <a:pt x="483900" y="548091"/>
                </a:lnTo>
                <a:lnTo>
                  <a:pt x="492130" y="547680"/>
                </a:lnTo>
                <a:lnTo>
                  <a:pt x="499948" y="546857"/>
                </a:lnTo>
                <a:lnTo>
                  <a:pt x="507766" y="546034"/>
                </a:lnTo>
                <a:lnTo>
                  <a:pt x="515584" y="544800"/>
                </a:lnTo>
                <a:lnTo>
                  <a:pt x="523403" y="543154"/>
                </a:lnTo>
                <a:lnTo>
                  <a:pt x="531221" y="541508"/>
                </a:lnTo>
                <a:lnTo>
                  <a:pt x="539450" y="539450"/>
                </a:lnTo>
                <a:lnTo>
                  <a:pt x="547268" y="537393"/>
                </a:lnTo>
                <a:lnTo>
                  <a:pt x="555087" y="534513"/>
                </a:lnTo>
                <a:lnTo>
                  <a:pt x="562905" y="532044"/>
                </a:lnTo>
                <a:lnTo>
                  <a:pt x="571134" y="528752"/>
                </a:lnTo>
                <a:lnTo>
                  <a:pt x="579364" y="525460"/>
                </a:lnTo>
                <a:lnTo>
                  <a:pt x="588005" y="521345"/>
                </a:lnTo>
                <a:lnTo>
                  <a:pt x="596235" y="517230"/>
                </a:lnTo>
                <a:lnTo>
                  <a:pt x="704042" y="588005"/>
                </a:lnTo>
                <a:lnTo>
                  <a:pt x="752185" y="591297"/>
                </a:lnTo>
                <a:lnTo>
                  <a:pt x="794156" y="591297"/>
                </a:lnTo>
                <a:lnTo>
                  <a:pt x="832013" y="591297"/>
                </a:lnTo>
                <a:lnTo>
                  <a:pt x="866165" y="580598"/>
                </a:lnTo>
                <a:lnTo>
                  <a:pt x="897026" y="562905"/>
                </a:lnTo>
                <a:lnTo>
                  <a:pt x="923773" y="541508"/>
                </a:lnTo>
                <a:lnTo>
                  <a:pt x="945993" y="515996"/>
                </a:lnTo>
                <a:lnTo>
                  <a:pt x="964098" y="487604"/>
                </a:lnTo>
                <a:lnTo>
                  <a:pt x="977265" y="457566"/>
                </a:lnTo>
                <a:close/>
              </a:path>
            </a:pathLst>
          </a:custGeom>
          <a:solidFill>
            <a:srgbClr val="DCE3EA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6" name="S11-mark155"/>
          <p:cNvSpPr/>
          <p:nvPr/>
        </p:nvSpPr>
        <p:spPr>
          <a:xfrm>
            <a:off x="3825049" y="2828902"/>
            <a:ext cx="0" cy="189281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7" name="S11-mark156"/>
          <p:cNvSpPr/>
          <p:nvPr/>
        </p:nvSpPr>
        <p:spPr>
          <a:xfrm>
            <a:off x="3742753" y="2876222"/>
            <a:ext cx="164181" cy="95052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8" name="S11-mark157"/>
          <p:cNvSpPr/>
          <p:nvPr/>
        </p:nvSpPr>
        <p:spPr>
          <a:xfrm flipV="1">
            <a:off x="3742753" y="2876634"/>
            <a:ext cx="164181" cy="94229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9" name="S11-mark158"/>
          <p:cNvSpPr/>
          <p:nvPr/>
        </p:nvSpPr>
        <p:spPr>
          <a:xfrm>
            <a:off x="4085105" y="2947408"/>
            <a:ext cx="0" cy="189281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10" name="S11-mark159"/>
          <p:cNvSpPr/>
          <p:nvPr/>
        </p:nvSpPr>
        <p:spPr>
          <a:xfrm>
            <a:off x="4003220" y="2994729"/>
            <a:ext cx="163769" cy="94640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11" name="S11-mark160"/>
          <p:cNvSpPr/>
          <p:nvPr/>
        </p:nvSpPr>
        <p:spPr>
          <a:xfrm flipV="1">
            <a:off x="4003220" y="2994729"/>
            <a:ext cx="163769" cy="94640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12" name="S11-mark161"/>
          <p:cNvSpPr/>
          <p:nvPr/>
        </p:nvSpPr>
        <p:spPr>
          <a:xfrm>
            <a:off x="4345160" y="2828902"/>
            <a:ext cx="0" cy="189281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13" name="S11-mark162"/>
          <p:cNvSpPr/>
          <p:nvPr/>
        </p:nvSpPr>
        <p:spPr>
          <a:xfrm>
            <a:off x="4263276" y="2876222"/>
            <a:ext cx="164181" cy="95052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14" name="S11-mark163"/>
          <p:cNvSpPr/>
          <p:nvPr/>
        </p:nvSpPr>
        <p:spPr>
          <a:xfrm flipV="1">
            <a:off x="4263276" y="2876634"/>
            <a:ext cx="164181" cy="94229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15" name="S11-chip16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6" name="S11-text16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하늘에 회색 구름이 가득해요.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날씨일까요?</a:t>
            </a:r>
            <a:endParaRPr lang="ko-KR" sz="3200" dirty="0"/>
          </a:p>
        </p:txBody>
      </p:sp>
      <p:sp>
        <p:nvSpPr>
          <p:cNvPr id="17" name="S11-chip16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8" name="S11-text16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 기록에 날짜를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까닭은?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68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69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하늘을 보고 날씨를 그림으로 나타내요.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함께 며칠 동안 기록해요.</a:t>
            </a:r>
            <a:endParaRPr lang="ko-KR" sz="3200" dirty="0"/>
          </a:p>
        </p:txBody>
      </p:sp>
      <p:sp>
        <p:nvSpPr>
          <p:cNvPr id="5" name="S13-chip170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날짜부터 쓰기</a:t>
            </a:r>
            <a:endParaRPr lang="ko-KR" sz="2600" dirty="0"/>
          </a:p>
        </p:txBody>
      </p:sp>
      <p:sp>
        <p:nvSpPr>
          <p:cNvPr id="6" name="S13-chip171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해를 똑바로 보기</a:t>
            </a:r>
            <a:endParaRPr lang="ko-KR" sz="2600" dirty="0"/>
          </a:p>
        </p:txBody>
      </p:sp>
      <p:sp>
        <p:nvSpPr>
          <p:cNvPr id="7" name="S13-text172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73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비 오는 날의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 그림은?</a:t>
            </a:r>
            <a:endParaRPr lang="ko-KR" sz="2600" dirty="0"/>
          </a:p>
        </p:txBody>
      </p:sp>
      <p:sp>
        <p:nvSpPr>
          <p:cNvPr id="9" name="S13-text174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날씨 기록에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쓰는 것은?</a:t>
            </a:r>
            <a:endParaRPr lang="ko-KR" sz="2600" dirty="0"/>
          </a:p>
        </p:txBody>
      </p:sp>
      <p:sp>
        <p:nvSpPr>
          <p:cNvPr id="10" name="S13-text175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날씨와 계절 중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날마다 바뀌는 것은?</a:t>
            </a:r>
            <a:endParaRPr lang="ko-KR" sz="2600" dirty="0"/>
          </a:p>
        </p:txBody>
      </p:sp>
      <p:sp>
        <p:nvSpPr>
          <p:cNvPr id="11" name="S13-text17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내 물건 정리와 집안일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네 계절</a:t>
            </a:r>
            <a:endParaRPr lang="ko-KR" sz="4400" dirty="0"/>
          </a:p>
        </p:txBody>
      </p:sp>
      <p:sp>
        <p:nvSpPr>
          <p:cNvPr id="3" name="S14-text1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계절은 차례대로 돌아와요.</a:t>
            </a:r>
            <a:endParaRPr lang="ko-KR" sz="3200" dirty="0"/>
          </a:p>
        </p:txBody>
      </p:sp>
      <p:sp>
        <p:nvSpPr>
          <p:cNvPr id="4" name="S14-card1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겨울이 지나면 다시 봄이 와요.</a:t>
            </a:r>
            <a:endParaRPr lang="ko-KR" sz="3200" dirty="0"/>
          </a:p>
        </p:txBody>
      </p:sp>
      <p:sp>
        <p:nvSpPr>
          <p:cNvPr id="6" name="S14-step180"/>
          <p:cNvSpPr txBox="1"/>
          <p:nvPr/>
        </p:nvSpPr>
        <p:spPr>
          <a:xfrm>
            <a:off x="548640" y="2468880"/>
            <a:ext cx="2464308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꽃이 펴요</a:t>
            </a:r>
            <a:endParaRPr lang="ko-KR" sz="2800" dirty="0"/>
          </a:p>
        </p:txBody>
      </p:sp>
      <p:sp>
        <p:nvSpPr>
          <p:cNvPr id="7" name="S14-line181"/>
          <p:cNvSpPr/>
          <p:nvPr/>
        </p:nvSpPr>
        <p:spPr>
          <a:xfrm>
            <a:off x="3067812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4-step182"/>
          <p:cNvSpPr txBox="1"/>
          <p:nvPr/>
        </p:nvSpPr>
        <p:spPr>
          <a:xfrm>
            <a:off x="3424428" y="2468880"/>
            <a:ext cx="2464308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더워요</a:t>
            </a:r>
            <a:endParaRPr lang="ko-KR" sz="2800" dirty="0"/>
          </a:p>
        </p:txBody>
      </p:sp>
      <p:sp>
        <p:nvSpPr>
          <p:cNvPr id="9" name="S14-line183"/>
          <p:cNvSpPr/>
          <p:nvPr/>
        </p:nvSpPr>
        <p:spPr>
          <a:xfrm>
            <a:off x="5943600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4-step184"/>
          <p:cNvSpPr txBox="1"/>
          <p:nvPr/>
        </p:nvSpPr>
        <p:spPr>
          <a:xfrm>
            <a:off x="6300216" y="2468880"/>
            <a:ext cx="2464308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단풍이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들어요</a:t>
            </a:r>
            <a:endParaRPr lang="ko-KR" sz="2800" dirty="0"/>
          </a:p>
        </p:txBody>
      </p:sp>
      <p:sp>
        <p:nvSpPr>
          <p:cNvPr id="11" name="S14-line185"/>
          <p:cNvSpPr/>
          <p:nvPr/>
        </p:nvSpPr>
        <p:spPr>
          <a:xfrm>
            <a:off x="8819388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14-step186"/>
          <p:cNvSpPr txBox="1"/>
          <p:nvPr/>
        </p:nvSpPr>
        <p:spPr>
          <a:xfrm>
            <a:off x="9176004" y="2468880"/>
            <a:ext cx="2464308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눈이 와요</a:t>
            </a:r>
            <a:endParaRPr lang="ko-KR" sz="2800" dirty="0"/>
          </a:p>
        </p:txBody>
      </p:sp>
      <p:sp>
        <p:nvSpPr>
          <p:cNvPr id="13" name="S14-line187"/>
          <p:cNvSpPr/>
          <p:nvPr/>
        </p:nvSpPr>
        <p:spPr>
          <a:xfrm>
            <a:off x="10408158" y="4206240"/>
            <a:ext cx="0" cy="3200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4" name="S14-line188"/>
          <p:cNvSpPr/>
          <p:nvPr/>
        </p:nvSpPr>
        <p:spPr>
          <a:xfrm flipH="1">
            <a:off x="1780794" y="4526280"/>
            <a:ext cx="8627364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5" name="S14-line189"/>
          <p:cNvSpPr/>
          <p:nvPr/>
        </p:nvSpPr>
        <p:spPr>
          <a:xfrm flipV="1">
            <a:off x="1780794" y="4224528"/>
            <a:ext cx="0" cy="301752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과학 계절과 날씨 기록</dc:title>
  <dc:subject>KR22-G01-SCI-SEASON-L01</dc:subject>
  <dc:creator>education-ppt</dc:creator>
  <cp:lastModifiedBy>education-ppt</cp:lastModifiedBy>
  <cp:revision>1</cp:revision>
  <dcterms:created xsi:type="dcterms:W3CDTF">2026-10-26T13:22:41Z</dcterms:created>
  <dcterms:modified xsi:type="dcterms:W3CDTF">2026-10-26T13:22:41Z</dcterms:modified>
</cp:coreProperties>
</file>