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efacaa57-2c85-b0cd-74b6-c06d87d7a0a2}">
          <p14:sldIdLst>
            <p14:sldId id="256"/>
            <p14:sldId id="257"/>
          </p14:sldIdLst>
        </p14:section>
        <p14:section name="개념" id="{6390767d-4fe9-b046-436a-354db779a66f}">
          <p14:sldIdLst>
            <p14:sldId id="258"/>
          </p14:sldIdLst>
        </p14:section>
        <p14:section name="연습" id="{517d13c5-ba71-87d1-b209-0de45af6eb3a}">
          <p14:sldIdLst>
            <p14:sldId id="259"/>
            <p14:sldId id="260"/>
          </p14:sldIdLst>
        </p14:section>
        <p14:section name="확인" id="{74a26f1a-d2a0-3664-65cf-ce89df74bb9d}">
          <p14:sldIdLst>
            <p14:sldId id="261"/>
          </p14:sldIdLst>
        </p14:section>
        <p14:section name="정리" id="{5f52bf17-fd2b-96c6-d1c4-c4a350a6b9f1}">
          <p14:sldIdLst>
            <p14:sldId id="262"/>
          </p14:sldIdLst>
        </p14:section>
        <p14:section name="보충" id="{28a11c46-84c4-3512-a12d-8c401180ebc7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기술·가정 · 만들기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기술·가정 · 안전한 재료로 만들기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기술·가정 · 안전한 재료로 만들기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기술·가정 · 안전한 재료로 만들기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안전한 재료로 만들기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 물건을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만들어 볼까?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가위 약속을 지키며 자르고 붙여요.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설계하고, 만들고, 써 봐요.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접고 붙여 봐요</a:t>
            </a:r>
            <a:endParaRPr lang="ko-KR" sz="44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손을 풀어 봐요.</a:t>
            </a:r>
            <a:endParaRPr lang="ko-KR" sz="32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2-text5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종이를 반으로 접어요.</a:t>
            </a:r>
            <a:endParaRPr lang="ko-KR" sz="32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풀을 얇게 발라 붙여요.</a:t>
            </a:r>
            <a:endParaRPr lang="ko-KR" sz="3200" dirty="0"/>
          </a:p>
        </p:txBody>
      </p:sp>
      <p:sp>
        <p:nvSpPr>
          <p:cNvPr id="8" name="S02-chip8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02-text9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테이프를 떼어 붙여요.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만들기 전에 알아요</a:t>
            </a:r>
            <a:endParaRPr lang="ko-KR" sz="4400" dirty="0"/>
          </a:p>
        </p:txBody>
      </p:sp>
      <p:sp>
        <p:nvSpPr>
          <p:cNvPr id="3" name="S03-card1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가위는 어른과 함께, 앉아서 써요.</a:t>
            </a:r>
            <a:endParaRPr lang="ko-KR" sz="3200" dirty="0"/>
          </a:p>
        </p:txBody>
      </p:sp>
      <p:sp>
        <p:nvSpPr>
          <p:cNvPr id="5" name="S03-card12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3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안전한 재료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종이, 풀, 테이프,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휴지심</a:t>
            </a:r>
            <a:endParaRPr lang="ko-KR" sz="3200" dirty="0"/>
          </a:p>
        </p:txBody>
      </p:sp>
      <p:sp>
        <p:nvSpPr>
          <p:cNvPr id="7" name="S03-card14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8" name="S03-cardtext15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가위 약속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날은 몸 반대쪽,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건넬 때는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손잡이 쪽</a:t>
            </a:r>
            <a:endParaRPr lang="ko-KR" sz="3200" dirty="0"/>
          </a:p>
        </p:txBody>
      </p:sp>
      <p:sp>
        <p:nvSpPr>
          <p:cNvPr id="9" name="S03-card16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3-cardtext17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만드는 차례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→ 만들기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써 보고 고치기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가위 안전하게 쓰기</a:t>
            </a:r>
            <a:endParaRPr lang="ko-KR" sz="4400" dirty="0"/>
          </a:p>
        </p:txBody>
      </p:sp>
      <p:sp>
        <p:nvSpPr>
          <p:cNvPr id="3" name="S04-text1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 띠를 잘라 봐요.</a:t>
            </a:r>
            <a:endParaRPr lang="ko-KR" sz="3200" dirty="0"/>
          </a:p>
        </p:txBody>
      </p:sp>
      <p:sp>
        <p:nvSpPr>
          <p:cNvPr id="4" name="S04-card1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2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가위는 어른이 옆에 있을 때만 써요.</a:t>
            </a:r>
            <a:endParaRPr lang="ko-KR" sz="3200" dirty="0"/>
          </a:p>
        </p:txBody>
      </p:sp>
      <p:sp>
        <p:nvSpPr>
          <p:cNvPr id="6" name="S04-card21"/>
          <p:cNvSpPr/>
          <p:nvPr/>
        </p:nvSpPr>
        <p:spPr>
          <a:xfrm>
            <a:off x="6813652" y="2011680"/>
            <a:ext cx="4826660" cy="3108960"/>
          </a:xfrm>
          <a:prstGeom prst="roundRect">
            <a:avLst>
              <a:gd name="adj" fmla="val 352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4-cardtext22"/>
          <p:cNvSpPr txBox="1"/>
          <p:nvPr/>
        </p:nvSpPr>
        <p:spPr>
          <a:xfrm>
            <a:off x="7087972" y="2148840"/>
            <a:ext cx="42780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26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날이 몸 반대쪽</a:t>
            </a:r>
            <a:endParaRPr lang="ko-KR" sz="26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손잡이 쪽으로 건네요</a:t>
            </a:r>
            <a:endParaRPr lang="ko-KR" sz="26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앉아서 잘라요</a:t>
            </a:r>
            <a:endParaRPr lang="ko-KR" sz="26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다 쓰면 닫아 둬요</a:t>
            </a:r>
            <a:endParaRPr lang="ko-KR" sz="2600" dirty="0"/>
          </a:p>
        </p:txBody>
      </p:sp>
      <p:sp>
        <p:nvSpPr>
          <p:cNvPr id="8" name="S04-stepno23"/>
          <p:cNvSpPr txBox="1"/>
          <p:nvPr/>
        </p:nvSpPr>
        <p:spPr>
          <a:xfrm>
            <a:off x="548640" y="22219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9" name="S04-text24"/>
          <p:cNvSpPr txBox="1"/>
          <p:nvPr/>
        </p:nvSpPr>
        <p:spPr>
          <a:xfrm>
            <a:off x="1325880" y="222199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의자에 앉아서 써요.</a:t>
            </a:r>
            <a:endParaRPr lang="ko-KR" sz="3200" dirty="0"/>
          </a:p>
        </p:txBody>
      </p:sp>
      <p:sp>
        <p:nvSpPr>
          <p:cNvPr id="10" name="S04-stepno25"/>
          <p:cNvSpPr txBox="1"/>
          <p:nvPr/>
        </p:nvSpPr>
        <p:spPr>
          <a:xfrm>
            <a:off x="548640" y="29352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1" name="S04-text26"/>
          <p:cNvSpPr txBox="1"/>
          <p:nvPr/>
        </p:nvSpPr>
        <p:spPr>
          <a:xfrm>
            <a:off x="1325880" y="293522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날은 몸 반대쪽으로 해요.</a:t>
            </a:r>
            <a:endParaRPr lang="ko-KR" sz="3200" dirty="0"/>
          </a:p>
        </p:txBody>
      </p:sp>
      <p:sp>
        <p:nvSpPr>
          <p:cNvPr id="12" name="S04-stepno27"/>
          <p:cNvSpPr txBox="1"/>
          <p:nvPr/>
        </p:nvSpPr>
        <p:spPr>
          <a:xfrm>
            <a:off x="548640" y="36484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3" name="S04-text28"/>
          <p:cNvSpPr txBox="1"/>
          <p:nvPr/>
        </p:nvSpPr>
        <p:spPr>
          <a:xfrm>
            <a:off x="1325880" y="364845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선을 따라 천천히 잘라요.</a:t>
            </a:r>
            <a:endParaRPr lang="ko-KR" sz="3200" dirty="0"/>
          </a:p>
        </p:txBody>
      </p:sp>
      <p:sp>
        <p:nvSpPr>
          <p:cNvPr id="14" name="S04-stepno29"/>
          <p:cNvSpPr txBox="1"/>
          <p:nvPr/>
        </p:nvSpPr>
        <p:spPr>
          <a:xfrm>
            <a:off x="548640" y="43616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5" name="S04-text30"/>
          <p:cNvSpPr txBox="1"/>
          <p:nvPr/>
        </p:nvSpPr>
        <p:spPr>
          <a:xfrm>
            <a:off x="1325880" y="436168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건넬 때는 손잡이 쪽으로.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설계하고 만들기</a:t>
            </a:r>
            <a:endParaRPr lang="ko-KR" sz="4400" dirty="0"/>
          </a:p>
        </p:txBody>
      </p:sp>
      <p:sp>
        <p:nvSpPr>
          <p:cNvPr id="3" name="S05-text3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 물건을 만들어요.</a:t>
            </a:r>
            <a:endParaRPr lang="ko-KR" sz="3200" dirty="0"/>
          </a:p>
        </p:txBody>
      </p:sp>
      <p:sp>
        <p:nvSpPr>
          <p:cNvPr id="4" name="S05-card3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3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다 쓴 가위는 닫아서 제자리에 둬요.</a:t>
            </a:r>
            <a:endParaRPr lang="ko-KR" sz="3200" dirty="0"/>
          </a:p>
        </p:txBody>
      </p:sp>
      <p:sp>
        <p:nvSpPr>
          <p:cNvPr id="6" name="S05-card34"/>
          <p:cNvSpPr/>
          <p:nvPr/>
        </p:nvSpPr>
        <p:spPr>
          <a:xfrm>
            <a:off x="6813652" y="2011680"/>
            <a:ext cx="4826660" cy="3108960"/>
          </a:xfrm>
          <a:prstGeom prst="roundRect">
            <a:avLst>
              <a:gd name="adj" fmla="val 352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5-cardtext35"/>
          <p:cNvSpPr txBox="1"/>
          <p:nvPr/>
        </p:nvSpPr>
        <p:spPr>
          <a:xfrm>
            <a:off x="7087972" y="2148840"/>
            <a:ext cx="42780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26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설계 칸에 그렸어요</a:t>
            </a:r>
            <a:endParaRPr lang="ko-KR" sz="26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설계대로 만들었어요</a:t>
            </a:r>
            <a:endParaRPr lang="ko-KR" sz="26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직접 써 보았어요</a:t>
            </a:r>
            <a:endParaRPr lang="ko-KR" sz="26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가위 약속을 지켰어요</a:t>
            </a:r>
            <a:endParaRPr lang="ko-KR" sz="2600" dirty="0"/>
          </a:p>
        </p:txBody>
      </p:sp>
      <p:sp>
        <p:nvSpPr>
          <p:cNvPr id="8" name="S05-stepno36"/>
          <p:cNvSpPr txBox="1"/>
          <p:nvPr/>
        </p:nvSpPr>
        <p:spPr>
          <a:xfrm>
            <a:off x="548640" y="22219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9" name="S05-text37"/>
          <p:cNvSpPr txBox="1"/>
          <p:nvPr/>
        </p:nvSpPr>
        <p:spPr>
          <a:xfrm>
            <a:off x="1325880" y="222199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 물건을 정해요.</a:t>
            </a:r>
            <a:endParaRPr lang="ko-KR" sz="3200" dirty="0"/>
          </a:p>
        </p:txBody>
      </p:sp>
      <p:sp>
        <p:nvSpPr>
          <p:cNvPr id="10" name="S05-stepno38"/>
          <p:cNvSpPr txBox="1"/>
          <p:nvPr/>
        </p:nvSpPr>
        <p:spPr>
          <a:xfrm>
            <a:off x="548640" y="29352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1" name="S05-text39"/>
          <p:cNvSpPr txBox="1"/>
          <p:nvPr/>
        </p:nvSpPr>
        <p:spPr>
          <a:xfrm>
            <a:off x="1325880" y="293522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칸에 그려요.</a:t>
            </a:r>
            <a:endParaRPr lang="ko-KR" sz="3200" dirty="0"/>
          </a:p>
        </p:txBody>
      </p:sp>
      <p:sp>
        <p:nvSpPr>
          <p:cNvPr id="12" name="S05-stepno40"/>
          <p:cNvSpPr txBox="1"/>
          <p:nvPr/>
        </p:nvSpPr>
        <p:spPr>
          <a:xfrm>
            <a:off x="548640" y="36484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3" name="S05-text41"/>
          <p:cNvSpPr txBox="1"/>
          <p:nvPr/>
        </p:nvSpPr>
        <p:spPr>
          <a:xfrm>
            <a:off x="1325880" y="364845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재료를 골라 만들어요.</a:t>
            </a:r>
            <a:endParaRPr lang="ko-KR" sz="3200" dirty="0"/>
          </a:p>
        </p:txBody>
      </p:sp>
      <p:sp>
        <p:nvSpPr>
          <p:cNvPr id="14" name="S05-stepno42"/>
          <p:cNvSpPr txBox="1"/>
          <p:nvPr/>
        </p:nvSpPr>
        <p:spPr>
          <a:xfrm>
            <a:off x="548640" y="43616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5" name="S05-text43"/>
          <p:cNvSpPr txBox="1"/>
          <p:nvPr/>
        </p:nvSpPr>
        <p:spPr>
          <a:xfrm>
            <a:off x="1325880" y="436168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써 보고 고칠 점을 찾아요.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돌아보기</a:t>
            </a:r>
            <a:endParaRPr lang="ko-KR" sz="4400" dirty="0"/>
          </a:p>
        </p:txBody>
      </p:sp>
      <p:sp>
        <p:nvSpPr>
          <p:cNvPr id="3" name="S06-text4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만든 물건을 써 보고 말해요.</a:t>
            </a:r>
            <a:endParaRPr lang="ko-KR" sz="3200" dirty="0"/>
          </a:p>
        </p:txBody>
      </p:sp>
      <p:sp>
        <p:nvSpPr>
          <p:cNvPr id="4" name="S06-chip45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6-text46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가위를 건넬 때는 어떻게 해요?</a:t>
            </a:r>
            <a:endParaRPr lang="ko-KR" sz="3200" dirty="0"/>
          </a:p>
        </p:txBody>
      </p:sp>
      <p:sp>
        <p:nvSpPr>
          <p:cNvPr id="6" name="S06-chip47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06-text48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만든 물건은 어디에 쓰나요?</a:t>
            </a:r>
            <a:endParaRPr lang="ko-KR" sz="3200" dirty="0"/>
          </a:p>
        </p:txBody>
      </p:sp>
      <p:sp>
        <p:nvSpPr>
          <p:cNvPr id="8" name="S06-chip49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06-text50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만든다면 무엇을 고칠까요?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07-card51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07-cardtext52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 것을 생각해 설계하고, 가위 약속을 지키며 만들고, 써 보고 고쳐요.</a:t>
            </a:r>
            <a:endParaRPr lang="ko-KR" sz="3200" dirty="0"/>
          </a:p>
        </p:txBody>
      </p:sp>
      <p:sp>
        <p:nvSpPr>
          <p:cNvPr id="5" name="S07-chip53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날은 몸 반대쪽으로</a:t>
            </a:r>
            <a:endParaRPr lang="ko-KR" sz="2600" dirty="0"/>
          </a:p>
        </p:txBody>
      </p:sp>
      <p:sp>
        <p:nvSpPr>
          <p:cNvPr id="6" name="S07-chip54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가위 들고 돌아다니기</a:t>
            </a:r>
            <a:endParaRPr lang="ko-KR" sz="2600" dirty="0"/>
          </a:p>
        </p:txBody>
      </p:sp>
      <p:sp>
        <p:nvSpPr>
          <p:cNvPr id="7" name="S07-text55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07-text56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가위를 건넬 때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쪽으로?</a:t>
            </a:r>
            <a:endParaRPr lang="ko-KR" sz="2600" dirty="0"/>
          </a:p>
        </p:txBody>
      </p:sp>
      <p:sp>
        <p:nvSpPr>
          <p:cNvPr id="9" name="S07-text57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만들기의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차례는?</a:t>
            </a:r>
            <a:endParaRPr lang="ko-KR" sz="2600" dirty="0"/>
          </a:p>
        </p:txBody>
      </p:sp>
      <p:sp>
        <p:nvSpPr>
          <p:cNvPr id="10" name="S07-text58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만든 물건을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써 본 이야기</a:t>
            </a:r>
            <a:endParaRPr lang="ko-KR" sz="2600" dirty="0"/>
          </a:p>
        </p:txBody>
      </p:sp>
      <p:sp>
        <p:nvSpPr>
          <p:cNvPr id="11" name="S07-text59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시간 관리와 집안일 나누기(2학년)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접고 붙이기 연습</a:t>
            </a:r>
            <a:endParaRPr lang="ko-KR" sz="4400" dirty="0"/>
          </a:p>
        </p:txBody>
      </p:sp>
      <p:sp>
        <p:nvSpPr>
          <p:cNvPr id="3" name="S08-text6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종이로 천천히 해 봐요.</a:t>
            </a:r>
            <a:endParaRPr lang="ko-KR" sz="3200" dirty="0"/>
          </a:p>
        </p:txBody>
      </p:sp>
      <p:sp>
        <p:nvSpPr>
          <p:cNvPr id="4" name="S08-card6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6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가위가 어려우면 손으로 찢어도 돼요.</a:t>
            </a:r>
            <a:endParaRPr lang="ko-KR" sz="3200" dirty="0"/>
          </a:p>
        </p:txBody>
      </p:sp>
      <p:sp>
        <p:nvSpPr>
          <p:cNvPr id="6" name="S08-step63"/>
          <p:cNvSpPr txBox="1"/>
          <p:nvPr/>
        </p:nvSpPr>
        <p:spPr>
          <a:xfrm>
            <a:off x="548640" y="2834640"/>
            <a:ext cx="2464308" cy="1463040"/>
          </a:xfrm>
          <a:prstGeom prst="roundRect">
            <a:avLst>
              <a:gd name="adj" fmla="val 75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모서리를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맞춰요</a:t>
            </a:r>
            <a:endParaRPr lang="ko-KR" sz="2600" dirty="0"/>
          </a:p>
        </p:txBody>
      </p:sp>
      <p:sp>
        <p:nvSpPr>
          <p:cNvPr id="7" name="S08-line64"/>
          <p:cNvSpPr/>
          <p:nvPr/>
        </p:nvSpPr>
        <p:spPr>
          <a:xfrm>
            <a:off x="3067812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8" name="S08-step65"/>
          <p:cNvSpPr txBox="1"/>
          <p:nvPr/>
        </p:nvSpPr>
        <p:spPr>
          <a:xfrm>
            <a:off x="3424428" y="2834640"/>
            <a:ext cx="2464308" cy="1463040"/>
          </a:xfrm>
          <a:prstGeom prst="roundRect">
            <a:avLst>
              <a:gd name="adj" fmla="val 75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꾹 눌러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접어요</a:t>
            </a:r>
            <a:endParaRPr lang="ko-KR" sz="2600" dirty="0"/>
          </a:p>
        </p:txBody>
      </p:sp>
      <p:sp>
        <p:nvSpPr>
          <p:cNvPr id="9" name="S08-line66"/>
          <p:cNvSpPr/>
          <p:nvPr/>
        </p:nvSpPr>
        <p:spPr>
          <a:xfrm>
            <a:off x="5943600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08-step67"/>
          <p:cNvSpPr txBox="1"/>
          <p:nvPr/>
        </p:nvSpPr>
        <p:spPr>
          <a:xfrm>
            <a:off x="6300216" y="2834640"/>
            <a:ext cx="2464308" cy="1463040"/>
          </a:xfrm>
          <a:prstGeom prst="roundRect">
            <a:avLst>
              <a:gd name="adj" fmla="val 75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풀은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얇게</a:t>
            </a:r>
            <a:endParaRPr lang="ko-KR" sz="2600" dirty="0"/>
          </a:p>
        </p:txBody>
      </p:sp>
      <p:sp>
        <p:nvSpPr>
          <p:cNvPr id="11" name="S08-line68"/>
          <p:cNvSpPr/>
          <p:nvPr/>
        </p:nvSpPr>
        <p:spPr>
          <a:xfrm>
            <a:off x="8819388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2" name="S08-step69"/>
          <p:cNvSpPr txBox="1"/>
          <p:nvPr/>
        </p:nvSpPr>
        <p:spPr>
          <a:xfrm>
            <a:off x="9176004" y="2834640"/>
            <a:ext cx="2464308" cy="1463040"/>
          </a:xfrm>
          <a:prstGeom prst="roundRect">
            <a:avLst>
              <a:gd name="adj" fmla="val 75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꾹 눌러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붙여요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기술·가정 안전한 재료로 만들기</dc:title>
  <dc:subject>KR22-G01-TEC-MAKE-L01</dc:subject>
  <dc:creator>education-ppt</dc:creator>
  <cp:lastModifiedBy>education-ppt</cp:lastModifiedBy>
  <cp:revision>1</cp:revision>
  <dcterms:created xsi:type="dcterms:W3CDTF">2026-10-26T09:53:14Z</dcterms:created>
  <dcterms:modified xsi:type="dcterms:W3CDTF">2026-10-26T09:53:14Z</dcterms:modified>
</cp:coreProperties>
</file>