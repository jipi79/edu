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714eda7-05ac-2616-e69c-76971a80bbe1}">
          <p14:sldIdLst>
            <p14:sldId id="256"/>
            <p14:sldId id="257"/>
          </p14:sldIdLst>
        </p14:section>
        <p14:section name="개념" id="{2cb479c2-5e19-d4ad-8fe4-a491ca986315}">
          <p14:sldIdLst>
            <p14:sldId id="258"/>
          </p14:sldIdLst>
        </p14:section>
        <p14:section name="연습" id="{c10d06bc-10a6-2805-319f-41408c039af7}">
          <p14:sldIdLst>
            <p14:sldId id="259"/>
            <p14:sldId id="260"/>
          </p14:sldIdLst>
        </p14:section>
        <p14:section name="확인" id="{4b8f34ea-415d-ecd3-cd2b-d58a0a27589e}">
          <p14:sldIdLst>
            <p14:sldId id="261"/>
          </p14:sldIdLst>
        </p14:section>
        <p14:section name="정리" id="{a03604c1-c4dd-d1b1-b8c7-901e292ca836}">
          <p14:sldIdLst>
            <p14:sldId id="262"/>
          </p14:sldIdLst>
        </p14:section>
        <p14:section name="보충" id="{fde27fe8-5e47-92fb-6875-8a96de4036e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만들기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재료로 만들기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가위 약속을 지키며 자르고 붙여요.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설계하고, 만들고, 써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접고 붙여 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풀어 봐요.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반으로 접어요.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붙여요.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테이프를 떼어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 전에 알아요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어른과 함께, 앉아서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풀, 테이프,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휴지심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날은 몸 반대쪽,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 쪽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차례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→ 만들기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써 보고 고치기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안전하게 쓰기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띠를 잘라 봐요.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어른이 옆에 있을 때만 써요.</a:t>
            </a:r>
            <a:endParaRPr lang="ko-KR" sz="3200" dirty="0"/>
          </a:p>
        </p:txBody>
      </p:sp>
      <p:sp>
        <p:nvSpPr>
          <p:cNvPr id="6" name="S04-card2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날이 몸 반대쪽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앉아서 잘라요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닫아 둬요</a:t>
            </a:r>
            <a:endParaRPr lang="ko-KR" sz="2600" dirty="0"/>
          </a:p>
        </p:txBody>
      </p:sp>
      <p:sp>
        <p:nvSpPr>
          <p:cNvPr id="8" name="S04-stepno23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의자에 앉아서 써요.</a:t>
            </a:r>
            <a:endParaRPr lang="ko-KR" sz="3200" dirty="0"/>
          </a:p>
        </p:txBody>
      </p:sp>
      <p:sp>
        <p:nvSpPr>
          <p:cNvPr id="10" name="S04-stepno25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6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날은 몸 반대쪽으로 해요.</a:t>
            </a:r>
            <a:endParaRPr lang="ko-KR" sz="3200" dirty="0"/>
          </a:p>
        </p:txBody>
      </p:sp>
      <p:sp>
        <p:nvSpPr>
          <p:cNvPr id="12" name="S04-stepno27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8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따라 천천히 잘라요.</a:t>
            </a:r>
            <a:endParaRPr lang="ko-KR" sz="3200" dirty="0"/>
          </a:p>
        </p:txBody>
      </p:sp>
      <p:sp>
        <p:nvSpPr>
          <p:cNvPr id="14" name="S04-stepno29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0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때는 손잡이 쪽으로.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설계하고 만들기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 만들어요.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가위는 닫아서 제자리에 둬요.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설계 칸에 그렸어요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설계대로 만들었어요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직접 써 보았어요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가위 약속을 지켰어요</a:t>
            </a:r>
            <a:endParaRPr lang="ko-KR" sz="2600" dirty="0"/>
          </a:p>
        </p:txBody>
      </p:sp>
      <p:sp>
        <p:nvSpPr>
          <p:cNvPr id="8" name="S05-stepno3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 정해요.</a:t>
            </a:r>
            <a:endParaRPr lang="ko-KR" sz="3200" dirty="0"/>
          </a:p>
        </p:txBody>
      </p:sp>
      <p:sp>
        <p:nvSpPr>
          <p:cNvPr id="10" name="S05-stepno3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칸에 그려요.</a:t>
            </a:r>
            <a:endParaRPr lang="ko-KR" sz="3200" dirty="0"/>
          </a:p>
        </p:txBody>
      </p:sp>
      <p:sp>
        <p:nvSpPr>
          <p:cNvPr id="12" name="S05-stepno4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 만들어요.</a:t>
            </a:r>
            <a:endParaRPr lang="ko-KR" sz="3200" dirty="0"/>
          </a:p>
        </p:txBody>
      </p:sp>
      <p:sp>
        <p:nvSpPr>
          <p:cNvPr id="14" name="S05-stepno4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 보고 고칠 점을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물건을 써 보고 말해요.</a:t>
            </a:r>
            <a:endParaRPr lang="ko-KR" sz="3200" dirty="0"/>
          </a:p>
        </p:txBody>
      </p:sp>
      <p:sp>
        <p:nvSpPr>
          <p:cNvPr id="4" name="S06-chip4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6-text4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해요?</a:t>
            </a:r>
            <a:endParaRPr lang="ko-KR" sz="3200" dirty="0"/>
          </a:p>
        </p:txBody>
      </p:sp>
      <p:sp>
        <p:nvSpPr>
          <p:cNvPr id="6" name="S06-chip4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6-text4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물건은 어디에 쓰나요?</a:t>
            </a:r>
            <a:endParaRPr lang="ko-KR" sz="3200" dirty="0"/>
          </a:p>
        </p:txBody>
      </p:sp>
      <p:sp>
        <p:nvSpPr>
          <p:cNvPr id="8" name="S06-chip4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6-text5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만든다면 무엇을 고칠까요?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생각해 설계하고, 가위 약속을 지키며 만들고, 써 보고 고쳐요.</a:t>
            </a:r>
            <a:endParaRPr lang="ko-KR" sz="3200" dirty="0"/>
          </a:p>
        </p:txBody>
      </p:sp>
      <p:sp>
        <p:nvSpPr>
          <p:cNvPr id="5" name="S07-chip5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날은 몸 반대쪽으로</a:t>
            </a:r>
            <a:endParaRPr lang="ko-KR" sz="2600" dirty="0"/>
          </a:p>
        </p:txBody>
      </p:sp>
      <p:sp>
        <p:nvSpPr>
          <p:cNvPr id="6" name="S07-chip5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돌아다니기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만들기의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600" dirty="0"/>
          </a:p>
        </p:txBody>
      </p:sp>
      <p:sp>
        <p:nvSpPr>
          <p:cNvPr id="10" name="S07-text5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만든 물건을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 본 이야기</a:t>
            </a:r>
            <a:endParaRPr lang="ko-KR" sz="2600" dirty="0"/>
          </a:p>
        </p:txBody>
      </p:sp>
      <p:sp>
        <p:nvSpPr>
          <p:cNvPr id="11" name="S07-text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시간 관리와 집안일 나누기(2학년)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접고 붙이기 연습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종이로 천천히 해 봐요.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가위가 어려우면 손으로 찢어도 돼요.</a:t>
            </a:r>
            <a:endParaRPr lang="ko-KR" sz="3200" dirty="0"/>
          </a:p>
        </p:txBody>
      </p:sp>
      <p:sp>
        <p:nvSpPr>
          <p:cNvPr id="6" name="S08-step63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맞춰요</a:t>
            </a:r>
            <a:endParaRPr lang="ko-KR" sz="2600" dirty="0"/>
          </a:p>
        </p:txBody>
      </p:sp>
      <p:sp>
        <p:nvSpPr>
          <p:cNvPr id="7" name="S08-line64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5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2600" dirty="0"/>
          </a:p>
        </p:txBody>
      </p:sp>
      <p:sp>
        <p:nvSpPr>
          <p:cNvPr id="9" name="S08-line66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7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얇게</a:t>
            </a:r>
            <a:endParaRPr lang="ko-KR" sz="2600" dirty="0"/>
          </a:p>
        </p:txBody>
      </p:sp>
      <p:sp>
        <p:nvSpPr>
          <p:cNvPr id="11" name="S08-line68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9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기술·가정 안전한 재료로 만들기</dc:title>
  <dc:subject>KR22-G01-TEC-MAKE-L01</dc:subject>
  <dc:creator>education-ppt</dc:creator>
  <cp:lastModifiedBy>education-ppt</cp:lastModifiedBy>
  <cp:revision>1</cp:revision>
  <dcterms:created xsi:type="dcterms:W3CDTF">2026-10-26T10:01:42Z</dcterms:created>
  <dcterms:modified xsi:type="dcterms:W3CDTF">2026-10-26T10:01:42Z</dcterms:modified>
</cp:coreProperties>
</file>