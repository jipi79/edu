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5650014-59e4-5782-a5b2-af80aec240a1}">
          <p14:sldIdLst>
            <p14:sldId id="256"/>
            <p14:sldId id="257"/>
          </p14:sldIdLst>
        </p14:section>
        <p14:section name="개념" id="{79b0f80c-855a-d11a-e3ac-d08615a68474}">
          <p14:sldIdLst>
            <p14:sldId id="258"/>
          </p14:sldIdLst>
        </p14:section>
        <p14:section name="연습" id="{f2f53ec5-6f66-8355-6598-89c9626d7a22}">
          <p14:sldIdLst>
            <p14:sldId id="259"/>
            <p14:sldId id="260"/>
          </p14:sldIdLst>
        </p14:section>
        <p14:section name="확인" id="{4964d989-fec1-7f98-77f4-0e676b4fe157}">
          <p14:sldIdLst>
            <p14:sldId id="261"/>
          </p14:sldIdLst>
        </p14:section>
        <p14:section name="정리" id="{2d806ef5-4a25-7592-f775-01417f0e5758}">
          <p14:sldIdLst>
            <p14:sldId id="262"/>
          </p14:sldIdLst>
        </p14:section>
        <p14:section name="보충" id="{8ab8b7ee-eb80-dab5-06b8-c817577e402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알리고, 생활에서 필요한 물건을 떠올리게 합니다.
시간: 약 2분
이렇게 말해 보세요
- “집에서 ‘이런 게 있으면 좋겠다’ 하고 생각한 적 있어? 오늘은 종이로 우리에게 필요한 물건을 직접 만들어 볼 거야.”
예상 답
- “장난감이요.” / “필통이요.” / “몰라요.”
주의
- 이 차시는 화면보다 실제로 만드는 활동이 중심입니다. 수업 전에 종이, 풀, 테이프, 어린이용 가위, 휴지심을 준비하고 책상 위를 넓게 비워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확인(접기·풀칠·테이프)]
목적: 만들기에 필요한 접기·풀칠·테이프 붙이기를 할 수 있는지 확인합니다. 이 차시는 계획상 앞 차시가 없으므로 유치원과 집에서 해 온 종이 놀이를 확인합니다.
시간: 약 3분
이렇게 말해 보세요
- “만들기 전에 손을 풀어 보자. ①처럼 종이를 반으로 접어 볼래? 모서리를 맞춰서.”
- “②는 풀을 얇게 펴 발라서 붙이고, ③은 테이프를 조금 떼어 붙여 봐.”
정답
- ① 모서리를 맞춰 접고 꾹 누릅니다. ② 풀을 얇게 펴 바르고 눌러 붙입니다. ③ 손가락 길이쯤 떼어 붙입니다. 세 가지를 비슷하게 하면 통과입니다.
막히면
- 모서리 맞추기가 어려우면 부모가 모서리를 잡아 주고 아이는 꾹 누르기만 합니다.
- 세 가지 가운데 두 가지 이상이 어려우면 S08(보충)을 먼저 합니다.
주의
- 풀을 많이 바르면 종이가 젖어 잘 붙지 않습니다(M4).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안전한 재료, 가위 약속, 만드는 차례]
목적: 오늘 쓰는 안전한 재료, 가위 약속, 만드는 차례를 알려 줍니다(목표 A·B, 오해 M1).
시간: 약 4분
이렇게 말해 보세요
- “오늘은 종이, 풀, 테이프로 우리에게 필요한 물건을 만들 거야. 이 재료들은 다칠 걱정이 적어.”
- “가위는 날이 날카로워서 약속이 있어. 자를 때 날은 몸 반대쪽, 건넬 때는 손잡이 쪽. 같이 말해 볼까?”
- “만들 때는 먼저 설계를 해. 설계는 무엇을 어떻게 만들지 미리 그려 보는 거야. 다 만들면 써 보고, 불편한 점을 고쳐.”
예상 답
- “날은 몸 반대쪽, 손잡이 쪽!”
막히면
- 가위 약속을 손동작과 함께 세 번 따라 말하게 합니다.
주의
- 끝이 둥근 어린이용 가위를 쓰고, 가위는 부모가 보관했다가 쓸 때만 꺼내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가위 안전하게 쓰기(시범 후 함께)]
목적: 가위 약속을 지키며 종이 띠를 잘라 봅니다(목표 A, 오해 M1). 자른 종이 띠는 S05에서 책갈피 재료로 쓸 수 있습니다.
시간: 약 6분
이렇게 말해 보세요
- “엄마(아빠)가 먼저 해 볼게. 의자에 앉아서, 가위 날은 몸 반대쪽으로, 종이를 잡은 손은 날에서 멀리.”
- “이제 네 차례야. 이 선을 따라 천천히 잘라 볼까?” (두꺼운 종이에 손가락 두 개 너비로 선을 그어 줍니다.)
- “다 잘랐으면 엄마에게 가위를 건네줘. 어느 쪽을 내밀어야 할까?”
예상 답
- 아이가 날을 몸 반대쪽으로 하고 선을 따라 자른 뒤, 날을 닫아 손잡이 쪽을 내밉니다.
정답
- 관찰 기준 네 가지 가운데 세 가지 이상이면 잘한 것입니다. 건네기는 날을 닫아 손으로 감싸 쥐고 손잡이 쪽을 상대에게 내밀면 맞습니다.
막히면
- 가위질이 서툴면 선을 굵게 그리고 짧은 선(손가락 길이)부터 자릅니다.
- 계속 어려우면 오늘은 손으로 찢는 방법(S08 보충)으로 바꾸고, 가위는 다음에 다시 연습합니다.
주의
- 종이를 잡은 손가락이 날 앞에 오지 않는지 봅니다. 가위를 들고 일어나면 바로 멈추게 하고, 쓰지 않을 때는 날을 닫아 둡니다.
- 아이가 지치면 여기서 쉬고, 다음 날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설계하고 만들기]
목적: 필요한 물건을 하나 정해 설계 칸에 그린 뒤, 설계대로 만들고 직접 써 봅니다(목표 B, 오해 M2). 만드는 동안 가위 약속을 지키는지도 관찰합니다(목표 A). 활동지 2·3을 씁니다.
시간: 약 17분
이렇게 말해 보세요
- “요즘 불편한 게 있어? 책을 어디까지 읽었는지 잊어버리거나, 연필이 굴러다니지 않아?”
- “그럼 무엇을 만들면 좋을까? 만들기 전에 설계 칸에 먼저 그려 보자. 어떤 재료가 필요해?”
- “설계대로 만들어 볼까? 다 만들면 직접 써 보자.”
예상 답
- “책갈피요. 어디까지 읽었는지 몰라요.” / “연필꽂이요. 연필이 자꾸 굴러가요.”
정답
- 관찰 기준 네 가지 가운데 세 가지 이상이면 잘한 것입니다. 무엇을 만들었는지, 얼마나 예쁜지는 보지 않습니다.
막히면
- 무엇을 만들지 못 정하면 책갈피를 권합니다: 두꺼운 종이를 손가락 두 개 너비로 자르고(S04의 종이 띠), 그림을 그린 뒤 끝에 색종이 리본을 붙입니다.
- 연필꽂이는 휴지심 아래에 두꺼운 종이를 테이프로 붙여 바닥을 막고, 겉에 색종이를 둘러 붙입니다.
주의
- 부모가 대신 만들지 않습니다. 비뚤어도 아이가 설계한 대로 만들게 하고, 다 만든 뒤 써 보며 고칠 점을 스스로 찾게 합니다(M3).
- 오래 걸리면 여기서 쉬고 다음 날 마저 만든 뒤 S06을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돌아보기(가위 건네기, 써 본 결과, 고칠 점)]
목적: 가위 건네기를 말과 동작으로 바르게 하는지, 만든 물건을 써 본 결과와 고칠 점을 말하는지 확인합니다(목표 A·B, 오해 M3).
시간: 약 5분
이렇게 말해 보세요
- “①은 말로 하고, 엄마(아빠)에게 직접 건네줘 볼래?”
- “네가 만든 물건을 써 보니까 어때? 잘 된 점은? 불편한 점은?”
- “다시 만든다면 무엇을 바꾸고 싶어?”
정답
- ① 날을 닫아 손으로 감싸 쥐고 손잡이 쪽을 상대에게 내밀어요(말과 동작이 맞으면 정답).
- ② 예: 책갈피 – 읽던 쪽에 끼워 둬요. / 연필꽂이 – 책상 위에 연필을 꽂아 둬요.
- ③ 예: 종이가 얇아서 구겨져요 → 두꺼운 종이로 만들래요. / 연필꽂이가 넘어져요 → 바닥을 넓게 붙일래요.
- 판단 기준: ①을 바르게 하고 S04·S05 동안 가위 약속을 지켰으면 목표 A, 써 본 결과를 바탕으로 잘된 점이나 고칠 점을 한 가지 말하면 목표 B 확인 완료입니다. 고칠 점이 ‘없어요’라면 잘된 점을 까닭과 함께 말해도 됩니다.
막히면
- 고칠 점을 찾지 못하면 “책에 끼웠다 뺄 때 어땠어?”, “연필을 다섯 개 꽂으면 어떻게 될까?”처럼 직접 써 보게 하고 다시 묻습니다.
주의
- 고칠 점은 실패가 아니라 더 좋게 만드는 생각이라고 말해 주고 칭찬합니다. 고칠 점은 활동지 4에 적어 두고, 다음에 고쳐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복습]
목적: 핵심을 한 문장으로 정리하고 다음 수업 첫 5분에 할 복습을 알려 줍니다.
시간: 약 3분
이렇게 말해 보세요
- “오늘 무엇을 만들었고, 어떤 차례로 만들었는지 말해 볼래?”
예상 답
- “책갈피를 만들었어요. 먼저 그리고, 자르고 붙이고, 책에 끼워 봤어요.”
정답
- ① 날을 닫아 쥐고 손잡이 쪽으로 ② 설계 → 만들기 → 써 보고 고치기 ③ 며칠 동안 써 보니 어땠는지(잘된 점, 불편한 점) 말하면 맞음
주의
- 만든 물건을 며칠 동안 실제로 쓰게 하고, 다음 수업에서 써 본 이야기를 나눕니다. 가위는 부모가 다시 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보충(접고 붙이기, 손으로 찢기)]
목적: S02에서 접기·풀칠이 어렵거나 S04에서 가위질이 많이 서툴면, 큰 종이로 접고 붙이기를 천천히 연습하고 손으로 찢는 방법을 익힙니다.
시간: 약 5분
이렇게 말해 보세요
- “큰 종이로 해 보자. 모서리끼리 맞추고, 손바닥으로 꾹 눌러 접어.”
- “풀은 종이 끝에만 얇게. 붙이고 나서 하나, 둘, 셋 셀 동안 꾹 눌러.”
- “가위 대신 손으로 찢어 볼까? 엄지와 검지로 종이를 잡고 조금씩 찢어.”
정답
- 모서리를 거의 맞춰 접고, 풀을 얇게 발라 떨어지지 않게 붙이면 통과입니다. 손으로 찢은 종이 띠로도 책갈피를 만들 수 있습니다.
막히면
- 부모가 아이의 손 위에 손을 얹고 함께 접은 뒤, 다음에는 혼자 해 보게 합니다.
- 이 차시는 계획상 앞 차시가 없습니다. 손으로 접고 붙이기를 계속 어려워하면 미술 놀이(종이 찢어 붙이기, 점토 주무르기)로 손 힘과 손놀림을 자주 연습합니다.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만들기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안전한 재료로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안전한 재료로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기술·가정 · 안전한 재료로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재료로 만들기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만들어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가위 약속을 지키며 자르고 붙여요.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설계하고, 만들고, 써 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접고 붙여 봐요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풀어 봐요.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반으로 접어요.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풀을 얇게 발라 붙여요.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테이프를 떼어 붙여요.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 전에 알아요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가위는 어른과 함께, 앉아서 써요.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재료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종이, 풀, 테이프,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휴지심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 약속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날은 몸 반대쪽,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건넬 때는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 쪽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차례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→ 만들기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써 보고 고치기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 안전하게 쓰기</a:t>
            </a:r>
            <a:endParaRPr lang="ko-KR" sz="44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띠를 잘라 봐요.</a:t>
            </a:r>
            <a:endParaRPr lang="ko-KR" sz="3200" dirty="0"/>
          </a:p>
        </p:txBody>
      </p:sp>
      <p:sp>
        <p:nvSpPr>
          <p:cNvPr id="4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가위는 어른이 옆에 있을 때만 써요.</a:t>
            </a:r>
            <a:endParaRPr lang="ko-KR" sz="3200" dirty="0"/>
          </a:p>
        </p:txBody>
      </p:sp>
      <p:sp>
        <p:nvSpPr>
          <p:cNvPr id="6" name="S04-card2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날이 몸 반대쪽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손잡이 쪽으로 건네요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앉아서 잘라요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 쓰면 닫아 둬요</a:t>
            </a:r>
            <a:endParaRPr lang="ko-KR" sz="2600" dirty="0"/>
          </a:p>
        </p:txBody>
      </p:sp>
      <p:sp>
        <p:nvSpPr>
          <p:cNvPr id="8" name="S04-stepno23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4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의자에 앉아서 써요.</a:t>
            </a:r>
            <a:endParaRPr lang="ko-KR" sz="3200" dirty="0"/>
          </a:p>
        </p:txBody>
      </p:sp>
      <p:sp>
        <p:nvSpPr>
          <p:cNvPr id="10" name="S04-stepno25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26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날은 몸 반대쪽으로 해요.</a:t>
            </a:r>
            <a:endParaRPr lang="ko-KR" sz="3200" dirty="0"/>
          </a:p>
        </p:txBody>
      </p:sp>
      <p:sp>
        <p:nvSpPr>
          <p:cNvPr id="12" name="S04-stepno27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28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따라 천천히 잘라요.</a:t>
            </a:r>
            <a:endParaRPr lang="ko-KR" sz="3200" dirty="0"/>
          </a:p>
        </p:txBody>
      </p:sp>
      <p:sp>
        <p:nvSpPr>
          <p:cNvPr id="14" name="S04-stepno29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0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건넬 때는 손잡이 쪽으로.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설계하고 만들기</a:t>
            </a:r>
            <a:endParaRPr lang="ko-KR" sz="44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 만들어요.</a:t>
            </a:r>
            <a:endParaRPr lang="ko-KR" sz="3200" dirty="0"/>
          </a:p>
        </p:txBody>
      </p:sp>
      <p:sp>
        <p:nvSpPr>
          <p:cNvPr id="4" name="S05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다 쓴 가위는 닫아서 제자리에 둬요.</a:t>
            </a:r>
            <a:endParaRPr lang="ko-KR" sz="3200" dirty="0"/>
          </a:p>
        </p:txBody>
      </p:sp>
      <p:sp>
        <p:nvSpPr>
          <p:cNvPr id="6" name="S05-card3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설계 칸에 그렸어요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설계대로 만들었어요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직접 써 보았어요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가위 약속을 지켰어요</a:t>
            </a:r>
            <a:endParaRPr lang="ko-KR" sz="2600" dirty="0"/>
          </a:p>
        </p:txBody>
      </p:sp>
      <p:sp>
        <p:nvSpPr>
          <p:cNvPr id="8" name="S05-stepno3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7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 정해요.</a:t>
            </a:r>
            <a:endParaRPr lang="ko-KR" sz="3200" dirty="0"/>
          </a:p>
        </p:txBody>
      </p:sp>
      <p:sp>
        <p:nvSpPr>
          <p:cNvPr id="10" name="S05-stepno3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39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칸에 그려요.</a:t>
            </a:r>
            <a:endParaRPr lang="ko-KR" sz="3200" dirty="0"/>
          </a:p>
        </p:txBody>
      </p:sp>
      <p:sp>
        <p:nvSpPr>
          <p:cNvPr id="12" name="S05-stepno4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1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골라 만들어요.</a:t>
            </a:r>
            <a:endParaRPr lang="ko-KR" sz="3200" dirty="0"/>
          </a:p>
        </p:txBody>
      </p:sp>
      <p:sp>
        <p:nvSpPr>
          <p:cNvPr id="14" name="S05-stepno4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43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 보고 고칠 점을 찾아요.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4400" dirty="0"/>
          </a:p>
        </p:txBody>
      </p:sp>
      <p:sp>
        <p:nvSpPr>
          <p:cNvPr id="3" name="S06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물건을 써 보고 말해요.</a:t>
            </a:r>
            <a:endParaRPr lang="ko-KR" sz="3200" dirty="0"/>
          </a:p>
        </p:txBody>
      </p:sp>
      <p:sp>
        <p:nvSpPr>
          <p:cNvPr id="4" name="S06-chip4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6-text4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건넬 때는 어떻게 해요?</a:t>
            </a:r>
            <a:endParaRPr lang="ko-KR" sz="3200" dirty="0"/>
          </a:p>
        </p:txBody>
      </p:sp>
      <p:sp>
        <p:nvSpPr>
          <p:cNvPr id="6" name="S06-chip4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6-text4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물건은 어디에 쓰나요?</a:t>
            </a:r>
            <a:endParaRPr lang="ko-KR" sz="3200" dirty="0"/>
          </a:p>
        </p:txBody>
      </p:sp>
      <p:sp>
        <p:nvSpPr>
          <p:cNvPr id="8" name="S06-chip4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6-text5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만든다면 무엇을 고칠까요?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생각해 설계하고, 가위 약속을 지키며 만들고, 써 보고 고쳐요.</a:t>
            </a:r>
            <a:endParaRPr lang="ko-KR" sz="3200" dirty="0"/>
          </a:p>
        </p:txBody>
      </p:sp>
      <p:sp>
        <p:nvSpPr>
          <p:cNvPr id="5" name="S07-chip5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날은 몸 반대쪽으로</a:t>
            </a:r>
            <a:endParaRPr lang="ko-KR" sz="2600" dirty="0"/>
          </a:p>
        </p:txBody>
      </p:sp>
      <p:sp>
        <p:nvSpPr>
          <p:cNvPr id="6" name="S07-chip5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가위 들고 돌아다니기</a:t>
            </a:r>
            <a:endParaRPr lang="ko-KR" sz="2600" dirty="0"/>
          </a:p>
        </p:txBody>
      </p:sp>
      <p:sp>
        <p:nvSpPr>
          <p:cNvPr id="7" name="S07-text5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가위를 건넬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쪽으로?</a:t>
            </a:r>
            <a:endParaRPr lang="ko-KR" sz="2600" dirty="0"/>
          </a:p>
        </p:txBody>
      </p:sp>
      <p:sp>
        <p:nvSpPr>
          <p:cNvPr id="9" name="S07-text5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만들기의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차례는?</a:t>
            </a:r>
            <a:endParaRPr lang="ko-KR" sz="2600" dirty="0"/>
          </a:p>
        </p:txBody>
      </p:sp>
      <p:sp>
        <p:nvSpPr>
          <p:cNvPr id="10" name="S07-text5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만든 물건을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 본 이야기</a:t>
            </a:r>
            <a:endParaRPr lang="ko-KR" sz="2600" dirty="0"/>
          </a:p>
        </p:txBody>
      </p:sp>
      <p:sp>
        <p:nvSpPr>
          <p:cNvPr id="11" name="S07-text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시간 관리와 집안일 나누기(2학년)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접고 붙이기 연습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종이로 천천히 해 봐요.</a:t>
            </a:r>
            <a:endParaRPr lang="ko-KR" sz="32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가위가 어려우면 손으로 찢어도 돼요.</a:t>
            </a:r>
            <a:endParaRPr lang="ko-KR" sz="3200" dirty="0"/>
          </a:p>
        </p:txBody>
      </p:sp>
      <p:sp>
        <p:nvSpPr>
          <p:cNvPr id="6" name="S08-step63"/>
          <p:cNvSpPr txBox="1"/>
          <p:nvPr/>
        </p:nvSpPr>
        <p:spPr>
          <a:xfrm>
            <a:off x="548640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</a:t>
            </a:r>
            <a:endParaRPr lang="ko-KR" sz="2600" dirty="0"/>
          </a:p>
        </p:txBody>
      </p:sp>
      <p:sp>
        <p:nvSpPr>
          <p:cNvPr id="7" name="S08-line64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5"/>
          <p:cNvSpPr txBox="1"/>
          <p:nvPr/>
        </p:nvSpPr>
        <p:spPr>
          <a:xfrm>
            <a:off x="3424428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눌러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접어요</a:t>
            </a:r>
            <a:endParaRPr lang="ko-KR" sz="2600" dirty="0"/>
          </a:p>
        </p:txBody>
      </p:sp>
      <p:sp>
        <p:nvSpPr>
          <p:cNvPr id="9" name="S08-line66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67"/>
          <p:cNvSpPr txBox="1"/>
          <p:nvPr/>
        </p:nvSpPr>
        <p:spPr>
          <a:xfrm>
            <a:off x="6300216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얇게</a:t>
            </a:r>
            <a:endParaRPr lang="ko-KR" sz="2600" dirty="0"/>
          </a:p>
        </p:txBody>
      </p:sp>
      <p:sp>
        <p:nvSpPr>
          <p:cNvPr id="11" name="S08-line68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69"/>
          <p:cNvSpPr txBox="1"/>
          <p:nvPr/>
        </p:nvSpPr>
        <p:spPr>
          <a:xfrm>
            <a:off x="9176004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눌러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기술·가정 안전한 재료로 만들기</dc:title>
  <dc:subject>KR22-G01-TEC-MAKE-L01</dc:subject>
  <dc:creator>education-ppt</dc:creator>
  <cp:lastModifiedBy>education-ppt</cp:lastModifiedBy>
  <cp:revision>1</cp:revision>
  <dcterms:created xsi:type="dcterms:W3CDTF">2026-10-26T10:01:42Z</dcterms:created>
  <dcterms:modified xsi:type="dcterms:W3CDTF">2026-10-26T10:01:42Z</dcterms:modified>
</cp:coreProperties>
</file>