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d0b92c3-29b1-f395-46c3-566965245077}">
          <p14:sldIdLst>
            <p14:sldId id="256"/>
            <p14:sldId id="257"/>
          </p14:sldIdLst>
        </p14:section>
        <p14:section name="개념" id="{9771a045-9b7b-dd03-3433-a331bd72c47c}">
          <p14:sldIdLst>
            <p14:sldId id="258"/>
          </p14:sldIdLst>
        </p14:section>
        <p14:section name="연습" id="{2afa4c23-5687-2f26-ed23-d5f4f2ab16e8}">
          <p14:sldIdLst>
            <p14:sldId id="259"/>
            <p14:sldId id="260"/>
          </p14:sldIdLst>
        </p14:section>
        <p14:section name="확인" id="{36b138b4-6e35-f661-735f-428493f5d5fc}">
          <p14:sldIdLst>
            <p14:sldId id="261"/>
          </p14:sldIdLst>
        </p14:section>
        <p14:section name="정리" id="{e86fb9dc-e4cc-d531-9ffc-d192b28a9a77}">
          <p14:sldIdLst>
            <p14:sldId id="262"/>
          </p14:sldIdLst>
        </p14:section>
        <p14:section name="보충" id="{5a9889bf-4b2c-f1b8-2a69-87de249fe5b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알리고, 내 물건을 누가 챙기는지 생각해 보게 합니다.
시간: 약 2분
이렇게 말해 보세요
- “아침에 학교 갈 때 준비물은 누가 챙겨? 오늘은 내 물건을 내가 챙기고 정리하는 방법, 그리고 가족과 함께하는 집안일을 직접 해 볼 거야.”
예상 답
- “엄마가요.” / “제가요.”
주의
- 이 차시는 화면보다 실제로 해 보는 활동이 중심입니다. 수업 전에 아이의 가방, 필통, 내일 준비물 안내, 수저, 작은 수건을 준비해 둡니다. 저녁 먹기 전에 하면 수저 놓기를 실제로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확인(물건의 제자리)]
목적: 물건마다 두는 곳(제자리)이 있다는 것을 아는지 확인합니다. 이 차시는 계획상 앞 차시가 없으므로 유치원과 집에서 해 온 ‘정리하기’를 확인합니다.
시간: 약 3분
이렇게 말해 보세요
- “①의 다 쓴 연필은 어디에 두면 좋을까? 신발은? 책은?”
정답
- ① 필통 ② 신발장(현관) ③ 책꽂이 (집에서 정한 곳을 말하면 맞음)
막히면
- “연필은 처음에 어디에서 꺼냈지?”처럼 꺼낸 곳을 떠올리게 합니다.
- 제자리를 거의 말하지 못하면 S08(보충)을 먼저 합니다.
주의
- 집마다 제자리가 다릅니다. 집에서 정한 곳을 말하면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제자리·준비물·집안일을 하는 까닭]
목적: 제자리 정리, 준비물 챙기기, 집안일 함께하기가 왜 필요한지 알려 줍니다(목표 A·B, 오해 M1).
시간: 약 4분
이렇게 말해 보세요
- “물건을 제자리에 두면 무엇이 좋을까? 아침에 준비물을 찾느라 바쁘면 어떻게 될까?”
- “우리 집은 가족 모두가 함께 쓰는 곳이야. 그래서 집안일도 함께하면 좋아. 너도 우리 가족이니까.”
예상 답
- “찾기 쉬워요.” “늦어요.” “엄마가 덜 힘들어요.”
막히면
- “네 장난감이 없어져서 한참 찾은 적 있어?”처럼 아이의 경험을 묻습니다.
주의
- ‘엄마를 도와준다’보다 ‘가족이 함께한다’는 말을 씁니다. 집안일은 가족 모두의 일이라는 것을 느끼게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가방 챙기기와 제자리 정리(도움 받아)]
목적: 준비물 목록을 보며 하나씩 챙기고 ✔ 하는 방법과, 쓴 물건을 제자리에 두는 방법을 함께 해 봅니다(목표 A, 오해 M1·M2·M3). 활동지 1의 체크리스트를 씁니다.
시간: 약 10분
이렇게 말해 보세요
- “엄마(아빠)가 내일 준비물을 활동지에 써 줄게. 하나씩 읽으면 네가 찾아서 가방에 넣고 ✔ 해.”
- “다 넣었으면 목록을 처음부터 다시 볼까? 빠진 건 없어?”
- “이제 책상 위에 있는 물건을 제자리에 둬 볼까? 연필은 어디로 가야 할까?”
예상 답
- 아이가 하나 넣을 때마다 ✔ 하고, 마지막에 목록을 다시 확인합니다.
정답
- 관찰 기준 네 가지를 지키면 잘한 것입니다. 오늘은 부모가 목록을 읽어 주어도 됩니다.
막히면
- 한꺼번에 챙기다 빠뜨리면(M2) “하나 넣고 ✔, 하나 넣고 ✔” 하고 함께 말합니다.
- 글을 읽기 어려우면 목록 옆에 작은 그림(책, 연필, 물통)을 함께 그려 줍니다.
주의
- 가방은 아이가 직접 쌉니다. 부모는 목록을 읽고 기다려 줍니다. 활동지 1의 체크리스트는 복사해 날마다 쓸 수 있습니다.
- 아이가 지치면 여기서 쉬고, 다음 날 S05(집안일)부터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수저 놓기와 수건 개기(시범 후 함께)]
목적: 수저 놓기와 수건 개기를 부모의 시범을 본 뒤 순서대로 끝까지 해 봅니다(목표 B, 오해 M4).
시간: 약 10분
이렇게 말해 보세요
- “먼저 엄마(아빠)가 해 볼게. 우리 식구는 몇 명이지? 숟가락과 젓가락을 몇 벌 꺼내야 할까?”
- “수건은 이렇게 펼쳐서 반으로 접고, 또 반으로 접어. 모서리를 맞추면 반듯해져.”
- “이제 네 차례야. 다 하고 나면 ‘다 했어요!’ 하고 알려 줘.”
예상 답
- “우리 식구는 네 명이니까 네 벌이요.”
정답
- 식구 수만큼 수저를 자리마다 한 벌씩 놓고, 수건을 모서리를 맞춰 접어 쌓으면 잘한 것입니다. 숟가락과 젓가락을 놓는 자리는 집에서 하는 방법을 따릅니다.
막히면
- 식구 수를 세기 어려우면 의자마다 수저를 한 벌씩 놓게 합니다(하나에 하나씩 짝짓기).
- 수건이 크면 작은 손수건으로 먼저 연습합니다.
주의
- 모양이 조금 비뚤어도 끝까지 했으면 먼저 칭찬하고, 다시 접어 주지 않습니다. 수건 대신 양말 짝 맞추기를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혼자 해 보기(관찰 기준으로 확인)]
목적: 도움 없이 준비물 챙기기·제자리 정리·집안일 하나를 하는지 관찰 기준으로 확인합니다(목표 A·B). 오늘 저녁이나 다음 날 아침에 해도 됩니다.
시간: 약 8분
이렇게 말해 보세요
- “이번에는 엄마(아빠)가 도와주지 않을게. 내일 준비물 목록을 보고 혼자 챙겨 볼래?”
- “집안일은 수저 놓기와 수건 개기 중에 하나를 골라서 끝까지 해 봐.”
- “집안일을 가족이 함께하면 왜 좋을까?”
예상 답
- “가족이 같이 사는 집이니까요.” “엄마 아빠가 덜 힘들어요.” “나도 할 수 있으니까요.”
정답
- 관찰 기준 네 가지 가운데 세 가지 이상이면 목표 A·B 확인 완료입니다. 까닭은 ‘가족이 함께 사는 집이니까’, ‘가족이 덜 힘드니까’처럼 가족과 관련된 것이면 맞습니다.
막히면
- 준비물을 빠뜨리면 바로 알려 주지 않고 “목록을 한 번 더 볼까?”라고만 말합니다. 그래도 찾지 못하면 기록표에 ‘도움’으로 표시합니다.
주의
- 활동지 4의 실천 기록표에 오늘부터 며칠 동안 한 일을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복습]
목적: 핵심을 한 문장으로 정리하고 다음 수업 첫 5분에 할 복습을 알려 줍니다.
시간: 약 3분
이렇게 말해 보세요
- “오늘 배운 것을 한 문장으로 말해 볼래?”
예상 답
- “내 물건은 내가 챙기고, 집안일은 같이 해요.”
정답
- ① 필통(집에서 정한 제자리) ② 펼치기 → 반으로 접기 → 또 반으로 접기 → 모서리 맞춰 쌓기 ③ 기록표를 보며 한 일과 그때 기분을 말하면 맞음
주의
- 실천 기록표는 다음 수업 전까지 날마다 함께 표시합니다. 못 한 날은 나무라지 않고 ‘내일 다시 해 보자’라고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보충(같은 것끼리 모아 제자리 정하기)]
목적: S02에서 물건의 제자리를 말하기 어려우면, 같은 종류끼리 모으는 놀이로 정리의 기초를 익힙니다(오해 M3).
시간: 약 5분
이렇게 말해 보세요
- “바구니 세 개를 놓고, 블록·크레파스·책을 같은 것끼리 모아 볼까?”
- “다 모았으면 바구니마다 어디에 둘지 정하자. 그곳이 제자리야.”
정답
- 같은 종류끼리 모으고 바구니마다 둘 곳을 말하면 맞습니다.
막히면
- 두 종류(블록과 책)만으로 시작해 하나씩 늘립니다.
- 이 차시는 계획상 앞 차시가 없습니다. 같은 것끼리 모으기를 계속 어려워하면 과학 ‘한 가지 기준으로 나누기’처럼 기준에 따라 나누는 활동을 함께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생활자립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내 물건 정리와 집안일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기술·가정 · 내 물건 정리와 집안일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기술·가정 · 내 물건 정리와 집안일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 정리와 집안일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챙길까?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준비물을 챙기고 제자리에 정리해요.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집안일을 순서대로 끝까지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둘까요?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제자리를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쓴 연필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벗은 신발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읽은 책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일과 함께하는 일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물건은 내가 챙기고, 집안일은 가족과 함께해요.</a:t>
            </a:r>
            <a:endParaRPr lang="ko-KR" sz="32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 둬요.</a:t>
            </a:r>
            <a:endParaRPr lang="ko-KR" sz="32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것은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밤에 챙겨요.</a:t>
            </a:r>
            <a:endParaRPr lang="ko-KR" sz="32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가족의 일은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 챙기기와 정리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준비물을 챙겨요.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가위와 연필은 필통에 넣어 챙겨요.</a:t>
            </a:r>
            <a:endParaRPr lang="ko-KR" sz="3200" dirty="0"/>
          </a:p>
        </p:txBody>
      </p:sp>
      <p:sp>
        <p:nvSpPr>
          <p:cNvPr id="6" name="S04-card22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3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목록을 보며 챙겨요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넣을 때마다 표시해요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빠진 것이 없어요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책상 위가 깨끗해요</a:t>
            </a:r>
            <a:endParaRPr lang="ko-KR" sz="2600" dirty="0"/>
          </a:p>
        </p:txBody>
      </p:sp>
      <p:sp>
        <p:nvSpPr>
          <p:cNvPr id="8" name="S04-stepno24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5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준비물을 하나씩 들어요.</a:t>
            </a:r>
            <a:endParaRPr lang="ko-KR" sz="3200" dirty="0"/>
          </a:p>
        </p:txBody>
      </p:sp>
      <p:sp>
        <p:nvSpPr>
          <p:cNvPr id="10" name="S04-stepno26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27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가방에 넣고 표시해요.</a:t>
            </a:r>
            <a:endParaRPr lang="ko-KR" sz="3200" dirty="0"/>
          </a:p>
        </p:txBody>
      </p:sp>
      <p:sp>
        <p:nvSpPr>
          <p:cNvPr id="12" name="S04-stepno28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29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넣었는지 다시 봐요.</a:t>
            </a:r>
            <a:endParaRPr lang="ko-KR" sz="3200" dirty="0"/>
          </a:p>
        </p:txBody>
      </p:sp>
      <p:sp>
        <p:nvSpPr>
          <p:cNvPr id="14" name="S04-stepno30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1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 제자리에 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수저 놓기와 수건 개기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가족과 함께 집안일을 해요.</a:t>
            </a:r>
            <a:endParaRPr lang="ko-KR" sz="3200" dirty="0"/>
          </a:p>
        </p:txBody>
      </p:sp>
      <p:sp>
        <p:nvSpPr>
          <p:cNvPr id="4" name="S05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칼과 뜨거운 그릇은 어른이 옮겨요.</a:t>
            </a:r>
            <a:endParaRPr lang="ko-KR" sz="3200" dirty="0"/>
          </a:p>
        </p:txBody>
      </p:sp>
      <p:sp>
        <p:nvSpPr>
          <p:cNvPr id="6" name="S05-card3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식구 수만큼 놓았어요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모서리를 맞춰 접었어요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끝까지 했어요</a:t>
            </a:r>
            <a:endParaRPr lang="ko-KR" sz="3200" dirty="0"/>
          </a:p>
        </p:txBody>
      </p:sp>
      <p:sp>
        <p:nvSpPr>
          <p:cNvPr id="8" name="S05-stepno3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8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손을 깨끗이 씻어요.</a:t>
            </a:r>
            <a:endParaRPr lang="ko-KR" sz="3200" dirty="0"/>
          </a:p>
        </p:txBody>
      </p:sp>
      <p:sp>
        <p:nvSpPr>
          <p:cNvPr id="10" name="S05-stepno3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0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식구 수만큼 수저를 놓아요.</a:t>
            </a:r>
            <a:endParaRPr lang="ko-KR" sz="3200" dirty="0"/>
          </a:p>
        </p:txBody>
      </p:sp>
      <p:sp>
        <p:nvSpPr>
          <p:cNvPr id="12" name="S05-stepno4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2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수건은 반으로 두 번 접어요.</a:t>
            </a:r>
            <a:endParaRPr lang="ko-KR" sz="3200" dirty="0"/>
          </a:p>
        </p:txBody>
      </p:sp>
      <p:sp>
        <p:nvSpPr>
          <p:cNvPr id="14" name="S05-stepno4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5-text44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모서리를 맞춰 쌓아요.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6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혼자 해요.</a:t>
            </a:r>
            <a:endParaRPr lang="ko-KR" sz="3200" dirty="0"/>
          </a:p>
        </p:txBody>
      </p:sp>
      <p:sp>
        <p:nvSpPr>
          <p:cNvPr id="4" name="S06-card4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빠진 준비물이 없어요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물건이 제자리에 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순서대로 끝까지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함께하는 까닭을 말해요</a:t>
            </a:r>
            <a:endParaRPr lang="ko-KR" sz="3200" dirty="0"/>
          </a:p>
        </p:txBody>
      </p:sp>
      <p:sp>
        <p:nvSpPr>
          <p:cNvPr id="6" name="S06-stepno48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49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가방을 혼자 챙겨요.</a:t>
            </a:r>
            <a:endParaRPr lang="ko-KR" sz="3200" dirty="0"/>
          </a:p>
        </p:txBody>
      </p:sp>
      <p:sp>
        <p:nvSpPr>
          <p:cNvPr id="8" name="S06-stepno50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51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물건을 제자리에 둬요.</a:t>
            </a:r>
            <a:endParaRPr lang="ko-KR" sz="3200" dirty="0"/>
          </a:p>
        </p:txBody>
      </p:sp>
      <p:sp>
        <p:nvSpPr>
          <p:cNvPr id="10" name="S06-stepno52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53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집안일 하나를 끝까지 해요.</a:t>
            </a:r>
            <a:endParaRPr lang="ko-KR" sz="3200" dirty="0"/>
          </a:p>
        </p:txBody>
      </p:sp>
      <p:sp>
        <p:nvSpPr>
          <p:cNvPr id="12" name="S06-stepno54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6-text55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 했어요!” 하고 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쓴 물건은 제자리에, 준비물은 전날 밤에 챙기고, 집안일은 가족과 함께해요.</a:t>
            </a:r>
            <a:endParaRPr lang="ko-KR" sz="3200" dirty="0"/>
          </a:p>
        </p:txBody>
      </p:sp>
      <p:sp>
        <p:nvSpPr>
          <p:cNvPr id="5" name="S07-chip5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넣을 때마다 표시하기</a:t>
            </a:r>
            <a:endParaRPr lang="ko-KR" sz="2600" dirty="0"/>
          </a:p>
        </p:txBody>
      </p:sp>
      <p:sp>
        <p:nvSpPr>
          <p:cNvPr id="6" name="S07-chip5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아무 데나 넣어 두기</a:t>
            </a:r>
            <a:endParaRPr lang="ko-KR" sz="2600" dirty="0"/>
          </a:p>
        </p:txBody>
      </p:sp>
      <p:sp>
        <p:nvSpPr>
          <p:cNvPr id="7" name="S07-text6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쓴 연필은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둘까요?</a:t>
            </a:r>
            <a:endParaRPr lang="ko-KR" sz="2600" dirty="0"/>
          </a:p>
        </p:txBody>
      </p:sp>
      <p:sp>
        <p:nvSpPr>
          <p:cNvPr id="9" name="S07-text6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수건을 개는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차례는?</a:t>
            </a:r>
            <a:endParaRPr lang="ko-KR" sz="2600" dirty="0"/>
          </a:p>
        </p:txBody>
      </p:sp>
      <p:sp>
        <p:nvSpPr>
          <p:cNvPr id="10" name="S07-text6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 기록표에서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날 이야기</a:t>
            </a:r>
            <a:endParaRPr lang="ko-KR" sz="2600" dirty="0"/>
          </a:p>
        </p:txBody>
      </p:sp>
      <p:sp>
        <p:nvSpPr>
          <p:cNvPr id="11" name="S07-text6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안전한 재료로 만들기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것끼리 모아요</a:t>
            </a:r>
            <a:endParaRPr lang="ko-KR" sz="4400" dirty="0"/>
          </a:p>
        </p:txBody>
      </p:sp>
      <p:sp>
        <p:nvSpPr>
          <p:cNvPr id="3" name="S08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같은 것끼리 바구니에 모아요.</a:t>
            </a:r>
            <a:endParaRPr lang="ko-KR" sz="3200" dirty="0"/>
          </a:p>
        </p:txBody>
      </p:sp>
      <p:sp>
        <p:nvSpPr>
          <p:cNvPr id="4" name="S08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것끼리 모으면 제자리를 찾기 쉬워요.</a:t>
            </a:r>
            <a:endParaRPr lang="ko-KR" sz="3200" dirty="0"/>
          </a:p>
        </p:txBody>
      </p:sp>
      <p:sp>
        <p:nvSpPr>
          <p:cNvPr id="6" name="S08-step68"/>
          <p:cNvSpPr txBox="1"/>
          <p:nvPr/>
        </p:nvSpPr>
        <p:spPr>
          <a:xfrm>
            <a:off x="548640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하나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집기</a:t>
            </a:r>
            <a:endParaRPr lang="ko-KR" sz="2600" dirty="0"/>
          </a:p>
        </p:txBody>
      </p:sp>
      <p:sp>
        <p:nvSpPr>
          <p:cNvPr id="7" name="S08-line69"/>
          <p:cNvSpPr/>
          <p:nvPr/>
        </p:nvSpPr>
        <p:spPr>
          <a:xfrm>
            <a:off x="3067812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70"/>
          <p:cNvSpPr txBox="1"/>
          <p:nvPr/>
        </p:nvSpPr>
        <p:spPr>
          <a:xfrm>
            <a:off x="3424428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무엇일까?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생각하기</a:t>
            </a:r>
            <a:endParaRPr lang="ko-KR" sz="2600" dirty="0"/>
          </a:p>
        </p:txBody>
      </p:sp>
      <p:sp>
        <p:nvSpPr>
          <p:cNvPr id="9" name="S08-line71"/>
          <p:cNvSpPr/>
          <p:nvPr/>
        </p:nvSpPr>
        <p:spPr>
          <a:xfrm>
            <a:off x="594360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2"/>
          <p:cNvSpPr txBox="1"/>
          <p:nvPr/>
        </p:nvSpPr>
        <p:spPr>
          <a:xfrm>
            <a:off x="6300216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것끼리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모으기</a:t>
            </a:r>
            <a:endParaRPr lang="ko-KR" sz="2600" dirty="0"/>
          </a:p>
        </p:txBody>
      </p:sp>
      <p:sp>
        <p:nvSpPr>
          <p:cNvPr id="11" name="S08-line73"/>
          <p:cNvSpPr/>
          <p:nvPr/>
        </p:nvSpPr>
        <p:spPr>
          <a:xfrm>
            <a:off x="8819388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08-step74"/>
          <p:cNvSpPr txBox="1"/>
          <p:nvPr/>
        </p:nvSpPr>
        <p:spPr>
          <a:xfrm>
            <a:off x="9176004" y="2834640"/>
            <a:ext cx="2464308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제자리에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기술·가정 내 물건 정리와 집안일</dc:title>
  <dc:subject>KR22-G01-TEC-TIDY-L01</dc:subject>
  <dc:creator>education-ppt</dc:creator>
  <cp:lastModifiedBy>education-ppt</cp:lastModifiedBy>
  <cp:revision>1</cp:revision>
  <dcterms:created xsi:type="dcterms:W3CDTF">2026-10-26T09:53:12Z</dcterms:created>
  <dcterms:modified xsi:type="dcterms:W3CDTF">2026-10-26T09:53:12Z</dcterms:modified>
</cp:coreProperties>
</file>