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b08168e-0d56-0eaf-fd18-daf85e839cad}">
          <p14:sldIdLst>
            <p14:sldId id="256"/>
            <p14:sldId id="257"/>
          </p14:sldIdLst>
        </p14:section>
        <p14:section name="개념" id="{5fa14b2e-5007-a04a-ea4c-d99cd12b81a0}">
          <p14:sldIdLst>
            <p14:sldId id="258"/>
          </p14:sldIdLst>
        </p14:section>
        <p14:section name="연습" id="{20ca89e9-c2ec-7cf2-8a18-a3b01d5e69dc}">
          <p14:sldIdLst>
            <p14:sldId id="259"/>
            <p14:sldId id="260"/>
          </p14:sldIdLst>
        </p14:section>
        <p14:section name="확인" id="{b63c1141-a0b2-a9d6-fced-89d3923e06dd}">
          <p14:sldIdLst>
            <p14:sldId id="261"/>
          </p14:sldIdLst>
        </p14:section>
        <p14:section name="정리" id="{a28f56b7-ad11-41db-a6fb-a04956e298e4}">
          <p14:sldIdLst>
            <p14:sldId id="262"/>
          </p14:sldIdLst>
        </p14:section>
        <p14:section name="보충" id="{641d6c47-8b63-dfb0-d321-5d285c7eaf9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생활자립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내 물건 정리와 집안일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내 물건 정리와 집안일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기술·가정 · 내 물건 정리와 집안일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 정리와 집안일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챙길까?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준비물을 챙기고 제자리에 정리해요.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집안일을 순서대로 끝까지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둘까요?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제자리를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쓴 연필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벗은 신발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읽은 책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일과 함께하는 일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물건은 내가 챙기고, 집안일은 가족과 함께해요.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둬요.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것은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밤에 챙겨요.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일은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 챙기기와 정리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준비물을 챙겨요.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가위와 연필은 필통에 넣어 챙겨요.</a:t>
            </a:r>
            <a:endParaRPr lang="ko-KR" sz="3200" dirty="0"/>
          </a:p>
        </p:txBody>
      </p:sp>
      <p:sp>
        <p:nvSpPr>
          <p:cNvPr id="6" name="S04-card22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3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목록을 보며 챙겨요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넣을 때마다 표시해요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빠진 것이 없어요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책상 위가 깨끗해요</a:t>
            </a:r>
            <a:endParaRPr lang="ko-KR" sz="2600" dirty="0"/>
          </a:p>
        </p:txBody>
      </p:sp>
      <p:sp>
        <p:nvSpPr>
          <p:cNvPr id="8" name="S04-stepno24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5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준비물을 하나씩 들어요.</a:t>
            </a:r>
            <a:endParaRPr lang="ko-KR" sz="3200" dirty="0"/>
          </a:p>
        </p:txBody>
      </p:sp>
      <p:sp>
        <p:nvSpPr>
          <p:cNvPr id="10" name="S04-stepno26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27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가방에 넣고 표시해요.</a:t>
            </a:r>
            <a:endParaRPr lang="ko-KR" sz="3200" dirty="0"/>
          </a:p>
        </p:txBody>
      </p:sp>
      <p:sp>
        <p:nvSpPr>
          <p:cNvPr id="12" name="S04-stepno28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29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넣었는지 다시 봐요.</a:t>
            </a:r>
            <a:endParaRPr lang="ko-KR" sz="3200" dirty="0"/>
          </a:p>
        </p:txBody>
      </p:sp>
      <p:sp>
        <p:nvSpPr>
          <p:cNvPr id="14" name="S04-stepno30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1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 제자리에 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놓기와 수건 개기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함께 집안일을 해요.</a:t>
            </a:r>
            <a:endParaRPr lang="ko-KR" sz="3200" dirty="0"/>
          </a:p>
        </p:txBody>
      </p:sp>
      <p:sp>
        <p:nvSpPr>
          <p:cNvPr id="4" name="S05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칼과 뜨거운 그릇은 어른이 옮겨요.</a:t>
            </a:r>
            <a:endParaRPr lang="ko-KR" sz="3200" dirty="0"/>
          </a:p>
        </p:txBody>
      </p:sp>
      <p:sp>
        <p:nvSpPr>
          <p:cNvPr id="6" name="S05-card3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식구 수만큼 놓았어요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모서리를 맞춰 접었어요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했어요</a:t>
            </a:r>
            <a:endParaRPr lang="ko-KR" sz="3200" dirty="0"/>
          </a:p>
        </p:txBody>
      </p:sp>
      <p:sp>
        <p:nvSpPr>
          <p:cNvPr id="8" name="S05-stepno3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8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깨끗이 씻어요.</a:t>
            </a:r>
            <a:endParaRPr lang="ko-KR" sz="3200" dirty="0"/>
          </a:p>
        </p:txBody>
      </p:sp>
      <p:sp>
        <p:nvSpPr>
          <p:cNvPr id="10" name="S05-stepno3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0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식구 수만큼 수저를 놓아요.</a:t>
            </a:r>
            <a:endParaRPr lang="ko-KR" sz="3200" dirty="0"/>
          </a:p>
        </p:txBody>
      </p:sp>
      <p:sp>
        <p:nvSpPr>
          <p:cNvPr id="12" name="S05-stepno4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2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수건은 반으로 두 번 접어요.</a:t>
            </a:r>
            <a:endParaRPr lang="ko-KR" sz="3200" dirty="0"/>
          </a:p>
        </p:txBody>
      </p:sp>
      <p:sp>
        <p:nvSpPr>
          <p:cNvPr id="14" name="S05-stepno4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44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모서리를 맞춰 쌓아요.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6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혼자 해요.</a:t>
            </a:r>
            <a:endParaRPr lang="ko-KR" sz="3200" dirty="0"/>
          </a:p>
        </p:txBody>
      </p:sp>
      <p:sp>
        <p:nvSpPr>
          <p:cNvPr id="4" name="S06-card4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빠진 준비물이 없어요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물건이 제자리에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순서대로 끝까지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함께하는 까닭을 말해요</a:t>
            </a:r>
            <a:endParaRPr lang="ko-KR" sz="3200" dirty="0"/>
          </a:p>
        </p:txBody>
      </p:sp>
      <p:sp>
        <p:nvSpPr>
          <p:cNvPr id="6" name="S06-stepno48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9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가방을 혼자 챙겨요.</a:t>
            </a:r>
            <a:endParaRPr lang="ko-KR" sz="3200" dirty="0"/>
          </a:p>
        </p:txBody>
      </p:sp>
      <p:sp>
        <p:nvSpPr>
          <p:cNvPr id="8" name="S06-stepno50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51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물건을 제자리에 둬요.</a:t>
            </a:r>
            <a:endParaRPr lang="ko-KR" sz="3200" dirty="0"/>
          </a:p>
        </p:txBody>
      </p:sp>
      <p:sp>
        <p:nvSpPr>
          <p:cNvPr id="10" name="S06-stepno52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53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 하나를 끝까지 해요.</a:t>
            </a:r>
            <a:endParaRPr lang="ko-KR" sz="3200" dirty="0"/>
          </a:p>
        </p:txBody>
      </p:sp>
      <p:sp>
        <p:nvSpPr>
          <p:cNvPr id="12" name="S06-stepno54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55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 했어요!” 하고 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 제자리에, 준비물은 전날 밤에 챙기고, 집안일은 가족과 함께해요.</a:t>
            </a:r>
            <a:endParaRPr lang="ko-KR" sz="3200" dirty="0"/>
          </a:p>
        </p:txBody>
      </p:sp>
      <p:sp>
        <p:nvSpPr>
          <p:cNvPr id="5" name="S07-chip5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넣을 때마다 표시하기</a:t>
            </a:r>
            <a:endParaRPr lang="ko-KR" sz="2600" dirty="0"/>
          </a:p>
        </p:txBody>
      </p:sp>
      <p:sp>
        <p:nvSpPr>
          <p:cNvPr id="6" name="S07-chip5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 데나 넣어 두기</a:t>
            </a:r>
            <a:endParaRPr lang="ko-KR" sz="2600" dirty="0"/>
          </a:p>
        </p:txBody>
      </p:sp>
      <p:sp>
        <p:nvSpPr>
          <p:cNvPr id="7" name="S07-text6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쓴 연필은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둘까요?</a:t>
            </a:r>
            <a:endParaRPr lang="ko-KR" sz="2600" dirty="0"/>
          </a:p>
        </p:txBody>
      </p:sp>
      <p:sp>
        <p:nvSpPr>
          <p:cNvPr id="9" name="S07-text6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수건을 개는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차례는?</a:t>
            </a:r>
            <a:endParaRPr lang="ko-KR" sz="2600" dirty="0"/>
          </a:p>
        </p:txBody>
      </p:sp>
      <p:sp>
        <p:nvSpPr>
          <p:cNvPr id="10" name="S07-text6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07-text6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안전한 재료로 만들기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것끼리 모아요</a:t>
            </a:r>
            <a:endParaRPr lang="ko-KR" sz="4400" dirty="0"/>
          </a:p>
        </p:txBody>
      </p:sp>
      <p:sp>
        <p:nvSpPr>
          <p:cNvPr id="3" name="S08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같은 것끼리 바구니에 모아요.</a:t>
            </a:r>
            <a:endParaRPr lang="ko-KR" sz="3200" dirty="0"/>
          </a:p>
        </p:txBody>
      </p:sp>
      <p:sp>
        <p:nvSpPr>
          <p:cNvPr id="4" name="S08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것끼리 모으면 제자리를 찾기 쉬워요.</a:t>
            </a:r>
            <a:endParaRPr lang="ko-KR" sz="3200" dirty="0"/>
          </a:p>
        </p:txBody>
      </p:sp>
      <p:sp>
        <p:nvSpPr>
          <p:cNvPr id="6" name="S08-step68"/>
          <p:cNvSpPr txBox="1"/>
          <p:nvPr/>
        </p:nvSpPr>
        <p:spPr>
          <a:xfrm>
            <a:off x="548640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하나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집기</a:t>
            </a:r>
            <a:endParaRPr lang="ko-KR" sz="2600" dirty="0"/>
          </a:p>
        </p:txBody>
      </p:sp>
      <p:sp>
        <p:nvSpPr>
          <p:cNvPr id="7" name="S08-line69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70"/>
          <p:cNvSpPr txBox="1"/>
          <p:nvPr/>
        </p:nvSpPr>
        <p:spPr>
          <a:xfrm>
            <a:off x="3424428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무엇일까?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생각하기</a:t>
            </a:r>
            <a:endParaRPr lang="ko-KR" sz="2600" dirty="0"/>
          </a:p>
        </p:txBody>
      </p:sp>
      <p:sp>
        <p:nvSpPr>
          <p:cNvPr id="9" name="S08-line71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2"/>
          <p:cNvSpPr txBox="1"/>
          <p:nvPr/>
        </p:nvSpPr>
        <p:spPr>
          <a:xfrm>
            <a:off x="6300216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것끼리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모으기</a:t>
            </a:r>
            <a:endParaRPr lang="ko-KR" sz="2600" dirty="0"/>
          </a:p>
        </p:txBody>
      </p:sp>
      <p:sp>
        <p:nvSpPr>
          <p:cNvPr id="11" name="S08-line73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74"/>
          <p:cNvSpPr txBox="1"/>
          <p:nvPr/>
        </p:nvSpPr>
        <p:spPr>
          <a:xfrm>
            <a:off x="9176004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기술·가정 내 물건 정리와 집안일</dc:title>
  <dc:subject>KR22-G01-TEC-TIDY-L01</dc:subject>
  <dc:creator>education-ppt</dc:creator>
  <cp:lastModifiedBy>education-ppt</cp:lastModifiedBy>
  <cp:revision>1</cp:revision>
  <dcterms:created xsi:type="dcterms:W3CDTF">2026-10-26T10:01:40Z</dcterms:created>
  <dcterms:modified xsi:type="dcterms:W3CDTF">2026-10-26T10:01:40Z</dcterms:modified>
</cp:coreProperties>
</file>