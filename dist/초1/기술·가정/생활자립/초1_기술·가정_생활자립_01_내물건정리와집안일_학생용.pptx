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f42411-8f7f-1076-b58f-1065a2fefed6}">
          <p14:sldIdLst>
            <p14:sldId id="256"/>
            <p14:sldId id="257"/>
          </p14:sldIdLst>
        </p14:section>
        <p14:section name="개념" id="{962f85b7-920a-c9a5-e699-28ef2816939b}">
          <p14:sldIdLst>
            <p14:sldId id="258"/>
          </p14:sldIdLst>
        </p14:section>
        <p14:section name="연습" id="{9731d54c-109f-f320-4525-8f2f22827962}">
          <p14:sldIdLst>
            <p14:sldId id="259"/>
            <p14:sldId id="260"/>
          </p14:sldIdLst>
        </p14:section>
        <p14:section name="확인" id="{f6813e38-b7ca-9345-7f84-c83846898bc3}">
          <p14:sldIdLst>
            <p14:sldId id="261"/>
          </p14:sldIdLst>
        </p14:section>
        <p14:section name="정리" id="{91ad0ef9-02ff-b95e-945c-63f38d271b31}">
          <p14:sldIdLst>
            <p14:sldId id="262"/>
          </p14:sldIdLst>
        </p14:section>
        <p14:section name="보충" id="{eac3a5c2-7372-485f-c49b-3c35dc88e1d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생활자립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기술·가정 · 내 물건 정리와 집안일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정리와 집안일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챙길까?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준비물을 챙기고 제자리에 정리해요.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집안일을 순서대로 끝까지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제자리를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쓴 연필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벗은 신발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읽은 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 함께하는 일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물건은 내가 챙기고, 집안일은 가족과 함께해요.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둬요.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것은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밤에 챙겨요.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일은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챙기기와 정리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준비물을 챙겨요.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가위와 연필은 필통에 넣어 챙겨요.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목록을 보며 챙겨요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넣을 때마다 표시해요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빠진 것이 없어요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책상 위가 깨끗해요</a:t>
            </a:r>
            <a:endParaRPr lang="ko-KR" sz="26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준비물을 하나씩 들어요.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가방에 넣고 표시해요.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넣었는지 다시 봐요.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놓기와 수건 개기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함께 집안일을 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칼과 뜨거운 그릇은 어른이 옮겨요.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식구 수만큼 놓았어요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모서리를 맞춰 접었어요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했어요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깨끗이 씻어요.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식구 수만큼 수저를 놓아요.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수건은 반으로 두 번 접어요.</a:t>
            </a:r>
            <a:endParaRPr lang="ko-KR" sz="3200" dirty="0"/>
          </a:p>
        </p:txBody>
      </p:sp>
      <p:sp>
        <p:nvSpPr>
          <p:cNvPr id="14" name="S05-stepno4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 맞춰 쌓아요.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혼자 해요.</a:t>
            </a:r>
            <a:endParaRPr lang="ko-KR" sz="3200" dirty="0"/>
          </a:p>
        </p:txBody>
      </p:sp>
      <p:sp>
        <p:nvSpPr>
          <p:cNvPr id="4" name="S06-card4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빠진 준비물이 없어요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물건이 제자리에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끝까지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함께하는 까닭을 말해요</a:t>
            </a:r>
            <a:endParaRPr lang="ko-KR" sz="3200" dirty="0"/>
          </a:p>
        </p:txBody>
      </p:sp>
      <p:sp>
        <p:nvSpPr>
          <p:cNvPr id="6" name="S06-stepno4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4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가방을 혼자 챙겨요.</a:t>
            </a:r>
            <a:endParaRPr lang="ko-KR" sz="3200" dirty="0"/>
          </a:p>
        </p:txBody>
      </p:sp>
      <p:sp>
        <p:nvSpPr>
          <p:cNvPr id="8" name="S06-stepno5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5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물건을 제자리에 둬요.</a:t>
            </a:r>
            <a:endParaRPr lang="ko-KR" sz="3200" dirty="0"/>
          </a:p>
        </p:txBody>
      </p:sp>
      <p:sp>
        <p:nvSpPr>
          <p:cNvPr id="10" name="S06-stepno5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5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 하나를 끝까지 해요.</a:t>
            </a:r>
            <a:endParaRPr lang="ko-KR" sz="3200" dirty="0"/>
          </a:p>
        </p:txBody>
      </p:sp>
      <p:sp>
        <p:nvSpPr>
          <p:cNvPr id="12" name="S06-stepno5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5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 했어요!” 하고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 제자리에, 준비물은 전날 밤에 챙기고, 집안일은 가족과 함께해요.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넣을 때마다 표시하기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데나 넣어 두기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쓴 연필은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수건을 개는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07-text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안전한 재료로 만들기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것끼리 모아요</a:t>
            </a:r>
            <a:endParaRPr lang="ko-KR" sz="4400" dirty="0"/>
          </a:p>
        </p:txBody>
      </p:sp>
      <p:sp>
        <p:nvSpPr>
          <p:cNvPr id="3" name="S08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같은 것끼리 바구니에 모아요.</a:t>
            </a:r>
            <a:endParaRPr lang="ko-KR" sz="3200" dirty="0"/>
          </a:p>
        </p:txBody>
      </p:sp>
      <p:sp>
        <p:nvSpPr>
          <p:cNvPr id="4" name="S08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것끼리 모으면 제자리를 찾기 쉬워요.</a:t>
            </a:r>
            <a:endParaRPr lang="ko-KR" sz="3200" dirty="0"/>
          </a:p>
        </p:txBody>
      </p:sp>
      <p:sp>
        <p:nvSpPr>
          <p:cNvPr id="6" name="S08-step68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집기</a:t>
            </a:r>
            <a:endParaRPr lang="ko-KR" sz="2600" dirty="0"/>
          </a:p>
        </p:txBody>
      </p:sp>
      <p:sp>
        <p:nvSpPr>
          <p:cNvPr id="7" name="S08-line69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0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무엇일까?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생각하기</a:t>
            </a:r>
            <a:endParaRPr lang="ko-KR" sz="2600" dirty="0"/>
          </a:p>
        </p:txBody>
      </p:sp>
      <p:sp>
        <p:nvSpPr>
          <p:cNvPr id="9" name="S08-line71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2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것끼리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11" name="S08-line73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74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기술·가정 내 물건 정리와 집안일</dc:title>
  <dc:subject>KR22-G01-TEC-TIDY-L01</dc:subject>
  <dc:creator>education-ppt</dc:creator>
  <cp:lastModifiedBy>education-ppt</cp:lastModifiedBy>
  <cp:revision>1</cp:revision>
  <dcterms:created xsi:type="dcterms:W3CDTF">2026-10-26T09:53:12Z</dcterms:created>
  <dcterms:modified xsi:type="dcterms:W3CDTF">2026-10-26T09:53:12Z</dcterms:modified>
</cp:coreProperties>
</file>