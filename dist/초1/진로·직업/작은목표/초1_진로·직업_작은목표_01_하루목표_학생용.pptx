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06b8e9b-7982-cbc3-a5a6-ff8045136366}">
          <p14:sldIdLst>
            <p14:sldId id="256"/>
            <p14:sldId id="257"/>
          </p14:sldIdLst>
        </p14:section>
        <p14:section name="개념" id="{8c56a71b-b885-0491-d576-97ae6ef67c1f}">
          <p14:sldIdLst>
            <p14:sldId id="258"/>
          </p14:sldIdLst>
        </p14:section>
        <p14:section name="연습" id="{2865e7f1-723b-0584-b0f2-9fa2fc91bdff}">
          <p14:sldIdLst>
            <p14:sldId id="259"/>
            <p14:sldId id="260"/>
          </p14:sldIdLst>
        </p14:section>
        <p14:section name="확인" id="{6fff011b-d32e-61b8-4ca7-3ecd1610142b}">
          <p14:sldIdLst>
            <p14:sldId id="261"/>
          </p14:sldIdLst>
        </p14:section>
        <p14:section name="정리" id="{ed176c5b-1922-5f66-28c2-7238148aec7d}">
          <p14:sldIdLst>
            <p14:sldId id="262"/>
          </p14:sldIdLst>
        </p14:section>
        <p14:section name="보충" id="{d19c1563-4bbe-6f95-7d70-58f84865e299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작은목표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진로·직업 · 하루 목표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목표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하루, 무엇을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해내고 싶나요?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590548"/>
          <a:ext cx="3931920" cy="914400"/>
        </p:xfrm>
        <a:graphic>
          <a:graphicData uri="http://schemas.openxmlformats.org/drawingml/2006/table">
            <a:tbl>
              <a:tblPr/>
              <a:tblGrid>
                <a:gridCol w="1310640"/>
                <a:gridCol w="1310640"/>
                <a:gridCol w="13106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하루 목표를 하나 정해요.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했는지 돌아보고 표시해요.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무엇을 해요?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하루를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“아침에 ○○ 해요.”처럼 말해요.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일어나서 무엇을 해요?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 전에 무엇을 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하루 목표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“저녁 먹고 책 한 권 읽기”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하루에 할 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일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또렷하게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할지 말해요</a:t>
            </a:r>
            <a:endParaRPr lang="ko-KR" sz="32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 다시 해 볼래요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목표가 좋을까요?</a:t>
            </a:r>
            <a:endParaRPr lang="ko-KR" sz="4400" dirty="0"/>
          </a:p>
        </p:txBody>
      </p:sp>
      <p:sp>
        <p:nvSpPr>
          <p:cNvPr id="3" name="S04-card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서아와 도윤이가 하루 목표를 정했어요.</a:t>
            </a:r>
            <a:endParaRPr lang="ko-KR" sz="3200" dirty="0"/>
          </a:p>
        </p:txBody>
      </p:sp>
      <p:sp>
        <p:nvSpPr>
          <p:cNvPr id="5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했는지 알 수 있는 목표는 어느 쪽일까요?</a:t>
            </a:r>
            <a:endParaRPr lang="ko-KR" sz="3200" dirty="0"/>
          </a:p>
        </p:txBody>
      </p:sp>
      <p:sp>
        <p:nvSpPr>
          <p:cNvPr id="7" name="S04-chip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서아</a:t>
            </a:r>
            <a:endParaRPr lang="ko-KR" sz="2600" dirty="0"/>
          </a:p>
        </p:txBody>
      </p:sp>
      <p:sp>
        <p:nvSpPr>
          <p:cNvPr id="8" name="S04-text2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“착한 어린이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되기”</a:t>
            </a:r>
            <a:endParaRPr lang="ko-KR" sz="3200" dirty="0"/>
          </a:p>
        </p:txBody>
      </p:sp>
      <p:sp>
        <p:nvSpPr>
          <p:cNvPr id="9" name="S04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도윤</a:t>
            </a:r>
            <a:endParaRPr lang="ko-KR" sz="2600" dirty="0"/>
          </a:p>
        </p:txBody>
      </p:sp>
      <p:sp>
        <p:nvSpPr>
          <p:cNvPr id="10" name="S04-text2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“저녁 먹고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정리하기”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돌아볼까요?</a:t>
            </a:r>
            <a:endParaRPr lang="ko-KR" sz="4400" dirty="0"/>
          </a:p>
        </p:txBody>
      </p:sp>
      <p:sp>
        <p:nvSpPr>
          <p:cNvPr id="3" name="S05-card2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도윤이가 깜빡하고 신발 정리를 못 했어요.</a:t>
            </a:r>
            <a:endParaRPr lang="ko-KR" sz="3200" dirty="0"/>
          </a:p>
        </p:txBody>
      </p:sp>
      <p:sp>
        <p:nvSpPr>
          <p:cNvPr id="5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내일 도움이 될까요?</a:t>
            </a:r>
            <a:endParaRPr lang="ko-KR" sz="3200" dirty="0"/>
          </a:p>
        </p:txBody>
      </p:sp>
      <p:sp>
        <p:nvSpPr>
          <p:cNvPr id="7" name="S05-chip3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3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“또 못 했어.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안 돼.”</a:t>
            </a:r>
            <a:endParaRPr lang="ko-KR" sz="3200" dirty="0"/>
          </a:p>
        </p:txBody>
      </p:sp>
      <p:sp>
        <p:nvSpPr>
          <p:cNvPr id="9" name="S05-chip3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3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“깜빡했어.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현관에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쪽지를 붙일래.”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하루 목표 정하기</a:t>
            </a:r>
            <a:endParaRPr lang="ko-KR" sz="44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실천표에 써요.</a:t>
            </a:r>
            <a:endParaRPr lang="ko-KR" sz="3200" dirty="0"/>
          </a:p>
        </p:txBody>
      </p:sp>
      <p:sp>
        <p:nvSpPr>
          <p:cNvPr id="4" name="S06-card3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하루에 할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언제·무엇이 들어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내가 고른 목표예요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△일 때 방법을 말했어요</a:t>
            </a:r>
            <a:endParaRPr lang="ko-KR" sz="3200" dirty="0"/>
          </a:p>
        </p:txBody>
      </p:sp>
      <p:sp>
        <p:nvSpPr>
          <p:cNvPr id="6" name="S06-stepno3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일을 떠올려요.</a:t>
            </a:r>
            <a:endParaRPr lang="ko-KR" sz="3200" dirty="0"/>
          </a:p>
        </p:txBody>
      </p:sp>
      <p:sp>
        <p:nvSpPr>
          <p:cNvPr id="8" name="S06-stepno4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4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작게, 또렷하게 정해요.</a:t>
            </a:r>
            <a:endParaRPr lang="ko-KR" sz="3200" dirty="0"/>
          </a:p>
        </p:txBody>
      </p:sp>
      <p:sp>
        <p:nvSpPr>
          <p:cNvPr id="10" name="S06-stepno4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△일 때 쓸 방법을 정해요.</a:t>
            </a:r>
            <a:endParaRPr lang="ko-KR" sz="3200" dirty="0"/>
          </a:p>
        </p:txBody>
      </p:sp>
      <p:sp>
        <p:nvSpPr>
          <p:cNvPr id="12" name="S06-stepno4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4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밤마다 ○나 △를 표시해요.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작고 또렷한 목표 하나, 밤마다 돌아봐요.</a:t>
            </a:r>
            <a:endParaRPr lang="ko-KR" sz="3200" dirty="0"/>
          </a:p>
        </p:txBody>
      </p:sp>
      <p:sp>
        <p:nvSpPr>
          <p:cNvPr id="5" name="S07-chip4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다시 해 볼 방법 찾기</a:t>
            </a:r>
            <a:endParaRPr lang="ko-KR" sz="2600" dirty="0"/>
          </a:p>
        </p:txBody>
      </p:sp>
      <p:sp>
        <p:nvSpPr>
          <p:cNvPr id="6" name="S07-chip4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못 한 날 나를 탓하기</a:t>
            </a:r>
            <a:endParaRPr lang="ko-KR" sz="2600" dirty="0"/>
          </a:p>
        </p:txBody>
      </p:sp>
      <p:sp>
        <p:nvSpPr>
          <p:cNvPr id="7" name="S07-text5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5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좋은 하루 목표의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두 가지</a:t>
            </a:r>
            <a:endParaRPr lang="ko-KR" sz="2600" dirty="0"/>
          </a:p>
        </p:txBody>
      </p:sp>
      <p:sp>
        <p:nvSpPr>
          <p:cNvPr id="9" name="S07-text5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표의 ○는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개였나요?</a:t>
            </a:r>
            <a:endParaRPr lang="ko-KR" sz="2600" dirty="0"/>
          </a:p>
        </p:txBody>
      </p:sp>
      <p:sp>
        <p:nvSpPr>
          <p:cNvPr id="10" name="S07-text5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도움이 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하나</a:t>
            </a:r>
            <a:endParaRPr lang="ko-KR" sz="2600" dirty="0"/>
          </a:p>
        </p:txBody>
      </p:sp>
      <p:sp>
        <p:nvSpPr>
          <p:cNvPr id="11" name="S07-text5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잘하는 일 찾기(2학년)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나의 하루</a:t>
            </a:r>
            <a:endParaRPr lang="ko-KR" sz="4400" dirty="0"/>
          </a:p>
        </p:txBody>
      </p:sp>
      <p:sp>
        <p:nvSpPr>
          <p:cNvPr id="3" name="S08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이렇게 흘러가요.</a:t>
            </a:r>
            <a:endParaRPr lang="ko-KR" sz="3200" dirty="0"/>
          </a:p>
        </p:txBody>
      </p:sp>
      <p:sp>
        <p:nvSpPr>
          <p:cNvPr id="4" name="S08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‘언제’를 정하면 잊지 않아요.</a:t>
            </a:r>
            <a:endParaRPr lang="ko-KR" sz="3200" dirty="0"/>
          </a:p>
        </p:txBody>
      </p:sp>
      <p:sp>
        <p:nvSpPr>
          <p:cNvPr id="6" name="S08-step58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세수하기</a:t>
            </a:r>
            <a:endParaRPr lang="ko-KR" sz="2800" dirty="0"/>
          </a:p>
        </p:txBody>
      </p:sp>
      <p:sp>
        <p:nvSpPr>
          <p:cNvPr id="7" name="S08-line59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0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가기</a:t>
            </a:r>
            <a:endParaRPr lang="ko-KR" sz="2800" dirty="0"/>
          </a:p>
        </p:txBody>
      </p:sp>
      <p:sp>
        <p:nvSpPr>
          <p:cNvPr id="9" name="S08-line61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62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</a:t>
            </a:r>
            <a:endParaRPr lang="ko-KR" sz="2800" dirty="0"/>
          </a:p>
        </p:txBody>
      </p:sp>
      <p:sp>
        <p:nvSpPr>
          <p:cNvPr id="11" name="S08-line63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64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진로·직업 하루 목표</dc:title>
  <dc:subject>KR22-G01-CAR-GOAL-L01</dc:subject>
  <dc:creator>education-ppt</dc:creator>
  <cp:lastModifiedBy>education-ppt</cp:lastModifiedBy>
  <cp:revision>1</cp:revision>
  <dcterms:created xsi:type="dcterms:W3CDTF">2026-10-26T09:58:14Z</dcterms:created>
  <dcterms:modified xsi:type="dcterms:W3CDTF">2026-10-26T09:58:14Z</dcterms:modified>
</cp:coreProperties>
</file>