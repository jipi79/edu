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51b01e9d-e91e-501c-1217-662cf2846ac0}">
          <p14:sldIdLst>
            <p14:sldId id="256"/>
            <p14:sldId id="257"/>
          </p14:sldIdLst>
        </p14:section>
        <p14:section name="개념" id="{59b68b1b-b54a-2ea1-2e54-e8d19c6f030b}">
          <p14:sldIdLst>
            <p14:sldId id="258"/>
          </p14:sldIdLst>
        </p14:section>
        <p14:section name="연습" id="{fea9a5e0-e72e-99f6-e491-830f416ca419}">
          <p14:sldIdLst>
            <p14:sldId id="259"/>
            <p14:sldId id="260"/>
          </p14:sldIdLst>
        </p14:section>
        <p14:section name="확인" id="{40227cba-5316-1905-9ab4-249c1416b89b}">
          <p14:sldIdLst>
            <p14:sldId id="261"/>
          </p14:sldIdLst>
        </p14:section>
        <p14:section name="정리" id="{06ef0802-0323-1caa-c40b-94edd9e92991}">
          <p14:sldIdLst>
            <p14:sldId id="262"/>
          </p14:sldIdLst>
        </p14:section>
        <p14:section name="보충" id="{4e053142-8c17-b4e3-49c8-b66807f267ac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진로·직업 · 작은목표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진로·직업 · 하루 목표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진로·직업 · 하루 목표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진로·직업 · 하루 목표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하루 목표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하루, 무엇을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해내고 싶나요?</a:t>
            </a:r>
            <a:endParaRPr lang="ko-KR" sz="3200" dirty="0"/>
          </a:p>
        </p:txBody>
      </p:sp>
      <p:graphicFrame>
        <p:nvGraphicFramePr>
          <p:cNvPr id="2" name="S01-table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80960" y="1590548"/>
          <a:ext cx="3931920" cy="914400"/>
        </p:xfrm>
        <a:graphic>
          <a:graphicData uri="http://schemas.openxmlformats.org/drawingml/2006/table">
            <a:tbl>
              <a:tblPr/>
              <a:tblGrid>
                <a:gridCol w="1310640"/>
                <a:gridCol w="1310640"/>
                <a:gridCol w="1310640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○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△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○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01-card2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6" name="S01-cardtext3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하루 목표를 하나 정해요.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했는지 돌아보고 표시해요.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무엇을 해요?</a:t>
            </a:r>
            <a:endParaRPr lang="ko-KR" sz="4400" dirty="0"/>
          </a:p>
        </p:txBody>
      </p:sp>
      <p:sp>
        <p:nvSpPr>
          <p:cNvPr id="3" name="S02-text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나의 하루를 말해요.</a:t>
            </a:r>
            <a:endParaRPr lang="ko-KR" sz="3200" dirty="0"/>
          </a:p>
        </p:txBody>
      </p:sp>
      <p:sp>
        <p:nvSpPr>
          <p:cNvPr id="4" name="S02-card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2-cardtext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“아침에 ○○ 해요.”처럼 말해요.</a:t>
            </a:r>
            <a:endParaRPr lang="ko-KR" sz="3200" dirty="0"/>
          </a:p>
        </p:txBody>
      </p:sp>
      <p:sp>
        <p:nvSpPr>
          <p:cNvPr id="6" name="S02-chip7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2-text8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아침에 일어나서 무엇을 해요?</a:t>
            </a:r>
            <a:endParaRPr lang="ko-KR" sz="3200" dirty="0"/>
          </a:p>
        </p:txBody>
      </p:sp>
      <p:sp>
        <p:nvSpPr>
          <p:cNvPr id="8" name="S02-chip9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2-text10"/>
          <p:cNvSpPr txBox="1"/>
          <p:nvPr/>
        </p:nvSpPr>
        <p:spPr>
          <a:xfrm>
            <a:off x="1344168" y="365760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잠자기 전에 무엇을 해요?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좋은 하루 목표</a:t>
            </a:r>
            <a:endParaRPr lang="ko-KR" sz="4400" dirty="0"/>
          </a:p>
        </p:txBody>
      </p:sp>
      <p:sp>
        <p:nvSpPr>
          <p:cNvPr id="3" name="S03-card1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예: “저녁 먹고 책 한 권 읽기”</a:t>
            </a:r>
            <a:endParaRPr lang="ko-KR" sz="3200" dirty="0"/>
          </a:p>
        </p:txBody>
      </p:sp>
      <p:sp>
        <p:nvSpPr>
          <p:cNvPr id="5" name="S03-card13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4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작게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하루에 할 수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있는 일</a:t>
            </a:r>
            <a:endParaRPr lang="ko-KR" sz="3200" dirty="0"/>
          </a:p>
        </p:txBody>
      </p:sp>
      <p:sp>
        <p:nvSpPr>
          <p:cNvPr id="7" name="S03-card15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3-cardtext16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또렷하게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언제, 무엇을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할지 말해요</a:t>
            </a:r>
            <a:endParaRPr lang="ko-KR" sz="3200" dirty="0"/>
          </a:p>
        </p:txBody>
      </p:sp>
      <p:sp>
        <p:nvSpPr>
          <p:cNvPr id="9" name="S03-card17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0" name="S03-cardtext18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돌아보기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했어요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△ 다시 해 볼래요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목표가 좋을까요?</a:t>
            </a:r>
            <a:endParaRPr lang="ko-KR" sz="4400" dirty="0"/>
          </a:p>
        </p:txBody>
      </p:sp>
      <p:sp>
        <p:nvSpPr>
          <p:cNvPr id="3" name="S04-card1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4-cardtext2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서아와 도윤이가 하루 목표를 정했어요.</a:t>
            </a:r>
            <a:endParaRPr lang="ko-KR" sz="3200" dirty="0"/>
          </a:p>
        </p:txBody>
      </p:sp>
      <p:sp>
        <p:nvSpPr>
          <p:cNvPr id="5" name="S04-card2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4-cardtext2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했는지 알 수 있는 목표는 어느 쪽일까요?</a:t>
            </a:r>
            <a:endParaRPr lang="ko-KR" sz="3200" dirty="0"/>
          </a:p>
        </p:txBody>
      </p:sp>
      <p:sp>
        <p:nvSpPr>
          <p:cNvPr id="7" name="S04-chip23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 서아</a:t>
            </a:r>
            <a:endParaRPr lang="ko-KR" sz="2600" dirty="0"/>
          </a:p>
        </p:txBody>
      </p:sp>
      <p:sp>
        <p:nvSpPr>
          <p:cNvPr id="8" name="S04-text24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“착한 어린이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되기”</a:t>
            </a:r>
            <a:endParaRPr lang="ko-KR" sz="3200" dirty="0"/>
          </a:p>
        </p:txBody>
      </p:sp>
      <p:sp>
        <p:nvSpPr>
          <p:cNvPr id="9" name="S04-chip25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  도윤</a:t>
            </a:r>
            <a:endParaRPr lang="ko-KR" sz="2600" dirty="0"/>
          </a:p>
        </p:txBody>
      </p:sp>
      <p:sp>
        <p:nvSpPr>
          <p:cNvPr id="10" name="S04-text26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“저녁 먹고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신발 정리하기”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돌아볼까요?</a:t>
            </a:r>
            <a:endParaRPr lang="ko-KR" sz="4400" dirty="0"/>
          </a:p>
        </p:txBody>
      </p:sp>
      <p:sp>
        <p:nvSpPr>
          <p:cNvPr id="3" name="S05-card27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5-cardtext28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도윤이가 깜빡하고 신발 정리를 못 했어요.</a:t>
            </a:r>
            <a:endParaRPr lang="ko-KR" sz="3200" dirty="0"/>
          </a:p>
        </p:txBody>
      </p:sp>
      <p:sp>
        <p:nvSpPr>
          <p:cNvPr id="5" name="S05-card2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5-cardtext3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말이 내일 도움이 될까요?</a:t>
            </a:r>
            <a:endParaRPr lang="ko-KR" sz="3200" dirty="0"/>
          </a:p>
        </p:txBody>
      </p:sp>
      <p:sp>
        <p:nvSpPr>
          <p:cNvPr id="7" name="S05-chip31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5-text32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“또 못 했어.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안 돼.”</a:t>
            </a:r>
            <a:endParaRPr lang="ko-KR" sz="3200" dirty="0"/>
          </a:p>
        </p:txBody>
      </p:sp>
      <p:sp>
        <p:nvSpPr>
          <p:cNvPr id="9" name="S05-chip33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0" name="S05-text34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“깜빡했어.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내일은 현관에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쪽지를 붙일래.”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하루 목표 정하기</a:t>
            </a:r>
            <a:endParaRPr lang="ko-KR" sz="4400" dirty="0"/>
          </a:p>
        </p:txBody>
      </p:sp>
      <p:sp>
        <p:nvSpPr>
          <p:cNvPr id="3" name="S06-text3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활동지 실천표에 써요.</a:t>
            </a:r>
            <a:endParaRPr lang="ko-KR" sz="3200" dirty="0"/>
          </a:p>
        </p:txBody>
      </p:sp>
      <p:sp>
        <p:nvSpPr>
          <p:cNvPr id="4" name="S06-card36"/>
          <p:cNvSpPr/>
          <p:nvPr/>
        </p:nvSpPr>
        <p:spPr>
          <a:xfrm>
            <a:off x="6813652" y="2011680"/>
            <a:ext cx="4826660" cy="4206240"/>
          </a:xfrm>
          <a:prstGeom prst="roundRect">
            <a:avLst>
              <a:gd name="adj" fmla="val 260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6-cardtext37"/>
          <p:cNvSpPr txBox="1"/>
          <p:nvPr/>
        </p:nvSpPr>
        <p:spPr>
          <a:xfrm>
            <a:off x="7087972" y="2148840"/>
            <a:ext cx="42780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하루에 할 수 있어요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언제·무엇이 들어 있어요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내가 고른 목표예요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△일 때 방법을 말했어요</a:t>
            </a:r>
            <a:endParaRPr lang="ko-KR" sz="3200" dirty="0"/>
          </a:p>
        </p:txBody>
      </p:sp>
      <p:sp>
        <p:nvSpPr>
          <p:cNvPr id="6" name="S06-stepno38"/>
          <p:cNvSpPr txBox="1"/>
          <p:nvPr/>
        </p:nvSpPr>
        <p:spPr>
          <a:xfrm>
            <a:off x="548640" y="27706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06-text39"/>
          <p:cNvSpPr txBox="1"/>
          <p:nvPr/>
        </p:nvSpPr>
        <p:spPr>
          <a:xfrm>
            <a:off x="1325880" y="277063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하고 싶은 일을 떠올려요.</a:t>
            </a:r>
            <a:endParaRPr lang="ko-KR" sz="3200" dirty="0"/>
          </a:p>
        </p:txBody>
      </p:sp>
      <p:sp>
        <p:nvSpPr>
          <p:cNvPr id="8" name="S06-stepno40"/>
          <p:cNvSpPr txBox="1"/>
          <p:nvPr/>
        </p:nvSpPr>
        <p:spPr>
          <a:xfrm>
            <a:off x="548640" y="34838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06-text41"/>
          <p:cNvSpPr txBox="1"/>
          <p:nvPr/>
        </p:nvSpPr>
        <p:spPr>
          <a:xfrm>
            <a:off x="1325880" y="348386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작게, 또렷하게 정해요.</a:t>
            </a:r>
            <a:endParaRPr lang="ko-KR" sz="3200" dirty="0"/>
          </a:p>
        </p:txBody>
      </p:sp>
      <p:sp>
        <p:nvSpPr>
          <p:cNvPr id="10" name="S06-stepno42"/>
          <p:cNvSpPr txBox="1"/>
          <p:nvPr/>
        </p:nvSpPr>
        <p:spPr>
          <a:xfrm>
            <a:off x="548640" y="41970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06-text43"/>
          <p:cNvSpPr txBox="1"/>
          <p:nvPr/>
        </p:nvSpPr>
        <p:spPr>
          <a:xfrm>
            <a:off x="1325880" y="419709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△일 때 쓸 방법을 정해요.</a:t>
            </a:r>
            <a:endParaRPr lang="ko-KR" sz="3200" dirty="0"/>
          </a:p>
        </p:txBody>
      </p:sp>
      <p:sp>
        <p:nvSpPr>
          <p:cNvPr id="12" name="S06-stepno44"/>
          <p:cNvSpPr txBox="1"/>
          <p:nvPr/>
        </p:nvSpPr>
        <p:spPr>
          <a:xfrm>
            <a:off x="548640" y="49103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3" name="S06-text45"/>
          <p:cNvSpPr txBox="1"/>
          <p:nvPr/>
        </p:nvSpPr>
        <p:spPr>
          <a:xfrm>
            <a:off x="1325880" y="491032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밤마다 ○나 △를 표시해요.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07-card46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07-cardtext47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작고 또렷한 목표 하나, 밤마다 돌아봐요.</a:t>
            </a:r>
            <a:endParaRPr lang="ko-KR" sz="3200" dirty="0"/>
          </a:p>
        </p:txBody>
      </p:sp>
      <p:sp>
        <p:nvSpPr>
          <p:cNvPr id="5" name="S07-chip48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다시 해 볼 방법 찾기</a:t>
            </a:r>
            <a:endParaRPr lang="ko-KR" sz="2600" dirty="0"/>
          </a:p>
        </p:txBody>
      </p:sp>
      <p:sp>
        <p:nvSpPr>
          <p:cNvPr id="6" name="S07-chip49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못 한 날 나를 탓하기</a:t>
            </a:r>
            <a:endParaRPr lang="ko-KR" sz="2600" dirty="0"/>
          </a:p>
        </p:txBody>
      </p:sp>
      <p:sp>
        <p:nvSpPr>
          <p:cNvPr id="7" name="S07-text50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07-text51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좋은 하루 목표의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두 가지</a:t>
            </a:r>
            <a:endParaRPr lang="ko-KR" sz="2600" dirty="0"/>
          </a:p>
        </p:txBody>
      </p:sp>
      <p:sp>
        <p:nvSpPr>
          <p:cNvPr id="9" name="S07-text52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내 표의 ○는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개였나요?</a:t>
            </a:r>
            <a:endParaRPr lang="ko-KR" sz="2600" dirty="0"/>
          </a:p>
        </p:txBody>
      </p:sp>
      <p:sp>
        <p:nvSpPr>
          <p:cNvPr id="10" name="S07-text53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도움이 된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방법 하나</a:t>
            </a:r>
            <a:endParaRPr lang="ko-KR" sz="2600" dirty="0"/>
          </a:p>
        </p:txBody>
      </p:sp>
      <p:sp>
        <p:nvSpPr>
          <p:cNvPr id="11" name="S07-text54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잘하는 일 찾기(2학년)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나의 하루</a:t>
            </a:r>
            <a:endParaRPr lang="ko-KR" sz="4400" dirty="0"/>
          </a:p>
        </p:txBody>
      </p:sp>
      <p:sp>
        <p:nvSpPr>
          <p:cNvPr id="3" name="S08-text5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하루는 이렇게 흘러가요.</a:t>
            </a:r>
            <a:endParaRPr lang="ko-KR" sz="3200" dirty="0"/>
          </a:p>
        </p:txBody>
      </p:sp>
      <p:sp>
        <p:nvSpPr>
          <p:cNvPr id="4" name="S08-card5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5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‘언제’를 정하면 잊지 않아요.</a:t>
            </a:r>
            <a:endParaRPr lang="ko-KR" sz="3200" dirty="0"/>
          </a:p>
        </p:txBody>
      </p:sp>
      <p:sp>
        <p:nvSpPr>
          <p:cNvPr id="6" name="S08-step58"/>
          <p:cNvSpPr txBox="1"/>
          <p:nvPr/>
        </p:nvSpPr>
        <p:spPr>
          <a:xfrm>
            <a:off x="548640" y="2788920"/>
            <a:ext cx="2464308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아침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세수하기</a:t>
            </a:r>
            <a:endParaRPr lang="ko-KR" sz="2800" dirty="0"/>
          </a:p>
        </p:txBody>
      </p:sp>
      <p:sp>
        <p:nvSpPr>
          <p:cNvPr id="7" name="S08-line59"/>
          <p:cNvSpPr/>
          <p:nvPr/>
        </p:nvSpPr>
        <p:spPr>
          <a:xfrm>
            <a:off x="3067812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8" name="S08-step60"/>
          <p:cNvSpPr txBox="1"/>
          <p:nvPr/>
        </p:nvSpPr>
        <p:spPr>
          <a:xfrm>
            <a:off x="3424428" y="2788920"/>
            <a:ext cx="2464308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낮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 가기</a:t>
            </a:r>
            <a:endParaRPr lang="ko-KR" sz="2800" dirty="0"/>
          </a:p>
        </p:txBody>
      </p:sp>
      <p:sp>
        <p:nvSpPr>
          <p:cNvPr id="9" name="S08-line61"/>
          <p:cNvSpPr/>
          <p:nvPr/>
        </p:nvSpPr>
        <p:spPr>
          <a:xfrm>
            <a:off x="5943600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0" name="S08-step62"/>
          <p:cNvSpPr txBox="1"/>
          <p:nvPr/>
        </p:nvSpPr>
        <p:spPr>
          <a:xfrm>
            <a:off x="6300216" y="2788920"/>
            <a:ext cx="2464308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저녁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밥 먹기</a:t>
            </a:r>
            <a:endParaRPr lang="ko-KR" sz="2800" dirty="0"/>
          </a:p>
        </p:txBody>
      </p:sp>
      <p:sp>
        <p:nvSpPr>
          <p:cNvPr id="11" name="S08-line63"/>
          <p:cNvSpPr/>
          <p:nvPr/>
        </p:nvSpPr>
        <p:spPr>
          <a:xfrm>
            <a:off x="8819388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2" name="S08-step64"/>
          <p:cNvSpPr txBox="1"/>
          <p:nvPr/>
        </p:nvSpPr>
        <p:spPr>
          <a:xfrm>
            <a:off x="9176004" y="2788920"/>
            <a:ext cx="2464308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밤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잠자기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진로·직업 하루 목표</dc:title>
  <dc:subject>KR22-G01-CAR-GOAL-L01</dc:subject>
  <dc:creator>education-ppt</dc:creator>
  <cp:lastModifiedBy>education-ppt</cp:lastModifiedBy>
  <cp:revision>1</cp:revision>
  <dcterms:created xsi:type="dcterms:W3CDTF">2026-10-26T09:47:53Z</dcterms:created>
  <dcterms:modified xsi:type="dcterms:W3CDTF">2026-10-26T09:47:53Z</dcterms:modified>
</cp:coreProperties>
</file>