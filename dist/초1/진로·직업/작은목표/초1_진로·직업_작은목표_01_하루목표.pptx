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599668f-397e-e532-c00e-76a6b10ba08b}">
          <p14:sldIdLst>
            <p14:sldId id="256"/>
            <p14:sldId id="257"/>
          </p14:sldIdLst>
        </p14:section>
        <p14:section name="개념" id="{1832fda2-4d6e-dcb3-b0b5-5902a5a50210}">
          <p14:sldIdLst>
            <p14:sldId id="258"/>
          </p14:sldIdLst>
        </p14:section>
        <p14:section name="연습" id="{d98d8ae1-331d-96f3-effc-37215952f2c5}">
          <p14:sldIdLst>
            <p14:sldId id="259"/>
            <p14:sldId id="260"/>
          </p14:sldIdLst>
        </p14:section>
        <p14:section name="확인" id="{3969757d-97c4-6f6a-f09d-1bf5f6a8902c}">
          <p14:sldIdLst>
            <p14:sldId id="261"/>
          </p14:sldIdLst>
        </p14:section>
        <p14:section name="정리" id="{976bdfab-b89c-f08c-3247-c096a82de0fe}">
          <p14:sldIdLst>
            <p14:sldId id="262"/>
          </p14:sldIdLst>
        </p14:section>
        <p14:section name="보충" id="{bb6bf309-cd64-c12f-3203-4bf7698997b8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오늘은 하루에 해낼 작은 목표를 정하고, 일주일 동안 표에 표시하며 돌아본다고 알립니다.
시간: 약 2분
이렇게 말해 보세요
- “오늘 하루 동안 ‘이건 꼭 해내고 싶다!’ 하는 일이 있어?”
- “오늘은 매일 할 작은 목표를 하나 정하고, 밤마다 표에 표시해 볼 거야. 그림 속 △는 ‘다시 해 볼래요’라는 뜻이야. 못 한 날도 괜찮아.”
예상 답
- “레고 다 만들기요.” / “몰라요.”
주의
- 이 차시는 화면보다 실제 실천이 중심입니다. 수업이 끝난 뒤 일주일 동안 밤마다 1분씩 표를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확인(하루의 때와 할 일 말하기)]
목적: 아침·저녁·자기 전처럼 하루의 때를 나타내는 말과 그때 하는 일을 말할 수 있는지 확인합니다. 목표에 ‘언제’를 붙이려면 이 말이 필요합니다. 이 차시는 계획상 앞 차시가 없습니다.
시간: 약 3분
이렇게 말해 보세요
- “아침에 일어나면 무엇을 해?”
- “잠자기 전에는?”
예상 답
- ① “세수해요.” / “밥 먹어요.” / “옷 입어요.”
- ② “이 닦아요.” / “책 읽어요.” / “잠옷 입어요.”
정답
- 그때 하는 일을 한 가지 이상 말하면 맞습니다.
막히면
- “아침에 이 닦아? 저녁에 닦아?”처럼 둘 중에 고르게 합니다.
- 하루의 때를 섞어 말하면 S08(보충)을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좋은 하루 목표와 돌아보기]
목적: 하루 목표는 작고 또렷하게 정하고, 밤에 ○나 △로 돌아본다는 것을 알려 줍니다.
시간: 약 6분
이렇게 말해 보세요
- “하루 목표는 작아야 해. 오늘 할 수 있는 일이어야 하거든. ‘책 열 권’은 너무 크지?”
- “또 또렷해야 해. ‘저녁 먹고 책 한 권 읽기’처럼 언제, 무엇을 할지 말하면 했는지 바로 알 수 있어.”
- “밤에는 표에 표시해. 했으면 ○, 못 했거나 조금만 했으면 △. △는 ‘다시 해 볼래요’라는 뜻이야. 틀린 게 아니야.”
예상 답
- “△도 괜찮아요?” / “나는 블록 정리할래요.”
막히면
- 카드 하나씩 엄마(아빠)의 예로 설명합니다. “엄마 목표는 ‘아침 먹고 물 한 컵 마시기’야. 작고, 또렷하지?”
주의
- ×를 쓰지 않습니다. 못 한 날도 돌아보면 잘한 것이라는 뜻에서 △를 씁니다(M3).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흐릿한 목표와 또렷한 목표 비교]
목적: 흐릿한 목표와 또렷한 목표를 비교해, 했는지 알 수 있는 목표가 무엇인지 판단합니다(M1).
시간: 약 5분
이렇게 말해 보세요
- “밤이 되었어. 서아는 오늘 목표를 했을까? 도윤이는?”
- “서아 목표를 도윤이처럼 바꿔 볼까? 무엇을 하면 착한 어린이일까?”
정답
- 나. 언제(저녁 먹고), 무엇을(신발 정리) 할지 또렷해서 밤에 했는지 바로 알 수 있습니다.
- 가는 마음은 좋지만 무엇을 하는지 알 수 없습니다. “동생에게 장난감 빌려주기”, “아침에 ‘고마워요’ 말하기”처럼 행동으로 바꾸면 좋습니다.
막히면
- “서아가 오늘 착한 어린이였는지 어떻게 알 수 있을까?” 하고 물어 줍니다.
- 너무 큰 목표(M2)도 함께 다룹니다. “‘하루에 책 열 권 읽기’는 어때? 오늘 할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못 한 날 돌아보는 말 비교]
목적: 못 한 날 나를 탓하는 말과, 무엇이 어려웠는지 알고 다음 방법을 찾는 말을 비교합니다(M3).
시간: 약 5분
이렇게 말해 보세요
- “도윤이는 오늘 △야. 가처럼 말하면 내일은 어떻게 될까? 나처럼 말하면?”
- “못 한 날 너라면 어떤 방법을 쓸 것 같아?”
정답
- 나. 무엇이 어려웠는지(깜빡함) 알고, 내일 쓸 방법(쪽지 붙이기)을 정했습니다.
- 가처럼 속상한 마음이 드는 것은 괜찮습니다. 하지만 나를 탓하기만 하면 다음 방법이 생기지 않습니다.
막히면
- 엄마(아빠)의 예를 들려줍니다. “엄마도 물 마시기를 잊은 날이 있었어. 그래서 컵을 식탁에 꺼내 두었더니 잊지 않았어.”
주의
- 아이가 △를 받은 날에 “왜 안 했어?”보다 “무엇이 어려웠어?”라고 묻습니다. 이 물음이 돌아보기의 본보기가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내 하루 목표 정하기와 실천표 준비]
목적: 아이가 스스로 일주일 동안 매일 할 하루 목표를 정하고(A), 못 한 날 쓸 방법을 미리 정합니다(B). 실천표는 오늘 밤부터 씁니다.
시간: 약 15분
이렇게 말해 보세요
- “이번 주에 매일 해 보고 싶은 일 하나를 정해 볼까? 네가 하고 싶은 걸로 골라.”
- “그건 하루에 할 수 있어? 언제 할 거야?” (활동지 2에 언제·무엇을 씁니다.)
- “만약 깜빡하거나 하기 싫은 날이 오면 어떤 방법을 써 볼까?” (활동지 4)
- “표를 어디에 붙여 둘까? 밤마다 같이 표시하자.”
예상 답
- “저녁 먹고 그림책 한 권 읽기.” / “아침에 이불 개기.” / “자기 전에 가방 싸기.”
- △일 때 방법: “엄마가 한 번 알려 주기.” / “쪽지 붙이기.” / “좀 더 쉬운 걸로 바꾸기.”
정답
- 관찰 기준 앞의 세 가지를 지키면 목표 A 확인 완료입니다.
- 목표 B는 넷째 기준(△일 때 방법 말하기)과, 오늘 밤 처음 표시할 때 스스로 ○나 △를 고르고 한마디 하는지로 확인합니다. 일주일 뒤 활동지 5·6으로 함께 돌아봅니다.
막히면
- 고르기 어려우면 두세 가지를 보여 주고 고르게 합니다(이불 개기, 다 마신 컵 개수대에 두기, 그림책 한 권 읽기).
- 목표가 크면(M2) “열 권 → 한 권”처럼 줄이고, 흐릿하면(M1) “무엇을 하면 돼?” 하고 행동으로 바꾸게 합니다.
주의
- 목표는 아이가 고릅니다. 부모가 바라는 일(공부 더 하기 등)을 정해 주지 않습니다.
- ○ 개수로 상이나 벌을 주지 않습니다. 밤마다 같은 때에 1분만 함께 표를 보고, 잘한 점을 먼저 말해 줍니다.
- 목표가 너무 어렵다고 드러나면 주 중간에 바꿔도 됩니다. 바꾼 것도 좋은 돌아보기입니다.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정리와 다음 학습]
목적: 오늘 배운 것을 정리하고, 일주일 뒤(또는 다음 수업 첫 5분)에 실천표를 보며 돌아볼 것을 알려 줍니다.
시간: 약 3분
이렇게 말해 보세요
- “좋은 하루 목표는 어떻게 정한다고 했지? 못 한 날에는 어떻게 하기로 했어?”
예상 답
- “작게, 언제 무엇을 할지 정해요. 못 하면 다음 방법을 찾아요.”
정답
- ① 작게(하루에 할 수 있게), 또렷하게(언제·무엇을) ② 실천표를 보고 세면 맞음(개수는 평가하지 않음) ③ 아이가 써 본 방법 한 가지(쪽지, 알람, 엄마가 알려 주기 등)
주의
- 계획상 이 차시 바로 뒤에는 환경 ‘주변 생물 관찰과 보호’가 있습니다. 같은 갈래(진로)의 다음 차시는 2학년 ‘잘하는 일 찾기’입니다.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보충(하루의 때를 나타내는 말)]
목적: S02에서 하루의 때를 섞어 말하면, 아침·낮·저녁·밤의 차례와 그때 하는 일을 연결해 봅니다. 목표에 ‘언제’를 붙이는 바탕이 됩니다.
시간: 약 5분
이렇게 말해 보세요
- “아침에는 무엇을 하지? 세수! 낮에는? 저녁에는?”
- “이 닦기는 언제 해? 아침이랑 밤에 하지?”
- “네가 매일 하는 일 하나를 골라서 ‘언제’를 붙여 말해 볼래? ‘밤에 잠옷 입기’처럼.”
정답
- 하루의 때와 그때 하는 일을 알맞게 짝지어 말하면 맞습니다.
막히면
- 오늘 하루를 실제로 떠올리며 “아침밥 먹고 나서 무엇을 했어?”처럼 차례대로 묻습니다.
- 이 차시는 계획상 앞 차시가 없습니다. 하루의 차례 말하기가 계속 어려우면 사회 ‘나의 하루’를 먼저 함께 하면 좋습니다.
주의
- 보충이 오래 걸리면 오늘은 여기까지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진로·직업 · 작은목표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진로·직업 · 하루 목표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진로·직업 · 하루 목표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진로·직업 · 하루 목표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목표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하루, 무엇을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해내고 싶나요?</a:t>
            </a:r>
            <a:endParaRPr lang="ko-KR" sz="32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590548"/>
          <a:ext cx="3931920" cy="914400"/>
        </p:xfrm>
        <a:graphic>
          <a:graphicData uri="http://schemas.openxmlformats.org/drawingml/2006/table">
            <a:tbl>
              <a:tblPr/>
              <a:tblGrid>
                <a:gridCol w="1310640"/>
                <a:gridCol w="1310640"/>
                <a:gridCol w="131064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하루 목표를 하나 정해요.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했는지 돌아보고 표시해요.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무엇을 해요?</a:t>
            </a:r>
            <a:endParaRPr lang="ko-KR" sz="44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하루를 말해요.</a:t>
            </a:r>
            <a:endParaRPr lang="ko-KR" sz="3200" dirty="0"/>
          </a:p>
        </p:txBody>
      </p:sp>
      <p:sp>
        <p:nvSpPr>
          <p:cNvPr id="4" name="S02-card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“아침에 ○○ 해요.”처럼 말해요.</a:t>
            </a:r>
            <a:endParaRPr lang="ko-KR" sz="32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아침에 일어나서 무엇을 해요?</a:t>
            </a:r>
            <a:endParaRPr lang="ko-KR" sz="32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잠자기 전에 무엇을 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하루 목표</a:t>
            </a:r>
            <a:endParaRPr lang="ko-KR" sz="4400" dirty="0"/>
          </a:p>
        </p:txBody>
      </p:sp>
      <p:sp>
        <p:nvSpPr>
          <p:cNvPr id="3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“저녁 먹고 책 한 권 읽기”</a:t>
            </a:r>
            <a:endParaRPr lang="ko-KR" sz="3200" dirty="0"/>
          </a:p>
        </p:txBody>
      </p:sp>
      <p:sp>
        <p:nvSpPr>
          <p:cNvPr id="5" name="S03-card13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4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하루에 할 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일</a:t>
            </a:r>
            <a:endParaRPr lang="ko-KR" sz="3200" dirty="0"/>
          </a:p>
        </p:txBody>
      </p:sp>
      <p:sp>
        <p:nvSpPr>
          <p:cNvPr id="7" name="S03-card15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6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또렷하게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무엇을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할지 말해요</a:t>
            </a:r>
            <a:endParaRPr lang="ko-KR" sz="3200" dirty="0"/>
          </a:p>
        </p:txBody>
      </p:sp>
      <p:sp>
        <p:nvSpPr>
          <p:cNvPr id="9" name="S03-card17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8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다시 해 볼래요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목표가 좋을까요?</a:t>
            </a:r>
            <a:endParaRPr lang="ko-KR" sz="4400" dirty="0"/>
          </a:p>
        </p:txBody>
      </p:sp>
      <p:sp>
        <p:nvSpPr>
          <p:cNvPr id="3" name="S04-card1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서아와 도윤이가 하루 목표를 정했어요.</a:t>
            </a:r>
            <a:endParaRPr lang="ko-KR" sz="3200" dirty="0"/>
          </a:p>
        </p:txBody>
      </p:sp>
      <p:sp>
        <p:nvSpPr>
          <p:cNvPr id="5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했는지 알 수 있는 목표는 어느 쪽일까요?</a:t>
            </a:r>
            <a:endParaRPr lang="ko-KR" sz="3200" dirty="0"/>
          </a:p>
        </p:txBody>
      </p:sp>
      <p:sp>
        <p:nvSpPr>
          <p:cNvPr id="7" name="S04-chip2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 서아</a:t>
            </a:r>
            <a:endParaRPr lang="ko-KR" sz="2600" dirty="0"/>
          </a:p>
        </p:txBody>
      </p:sp>
      <p:sp>
        <p:nvSpPr>
          <p:cNvPr id="8" name="S04-text2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“착한 어린이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되기”</a:t>
            </a:r>
            <a:endParaRPr lang="ko-KR" sz="3200" dirty="0"/>
          </a:p>
        </p:txBody>
      </p:sp>
      <p:sp>
        <p:nvSpPr>
          <p:cNvPr id="9" name="S04-chip2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 도윤</a:t>
            </a:r>
            <a:endParaRPr lang="ko-KR" sz="2600" dirty="0"/>
          </a:p>
        </p:txBody>
      </p:sp>
      <p:sp>
        <p:nvSpPr>
          <p:cNvPr id="10" name="S04-text2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“저녁 먹고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정리하기”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돌아볼까요?</a:t>
            </a:r>
            <a:endParaRPr lang="ko-KR" sz="4400" dirty="0"/>
          </a:p>
        </p:txBody>
      </p:sp>
      <p:sp>
        <p:nvSpPr>
          <p:cNvPr id="3" name="S05-card2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도윤이가 깜빡하고 신발 정리를 못 했어요.</a:t>
            </a:r>
            <a:endParaRPr lang="ko-KR" sz="3200" dirty="0"/>
          </a:p>
        </p:txBody>
      </p:sp>
      <p:sp>
        <p:nvSpPr>
          <p:cNvPr id="5" name="S05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말이 내일 도움이 될까요?</a:t>
            </a:r>
            <a:endParaRPr lang="ko-KR" sz="3200" dirty="0"/>
          </a:p>
        </p:txBody>
      </p:sp>
      <p:sp>
        <p:nvSpPr>
          <p:cNvPr id="7" name="S05-chip3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5-text3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“또 못 했어.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안 돼.”</a:t>
            </a:r>
            <a:endParaRPr lang="ko-KR" sz="3200" dirty="0"/>
          </a:p>
        </p:txBody>
      </p:sp>
      <p:sp>
        <p:nvSpPr>
          <p:cNvPr id="9" name="S05-chip3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5-text3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“깜빡했어.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내일은 현관에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쪽지를 붙일래.”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하루 목표 정하기</a:t>
            </a:r>
            <a:endParaRPr lang="ko-KR" sz="4400" dirty="0"/>
          </a:p>
        </p:txBody>
      </p:sp>
      <p:sp>
        <p:nvSpPr>
          <p:cNvPr id="3" name="S06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실천표에 써요.</a:t>
            </a:r>
            <a:endParaRPr lang="ko-KR" sz="3200" dirty="0"/>
          </a:p>
        </p:txBody>
      </p:sp>
      <p:sp>
        <p:nvSpPr>
          <p:cNvPr id="4" name="S06-card36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37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하루에 할 수 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언제·무엇이 들어 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내가 고른 목표예요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△일 때 방법을 말했어요</a:t>
            </a:r>
            <a:endParaRPr lang="ko-KR" sz="3200" dirty="0"/>
          </a:p>
        </p:txBody>
      </p:sp>
      <p:sp>
        <p:nvSpPr>
          <p:cNvPr id="6" name="S06-stepno38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39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싶은 일을 떠올려요.</a:t>
            </a:r>
            <a:endParaRPr lang="ko-KR" sz="3200" dirty="0"/>
          </a:p>
        </p:txBody>
      </p:sp>
      <p:sp>
        <p:nvSpPr>
          <p:cNvPr id="8" name="S06-stepno40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41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작게, 또렷하게 정해요.</a:t>
            </a:r>
            <a:endParaRPr lang="ko-KR" sz="3200" dirty="0"/>
          </a:p>
        </p:txBody>
      </p:sp>
      <p:sp>
        <p:nvSpPr>
          <p:cNvPr id="10" name="S06-stepno42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43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△일 때 쓸 방법을 정해요.</a:t>
            </a:r>
            <a:endParaRPr lang="ko-KR" sz="3200" dirty="0"/>
          </a:p>
        </p:txBody>
      </p:sp>
      <p:sp>
        <p:nvSpPr>
          <p:cNvPr id="12" name="S06-stepno44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6-text45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밤마다 ○나 △를 표시해요.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작고 또렷한 목표 하나, 밤마다 돌아봐요.</a:t>
            </a:r>
            <a:endParaRPr lang="ko-KR" sz="3200" dirty="0"/>
          </a:p>
        </p:txBody>
      </p:sp>
      <p:sp>
        <p:nvSpPr>
          <p:cNvPr id="5" name="S07-chip4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다시 해 볼 방법 찾기</a:t>
            </a:r>
            <a:endParaRPr lang="ko-KR" sz="2600" dirty="0"/>
          </a:p>
        </p:txBody>
      </p:sp>
      <p:sp>
        <p:nvSpPr>
          <p:cNvPr id="6" name="S07-chip4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못 한 날 나를 탓하기</a:t>
            </a:r>
            <a:endParaRPr lang="ko-KR" sz="2600" dirty="0"/>
          </a:p>
        </p:txBody>
      </p:sp>
      <p:sp>
        <p:nvSpPr>
          <p:cNvPr id="7" name="S07-text5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5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좋은 하루 목표의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두 가지</a:t>
            </a:r>
            <a:endParaRPr lang="ko-KR" sz="2600" dirty="0"/>
          </a:p>
        </p:txBody>
      </p:sp>
      <p:sp>
        <p:nvSpPr>
          <p:cNvPr id="9" name="S07-text5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내 표의 ○는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개였나요?</a:t>
            </a:r>
            <a:endParaRPr lang="ko-KR" sz="2600" dirty="0"/>
          </a:p>
        </p:txBody>
      </p:sp>
      <p:sp>
        <p:nvSpPr>
          <p:cNvPr id="10" name="S07-text5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도움이 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하나</a:t>
            </a:r>
            <a:endParaRPr lang="ko-KR" sz="2600" dirty="0"/>
          </a:p>
        </p:txBody>
      </p:sp>
      <p:sp>
        <p:nvSpPr>
          <p:cNvPr id="11" name="S07-text5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잘하는 일 찾기(2학년)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나의 하루</a:t>
            </a:r>
            <a:endParaRPr lang="ko-KR" sz="4400" dirty="0"/>
          </a:p>
        </p:txBody>
      </p:sp>
      <p:sp>
        <p:nvSpPr>
          <p:cNvPr id="3" name="S08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하루는 이렇게 흘러가요.</a:t>
            </a:r>
            <a:endParaRPr lang="ko-KR" sz="3200" dirty="0"/>
          </a:p>
        </p:txBody>
      </p:sp>
      <p:sp>
        <p:nvSpPr>
          <p:cNvPr id="4" name="S08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‘언제’를 정하면 잊지 않아요.</a:t>
            </a:r>
            <a:endParaRPr lang="ko-KR" sz="3200" dirty="0"/>
          </a:p>
        </p:txBody>
      </p:sp>
      <p:sp>
        <p:nvSpPr>
          <p:cNvPr id="6" name="S08-step58"/>
          <p:cNvSpPr txBox="1"/>
          <p:nvPr/>
        </p:nvSpPr>
        <p:spPr>
          <a:xfrm>
            <a:off x="548640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세수하기</a:t>
            </a:r>
            <a:endParaRPr lang="ko-KR" sz="2800" dirty="0"/>
          </a:p>
        </p:txBody>
      </p:sp>
      <p:sp>
        <p:nvSpPr>
          <p:cNvPr id="7" name="S08-line59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60"/>
          <p:cNvSpPr txBox="1"/>
          <p:nvPr/>
        </p:nvSpPr>
        <p:spPr>
          <a:xfrm>
            <a:off x="3424428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가기</a:t>
            </a:r>
            <a:endParaRPr lang="ko-KR" sz="2800" dirty="0"/>
          </a:p>
        </p:txBody>
      </p:sp>
      <p:sp>
        <p:nvSpPr>
          <p:cNvPr id="9" name="S08-line61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62"/>
          <p:cNvSpPr txBox="1"/>
          <p:nvPr/>
        </p:nvSpPr>
        <p:spPr>
          <a:xfrm>
            <a:off x="6300216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먹기</a:t>
            </a:r>
            <a:endParaRPr lang="ko-KR" sz="2800" dirty="0"/>
          </a:p>
        </p:txBody>
      </p:sp>
      <p:sp>
        <p:nvSpPr>
          <p:cNvPr id="11" name="S08-line63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8-step64"/>
          <p:cNvSpPr txBox="1"/>
          <p:nvPr/>
        </p:nvSpPr>
        <p:spPr>
          <a:xfrm>
            <a:off x="9176004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진로·직업 하루 목표</dc:title>
  <dc:subject>KR22-G01-CAR-GOAL-L01</dc:subject>
  <dc:creator>education-ppt</dc:creator>
  <cp:lastModifiedBy>education-ppt</cp:lastModifiedBy>
  <cp:revision>1</cp:revision>
  <dcterms:created xsi:type="dcterms:W3CDTF">2026-10-26T09:58:14Z</dcterms:created>
  <dcterms:modified xsi:type="dcterms:W3CDTF">2026-10-26T09:58:14Z</dcterms:modified>
</cp:coreProperties>
</file>