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7793c22-fdc9-712c-9a0c-1f9b8e8034f8}">
          <p14:sldIdLst>
            <p14:sldId id="256"/>
            <p14:sldId id="257"/>
          </p14:sldIdLst>
        </p14:section>
        <p14:section name="개념" id="{db5e7d9f-daa6-8f04-ded1-c6ec5bfb668d}">
          <p14:sldIdLst>
            <p14:sldId id="258"/>
            <p14:sldId id="259"/>
            <p14:sldId id="260"/>
            <p14:sldId id="261"/>
          </p14:sldIdLst>
        </p14:section>
        <p14:section name="연습" id="{6b3c7f34-b0ee-c98d-105b-b7a80c391c7e}">
          <p14:sldIdLst>
            <p14:sldId id="262"/>
            <p14:sldId id="263"/>
            <p14:sldId id="264"/>
          </p14:sldIdLst>
        </p14:section>
        <p14:section name="확인" id="{6c1cf764-5cda-80a2-373a-904011a2db43}">
          <p14:sldIdLst>
            <p14:sldId id="265"/>
            <p14:sldId id="266"/>
          </p14:sldIdLst>
        </p14:section>
        <p14:section name="정리" id="{4fb3a33f-df29-ad00-7a80-fbd0d74f6106}">
          <p14:sldIdLst>
            <p14:sldId id="267"/>
          </p14:sldIdLst>
        </p14:section>
        <p14:section name="보충" id="{a487c215-e4ca-9868-c7ad-453808200a9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몇째인지 알기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셋째는 무엇이 다를까?</a:t>
            </a:r>
            <a:endParaRPr lang="ko-KR" sz="3200" dirty="0"/>
          </a:p>
        </p:txBody>
      </p:sp>
      <p:sp>
        <p:nvSpPr>
          <p:cNvPr id="4" name="S01-figure1" descr="circle"/>
          <p:cNvSpPr/>
          <p:nvPr/>
        </p:nvSpPr>
        <p:spPr>
          <a:xfrm>
            <a:off x="7791054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circle"/>
          <p:cNvSpPr/>
          <p:nvPr/>
        </p:nvSpPr>
        <p:spPr>
          <a:xfrm>
            <a:off x="8577438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9363822" y="1751442"/>
            <a:ext cx="566196" cy="566196"/>
          </a:xfrm>
          <a:prstGeom prst="ellips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figure4" descr="circle"/>
          <p:cNvSpPr/>
          <p:nvPr/>
        </p:nvSpPr>
        <p:spPr>
          <a:xfrm>
            <a:off x="10150206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1-figure5" descr="circle"/>
          <p:cNvSpPr/>
          <p:nvPr/>
        </p:nvSpPr>
        <p:spPr>
          <a:xfrm>
            <a:off x="10936590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첫째, 둘째…로 순서를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셋과 셋째를 구별해요.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세어 봐요.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바로 앞의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섰어요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동물들이 왼쪽부터 줄을 섰어요.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첫째, 둘째, 셋째… 로 세요.</a:t>
            </a:r>
            <a:endParaRPr lang="ko-KR" sz="3200" dirty="0"/>
          </a:p>
        </p:txBody>
      </p:sp>
      <p:sp>
        <p:nvSpPr>
          <p:cNvPr id="6" name="S03-word17"/>
          <p:cNvSpPr txBox="1"/>
          <p:nvPr/>
        </p:nvSpPr>
        <p:spPr>
          <a:xfrm>
            <a:off x="548640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3600" dirty="0"/>
          </a:p>
        </p:txBody>
      </p:sp>
      <p:sp>
        <p:nvSpPr>
          <p:cNvPr id="7" name="S03-word18"/>
          <p:cNvSpPr txBox="1"/>
          <p:nvPr/>
        </p:nvSpPr>
        <p:spPr>
          <a:xfrm>
            <a:off x="2821838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3600" dirty="0"/>
          </a:p>
        </p:txBody>
      </p:sp>
      <p:sp>
        <p:nvSpPr>
          <p:cNvPr id="8" name="S03-word19"/>
          <p:cNvSpPr txBox="1"/>
          <p:nvPr/>
        </p:nvSpPr>
        <p:spPr>
          <a:xfrm>
            <a:off x="5095037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3600" dirty="0"/>
          </a:p>
        </p:txBody>
      </p:sp>
      <p:sp>
        <p:nvSpPr>
          <p:cNvPr id="9" name="S03-word20"/>
          <p:cNvSpPr txBox="1"/>
          <p:nvPr/>
        </p:nvSpPr>
        <p:spPr>
          <a:xfrm>
            <a:off x="7368235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3600" dirty="0"/>
          </a:p>
        </p:txBody>
      </p:sp>
      <p:sp>
        <p:nvSpPr>
          <p:cNvPr id="10" name="S03-word21"/>
          <p:cNvSpPr txBox="1"/>
          <p:nvPr/>
        </p:nvSpPr>
        <p:spPr>
          <a:xfrm>
            <a:off x="9641434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아홉째까지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수와 순서를 나타내는 말을 맞추어요.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‘하나째’가 아니라 첫째, ‘두째’가 아니라 둘째예요.</a:t>
            </a:r>
            <a:endParaRPr lang="ko-KR" sz="3200" dirty="0"/>
          </a:p>
        </p:txBody>
      </p:sp>
      <p:sp>
        <p:nvSpPr>
          <p:cNvPr id="6" name="S04-tile25"/>
          <p:cNvSpPr txBox="1"/>
          <p:nvPr/>
        </p:nvSpPr>
        <p:spPr>
          <a:xfrm>
            <a:off x="5486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04-label26"/>
          <p:cNvSpPr txBox="1"/>
          <p:nvPr/>
        </p:nvSpPr>
        <p:spPr>
          <a:xfrm>
            <a:off x="4480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2200" dirty="0"/>
          </a:p>
        </p:txBody>
      </p:sp>
      <p:sp>
        <p:nvSpPr>
          <p:cNvPr id="8" name="S04-tile27"/>
          <p:cNvSpPr txBox="1"/>
          <p:nvPr/>
        </p:nvSpPr>
        <p:spPr>
          <a:xfrm>
            <a:off x="18034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9" name="S04-label28"/>
          <p:cNvSpPr txBox="1"/>
          <p:nvPr/>
        </p:nvSpPr>
        <p:spPr>
          <a:xfrm>
            <a:off x="17028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2200" dirty="0"/>
          </a:p>
        </p:txBody>
      </p:sp>
      <p:sp>
        <p:nvSpPr>
          <p:cNvPr id="10" name="S04-tile29"/>
          <p:cNvSpPr txBox="1"/>
          <p:nvPr/>
        </p:nvSpPr>
        <p:spPr>
          <a:xfrm>
            <a:off x="30581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11" name="S04-label30"/>
          <p:cNvSpPr txBox="1"/>
          <p:nvPr/>
        </p:nvSpPr>
        <p:spPr>
          <a:xfrm>
            <a:off x="29575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2200" dirty="0"/>
          </a:p>
        </p:txBody>
      </p:sp>
      <p:sp>
        <p:nvSpPr>
          <p:cNvPr id="12" name="S04-tile31"/>
          <p:cNvSpPr txBox="1"/>
          <p:nvPr/>
        </p:nvSpPr>
        <p:spPr>
          <a:xfrm>
            <a:off x="43129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3" name="S04-label32"/>
          <p:cNvSpPr txBox="1"/>
          <p:nvPr/>
        </p:nvSpPr>
        <p:spPr>
          <a:xfrm>
            <a:off x="42123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2200" dirty="0"/>
          </a:p>
        </p:txBody>
      </p:sp>
      <p:sp>
        <p:nvSpPr>
          <p:cNvPr id="14" name="S04-tile33"/>
          <p:cNvSpPr txBox="1"/>
          <p:nvPr/>
        </p:nvSpPr>
        <p:spPr>
          <a:xfrm>
            <a:off x="556768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5" name="S04-label34"/>
          <p:cNvSpPr txBox="1"/>
          <p:nvPr/>
        </p:nvSpPr>
        <p:spPr>
          <a:xfrm>
            <a:off x="546709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2200" dirty="0"/>
          </a:p>
        </p:txBody>
      </p:sp>
      <p:sp>
        <p:nvSpPr>
          <p:cNvPr id="16" name="S04-tile35"/>
          <p:cNvSpPr txBox="1"/>
          <p:nvPr/>
        </p:nvSpPr>
        <p:spPr>
          <a:xfrm>
            <a:off x="68224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7" name="S04-label36"/>
          <p:cNvSpPr txBox="1"/>
          <p:nvPr/>
        </p:nvSpPr>
        <p:spPr>
          <a:xfrm>
            <a:off x="67218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여섯째</a:t>
            </a:r>
            <a:endParaRPr lang="ko-KR" sz="2200" dirty="0"/>
          </a:p>
        </p:txBody>
      </p:sp>
      <p:sp>
        <p:nvSpPr>
          <p:cNvPr id="18" name="S04-tile37"/>
          <p:cNvSpPr txBox="1"/>
          <p:nvPr/>
        </p:nvSpPr>
        <p:spPr>
          <a:xfrm>
            <a:off x="80772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9" name="S04-label38"/>
          <p:cNvSpPr txBox="1"/>
          <p:nvPr/>
        </p:nvSpPr>
        <p:spPr>
          <a:xfrm>
            <a:off x="79766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일곱째</a:t>
            </a:r>
            <a:endParaRPr lang="ko-KR" sz="2200" dirty="0"/>
          </a:p>
        </p:txBody>
      </p:sp>
      <p:sp>
        <p:nvSpPr>
          <p:cNvPr id="20" name="S04-tile39"/>
          <p:cNvSpPr txBox="1"/>
          <p:nvPr/>
        </p:nvSpPr>
        <p:spPr>
          <a:xfrm>
            <a:off x="93319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21" name="S04-label40"/>
          <p:cNvSpPr txBox="1"/>
          <p:nvPr/>
        </p:nvSpPr>
        <p:spPr>
          <a:xfrm>
            <a:off x="92313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여덟째</a:t>
            </a:r>
            <a:endParaRPr lang="ko-KR" sz="2200" dirty="0"/>
          </a:p>
        </p:txBody>
      </p:sp>
      <p:sp>
        <p:nvSpPr>
          <p:cNvPr id="22" name="S04-tile41"/>
          <p:cNvSpPr txBox="1"/>
          <p:nvPr/>
        </p:nvSpPr>
        <p:spPr>
          <a:xfrm>
            <a:off x="105867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4861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세면?</a:t>
            </a:r>
            <a:endParaRPr lang="ko-KR" sz="4400" dirty="0"/>
          </a:p>
        </p:txBody>
      </p:sp>
      <p:sp>
        <p:nvSpPr>
          <p:cNvPr id="3" name="S05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어디에서부터 세는지 먼저 봐요.</a:t>
            </a:r>
            <a:endParaRPr lang="ko-KR" sz="3200" dirty="0"/>
          </a:p>
        </p:txBody>
      </p:sp>
      <p:sp>
        <p:nvSpPr>
          <p:cNvPr id="5" name="S05-card4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왼쪽에서 둘째</a:t>
            </a:r>
            <a:endParaRPr lang="ko-KR" sz="3200" dirty="0"/>
          </a:p>
        </p:txBody>
      </p:sp>
      <p:sp>
        <p:nvSpPr>
          <p:cNvPr id="7" name="S05-card4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오른쪽에서 넷째</a:t>
            </a:r>
            <a:endParaRPr lang="ko-KR" sz="3200" dirty="0"/>
          </a:p>
        </p:txBody>
      </p:sp>
      <p:sp>
        <p:nvSpPr>
          <p:cNvPr id="9" name="S05-word49"/>
          <p:cNvSpPr txBox="1"/>
          <p:nvPr/>
        </p:nvSpPr>
        <p:spPr>
          <a:xfrm>
            <a:off x="548640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05-word50"/>
          <p:cNvSpPr txBox="1"/>
          <p:nvPr/>
        </p:nvSpPr>
        <p:spPr>
          <a:xfrm>
            <a:off x="2821838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05-word51"/>
          <p:cNvSpPr txBox="1"/>
          <p:nvPr/>
        </p:nvSpPr>
        <p:spPr>
          <a:xfrm>
            <a:off x="5095037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05-word52"/>
          <p:cNvSpPr txBox="1"/>
          <p:nvPr/>
        </p:nvSpPr>
        <p:spPr>
          <a:xfrm>
            <a:off x="7368235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3" name="S05-word53"/>
          <p:cNvSpPr txBox="1"/>
          <p:nvPr/>
        </p:nvSpPr>
        <p:spPr>
          <a:xfrm>
            <a:off x="9641434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</a:t>
            </a:r>
            <a:endParaRPr lang="ko-KR" sz="4400" dirty="0"/>
          </a:p>
        </p:txBody>
      </p:sp>
      <p:sp>
        <p:nvSpPr>
          <p:cNvPr id="3" name="S06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색칠했어요.</a:t>
            </a:r>
            <a:endParaRPr lang="ko-KR" sz="3200" dirty="0"/>
          </a:p>
        </p:txBody>
      </p:sp>
      <p:sp>
        <p:nvSpPr>
          <p:cNvPr id="4" name="S06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몇 개인지, 셋째는 몇 번째인지 말해요.</a:t>
            </a:r>
            <a:endParaRPr lang="ko-KR" sz="3200" dirty="0"/>
          </a:p>
        </p:txBody>
      </p:sp>
      <p:sp>
        <p:nvSpPr>
          <p:cNvPr id="6" name="S06-cell57"/>
          <p:cNvSpPr/>
          <p:nvPr/>
        </p:nvSpPr>
        <p:spPr>
          <a:xfrm>
            <a:off x="548640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58"/>
          <p:cNvSpPr/>
          <p:nvPr/>
        </p:nvSpPr>
        <p:spPr>
          <a:xfrm>
            <a:off x="1446276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cell59"/>
          <p:cNvSpPr/>
          <p:nvPr/>
        </p:nvSpPr>
        <p:spPr>
          <a:xfrm>
            <a:off x="2343912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60"/>
          <p:cNvSpPr/>
          <p:nvPr/>
        </p:nvSpPr>
        <p:spPr>
          <a:xfrm>
            <a:off x="3241548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61"/>
          <p:cNvSpPr/>
          <p:nvPr/>
        </p:nvSpPr>
        <p:spPr>
          <a:xfrm>
            <a:off x="413918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62"/>
          <p:cNvSpPr/>
          <p:nvPr/>
        </p:nvSpPr>
        <p:spPr>
          <a:xfrm>
            <a:off x="503682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3" descr="6칸 중 왼쪽부터 3칸 색칠"/>
          <p:cNvSpPr/>
          <p:nvPr/>
        </p:nvSpPr>
        <p:spPr>
          <a:xfrm>
            <a:off x="548640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label6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셋: 3개 모두</a:t>
            </a:r>
            <a:endParaRPr lang="ko-KR" sz="2600" dirty="0"/>
          </a:p>
        </p:txBody>
      </p:sp>
      <p:sp>
        <p:nvSpPr>
          <p:cNvPr id="14" name="S06-cell65"/>
          <p:cNvSpPr/>
          <p:nvPr/>
        </p:nvSpPr>
        <p:spPr>
          <a:xfrm>
            <a:off x="625449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66"/>
          <p:cNvSpPr/>
          <p:nvPr/>
        </p:nvSpPr>
        <p:spPr>
          <a:xfrm>
            <a:off x="7152132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67"/>
          <p:cNvSpPr/>
          <p:nvPr/>
        </p:nvSpPr>
        <p:spPr>
          <a:xfrm>
            <a:off x="8049768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68"/>
          <p:cNvSpPr/>
          <p:nvPr/>
        </p:nvSpPr>
        <p:spPr>
          <a:xfrm>
            <a:off x="894740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69"/>
          <p:cNvSpPr/>
          <p:nvPr/>
        </p:nvSpPr>
        <p:spPr>
          <a:xfrm>
            <a:off x="984504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70"/>
          <p:cNvSpPr/>
          <p:nvPr/>
        </p:nvSpPr>
        <p:spPr>
          <a:xfrm>
            <a:off x="1074267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figure71" descr="6칸 중 왼쪽에서 셋째 칸 하나만 색칠"/>
          <p:cNvSpPr/>
          <p:nvPr/>
        </p:nvSpPr>
        <p:spPr>
          <a:xfrm>
            <a:off x="6254496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7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셋째: 1개만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몇째일까요?</a:t>
            </a:r>
            <a:endParaRPr lang="ko-KR" sz="4400" dirty="0"/>
          </a:p>
        </p:txBody>
      </p:sp>
      <p:sp>
        <p:nvSpPr>
          <p:cNvPr id="3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왼쪽인지 오른쪽인지 먼저 봐요.</a:t>
            </a:r>
            <a:endParaRPr lang="ko-KR" sz="3200" dirty="0"/>
          </a:p>
        </p:txBody>
      </p:sp>
      <p:sp>
        <p:nvSpPr>
          <p:cNvPr id="5" name="S07-card75"/>
          <p:cNvSpPr/>
          <p:nvPr/>
        </p:nvSpPr>
        <p:spPr>
          <a:xfrm>
            <a:off x="548640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6"/>
          <p:cNvSpPr txBox="1"/>
          <p:nvPr/>
        </p:nvSpPr>
        <p:spPr>
          <a:xfrm>
            <a:off x="822960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셋째는?</a:t>
            </a:r>
            <a:endParaRPr lang="ko-KR" sz="3200" dirty="0"/>
          </a:p>
        </p:txBody>
      </p:sp>
      <p:sp>
        <p:nvSpPr>
          <p:cNvPr id="7" name="S07-card77"/>
          <p:cNvSpPr/>
          <p:nvPr/>
        </p:nvSpPr>
        <p:spPr>
          <a:xfrm>
            <a:off x="4322064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8"/>
          <p:cNvSpPr txBox="1"/>
          <p:nvPr/>
        </p:nvSpPr>
        <p:spPr>
          <a:xfrm>
            <a:off x="4596384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감은 왼쪽에서 몇째?</a:t>
            </a:r>
            <a:endParaRPr lang="ko-KR" sz="3200" dirty="0"/>
          </a:p>
        </p:txBody>
      </p:sp>
      <p:sp>
        <p:nvSpPr>
          <p:cNvPr id="9" name="S07-card79"/>
          <p:cNvSpPr/>
          <p:nvPr/>
        </p:nvSpPr>
        <p:spPr>
          <a:xfrm>
            <a:off x="8095488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80"/>
          <p:cNvSpPr txBox="1"/>
          <p:nvPr/>
        </p:nvSpPr>
        <p:spPr>
          <a:xfrm>
            <a:off x="8369808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오른쪽에서 둘째는?</a:t>
            </a:r>
            <a:endParaRPr lang="ko-KR" sz="3200" dirty="0"/>
          </a:p>
        </p:txBody>
      </p:sp>
      <p:sp>
        <p:nvSpPr>
          <p:cNvPr id="11" name="S07-word81"/>
          <p:cNvSpPr txBox="1"/>
          <p:nvPr/>
        </p:nvSpPr>
        <p:spPr>
          <a:xfrm>
            <a:off x="54864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2" name="S07-word82"/>
          <p:cNvSpPr txBox="1"/>
          <p:nvPr/>
        </p:nvSpPr>
        <p:spPr>
          <a:xfrm>
            <a:off x="2442972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3600" dirty="0"/>
          </a:p>
        </p:txBody>
      </p:sp>
      <p:sp>
        <p:nvSpPr>
          <p:cNvPr id="13" name="S07-word83"/>
          <p:cNvSpPr txBox="1"/>
          <p:nvPr/>
        </p:nvSpPr>
        <p:spPr>
          <a:xfrm>
            <a:off x="4337304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4" name="S07-word84"/>
          <p:cNvSpPr txBox="1"/>
          <p:nvPr/>
        </p:nvSpPr>
        <p:spPr>
          <a:xfrm>
            <a:off x="6231636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3600" dirty="0"/>
          </a:p>
        </p:txBody>
      </p:sp>
      <p:sp>
        <p:nvSpPr>
          <p:cNvPr id="15" name="S07-word85"/>
          <p:cNvSpPr txBox="1"/>
          <p:nvPr/>
        </p:nvSpPr>
        <p:spPr>
          <a:xfrm>
            <a:off x="8125968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6" name="S07-word86"/>
          <p:cNvSpPr txBox="1"/>
          <p:nvPr/>
        </p:nvSpPr>
        <p:spPr>
          <a:xfrm>
            <a:off x="1002030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옮겨요</a:t>
            </a:r>
            <a:endParaRPr lang="ko-KR" sz="4400" dirty="0"/>
          </a:p>
        </p:txBody>
      </p:sp>
      <p:sp>
        <p:nvSpPr>
          <p:cNvPr id="3" name="S08-card87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8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7개를 한 줄로</a:t>
            </a:r>
            <a:endParaRPr lang="ko-KR" sz="3200" dirty="0"/>
          </a:p>
        </p:txBody>
      </p:sp>
      <p:sp>
        <p:nvSpPr>
          <p:cNvPr id="5" name="S08-dot89"/>
          <p:cNvSpPr/>
          <p:nvPr/>
        </p:nvSpPr>
        <p:spPr>
          <a:xfrm>
            <a:off x="6688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8-dot90"/>
          <p:cNvSpPr/>
          <p:nvPr/>
        </p:nvSpPr>
        <p:spPr>
          <a:xfrm>
            <a:off x="7374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91"/>
          <p:cNvSpPr/>
          <p:nvPr/>
        </p:nvSpPr>
        <p:spPr>
          <a:xfrm>
            <a:off x="80604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92"/>
          <p:cNvSpPr/>
          <p:nvPr/>
        </p:nvSpPr>
        <p:spPr>
          <a:xfrm>
            <a:off x="87462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93"/>
          <p:cNvSpPr/>
          <p:nvPr/>
        </p:nvSpPr>
        <p:spPr>
          <a:xfrm>
            <a:off x="94320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94"/>
          <p:cNvSpPr/>
          <p:nvPr/>
        </p:nvSpPr>
        <p:spPr>
          <a:xfrm>
            <a:off x="10117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95"/>
          <p:cNvSpPr/>
          <p:nvPr/>
        </p:nvSpPr>
        <p:spPr>
          <a:xfrm>
            <a:off x="10803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figure96" descr="바둑돌 7개를 한 줄로 놓은 그림"/>
          <p:cNvSpPr/>
          <p:nvPr/>
        </p:nvSpPr>
        <p:spPr>
          <a:xfrm>
            <a:off x="6558534" y="3680460"/>
            <a:ext cx="4800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8-text9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다섯째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5" name="S08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08-text10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돌 다섯 개를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7" name="S08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08-text10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둘째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셋째 칸에 색칠하세요.</a:t>
            </a:r>
            <a:endParaRPr lang="ko-KR" sz="3200" dirty="0"/>
          </a:p>
        </p:txBody>
      </p:sp>
      <p:sp>
        <p:nvSpPr>
          <p:cNvPr id="5" name="S09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0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cell108"/>
          <p:cNvSpPr/>
          <p:nvPr/>
        </p:nvSpPr>
        <p:spPr>
          <a:xfrm>
            <a:off x="548640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9"/>
          <p:cNvSpPr/>
          <p:nvPr/>
        </p:nvSpPr>
        <p:spPr>
          <a:xfrm>
            <a:off x="1442466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10"/>
          <p:cNvSpPr/>
          <p:nvPr/>
        </p:nvSpPr>
        <p:spPr>
          <a:xfrm>
            <a:off x="2336292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11"/>
          <p:cNvSpPr/>
          <p:nvPr/>
        </p:nvSpPr>
        <p:spPr>
          <a:xfrm>
            <a:off x="3230118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12"/>
          <p:cNvSpPr/>
          <p:nvPr/>
        </p:nvSpPr>
        <p:spPr>
          <a:xfrm>
            <a:off x="412394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13"/>
          <p:cNvSpPr/>
          <p:nvPr/>
        </p:nvSpPr>
        <p:spPr>
          <a:xfrm>
            <a:off x="501777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figure114" descr="6칸 중 왼쪽부터 3칸 색칠"/>
          <p:cNvSpPr/>
          <p:nvPr/>
        </p:nvSpPr>
        <p:spPr>
          <a:xfrm>
            <a:off x="548640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9-chip11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6" name="S09-cell116"/>
          <p:cNvSpPr/>
          <p:nvPr/>
        </p:nvSpPr>
        <p:spPr>
          <a:xfrm>
            <a:off x="627735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17"/>
          <p:cNvSpPr/>
          <p:nvPr/>
        </p:nvSpPr>
        <p:spPr>
          <a:xfrm>
            <a:off x="7171182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18"/>
          <p:cNvSpPr/>
          <p:nvPr/>
        </p:nvSpPr>
        <p:spPr>
          <a:xfrm>
            <a:off x="8065008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119"/>
          <p:cNvSpPr/>
          <p:nvPr/>
        </p:nvSpPr>
        <p:spPr>
          <a:xfrm>
            <a:off x="895883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20"/>
          <p:cNvSpPr/>
          <p:nvPr/>
        </p:nvSpPr>
        <p:spPr>
          <a:xfrm>
            <a:off x="985266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21"/>
          <p:cNvSpPr/>
          <p:nvPr/>
        </p:nvSpPr>
        <p:spPr>
          <a:xfrm>
            <a:off x="1074648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22" descr="6칸 중 왼쪽에서 셋째 칸 하나만 색칠"/>
          <p:cNvSpPr/>
          <p:nvPr/>
        </p:nvSpPr>
        <p:spPr>
          <a:xfrm>
            <a:off x="6277356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2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넷째는?</a:t>
            </a:r>
            <a:endParaRPr lang="ko-KR" sz="3200" dirty="0"/>
          </a:p>
        </p:txBody>
      </p:sp>
      <p:sp>
        <p:nvSpPr>
          <p:cNvPr id="5" name="S10-card12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오리는 오른쪽에서 몇째?</a:t>
            </a:r>
            <a:endParaRPr lang="ko-KR" sz="3200" dirty="0"/>
          </a:p>
        </p:txBody>
      </p:sp>
      <p:sp>
        <p:nvSpPr>
          <p:cNvPr id="7" name="S10-card12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12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왼쪽에서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마리를 짚어요.</a:t>
            </a:r>
            <a:endParaRPr lang="ko-KR" sz="3200" dirty="0"/>
          </a:p>
        </p:txBody>
      </p:sp>
      <p:sp>
        <p:nvSpPr>
          <p:cNvPr id="9" name="S10-word129"/>
          <p:cNvSpPr txBox="1"/>
          <p:nvPr/>
        </p:nvSpPr>
        <p:spPr>
          <a:xfrm>
            <a:off x="548640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10-word130"/>
          <p:cNvSpPr txBox="1"/>
          <p:nvPr/>
        </p:nvSpPr>
        <p:spPr>
          <a:xfrm>
            <a:off x="217235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10-word131"/>
          <p:cNvSpPr txBox="1"/>
          <p:nvPr/>
        </p:nvSpPr>
        <p:spPr>
          <a:xfrm>
            <a:off x="379606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10-word132"/>
          <p:cNvSpPr txBox="1"/>
          <p:nvPr/>
        </p:nvSpPr>
        <p:spPr>
          <a:xfrm>
            <a:off x="541977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13" name="S10-word133"/>
          <p:cNvSpPr txBox="1"/>
          <p:nvPr/>
        </p:nvSpPr>
        <p:spPr>
          <a:xfrm>
            <a:off x="704349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14" name="S10-word134"/>
          <p:cNvSpPr txBox="1"/>
          <p:nvPr/>
        </p:nvSpPr>
        <p:spPr>
          <a:xfrm>
            <a:off x="866720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5" name="S10-word135"/>
          <p:cNvSpPr txBox="1"/>
          <p:nvPr/>
        </p:nvSpPr>
        <p:spPr>
          <a:xfrm>
            <a:off x="1029091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색칠한 것은?</a:t>
            </a:r>
            <a:endParaRPr lang="ko-KR" sz="4400" dirty="0"/>
          </a:p>
        </p:txBody>
      </p:sp>
      <p:sp>
        <p:nvSpPr>
          <p:cNvPr id="3" name="S12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넷째 칸에 색칠했어요.</a:t>
            </a:r>
            <a:endParaRPr lang="ko-KR" sz="3200" dirty="0"/>
          </a:p>
        </p:txBody>
      </p:sp>
      <p:sp>
        <p:nvSpPr>
          <p:cNvPr id="4" name="S12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3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ell140"/>
          <p:cNvSpPr/>
          <p:nvPr/>
        </p:nvSpPr>
        <p:spPr>
          <a:xfrm>
            <a:off x="548640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cell141"/>
          <p:cNvSpPr/>
          <p:nvPr/>
        </p:nvSpPr>
        <p:spPr>
          <a:xfrm>
            <a:off x="1124204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cell142"/>
          <p:cNvSpPr/>
          <p:nvPr/>
        </p:nvSpPr>
        <p:spPr>
          <a:xfrm>
            <a:off x="1699768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cell143"/>
          <p:cNvSpPr/>
          <p:nvPr/>
        </p:nvSpPr>
        <p:spPr>
          <a:xfrm>
            <a:off x="2275332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cell144"/>
          <p:cNvSpPr/>
          <p:nvPr/>
        </p:nvSpPr>
        <p:spPr>
          <a:xfrm>
            <a:off x="2850896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cell145"/>
          <p:cNvSpPr/>
          <p:nvPr/>
        </p:nvSpPr>
        <p:spPr>
          <a:xfrm>
            <a:off x="342646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figure146" descr="6칸 중 왼쪽부터 4칸 색칠"/>
          <p:cNvSpPr/>
          <p:nvPr/>
        </p:nvSpPr>
        <p:spPr>
          <a:xfrm>
            <a:off x="548640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chip14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5" name="S12-cell148"/>
          <p:cNvSpPr/>
          <p:nvPr/>
        </p:nvSpPr>
        <p:spPr>
          <a:xfrm>
            <a:off x="43677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2-cell149"/>
          <p:cNvSpPr/>
          <p:nvPr/>
        </p:nvSpPr>
        <p:spPr>
          <a:xfrm>
            <a:off x="49433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cell150"/>
          <p:cNvSpPr/>
          <p:nvPr/>
        </p:nvSpPr>
        <p:spPr>
          <a:xfrm>
            <a:off x="551891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cell151"/>
          <p:cNvSpPr/>
          <p:nvPr/>
        </p:nvSpPr>
        <p:spPr>
          <a:xfrm>
            <a:off x="609447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cell152"/>
          <p:cNvSpPr/>
          <p:nvPr/>
        </p:nvSpPr>
        <p:spPr>
          <a:xfrm>
            <a:off x="667004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153"/>
          <p:cNvSpPr/>
          <p:nvPr/>
        </p:nvSpPr>
        <p:spPr>
          <a:xfrm>
            <a:off x="724560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figure154" descr="6칸 중 왼쪽에서 넷째 칸 하나만 색칠"/>
          <p:cNvSpPr/>
          <p:nvPr/>
        </p:nvSpPr>
        <p:spPr>
          <a:xfrm>
            <a:off x="4367784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chip15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3" name="S12-cell156"/>
          <p:cNvSpPr/>
          <p:nvPr/>
        </p:nvSpPr>
        <p:spPr>
          <a:xfrm>
            <a:off x="818692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cell157"/>
          <p:cNvSpPr/>
          <p:nvPr/>
        </p:nvSpPr>
        <p:spPr>
          <a:xfrm>
            <a:off x="876249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158"/>
          <p:cNvSpPr/>
          <p:nvPr/>
        </p:nvSpPr>
        <p:spPr>
          <a:xfrm>
            <a:off x="933805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159"/>
          <p:cNvSpPr/>
          <p:nvPr/>
        </p:nvSpPr>
        <p:spPr>
          <a:xfrm>
            <a:off x="991362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160"/>
          <p:cNvSpPr/>
          <p:nvPr/>
        </p:nvSpPr>
        <p:spPr>
          <a:xfrm>
            <a:off x="104891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161"/>
          <p:cNvSpPr/>
          <p:nvPr/>
        </p:nvSpPr>
        <p:spPr>
          <a:xfrm>
            <a:off x="110647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figure162" descr="6칸 중 왼쪽에서 셋째 칸 하나만 색칠"/>
          <p:cNvSpPr/>
          <p:nvPr/>
        </p:nvSpPr>
        <p:spPr>
          <a:xfrm>
            <a:off x="8186928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6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3개 모두, 셋째는 셋째 자리 하나예요.</a:t>
            </a:r>
            <a:endParaRPr lang="ko-KR" sz="3200" dirty="0"/>
          </a:p>
        </p:txBody>
      </p:sp>
      <p:sp>
        <p:nvSpPr>
          <p:cNvPr id="5" name="S13-chip16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어디에서부터 세는지 보기</a:t>
            </a:r>
            <a:endParaRPr lang="ko-KR" sz="2600" dirty="0"/>
          </a:p>
        </p:txBody>
      </p:sp>
      <p:sp>
        <p:nvSpPr>
          <p:cNvPr id="6" name="S13-chip16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셋째를 3개 칠하기</a:t>
            </a:r>
            <a:endParaRPr lang="ko-KR" sz="2600" dirty="0"/>
          </a:p>
        </p:txBody>
      </p:sp>
      <p:sp>
        <p:nvSpPr>
          <p:cNvPr id="7" name="S13-text16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6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일곱째 다음은?</a:t>
            </a:r>
            <a:endParaRPr lang="ko-KR" sz="2600" dirty="0"/>
          </a:p>
        </p:txBody>
      </p:sp>
      <p:sp>
        <p:nvSpPr>
          <p:cNvPr id="9" name="S13-text16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5명 중 오른쪽에서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첫째는 왼쪽에서 몇째?</a:t>
            </a:r>
            <a:endParaRPr lang="ko-KR" sz="2600" dirty="0"/>
          </a:p>
        </p:txBody>
      </p:sp>
      <p:sp>
        <p:nvSpPr>
          <p:cNvPr id="10" name="S13-text17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넷과 넷째는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다를까?</a:t>
            </a:r>
            <a:endParaRPr lang="ko-KR" sz="2600" dirty="0"/>
          </a:p>
        </p:txBody>
      </p:sp>
      <p:sp>
        <p:nvSpPr>
          <p:cNvPr id="11" name="S13-text17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짝수와 홀수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순서대로 세기</a:t>
            </a:r>
            <a:endParaRPr lang="ko-KR" sz="4400" dirty="0"/>
          </a:p>
        </p:txBody>
      </p:sp>
      <p:sp>
        <p:nvSpPr>
          <p:cNvPr id="3" name="S14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하나씩 짚으며 세어요.</a:t>
            </a:r>
            <a:endParaRPr lang="ko-KR" sz="3200" dirty="0"/>
          </a:p>
        </p:txBody>
      </p:sp>
      <p:sp>
        <p:nvSpPr>
          <p:cNvPr id="4" name="S14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짚으면서 세면 건너뛰지 않아요.</a:t>
            </a:r>
            <a:endParaRPr lang="ko-KR" sz="3200" dirty="0"/>
          </a:p>
        </p:txBody>
      </p:sp>
      <p:sp>
        <p:nvSpPr>
          <p:cNvPr id="6" name="S14-tile175"/>
          <p:cNvSpPr txBox="1"/>
          <p:nvPr/>
        </p:nvSpPr>
        <p:spPr>
          <a:xfrm>
            <a:off x="5486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14-tile176"/>
          <p:cNvSpPr txBox="1"/>
          <p:nvPr/>
        </p:nvSpPr>
        <p:spPr>
          <a:xfrm>
            <a:off x="18034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8" name="S14-tile177"/>
          <p:cNvSpPr txBox="1"/>
          <p:nvPr/>
        </p:nvSpPr>
        <p:spPr>
          <a:xfrm>
            <a:off x="30581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9" name="S14-tile178"/>
          <p:cNvSpPr txBox="1"/>
          <p:nvPr/>
        </p:nvSpPr>
        <p:spPr>
          <a:xfrm>
            <a:off x="43129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0" name="S14-tile179"/>
          <p:cNvSpPr txBox="1"/>
          <p:nvPr/>
        </p:nvSpPr>
        <p:spPr>
          <a:xfrm>
            <a:off x="556768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1" name="S14-tile180"/>
          <p:cNvSpPr txBox="1"/>
          <p:nvPr/>
        </p:nvSpPr>
        <p:spPr>
          <a:xfrm>
            <a:off x="68224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2" name="S14-tile181"/>
          <p:cNvSpPr txBox="1"/>
          <p:nvPr/>
        </p:nvSpPr>
        <p:spPr>
          <a:xfrm>
            <a:off x="80772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3" name="S14-tile182"/>
          <p:cNvSpPr txBox="1"/>
          <p:nvPr/>
        </p:nvSpPr>
        <p:spPr>
          <a:xfrm>
            <a:off x="93319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14" name="S14-tile183"/>
          <p:cNvSpPr txBox="1"/>
          <p:nvPr/>
        </p:nvSpPr>
        <p:spPr>
          <a:xfrm>
            <a:off x="105867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몇째인지 알기</dc:title>
  <dc:subject>KR22-G01-MAT-ORDINAL-L01</dc:subject>
  <dc:creator>education-ppt</dc:creator>
  <cp:lastModifiedBy>education-ppt</cp:lastModifiedBy>
  <cp:revision>1</cp:revision>
  <dcterms:created xsi:type="dcterms:W3CDTF">2026-10-26T07:02:10Z</dcterms:created>
  <dcterms:modified xsi:type="dcterms:W3CDTF">2026-10-26T07:02:10Z</dcterms:modified>
</cp:coreProperties>
</file>