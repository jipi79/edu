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462d563-b916-b8bf-031e-8d52418c90eb}">
          <p14:sldIdLst>
            <p14:sldId id="256"/>
            <p14:sldId id="257"/>
          </p14:sldIdLst>
        </p14:section>
        <p14:section name="개념" id="{6b42b707-0027-83e2-6657-341e3da8ae19}">
          <p14:sldIdLst>
            <p14:sldId id="258"/>
            <p14:sldId id="259"/>
            <p14:sldId id="260"/>
            <p14:sldId id="261"/>
          </p14:sldIdLst>
        </p14:section>
        <p14:section name="연습" id="{7a6fa9af-d8bf-9187-57e4-d30b99884687}">
          <p14:sldIdLst>
            <p14:sldId id="262"/>
            <p14:sldId id="263"/>
            <p14:sldId id="264"/>
          </p14:sldIdLst>
        </p14:section>
        <p14:section name="확인" id="{3bc75b90-e9b2-3527-6468-47bcaf055321}">
          <p14:sldIdLst>
            <p14:sldId id="265"/>
            <p14:sldId id="266"/>
          </p14:sldIdLst>
        </p14:section>
        <p14:section name="정리" id="{f32f279d-e5cd-6494-89be-c295cb1c87dd}">
          <p14:sldIdLst>
            <p14:sldId id="267"/>
          </p14:sldIdLst>
        </p14:section>
        <p14:section name="보충" id="{b216a932-106c-dfb5-a74a-e6f568ef77aa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몇째와짝수홀수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몇째인지 알기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몇째인지 알기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몇째인지 알기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몇째인지 알기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셋과 셋째는 무엇이 다를까?</a:t>
            </a:r>
            <a:endParaRPr lang="ko-KR" sz="3200" dirty="0"/>
          </a:p>
        </p:txBody>
      </p:sp>
      <p:sp>
        <p:nvSpPr>
          <p:cNvPr id="4" name="S01-figure1" descr="circle"/>
          <p:cNvSpPr/>
          <p:nvPr/>
        </p:nvSpPr>
        <p:spPr>
          <a:xfrm>
            <a:off x="7791054" y="1751442"/>
            <a:ext cx="566196" cy="566196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" name="S01-figure2" descr="circle"/>
          <p:cNvSpPr/>
          <p:nvPr/>
        </p:nvSpPr>
        <p:spPr>
          <a:xfrm>
            <a:off x="8577438" y="1751442"/>
            <a:ext cx="566196" cy="566196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1-figure3" descr="circle"/>
          <p:cNvSpPr/>
          <p:nvPr/>
        </p:nvSpPr>
        <p:spPr>
          <a:xfrm>
            <a:off x="9363822" y="1751442"/>
            <a:ext cx="566196" cy="566196"/>
          </a:xfrm>
          <a:prstGeom prst="ellipse">
            <a:avLst/>
          </a:prstGeom>
          <a:solidFill>
            <a:srgbClr val="E9762B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1-figure4" descr="circle"/>
          <p:cNvSpPr/>
          <p:nvPr/>
        </p:nvSpPr>
        <p:spPr>
          <a:xfrm>
            <a:off x="10150206" y="1751442"/>
            <a:ext cx="566196" cy="566196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1-figure5" descr="circle"/>
          <p:cNvSpPr/>
          <p:nvPr/>
        </p:nvSpPr>
        <p:spPr>
          <a:xfrm>
            <a:off x="10936590" y="1751442"/>
            <a:ext cx="566196" cy="566196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9" name="S01-card6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0" name="S01-cardtext7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첫째, 둘째…로 순서를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셋과 셋째를 구별해요.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text9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1부터 9까지 세어 봐요.</a:t>
            </a:r>
            <a:endParaRPr lang="ko-KR" sz="3200" dirty="0"/>
          </a:p>
        </p:txBody>
      </p:sp>
      <p:sp>
        <p:nvSpPr>
          <p:cNvPr id="5" name="S02-chip1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11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 5, □, 7</a:t>
            </a:r>
            <a:endParaRPr lang="ko-KR" sz="3600" dirty="0"/>
          </a:p>
        </p:txBody>
      </p:sp>
      <p:sp>
        <p:nvSpPr>
          <p:cNvPr id="7" name="S02-chip1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text13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바로 앞의 수는?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줄을 섰어요</a:t>
            </a:r>
            <a:endParaRPr lang="ko-KR" sz="4400" dirty="0"/>
          </a:p>
        </p:txBody>
      </p:sp>
      <p:sp>
        <p:nvSpPr>
          <p:cNvPr id="3" name="S03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동물들이 왼쪽부터 줄을 섰어요.</a:t>
            </a:r>
            <a:endParaRPr lang="ko-KR" sz="3200" dirty="0"/>
          </a:p>
        </p:txBody>
      </p:sp>
      <p:sp>
        <p:nvSpPr>
          <p:cNvPr id="4" name="S03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왼쪽부터 첫째, 둘째, 셋째… 로 세요.</a:t>
            </a:r>
            <a:endParaRPr lang="ko-KR" sz="3200" dirty="0"/>
          </a:p>
        </p:txBody>
      </p:sp>
      <p:sp>
        <p:nvSpPr>
          <p:cNvPr id="6" name="S03-word17"/>
          <p:cNvSpPr txBox="1"/>
          <p:nvPr/>
        </p:nvSpPr>
        <p:spPr>
          <a:xfrm>
            <a:off x="548640" y="269748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첫째</a:t>
            </a:r>
            <a:endParaRPr lang="ko-KR" sz="3600" dirty="0"/>
          </a:p>
        </p:txBody>
      </p:sp>
      <p:sp>
        <p:nvSpPr>
          <p:cNvPr id="7" name="S03-word18"/>
          <p:cNvSpPr txBox="1"/>
          <p:nvPr/>
        </p:nvSpPr>
        <p:spPr>
          <a:xfrm>
            <a:off x="2821838" y="269748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</a:t>
            </a:r>
            <a:endParaRPr lang="ko-KR" sz="3600" dirty="0"/>
          </a:p>
        </p:txBody>
      </p:sp>
      <p:sp>
        <p:nvSpPr>
          <p:cNvPr id="8" name="S03-word19"/>
          <p:cNvSpPr txBox="1"/>
          <p:nvPr/>
        </p:nvSpPr>
        <p:spPr>
          <a:xfrm>
            <a:off x="5095037" y="269748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여우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셋째</a:t>
            </a:r>
            <a:endParaRPr lang="ko-KR" sz="3600" dirty="0"/>
          </a:p>
        </p:txBody>
      </p:sp>
      <p:sp>
        <p:nvSpPr>
          <p:cNvPr id="9" name="S03-word20"/>
          <p:cNvSpPr txBox="1"/>
          <p:nvPr/>
        </p:nvSpPr>
        <p:spPr>
          <a:xfrm>
            <a:off x="7368235" y="269748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사슴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넷째</a:t>
            </a:r>
            <a:endParaRPr lang="ko-KR" sz="3600" dirty="0"/>
          </a:p>
        </p:txBody>
      </p:sp>
      <p:sp>
        <p:nvSpPr>
          <p:cNvPr id="10" name="S03-word21"/>
          <p:cNvSpPr txBox="1"/>
          <p:nvPr/>
        </p:nvSpPr>
        <p:spPr>
          <a:xfrm>
            <a:off x="9641434" y="269748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오리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다섯째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아홉째까지</a:t>
            </a:r>
            <a:endParaRPr lang="ko-KR" sz="4400" dirty="0"/>
          </a:p>
        </p:txBody>
      </p:sp>
      <p:sp>
        <p:nvSpPr>
          <p:cNvPr id="3" name="S04-text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수와 순서를 나타내는 말을 맞추어요.</a:t>
            </a:r>
            <a:endParaRPr lang="ko-KR" sz="3200" dirty="0"/>
          </a:p>
        </p:txBody>
      </p:sp>
      <p:sp>
        <p:nvSpPr>
          <p:cNvPr id="4" name="S04-card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‘하나째’가 아니라 첫째, ‘두째’가 아니라 둘째예요.</a:t>
            </a:r>
            <a:endParaRPr lang="ko-KR" sz="3200" dirty="0"/>
          </a:p>
        </p:txBody>
      </p:sp>
      <p:sp>
        <p:nvSpPr>
          <p:cNvPr id="6" name="S04-tile25"/>
          <p:cNvSpPr txBox="1"/>
          <p:nvPr/>
        </p:nvSpPr>
        <p:spPr>
          <a:xfrm>
            <a:off x="548640" y="28107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4600" dirty="0"/>
          </a:p>
        </p:txBody>
      </p:sp>
      <p:sp>
        <p:nvSpPr>
          <p:cNvPr id="7" name="S04-label26"/>
          <p:cNvSpPr txBox="1"/>
          <p:nvPr/>
        </p:nvSpPr>
        <p:spPr>
          <a:xfrm>
            <a:off x="448056" y="3900932"/>
            <a:ext cx="125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첫째</a:t>
            </a:r>
            <a:endParaRPr lang="ko-KR" sz="2200" dirty="0"/>
          </a:p>
        </p:txBody>
      </p:sp>
      <p:sp>
        <p:nvSpPr>
          <p:cNvPr id="8" name="S04-tile27"/>
          <p:cNvSpPr txBox="1"/>
          <p:nvPr/>
        </p:nvSpPr>
        <p:spPr>
          <a:xfrm>
            <a:off x="1803400" y="28107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4600" dirty="0"/>
          </a:p>
        </p:txBody>
      </p:sp>
      <p:sp>
        <p:nvSpPr>
          <p:cNvPr id="9" name="S04-label28"/>
          <p:cNvSpPr txBox="1"/>
          <p:nvPr/>
        </p:nvSpPr>
        <p:spPr>
          <a:xfrm>
            <a:off x="1702816" y="3900932"/>
            <a:ext cx="125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</a:t>
            </a:r>
            <a:endParaRPr lang="ko-KR" sz="2200" dirty="0"/>
          </a:p>
        </p:txBody>
      </p:sp>
      <p:sp>
        <p:nvSpPr>
          <p:cNvPr id="10" name="S04-tile29"/>
          <p:cNvSpPr txBox="1"/>
          <p:nvPr/>
        </p:nvSpPr>
        <p:spPr>
          <a:xfrm>
            <a:off x="3058160" y="28107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4600" dirty="0"/>
          </a:p>
        </p:txBody>
      </p:sp>
      <p:sp>
        <p:nvSpPr>
          <p:cNvPr id="11" name="S04-label30"/>
          <p:cNvSpPr txBox="1"/>
          <p:nvPr/>
        </p:nvSpPr>
        <p:spPr>
          <a:xfrm>
            <a:off x="2957576" y="3900932"/>
            <a:ext cx="125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셋째</a:t>
            </a:r>
            <a:endParaRPr lang="ko-KR" sz="2200" dirty="0"/>
          </a:p>
        </p:txBody>
      </p:sp>
      <p:sp>
        <p:nvSpPr>
          <p:cNvPr id="12" name="S04-tile31"/>
          <p:cNvSpPr txBox="1"/>
          <p:nvPr/>
        </p:nvSpPr>
        <p:spPr>
          <a:xfrm>
            <a:off x="4312920" y="28107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4600" dirty="0"/>
          </a:p>
        </p:txBody>
      </p:sp>
      <p:sp>
        <p:nvSpPr>
          <p:cNvPr id="13" name="S04-label32"/>
          <p:cNvSpPr txBox="1"/>
          <p:nvPr/>
        </p:nvSpPr>
        <p:spPr>
          <a:xfrm>
            <a:off x="4212336" y="3900932"/>
            <a:ext cx="125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넷째</a:t>
            </a:r>
            <a:endParaRPr lang="ko-KR" sz="2200" dirty="0"/>
          </a:p>
        </p:txBody>
      </p:sp>
      <p:sp>
        <p:nvSpPr>
          <p:cNvPr id="14" name="S04-tile33"/>
          <p:cNvSpPr txBox="1"/>
          <p:nvPr/>
        </p:nvSpPr>
        <p:spPr>
          <a:xfrm>
            <a:off x="5567680" y="28107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600" dirty="0"/>
          </a:p>
        </p:txBody>
      </p:sp>
      <p:sp>
        <p:nvSpPr>
          <p:cNvPr id="15" name="S04-label34"/>
          <p:cNvSpPr txBox="1"/>
          <p:nvPr/>
        </p:nvSpPr>
        <p:spPr>
          <a:xfrm>
            <a:off x="5467096" y="3900932"/>
            <a:ext cx="125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다섯째</a:t>
            </a:r>
            <a:endParaRPr lang="ko-KR" sz="2200" dirty="0"/>
          </a:p>
        </p:txBody>
      </p:sp>
      <p:sp>
        <p:nvSpPr>
          <p:cNvPr id="16" name="S04-tile35"/>
          <p:cNvSpPr txBox="1"/>
          <p:nvPr/>
        </p:nvSpPr>
        <p:spPr>
          <a:xfrm>
            <a:off x="6822440" y="28107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4600" dirty="0"/>
          </a:p>
        </p:txBody>
      </p:sp>
      <p:sp>
        <p:nvSpPr>
          <p:cNvPr id="17" name="S04-label36"/>
          <p:cNvSpPr txBox="1"/>
          <p:nvPr/>
        </p:nvSpPr>
        <p:spPr>
          <a:xfrm>
            <a:off x="6721856" y="3900932"/>
            <a:ext cx="125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여섯째</a:t>
            </a:r>
            <a:endParaRPr lang="ko-KR" sz="2200" dirty="0"/>
          </a:p>
        </p:txBody>
      </p:sp>
      <p:sp>
        <p:nvSpPr>
          <p:cNvPr id="18" name="S04-tile37"/>
          <p:cNvSpPr txBox="1"/>
          <p:nvPr/>
        </p:nvSpPr>
        <p:spPr>
          <a:xfrm>
            <a:off x="8077200" y="28107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4600" dirty="0"/>
          </a:p>
        </p:txBody>
      </p:sp>
      <p:sp>
        <p:nvSpPr>
          <p:cNvPr id="19" name="S04-label38"/>
          <p:cNvSpPr txBox="1"/>
          <p:nvPr/>
        </p:nvSpPr>
        <p:spPr>
          <a:xfrm>
            <a:off x="7976616" y="3900932"/>
            <a:ext cx="125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일곱째</a:t>
            </a:r>
            <a:endParaRPr lang="ko-KR" sz="2200" dirty="0"/>
          </a:p>
        </p:txBody>
      </p:sp>
      <p:sp>
        <p:nvSpPr>
          <p:cNvPr id="20" name="S04-tile39"/>
          <p:cNvSpPr txBox="1"/>
          <p:nvPr/>
        </p:nvSpPr>
        <p:spPr>
          <a:xfrm>
            <a:off x="9331960" y="28107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4600" dirty="0"/>
          </a:p>
        </p:txBody>
      </p:sp>
      <p:sp>
        <p:nvSpPr>
          <p:cNvPr id="21" name="S04-label40"/>
          <p:cNvSpPr txBox="1"/>
          <p:nvPr/>
        </p:nvSpPr>
        <p:spPr>
          <a:xfrm>
            <a:off x="9231376" y="3900932"/>
            <a:ext cx="125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여덟째</a:t>
            </a:r>
            <a:endParaRPr lang="ko-KR" sz="2200" dirty="0"/>
          </a:p>
        </p:txBody>
      </p:sp>
      <p:sp>
        <p:nvSpPr>
          <p:cNvPr id="22" name="S04-tile41"/>
          <p:cNvSpPr txBox="1"/>
          <p:nvPr/>
        </p:nvSpPr>
        <p:spPr>
          <a:xfrm>
            <a:off x="10586720" y="28107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4600" dirty="0"/>
          </a:p>
        </p:txBody>
      </p:sp>
      <p:sp>
        <p:nvSpPr>
          <p:cNvPr id="23" name="S04-label42"/>
          <p:cNvSpPr txBox="1"/>
          <p:nvPr/>
        </p:nvSpPr>
        <p:spPr>
          <a:xfrm>
            <a:off x="10486136" y="3900932"/>
            <a:ext cx="125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아홉째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오른쪽에서 세면?</a:t>
            </a:r>
            <a:endParaRPr lang="ko-KR" sz="4400" dirty="0"/>
          </a:p>
        </p:txBody>
      </p:sp>
      <p:sp>
        <p:nvSpPr>
          <p:cNvPr id="3" name="S05-card4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4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어디에서부터 세는지 먼저 봐요.</a:t>
            </a:r>
            <a:endParaRPr lang="ko-KR" sz="3200" dirty="0"/>
          </a:p>
        </p:txBody>
      </p:sp>
      <p:sp>
        <p:nvSpPr>
          <p:cNvPr id="5" name="S05-card45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46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곰은 왼쪽에서 둘째</a:t>
            </a:r>
            <a:endParaRPr lang="ko-KR" sz="3200" dirty="0"/>
          </a:p>
        </p:txBody>
      </p:sp>
      <p:sp>
        <p:nvSpPr>
          <p:cNvPr id="7" name="S05-card47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48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곰은 오른쪽에서 넷째</a:t>
            </a:r>
            <a:endParaRPr lang="ko-KR" sz="3200" dirty="0"/>
          </a:p>
        </p:txBody>
      </p:sp>
      <p:sp>
        <p:nvSpPr>
          <p:cNvPr id="9" name="S05-word49"/>
          <p:cNvSpPr txBox="1"/>
          <p:nvPr/>
        </p:nvSpPr>
        <p:spPr>
          <a:xfrm>
            <a:off x="548640" y="180594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3600" dirty="0"/>
          </a:p>
        </p:txBody>
      </p:sp>
      <p:sp>
        <p:nvSpPr>
          <p:cNvPr id="10" name="S05-word50"/>
          <p:cNvSpPr txBox="1"/>
          <p:nvPr/>
        </p:nvSpPr>
        <p:spPr>
          <a:xfrm>
            <a:off x="2821838" y="180594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3600" dirty="0"/>
          </a:p>
        </p:txBody>
      </p:sp>
      <p:sp>
        <p:nvSpPr>
          <p:cNvPr id="11" name="S05-word51"/>
          <p:cNvSpPr txBox="1"/>
          <p:nvPr/>
        </p:nvSpPr>
        <p:spPr>
          <a:xfrm>
            <a:off x="5095037" y="180594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여우</a:t>
            </a:r>
            <a:endParaRPr lang="ko-KR" sz="3600" dirty="0"/>
          </a:p>
        </p:txBody>
      </p:sp>
      <p:sp>
        <p:nvSpPr>
          <p:cNvPr id="12" name="S05-word52"/>
          <p:cNvSpPr txBox="1"/>
          <p:nvPr/>
        </p:nvSpPr>
        <p:spPr>
          <a:xfrm>
            <a:off x="7368235" y="180594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사슴</a:t>
            </a:r>
            <a:endParaRPr lang="ko-KR" sz="3600" dirty="0"/>
          </a:p>
        </p:txBody>
      </p:sp>
      <p:sp>
        <p:nvSpPr>
          <p:cNvPr id="13" name="S05-word53"/>
          <p:cNvSpPr txBox="1"/>
          <p:nvPr/>
        </p:nvSpPr>
        <p:spPr>
          <a:xfrm>
            <a:off x="9641434" y="180594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오리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셋과 셋째</a:t>
            </a:r>
            <a:endParaRPr lang="ko-KR" sz="4400" dirty="0"/>
          </a:p>
        </p:txBody>
      </p:sp>
      <p:sp>
        <p:nvSpPr>
          <p:cNvPr id="3" name="S06-text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왼쪽부터 색칠했어요.</a:t>
            </a:r>
            <a:endParaRPr lang="ko-KR" sz="3200" dirty="0"/>
          </a:p>
        </p:txBody>
      </p:sp>
      <p:sp>
        <p:nvSpPr>
          <p:cNvPr id="4" name="S06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셋은 몇 개인지, 셋째는 몇 번째인지 말해요.</a:t>
            </a:r>
            <a:endParaRPr lang="ko-KR" sz="3200" dirty="0"/>
          </a:p>
        </p:txBody>
      </p:sp>
      <p:sp>
        <p:nvSpPr>
          <p:cNvPr id="6" name="S06-cell57"/>
          <p:cNvSpPr/>
          <p:nvPr/>
        </p:nvSpPr>
        <p:spPr>
          <a:xfrm>
            <a:off x="548640" y="2857881"/>
            <a:ext cx="897636" cy="897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6-cell58"/>
          <p:cNvSpPr/>
          <p:nvPr/>
        </p:nvSpPr>
        <p:spPr>
          <a:xfrm>
            <a:off x="1446276" y="2857881"/>
            <a:ext cx="897636" cy="897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6-cell59"/>
          <p:cNvSpPr/>
          <p:nvPr/>
        </p:nvSpPr>
        <p:spPr>
          <a:xfrm>
            <a:off x="2343912" y="2857881"/>
            <a:ext cx="897636" cy="897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6-cell60"/>
          <p:cNvSpPr/>
          <p:nvPr/>
        </p:nvSpPr>
        <p:spPr>
          <a:xfrm>
            <a:off x="3241548" y="2857881"/>
            <a:ext cx="897636" cy="897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6-cell61"/>
          <p:cNvSpPr/>
          <p:nvPr/>
        </p:nvSpPr>
        <p:spPr>
          <a:xfrm>
            <a:off x="4139184" y="2857881"/>
            <a:ext cx="897636" cy="897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6-cell62"/>
          <p:cNvSpPr/>
          <p:nvPr/>
        </p:nvSpPr>
        <p:spPr>
          <a:xfrm>
            <a:off x="5036820" y="2857881"/>
            <a:ext cx="897636" cy="897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6-figure63" descr="6칸 중 왼쪽부터 3칸 색칠"/>
          <p:cNvSpPr/>
          <p:nvPr/>
        </p:nvSpPr>
        <p:spPr>
          <a:xfrm>
            <a:off x="548640" y="2857881"/>
            <a:ext cx="5385816" cy="89763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6-label64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셋: 3개 모두</a:t>
            </a:r>
            <a:endParaRPr lang="ko-KR" sz="2600" dirty="0"/>
          </a:p>
        </p:txBody>
      </p:sp>
      <p:sp>
        <p:nvSpPr>
          <p:cNvPr id="14" name="S06-cell65"/>
          <p:cNvSpPr/>
          <p:nvPr/>
        </p:nvSpPr>
        <p:spPr>
          <a:xfrm>
            <a:off x="6254496" y="2857881"/>
            <a:ext cx="897636" cy="897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6-cell66"/>
          <p:cNvSpPr/>
          <p:nvPr/>
        </p:nvSpPr>
        <p:spPr>
          <a:xfrm>
            <a:off x="7152132" y="2857881"/>
            <a:ext cx="897636" cy="897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6-cell67"/>
          <p:cNvSpPr/>
          <p:nvPr/>
        </p:nvSpPr>
        <p:spPr>
          <a:xfrm>
            <a:off x="8049768" y="2857881"/>
            <a:ext cx="897636" cy="897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6-cell68"/>
          <p:cNvSpPr/>
          <p:nvPr/>
        </p:nvSpPr>
        <p:spPr>
          <a:xfrm>
            <a:off x="8947404" y="2857881"/>
            <a:ext cx="897636" cy="897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6-cell69"/>
          <p:cNvSpPr/>
          <p:nvPr/>
        </p:nvSpPr>
        <p:spPr>
          <a:xfrm>
            <a:off x="9845040" y="2857881"/>
            <a:ext cx="897636" cy="897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6-cell70"/>
          <p:cNvSpPr/>
          <p:nvPr/>
        </p:nvSpPr>
        <p:spPr>
          <a:xfrm>
            <a:off x="10742676" y="2857881"/>
            <a:ext cx="897636" cy="897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6-figure71" descr="6칸 중 왼쪽에서 셋째 칸 하나만 색칠"/>
          <p:cNvSpPr/>
          <p:nvPr/>
        </p:nvSpPr>
        <p:spPr>
          <a:xfrm>
            <a:off x="6254496" y="2857881"/>
            <a:ext cx="5385816" cy="89763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6-label72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셋째: 1개만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몇째일까요?</a:t>
            </a:r>
            <a:endParaRPr lang="ko-KR" sz="4400" dirty="0"/>
          </a:p>
        </p:txBody>
      </p:sp>
      <p:sp>
        <p:nvSpPr>
          <p:cNvPr id="3" name="S07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왼쪽인지 오른쪽인지 먼저 봐요.</a:t>
            </a:r>
            <a:endParaRPr lang="ko-KR" sz="3200" dirty="0"/>
          </a:p>
        </p:txBody>
      </p:sp>
      <p:sp>
        <p:nvSpPr>
          <p:cNvPr id="5" name="S07-card75"/>
          <p:cNvSpPr/>
          <p:nvPr/>
        </p:nvSpPr>
        <p:spPr>
          <a:xfrm>
            <a:off x="548640" y="3799840"/>
            <a:ext cx="3544824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76"/>
          <p:cNvSpPr txBox="1"/>
          <p:nvPr/>
        </p:nvSpPr>
        <p:spPr>
          <a:xfrm>
            <a:off x="822960" y="3937000"/>
            <a:ext cx="2996184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왼쪽에서 셋째는?</a:t>
            </a:r>
            <a:endParaRPr lang="ko-KR" sz="3200" dirty="0"/>
          </a:p>
        </p:txBody>
      </p:sp>
      <p:sp>
        <p:nvSpPr>
          <p:cNvPr id="7" name="S07-card77"/>
          <p:cNvSpPr/>
          <p:nvPr/>
        </p:nvSpPr>
        <p:spPr>
          <a:xfrm>
            <a:off x="4322064" y="3799840"/>
            <a:ext cx="3544824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78"/>
          <p:cNvSpPr txBox="1"/>
          <p:nvPr/>
        </p:nvSpPr>
        <p:spPr>
          <a:xfrm>
            <a:off x="4596384" y="3937000"/>
            <a:ext cx="2996184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감은 왼쪽에서 몇째?</a:t>
            </a:r>
            <a:endParaRPr lang="ko-KR" sz="3200" dirty="0"/>
          </a:p>
        </p:txBody>
      </p:sp>
      <p:sp>
        <p:nvSpPr>
          <p:cNvPr id="9" name="S07-card79"/>
          <p:cNvSpPr/>
          <p:nvPr/>
        </p:nvSpPr>
        <p:spPr>
          <a:xfrm>
            <a:off x="8095488" y="3799840"/>
            <a:ext cx="3544824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7-cardtext80"/>
          <p:cNvSpPr txBox="1"/>
          <p:nvPr/>
        </p:nvSpPr>
        <p:spPr>
          <a:xfrm>
            <a:off x="8369808" y="3937000"/>
            <a:ext cx="2996184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오른쪽에서 둘째는?</a:t>
            </a:r>
            <a:endParaRPr lang="ko-KR" sz="3200" dirty="0"/>
          </a:p>
        </p:txBody>
      </p:sp>
      <p:sp>
        <p:nvSpPr>
          <p:cNvPr id="11" name="S07-word81"/>
          <p:cNvSpPr txBox="1"/>
          <p:nvPr/>
        </p:nvSpPr>
        <p:spPr>
          <a:xfrm>
            <a:off x="548640" y="157988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3600" dirty="0"/>
          </a:p>
        </p:txBody>
      </p:sp>
      <p:sp>
        <p:nvSpPr>
          <p:cNvPr id="12" name="S07-word82"/>
          <p:cNvSpPr txBox="1"/>
          <p:nvPr/>
        </p:nvSpPr>
        <p:spPr>
          <a:xfrm>
            <a:off x="2442972" y="157988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</a:t>
            </a:r>
            <a:endParaRPr lang="ko-KR" sz="3600" dirty="0"/>
          </a:p>
        </p:txBody>
      </p:sp>
      <p:sp>
        <p:nvSpPr>
          <p:cNvPr id="13" name="S07-word83"/>
          <p:cNvSpPr txBox="1"/>
          <p:nvPr/>
        </p:nvSpPr>
        <p:spPr>
          <a:xfrm>
            <a:off x="4337304" y="157988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</a:t>
            </a:r>
            <a:endParaRPr lang="ko-KR" sz="3600" dirty="0"/>
          </a:p>
        </p:txBody>
      </p:sp>
      <p:sp>
        <p:nvSpPr>
          <p:cNvPr id="14" name="S07-word84"/>
          <p:cNvSpPr txBox="1"/>
          <p:nvPr/>
        </p:nvSpPr>
        <p:spPr>
          <a:xfrm>
            <a:off x="6231636" y="157988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</a:t>
            </a:r>
            <a:endParaRPr lang="ko-KR" sz="3600" dirty="0"/>
          </a:p>
        </p:txBody>
      </p:sp>
      <p:sp>
        <p:nvSpPr>
          <p:cNvPr id="15" name="S07-word85"/>
          <p:cNvSpPr txBox="1"/>
          <p:nvPr/>
        </p:nvSpPr>
        <p:spPr>
          <a:xfrm>
            <a:off x="8125968" y="157988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포도</a:t>
            </a:r>
            <a:endParaRPr lang="ko-KR" sz="3600" dirty="0"/>
          </a:p>
        </p:txBody>
      </p:sp>
      <p:sp>
        <p:nvSpPr>
          <p:cNvPr id="16" name="S07-word86"/>
          <p:cNvSpPr txBox="1"/>
          <p:nvPr/>
        </p:nvSpPr>
        <p:spPr>
          <a:xfrm>
            <a:off x="10020300" y="157988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딸기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돌을 옮겨요</a:t>
            </a:r>
            <a:endParaRPr lang="ko-KR" sz="4400" dirty="0"/>
          </a:p>
        </p:txBody>
      </p:sp>
      <p:sp>
        <p:nvSpPr>
          <p:cNvPr id="3" name="S08-card87"/>
          <p:cNvSpPr/>
          <p:nvPr/>
        </p:nvSpPr>
        <p:spPr>
          <a:xfrm>
            <a:off x="6277356" y="1325880"/>
            <a:ext cx="5362956" cy="4892040"/>
          </a:xfrm>
          <a:prstGeom prst="roundRect">
            <a:avLst>
              <a:gd name="adj" fmla="val 224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88"/>
          <p:cNvSpPr txBox="1"/>
          <p:nvPr/>
        </p:nvSpPr>
        <p:spPr>
          <a:xfrm>
            <a:off x="6551676" y="1463040"/>
            <a:ext cx="4814316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7개를 한 줄로</a:t>
            </a:r>
            <a:endParaRPr lang="ko-KR" sz="3200" dirty="0"/>
          </a:p>
        </p:txBody>
      </p:sp>
      <p:sp>
        <p:nvSpPr>
          <p:cNvPr id="5" name="S08-dot89"/>
          <p:cNvSpPr/>
          <p:nvPr/>
        </p:nvSpPr>
        <p:spPr>
          <a:xfrm>
            <a:off x="6688836" y="38107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8-dot90"/>
          <p:cNvSpPr/>
          <p:nvPr/>
        </p:nvSpPr>
        <p:spPr>
          <a:xfrm>
            <a:off x="7374636" y="38107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8-dot91"/>
          <p:cNvSpPr/>
          <p:nvPr/>
        </p:nvSpPr>
        <p:spPr>
          <a:xfrm>
            <a:off x="8060436" y="38107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8-dot92"/>
          <p:cNvSpPr/>
          <p:nvPr/>
        </p:nvSpPr>
        <p:spPr>
          <a:xfrm>
            <a:off x="8746236" y="38107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8-dot93"/>
          <p:cNvSpPr/>
          <p:nvPr/>
        </p:nvSpPr>
        <p:spPr>
          <a:xfrm>
            <a:off x="9432036" y="38107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8-dot94"/>
          <p:cNvSpPr/>
          <p:nvPr/>
        </p:nvSpPr>
        <p:spPr>
          <a:xfrm>
            <a:off x="10117836" y="38107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8-dot95"/>
          <p:cNvSpPr/>
          <p:nvPr/>
        </p:nvSpPr>
        <p:spPr>
          <a:xfrm>
            <a:off x="10803636" y="38107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8-figure96" descr="바둑돌 7개를 한 줄로 놓은 그림"/>
          <p:cNvSpPr/>
          <p:nvPr/>
        </p:nvSpPr>
        <p:spPr>
          <a:xfrm>
            <a:off x="6558534" y="3680460"/>
            <a:ext cx="48006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08-chip9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14" name="S08-text98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왼쪽에서 다섯째 돌을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옮겨요.</a:t>
            </a:r>
            <a:endParaRPr lang="ko-KR" sz="3200" dirty="0"/>
          </a:p>
        </p:txBody>
      </p:sp>
      <p:sp>
        <p:nvSpPr>
          <p:cNvPr id="15" name="S08-chip9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6" name="S08-text100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왼쪽에서 돌 다섯 개를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옮겨요.</a:t>
            </a:r>
            <a:endParaRPr lang="ko-KR" sz="3200" dirty="0"/>
          </a:p>
        </p:txBody>
      </p:sp>
      <p:sp>
        <p:nvSpPr>
          <p:cNvPr id="17" name="S08-chip10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8" name="S08-text102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오른쪽에서 둘째 돌을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9-card10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0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왼쪽에서 셋째 칸에 색칠하세요.</a:t>
            </a:r>
            <a:endParaRPr lang="ko-KR" sz="3200" dirty="0"/>
          </a:p>
        </p:txBody>
      </p:sp>
      <p:sp>
        <p:nvSpPr>
          <p:cNvPr id="5" name="S09-card10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10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09-chip10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600" dirty="0"/>
          </a:p>
        </p:txBody>
      </p:sp>
      <p:sp>
        <p:nvSpPr>
          <p:cNvPr id="8" name="S09-cell108"/>
          <p:cNvSpPr/>
          <p:nvPr/>
        </p:nvSpPr>
        <p:spPr>
          <a:xfrm>
            <a:off x="548640" y="3690747"/>
            <a:ext cx="893826" cy="89382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9-cell109"/>
          <p:cNvSpPr/>
          <p:nvPr/>
        </p:nvSpPr>
        <p:spPr>
          <a:xfrm>
            <a:off x="1442466" y="3690747"/>
            <a:ext cx="893826" cy="89382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9-cell110"/>
          <p:cNvSpPr/>
          <p:nvPr/>
        </p:nvSpPr>
        <p:spPr>
          <a:xfrm>
            <a:off x="2336292" y="3690747"/>
            <a:ext cx="893826" cy="89382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9-cell111"/>
          <p:cNvSpPr/>
          <p:nvPr/>
        </p:nvSpPr>
        <p:spPr>
          <a:xfrm>
            <a:off x="3230118" y="3690747"/>
            <a:ext cx="893826" cy="8938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9-cell112"/>
          <p:cNvSpPr/>
          <p:nvPr/>
        </p:nvSpPr>
        <p:spPr>
          <a:xfrm>
            <a:off x="4123944" y="3690747"/>
            <a:ext cx="893826" cy="8938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9-cell113"/>
          <p:cNvSpPr/>
          <p:nvPr/>
        </p:nvSpPr>
        <p:spPr>
          <a:xfrm>
            <a:off x="5017770" y="3690747"/>
            <a:ext cx="893826" cy="8938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9-figure114" descr="6칸 중 왼쪽부터 3칸 색칠"/>
          <p:cNvSpPr/>
          <p:nvPr/>
        </p:nvSpPr>
        <p:spPr>
          <a:xfrm>
            <a:off x="548640" y="3690747"/>
            <a:ext cx="5362956" cy="89382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9-chip11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600" dirty="0"/>
          </a:p>
        </p:txBody>
      </p:sp>
      <p:sp>
        <p:nvSpPr>
          <p:cNvPr id="16" name="S09-cell116"/>
          <p:cNvSpPr/>
          <p:nvPr/>
        </p:nvSpPr>
        <p:spPr>
          <a:xfrm>
            <a:off x="6277356" y="3690747"/>
            <a:ext cx="893826" cy="8938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9-cell117"/>
          <p:cNvSpPr/>
          <p:nvPr/>
        </p:nvSpPr>
        <p:spPr>
          <a:xfrm>
            <a:off x="7171182" y="3690747"/>
            <a:ext cx="893826" cy="8938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9-cell118"/>
          <p:cNvSpPr/>
          <p:nvPr/>
        </p:nvSpPr>
        <p:spPr>
          <a:xfrm>
            <a:off x="8065008" y="3690747"/>
            <a:ext cx="893826" cy="89382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9-cell119"/>
          <p:cNvSpPr/>
          <p:nvPr/>
        </p:nvSpPr>
        <p:spPr>
          <a:xfrm>
            <a:off x="8958834" y="3690747"/>
            <a:ext cx="893826" cy="8938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9-cell120"/>
          <p:cNvSpPr/>
          <p:nvPr/>
        </p:nvSpPr>
        <p:spPr>
          <a:xfrm>
            <a:off x="9852660" y="3690747"/>
            <a:ext cx="893826" cy="8938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9-cell121"/>
          <p:cNvSpPr/>
          <p:nvPr/>
        </p:nvSpPr>
        <p:spPr>
          <a:xfrm>
            <a:off x="10746486" y="3690747"/>
            <a:ext cx="893826" cy="89382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9-figure122" descr="6칸 중 왼쪽에서 셋째 칸 하나만 색칠"/>
          <p:cNvSpPr/>
          <p:nvPr/>
        </p:nvSpPr>
        <p:spPr>
          <a:xfrm>
            <a:off x="6277356" y="3690747"/>
            <a:ext cx="5362956" cy="89382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card123"/>
          <p:cNvSpPr/>
          <p:nvPr/>
        </p:nvSpPr>
        <p:spPr>
          <a:xfrm>
            <a:off x="548640" y="4401312"/>
            <a:ext cx="3544824" cy="1816608"/>
          </a:xfrm>
          <a:prstGeom prst="roundRect">
            <a:avLst>
              <a:gd name="adj" fmla="val 604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24"/>
          <p:cNvSpPr txBox="1"/>
          <p:nvPr/>
        </p:nvSpPr>
        <p:spPr>
          <a:xfrm>
            <a:off x="822960" y="4538472"/>
            <a:ext cx="2996184" cy="154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왼쪽에서 넷째는?</a:t>
            </a:r>
            <a:endParaRPr lang="ko-KR" sz="3200" dirty="0"/>
          </a:p>
        </p:txBody>
      </p:sp>
      <p:sp>
        <p:nvSpPr>
          <p:cNvPr id="5" name="S10-card125"/>
          <p:cNvSpPr/>
          <p:nvPr/>
        </p:nvSpPr>
        <p:spPr>
          <a:xfrm>
            <a:off x="4322064" y="4401312"/>
            <a:ext cx="3544824" cy="1816608"/>
          </a:xfrm>
          <a:prstGeom prst="roundRect">
            <a:avLst>
              <a:gd name="adj" fmla="val 604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0-cardtext126"/>
          <p:cNvSpPr txBox="1"/>
          <p:nvPr/>
        </p:nvSpPr>
        <p:spPr>
          <a:xfrm>
            <a:off x="4596384" y="4538472"/>
            <a:ext cx="2996184" cy="154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오리는 오른쪽에서 몇째?</a:t>
            </a:r>
            <a:endParaRPr lang="ko-KR" sz="3200" dirty="0"/>
          </a:p>
        </p:txBody>
      </p:sp>
      <p:sp>
        <p:nvSpPr>
          <p:cNvPr id="7" name="S10-card127"/>
          <p:cNvSpPr/>
          <p:nvPr/>
        </p:nvSpPr>
        <p:spPr>
          <a:xfrm>
            <a:off x="8095488" y="4401312"/>
            <a:ext cx="3544824" cy="1816608"/>
          </a:xfrm>
          <a:prstGeom prst="roundRect">
            <a:avLst>
              <a:gd name="adj" fmla="val 604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0-cardtext128"/>
          <p:cNvSpPr txBox="1"/>
          <p:nvPr/>
        </p:nvSpPr>
        <p:spPr>
          <a:xfrm>
            <a:off x="8369808" y="4538472"/>
            <a:ext cx="2996184" cy="154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왼쪽에서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마리를 짚어요.</a:t>
            </a:r>
            <a:endParaRPr lang="ko-KR" sz="3200" dirty="0"/>
          </a:p>
        </p:txBody>
      </p:sp>
      <p:sp>
        <p:nvSpPr>
          <p:cNvPr id="9" name="S10-word129"/>
          <p:cNvSpPr txBox="1"/>
          <p:nvPr/>
        </p:nvSpPr>
        <p:spPr>
          <a:xfrm>
            <a:off x="548640" y="1880616"/>
            <a:ext cx="1349393" cy="173736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3600" dirty="0"/>
          </a:p>
        </p:txBody>
      </p:sp>
      <p:sp>
        <p:nvSpPr>
          <p:cNvPr id="10" name="S10-word130"/>
          <p:cNvSpPr txBox="1"/>
          <p:nvPr/>
        </p:nvSpPr>
        <p:spPr>
          <a:xfrm>
            <a:off x="2172353" y="1880616"/>
            <a:ext cx="1349393" cy="173736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3600" dirty="0"/>
          </a:p>
        </p:txBody>
      </p:sp>
      <p:sp>
        <p:nvSpPr>
          <p:cNvPr id="11" name="S10-word131"/>
          <p:cNvSpPr txBox="1"/>
          <p:nvPr/>
        </p:nvSpPr>
        <p:spPr>
          <a:xfrm>
            <a:off x="3796066" y="1880616"/>
            <a:ext cx="1349393" cy="173736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여우</a:t>
            </a:r>
            <a:endParaRPr lang="ko-KR" sz="3600" dirty="0"/>
          </a:p>
        </p:txBody>
      </p:sp>
      <p:sp>
        <p:nvSpPr>
          <p:cNvPr id="12" name="S10-word132"/>
          <p:cNvSpPr txBox="1"/>
          <p:nvPr/>
        </p:nvSpPr>
        <p:spPr>
          <a:xfrm>
            <a:off x="5419779" y="1880616"/>
            <a:ext cx="1349393" cy="173736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기린</a:t>
            </a:r>
            <a:endParaRPr lang="ko-KR" sz="3600" dirty="0"/>
          </a:p>
        </p:txBody>
      </p:sp>
      <p:sp>
        <p:nvSpPr>
          <p:cNvPr id="13" name="S10-word133"/>
          <p:cNvSpPr txBox="1"/>
          <p:nvPr/>
        </p:nvSpPr>
        <p:spPr>
          <a:xfrm>
            <a:off x="7043493" y="1880616"/>
            <a:ext cx="1349393" cy="173736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오리</a:t>
            </a:r>
            <a:endParaRPr lang="ko-KR" sz="3600" dirty="0"/>
          </a:p>
        </p:txBody>
      </p:sp>
      <p:sp>
        <p:nvSpPr>
          <p:cNvPr id="14" name="S10-word134"/>
          <p:cNvSpPr txBox="1"/>
          <p:nvPr/>
        </p:nvSpPr>
        <p:spPr>
          <a:xfrm>
            <a:off x="8667206" y="1880616"/>
            <a:ext cx="1349393" cy="173736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사슴</a:t>
            </a:r>
            <a:endParaRPr lang="ko-KR" sz="3600" dirty="0"/>
          </a:p>
        </p:txBody>
      </p:sp>
      <p:sp>
        <p:nvSpPr>
          <p:cNvPr id="15" name="S10-word135"/>
          <p:cNvSpPr txBox="1"/>
          <p:nvPr/>
        </p:nvSpPr>
        <p:spPr>
          <a:xfrm>
            <a:off x="10290919" y="1880616"/>
            <a:ext cx="1349393" cy="1737360"/>
          </a:xfrm>
          <a:prstGeom prst="roundRect">
            <a:avLst>
              <a:gd name="adj" fmla="val 9487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판다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색칠한 것은?</a:t>
            </a:r>
            <a:endParaRPr lang="ko-KR" sz="4400" dirty="0"/>
          </a:p>
        </p:txBody>
      </p:sp>
      <p:sp>
        <p:nvSpPr>
          <p:cNvPr id="3" name="S12-text1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왼쪽에서 넷째 칸에 색칠했어요.</a:t>
            </a:r>
            <a:endParaRPr lang="ko-KR" sz="3200" dirty="0"/>
          </a:p>
        </p:txBody>
      </p:sp>
      <p:sp>
        <p:nvSpPr>
          <p:cNvPr id="4" name="S12-card1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1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6" name="S12-chip139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ell140"/>
          <p:cNvSpPr/>
          <p:nvPr/>
        </p:nvSpPr>
        <p:spPr>
          <a:xfrm>
            <a:off x="548640" y="3630422"/>
            <a:ext cx="575564" cy="57556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2-cell141"/>
          <p:cNvSpPr/>
          <p:nvPr/>
        </p:nvSpPr>
        <p:spPr>
          <a:xfrm>
            <a:off x="1124204" y="3630422"/>
            <a:ext cx="575564" cy="57556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2-cell142"/>
          <p:cNvSpPr/>
          <p:nvPr/>
        </p:nvSpPr>
        <p:spPr>
          <a:xfrm>
            <a:off x="1699768" y="3630422"/>
            <a:ext cx="575564" cy="57556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2-cell143"/>
          <p:cNvSpPr/>
          <p:nvPr/>
        </p:nvSpPr>
        <p:spPr>
          <a:xfrm>
            <a:off x="2275332" y="3630422"/>
            <a:ext cx="575564" cy="57556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2-cell144"/>
          <p:cNvSpPr/>
          <p:nvPr/>
        </p:nvSpPr>
        <p:spPr>
          <a:xfrm>
            <a:off x="2850896" y="3630422"/>
            <a:ext cx="575564" cy="5755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2-cell145"/>
          <p:cNvSpPr/>
          <p:nvPr/>
        </p:nvSpPr>
        <p:spPr>
          <a:xfrm>
            <a:off x="3426460" y="3630422"/>
            <a:ext cx="575564" cy="5755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2-figure146" descr="6칸 중 왼쪽부터 4칸 색칠"/>
          <p:cNvSpPr/>
          <p:nvPr/>
        </p:nvSpPr>
        <p:spPr>
          <a:xfrm>
            <a:off x="548640" y="3630422"/>
            <a:ext cx="3453384" cy="57556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12-chip147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5" name="S12-cell148"/>
          <p:cNvSpPr/>
          <p:nvPr/>
        </p:nvSpPr>
        <p:spPr>
          <a:xfrm>
            <a:off x="4367784" y="3630422"/>
            <a:ext cx="575564" cy="5755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2-cell149"/>
          <p:cNvSpPr/>
          <p:nvPr/>
        </p:nvSpPr>
        <p:spPr>
          <a:xfrm>
            <a:off x="4943348" y="3630422"/>
            <a:ext cx="575564" cy="5755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2-cell150"/>
          <p:cNvSpPr/>
          <p:nvPr/>
        </p:nvSpPr>
        <p:spPr>
          <a:xfrm>
            <a:off x="5518912" y="3630422"/>
            <a:ext cx="575564" cy="5755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2-cell151"/>
          <p:cNvSpPr/>
          <p:nvPr/>
        </p:nvSpPr>
        <p:spPr>
          <a:xfrm>
            <a:off x="6094476" y="3630422"/>
            <a:ext cx="575564" cy="57556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2-cell152"/>
          <p:cNvSpPr/>
          <p:nvPr/>
        </p:nvSpPr>
        <p:spPr>
          <a:xfrm>
            <a:off x="6670040" y="3630422"/>
            <a:ext cx="575564" cy="5755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2-cell153"/>
          <p:cNvSpPr/>
          <p:nvPr/>
        </p:nvSpPr>
        <p:spPr>
          <a:xfrm>
            <a:off x="7245604" y="3630422"/>
            <a:ext cx="575564" cy="5755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2-figure154" descr="6칸 중 왼쪽에서 넷째 칸 하나만 색칠"/>
          <p:cNvSpPr/>
          <p:nvPr/>
        </p:nvSpPr>
        <p:spPr>
          <a:xfrm>
            <a:off x="4367784" y="3630422"/>
            <a:ext cx="3453384" cy="57556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12-chip155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23" name="S12-cell156"/>
          <p:cNvSpPr/>
          <p:nvPr/>
        </p:nvSpPr>
        <p:spPr>
          <a:xfrm>
            <a:off x="8186928" y="3630422"/>
            <a:ext cx="575564" cy="5755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2-cell157"/>
          <p:cNvSpPr/>
          <p:nvPr/>
        </p:nvSpPr>
        <p:spPr>
          <a:xfrm>
            <a:off x="8762492" y="3630422"/>
            <a:ext cx="575564" cy="5755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2-cell158"/>
          <p:cNvSpPr/>
          <p:nvPr/>
        </p:nvSpPr>
        <p:spPr>
          <a:xfrm>
            <a:off x="9338056" y="3630422"/>
            <a:ext cx="575564" cy="575564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2-cell159"/>
          <p:cNvSpPr/>
          <p:nvPr/>
        </p:nvSpPr>
        <p:spPr>
          <a:xfrm>
            <a:off x="9913620" y="3630422"/>
            <a:ext cx="575564" cy="5755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2-cell160"/>
          <p:cNvSpPr/>
          <p:nvPr/>
        </p:nvSpPr>
        <p:spPr>
          <a:xfrm>
            <a:off x="10489184" y="3630422"/>
            <a:ext cx="575564" cy="5755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2-cell161"/>
          <p:cNvSpPr/>
          <p:nvPr/>
        </p:nvSpPr>
        <p:spPr>
          <a:xfrm>
            <a:off x="11064748" y="3630422"/>
            <a:ext cx="575564" cy="5755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2-figure162" descr="6칸 중 왼쪽에서 셋째 칸 하나만 색칠"/>
          <p:cNvSpPr/>
          <p:nvPr/>
        </p:nvSpPr>
        <p:spPr>
          <a:xfrm>
            <a:off x="8186928" y="3630422"/>
            <a:ext cx="3453384" cy="57556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16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6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셋은 3개 모두, 셋째는 셋째 자리 하나예요.</a:t>
            </a:r>
            <a:endParaRPr lang="ko-KR" sz="3200" dirty="0"/>
          </a:p>
        </p:txBody>
      </p:sp>
      <p:sp>
        <p:nvSpPr>
          <p:cNvPr id="5" name="S13-chip165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어디에서부터 세는지 보기</a:t>
            </a:r>
            <a:endParaRPr lang="ko-KR" sz="2600" dirty="0"/>
          </a:p>
        </p:txBody>
      </p:sp>
      <p:sp>
        <p:nvSpPr>
          <p:cNvPr id="6" name="S13-chip166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셋째를 3개 칠하기</a:t>
            </a:r>
            <a:endParaRPr lang="ko-KR" sz="2600" dirty="0"/>
          </a:p>
        </p:txBody>
      </p:sp>
      <p:sp>
        <p:nvSpPr>
          <p:cNvPr id="7" name="S13-text167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68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일곱째 다음은?</a:t>
            </a:r>
            <a:endParaRPr lang="ko-KR" sz="2600" dirty="0"/>
          </a:p>
        </p:txBody>
      </p:sp>
      <p:sp>
        <p:nvSpPr>
          <p:cNvPr id="9" name="S13-text169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5명 중 오른쪽에서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첫째는 왼쪽에서 몇째?</a:t>
            </a:r>
            <a:endParaRPr lang="ko-KR" sz="2600" dirty="0"/>
          </a:p>
        </p:txBody>
      </p:sp>
      <p:sp>
        <p:nvSpPr>
          <p:cNvPr id="10" name="S13-text170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넷과 넷째는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다를까?</a:t>
            </a:r>
            <a:endParaRPr lang="ko-KR" sz="2600" dirty="0"/>
          </a:p>
        </p:txBody>
      </p:sp>
      <p:sp>
        <p:nvSpPr>
          <p:cNvPr id="11" name="S13-text17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짝수와 홀수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순서대로 세기</a:t>
            </a:r>
            <a:endParaRPr lang="ko-KR" sz="4400" dirty="0"/>
          </a:p>
        </p:txBody>
      </p:sp>
      <p:sp>
        <p:nvSpPr>
          <p:cNvPr id="3" name="S14-text1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1부터 9까지 하나씩 짚으며 세어요.</a:t>
            </a:r>
            <a:endParaRPr lang="ko-KR" sz="3200" dirty="0"/>
          </a:p>
        </p:txBody>
      </p:sp>
      <p:sp>
        <p:nvSpPr>
          <p:cNvPr id="4" name="S14-card1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짚으면서 세면 건너뛰지 않아요.</a:t>
            </a:r>
            <a:endParaRPr lang="ko-KR" sz="3200" dirty="0"/>
          </a:p>
        </p:txBody>
      </p:sp>
      <p:sp>
        <p:nvSpPr>
          <p:cNvPr id="6" name="S14-tile175"/>
          <p:cNvSpPr txBox="1"/>
          <p:nvPr/>
        </p:nvSpPr>
        <p:spPr>
          <a:xfrm>
            <a:off x="548640" y="30393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4600" dirty="0"/>
          </a:p>
        </p:txBody>
      </p:sp>
      <p:sp>
        <p:nvSpPr>
          <p:cNvPr id="7" name="S14-tile176"/>
          <p:cNvSpPr txBox="1"/>
          <p:nvPr/>
        </p:nvSpPr>
        <p:spPr>
          <a:xfrm>
            <a:off x="1803400" y="30393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4600" dirty="0"/>
          </a:p>
        </p:txBody>
      </p:sp>
      <p:sp>
        <p:nvSpPr>
          <p:cNvPr id="8" name="S14-tile177"/>
          <p:cNvSpPr txBox="1"/>
          <p:nvPr/>
        </p:nvSpPr>
        <p:spPr>
          <a:xfrm>
            <a:off x="3058160" y="30393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4600" dirty="0"/>
          </a:p>
        </p:txBody>
      </p:sp>
      <p:sp>
        <p:nvSpPr>
          <p:cNvPr id="9" name="S14-tile178"/>
          <p:cNvSpPr txBox="1"/>
          <p:nvPr/>
        </p:nvSpPr>
        <p:spPr>
          <a:xfrm>
            <a:off x="4312920" y="30393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4600" dirty="0"/>
          </a:p>
        </p:txBody>
      </p:sp>
      <p:sp>
        <p:nvSpPr>
          <p:cNvPr id="10" name="S14-tile179"/>
          <p:cNvSpPr txBox="1"/>
          <p:nvPr/>
        </p:nvSpPr>
        <p:spPr>
          <a:xfrm>
            <a:off x="5567680" y="30393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600" dirty="0"/>
          </a:p>
        </p:txBody>
      </p:sp>
      <p:sp>
        <p:nvSpPr>
          <p:cNvPr id="11" name="S14-tile180"/>
          <p:cNvSpPr txBox="1"/>
          <p:nvPr/>
        </p:nvSpPr>
        <p:spPr>
          <a:xfrm>
            <a:off x="6822440" y="30393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4600" dirty="0"/>
          </a:p>
        </p:txBody>
      </p:sp>
      <p:sp>
        <p:nvSpPr>
          <p:cNvPr id="12" name="S14-tile181"/>
          <p:cNvSpPr txBox="1"/>
          <p:nvPr/>
        </p:nvSpPr>
        <p:spPr>
          <a:xfrm>
            <a:off x="8077200" y="30393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4600" dirty="0"/>
          </a:p>
        </p:txBody>
      </p:sp>
      <p:sp>
        <p:nvSpPr>
          <p:cNvPr id="13" name="S14-tile182"/>
          <p:cNvSpPr txBox="1"/>
          <p:nvPr/>
        </p:nvSpPr>
        <p:spPr>
          <a:xfrm>
            <a:off x="9331960" y="30393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4600" dirty="0"/>
          </a:p>
        </p:txBody>
      </p:sp>
      <p:sp>
        <p:nvSpPr>
          <p:cNvPr id="14" name="S14-tile183"/>
          <p:cNvSpPr txBox="1"/>
          <p:nvPr/>
        </p:nvSpPr>
        <p:spPr>
          <a:xfrm>
            <a:off x="10586720" y="303936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4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몇째인지 알기</dc:title>
  <dc:subject>KR22-G01-MAT-ORDINAL-L01</dc:subject>
  <dc:creator>education-ppt</dc:creator>
  <cp:lastModifiedBy>education-ppt</cp:lastModifiedBy>
  <cp:revision>1</cp:revision>
  <dcterms:created xsi:type="dcterms:W3CDTF">2026-10-26T07:12:49Z</dcterms:created>
  <dcterms:modified xsi:type="dcterms:W3CDTF">2026-10-26T07:12:49Z</dcterms:modified>
</cp:coreProperties>
</file>