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b601274-f416-a708-87d2-16784d19fc16}">
          <p14:sldIdLst>
            <p14:sldId id="256"/>
            <p14:sldId id="257"/>
          </p14:sldIdLst>
        </p14:section>
        <p14:section name="개념" id="{826b7d4d-e0a0-967c-7c1c-46cb720018ff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95550076-c3b3-6c56-9cff-d9f7658ff70d}">
          <p14:sldIdLst>
            <p14:sldId id="261"/>
            <p14:sldId id="264"/>
            <p14:sldId id="265"/>
          </p14:sldIdLst>
        </p14:section>
        <p14:section name="개념" id="{841821c9-8dc8-d10e-a845-9bf9d9e3a7ed}">
          <p14:sldIdLst/>
        </p14:section>
        <p14:section name="연습" id="{22eb892c-d0bd-710e-b0ef-77520461e61c}">
          <p14:sldIdLst/>
        </p14:section>
        <p14:section name="확인" id="{d3124def-9947-9414-cf09-014b890820fa}">
          <p14:sldIdLst>
            <p14:sldId id="266"/>
            <p14:sldId id="267"/>
            <p14:sldId id="268"/>
          </p14:sldIdLst>
        </p14:section>
        <p14:section name="정리" id="{bb00af1c-71f6-775e-aec0-21bfb416c89d}">
          <p14:sldIdLst>
            <p14:sldId id="269"/>
          </p14:sldIdLst>
        </p14:section>
        <p14:section name="보충" id="{441a3c54-0624-6c54-1ada-606d3cfe0cb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둘씩 짝을 지을 때 남는 것이 있는지에 관심을 갖게 합니다.
시간: 약 2분
이렇게 말해 보세요
- “오른쪽 점을 위아래로 둘씩 짝 지었어. 짝이 없는 점이 있니?”
- “오늘은 둘씩 짝을 지어 남는 것이 있는 수와 없는 수를 알아볼 거야.”
예상 답
- “맨 오른쪽 점은 짝이 없어요.”
막히면
- 답을 확인하지 말고 넘어갑니다. S03부터 차례로 합니다.
주의
- 양말이나 신발처럼 ‘짝’이 있는 물건을 보여 주면 ‘짝’이라는 말을 쉽게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확인(20까지 세기, 다음 수, 몇째)]
목적: 오늘 쓰는 20까지의 수 세기와 수의 순서, 지난 차시의 몇째가 되는지 확인합니다.
시간: 약 3분
이렇게 말해 보세요
- “①의 공은 모두 몇 개야? ②는 15 바로 다음 수, ③은 넷째 다음은 몇째일까?”
정답
- ① 14
- ② 16
- ③ 다섯째
막히면
- ①은 꽉 찬 틀을 10으로 보고 ‘열하나, 열둘…’로 이어 셉니다.
- 두 문제 이상 틀리면 S15(보충)를 먼저 합니다. 보충으로도 어려우면 7차시 ‘100까지의 수’(KR22-G01-MAT-NUM100-L01)나 ‘몇째인지 알기’(KR22-G01-MAT-ORDINAL-L01)를 다시 합니다.
주의
- ③(몇째)만 틀렸다면 오늘 수업은 진행해도 됩니다. 오늘은 수를 세고 짝 짓는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둘씩 짝 지어 남는 것이 없는 수(짝수)]
목적: 둘씩 짝을 지어 남는 것이 없는 수를 짝수라고 한다는 것을 압니다.
시간: 약 3분
이렇게 말해 보세요
- “양말 6짝을 둘씩 짝 지으면 몇 켤레가 될까? 짝이 없는 양말이 있니?”
- “이렇게 둘씩 짝 지어 남는 것이 없는 수를 ‘짝수’라고 해. 6은 짝수야.”
예상 답
- “3켤레요. 남는 것이 없어요.”
막히면
- 바둑돌 6개를 놓고 두 개씩 옆으로 옮기며 짝을 짓습니다.
주의
- ‘짝수’라는 이름을 ‘짝이 다 있는 수’로 기억하게 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하나가 남는 수(홀수)]
목적: 둘씩 짝을 지어 하나가 남는 수를 홀수라고 한다는 것을 압니다.
시간: 약 3분
이렇게 말해 보세요
- “단추 7개를 둘씩 짝 지어 보자. 짝은 몇 개야? 남은 단추가 있니?”
- “이렇게 하나가 남는 수를 ‘홀수’라고 해. 7은 홀수야.”
예상 답
- “짝이 3개요. 1개가 남아요.”
막히면
- 바둑돌 7개를 두 개씩 옮기며 짝을 짓고, 마지막에 혼자 남는 돌을 손으로 가리킵니다.
주의
- ‘홀’은 ‘짝이 없이 혼자’라는 뜻이라고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짝수·홀수를 알아보는 방법 시범]
목적: 어떤 수가 짝수인지 홀수인지 알아보는 방법(놓기 → 짝 짓기 → 남는 것 보기)을 시범으로 보여 줍니다.
시간: 약 3분
이렇게 말해 보세요
- “11은 짝수일까, 홀수일까? 바둑돌 11개를 놓고 두 개씩 짝을 지어 보자.”
- “짝이 5개, 하나가 남았어. 그래서 11은 홀수야.”
예상 답
- “하나가 남아요. 홀수예요.”
막히면
- 돌을 두 개씩 집어 옆으로 옮기며 ‘한 쌍, 두 쌍…’으로 셉니다(M2).
주의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연습(짝 지어 판단하기)]
목적: 도움을 받으며 점을 둘씩 짝 지어 짝수인지 홀수인지 말합니다.
시간: 약 4분
이렇게 말해 보세요
- “①의 점은 몇 개야? 위아래로 짝을 지으면 짝이 없는 점이 있니? 그럼 짝수일까, 홀수일까?”
- “답만 말하지 말고 ‘하나가 남아서 홀수예요’처럼 까닭도 말해 줘.”
정답
- ① 10, 짝수(남는 것 없음)
- ② 5, 홀수(1개 남음)
- ③ 13, 홀수(1개 남음)
- ④ 16, 짝수(남는 것 없음)
막히면
- 화면의 점 위아래 한 쌍을 손가락으로 함께 짚으며 짝을 짓습니다.
- 바둑돌로 같은 수를 놓아 직접 짝을 지어 봅니다.
주의
- 점의 수를 세지 않아도 짝이 없는 점만 찾으면 됩니다. 수를 함께 말하면 S07의 수 배열과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1부터 20까지 짝수와 홀수가 번갈아 나옴]
목적: 1부터 20까지의 수에서 홀수와 짝수가 하나씩 번갈아 나온다는 것을 압니다.
시간: 약 3분
이렇게 말해 보세요
- “색칠한 수가 짝수야. 2, 4, 6… 같이 읽어 볼까? 색칠하지 않은 수는 무엇일까?”
- “1은 홀수, 2는 짝수, 3은 홀수… 어떤 규칙이 있어?”
예상 답
- “2, 4, 6, 8, 10, 12, 14, 16, 18, 20.” “색칠 안 한 수는 홀수예요.” “하나씩 번갈아 나와요.”
막히면
- 바둑돌을 1개, 2개, 3개… 놓으며 짝을 지어 보고, 남는 것이 있을 때와 없을 때가 번갈아 나오는 것을 봅니다.
주의
- 짝수는 2, 4, 6, 8만이 아니라 10, 12, 14…도 있다는 것을 짚어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낱개의 수를 보면 알 수 있음]
목적: 10은 둘씩 짝 지으면 남는 것이 없으므로, 십몇은 낱개의 수만 보고 짝수·홀수를 알 수 있음을 압니다.
시간: 약 3분
이렇게 말해 보세요
- “17은 10과 7이야. 10을 둘씩 짝 지으면 남는 것이 있니? 7은?”
- “10은 언제나 짝이 다 맞으니까, 낱개 7만 보면 돼. 7이 홀수라서 17도 홀수야.”
예상 답
- “10은 남는 것이 없어요. 7은 하나가 남아요. 17은 홀수예요.”
막히면
- 바둑돌 17개를 모두 짝 지어 하나가 남는 것을 직접 확인합니다.
주의
- 더 해 보기: 아이가 잘 따라오면 34, 47처럼 큰 수도 낱개를 보고 말해 보게 합니다. 10개씩 묶음은 언제나 남는 것 없이 짝 지어지므로 34는 짝수, 47은 홀수입니다.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연습(수를 짝수·홀수로 나누기)]
목적: 도움을 받으며 11부터 20까지의 수를 짝수와 홀수로 나눕니다.
시간: 약 4분
이렇게 말해 보세요
- “①은 14야. 짝수일까, 홀수일까? 낱개는 몇이야?”
- “③은 12와 13 중 짝수를 고르는 거야. 어떻게 알았는지도 말해 줘.”
정답
- ① 짝수(낱개 4가 짝수)
- ② 홀수(낱개 9가 홀수)
- ③ 12
- ④ 짝수(10과 10, 남는 것 없음)
막히면
- S07의 수 카드를 다시 보여 주고 그 수가 색칠되어 있었는지 찾게 합니다.
- 바둑돌로 직접 짝 지어 확인합니다.
주의
- ④의 20은 낱개가 0이라 헷갈릴 수 있습니다. 10개씩 묶음 2개는 모두 짝이 맞으므로 짝수입니다.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비교(묶음의 수를 보고 판단)]
목적: 10개씩 묶음의 수를 보고 짝수·홀수를 정하는 실수를 바로잡습니다(M1).
시간: 약 3분
이렇게 말해 보세요
- “토끼는 12에 1이 있어서 홀수래. 곰은 짝이 다 맞아서 짝수래. 누가 맞았을까?”
- “12의 1은 낱개 1개일까, 10개씩 묶음 1개일까?”
예상 답
- “곰이요. 1은 10이라서 짝이 다 맞아요.”
정답
- 곰이 맞습니다. 12는 둘씩 짝 지으면 짝 6개로 남는 것이 없어 짝수입니다.
- 토끼가 본 1은 10개씩 묶음 1개(10)입니다. 10은 짝이 다 맞으므로 낱개 2를 보아야 합니다.
막히면
- 바둑돌 12개를 짝 지어 남는 것이 없음을 확인합니다.
주의
- S08의 ‘10은 남는 것이 없다’를 다시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짝을 지어 판단하고, 수를 짝수와 홀수로 나누며 까닭을 말하는지 확인합니다.
시간: 약 5분
이렇게 말해 보세요
- “이번에는 혼자 해 볼래? ①은 점이 한 줄로 있어. 손가락으로 둘씩 짝을 지어 봐.”
- “④는 네가 아는 짝수를 하나 말하고, 왜 짝수인지 말해 줘.”
정답
- ① 9개, 홀수(짝 4개, 1개 남음)
- ② 홀수
- ③ 17
- ④ 기준: 2, 4, 6, 8, 10, 12, 14, 16, 18, 20 중 하나를 말하고 ‘둘씩 짝 지으면 남는 것이 없어요’(또는 ‘낱개가 짝수예요’)처럼 까닭을 말하면 맞습니다.
막히면
- 바로 알려 주지 말고 “바둑돌로 짝을 지어 볼까?”라고만 말합니다.
- 도움을 받아 해결했다면 기록표에 ‘도움’으로 표시합니다.
주의
- ①은 점이 짝 지어 놓이지 않았습니다. 손가락으로 두 개씩 묶어 세는지 지켜봅니다.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돌로 짝 지어 보자.”
정답
- ① 홀수 ② 홀수 ③ 17 ④ 짝수를 말하고 까닭이 맞으면 정답
막히면
- ②가 짝수이면 S07의 수 카드에서 15를 찾아 색칠되지 않았음을 확인합니다(M3).
- ③에서 짝수를 골랐다면 질문(홀수)을 다시 읽어 줍니다.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확인(짝수인 것 고르기)]
목적: 처음 보는 배열에서 둘씩 짝 지어 남는 것이 없는 것(짝수)을 고르고 까닭을 말하는지 확인합니다.
시간: 약 2분
이렇게 말해 보세요
- “가, 나, 다의 점을 각각 둘씩 짝 지으면 남는 것이 없는 것은 어느 것일까? 어떻게 알았어?”
정답
- 나(18개). 둘씩 짝 지으면 짝 9개로 남는 것이 없습니다.
- 가는 13개, 다는 9개로 하나씩 남습니다.
막히면
- 점의 수를 먼저 세게 한 뒤 바둑돌로 같은 수를 놓아 짝 지어 봅니다.
주의
- 다(9개)는 네모 모양으로 꽉 차 있어 짝수처럼 보일 수 있습니다. 모양이 아니라 짝을 지어 보아야 한다는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짝수와 홀수는 어떻게 구별해?”
예상 답
- “둘씩 짝 지어 남는 것이 없으면 짝수, 하나 남으면 홀수예요.”
정답
- ① 짝수 ② 11, 13, 15 ③ 20
막히면
- S03, S04의 그림을 다시 보여 줍니다.
주의
- 다음 차시부터는 ‘모양과 비교’ 단원입니다. 짝수·홀수는 계단을 둘씩 오르거나 신발을 정리할 때처럼 생활에서 가끔 다시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보충(20까지 세기)]
목적: S02에서 20까지의 수 세기가 흔들리면, 짝 짓기 전에 십 칸 틀로 수를 정확히 세는 연습을 합니다.
시간: 약 5분
이렇게 말해 보세요
- “꽉 찬 틀은 10이야. ‘열’ 하고 이어서 ‘열하나, 열둘, 열셋, 열넷’. 모두 몇 개야?”
- “이번에는 바둑돌 17개를 십 칸 틀에 놓아 볼까?”
정답
- 14, 17은 꽉 찬 틀 1개와 낱개 7개
막히면
- 틀의 칸을 하나씩 짚으며 1부터 셉니다. 셀 때마다 돌을 짚어 두 번 세지 않게 합니다.
주의
- 보충으로도 어려우면 6차시 ‘50까지의 수’(KR22-G01-MAT-NUM50-L01)와 7차시 ‘100까지의 수’(KR22-G01-MAT-NUM100-L01)를 먼저 다시 합니다. 몇째가 어렵다면 ‘몇째인지 알기’(KR22-G01-MAT-ORDINAL-L01)를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3199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86080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94863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37744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46526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89407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98190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341071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3498540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31996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86080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948632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37744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465268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89407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981904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341071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3498540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424738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433521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476402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85185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528066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536848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579729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588512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631393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424738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476402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528066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579729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631393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424738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5717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30289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4861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9433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4005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5717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30289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4861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9433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4005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484882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7576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2148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6720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7576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2148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670798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2114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571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30289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4861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9433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400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857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2114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5717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30289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4861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9433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400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2027682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614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8071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529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9862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4434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900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357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815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614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8071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529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9862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4434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900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357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815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527798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4059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4808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45557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96306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470559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97805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48554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99303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50052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763774"/>
            <a:ext cx="4567428" cy="5074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둘씩 짝 지어 다시 보게 하세요.</a:t>
            </a:r>
            <a:endParaRPr lang="ko-KR" sz="3200" dirty="0"/>
          </a:p>
        </p:txBody>
      </p:sp>
      <p:sp>
        <p:nvSpPr>
          <p:cNvPr id="5" name="S12-chip2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6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홀수</a:t>
            </a:r>
            <a:endParaRPr lang="ko-KR" sz="3200" dirty="0"/>
          </a:p>
        </p:txBody>
      </p:sp>
      <p:sp>
        <p:nvSpPr>
          <p:cNvPr id="7" name="S12-text26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남음</a:t>
            </a:r>
            <a:endParaRPr lang="ko-KR" sz="2600" dirty="0"/>
          </a:p>
        </p:txBody>
      </p:sp>
      <p:sp>
        <p:nvSpPr>
          <p:cNvPr id="8" name="S12-text26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홀수</a:t>
            </a:r>
            <a:endParaRPr lang="ko-KR" sz="3200" dirty="0"/>
          </a:p>
        </p:txBody>
      </p:sp>
      <p:sp>
        <p:nvSpPr>
          <p:cNvPr id="9" name="S12-text27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5가 홀수</a:t>
            </a:r>
            <a:endParaRPr lang="ko-KR" sz="2600" dirty="0"/>
          </a:p>
        </p:txBody>
      </p:sp>
      <p:sp>
        <p:nvSpPr>
          <p:cNvPr id="10" name="S12-text27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</a:t>
            </a:r>
            <a:endParaRPr lang="ko-KR" sz="3200" dirty="0"/>
          </a:p>
        </p:txBody>
      </p:sp>
      <p:sp>
        <p:nvSpPr>
          <p:cNvPr id="11" name="S12-text27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18은 짝수</a:t>
            </a:r>
            <a:endParaRPr lang="ko-KR" sz="2600" dirty="0"/>
          </a:p>
        </p:txBody>
      </p:sp>
      <p:sp>
        <p:nvSpPr>
          <p:cNvPr id="12" name="S12-text27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예: 14</a:t>
            </a:r>
            <a:endParaRPr lang="ko-KR" sz="3200" dirty="0"/>
          </a:p>
        </p:txBody>
      </p:sp>
      <p:sp>
        <p:nvSpPr>
          <p:cNvPr id="13" name="S12-text27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없음</a:t>
            </a:r>
            <a:endParaRPr lang="ko-KR" sz="2600" dirty="0"/>
          </a:p>
        </p:txBody>
      </p:sp>
      <p:sp>
        <p:nvSpPr>
          <p:cNvPr id="14" name="S12-chip2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짝수</a:t>
            </a:r>
            <a:endParaRPr lang="ko-KR" sz="3200" dirty="0"/>
          </a:p>
        </p:txBody>
      </p:sp>
      <p:sp>
        <p:nvSpPr>
          <p:cNvPr id="16" name="S12-text2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15가 커서 짝수</a:t>
            </a:r>
            <a:endParaRPr lang="ko-KR" sz="2600" dirty="0"/>
          </a:p>
        </p:txBody>
      </p:sp>
      <p:sp>
        <p:nvSpPr>
          <p:cNvPr id="17" name="S12-text2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</a:t>
            </a:r>
            <a:endParaRPr lang="ko-KR" sz="3200" dirty="0"/>
          </a:p>
        </p:txBody>
      </p:sp>
      <p:sp>
        <p:nvSpPr>
          <p:cNvPr id="18" name="S12-text2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84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85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86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87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88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89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0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1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2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93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94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95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96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97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9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99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00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301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302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303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04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05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06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07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08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09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0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1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2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13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14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15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16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17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19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20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21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22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23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24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25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26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27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28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2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3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3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3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3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3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3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45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46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47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48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49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50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51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52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53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54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55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56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57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58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59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60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61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62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63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64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65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66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67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68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69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70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71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72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73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74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75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76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77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78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79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80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2026-10-26T07:44:54Z</dcterms:created>
  <dcterms:modified xsi:type="dcterms:W3CDTF">2026-10-26T07:44:54Z</dcterms:modified>
</cp:coreProperties>
</file>