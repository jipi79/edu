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b6ab6ff-592d-db7a-463d-08cee1398589}">
          <p14:sldIdLst>
            <p14:sldId id="256"/>
            <p14:sldId id="257"/>
          </p14:sldIdLst>
        </p14:section>
        <p14:section name="개념" id="{91f47c9a-9b1e-79f9-9965-01c7dad16def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05941e14-e5c0-28f9-3ab8-abc354e6dcb5}">
          <p14:sldIdLst>
            <p14:sldId id="261"/>
            <p14:sldId id="264"/>
            <p14:sldId id="265"/>
          </p14:sldIdLst>
        </p14:section>
        <p14:section name="개념" id="{9c6b43f5-7ae2-dfb2-778a-3421af981fc5}">
          <p14:sldIdLst/>
        </p14:section>
        <p14:section name="연습" id="{576554f2-c749-84d0-cebf-583f09c605ed}">
          <p14:sldIdLst/>
        </p14:section>
        <p14:section name="확인" id="{99de6ea2-4c53-5dee-da1a-da609a9e40c4}">
          <p14:sldIdLst>
            <p14:sldId id="266"/>
            <p14:sldId id="267"/>
            <p14:sldId id="268"/>
          </p14:sldIdLst>
        </p14:section>
        <p14:section name="정리" id="{ba4fcb5c-7d83-24bc-3184-2d8556127be4}">
          <p14:sldIdLst>
            <p14:sldId id="269"/>
          </p14:sldIdLst>
        </p14:section>
        <p14:section name="보충" id="{47bd383e-a5c2-bef8-2269-adec009a067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둘씩 짝을 지을 때 남는 것이 있는지에 관심을 갖게 합니다.
시간: 약 2분
이렇게 말해 보세요
- “오른쪽 점을 위아래로 둘씩 짝 지었어. 짝이 없는 점이 있니?”
- “오늘은 둘씩 짝을 지어 남는 것이 있는 수와 없는 수를 알아볼 거야.”
예상 답
- “맨 오른쪽 점은 짝이 없어요.”
막히면
- 답을 확인하지 말고 넘어갑니다. S03부터 차례로 합니다.
주의
- 양말이나 신발처럼 ‘짝’이 있는 물건을 보여 주면 ‘짝’이라는 말을 쉽게 이해합니다.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확인(20까지 세기, 다음 수, 몇째)]
목적: 오늘 쓰는 20까지의 수 세기와 수의 순서, 지난 차시의 몇째가 되는지 확인합니다.
시간: 약 3분
이렇게 말해 보세요
- “①의 공은 모두 몇 개야? ②는 15 바로 다음 수, ③은 넷째 다음은 몇째일까?”
정답
- ① 14
- ② 16
- ③ 다섯째
막히면
- ①은 꽉 찬 틀을 10으로 보고 ‘열하나, 열둘…’로 이어 셉니다.
- 두 문제 이상 틀리면 S15(보충)를 먼저 합니다. 보충으로도 어려우면 7차시 ‘100까지의 수’(KR22-G01-MAT-NUM100-L01)나 ‘몇째인지 알기’(KR22-G01-MAT-ORDINAL-L01)를 다시 합니다.
주의
- ③(몇째)만 틀렸다면 오늘 수업은 진행해도 됩니다. 오늘은 수를 세고 짝 짓는 것이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둘씩 짝 지어 남는 것이 없는 수(짝수)]
목적: 둘씩 짝을 지어 남는 것이 없는 수를 짝수라고 한다는 것을 압니다.
시간: 약 3분
이렇게 말해 보세요
- “양말 6짝을 둘씩 짝 지으면 몇 켤레가 될까? 짝이 없는 양말이 있니?”
- “이렇게 둘씩 짝 지어 남는 것이 없는 수를 ‘짝수’라고 해. 6은 짝수야.”
예상 답
- “3켤레요. 남는 것이 없어요.”
막히면
- 바둑돌 6개를 놓고 두 개씩 옆으로 옮기며 짝을 짓습니다.
주의
- ‘짝수’라는 이름을 ‘짝이 다 있는 수’로 기억하게 하면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하나가 남는 수(홀수)]
목적: 둘씩 짝을 지어 하나가 남는 수를 홀수라고 한다는 것을 압니다.
시간: 약 3분
이렇게 말해 보세요
- “단추 7개를 둘씩 짝 지어 보자. 짝은 몇 개야? 남은 단추가 있니?”
- “이렇게 하나가 남는 수를 ‘홀수’라고 해. 7은 홀수야.”
예상 답
- “짝이 3개요. 1개가 남아요.”
막히면
- 바둑돌 7개를 두 개씩 옮기며 짝을 짓고, 마지막에 혼자 남는 돌을 손으로 가리킵니다.
주의
- ‘홀’은 ‘짝이 없이 혼자’라는 뜻이라고 알려 주면 기억에 도움이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짝수·홀수를 알아보는 방법 시범]
목적: 어떤 수가 짝수인지 홀수인지 알아보는 방법(놓기 → 짝 짓기 → 남는 것 보기)을 시범으로 보여 줍니다.
시간: 약 3분
이렇게 말해 보세요
- “11은 짝수일까, 홀수일까? 바둑돌 11개를 놓고 두 개씩 짝을 지어 보자.”
- “짝이 5개, 하나가 남았어. 그래서 11은 홀수야.”
예상 답
- “하나가 남아요. 홀수예요.”
막히면
- 돌을 두 개씩 집어 옆으로 옮기며 ‘한 쌍, 두 쌍…’으로 셉니다(M2).
주의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연습(짝 지어 판단하기)]
목적: 도움을 받으며 점을 둘씩 짝 지어 짝수인지 홀수인지 말합니다.
시간: 약 4분
이렇게 말해 보세요
- “①의 점은 몇 개야? 위아래로 짝을 지으면 짝이 없는 점이 있니? 그럼 짝수일까, 홀수일까?”
- “답만 말하지 말고 ‘하나가 남아서 홀수예요’처럼 까닭도 말해 줘.”
정답
- ① 10, 짝수(남는 것 없음)
- ② 5, 홀수(1개 남음)
- ③ 13, 홀수(1개 남음)
- ④ 16, 짝수(남는 것 없음)
막히면
- 화면의 점 위아래 한 쌍을 손가락으로 함께 짚으며 짝을 짓습니다.
- 바둑돌로 같은 수를 놓아 직접 짝을 지어 봅니다.
주의
- 점의 수를 세지 않아도 짝이 없는 점만 찾으면 됩니다. 수를 함께 말하면 S07의 수 배열과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1부터 20까지 짝수와 홀수가 번갈아 나옴]
목적: 1부터 20까지의 수에서 홀수와 짝수가 하나씩 번갈아 나온다는 것을 압니다.
시간: 약 3분
이렇게 말해 보세요
- “색칠한 수가 짝수야. 2, 4, 6… 같이 읽어 볼까? 색칠하지 않은 수는 무엇일까?”
- “1은 홀수, 2는 짝수, 3은 홀수… 어떤 규칙이 있어?”
예상 답
- “2, 4, 6, 8, 10, 12, 14, 16, 18, 20.” “색칠 안 한 수는 홀수예요.” “하나씩 번갈아 나와요.”
막히면
- 바둑돌을 1개, 2개, 3개… 놓으며 짝을 지어 보고, 남는 것이 있을 때와 없을 때가 번갈아 나오는 것을 봅니다.
주의
- 짝수는 2, 4, 6, 8만이 아니라 10, 12, 14…도 있다는 것을 짚어 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낱개의 수를 보면 알 수 있음]
목적: 10은 둘씩 짝 지으면 남는 것이 없으므로, 십몇은 낱개의 수만 보고 짝수·홀수를 알 수 있음을 압니다.
시간: 약 3분
이렇게 말해 보세요
- “17은 10과 7이야. 10을 둘씩 짝 지으면 남는 것이 있니? 7은?”
- “10은 언제나 짝이 다 맞으니까, 낱개 7만 보면 돼. 7이 홀수라서 17도 홀수야.”
예상 답
- “10은 남는 것이 없어요. 7은 하나가 남아요. 17은 홀수예요.”
막히면
- 바둑돌 17개를 모두 짝 지어 하나가 남는 것을 직접 확인합니다.
주의
- 더 해 보기: 아이가 잘 따라오면 34, 47처럼 큰 수도 낱개를 보고 말해 보게 합니다. 10개씩 묶음은 언제나 남는 것 없이 짝 지어지므로 34는 짝수, 47은 홀수입니다.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연습(수를 짝수·홀수로 나누기)]
목적: 도움을 받으며 11부터 20까지의 수를 짝수와 홀수로 나눕니다.
시간: 약 4분
이렇게 말해 보세요
- “①은 14야. 짝수일까, 홀수일까? 낱개는 몇이야?”
- “③은 12와 13 중 짝수를 고르는 거야. 어떻게 알았는지도 말해 줘.”
정답
- ① 짝수(낱개 4가 짝수)
- ② 홀수(낱개 9가 홀수)
- ③ 12
- ④ 짝수(10과 10, 남는 것 없음)
막히면
- S07의 수 카드를 다시 보여 주고 그 수가 색칠되어 있었는지 찾게 합니다.
- 바둑돌로 직접 짝 지어 확인합니다.
주의
- ④의 20은 낱개가 0이라 헷갈릴 수 있습니다. 10개씩 묶음 2개는 모두 짝이 맞으므로 짝수입니다.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비교(묶음의 수를 보고 판단)]
목적: 10개씩 묶음의 수를 보고 짝수·홀수를 정하는 실수를 바로잡습니다(M1).
시간: 약 3분
이렇게 말해 보세요
- “토끼는 12에 1이 있어서 홀수래. 곰은 짝이 다 맞아서 짝수래. 누가 맞았을까?”
- “12의 1은 낱개 1개일까, 10개씩 묶음 1개일까?”
예상 답
- “곰이요. 1은 10이라서 짝이 다 맞아요.”
정답
- 곰이 맞습니다. 12는 둘씩 짝 지으면 짝 6개로 남는 것이 없어 짝수입니다.
- 토끼가 본 1은 10개씩 묶음 1개(10)입니다. 10은 짝이 다 맞으므로 낱개 2를 보아야 합니다.
막히면
- 바둑돌 12개를 짝 지어 남는 것이 없음을 확인합니다.
주의
- S08의 ‘10은 남는 것이 없다’를 다시 연결해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짝을 지어 판단하고, 수를 짝수와 홀수로 나누며 까닭을 말하는지 확인합니다.
시간: 약 5분
이렇게 말해 보세요
- “이번에는 혼자 해 볼래? ①은 점이 한 줄로 있어. 손가락으로 둘씩 짝을 지어 봐.”
- “④는 네가 아는 짝수를 하나 말하고, 왜 짝수인지 말해 줘.”
정답
- ① 9개, 홀수(짝 4개, 1개 남음)
- ② 홀수
- ③ 17
- ④ 기준: 2, 4, 6, 8, 10, 12, 14, 16, 18, 20 중 하나를 말하고 ‘둘씩 짝 지으면 남는 것이 없어요’(또는 ‘낱개가 짝수예요’)처럼 까닭을 말하면 맞습니다.
막히면
- 바로 알려 주지 말고 “바둑돌로 짝을 지어 볼까?”라고만 말합니다.
- 도움을 받아 해결했다면 기록표에 ‘도움’으로 표시합니다.
주의
- ①은 점이 짝 지어 놓이지 않았습니다. 손가락으로 두 개씩 묶어 세는지 지켜봅니다.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돌로 짝 지어 보자.”
정답
- ① 홀수 ② 홀수 ③ 17 ④ 짝수를 말하고 까닭이 맞으면 정답
막히면
- ②가 짝수이면 S07의 수 카드에서 15를 찾아 색칠되지 않았음을 확인합니다(M3).
- ③에서 짝수를 골랐다면 질문(홀수)을 다시 읽어 줍니다.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확인(짝수인 것 고르기)]
목적: 처음 보는 배열에서 둘씩 짝 지어 남는 것이 없는 것(짝수)을 고르고 까닭을 말하는지 확인합니다.
시간: 약 2분
이렇게 말해 보세요
- “가, 나, 다의 점을 각각 둘씩 짝 지으면 남는 것이 없는 것은 어느 것일까? 어떻게 알았어?”
정답
- 나(18개). 둘씩 짝 지으면 짝 9개로 남는 것이 없습니다.
- 가는 13개, 다는 9개로 하나씩 남습니다.
막히면
- 점의 수를 먼저 세게 한 뒤 바둑돌로 같은 수를 놓아 짝 지어 봅니다.
주의
- 다(9개)는 네모 모양으로 꽉 차 있어 짝수처럼 보일 수 있습니다. 모양이 아니라 짝을 지어 보아야 한다는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짝수와 홀수는 어떻게 구별해?”
예상 답
- “둘씩 짝 지어 남는 것이 없으면 짝수, 하나 남으면 홀수예요.”
정답
- ① 짝수 ② 11, 13, 15 ③ 20
막히면
- S03, S04의 그림을 다시 보여 줍니다.
주의
- 다음 차시부터는 ‘모양과 비교’ 단원입니다. 짝수·홀수는 계단을 둘씩 오르거나 신발을 정리할 때처럼 생활에서 가끔 다시 물어봐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보충(20까지 세기)]
목적: S02에서 20까지의 수 세기가 흔들리면, 짝 짓기 전에 십 칸 틀로 수를 정확히 세는 연습을 합니다.
시간: 약 5분
이렇게 말해 보세요
- “꽉 찬 틀은 10이야. ‘열’ 하고 이어서 ‘열하나, 열둘, 열셋, 열넷’. 모두 몇 개야?”
- “이번에는 바둑돌 17개를 십 칸 틀에 놓아 볼까?”
정답
- 14, 17은 꽉 찬 틀 1개와 낱개 7개
막히면
- 틀의 칸을 하나씩 짚으며 1부터 셉니다. 셀 때마다 돌을 짚어 두 번 세지 않게 합니다.
주의
- 보충으로도 어려우면 6차시 ‘50까지의 수’(KR22-G01-MAT-NUM50-L01)와 7차시 ‘100까지의 수’(KR22-G01-MAT-NUM100-L01)를 먼저 다시 합니다. 몇째가 어렵다면 ‘몇째인지 알기’(KR22-G01-MAT-ORDINAL-L01)를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몇째와짝수홀수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짝수와 홀수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짝수와 홀수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짝수와 홀수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짝수와 홀수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짝을 지으면 남을까?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48837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12845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76853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408615" y="1584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488375" y="2224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128455" y="2224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768535" y="2224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group8"/>
          <p:cNvSpPr/>
          <p:nvPr/>
        </p:nvSpPr>
        <p:spPr>
          <a:xfrm>
            <a:off x="840333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1-group9"/>
          <p:cNvSpPr/>
          <p:nvPr/>
        </p:nvSpPr>
        <p:spPr>
          <a:xfrm>
            <a:off x="904341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1-group10"/>
          <p:cNvSpPr/>
          <p:nvPr/>
        </p:nvSpPr>
        <p:spPr>
          <a:xfrm>
            <a:off x="968349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1-group11"/>
          <p:cNvSpPr/>
          <p:nvPr/>
        </p:nvSpPr>
        <p:spPr>
          <a:xfrm>
            <a:off x="10323576" y="1490472"/>
            <a:ext cx="566928" cy="1225296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1-figure12" descr="점 7개를 위아래 둘씩 짝 지은 그림, 마지막 묶음에는 점 1개"/>
          <p:cNvSpPr/>
          <p:nvPr/>
        </p:nvSpPr>
        <p:spPr>
          <a:xfrm>
            <a:off x="8366760" y="1463040"/>
            <a:ext cx="256032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1-card13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7" name="S01-cardtext14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짝을 지어 짝수와 홀수를 구별해요.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20까지 짝수와 홀수를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cell16"/>
          <p:cNvSpPr/>
          <p:nvPr/>
        </p:nvSpPr>
        <p:spPr>
          <a:xfrm>
            <a:off x="134416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dot17"/>
          <p:cNvSpPr/>
          <p:nvPr/>
        </p:nvSpPr>
        <p:spPr>
          <a:xfrm>
            <a:off x="141023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cell18"/>
          <p:cNvSpPr/>
          <p:nvPr/>
        </p:nvSpPr>
        <p:spPr>
          <a:xfrm>
            <a:off x="173278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dot19"/>
          <p:cNvSpPr/>
          <p:nvPr/>
        </p:nvSpPr>
        <p:spPr>
          <a:xfrm>
            <a:off x="179885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cell20"/>
          <p:cNvSpPr/>
          <p:nvPr/>
        </p:nvSpPr>
        <p:spPr>
          <a:xfrm>
            <a:off x="212140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dot21"/>
          <p:cNvSpPr/>
          <p:nvPr/>
        </p:nvSpPr>
        <p:spPr>
          <a:xfrm>
            <a:off x="218747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cell22"/>
          <p:cNvSpPr/>
          <p:nvPr/>
        </p:nvSpPr>
        <p:spPr>
          <a:xfrm>
            <a:off x="251002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2-dot23"/>
          <p:cNvSpPr/>
          <p:nvPr/>
        </p:nvSpPr>
        <p:spPr>
          <a:xfrm>
            <a:off x="257609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cell24"/>
          <p:cNvSpPr/>
          <p:nvPr/>
        </p:nvSpPr>
        <p:spPr>
          <a:xfrm>
            <a:off x="289864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dot25"/>
          <p:cNvSpPr/>
          <p:nvPr/>
        </p:nvSpPr>
        <p:spPr>
          <a:xfrm>
            <a:off x="296471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cell26"/>
          <p:cNvSpPr/>
          <p:nvPr/>
        </p:nvSpPr>
        <p:spPr>
          <a:xfrm>
            <a:off x="134416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dot27"/>
          <p:cNvSpPr/>
          <p:nvPr/>
        </p:nvSpPr>
        <p:spPr>
          <a:xfrm>
            <a:off x="1410233" y="212346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cell28"/>
          <p:cNvSpPr/>
          <p:nvPr/>
        </p:nvSpPr>
        <p:spPr>
          <a:xfrm>
            <a:off x="173278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2-dot29"/>
          <p:cNvSpPr/>
          <p:nvPr/>
        </p:nvSpPr>
        <p:spPr>
          <a:xfrm>
            <a:off x="1798853" y="212346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cell30"/>
          <p:cNvSpPr/>
          <p:nvPr/>
        </p:nvSpPr>
        <p:spPr>
          <a:xfrm>
            <a:off x="212140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dot31"/>
          <p:cNvSpPr/>
          <p:nvPr/>
        </p:nvSpPr>
        <p:spPr>
          <a:xfrm>
            <a:off x="2187473" y="212346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2-cell32"/>
          <p:cNvSpPr/>
          <p:nvPr/>
        </p:nvSpPr>
        <p:spPr>
          <a:xfrm>
            <a:off x="251002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2-dot33"/>
          <p:cNvSpPr/>
          <p:nvPr/>
        </p:nvSpPr>
        <p:spPr>
          <a:xfrm>
            <a:off x="2576093" y="212346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2-cell34"/>
          <p:cNvSpPr/>
          <p:nvPr/>
        </p:nvSpPr>
        <p:spPr>
          <a:xfrm>
            <a:off x="289864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dot35"/>
          <p:cNvSpPr/>
          <p:nvPr/>
        </p:nvSpPr>
        <p:spPr>
          <a:xfrm>
            <a:off x="2964713" y="212346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2-figure36" descr="2개의 십 칸 틀 중 1번째: 모두 14개"/>
          <p:cNvSpPr/>
          <p:nvPr/>
        </p:nvSpPr>
        <p:spPr>
          <a:xfrm>
            <a:off x="1344168" y="166878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2-cell37"/>
          <p:cNvSpPr/>
          <p:nvPr/>
        </p:nvSpPr>
        <p:spPr>
          <a:xfrm>
            <a:off x="360730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2-dot38"/>
          <p:cNvSpPr/>
          <p:nvPr/>
        </p:nvSpPr>
        <p:spPr>
          <a:xfrm>
            <a:off x="367337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2-cell39"/>
          <p:cNvSpPr/>
          <p:nvPr/>
        </p:nvSpPr>
        <p:spPr>
          <a:xfrm>
            <a:off x="399592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2-dot40"/>
          <p:cNvSpPr/>
          <p:nvPr/>
        </p:nvSpPr>
        <p:spPr>
          <a:xfrm>
            <a:off x="406199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2-cell41"/>
          <p:cNvSpPr/>
          <p:nvPr/>
        </p:nvSpPr>
        <p:spPr>
          <a:xfrm>
            <a:off x="438454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2-dot42"/>
          <p:cNvSpPr/>
          <p:nvPr/>
        </p:nvSpPr>
        <p:spPr>
          <a:xfrm>
            <a:off x="445061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2-cell43"/>
          <p:cNvSpPr/>
          <p:nvPr/>
        </p:nvSpPr>
        <p:spPr>
          <a:xfrm>
            <a:off x="477316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2-dot44"/>
          <p:cNvSpPr/>
          <p:nvPr/>
        </p:nvSpPr>
        <p:spPr>
          <a:xfrm>
            <a:off x="4839233" y="1734845"/>
            <a:ext cx="256489" cy="25648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2-cell45"/>
          <p:cNvSpPr/>
          <p:nvPr/>
        </p:nvSpPr>
        <p:spPr>
          <a:xfrm>
            <a:off x="5161788" y="166878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2-cell46"/>
          <p:cNvSpPr/>
          <p:nvPr/>
        </p:nvSpPr>
        <p:spPr>
          <a:xfrm>
            <a:off x="360730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2-cell47"/>
          <p:cNvSpPr/>
          <p:nvPr/>
        </p:nvSpPr>
        <p:spPr>
          <a:xfrm>
            <a:off x="399592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2-cell48"/>
          <p:cNvSpPr/>
          <p:nvPr/>
        </p:nvSpPr>
        <p:spPr>
          <a:xfrm>
            <a:off x="438454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2-cell49"/>
          <p:cNvSpPr/>
          <p:nvPr/>
        </p:nvSpPr>
        <p:spPr>
          <a:xfrm>
            <a:off x="477316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2-cell50"/>
          <p:cNvSpPr/>
          <p:nvPr/>
        </p:nvSpPr>
        <p:spPr>
          <a:xfrm>
            <a:off x="5161788" y="2057400"/>
            <a:ext cx="388620" cy="3886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2-figure51" descr="2개의 십 칸 틀 중 2번째: 모두 14개"/>
          <p:cNvSpPr/>
          <p:nvPr/>
        </p:nvSpPr>
        <p:spPr>
          <a:xfrm>
            <a:off x="3607308" y="1668780"/>
            <a:ext cx="194310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2-chip5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41" name="S02-text5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바로 다음 수는?</a:t>
            </a:r>
            <a:endParaRPr lang="ko-KR" sz="3200" dirty="0"/>
          </a:p>
        </p:txBody>
      </p:sp>
      <p:sp>
        <p:nvSpPr>
          <p:cNvPr id="42" name="S02-chip5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43" name="S02-text5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넷째 다음은?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지어요</a:t>
            </a:r>
            <a:endParaRPr lang="ko-KR" sz="4400" dirty="0"/>
          </a:p>
        </p:txBody>
      </p:sp>
      <p:sp>
        <p:nvSpPr>
          <p:cNvPr id="3" name="S03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6짝을 둘씩 짝 지어요.</a:t>
            </a:r>
            <a:endParaRPr lang="ko-KR" sz="3200" dirty="0"/>
          </a:p>
        </p:txBody>
      </p:sp>
      <p:sp>
        <p:nvSpPr>
          <p:cNvPr id="4" name="S03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없으면 짝수예요. 6은 짝수!</a:t>
            </a:r>
            <a:endParaRPr lang="ko-KR" sz="3200" dirty="0"/>
          </a:p>
        </p:txBody>
      </p:sp>
      <p:sp>
        <p:nvSpPr>
          <p:cNvPr id="6" name="S03-dot59"/>
          <p:cNvSpPr/>
          <p:nvPr/>
        </p:nvSpPr>
        <p:spPr>
          <a:xfrm>
            <a:off x="20322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60"/>
          <p:cNvSpPr/>
          <p:nvPr/>
        </p:nvSpPr>
        <p:spPr>
          <a:xfrm>
            <a:off x="29466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61"/>
          <p:cNvSpPr/>
          <p:nvPr/>
        </p:nvSpPr>
        <p:spPr>
          <a:xfrm>
            <a:off x="38610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62"/>
          <p:cNvSpPr/>
          <p:nvPr/>
        </p:nvSpPr>
        <p:spPr>
          <a:xfrm>
            <a:off x="20322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63"/>
          <p:cNvSpPr/>
          <p:nvPr/>
        </p:nvSpPr>
        <p:spPr>
          <a:xfrm>
            <a:off x="29466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64"/>
          <p:cNvSpPr/>
          <p:nvPr/>
        </p:nvSpPr>
        <p:spPr>
          <a:xfrm>
            <a:off x="38610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group65"/>
          <p:cNvSpPr/>
          <p:nvPr/>
        </p:nvSpPr>
        <p:spPr>
          <a:xfrm>
            <a:off x="18950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3-group66"/>
          <p:cNvSpPr/>
          <p:nvPr/>
        </p:nvSpPr>
        <p:spPr>
          <a:xfrm>
            <a:off x="28094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3-group67"/>
          <p:cNvSpPr/>
          <p:nvPr/>
        </p:nvSpPr>
        <p:spPr>
          <a:xfrm>
            <a:off x="37238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3-figure68" descr="점 6개를 위아래 둘씩 짝 지어 세 묶음"/>
          <p:cNvSpPr/>
          <p:nvPr/>
        </p:nvSpPr>
        <p:spPr>
          <a:xfrm>
            <a:off x="1858518" y="2651760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3-card69"/>
          <p:cNvSpPr/>
          <p:nvPr/>
        </p:nvSpPr>
        <p:spPr>
          <a:xfrm>
            <a:off x="6277356" y="25831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3-cardtext70"/>
          <p:cNvSpPr txBox="1"/>
          <p:nvPr/>
        </p:nvSpPr>
        <p:spPr>
          <a:xfrm>
            <a:off x="6551676" y="27203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짝씩 3켤레</a:t>
            </a:r>
            <a:endParaRPr lang="ko-KR" sz="3200" dirty="0"/>
          </a:p>
        </p:txBody>
      </p:sp>
      <p:sp>
        <p:nvSpPr>
          <p:cNvPr id="18" name="S03-card71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3-cardtext72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남아요</a:t>
            </a:r>
            <a:endParaRPr lang="ko-KR" sz="4400" dirty="0"/>
          </a:p>
        </p:txBody>
      </p:sp>
      <p:sp>
        <p:nvSpPr>
          <p:cNvPr id="3" name="S04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 7개를 둘씩 짝 지어요.</a:t>
            </a:r>
            <a:endParaRPr lang="ko-KR" sz="3200" dirty="0"/>
          </a:p>
        </p:txBody>
      </p:sp>
      <p:sp>
        <p:nvSpPr>
          <p:cNvPr id="4" name="S04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남으면 홀수예요. 7은 홀수!</a:t>
            </a:r>
            <a:endParaRPr lang="ko-KR" sz="3200" dirty="0"/>
          </a:p>
        </p:txBody>
      </p:sp>
      <p:sp>
        <p:nvSpPr>
          <p:cNvPr id="6" name="S04-dot76"/>
          <p:cNvSpPr/>
          <p:nvPr/>
        </p:nvSpPr>
        <p:spPr>
          <a:xfrm>
            <a:off x="15750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77"/>
          <p:cNvSpPr/>
          <p:nvPr/>
        </p:nvSpPr>
        <p:spPr>
          <a:xfrm>
            <a:off x="24894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78"/>
          <p:cNvSpPr/>
          <p:nvPr/>
        </p:nvSpPr>
        <p:spPr>
          <a:xfrm>
            <a:off x="34038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79"/>
          <p:cNvSpPr/>
          <p:nvPr/>
        </p:nvSpPr>
        <p:spPr>
          <a:xfrm>
            <a:off x="4318254" y="28254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80"/>
          <p:cNvSpPr/>
          <p:nvPr/>
        </p:nvSpPr>
        <p:spPr>
          <a:xfrm>
            <a:off x="15750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dot81"/>
          <p:cNvSpPr/>
          <p:nvPr/>
        </p:nvSpPr>
        <p:spPr>
          <a:xfrm>
            <a:off x="24894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82"/>
          <p:cNvSpPr/>
          <p:nvPr/>
        </p:nvSpPr>
        <p:spPr>
          <a:xfrm>
            <a:off x="3403854" y="3739896"/>
            <a:ext cx="566928" cy="56692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group83"/>
          <p:cNvSpPr/>
          <p:nvPr/>
        </p:nvSpPr>
        <p:spPr>
          <a:xfrm>
            <a:off x="14378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4-group84"/>
          <p:cNvSpPr/>
          <p:nvPr/>
        </p:nvSpPr>
        <p:spPr>
          <a:xfrm>
            <a:off x="23522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4-group85"/>
          <p:cNvSpPr/>
          <p:nvPr/>
        </p:nvSpPr>
        <p:spPr>
          <a:xfrm>
            <a:off x="32666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4-group86"/>
          <p:cNvSpPr/>
          <p:nvPr/>
        </p:nvSpPr>
        <p:spPr>
          <a:xfrm>
            <a:off x="4181094" y="2679192"/>
            <a:ext cx="841248" cy="1773936"/>
          </a:xfrm>
          <a:prstGeom prst="roundRect">
            <a:avLst>
              <a:gd name="adj" fmla="val 1304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4-figure87" descr="점 7개를 위아래 둘씩 짝 지은 그림, 마지막 묶음에는 점 1개"/>
          <p:cNvSpPr/>
          <p:nvPr/>
        </p:nvSpPr>
        <p:spPr>
          <a:xfrm>
            <a:off x="1401318" y="2651760"/>
            <a:ext cx="3657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4-card88"/>
          <p:cNvSpPr/>
          <p:nvPr/>
        </p:nvSpPr>
        <p:spPr>
          <a:xfrm>
            <a:off x="6277356" y="25831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4-cardtext89"/>
          <p:cNvSpPr txBox="1"/>
          <p:nvPr/>
        </p:nvSpPr>
        <p:spPr>
          <a:xfrm>
            <a:off x="6551676" y="27203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3개</a:t>
            </a:r>
            <a:endParaRPr lang="ko-KR" sz="3200" dirty="0"/>
          </a:p>
        </p:txBody>
      </p:sp>
      <p:sp>
        <p:nvSpPr>
          <p:cNvPr id="20" name="S04-card90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91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1개가 남아요.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짝수일까, 홀수일까?</a:t>
            </a:r>
            <a:endParaRPr lang="ko-KR" sz="4400" dirty="0"/>
          </a:p>
        </p:txBody>
      </p:sp>
      <p:sp>
        <p:nvSpPr>
          <p:cNvPr id="3" name="S05-text9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11은 짝수일까요, 홀수일까요?</a:t>
            </a:r>
            <a:endParaRPr lang="ko-KR" sz="3200" dirty="0"/>
          </a:p>
        </p:txBody>
      </p:sp>
      <p:sp>
        <p:nvSpPr>
          <p:cNvPr id="4" name="S05-dot93"/>
          <p:cNvSpPr/>
          <p:nvPr/>
        </p:nvSpPr>
        <p:spPr>
          <a:xfrm>
            <a:off x="73535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5-dot94"/>
          <p:cNvSpPr/>
          <p:nvPr/>
        </p:nvSpPr>
        <p:spPr>
          <a:xfrm>
            <a:off x="80393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5-dot95"/>
          <p:cNvSpPr/>
          <p:nvPr/>
        </p:nvSpPr>
        <p:spPr>
          <a:xfrm>
            <a:off x="87251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96"/>
          <p:cNvSpPr/>
          <p:nvPr/>
        </p:nvSpPr>
        <p:spPr>
          <a:xfrm>
            <a:off x="94109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97"/>
          <p:cNvSpPr/>
          <p:nvPr/>
        </p:nvSpPr>
        <p:spPr>
          <a:xfrm>
            <a:off x="100967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98"/>
          <p:cNvSpPr/>
          <p:nvPr/>
        </p:nvSpPr>
        <p:spPr>
          <a:xfrm>
            <a:off x="10782513" y="38564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99"/>
          <p:cNvSpPr/>
          <p:nvPr/>
        </p:nvSpPr>
        <p:spPr>
          <a:xfrm>
            <a:off x="73535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100"/>
          <p:cNvSpPr/>
          <p:nvPr/>
        </p:nvSpPr>
        <p:spPr>
          <a:xfrm>
            <a:off x="80393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101"/>
          <p:cNvSpPr/>
          <p:nvPr/>
        </p:nvSpPr>
        <p:spPr>
          <a:xfrm>
            <a:off x="87251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102"/>
          <p:cNvSpPr/>
          <p:nvPr/>
        </p:nvSpPr>
        <p:spPr>
          <a:xfrm>
            <a:off x="94109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103"/>
          <p:cNvSpPr/>
          <p:nvPr/>
        </p:nvSpPr>
        <p:spPr>
          <a:xfrm>
            <a:off x="10096713" y="454228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group104"/>
          <p:cNvSpPr/>
          <p:nvPr/>
        </p:nvSpPr>
        <p:spPr>
          <a:xfrm>
            <a:off x="72597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5-group105"/>
          <p:cNvSpPr/>
          <p:nvPr/>
        </p:nvSpPr>
        <p:spPr>
          <a:xfrm>
            <a:off x="79455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5-group106"/>
          <p:cNvSpPr/>
          <p:nvPr/>
        </p:nvSpPr>
        <p:spPr>
          <a:xfrm>
            <a:off x="86313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5-group107"/>
          <p:cNvSpPr/>
          <p:nvPr/>
        </p:nvSpPr>
        <p:spPr>
          <a:xfrm>
            <a:off x="93171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5-group108"/>
          <p:cNvSpPr/>
          <p:nvPr/>
        </p:nvSpPr>
        <p:spPr>
          <a:xfrm>
            <a:off x="100029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5-group109"/>
          <p:cNvSpPr/>
          <p:nvPr/>
        </p:nvSpPr>
        <p:spPr>
          <a:xfrm>
            <a:off x="10688787" y="3753612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5-figure110" descr="점 11개를 위아래 둘씩 짝 지은 그림, 마지막 묶음에는 점 1개"/>
          <p:cNvSpPr/>
          <p:nvPr/>
        </p:nvSpPr>
        <p:spPr>
          <a:xfrm>
            <a:off x="7223211" y="3726180"/>
            <a:ext cx="4114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5-stepno111"/>
          <p:cNvSpPr txBox="1"/>
          <p:nvPr/>
        </p:nvSpPr>
        <p:spPr>
          <a:xfrm>
            <a:off x="548640" y="3202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5-text112"/>
          <p:cNvSpPr txBox="1"/>
          <p:nvPr/>
        </p:nvSpPr>
        <p:spPr>
          <a:xfrm>
            <a:off x="1325880" y="3202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11개를 놓아요.</a:t>
            </a:r>
            <a:endParaRPr lang="ko-KR" sz="3200" dirty="0"/>
          </a:p>
        </p:txBody>
      </p:sp>
      <p:sp>
        <p:nvSpPr>
          <p:cNvPr id="24" name="S05-stepno113"/>
          <p:cNvSpPr txBox="1"/>
          <p:nvPr/>
        </p:nvSpPr>
        <p:spPr>
          <a:xfrm>
            <a:off x="548640" y="3916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5-text114"/>
          <p:cNvSpPr txBox="1"/>
          <p:nvPr/>
        </p:nvSpPr>
        <p:spPr>
          <a:xfrm>
            <a:off x="1325880" y="3916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짝을 지어요.</a:t>
            </a:r>
            <a:endParaRPr lang="ko-KR" sz="3200" dirty="0"/>
          </a:p>
        </p:txBody>
      </p:sp>
      <p:sp>
        <p:nvSpPr>
          <p:cNvPr id="26" name="S05-stepno115"/>
          <p:cNvSpPr txBox="1"/>
          <p:nvPr/>
        </p:nvSpPr>
        <p:spPr>
          <a:xfrm>
            <a:off x="548640" y="4675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7" name="S05-text116"/>
          <p:cNvSpPr txBox="1"/>
          <p:nvPr/>
        </p:nvSpPr>
        <p:spPr>
          <a:xfrm>
            <a:off x="1325880" y="4629404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하나가 남아요.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11은 홀수예요.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짝을 지어 봐요</a:t>
            </a:r>
            <a:endParaRPr lang="ko-KR" sz="4400" dirty="0"/>
          </a:p>
        </p:txBody>
      </p:sp>
      <p:sp>
        <p:nvSpPr>
          <p:cNvPr id="3" name="S06-text1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위아래로 짝을 지어 보고 말해요.</a:t>
            </a:r>
            <a:endParaRPr lang="ko-KR" sz="3200" dirty="0"/>
          </a:p>
        </p:txBody>
      </p:sp>
      <p:sp>
        <p:nvSpPr>
          <p:cNvPr id="4" name="S06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없는 점이 있나요?</a:t>
            </a:r>
            <a:endParaRPr lang="ko-KR" sz="3200" dirty="0"/>
          </a:p>
        </p:txBody>
      </p:sp>
      <p:sp>
        <p:nvSpPr>
          <p:cNvPr id="6" name="S06-chip12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dot121"/>
          <p:cNvSpPr/>
          <p:nvPr/>
        </p:nvSpPr>
        <p:spPr>
          <a:xfrm>
            <a:off x="239115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22"/>
          <p:cNvSpPr/>
          <p:nvPr/>
        </p:nvSpPr>
        <p:spPr>
          <a:xfrm>
            <a:off x="284835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23"/>
          <p:cNvSpPr/>
          <p:nvPr/>
        </p:nvSpPr>
        <p:spPr>
          <a:xfrm>
            <a:off x="330555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24"/>
          <p:cNvSpPr/>
          <p:nvPr/>
        </p:nvSpPr>
        <p:spPr>
          <a:xfrm>
            <a:off x="376275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25"/>
          <p:cNvSpPr/>
          <p:nvPr/>
        </p:nvSpPr>
        <p:spPr>
          <a:xfrm>
            <a:off x="4219956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26"/>
          <p:cNvSpPr/>
          <p:nvPr/>
        </p:nvSpPr>
        <p:spPr>
          <a:xfrm>
            <a:off x="2391156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27"/>
          <p:cNvSpPr/>
          <p:nvPr/>
        </p:nvSpPr>
        <p:spPr>
          <a:xfrm>
            <a:off x="2848356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28"/>
          <p:cNvSpPr/>
          <p:nvPr/>
        </p:nvSpPr>
        <p:spPr>
          <a:xfrm>
            <a:off x="3305556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29"/>
          <p:cNvSpPr/>
          <p:nvPr/>
        </p:nvSpPr>
        <p:spPr>
          <a:xfrm>
            <a:off x="3762756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30"/>
          <p:cNvSpPr/>
          <p:nvPr/>
        </p:nvSpPr>
        <p:spPr>
          <a:xfrm>
            <a:off x="4219956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figure131" descr="점 10개를 두 줄로 놓은 그림"/>
          <p:cNvSpPr/>
          <p:nvPr/>
        </p:nvSpPr>
        <p:spPr>
          <a:xfrm>
            <a:off x="2304288" y="228600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6-chip13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9" name="S06-dot133"/>
          <p:cNvSpPr/>
          <p:nvPr/>
        </p:nvSpPr>
        <p:spPr>
          <a:xfrm>
            <a:off x="8577072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34"/>
          <p:cNvSpPr/>
          <p:nvPr/>
        </p:nvSpPr>
        <p:spPr>
          <a:xfrm>
            <a:off x="9034272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35"/>
          <p:cNvSpPr/>
          <p:nvPr/>
        </p:nvSpPr>
        <p:spPr>
          <a:xfrm>
            <a:off x="9491472" y="23728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36"/>
          <p:cNvSpPr/>
          <p:nvPr/>
        </p:nvSpPr>
        <p:spPr>
          <a:xfrm>
            <a:off x="8577072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37"/>
          <p:cNvSpPr/>
          <p:nvPr/>
        </p:nvSpPr>
        <p:spPr>
          <a:xfrm>
            <a:off x="9034272" y="283006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figure138" descr="점 5개를 두 줄로 놓은 그림"/>
          <p:cNvSpPr/>
          <p:nvPr/>
        </p:nvSpPr>
        <p:spPr>
          <a:xfrm>
            <a:off x="8490204" y="2286000"/>
            <a:ext cx="1371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6-chip13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6" name="S06-dot140"/>
          <p:cNvSpPr/>
          <p:nvPr/>
        </p:nvSpPr>
        <p:spPr>
          <a:xfrm>
            <a:off x="193395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41"/>
          <p:cNvSpPr/>
          <p:nvPr/>
        </p:nvSpPr>
        <p:spPr>
          <a:xfrm>
            <a:off x="239115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42"/>
          <p:cNvSpPr/>
          <p:nvPr/>
        </p:nvSpPr>
        <p:spPr>
          <a:xfrm>
            <a:off x="284835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43"/>
          <p:cNvSpPr/>
          <p:nvPr/>
        </p:nvSpPr>
        <p:spPr>
          <a:xfrm>
            <a:off x="330555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44"/>
          <p:cNvSpPr/>
          <p:nvPr/>
        </p:nvSpPr>
        <p:spPr>
          <a:xfrm>
            <a:off x="376275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45"/>
          <p:cNvSpPr/>
          <p:nvPr/>
        </p:nvSpPr>
        <p:spPr>
          <a:xfrm>
            <a:off x="421995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46"/>
          <p:cNvSpPr/>
          <p:nvPr/>
        </p:nvSpPr>
        <p:spPr>
          <a:xfrm>
            <a:off x="4677156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47"/>
          <p:cNvSpPr/>
          <p:nvPr/>
        </p:nvSpPr>
        <p:spPr>
          <a:xfrm>
            <a:off x="193395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48"/>
          <p:cNvSpPr/>
          <p:nvPr/>
        </p:nvSpPr>
        <p:spPr>
          <a:xfrm>
            <a:off x="239115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49"/>
          <p:cNvSpPr/>
          <p:nvPr/>
        </p:nvSpPr>
        <p:spPr>
          <a:xfrm>
            <a:off x="284835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dot150"/>
          <p:cNvSpPr/>
          <p:nvPr/>
        </p:nvSpPr>
        <p:spPr>
          <a:xfrm>
            <a:off x="330555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6-dot151"/>
          <p:cNvSpPr/>
          <p:nvPr/>
        </p:nvSpPr>
        <p:spPr>
          <a:xfrm>
            <a:off x="376275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dot152"/>
          <p:cNvSpPr/>
          <p:nvPr/>
        </p:nvSpPr>
        <p:spPr>
          <a:xfrm>
            <a:off x="4219956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6-figure153" descr="점 13개를 두 줄로 놓은 그림"/>
          <p:cNvSpPr/>
          <p:nvPr/>
        </p:nvSpPr>
        <p:spPr>
          <a:xfrm>
            <a:off x="1847088" y="3931920"/>
            <a:ext cx="3200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6-chip15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1" name="S06-dot155"/>
          <p:cNvSpPr/>
          <p:nvPr/>
        </p:nvSpPr>
        <p:spPr>
          <a:xfrm>
            <a:off x="74340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156"/>
          <p:cNvSpPr/>
          <p:nvPr/>
        </p:nvSpPr>
        <p:spPr>
          <a:xfrm>
            <a:off x="78912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157"/>
          <p:cNvSpPr/>
          <p:nvPr/>
        </p:nvSpPr>
        <p:spPr>
          <a:xfrm>
            <a:off x="83484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158"/>
          <p:cNvSpPr/>
          <p:nvPr/>
        </p:nvSpPr>
        <p:spPr>
          <a:xfrm>
            <a:off x="88056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159"/>
          <p:cNvSpPr/>
          <p:nvPr/>
        </p:nvSpPr>
        <p:spPr>
          <a:xfrm>
            <a:off x="92628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160"/>
          <p:cNvSpPr/>
          <p:nvPr/>
        </p:nvSpPr>
        <p:spPr>
          <a:xfrm>
            <a:off x="97200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161"/>
          <p:cNvSpPr/>
          <p:nvPr/>
        </p:nvSpPr>
        <p:spPr>
          <a:xfrm>
            <a:off x="101772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162"/>
          <p:cNvSpPr/>
          <p:nvPr/>
        </p:nvSpPr>
        <p:spPr>
          <a:xfrm>
            <a:off x="10634472" y="40187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163"/>
          <p:cNvSpPr/>
          <p:nvPr/>
        </p:nvSpPr>
        <p:spPr>
          <a:xfrm>
            <a:off x="74340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164"/>
          <p:cNvSpPr/>
          <p:nvPr/>
        </p:nvSpPr>
        <p:spPr>
          <a:xfrm>
            <a:off x="78912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165"/>
          <p:cNvSpPr/>
          <p:nvPr/>
        </p:nvSpPr>
        <p:spPr>
          <a:xfrm>
            <a:off x="83484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166"/>
          <p:cNvSpPr/>
          <p:nvPr/>
        </p:nvSpPr>
        <p:spPr>
          <a:xfrm>
            <a:off x="88056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167"/>
          <p:cNvSpPr/>
          <p:nvPr/>
        </p:nvSpPr>
        <p:spPr>
          <a:xfrm>
            <a:off x="92628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168"/>
          <p:cNvSpPr/>
          <p:nvPr/>
        </p:nvSpPr>
        <p:spPr>
          <a:xfrm>
            <a:off x="97200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169"/>
          <p:cNvSpPr/>
          <p:nvPr/>
        </p:nvSpPr>
        <p:spPr>
          <a:xfrm>
            <a:off x="101772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170"/>
          <p:cNvSpPr/>
          <p:nvPr/>
        </p:nvSpPr>
        <p:spPr>
          <a:xfrm>
            <a:off x="10634472" y="44759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figure171" descr="점 16개를 두 줄로 놓은 그림"/>
          <p:cNvSpPr/>
          <p:nvPr/>
        </p:nvSpPr>
        <p:spPr>
          <a:xfrm>
            <a:off x="7347204" y="3931920"/>
            <a:ext cx="36576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나와요</a:t>
            </a:r>
            <a:endParaRPr lang="ko-KR" sz="4400" dirty="0"/>
          </a:p>
        </p:txBody>
      </p:sp>
      <p:sp>
        <p:nvSpPr>
          <p:cNvPr id="3" name="S07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짝수에 색을 칠했어요.</a:t>
            </a:r>
            <a:endParaRPr lang="ko-KR" sz="3200" dirty="0"/>
          </a:p>
        </p:txBody>
      </p:sp>
      <p:sp>
        <p:nvSpPr>
          <p:cNvPr id="4" name="S07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홀수, 짝수, 홀수, 짝수… 하나씩 번갈아 나와요.</a:t>
            </a:r>
            <a:endParaRPr lang="ko-KR" sz="3200" dirty="0"/>
          </a:p>
        </p:txBody>
      </p:sp>
      <p:sp>
        <p:nvSpPr>
          <p:cNvPr id="6" name="S07-tile175"/>
          <p:cNvSpPr txBox="1"/>
          <p:nvPr/>
        </p:nvSpPr>
        <p:spPr>
          <a:xfrm>
            <a:off x="54864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7" name="S07-tile176"/>
          <p:cNvSpPr txBox="1"/>
          <p:nvPr/>
        </p:nvSpPr>
        <p:spPr>
          <a:xfrm>
            <a:off x="167792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8" name="S07-tile177"/>
          <p:cNvSpPr txBox="1"/>
          <p:nvPr/>
        </p:nvSpPr>
        <p:spPr>
          <a:xfrm>
            <a:off x="280720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9" name="S07-tile178"/>
          <p:cNvSpPr txBox="1"/>
          <p:nvPr/>
        </p:nvSpPr>
        <p:spPr>
          <a:xfrm>
            <a:off x="393649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0" name="S07-tile179"/>
          <p:cNvSpPr txBox="1"/>
          <p:nvPr/>
        </p:nvSpPr>
        <p:spPr>
          <a:xfrm>
            <a:off x="506577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1" name="S07-tile180"/>
          <p:cNvSpPr txBox="1"/>
          <p:nvPr/>
        </p:nvSpPr>
        <p:spPr>
          <a:xfrm>
            <a:off x="619506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000" dirty="0"/>
          </a:p>
        </p:txBody>
      </p:sp>
      <p:sp>
        <p:nvSpPr>
          <p:cNvPr id="12" name="S07-tile181"/>
          <p:cNvSpPr txBox="1"/>
          <p:nvPr/>
        </p:nvSpPr>
        <p:spPr>
          <a:xfrm>
            <a:off x="732434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13" name="S07-tile182"/>
          <p:cNvSpPr txBox="1"/>
          <p:nvPr/>
        </p:nvSpPr>
        <p:spPr>
          <a:xfrm>
            <a:off x="845362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4000" dirty="0"/>
          </a:p>
        </p:txBody>
      </p:sp>
      <p:sp>
        <p:nvSpPr>
          <p:cNvPr id="14" name="S07-tile183"/>
          <p:cNvSpPr txBox="1"/>
          <p:nvPr/>
        </p:nvSpPr>
        <p:spPr>
          <a:xfrm>
            <a:off x="958291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000" dirty="0"/>
          </a:p>
        </p:txBody>
      </p:sp>
      <p:sp>
        <p:nvSpPr>
          <p:cNvPr id="15" name="S07-tile184"/>
          <p:cNvSpPr txBox="1"/>
          <p:nvPr/>
        </p:nvSpPr>
        <p:spPr>
          <a:xfrm>
            <a:off x="1071219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4000" dirty="0"/>
          </a:p>
        </p:txBody>
      </p:sp>
      <p:sp>
        <p:nvSpPr>
          <p:cNvPr id="16" name="S07-tile185"/>
          <p:cNvSpPr txBox="1"/>
          <p:nvPr/>
        </p:nvSpPr>
        <p:spPr>
          <a:xfrm>
            <a:off x="54864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4000" dirty="0"/>
          </a:p>
        </p:txBody>
      </p:sp>
      <p:sp>
        <p:nvSpPr>
          <p:cNvPr id="17" name="S07-tile186"/>
          <p:cNvSpPr txBox="1"/>
          <p:nvPr/>
        </p:nvSpPr>
        <p:spPr>
          <a:xfrm>
            <a:off x="167792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8" name="S07-tile187"/>
          <p:cNvSpPr txBox="1"/>
          <p:nvPr/>
        </p:nvSpPr>
        <p:spPr>
          <a:xfrm>
            <a:off x="2807208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4000" dirty="0"/>
          </a:p>
        </p:txBody>
      </p:sp>
      <p:sp>
        <p:nvSpPr>
          <p:cNvPr id="19" name="S07-tile188"/>
          <p:cNvSpPr txBox="1"/>
          <p:nvPr/>
        </p:nvSpPr>
        <p:spPr>
          <a:xfrm>
            <a:off x="393649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20" name="S07-tile189"/>
          <p:cNvSpPr txBox="1"/>
          <p:nvPr/>
        </p:nvSpPr>
        <p:spPr>
          <a:xfrm>
            <a:off x="506577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4000" dirty="0"/>
          </a:p>
        </p:txBody>
      </p:sp>
      <p:sp>
        <p:nvSpPr>
          <p:cNvPr id="21" name="S07-tile190"/>
          <p:cNvSpPr txBox="1"/>
          <p:nvPr/>
        </p:nvSpPr>
        <p:spPr>
          <a:xfrm>
            <a:off x="619506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4000" dirty="0"/>
          </a:p>
        </p:txBody>
      </p:sp>
      <p:sp>
        <p:nvSpPr>
          <p:cNvPr id="22" name="S07-tile191"/>
          <p:cNvSpPr txBox="1"/>
          <p:nvPr/>
        </p:nvSpPr>
        <p:spPr>
          <a:xfrm>
            <a:off x="732434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4000" dirty="0"/>
          </a:p>
        </p:txBody>
      </p:sp>
      <p:sp>
        <p:nvSpPr>
          <p:cNvPr id="23" name="S07-tile192"/>
          <p:cNvSpPr txBox="1"/>
          <p:nvPr/>
        </p:nvSpPr>
        <p:spPr>
          <a:xfrm>
            <a:off x="8453628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4000" dirty="0"/>
          </a:p>
        </p:txBody>
      </p:sp>
      <p:sp>
        <p:nvSpPr>
          <p:cNvPr id="24" name="S07-tile193"/>
          <p:cNvSpPr txBox="1"/>
          <p:nvPr/>
        </p:nvSpPr>
        <p:spPr>
          <a:xfrm>
            <a:off x="958291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4000" dirty="0"/>
          </a:p>
        </p:txBody>
      </p:sp>
      <p:sp>
        <p:nvSpPr>
          <p:cNvPr id="25" name="S07-tile194"/>
          <p:cNvSpPr txBox="1"/>
          <p:nvPr/>
        </p:nvSpPr>
        <p:spPr>
          <a:xfrm>
            <a:off x="1071219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낱개를 보면 알아요</a:t>
            </a:r>
            <a:endParaRPr lang="ko-KR" sz="4400" dirty="0"/>
          </a:p>
        </p:txBody>
      </p:sp>
      <p:sp>
        <p:nvSpPr>
          <p:cNvPr id="3" name="S08-text1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17을 10과 7로 나누어 짝 지어요.</a:t>
            </a:r>
            <a:endParaRPr lang="ko-KR" sz="3200" dirty="0"/>
          </a:p>
        </p:txBody>
      </p:sp>
      <p:sp>
        <p:nvSpPr>
          <p:cNvPr id="4" name="S08-card19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9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17은 홀수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10은 남는 것이 없으니 낱개 7만 보면 돼요.</a:t>
            </a:r>
            <a:endParaRPr lang="ko-KR" sz="3200" dirty="0"/>
          </a:p>
        </p:txBody>
      </p:sp>
      <p:sp>
        <p:nvSpPr>
          <p:cNvPr id="6" name="S08-dot198"/>
          <p:cNvSpPr/>
          <p:nvPr/>
        </p:nvSpPr>
        <p:spPr>
          <a:xfrm>
            <a:off x="16573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8-dot199"/>
          <p:cNvSpPr/>
          <p:nvPr/>
        </p:nvSpPr>
        <p:spPr>
          <a:xfrm>
            <a:off x="23431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200"/>
          <p:cNvSpPr/>
          <p:nvPr/>
        </p:nvSpPr>
        <p:spPr>
          <a:xfrm>
            <a:off x="30289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201"/>
          <p:cNvSpPr/>
          <p:nvPr/>
        </p:nvSpPr>
        <p:spPr>
          <a:xfrm>
            <a:off x="37147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202"/>
          <p:cNvSpPr/>
          <p:nvPr/>
        </p:nvSpPr>
        <p:spPr>
          <a:xfrm>
            <a:off x="44005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203"/>
          <p:cNvSpPr/>
          <p:nvPr/>
        </p:nvSpPr>
        <p:spPr>
          <a:xfrm>
            <a:off x="16573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dot204"/>
          <p:cNvSpPr/>
          <p:nvPr/>
        </p:nvSpPr>
        <p:spPr>
          <a:xfrm>
            <a:off x="23431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205"/>
          <p:cNvSpPr/>
          <p:nvPr/>
        </p:nvSpPr>
        <p:spPr>
          <a:xfrm>
            <a:off x="30289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206"/>
          <p:cNvSpPr/>
          <p:nvPr/>
        </p:nvSpPr>
        <p:spPr>
          <a:xfrm>
            <a:off x="37147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207"/>
          <p:cNvSpPr/>
          <p:nvPr/>
        </p:nvSpPr>
        <p:spPr>
          <a:xfrm>
            <a:off x="44005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group208"/>
          <p:cNvSpPr/>
          <p:nvPr/>
        </p:nvSpPr>
        <p:spPr>
          <a:xfrm>
            <a:off x="15636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8-group209"/>
          <p:cNvSpPr/>
          <p:nvPr/>
        </p:nvSpPr>
        <p:spPr>
          <a:xfrm>
            <a:off x="22494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8-group210"/>
          <p:cNvSpPr/>
          <p:nvPr/>
        </p:nvSpPr>
        <p:spPr>
          <a:xfrm>
            <a:off x="29352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8-group211"/>
          <p:cNvSpPr/>
          <p:nvPr/>
        </p:nvSpPr>
        <p:spPr>
          <a:xfrm>
            <a:off x="36210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8-group212"/>
          <p:cNvSpPr/>
          <p:nvPr/>
        </p:nvSpPr>
        <p:spPr>
          <a:xfrm>
            <a:off x="4306824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8-figure213" descr="점 10개를 둘씩 짝 지은 그림, 남는 것 없음"/>
          <p:cNvSpPr/>
          <p:nvPr/>
        </p:nvSpPr>
        <p:spPr>
          <a:xfrm>
            <a:off x="1527048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8-label214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 남는 것 없음</a:t>
            </a:r>
            <a:endParaRPr lang="ko-KR" sz="2600" dirty="0"/>
          </a:p>
        </p:txBody>
      </p:sp>
      <p:sp>
        <p:nvSpPr>
          <p:cNvPr id="23" name="S08-dot215"/>
          <p:cNvSpPr/>
          <p:nvPr/>
        </p:nvSpPr>
        <p:spPr>
          <a:xfrm>
            <a:off x="77061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dot216"/>
          <p:cNvSpPr/>
          <p:nvPr/>
        </p:nvSpPr>
        <p:spPr>
          <a:xfrm>
            <a:off x="83919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dot217"/>
          <p:cNvSpPr/>
          <p:nvPr/>
        </p:nvSpPr>
        <p:spPr>
          <a:xfrm>
            <a:off x="90777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dot218"/>
          <p:cNvSpPr/>
          <p:nvPr/>
        </p:nvSpPr>
        <p:spPr>
          <a:xfrm>
            <a:off x="97635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8-dot219"/>
          <p:cNvSpPr/>
          <p:nvPr/>
        </p:nvSpPr>
        <p:spPr>
          <a:xfrm>
            <a:off x="77061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8-dot220"/>
          <p:cNvSpPr/>
          <p:nvPr/>
        </p:nvSpPr>
        <p:spPr>
          <a:xfrm>
            <a:off x="83919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dot221"/>
          <p:cNvSpPr/>
          <p:nvPr/>
        </p:nvSpPr>
        <p:spPr>
          <a:xfrm>
            <a:off x="9077706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group222"/>
          <p:cNvSpPr/>
          <p:nvPr/>
        </p:nvSpPr>
        <p:spPr>
          <a:xfrm>
            <a:off x="76123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1" name="S08-group223"/>
          <p:cNvSpPr/>
          <p:nvPr/>
        </p:nvSpPr>
        <p:spPr>
          <a:xfrm>
            <a:off x="82981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8-group224"/>
          <p:cNvSpPr/>
          <p:nvPr/>
        </p:nvSpPr>
        <p:spPr>
          <a:xfrm>
            <a:off x="89839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8-group225"/>
          <p:cNvSpPr/>
          <p:nvPr/>
        </p:nvSpPr>
        <p:spPr>
          <a:xfrm>
            <a:off x="9669780" y="2430653"/>
            <a:ext cx="612648" cy="1316736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8-figure226" descr="점 7개를 둘씩 짝 지은 그림, 1개 남음"/>
          <p:cNvSpPr/>
          <p:nvPr/>
        </p:nvSpPr>
        <p:spPr>
          <a:xfrm>
            <a:off x="7575804" y="2403221"/>
            <a:ext cx="27432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8-label227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7: 1개 남음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짝수일까요, 홀수일까요?</a:t>
            </a:r>
            <a:endParaRPr lang="ko-KR" sz="4400" dirty="0"/>
          </a:p>
        </p:txBody>
      </p:sp>
      <p:sp>
        <p:nvSpPr>
          <p:cNvPr id="3" name="S09-card2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낱개의 수를 보거나 바둑돌로 짝 지어요.</a:t>
            </a:r>
            <a:endParaRPr lang="ko-KR" sz="3200" dirty="0"/>
          </a:p>
        </p:txBody>
      </p:sp>
      <p:sp>
        <p:nvSpPr>
          <p:cNvPr id="5" name="S09-chip23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text23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14는?</a:t>
            </a:r>
            <a:endParaRPr lang="ko-KR" sz="3200" dirty="0"/>
          </a:p>
        </p:txBody>
      </p:sp>
      <p:sp>
        <p:nvSpPr>
          <p:cNvPr id="7" name="S09-chip23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text23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19는?</a:t>
            </a:r>
            <a:endParaRPr lang="ko-KR" sz="3200" dirty="0"/>
          </a:p>
        </p:txBody>
      </p:sp>
      <p:sp>
        <p:nvSpPr>
          <p:cNvPr id="9" name="S09-chip234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text235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13 중 짝수는?</a:t>
            </a:r>
            <a:endParaRPr lang="ko-KR" sz="3200" dirty="0"/>
          </a:p>
        </p:txBody>
      </p:sp>
      <p:sp>
        <p:nvSpPr>
          <p:cNvPr id="11" name="S09-chip236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text237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짝수일까요, 홀수일까요?</a:t>
            </a:r>
            <a:endParaRPr lang="ko-KR" sz="3200" dirty="0"/>
          </a:p>
        </p:txBody>
      </p:sp>
      <p:sp>
        <p:nvSpPr>
          <p:cNvPr id="5" name="S10-card2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바둑돌로 확인해 봐요.</a:t>
            </a:r>
            <a:endParaRPr lang="ko-KR" sz="3200" dirty="0"/>
          </a:p>
        </p:txBody>
      </p:sp>
      <p:sp>
        <p:nvSpPr>
          <p:cNvPr id="7" name="S10-chip2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홀수</a:t>
            </a:r>
            <a:endParaRPr lang="ko-KR" sz="2600" dirty="0"/>
          </a:p>
        </p:txBody>
      </p:sp>
      <p:sp>
        <p:nvSpPr>
          <p:cNvPr id="8" name="S10-text2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1이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홀수예요.</a:t>
            </a:r>
            <a:endParaRPr lang="ko-KR" sz="3200" dirty="0"/>
          </a:p>
        </p:txBody>
      </p:sp>
      <p:sp>
        <p:nvSpPr>
          <p:cNvPr id="9" name="S10-chip2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짝수</a:t>
            </a:r>
            <a:endParaRPr lang="ko-KR" sz="2600" dirty="0"/>
          </a:p>
        </p:txBody>
      </p:sp>
      <p:sp>
        <p:nvSpPr>
          <p:cNvPr id="10" name="S10-text2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지으면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2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24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dot248"/>
          <p:cNvSpPr/>
          <p:nvPr/>
        </p:nvSpPr>
        <p:spPr>
          <a:xfrm>
            <a:off x="143296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1-dot249"/>
          <p:cNvSpPr/>
          <p:nvPr/>
        </p:nvSpPr>
        <p:spPr>
          <a:xfrm>
            <a:off x="190032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1-dot250"/>
          <p:cNvSpPr/>
          <p:nvPr/>
        </p:nvSpPr>
        <p:spPr>
          <a:xfrm>
            <a:off x="236768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dot251"/>
          <p:cNvSpPr/>
          <p:nvPr/>
        </p:nvSpPr>
        <p:spPr>
          <a:xfrm>
            <a:off x="283504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dot252"/>
          <p:cNvSpPr/>
          <p:nvPr/>
        </p:nvSpPr>
        <p:spPr>
          <a:xfrm>
            <a:off x="330240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dot253"/>
          <p:cNvSpPr/>
          <p:nvPr/>
        </p:nvSpPr>
        <p:spPr>
          <a:xfrm>
            <a:off x="376976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1-dot254"/>
          <p:cNvSpPr/>
          <p:nvPr/>
        </p:nvSpPr>
        <p:spPr>
          <a:xfrm>
            <a:off x="423712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1-dot255"/>
          <p:cNvSpPr/>
          <p:nvPr/>
        </p:nvSpPr>
        <p:spPr>
          <a:xfrm>
            <a:off x="470448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dot256"/>
          <p:cNvSpPr/>
          <p:nvPr/>
        </p:nvSpPr>
        <p:spPr>
          <a:xfrm>
            <a:off x="5171846" y="2598318"/>
            <a:ext cx="289763" cy="28976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figure257" descr="점 9개를 한 줄로 놓은 그림"/>
          <p:cNvSpPr/>
          <p:nvPr/>
        </p:nvSpPr>
        <p:spPr>
          <a:xfrm>
            <a:off x="1344168" y="2509520"/>
            <a:ext cx="4206240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1-chip2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11-text2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15는 짝수? 홀수?</a:t>
            </a:r>
            <a:endParaRPr lang="ko-KR" sz="3200" dirty="0"/>
          </a:p>
        </p:txBody>
      </p:sp>
      <p:sp>
        <p:nvSpPr>
          <p:cNvPr id="17" name="S11-chip2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11-text2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16, 17, 18 중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홀수는?</a:t>
            </a:r>
            <a:endParaRPr lang="ko-KR" sz="3200" dirty="0"/>
          </a:p>
        </p:txBody>
      </p:sp>
      <p:sp>
        <p:nvSpPr>
          <p:cNvPr id="19" name="S11-chip2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20" name="S11-text2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짝수를 하나 말하고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2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바둑돌로 둘씩 짝 지어 다시 보게 하세요.</a:t>
            </a:r>
            <a:endParaRPr lang="ko-KR" sz="3200" dirty="0"/>
          </a:p>
        </p:txBody>
      </p:sp>
      <p:sp>
        <p:nvSpPr>
          <p:cNvPr id="5" name="S12-chip26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26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홀수</a:t>
            </a:r>
            <a:endParaRPr lang="ko-KR" sz="3200" dirty="0"/>
          </a:p>
        </p:txBody>
      </p:sp>
      <p:sp>
        <p:nvSpPr>
          <p:cNvPr id="7" name="S12-text26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 남음</a:t>
            </a:r>
            <a:endParaRPr lang="ko-KR" sz="2600" dirty="0"/>
          </a:p>
        </p:txBody>
      </p:sp>
      <p:sp>
        <p:nvSpPr>
          <p:cNvPr id="8" name="S12-text26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홀수</a:t>
            </a:r>
            <a:endParaRPr lang="ko-KR" sz="3200" dirty="0"/>
          </a:p>
        </p:txBody>
      </p:sp>
      <p:sp>
        <p:nvSpPr>
          <p:cNvPr id="9" name="S12-text27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5가 홀수</a:t>
            </a:r>
            <a:endParaRPr lang="ko-KR" sz="2600" dirty="0"/>
          </a:p>
        </p:txBody>
      </p:sp>
      <p:sp>
        <p:nvSpPr>
          <p:cNvPr id="10" name="S12-text27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17</a:t>
            </a:r>
            <a:endParaRPr lang="ko-KR" sz="3200" dirty="0"/>
          </a:p>
        </p:txBody>
      </p:sp>
      <p:sp>
        <p:nvSpPr>
          <p:cNvPr id="11" name="S12-text27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18은 짝수</a:t>
            </a:r>
            <a:endParaRPr lang="ko-KR" sz="2600" dirty="0"/>
          </a:p>
        </p:txBody>
      </p:sp>
      <p:sp>
        <p:nvSpPr>
          <p:cNvPr id="12" name="S12-text27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예: 14</a:t>
            </a:r>
            <a:endParaRPr lang="ko-KR" sz="3200" dirty="0"/>
          </a:p>
        </p:txBody>
      </p:sp>
      <p:sp>
        <p:nvSpPr>
          <p:cNvPr id="13" name="S12-text27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없음</a:t>
            </a:r>
            <a:endParaRPr lang="ko-KR" sz="2600" dirty="0"/>
          </a:p>
        </p:txBody>
      </p:sp>
      <p:sp>
        <p:nvSpPr>
          <p:cNvPr id="14" name="S12-chip27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2-text27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짝수</a:t>
            </a:r>
            <a:endParaRPr lang="ko-KR" sz="3200" dirty="0"/>
          </a:p>
        </p:txBody>
      </p:sp>
      <p:sp>
        <p:nvSpPr>
          <p:cNvPr id="16" name="S12-text27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15가 커서 짝수</a:t>
            </a:r>
            <a:endParaRPr lang="ko-KR" sz="2600" dirty="0"/>
          </a:p>
        </p:txBody>
      </p:sp>
      <p:sp>
        <p:nvSpPr>
          <p:cNvPr id="17" name="S12-text27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16</a:t>
            </a:r>
            <a:endParaRPr lang="ko-KR" sz="3200" dirty="0"/>
          </a:p>
        </p:txBody>
      </p:sp>
      <p:sp>
        <p:nvSpPr>
          <p:cNvPr id="18" name="S12-text27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짝수를 고름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없는 것은?</a:t>
            </a:r>
            <a:endParaRPr lang="ko-KR" sz="4400" dirty="0"/>
          </a:p>
        </p:txBody>
      </p:sp>
      <p:sp>
        <p:nvSpPr>
          <p:cNvPr id="3" name="S13-text2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지어 남는 것이 없는 것은?</a:t>
            </a:r>
            <a:endParaRPr lang="ko-KR" sz="3200" dirty="0"/>
          </a:p>
        </p:txBody>
      </p:sp>
      <p:sp>
        <p:nvSpPr>
          <p:cNvPr id="4" name="S13-card2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3-chip28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dot284"/>
          <p:cNvSpPr/>
          <p:nvPr/>
        </p:nvSpPr>
        <p:spPr>
          <a:xfrm>
            <a:off x="111358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285"/>
          <p:cNvSpPr/>
          <p:nvPr/>
        </p:nvSpPr>
        <p:spPr>
          <a:xfrm>
            <a:off x="161650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286"/>
          <p:cNvSpPr/>
          <p:nvPr/>
        </p:nvSpPr>
        <p:spPr>
          <a:xfrm>
            <a:off x="211942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287"/>
          <p:cNvSpPr/>
          <p:nvPr/>
        </p:nvSpPr>
        <p:spPr>
          <a:xfrm>
            <a:off x="262234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288"/>
          <p:cNvSpPr/>
          <p:nvPr/>
        </p:nvSpPr>
        <p:spPr>
          <a:xfrm>
            <a:off x="3125267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289"/>
          <p:cNvSpPr/>
          <p:nvPr/>
        </p:nvSpPr>
        <p:spPr>
          <a:xfrm>
            <a:off x="111358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290"/>
          <p:cNvSpPr/>
          <p:nvPr/>
        </p:nvSpPr>
        <p:spPr>
          <a:xfrm>
            <a:off x="161650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291"/>
          <p:cNvSpPr/>
          <p:nvPr/>
        </p:nvSpPr>
        <p:spPr>
          <a:xfrm>
            <a:off x="211942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292"/>
          <p:cNvSpPr/>
          <p:nvPr/>
        </p:nvSpPr>
        <p:spPr>
          <a:xfrm>
            <a:off x="262234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293"/>
          <p:cNvSpPr/>
          <p:nvPr/>
        </p:nvSpPr>
        <p:spPr>
          <a:xfrm>
            <a:off x="3125267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294"/>
          <p:cNvSpPr/>
          <p:nvPr/>
        </p:nvSpPr>
        <p:spPr>
          <a:xfrm>
            <a:off x="1113587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295"/>
          <p:cNvSpPr/>
          <p:nvPr/>
        </p:nvSpPr>
        <p:spPr>
          <a:xfrm>
            <a:off x="1616507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296"/>
          <p:cNvSpPr/>
          <p:nvPr/>
        </p:nvSpPr>
        <p:spPr>
          <a:xfrm>
            <a:off x="2119427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figure297" descr="점 13개를 세 줄로 놓은 그림"/>
          <p:cNvSpPr/>
          <p:nvPr/>
        </p:nvSpPr>
        <p:spPr>
          <a:xfrm>
            <a:off x="1018032" y="3163824"/>
            <a:ext cx="2514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13-chip29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22" name="S13-dot299"/>
          <p:cNvSpPr/>
          <p:nvPr/>
        </p:nvSpPr>
        <p:spPr>
          <a:xfrm>
            <a:off x="468127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3-dot300"/>
          <p:cNvSpPr/>
          <p:nvPr/>
        </p:nvSpPr>
        <p:spPr>
          <a:xfrm>
            <a:off x="518419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3-dot301"/>
          <p:cNvSpPr/>
          <p:nvPr/>
        </p:nvSpPr>
        <p:spPr>
          <a:xfrm>
            <a:off x="568711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3-dot302"/>
          <p:cNvSpPr/>
          <p:nvPr/>
        </p:nvSpPr>
        <p:spPr>
          <a:xfrm>
            <a:off x="619003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3-dot303"/>
          <p:cNvSpPr/>
          <p:nvPr/>
        </p:nvSpPr>
        <p:spPr>
          <a:xfrm>
            <a:off x="669295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3-dot304"/>
          <p:cNvSpPr/>
          <p:nvPr/>
        </p:nvSpPr>
        <p:spPr>
          <a:xfrm>
            <a:off x="7195871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dot305"/>
          <p:cNvSpPr/>
          <p:nvPr/>
        </p:nvSpPr>
        <p:spPr>
          <a:xfrm>
            <a:off x="468127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dot306"/>
          <p:cNvSpPr/>
          <p:nvPr/>
        </p:nvSpPr>
        <p:spPr>
          <a:xfrm>
            <a:off x="518419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dot307"/>
          <p:cNvSpPr/>
          <p:nvPr/>
        </p:nvSpPr>
        <p:spPr>
          <a:xfrm>
            <a:off x="568711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dot308"/>
          <p:cNvSpPr/>
          <p:nvPr/>
        </p:nvSpPr>
        <p:spPr>
          <a:xfrm>
            <a:off x="619003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dot309"/>
          <p:cNvSpPr/>
          <p:nvPr/>
        </p:nvSpPr>
        <p:spPr>
          <a:xfrm>
            <a:off x="669295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dot310"/>
          <p:cNvSpPr/>
          <p:nvPr/>
        </p:nvSpPr>
        <p:spPr>
          <a:xfrm>
            <a:off x="7195871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dot311"/>
          <p:cNvSpPr/>
          <p:nvPr/>
        </p:nvSpPr>
        <p:spPr>
          <a:xfrm>
            <a:off x="468127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3-dot312"/>
          <p:cNvSpPr/>
          <p:nvPr/>
        </p:nvSpPr>
        <p:spPr>
          <a:xfrm>
            <a:off x="518419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3-dot313"/>
          <p:cNvSpPr/>
          <p:nvPr/>
        </p:nvSpPr>
        <p:spPr>
          <a:xfrm>
            <a:off x="568711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dot314"/>
          <p:cNvSpPr/>
          <p:nvPr/>
        </p:nvSpPr>
        <p:spPr>
          <a:xfrm>
            <a:off x="619003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dot315"/>
          <p:cNvSpPr/>
          <p:nvPr/>
        </p:nvSpPr>
        <p:spPr>
          <a:xfrm>
            <a:off x="669295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3-dot316"/>
          <p:cNvSpPr/>
          <p:nvPr/>
        </p:nvSpPr>
        <p:spPr>
          <a:xfrm>
            <a:off x="7195871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3-figure317" descr="점 18개를 세 줄로 놓은 그림"/>
          <p:cNvSpPr/>
          <p:nvPr/>
        </p:nvSpPr>
        <p:spPr>
          <a:xfrm>
            <a:off x="4585716" y="3163824"/>
            <a:ext cx="30175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13-chip31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42" name="S13-dot319"/>
          <p:cNvSpPr/>
          <p:nvPr/>
        </p:nvSpPr>
        <p:spPr>
          <a:xfrm>
            <a:off x="9254795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13-dot320"/>
          <p:cNvSpPr/>
          <p:nvPr/>
        </p:nvSpPr>
        <p:spPr>
          <a:xfrm>
            <a:off x="9757715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13-dot321"/>
          <p:cNvSpPr/>
          <p:nvPr/>
        </p:nvSpPr>
        <p:spPr>
          <a:xfrm>
            <a:off x="10260635" y="32593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13-dot322"/>
          <p:cNvSpPr/>
          <p:nvPr/>
        </p:nvSpPr>
        <p:spPr>
          <a:xfrm>
            <a:off x="9254795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3-dot323"/>
          <p:cNvSpPr/>
          <p:nvPr/>
        </p:nvSpPr>
        <p:spPr>
          <a:xfrm>
            <a:off x="9757715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13-dot324"/>
          <p:cNvSpPr/>
          <p:nvPr/>
        </p:nvSpPr>
        <p:spPr>
          <a:xfrm>
            <a:off x="10260635" y="37622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3-dot325"/>
          <p:cNvSpPr/>
          <p:nvPr/>
        </p:nvSpPr>
        <p:spPr>
          <a:xfrm>
            <a:off x="9254795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3-dot326"/>
          <p:cNvSpPr/>
          <p:nvPr/>
        </p:nvSpPr>
        <p:spPr>
          <a:xfrm>
            <a:off x="9757715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3-dot327"/>
          <p:cNvSpPr/>
          <p:nvPr/>
        </p:nvSpPr>
        <p:spPr>
          <a:xfrm>
            <a:off x="10260635" y="42652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3-figure328" descr="점 9개를 세 줄로 놓은 그림"/>
          <p:cNvSpPr/>
          <p:nvPr/>
        </p:nvSpPr>
        <p:spPr>
          <a:xfrm>
            <a:off x="9159240" y="3163824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2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3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둘씩 짝 지어 남는 것이 없으면 짝수, 하나 남으면 홀수예요.</a:t>
            </a:r>
            <a:endParaRPr lang="ko-KR" sz="3200" dirty="0"/>
          </a:p>
        </p:txBody>
      </p:sp>
      <p:sp>
        <p:nvSpPr>
          <p:cNvPr id="5" name="S14-chip33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둘씩 짝 지어 보기</a:t>
            </a:r>
            <a:endParaRPr lang="ko-KR" sz="2600" dirty="0"/>
          </a:p>
        </p:txBody>
      </p:sp>
      <p:sp>
        <p:nvSpPr>
          <p:cNvPr id="6" name="S14-chip33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묶음의 수를 보고 정하기</a:t>
            </a:r>
            <a:endParaRPr lang="ko-KR" sz="2600" dirty="0"/>
          </a:p>
        </p:txBody>
      </p:sp>
      <p:sp>
        <p:nvSpPr>
          <p:cNvPr id="7" name="S14-text33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33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8은 짝수?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홀수?</a:t>
            </a:r>
            <a:endParaRPr lang="ko-KR" sz="2600" dirty="0"/>
          </a:p>
        </p:txBody>
      </p:sp>
      <p:sp>
        <p:nvSpPr>
          <p:cNvPr id="9" name="S14-text33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11부터 15까지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홀수를 모두 말하기</a:t>
            </a:r>
            <a:endParaRPr lang="ko-KR" sz="2600" dirty="0"/>
          </a:p>
        </p:txBody>
      </p:sp>
      <p:sp>
        <p:nvSpPr>
          <p:cNvPr id="10" name="S14-text33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19 바로 다음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짝수는?</a:t>
            </a:r>
            <a:endParaRPr lang="ko-KR" sz="2600" dirty="0"/>
          </a:p>
        </p:txBody>
      </p:sp>
      <p:sp>
        <p:nvSpPr>
          <p:cNvPr id="11" name="S14-text33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상자·둥근기둥·공 모양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20까지 세기</a:t>
            </a:r>
            <a:endParaRPr lang="ko-KR" sz="4400" dirty="0"/>
          </a:p>
        </p:txBody>
      </p:sp>
      <p:sp>
        <p:nvSpPr>
          <p:cNvPr id="3" name="S15-text3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꽉 찬 틀은 10이에요.</a:t>
            </a:r>
            <a:endParaRPr lang="ko-KR" sz="3200" dirty="0"/>
          </a:p>
        </p:txBody>
      </p:sp>
      <p:sp>
        <p:nvSpPr>
          <p:cNvPr id="4" name="S15-card3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1개와 낱개 4개는 14예요.</a:t>
            </a:r>
            <a:endParaRPr lang="ko-KR" sz="3200" dirty="0"/>
          </a:p>
        </p:txBody>
      </p:sp>
      <p:sp>
        <p:nvSpPr>
          <p:cNvPr id="6" name="S15-card34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4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4</a:t>
            </a:r>
            <a:endParaRPr lang="ko-KR" sz="3200" dirty="0"/>
          </a:p>
        </p:txBody>
      </p:sp>
      <p:sp>
        <p:nvSpPr>
          <p:cNvPr id="8" name="S15-card34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34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열넷, 십사</a:t>
            </a:r>
            <a:endParaRPr lang="ko-KR" sz="3200" dirty="0"/>
          </a:p>
        </p:txBody>
      </p:sp>
      <p:sp>
        <p:nvSpPr>
          <p:cNvPr id="10" name="S15-cell345"/>
          <p:cNvSpPr/>
          <p:nvPr/>
        </p:nvSpPr>
        <p:spPr>
          <a:xfrm>
            <a:off x="20482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dot346"/>
          <p:cNvSpPr/>
          <p:nvPr/>
        </p:nvSpPr>
        <p:spPr>
          <a:xfrm>
            <a:off x="21803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cell347"/>
          <p:cNvSpPr/>
          <p:nvPr/>
        </p:nvSpPr>
        <p:spPr>
          <a:xfrm>
            <a:off x="28254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dot348"/>
          <p:cNvSpPr/>
          <p:nvPr/>
        </p:nvSpPr>
        <p:spPr>
          <a:xfrm>
            <a:off x="29576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cell349"/>
          <p:cNvSpPr/>
          <p:nvPr/>
        </p:nvSpPr>
        <p:spPr>
          <a:xfrm>
            <a:off x="36027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dot350"/>
          <p:cNvSpPr/>
          <p:nvPr/>
        </p:nvSpPr>
        <p:spPr>
          <a:xfrm>
            <a:off x="37348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cell351"/>
          <p:cNvSpPr/>
          <p:nvPr/>
        </p:nvSpPr>
        <p:spPr>
          <a:xfrm>
            <a:off x="43799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dot352"/>
          <p:cNvSpPr/>
          <p:nvPr/>
        </p:nvSpPr>
        <p:spPr>
          <a:xfrm>
            <a:off x="45121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cell353"/>
          <p:cNvSpPr/>
          <p:nvPr/>
        </p:nvSpPr>
        <p:spPr>
          <a:xfrm>
            <a:off x="51572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dot354"/>
          <p:cNvSpPr/>
          <p:nvPr/>
        </p:nvSpPr>
        <p:spPr>
          <a:xfrm>
            <a:off x="52893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cell355"/>
          <p:cNvSpPr/>
          <p:nvPr/>
        </p:nvSpPr>
        <p:spPr>
          <a:xfrm>
            <a:off x="20482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dot356"/>
          <p:cNvSpPr/>
          <p:nvPr/>
        </p:nvSpPr>
        <p:spPr>
          <a:xfrm>
            <a:off x="218038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cell357"/>
          <p:cNvSpPr/>
          <p:nvPr/>
        </p:nvSpPr>
        <p:spPr>
          <a:xfrm>
            <a:off x="28254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dot358"/>
          <p:cNvSpPr/>
          <p:nvPr/>
        </p:nvSpPr>
        <p:spPr>
          <a:xfrm>
            <a:off x="295762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cell359"/>
          <p:cNvSpPr/>
          <p:nvPr/>
        </p:nvSpPr>
        <p:spPr>
          <a:xfrm>
            <a:off x="36027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dot360"/>
          <p:cNvSpPr/>
          <p:nvPr/>
        </p:nvSpPr>
        <p:spPr>
          <a:xfrm>
            <a:off x="373486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5-cell361"/>
          <p:cNvSpPr/>
          <p:nvPr/>
        </p:nvSpPr>
        <p:spPr>
          <a:xfrm>
            <a:off x="43799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dot362"/>
          <p:cNvSpPr/>
          <p:nvPr/>
        </p:nvSpPr>
        <p:spPr>
          <a:xfrm>
            <a:off x="45121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5-cell363"/>
          <p:cNvSpPr/>
          <p:nvPr/>
        </p:nvSpPr>
        <p:spPr>
          <a:xfrm>
            <a:off x="51572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dot364"/>
          <p:cNvSpPr/>
          <p:nvPr/>
        </p:nvSpPr>
        <p:spPr>
          <a:xfrm>
            <a:off x="528934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5-figure365" descr="2개의 십 칸 틀 중 1번째: 모두 14개"/>
          <p:cNvSpPr/>
          <p:nvPr/>
        </p:nvSpPr>
        <p:spPr>
          <a:xfrm>
            <a:off x="204825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15-cell366"/>
          <p:cNvSpPr/>
          <p:nvPr/>
        </p:nvSpPr>
        <p:spPr>
          <a:xfrm>
            <a:off x="62544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5-dot367"/>
          <p:cNvSpPr/>
          <p:nvPr/>
        </p:nvSpPr>
        <p:spPr>
          <a:xfrm>
            <a:off x="63866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5-cell368"/>
          <p:cNvSpPr/>
          <p:nvPr/>
        </p:nvSpPr>
        <p:spPr>
          <a:xfrm>
            <a:off x="70317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dot369"/>
          <p:cNvSpPr/>
          <p:nvPr/>
        </p:nvSpPr>
        <p:spPr>
          <a:xfrm>
            <a:off x="71638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5-cell370"/>
          <p:cNvSpPr/>
          <p:nvPr/>
        </p:nvSpPr>
        <p:spPr>
          <a:xfrm>
            <a:off x="78089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dot371"/>
          <p:cNvSpPr/>
          <p:nvPr/>
        </p:nvSpPr>
        <p:spPr>
          <a:xfrm>
            <a:off x="79411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5-cell372"/>
          <p:cNvSpPr/>
          <p:nvPr/>
        </p:nvSpPr>
        <p:spPr>
          <a:xfrm>
            <a:off x="85862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5-dot373"/>
          <p:cNvSpPr/>
          <p:nvPr/>
        </p:nvSpPr>
        <p:spPr>
          <a:xfrm>
            <a:off x="87183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5-cell374"/>
          <p:cNvSpPr/>
          <p:nvPr/>
        </p:nvSpPr>
        <p:spPr>
          <a:xfrm>
            <a:off x="93634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5-cell375"/>
          <p:cNvSpPr/>
          <p:nvPr/>
        </p:nvSpPr>
        <p:spPr>
          <a:xfrm>
            <a:off x="62544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5-cell376"/>
          <p:cNvSpPr/>
          <p:nvPr/>
        </p:nvSpPr>
        <p:spPr>
          <a:xfrm>
            <a:off x="70317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5-cell377"/>
          <p:cNvSpPr/>
          <p:nvPr/>
        </p:nvSpPr>
        <p:spPr>
          <a:xfrm>
            <a:off x="78089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5-cell378"/>
          <p:cNvSpPr/>
          <p:nvPr/>
        </p:nvSpPr>
        <p:spPr>
          <a:xfrm>
            <a:off x="85862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5-cell379"/>
          <p:cNvSpPr/>
          <p:nvPr/>
        </p:nvSpPr>
        <p:spPr>
          <a:xfrm>
            <a:off x="93634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5-figure380" descr="2개의 십 칸 틀 중 2번째: 모두 14개"/>
          <p:cNvSpPr/>
          <p:nvPr/>
        </p:nvSpPr>
        <p:spPr>
          <a:xfrm>
            <a:off x="625449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짝수와 홀수</dc:title>
  <dc:subject>KR22-G01-MAT-EVENODD-L01</dc:subject>
  <dc:creator>education-ppt</dc:creator>
  <cp:lastModifiedBy>education-ppt</cp:lastModifiedBy>
  <cp:revision>1</cp:revision>
  <dcterms:created xsi:type="dcterms:W3CDTF">2026-10-26T07:08:10Z</dcterms:created>
  <dcterms:modified xsi:type="dcterms:W3CDTF">2026-10-26T07:08:10Z</dcterms:modified>
</cp:coreProperties>
</file>