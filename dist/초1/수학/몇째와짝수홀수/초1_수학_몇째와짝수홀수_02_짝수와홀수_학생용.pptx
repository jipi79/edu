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29d3bd5-d925-e217-bea9-6df343b513cc}">
          <p14:sldIdLst>
            <p14:sldId id="256"/>
            <p14:sldId id="257"/>
          </p14:sldIdLst>
        </p14:section>
        <p14:section name="개념" id="{dd9c60b8-5208-6bf1-021d-c1991669cf76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0b0e9aa5-cf81-bf7c-38b3-5dbde6d69bef}">
          <p14:sldIdLst>
            <p14:sldId id="261"/>
            <p14:sldId id="264"/>
            <p14:sldId id="265"/>
          </p14:sldIdLst>
        </p14:section>
        <p14:section name="개념" id="{7aec8d42-37f5-b52f-eff5-7a88f5e7fea2}">
          <p14:sldIdLst/>
        </p14:section>
        <p14:section name="연습" id="{2c68cb38-73d4-68f0-315f-563000f47dc8}">
          <p14:sldIdLst/>
        </p14:section>
        <p14:section name="확인" id="{b0f4d497-4a86-191b-d958-2c148dbb3543}">
          <p14:sldIdLst>
            <p14:sldId id="266"/>
            <p14:sldId id="267"/>
          </p14:sldIdLst>
        </p14:section>
        <p14:section name="정리" id="{3e60de37-061a-6e46-aef4-7e850b60bb6f}">
          <p14:sldIdLst>
            <p14:sldId id="268"/>
          </p14:sldIdLst>
        </p14:section>
        <p14:section name="보충" id="{a0ba6767-acd6-27c3-1c5f-cd9cacf021b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몇째와짝수홀수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짝수와 홀수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짝수와 홀수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짝수와 홀수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짝수와 홀수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짝을 지으면 남을까?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488375" y="1584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9128455" y="1584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768535" y="1584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10408615" y="1584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8488375" y="2224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128455" y="2224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9768535" y="2224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group8"/>
          <p:cNvSpPr/>
          <p:nvPr/>
        </p:nvSpPr>
        <p:spPr>
          <a:xfrm>
            <a:off x="8403336" y="1490472"/>
            <a:ext cx="566928" cy="1225296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2" name="S01-group9"/>
          <p:cNvSpPr/>
          <p:nvPr/>
        </p:nvSpPr>
        <p:spPr>
          <a:xfrm>
            <a:off x="9043416" y="1490472"/>
            <a:ext cx="566928" cy="1225296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01-group10"/>
          <p:cNvSpPr/>
          <p:nvPr/>
        </p:nvSpPr>
        <p:spPr>
          <a:xfrm>
            <a:off x="9683496" y="1490472"/>
            <a:ext cx="566928" cy="1225296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1-group11"/>
          <p:cNvSpPr/>
          <p:nvPr/>
        </p:nvSpPr>
        <p:spPr>
          <a:xfrm>
            <a:off x="10323576" y="1490472"/>
            <a:ext cx="566928" cy="1225296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1-figure12" descr="점 7개를 위아래 둘씩 짝 지은 그림, 마지막 묶음에는 점 1개"/>
          <p:cNvSpPr/>
          <p:nvPr/>
        </p:nvSpPr>
        <p:spPr>
          <a:xfrm>
            <a:off x="8366760" y="1463040"/>
            <a:ext cx="256032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1-card13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7" name="S01-cardtext14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짝을 지어 짝수와 홀수를 구별해요.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20까지 짝수와 홀수를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5"/>
          <p:cNvSpPr txBox="1"/>
          <p:nvPr/>
        </p:nvSpPr>
        <p:spPr>
          <a:xfrm>
            <a:off x="548640" y="1796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cell16"/>
          <p:cNvSpPr/>
          <p:nvPr/>
        </p:nvSpPr>
        <p:spPr>
          <a:xfrm>
            <a:off x="1344168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dot17"/>
          <p:cNvSpPr/>
          <p:nvPr/>
        </p:nvSpPr>
        <p:spPr>
          <a:xfrm>
            <a:off x="1431996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cell18"/>
          <p:cNvSpPr/>
          <p:nvPr/>
        </p:nvSpPr>
        <p:spPr>
          <a:xfrm>
            <a:off x="1860804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dot19"/>
          <p:cNvSpPr/>
          <p:nvPr/>
        </p:nvSpPr>
        <p:spPr>
          <a:xfrm>
            <a:off x="1948632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cell20"/>
          <p:cNvSpPr/>
          <p:nvPr/>
        </p:nvSpPr>
        <p:spPr>
          <a:xfrm>
            <a:off x="2377440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dot21"/>
          <p:cNvSpPr/>
          <p:nvPr/>
        </p:nvSpPr>
        <p:spPr>
          <a:xfrm>
            <a:off x="2465268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cell22"/>
          <p:cNvSpPr/>
          <p:nvPr/>
        </p:nvSpPr>
        <p:spPr>
          <a:xfrm>
            <a:off x="2894076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dot23"/>
          <p:cNvSpPr/>
          <p:nvPr/>
        </p:nvSpPr>
        <p:spPr>
          <a:xfrm>
            <a:off x="2981904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cell24"/>
          <p:cNvSpPr/>
          <p:nvPr/>
        </p:nvSpPr>
        <p:spPr>
          <a:xfrm>
            <a:off x="3410712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dot25"/>
          <p:cNvSpPr/>
          <p:nvPr/>
        </p:nvSpPr>
        <p:spPr>
          <a:xfrm>
            <a:off x="3498540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cell26"/>
          <p:cNvSpPr/>
          <p:nvPr/>
        </p:nvSpPr>
        <p:spPr>
          <a:xfrm>
            <a:off x="1344168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dot27"/>
          <p:cNvSpPr/>
          <p:nvPr/>
        </p:nvSpPr>
        <p:spPr>
          <a:xfrm>
            <a:off x="1431996" y="2168088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cell28"/>
          <p:cNvSpPr/>
          <p:nvPr/>
        </p:nvSpPr>
        <p:spPr>
          <a:xfrm>
            <a:off x="1860804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dot29"/>
          <p:cNvSpPr/>
          <p:nvPr/>
        </p:nvSpPr>
        <p:spPr>
          <a:xfrm>
            <a:off x="1948632" y="2168088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cell30"/>
          <p:cNvSpPr/>
          <p:nvPr/>
        </p:nvSpPr>
        <p:spPr>
          <a:xfrm>
            <a:off x="2377440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dot31"/>
          <p:cNvSpPr/>
          <p:nvPr/>
        </p:nvSpPr>
        <p:spPr>
          <a:xfrm>
            <a:off x="2465268" y="2168088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2-cell32"/>
          <p:cNvSpPr/>
          <p:nvPr/>
        </p:nvSpPr>
        <p:spPr>
          <a:xfrm>
            <a:off x="2894076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2-dot33"/>
          <p:cNvSpPr/>
          <p:nvPr/>
        </p:nvSpPr>
        <p:spPr>
          <a:xfrm>
            <a:off x="2981904" y="2168088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2-cell34"/>
          <p:cNvSpPr/>
          <p:nvPr/>
        </p:nvSpPr>
        <p:spPr>
          <a:xfrm>
            <a:off x="3410712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2-dot35"/>
          <p:cNvSpPr/>
          <p:nvPr/>
        </p:nvSpPr>
        <p:spPr>
          <a:xfrm>
            <a:off x="3498540" y="2168088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2-figure36" descr="2개의 십 칸 틀 중 1번째: 모두 14개"/>
          <p:cNvSpPr/>
          <p:nvPr/>
        </p:nvSpPr>
        <p:spPr>
          <a:xfrm>
            <a:off x="1344168" y="1563624"/>
            <a:ext cx="2583180" cy="10332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2-cell37"/>
          <p:cNvSpPr/>
          <p:nvPr/>
        </p:nvSpPr>
        <p:spPr>
          <a:xfrm>
            <a:off x="4247388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2-dot38"/>
          <p:cNvSpPr/>
          <p:nvPr/>
        </p:nvSpPr>
        <p:spPr>
          <a:xfrm>
            <a:off x="4335216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2-cell39"/>
          <p:cNvSpPr/>
          <p:nvPr/>
        </p:nvSpPr>
        <p:spPr>
          <a:xfrm>
            <a:off x="4764024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2-dot40"/>
          <p:cNvSpPr/>
          <p:nvPr/>
        </p:nvSpPr>
        <p:spPr>
          <a:xfrm>
            <a:off x="4851852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2-cell41"/>
          <p:cNvSpPr/>
          <p:nvPr/>
        </p:nvSpPr>
        <p:spPr>
          <a:xfrm>
            <a:off x="5280660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2-dot42"/>
          <p:cNvSpPr/>
          <p:nvPr/>
        </p:nvSpPr>
        <p:spPr>
          <a:xfrm>
            <a:off x="5368488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2-cell43"/>
          <p:cNvSpPr/>
          <p:nvPr/>
        </p:nvSpPr>
        <p:spPr>
          <a:xfrm>
            <a:off x="5797296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2-dot44"/>
          <p:cNvSpPr/>
          <p:nvPr/>
        </p:nvSpPr>
        <p:spPr>
          <a:xfrm>
            <a:off x="5885124" y="1651452"/>
            <a:ext cx="340980" cy="3409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2-cell45"/>
          <p:cNvSpPr/>
          <p:nvPr/>
        </p:nvSpPr>
        <p:spPr>
          <a:xfrm>
            <a:off x="6313932" y="1563624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2-cell46"/>
          <p:cNvSpPr/>
          <p:nvPr/>
        </p:nvSpPr>
        <p:spPr>
          <a:xfrm>
            <a:off x="4247388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2-cell47"/>
          <p:cNvSpPr/>
          <p:nvPr/>
        </p:nvSpPr>
        <p:spPr>
          <a:xfrm>
            <a:off x="4764024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2-cell48"/>
          <p:cNvSpPr/>
          <p:nvPr/>
        </p:nvSpPr>
        <p:spPr>
          <a:xfrm>
            <a:off x="5280660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2-cell49"/>
          <p:cNvSpPr/>
          <p:nvPr/>
        </p:nvSpPr>
        <p:spPr>
          <a:xfrm>
            <a:off x="5797296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2-cell50"/>
          <p:cNvSpPr/>
          <p:nvPr/>
        </p:nvSpPr>
        <p:spPr>
          <a:xfrm>
            <a:off x="6313932" y="2080260"/>
            <a:ext cx="51663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2-figure51" descr="2개의 십 칸 틀 중 2번째: 모두 14개"/>
          <p:cNvSpPr/>
          <p:nvPr/>
        </p:nvSpPr>
        <p:spPr>
          <a:xfrm>
            <a:off x="4247388" y="1563624"/>
            <a:ext cx="2583180" cy="10332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2-chip5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41" name="S02-text5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바로 다음 수는?</a:t>
            </a:r>
            <a:endParaRPr lang="ko-KR" sz="3200" dirty="0"/>
          </a:p>
        </p:txBody>
      </p:sp>
      <p:sp>
        <p:nvSpPr>
          <p:cNvPr id="42" name="S02-chip5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43" name="S02-text5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넷째 다음은?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 지어요</a:t>
            </a:r>
            <a:endParaRPr lang="ko-KR" sz="4400" dirty="0"/>
          </a:p>
        </p:txBody>
      </p:sp>
      <p:sp>
        <p:nvSpPr>
          <p:cNvPr id="3" name="S03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6짝을 둘씩 짝 지어요.</a:t>
            </a:r>
            <a:endParaRPr lang="ko-KR" sz="3200" dirty="0"/>
          </a:p>
        </p:txBody>
      </p:sp>
      <p:sp>
        <p:nvSpPr>
          <p:cNvPr id="4" name="S03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없으면 짝수예요. 6은 짝수!</a:t>
            </a:r>
            <a:endParaRPr lang="ko-KR" sz="3200" dirty="0"/>
          </a:p>
        </p:txBody>
      </p:sp>
      <p:sp>
        <p:nvSpPr>
          <p:cNvPr id="6" name="S03-dot59"/>
          <p:cNvSpPr/>
          <p:nvPr/>
        </p:nvSpPr>
        <p:spPr>
          <a:xfrm>
            <a:off x="20322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60"/>
          <p:cNvSpPr/>
          <p:nvPr/>
        </p:nvSpPr>
        <p:spPr>
          <a:xfrm>
            <a:off x="29466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61"/>
          <p:cNvSpPr/>
          <p:nvPr/>
        </p:nvSpPr>
        <p:spPr>
          <a:xfrm>
            <a:off x="38610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62"/>
          <p:cNvSpPr/>
          <p:nvPr/>
        </p:nvSpPr>
        <p:spPr>
          <a:xfrm>
            <a:off x="20322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63"/>
          <p:cNvSpPr/>
          <p:nvPr/>
        </p:nvSpPr>
        <p:spPr>
          <a:xfrm>
            <a:off x="29466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64"/>
          <p:cNvSpPr/>
          <p:nvPr/>
        </p:nvSpPr>
        <p:spPr>
          <a:xfrm>
            <a:off x="38610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group65"/>
          <p:cNvSpPr/>
          <p:nvPr/>
        </p:nvSpPr>
        <p:spPr>
          <a:xfrm>
            <a:off x="18950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03-group66"/>
          <p:cNvSpPr/>
          <p:nvPr/>
        </p:nvSpPr>
        <p:spPr>
          <a:xfrm>
            <a:off x="28094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3-group67"/>
          <p:cNvSpPr/>
          <p:nvPr/>
        </p:nvSpPr>
        <p:spPr>
          <a:xfrm>
            <a:off x="37238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3-figure68" descr="점 6개를 위아래 둘씩 짝 지어 세 묶음"/>
          <p:cNvSpPr/>
          <p:nvPr/>
        </p:nvSpPr>
        <p:spPr>
          <a:xfrm>
            <a:off x="1858518" y="2651760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3-card69"/>
          <p:cNvSpPr/>
          <p:nvPr/>
        </p:nvSpPr>
        <p:spPr>
          <a:xfrm>
            <a:off x="6277356" y="258318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3-cardtext70"/>
          <p:cNvSpPr txBox="1"/>
          <p:nvPr/>
        </p:nvSpPr>
        <p:spPr>
          <a:xfrm>
            <a:off x="6551676" y="272034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짝씩 3켤레</a:t>
            </a:r>
            <a:endParaRPr lang="ko-KR" sz="3200" dirty="0"/>
          </a:p>
        </p:txBody>
      </p:sp>
      <p:sp>
        <p:nvSpPr>
          <p:cNvPr id="18" name="S03-card71"/>
          <p:cNvSpPr/>
          <p:nvPr/>
        </p:nvSpPr>
        <p:spPr>
          <a:xfrm>
            <a:off x="6277356" y="36804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3-cardtext72"/>
          <p:cNvSpPr txBox="1"/>
          <p:nvPr/>
        </p:nvSpPr>
        <p:spPr>
          <a:xfrm>
            <a:off x="6551676" y="38176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하나가 남아요</a:t>
            </a:r>
            <a:endParaRPr lang="ko-KR" sz="4400" dirty="0"/>
          </a:p>
        </p:txBody>
      </p:sp>
      <p:sp>
        <p:nvSpPr>
          <p:cNvPr id="3" name="S04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 7개를 둘씩 짝 지어요.</a:t>
            </a:r>
            <a:endParaRPr lang="ko-KR" sz="3200" dirty="0"/>
          </a:p>
        </p:txBody>
      </p:sp>
      <p:sp>
        <p:nvSpPr>
          <p:cNvPr id="4" name="S04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하나가 남으면 홀수예요. 7은 홀수!</a:t>
            </a:r>
            <a:endParaRPr lang="ko-KR" sz="3200" dirty="0"/>
          </a:p>
        </p:txBody>
      </p:sp>
      <p:sp>
        <p:nvSpPr>
          <p:cNvPr id="6" name="S04-dot76"/>
          <p:cNvSpPr/>
          <p:nvPr/>
        </p:nvSpPr>
        <p:spPr>
          <a:xfrm>
            <a:off x="15750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77"/>
          <p:cNvSpPr/>
          <p:nvPr/>
        </p:nvSpPr>
        <p:spPr>
          <a:xfrm>
            <a:off x="24894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78"/>
          <p:cNvSpPr/>
          <p:nvPr/>
        </p:nvSpPr>
        <p:spPr>
          <a:xfrm>
            <a:off x="34038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79"/>
          <p:cNvSpPr/>
          <p:nvPr/>
        </p:nvSpPr>
        <p:spPr>
          <a:xfrm>
            <a:off x="43182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dot80"/>
          <p:cNvSpPr/>
          <p:nvPr/>
        </p:nvSpPr>
        <p:spPr>
          <a:xfrm>
            <a:off x="15750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dot81"/>
          <p:cNvSpPr/>
          <p:nvPr/>
        </p:nvSpPr>
        <p:spPr>
          <a:xfrm>
            <a:off x="24894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dot82"/>
          <p:cNvSpPr/>
          <p:nvPr/>
        </p:nvSpPr>
        <p:spPr>
          <a:xfrm>
            <a:off x="34038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group83"/>
          <p:cNvSpPr/>
          <p:nvPr/>
        </p:nvSpPr>
        <p:spPr>
          <a:xfrm>
            <a:off x="14378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4-group84"/>
          <p:cNvSpPr/>
          <p:nvPr/>
        </p:nvSpPr>
        <p:spPr>
          <a:xfrm>
            <a:off x="23522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4-group85"/>
          <p:cNvSpPr/>
          <p:nvPr/>
        </p:nvSpPr>
        <p:spPr>
          <a:xfrm>
            <a:off x="32666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4-group86"/>
          <p:cNvSpPr/>
          <p:nvPr/>
        </p:nvSpPr>
        <p:spPr>
          <a:xfrm>
            <a:off x="41810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4-figure87" descr="점 7개를 위아래 둘씩 짝 지은 그림, 마지막 묶음에는 점 1개"/>
          <p:cNvSpPr/>
          <p:nvPr/>
        </p:nvSpPr>
        <p:spPr>
          <a:xfrm>
            <a:off x="1401318" y="2651760"/>
            <a:ext cx="36576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4-card88"/>
          <p:cNvSpPr/>
          <p:nvPr/>
        </p:nvSpPr>
        <p:spPr>
          <a:xfrm>
            <a:off x="6277356" y="258318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4-cardtext89"/>
          <p:cNvSpPr txBox="1"/>
          <p:nvPr/>
        </p:nvSpPr>
        <p:spPr>
          <a:xfrm>
            <a:off x="6551676" y="272034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3개</a:t>
            </a:r>
            <a:endParaRPr lang="ko-KR" sz="3200" dirty="0"/>
          </a:p>
        </p:txBody>
      </p:sp>
      <p:sp>
        <p:nvSpPr>
          <p:cNvPr id="20" name="S04-card90"/>
          <p:cNvSpPr/>
          <p:nvPr/>
        </p:nvSpPr>
        <p:spPr>
          <a:xfrm>
            <a:off x="6277356" y="36804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4-cardtext91"/>
          <p:cNvSpPr txBox="1"/>
          <p:nvPr/>
        </p:nvSpPr>
        <p:spPr>
          <a:xfrm>
            <a:off x="6551676" y="38176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1개가 남아요.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짝수일까, 홀수일까?</a:t>
            </a:r>
            <a:endParaRPr lang="ko-KR" sz="4400" dirty="0"/>
          </a:p>
        </p:txBody>
      </p:sp>
      <p:sp>
        <p:nvSpPr>
          <p:cNvPr id="3" name="S05-text9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11은 짝수일까요, 홀수일까요?</a:t>
            </a:r>
            <a:endParaRPr lang="ko-KR" sz="3200" dirty="0"/>
          </a:p>
        </p:txBody>
      </p:sp>
      <p:sp>
        <p:nvSpPr>
          <p:cNvPr id="4" name="S05-dot93"/>
          <p:cNvSpPr/>
          <p:nvPr/>
        </p:nvSpPr>
        <p:spPr>
          <a:xfrm>
            <a:off x="73535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5-dot94"/>
          <p:cNvSpPr/>
          <p:nvPr/>
        </p:nvSpPr>
        <p:spPr>
          <a:xfrm>
            <a:off x="80393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5-dot95"/>
          <p:cNvSpPr/>
          <p:nvPr/>
        </p:nvSpPr>
        <p:spPr>
          <a:xfrm>
            <a:off x="87251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96"/>
          <p:cNvSpPr/>
          <p:nvPr/>
        </p:nvSpPr>
        <p:spPr>
          <a:xfrm>
            <a:off x="94109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97"/>
          <p:cNvSpPr/>
          <p:nvPr/>
        </p:nvSpPr>
        <p:spPr>
          <a:xfrm>
            <a:off x="100967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98"/>
          <p:cNvSpPr/>
          <p:nvPr/>
        </p:nvSpPr>
        <p:spPr>
          <a:xfrm>
            <a:off x="107825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99"/>
          <p:cNvSpPr/>
          <p:nvPr/>
        </p:nvSpPr>
        <p:spPr>
          <a:xfrm>
            <a:off x="73535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100"/>
          <p:cNvSpPr/>
          <p:nvPr/>
        </p:nvSpPr>
        <p:spPr>
          <a:xfrm>
            <a:off x="80393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101"/>
          <p:cNvSpPr/>
          <p:nvPr/>
        </p:nvSpPr>
        <p:spPr>
          <a:xfrm>
            <a:off x="87251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102"/>
          <p:cNvSpPr/>
          <p:nvPr/>
        </p:nvSpPr>
        <p:spPr>
          <a:xfrm>
            <a:off x="94109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103"/>
          <p:cNvSpPr/>
          <p:nvPr/>
        </p:nvSpPr>
        <p:spPr>
          <a:xfrm>
            <a:off x="100967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group104"/>
          <p:cNvSpPr/>
          <p:nvPr/>
        </p:nvSpPr>
        <p:spPr>
          <a:xfrm>
            <a:off x="72597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5-group105"/>
          <p:cNvSpPr/>
          <p:nvPr/>
        </p:nvSpPr>
        <p:spPr>
          <a:xfrm>
            <a:off x="79455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5-group106"/>
          <p:cNvSpPr/>
          <p:nvPr/>
        </p:nvSpPr>
        <p:spPr>
          <a:xfrm>
            <a:off x="86313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5-group107"/>
          <p:cNvSpPr/>
          <p:nvPr/>
        </p:nvSpPr>
        <p:spPr>
          <a:xfrm>
            <a:off x="93171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5-group108"/>
          <p:cNvSpPr/>
          <p:nvPr/>
        </p:nvSpPr>
        <p:spPr>
          <a:xfrm>
            <a:off x="100029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5-group109"/>
          <p:cNvSpPr/>
          <p:nvPr/>
        </p:nvSpPr>
        <p:spPr>
          <a:xfrm>
            <a:off x="106887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5-figure110" descr="점 11개를 위아래 둘씩 짝 지은 그림, 마지막 묶음에는 점 1개"/>
          <p:cNvSpPr/>
          <p:nvPr/>
        </p:nvSpPr>
        <p:spPr>
          <a:xfrm>
            <a:off x="7223211" y="3726180"/>
            <a:ext cx="4114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5-stepno111"/>
          <p:cNvSpPr txBox="1"/>
          <p:nvPr/>
        </p:nvSpPr>
        <p:spPr>
          <a:xfrm>
            <a:off x="548640" y="3202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5-text112"/>
          <p:cNvSpPr txBox="1"/>
          <p:nvPr/>
        </p:nvSpPr>
        <p:spPr>
          <a:xfrm>
            <a:off x="1325880" y="3202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11개를 놓아요.</a:t>
            </a:r>
            <a:endParaRPr lang="ko-KR" sz="3200" dirty="0"/>
          </a:p>
        </p:txBody>
      </p:sp>
      <p:sp>
        <p:nvSpPr>
          <p:cNvPr id="24" name="S05-stepno113"/>
          <p:cNvSpPr txBox="1"/>
          <p:nvPr/>
        </p:nvSpPr>
        <p:spPr>
          <a:xfrm>
            <a:off x="548640" y="3916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5" name="S05-text114"/>
          <p:cNvSpPr txBox="1"/>
          <p:nvPr/>
        </p:nvSpPr>
        <p:spPr>
          <a:xfrm>
            <a:off x="1325880" y="3916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짝을 지어요.</a:t>
            </a:r>
            <a:endParaRPr lang="ko-KR" sz="3200" dirty="0"/>
          </a:p>
        </p:txBody>
      </p:sp>
      <p:sp>
        <p:nvSpPr>
          <p:cNvPr id="26" name="S05-stepno115"/>
          <p:cNvSpPr txBox="1"/>
          <p:nvPr/>
        </p:nvSpPr>
        <p:spPr>
          <a:xfrm>
            <a:off x="548640" y="4675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7" name="S05-text116"/>
          <p:cNvSpPr txBox="1"/>
          <p:nvPr/>
        </p:nvSpPr>
        <p:spPr>
          <a:xfrm>
            <a:off x="1325880" y="4629404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하나가 남아요.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11은 홀수예요.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짝을 지어 봐요</a:t>
            </a:r>
            <a:endParaRPr lang="ko-KR" sz="4400" dirty="0"/>
          </a:p>
        </p:txBody>
      </p:sp>
      <p:sp>
        <p:nvSpPr>
          <p:cNvPr id="3" name="S06-text1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위아래로 짝을 지어 보고 말해요.</a:t>
            </a:r>
            <a:endParaRPr lang="ko-KR" sz="3200" dirty="0"/>
          </a:p>
        </p:txBody>
      </p:sp>
      <p:sp>
        <p:nvSpPr>
          <p:cNvPr id="4" name="S06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없는 점이 있나요?</a:t>
            </a:r>
            <a:endParaRPr lang="ko-KR" sz="3200" dirty="0"/>
          </a:p>
        </p:txBody>
      </p:sp>
      <p:sp>
        <p:nvSpPr>
          <p:cNvPr id="6" name="S06-chip12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dot121"/>
          <p:cNvSpPr/>
          <p:nvPr/>
        </p:nvSpPr>
        <p:spPr>
          <a:xfrm>
            <a:off x="2571750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22"/>
          <p:cNvSpPr/>
          <p:nvPr/>
        </p:nvSpPr>
        <p:spPr>
          <a:xfrm>
            <a:off x="3028950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23"/>
          <p:cNvSpPr/>
          <p:nvPr/>
        </p:nvSpPr>
        <p:spPr>
          <a:xfrm>
            <a:off x="3486150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24"/>
          <p:cNvSpPr/>
          <p:nvPr/>
        </p:nvSpPr>
        <p:spPr>
          <a:xfrm>
            <a:off x="3943350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25"/>
          <p:cNvSpPr/>
          <p:nvPr/>
        </p:nvSpPr>
        <p:spPr>
          <a:xfrm>
            <a:off x="4400550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26"/>
          <p:cNvSpPr/>
          <p:nvPr/>
        </p:nvSpPr>
        <p:spPr>
          <a:xfrm>
            <a:off x="2571750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27"/>
          <p:cNvSpPr/>
          <p:nvPr/>
        </p:nvSpPr>
        <p:spPr>
          <a:xfrm>
            <a:off x="3028950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28"/>
          <p:cNvSpPr/>
          <p:nvPr/>
        </p:nvSpPr>
        <p:spPr>
          <a:xfrm>
            <a:off x="3486150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29"/>
          <p:cNvSpPr/>
          <p:nvPr/>
        </p:nvSpPr>
        <p:spPr>
          <a:xfrm>
            <a:off x="3943350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30"/>
          <p:cNvSpPr/>
          <p:nvPr/>
        </p:nvSpPr>
        <p:spPr>
          <a:xfrm>
            <a:off x="4400550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figure131" descr="점 10개를 두 줄로 놓은 그림"/>
          <p:cNvSpPr/>
          <p:nvPr/>
        </p:nvSpPr>
        <p:spPr>
          <a:xfrm>
            <a:off x="2484882" y="228600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6-chip13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9" name="S06-dot133"/>
          <p:cNvSpPr/>
          <p:nvPr/>
        </p:nvSpPr>
        <p:spPr>
          <a:xfrm>
            <a:off x="8757666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134"/>
          <p:cNvSpPr/>
          <p:nvPr/>
        </p:nvSpPr>
        <p:spPr>
          <a:xfrm>
            <a:off x="9214866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35"/>
          <p:cNvSpPr/>
          <p:nvPr/>
        </p:nvSpPr>
        <p:spPr>
          <a:xfrm>
            <a:off x="9672066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136"/>
          <p:cNvSpPr/>
          <p:nvPr/>
        </p:nvSpPr>
        <p:spPr>
          <a:xfrm>
            <a:off x="8757666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137"/>
          <p:cNvSpPr/>
          <p:nvPr/>
        </p:nvSpPr>
        <p:spPr>
          <a:xfrm>
            <a:off x="9214866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figure138" descr="점 5개를 두 줄로 놓은 그림"/>
          <p:cNvSpPr/>
          <p:nvPr/>
        </p:nvSpPr>
        <p:spPr>
          <a:xfrm>
            <a:off x="8670798" y="2286000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6-chip13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6" name="S06-dot140"/>
          <p:cNvSpPr/>
          <p:nvPr/>
        </p:nvSpPr>
        <p:spPr>
          <a:xfrm>
            <a:off x="2114550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141"/>
          <p:cNvSpPr/>
          <p:nvPr/>
        </p:nvSpPr>
        <p:spPr>
          <a:xfrm>
            <a:off x="2571750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42"/>
          <p:cNvSpPr/>
          <p:nvPr/>
        </p:nvSpPr>
        <p:spPr>
          <a:xfrm>
            <a:off x="3028950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43"/>
          <p:cNvSpPr/>
          <p:nvPr/>
        </p:nvSpPr>
        <p:spPr>
          <a:xfrm>
            <a:off x="3486150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44"/>
          <p:cNvSpPr/>
          <p:nvPr/>
        </p:nvSpPr>
        <p:spPr>
          <a:xfrm>
            <a:off x="3943350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45"/>
          <p:cNvSpPr/>
          <p:nvPr/>
        </p:nvSpPr>
        <p:spPr>
          <a:xfrm>
            <a:off x="4400550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46"/>
          <p:cNvSpPr/>
          <p:nvPr/>
        </p:nvSpPr>
        <p:spPr>
          <a:xfrm>
            <a:off x="4857750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47"/>
          <p:cNvSpPr/>
          <p:nvPr/>
        </p:nvSpPr>
        <p:spPr>
          <a:xfrm>
            <a:off x="2114550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48"/>
          <p:cNvSpPr/>
          <p:nvPr/>
        </p:nvSpPr>
        <p:spPr>
          <a:xfrm>
            <a:off x="2571750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49"/>
          <p:cNvSpPr/>
          <p:nvPr/>
        </p:nvSpPr>
        <p:spPr>
          <a:xfrm>
            <a:off x="3028950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dot150"/>
          <p:cNvSpPr/>
          <p:nvPr/>
        </p:nvSpPr>
        <p:spPr>
          <a:xfrm>
            <a:off x="3486150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6-dot151"/>
          <p:cNvSpPr/>
          <p:nvPr/>
        </p:nvSpPr>
        <p:spPr>
          <a:xfrm>
            <a:off x="3943350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6-dot152"/>
          <p:cNvSpPr/>
          <p:nvPr/>
        </p:nvSpPr>
        <p:spPr>
          <a:xfrm>
            <a:off x="4400550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6-figure153" descr="점 13개를 두 줄로 놓은 그림"/>
          <p:cNvSpPr/>
          <p:nvPr/>
        </p:nvSpPr>
        <p:spPr>
          <a:xfrm>
            <a:off x="2027682" y="3931920"/>
            <a:ext cx="32004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6-chip15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1" name="S06-dot155"/>
          <p:cNvSpPr/>
          <p:nvPr/>
        </p:nvSpPr>
        <p:spPr>
          <a:xfrm>
            <a:off x="761466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156"/>
          <p:cNvSpPr/>
          <p:nvPr/>
        </p:nvSpPr>
        <p:spPr>
          <a:xfrm>
            <a:off x="807186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157"/>
          <p:cNvSpPr/>
          <p:nvPr/>
        </p:nvSpPr>
        <p:spPr>
          <a:xfrm>
            <a:off x="852906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dot158"/>
          <p:cNvSpPr/>
          <p:nvPr/>
        </p:nvSpPr>
        <p:spPr>
          <a:xfrm>
            <a:off x="898626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6-dot159"/>
          <p:cNvSpPr/>
          <p:nvPr/>
        </p:nvSpPr>
        <p:spPr>
          <a:xfrm>
            <a:off x="944346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6-dot160"/>
          <p:cNvSpPr/>
          <p:nvPr/>
        </p:nvSpPr>
        <p:spPr>
          <a:xfrm>
            <a:off x="990066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6-dot161"/>
          <p:cNvSpPr/>
          <p:nvPr/>
        </p:nvSpPr>
        <p:spPr>
          <a:xfrm>
            <a:off x="1035786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6-dot162"/>
          <p:cNvSpPr/>
          <p:nvPr/>
        </p:nvSpPr>
        <p:spPr>
          <a:xfrm>
            <a:off x="1081506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163"/>
          <p:cNvSpPr/>
          <p:nvPr/>
        </p:nvSpPr>
        <p:spPr>
          <a:xfrm>
            <a:off x="761466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164"/>
          <p:cNvSpPr/>
          <p:nvPr/>
        </p:nvSpPr>
        <p:spPr>
          <a:xfrm>
            <a:off x="807186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165"/>
          <p:cNvSpPr/>
          <p:nvPr/>
        </p:nvSpPr>
        <p:spPr>
          <a:xfrm>
            <a:off x="852906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166"/>
          <p:cNvSpPr/>
          <p:nvPr/>
        </p:nvSpPr>
        <p:spPr>
          <a:xfrm>
            <a:off x="898626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dot167"/>
          <p:cNvSpPr/>
          <p:nvPr/>
        </p:nvSpPr>
        <p:spPr>
          <a:xfrm>
            <a:off x="944346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6-dot168"/>
          <p:cNvSpPr/>
          <p:nvPr/>
        </p:nvSpPr>
        <p:spPr>
          <a:xfrm>
            <a:off x="990066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6-dot169"/>
          <p:cNvSpPr/>
          <p:nvPr/>
        </p:nvSpPr>
        <p:spPr>
          <a:xfrm>
            <a:off x="1035786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6-dot170"/>
          <p:cNvSpPr/>
          <p:nvPr/>
        </p:nvSpPr>
        <p:spPr>
          <a:xfrm>
            <a:off x="1081506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6-figure171" descr="점 16개를 두 줄로 놓은 그림"/>
          <p:cNvSpPr/>
          <p:nvPr/>
        </p:nvSpPr>
        <p:spPr>
          <a:xfrm>
            <a:off x="7527798" y="393192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 나와요</a:t>
            </a:r>
            <a:endParaRPr lang="ko-KR" sz="4400" dirty="0"/>
          </a:p>
        </p:txBody>
      </p:sp>
      <p:sp>
        <p:nvSpPr>
          <p:cNvPr id="3" name="S07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짝수에 색을 칠했어요.</a:t>
            </a:r>
            <a:endParaRPr lang="ko-KR" sz="3200" dirty="0"/>
          </a:p>
        </p:txBody>
      </p:sp>
      <p:sp>
        <p:nvSpPr>
          <p:cNvPr id="4" name="S07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홀수, 짝수, 홀수, 짝수… 하나씩 번갈아 나와요.</a:t>
            </a:r>
            <a:endParaRPr lang="ko-KR" sz="3200" dirty="0"/>
          </a:p>
        </p:txBody>
      </p:sp>
      <p:sp>
        <p:nvSpPr>
          <p:cNvPr id="6" name="S07-tile175"/>
          <p:cNvSpPr txBox="1"/>
          <p:nvPr/>
        </p:nvSpPr>
        <p:spPr>
          <a:xfrm>
            <a:off x="548640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7" name="S07-tile176"/>
          <p:cNvSpPr txBox="1"/>
          <p:nvPr/>
        </p:nvSpPr>
        <p:spPr>
          <a:xfrm>
            <a:off x="1677924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8" name="S07-tile177"/>
          <p:cNvSpPr txBox="1"/>
          <p:nvPr/>
        </p:nvSpPr>
        <p:spPr>
          <a:xfrm>
            <a:off x="2807208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9" name="S07-tile178"/>
          <p:cNvSpPr txBox="1"/>
          <p:nvPr/>
        </p:nvSpPr>
        <p:spPr>
          <a:xfrm>
            <a:off x="3936492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0" name="S07-tile179"/>
          <p:cNvSpPr txBox="1"/>
          <p:nvPr/>
        </p:nvSpPr>
        <p:spPr>
          <a:xfrm>
            <a:off x="5065776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1" name="S07-tile180"/>
          <p:cNvSpPr txBox="1"/>
          <p:nvPr/>
        </p:nvSpPr>
        <p:spPr>
          <a:xfrm>
            <a:off x="6195060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12" name="S07-tile181"/>
          <p:cNvSpPr txBox="1"/>
          <p:nvPr/>
        </p:nvSpPr>
        <p:spPr>
          <a:xfrm>
            <a:off x="7324344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000" dirty="0"/>
          </a:p>
        </p:txBody>
      </p:sp>
      <p:sp>
        <p:nvSpPr>
          <p:cNvPr id="13" name="S07-tile182"/>
          <p:cNvSpPr txBox="1"/>
          <p:nvPr/>
        </p:nvSpPr>
        <p:spPr>
          <a:xfrm>
            <a:off x="8453628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000" dirty="0"/>
          </a:p>
        </p:txBody>
      </p:sp>
      <p:sp>
        <p:nvSpPr>
          <p:cNvPr id="14" name="S07-tile183"/>
          <p:cNvSpPr txBox="1"/>
          <p:nvPr/>
        </p:nvSpPr>
        <p:spPr>
          <a:xfrm>
            <a:off x="9582912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000" dirty="0"/>
          </a:p>
        </p:txBody>
      </p:sp>
      <p:sp>
        <p:nvSpPr>
          <p:cNvPr id="15" name="S07-tile184"/>
          <p:cNvSpPr txBox="1"/>
          <p:nvPr/>
        </p:nvSpPr>
        <p:spPr>
          <a:xfrm>
            <a:off x="10712196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4000" dirty="0"/>
          </a:p>
        </p:txBody>
      </p:sp>
      <p:sp>
        <p:nvSpPr>
          <p:cNvPr id="16" name="S07-tile185"/>
          <p:cNvSpPr txBox="1"/>
          <p:nvPr/>
        </p:nvSpPr>
        <p:spPr>
          <a:xfrm>
            <a:off x="548640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4000" dirty="0"/>
          </a:p>
        </p:txBody>
      </p:sp>
      <p:sp>
        <p:nvSpPr>
          <p:cNvPr id="17" name="S07-tile186"/>
          <p:cNvSpPr txBox="1"/>
          <p:nvPr/>
        </p:nvSpPr>
        <p:spPr>
          <a:xfrm>
            <a:off x="1677924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8" name="S07-tile187"/>
          <p:cNvSpPr txBox="1"/>
          <p:nvPr/>
        </p:nvSpPr>
        <p:spPr>
          <a:xfrm>
            <a:off x="2807208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4000" dirty="0"/>
          </a:p>
        </p:txBody>
      </p:sp>
      <p:sp>
        <p:nvSpPr>
          <p:cNvPr id="19" name="S07-tile188"/>
          <p:cNvSpPr txBox="1"/>
          <p:nvPr/>
        </p:nvSpPr>
        <p:spPr>
          <a:xfrm>
            <a:off x="3936492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4000" dirty="0"/>
          </a:p>
        </p:txBody>
      </p:sp>
      <p:sp>
        <p:nvSpPr>
          <p:cNvPr id="20" name="S07-tile189"/>
          <p:cNvSpPr txBox="1"/>
          <p:nvPr/>
        </p:nvSpPr>
        <p:spPr>
          <a:xfrm>
            <a:off x="5065776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4000" dirty="0"/>
          </a:p>
        </p:txBody>
      </p:sp>
      <p:sp>
        <p:nvSpPr>
          <p:cNvPr id="21" name="S07-tile190"/>
          <p:cNvSpPr txBox="1"/>
          <p:nvPr/>
        </p:nvSpPr>
        <p:spPr>
          <a:xfrm>
            <a:off x="6195060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4000" dirty="0"/>
          </a:p>
        </p:txBody>
      </p:sp>
      <p:sp>
        <p:nvSpPr>
          <p:cNvPr id="22" name="S07-tile191"/>
          <p:cNvSpPr txBox="1"/>
          <p:nvPr/>
        </p:nvSpPr>
        <p:spPr>
          <a:xfrm>
            <a:off x="7324344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4000" dirty="0"/>
          </a:p>
        </p:txBody>
      </p:sp>
      <p:sp>
        <p:nvSpPr>
          <p:cNvPr id="23" name="S07-tile192"/>
          <p:cNvSpPr txBox="1"/>
          <p:nvPr/>
        </p:nvSpPr>
        <p:spPr>
          <a:xfrm>
            <a:off x="8453628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4000" dirty="0"/>
          </a:p>
        </p:txBody>
      </p:sp>
      <p:sp>
        <p:nvSpPr>
          <p:cNvPr id="24" name="S07-tile193"/>
          <p:cNvSpPr txBox="1"/>
          <p:nvPr/>
        </p:nvSpPr>
        <p:spPr>
          <a:xfrm>
            <a:off x="9582912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4000" dirty="0"/>
          </a:p>
        </p:txBody>
      </p:sp>
      <p:sp>
        <p:nvSpPr>
          <p:cNvPr id="25" name="S07-tile194"/>
          <p:cNvSpPr txBox="1"/>
          <p:nvPr/>
        </p:nvSpPr>
        <p:spPr>
          <a:xfrm>
            <a:off x="10712196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낱개를 보면 알아요</a:t>
            </a:r>
            <a:endParaRPr lang="ko-KR" sz="4400" dirty="0"/>
          </a:p>
        </p:txBody>
      </p:sp>
      <p:sp>
        <p:nvSpPr>
          <p:cNvPr id="3" name="S08-text1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17을 10과 7로 나누어 짝 지어요.</a:t>
            </a:r>
            <a:endParaRPr lang="ko-KR" sz="3200" dirty="0"/>
          </a:p>
        </p:txBody>
      </p:sp>
      <p:sp>
        <p:nvSpPr>
          <p:cNvPr id="4" name="S08-card19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9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17은 홀수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10은 남는 것이 없으니 낱개 7만 보면 돼요.</a:t>
            </a:r>
            <a:endParaRPr lang="ko-KR" sz="3200" dirty="0"/>
          </a:p>
        </p:txBody>
      </p:sp>
      <p:sp>
        <p:nvSpPr>
          <p:cNvPr id="6" name="S08-dot198"/>
          <p:cNvSpPr/>
          <p:nvPr/>
        </p:nvSpPr>
        <p:spPr>
          <a:xfrm>
            <a:off x="16573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8-dot199"/>
          <p:cNvSpPr/>
          <p:nvPr/>
        </p:nvSpPr>
        <p:spPr>
          <a:xfrm>
            <a:off x="23431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200"/>
          <p:cNvSpPr/>
          <p:nvPr/>
        </p:nvSpPr>
        <p:spPr>
          <a:xfrm>
            <a:off x="30289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201"/>
          <p:cNvSpPr/>
          <p:nvPr/>
        </p:nvSpPr>
        <p:spPr>
          <a:xfrm>
            <a:off x="37147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202"/>
          <p:cNvSpPr/>
          <p:nvPr/>
        </p:nvSpPr>
        <p:spPr>
          <a:xfrm>
            <a:off x="44005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dot203"/>
          <p:cNvSpPr/>
          <p:nvPr/>
        </p:nvSpPr>
        <p:spPr>
          <a:xfrm>
            <a:off x="16573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dot204"/>
          <p:cNvSpPr/>
          <p:nvPr/>
        </p:nvSpPr>
        <p:spPr>
          <a:xfrm>
            <a:off x="23431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dot205"/>
          <p:cNvSpPr/>
          <p:nvPr/>
        </p:nvSpPr>
        <p:spPr>
          <a:xfrm>
            <a:off x="30289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206"/>
          <p:cNvSpPr/>
          <p:nvPr/>
        </p:nvSpPr>
        <p:spPr>
          <a:xfrm>
            <a:off x="37147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dot207"/>
          <p:cNvSpPr/>
          <p:nvPr/>
        </p:nvSpPr>
        <p:spPr>
          <a:xfrm>
            <a:off x="44005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group208"/>
          <p:cNvSpPr/>
          <p:nvPr/>
        </p:nvSpPr>
        <p:spPr>
          <a:xfrm>
            <a:off x="15636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8-group209"/>
          <p:cNvSpPr/>
          <p:nvPr/>
        </p:nvSpPr>
        <p:spPr>
          <a:xfrm>
            <a:off x="22494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8-group210"/>
          <p:cNvSpPr/>
          <p:nvPr/>
        </p:nvSpPr>
        <p:spPr>
          <a:xfrm>
            <a:off x="29352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8-group211"/>
          <p:cNvSpPr/>
          <p:nvPr/>
        </p:nvSpPr>
        <p:spPr>
          <a:xfrm>
            <a:off x="36210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8-group212"/>
          <p:cNvSpPr/>
          <p:nvPr/>
        </p:nvSpPr>
        <p:spPr>
          <a:xfrm>
            <a:off x="43068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8-figure213" descr="점 10개를 둘씩 짝 지은 그림, 남는 것 없음"/>
          <p:cNvSpPr/>
          <p:nvPr/>
        </p:nvSpPr>
        <p:spPr>
          <a:xfrm>
            <a:off x="1527048" y="2403221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8-label214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 남는 것 없음</a:t>
            </a:r>
            <a:endParaRPr lang="ko-KR" sz="2600" dirty="0"/>
          </a:p>
        </p:txBody>
      </p:sp>
      <p:sp>
        <p:nvSpPr>
          <p:cNvPr id="23" name="S08-dot215"/>
          <p:cNvSpPr/>
          <p:nvPr/>
        </p:nvSpPr>
        <p:spPr>
          <a:xfrm>
            <a:off x="77061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dot216"/>
          <p:cNvSpPr/>
          <p:nvPr/>
        </p:nvSpPr>
        <p:spPr>
          <a:xfrm>
            <a:off x="83919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8-dot217"/>
          <p:cNvSpPr/>
          <p:nvPr/>
        </p:nvSpPr>
        <p:spPr>
          <a:xfrm>
            <a:off x="90777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8-dot218"/>
          <p:cNvSpPr/>
          <p:nvPr/>
        </p:nvSpPr>
        <p:spPr>
          <a:xfrm>
            <a:off x="97635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8-dot219"/>
          <p:cNvSpPr/>
          <p:nvPr/>
        </p:nvSpPr>
        <p:spPr>
          <a:xfrm>
            <a:off x="77061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8-dot220"/>
          <p:cNvSpPr/>
          <p:nvPr/>
        </p:nvSpPr>
        <p:spPr>
          <a:xfrm>
            <a:off x="83919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8-dot221"/>
          <p:cNvSpPr/>
          <p:nvPr/>
        </p:nvSpPr>
        <p:spPr>
          <a:xfrm>
            <a:off x="90777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group222"/>
          <p:cNvSpPr/>
          <p:nvPr/>
        </p:nvSpPr>
        <p:spPr>
          <a:xfrm>
            <a:off x="7612380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1" name="S08-group223"/>
          <p:cNvSpPr/>
          <p:nvPr/>
        </p:nvSpPr>
        <p:spPr>
          <a:xfrm>
            <a:off x="8298180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8-group224"/>
          <p:cNvSpPr/>
          <p:nvPr/>
        </p:nvSpPr>
        <p:spPr>
          <a:xfrm>
            <a:off x="8983980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8-group225"/>
          <p:cNvSpPr/>
          <p:nvPr/>
        </p:nvSpPr>
        <p:spPr>
          <a:xfrm>
            <a:off x="9669780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8-figure226" descr="점 7개를 둘씩 짝 지은 그림, 1개 남음"/>
          <p:cNvSpPr/>
          <p:nvPr/>
        </p:nvSpPr>
        <p:spPr>
          <a:xfrm>
            <a:off x="7575804" y="2403221"/>
            <a:ext cx="27432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8-label227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7: 1개 남음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짝수일까요, 홀수일까요?</a:t>
            </a:r>
            <a:endParaRPr lang="ko-KR" sz="4400" dirty="0"/>
          </a:p>
        </p:txBody>
      </p:sp>
      <p:sp>
        <p:nvSpPr>
          <p:cNvPr id="3" name="S09-card2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낱개의 수를 보거나 바둑돌로 짝 지어요.</a:t>
            </a:r>
            <a:endParaRPr lang="ko-KR" sz="3200" dirty="0"/>
          </a:p>
        </p:txBody>
      </p:sp>
      <p:sp>
        <p:nvSpPr>
          <p:cNvPr id="5" name="S09-chip23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text23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14는?</a:t>
            </a:r>
            <a:endParaRPr lang="ko-KR" sz="3200" dirty="0"/>
          </a:p>
        </p:txBody>
      </p:sp>
      <p:sp>
        <p:nvSpPr>
          <p:cNvPr id="7" name="S09-chip232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text233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19는?</a:t>
            </a:r>
            <a:endParaRPr lang="ko-KR" sz="3200" dirty="0"/>
          </a:p>
        </p:txBody>
      </p:sp>
      <p:sp>
        <p:nvSpPr>
          <p:cNvPr id="9" name="S09-chip23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text235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13 중 짝수는?</a:t>
            </a:r>
            <a:endParaRPr lang="ko-KR" sz="3200" dirty="0"/>
          </a:p>
        </p:txBody>
      </p:sp>
      <p:sp>
        <p:nvSpPr>
          <p:cNvPr id="11" name="S09-chip236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text237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짝수일까요, 홀수일까요?</a:t>
            </a:r>
            <a:endParaRPr lang="ko-KR" sz="3200" dirty="0"/>
          </a:p>
        </p:txBody>
      </p:sp>
      <p:sp>
        <p:nvSpPr>
          <p:cNvPr id="5" name="S10-card2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바둑돌로 확인해 봐요.</a:t>
            </a:r>
            <a:endParaRPr lang="ko-KR" sz="3200" dirty="0"/>
          </a:p>
        </p:txBody>
      </p:sp>
      <p:sp>
        <p:nvSpPr>
          <p:cNvPr id="7" name="S10-chip2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홀수</a:t>
            </a:r>
            <a:endParaRPr lang="ko-KR" sz="2600" dirty="0"/>
          </a:p>
        </p:txBody>
      </p:sp>
      <p:sp>
        <p:nvSpPr>
          <p:cNvPr id="8" name="S10-text24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있으니까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홀수예요.</a:t>
            </a:r>
            <a:endParaRPr lang="ko-KR" sz="3200" dirty="0"/>
          </a:p>
        </p:txBody>
      </p:sp>
      <p:sp>
        <p:nvSpPr>
          <p:cNvPr id="9" name="S10-chip2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짝수</a:t>
            </a:r>
            <a:endParaRPr lang="ko-KR" sz="2600" dirty="0"/>
          </a:p>
        </p:txBody>
      </p:sp>
      <p:sp>
        <p:nvSpPr>
          <p:cNvPr id="10" name="S10-text24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 지으면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2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1-chip247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dot248"/>
          <p:cNvSpPr/>
          <p:nvPr/>
        </p:nvSpPr>
        <p:spPr>
          <a:xfrm>
            <a:off x="1440591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1-dot249"/>
          <p:cNvSpPr/>
          <p:nvPr/>
        </p:nvSpPr>
        <p:spPr>
          <a:xfrm>
            <a:off x="1948083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1-dot250"/>
          <p:cNvSpPr/>
          <p:nvPr/>
        </p:nvSpPr>
        <p:spPr>
          <a:xfrm>
            <a:off x="2455575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dot251"/>
          <p:cNvSpPr/>
          <p:nvPr/>
        </p:nvSpPr>
        <p:spPr>
          <a:xfrm>
            <a:off x="2963067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dot252"/>
          <p:cNvSpPr/>
          <p:nvPr/>
        </p:nvSpPr>
        <p:spPr>
          <a:xfrm>
            <a:off x="3470559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dot253"/>
          <p:cNvSpPr/>
          <p:nvPr/>
        </p:nvSpPr>
        <p:spPr>
          <a:xfrm>
            <a:off x="3978051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1-dot254"/>
          <p:cNvSpPr/>
          <p:nvPr/>
        </p:nvSpPr>
        <p:spPr>
          <a:xfrm>
            <a:off x="4485543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1-dot255"/>
          <p:cNvSpPr/>
          <p:nvPr/>
        </p:nvSpPr>
        <p:spPr>
          <a:xfrm>
            <a:off x="4993035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1-dot256"/>
          <p:cNvSpPr/>
          <p:nvPr/>
        </p:nvSpPr>
        <p:spPr>
          <a:xfrm>
            <a:off x="5500527" y="2860197"/>
            <a:ext cx="314645" cy="31464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1-figure257" descr="점 9개를 한 줄로 놓은 그림"/>
          <p:cNvSpPr/>
          <p:nvPr/>
        </p:nvSpPr>
        <p:spPr>
          <a:xfrm>
            <a:off x="1344168" y="2763774"/>
            <a:ext cx="4567428" cy="5074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1-chip2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" name="S11-text2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15는 짝수? 홀수?</a:t>
            </a:r>
            <a:endParaRPr lang="ko-KR" sz="3200" dirty="0"/>
          </a:p>
        </p:txBody>
      </p:sp>
      <p:sp>
        <p:nvSpPr>
          <p:cNvPr id="17" name="S11-chip26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8" name="S11-text26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16, 17, 18 중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홀수는?</a:t>
            </a:r>
            <a:endParaRPr lang="ko-KR" sz="3200" dirty="0"/>
          </a:p>
        </p:txBody>
      </p:sp>
      <p:sp>
        <p:nvSpPr>
          <p:cNvPr id="19" name="S11-chip26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20" name="S11-text26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짝수를 하나 말하고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없는 것은?</a:t>
            </a:r>
            <a:endParaRPr lang="ko-KR" sz="4400" dirty="0"/>
          </a:p>
        </p:txBody>
      </p:sp>
      <p:sp>
        <p:nvSpPr>
          <p:cNvPr id="3" name="S13-text2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 지어 남는 것이 없는 것은?</a:t>
            </a:r>
            <a:endParaRPr lang="ko-KR" sz="3200" dirty="0"/>
          </a:p>
        </p:txBody>
      </p:sp>
      <p:sp>
        <p:nvSpPr>
          <p:cNvPr id="4" name="S13-card2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3-chip26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dot268"/>
          <p:cNvSpPr/>
          <p:nvPr/>
        </p:nvSpPr>
        <p:spPr>
          <a:xfrm>
            <a:off x="111358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269"/>
          <p:cNvSpPr/>
          <p:nvPr/>
        </p:nvSpPr>
        <p:spPr>
          <a:xfrm>
            <a:off x="161650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270"/>
          <p:cNvSpPr/>
          <p:nvPr/>
        </p:nvSpPr>
        <p:spPr>
          <a:xfrm>
            <a:off x="211942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271"/>
          <p:cNvSpPr/>
          <p:nvPr/>
        </p:nvSpPr>
        <p:spPr>
          <a:xfrm>
            <a:off x="262234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272"/>
          <p:cNvSpPr/>
          <p:nvPr/>
        </p:nvSpPr>
        <p:spPr>
          <a:xfrm>
            <a:off x="312526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273"/>
          <p:cNvSpPr/>
          <p:nvPr/>
        </p:nvSpPr>
        <p:spPr>
          <a:xfrm>
            <a:off x="111358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dot274"/>
          <p:cNvSpPr/>
          <p:nvPr/>
        </p:nvSpPr>
        <p:spPr>
          <a:xfrm>
            <a:off x="161650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275"/>
          <p:cNvSpPr/>
          <p:nvPr/>
        </p:nvSpPr>
        <p:spPr>
          <a:xfrm>
            <a:off x="211942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276"/>
          <p:cNvSpPr/>
          <p:nvPr/>
        </p:nvSpPr>
        <p:spPr>
          <a:xfrm>
            <a:off x="262234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277"/>
          <p:cNvSpPr/>
          <p:nvPr/>
        </p:nvSpPr>
        <p:spPr>
          <a:xfrm>
            <a:off x="312526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278"/>
          <p:cNvSpPr/>
          <p:nvPr/>
        </p:nvSpPr>
        <p:spPr>
          <a:xfrm>
            <a:off x="1113587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dot279"/>
          <p:cNvSpPr/>
          <p:nvPr/>
        </p:nvSpPr>
        <p:spPr>
          <a:xfrm>
            <a:off x="1616507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dot280"/>
          <p:cNvSpPr/>
          <p:nvPr/>
        </p:nvSpPr>
        <p:spPr>
          <a:xfrm>
            <a:off x="2119427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figure281" descr="점 13개를 세 줄로 놓은 그림"/>
          <p:cNvSpPr/>
          <p:nvPr/>
        </p:nvSpPr>
        <p:spPr>
          <a:xfrm>
            <a:off x="1018032" y="3163824"/>
            <a:ext cx="2514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13-chip28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22" name="S13-dot283"/>
          <p:cNvSpPr/>
          <p:nvPr/>
        </p:nvSpPr>
        <p:spPr>
          <a:xfrm>
            <a:off x="468127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3-dot284"/>
          <p:cNvSpPr/>
          <p:nvPr/>
        </p:nvSpPr>
        <p:spPr>
          <a:xfrm>
            <a:off x="518419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3-dot285"/>
          <p:cNvSpPr/>
          <p:nvPr/>
        </p:nvSpPr>
        <p:spPr>
          <a:xfrm>
            <a:off x="568711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3-dot286"/>
          <p:cNvSpPr/>
          <p:nvPr/>
        </p:nvSpPr>
        <p:spPr>
          <a:xfrm>
            <a:off x="619003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3-dot287"/>
          <p:cNvSpPr/>
          <p:nvPr/>
        </p:nvSpPr>
        <p:spPr>
          <a:xfrm>
            <a:off x="669295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3-dot288"/>
          <p:cNvSpPr/>
          <p:nvPr/>
        </p:nvSpPr>
        <p:spPr>
          <a:xfrm>
            <a:off x="719587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3-dot289"/>
          <p:cNvSpPr/>
          <p:nvPr/>
        </p:nvSpPr>
        <p:spPr>
          <a:xfrm>
            <a:off x="468127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3-dot290"/>
          <p:cNvSpPr/>
          <p:nvPr/>
        </p:nvSpPr>
        <p:spPr>
          <a:xfrm>
            <a:off x="518419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3-dot291"/>
          <p:cNvSpPr/>
          <p:nvPr/>
        </p:nvSpPr>
        <p:spPr>
          <a:xfrm>
            <a:off x="568711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3-dot292"/>
          <p:cNvSpPr/>
          <p:nvPr/>
        </p:nvSpPr>
        <p:spPr>
          <a:xfrm>
            <a:off x="619003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3-dot293"/>
          <p:cNvSpPr/>
          <p:nvPr/>
        </p:nvSpPr>
        <p:spPr>
          <a:xfrm>
            <a:off x="669295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3-dot294"/>
          <p:cNvSpPr/>
          <p:nvPr/>
        </p:nvSpPr>
        <p:spPr>
          <a:xfrm>
            <a:off x="719587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3-dot295"/>
          <p:cNvSpPr/>
          <p:nvPr/>
        </p:nvSpPr>
        <p:spPr>
          <a:xfrm>
            <a:off x="468127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3-dot296"/>
          <p:cNvSpPr/>
          <p:nvPr/>
        </p:nvSpPr>
        <p:spPr>
          <a:xfrm>
            <a:off x="518419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3-dot297"/>
          <p:cNvSpPr/>
          <p:nvPr/>
        </p:nvSpPr>
        <p:spPr>
          <a:xfrm>
            <a:off x="568711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3-dot298"/>
          <p:cNvSpPr/>
          <p:nvPr/>
        </p:nvSpPr>
        <p:spPr>
          <a:xfrm>
            <a:off x="619003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3-dot299"/>
          <p:cNvSpPr/>
          <p:nvPr/>
        </p:nvSpPr>
        <p:spPr>
          <a:xfrm>
            <a:off x="669295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3-dot300"/>
          <p:cNvSpPr/>
          <p:nvPr/>
        </p:nvSpPr>
        <p:spPr>
          <a:xfrm>
            <a:off x="719587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3-figure301" descr="점 18개를 세 줄로 놓은 그림"/>
          <p:cNvSpPr/>
          <p:nvPr/>
        </p:nvSpPr>
        <p:spPr>
          <a:xfrm>
            <a:off x="4585716" y="3163824"/>
            <a:ext cx="30175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13-chip30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42" name="S13-dot303"/>
          <p:cNvSpPr/>
          <p:nvPr/>
        </p:nvSpPr>
        <p:spPr>
          <a:xfrm>
            <a:off x="9254795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13-dot304"/>
          <p:cNvSpPr/>
          <p:nvPr/>
        </p:nvSpPr>
        <p:spPr>
          <a:xfrm>
            <a:off x="9757715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13-dot305"/>
          <p:cNvSpPr/>
          <p:nvPr/>
        </p:nvSpPr>
        <p:spPr>
          <a:xfrm>
            <a:off x="10260635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13-dot306"/>
          <p:cNvSpPr/>
          <p:nvPr/>
        </p:nvSpPr>
        <p:spPr>
          <a:xfrm>
            <a:off x="9254795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13-dot307"/>
          <p:cNvSpPr/>
          <p:nvPr/>
        </p:nvSpPr>
        <p:spPr>
          <a:xfrm>
            <a:off x="9757715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13-dot308"/>
          <p:cNvSpPr/>
          <p:nvPr/>
        </p:nvSpPr>
        <p:spPr>
          <a:xfrm>
            <a:off x="10260635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13-dot309"/>
          <p:cNvSpPr/>
          <p:nvPr/>
        </p:nvSpPr>
        <p:spPr>
          <a:xfrm>
            <a:off x="9254795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3-dot310"/>
          <p:cNvSpPr/>
          <p:nvPr/>
        </p:nvSpPr>
        <p:spPr>
          <a:xfrm>
            <a:off x="9757715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3-dot311"/>
          <p:cNvSpPr/>
          <p:nvPr/>
        </p:nvSpPr>
        <p:spPr>
          <a:xfrm>
            <a:off x="10260635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3-figure312" descr="점 9개를 세 줄로 놓은 그림"/>
          <p:cNvSpPr/>
          <p:nvPr/>
        </p:nvSpPr>
        <p:spPr>
          <a:xfrm>
            <a:off x="9159240" y="3163824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1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1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 지어 남는 것이 없으면 짝수, 하나 남으면 홀수예요.</a:t>
            </a:r>
            <a:endParaRPr lang="ko-KR" sz="3200" dirty="0"/>
          </a:p>
        </p:txBody>
      </p:sp>
      <p:sp>
        <p:nvSpPr>
          <p:cNvPr id="5" name="S14-chip31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둘씩 짝 지어 보기</a:t>
            </a:r>
            <a:endParaRPr lang="ko-KR" sz="2600" dirty="0"/>
          </a:p>
        </p:txBody>
      </p:sp>
      <p:sp>
        <p:nvSpPr>
          <p:cNvPr id="6" name="S14-chip31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묶음의 수를 보고 정하기</a:t>
            </a:r>
            <a:endParaRPr lang="ko-KR" sz="2600" dirty="0"/>
          </a:p>
        </p:txBody>
      </p:sp>
      <p:sp>
        <p:nvSpPr>
          <p:cNvPr id="7" name="S14-text31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31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8은 짝수?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홀수?</a:t>
            </a:r>
            <a:endParaRPr lang="ko-KR" sz="2600" dirty="0"/>
          </a:p>
        </p:txBody>
      </p:sp>
      <p:sp>
        <p:nvSpPr>
          <p:cNvPr id="9" name="S14-text31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11부터 15까지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홀수를 모두 말하기</a:t>
            </a:r>
            <a:endParaRPr lang="ko-KR" sz="2600" dirty="0"/>
          </a:p>
        </p:txBody>
      </p:sp>
      <p:sp>
        <p:nvSpPr>
          <p:cNvPr id="10" name="S14-text32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19 바로 다음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짝수는?</a:t>
            </a:r>
            <a:endParaRPr lang="ko-KR" sz="2600" dirty="0"/>
          </a:p>
        </p:txBody>
      </p:sp>
      <p:sp>
        <p:nvSpPr>
          <p:cNvPr id="11" name="S14-text32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상자·둥근기둥·공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20까지 세기</a:t>
            </a:r>
            <a:endParaRPr lang="ko-KR" sz="4400" dirty="0"/>
          </a:p>
        </p:txBody>
      </p:sp>
      <p:sp>
        <p:nvSpPr>
          <p:cNvPr id="3" name="S15-text3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꽉 찬 틀은 10이에요.</a:t>
            </a:r>
            <a:endParaRPr lang="ko-KR" sz="3200" dirty="0"/>
          </a:p>
        </p:txBody>
      </p:sp>
      <p:sp>
        <p:nvSpPr>
          <p:cNvPr id="4" name="S15-card3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1개와 낱개 4개는 14예요.</a:t>
            </a:r>
            <a:endParaRPr lang="ko-KR" sz="3200" dirty="0"/>
          </a:p>
        </p:txBody>
      </p:sp>
      <p:sp>
        <p:nvSpPr>
          <p:cNvPr id="6" name="S15-card325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26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4</a:t>
            </a:r>
            <a:endParaRPr lang="ko-KR" sz="3200" dirty="0"/>
          </a:p>
        </p:txBody>
      </p:sp>
      <p:sp>
        <p:nvSpPr>
          <p:cNvPr id="8" name="S15-card327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328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열넷, 십사</a:t>
            </a:r>
            <a:endParaRPr lang="ko-KR" sz="3200" dirty="0"/>
          </a:p>
        </p:txBody>
      </p:sp>
      <p:sp>
        <p:nvSpPr>
          <p:cNvPr id="10" name="S15-cell329"/>
          <p:cNvSpPr/>
          <p:nvPr/>
        </p:nvSpPr>
        <p:spPr>
          <a:xfrm>
            <a:off x="20482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dot330"/>
          <p:cNvSpPr/>
          <p:nvPr/>
        </p:nvSpPr>
        <p:spPr>
          <a:xfrm>
            <a:off x="218038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cell331"/>
          <p:cNvSpPr/>
          <p:nvPr/>
        </p:nvSpPr>
        <p:spPr>
          <a:xfrm>
            <a:off x="28254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dot332"/>
          <p:cNvSpPr/>
          <p:nvPr/>
        </p:nvSpPr>
        <p:spPr>
          <a:xfrm>
            <a:off x="29576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cell333"/>
          <p:cNvSpPr/>
          <p:nvPr/>
        </p:nvSpPr>
        <p:spPr>
          <a:xfrm>
            <a:off x="36027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dot334"/>
          <p:cNvSpPr/>
          <p:nvPr/>
        </p:nvSpPr>
        <p:spPr>
          <a:xfrm>
            <a:off x="37348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cell335"/>
          <p:cNvSpPr/>
          <p:nvPr/>
        </p:nvSpPr>
        <p:spPr>
          <a:xfrm>
            <a:off x="43799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dot336"/>
          <p:cNvSpPr/>
          <p:nvPr/>
        </p:nvSpPr>
        <p:spPr>
          <a:xfrm>
            <a:off x="45121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cell337"/>
          <p:cNvSpPr/>
          <p:nvPr/>
        </p:nvSpPr>
        <p:spPr>
          <a:xfrm>
            <a:off x="51572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dot338"/>
          <p:cNvSpPr/>
          <p:nvPr/>
        </p:nvSpPr>
        <p:spPr>
          <a:xfrm>
            <a:off x="52893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cell339"/>
          <p:cNvSpPr/>
          <p:nvPr/>
        </p:nvSpPr>
        <p:spPr>
          <a:xfrm>
            <a:off x="20482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dot340"/>
          <p:cNvSpPr/>
          <p:nvPr/>
        </p:nvSpPr>
        <p:spPr>
          <a:xfrm>
            <a:off x="218038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cell341"/>
          <p:cNvSpPr/>
          <p:nvPr/>
        </p:nvSpPr>
        <p:spPr>
          <a:xfrm>
            <a:off x="28254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dot342"/>
          <p:cNvSpPr/>
          <p:nvPr/>
        </p:nvSpPr>
        <p:spPr>
          <a:xfrm>
            <a:off x="295762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5-cell343"/>
          <p:cNvSpPr/>
          <p:nvPr/>
        </p:nvSpPr>
        <p:spPr>
          <a:xfrm>
            <a:off x="36027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dot344"/>
          <p:cNvSpPr/>
          <p:nvPr/>
        </p:nvSpPr>
        <p:spPr>
          <a:xfrm>
            <a:off x="373486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5-cell345"/>
          <p:cNvSpPr/>
          <p:nvPr/>
        </p:nvSpPr>
        <p:spPr>
          <a:xfrm>
            <a:off x="43799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dot346"/>
          <p:cNvSpPr/>
          <p:nvPr/>
        </p:nvSpPr>
        <p:spPr>
          <a:xfrm>
            <a:off x="451210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5-cell347"/>
          <p:cNvSpPr/>
          <p:nvPr/>
        </p:nvSpPr>
        <p:spPr>
          <a:xfrm>
            <a:off x="51572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5-dot348"/>
          <p:cNvSpPr/>
          <p:nvPr/>
        </p:nvSpPr>
        <p:spPr>
          <a:xfrm>
            <a:off x="528934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5-figure349" descr="2개의 십 칸 틀 중 1번째: 모두 14개"/>
          <p:cNvSpPr/>
          <p:nvPr/>
        </p:nvSpPr>
        <p:spPr>
          <a:xfrm>
            <a:off x="204825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5-cell350"/>
          <p:cNvSpPr/>
          <p:nvPr/>
        </p:nvSpPr>
        <p:spPr>
          <a:xfrm>
            <a:off x="62544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5-dot351"/>
          <p:cNvSpPr/>
          <p:nvPr/>
        </p:nvSpPr>
        <p:spPr>
          <a:xfrm>
            <a:off x="63866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5-cell352"/>
          <p:cNvSpPr/>
          <p:nvPr/>
        </p:nvSpPr>
        <p:spPr>
          <a:xfrm>
            <a:off x="70317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5-dot353"/>
          <p:cNvSpPr/>
          <p:nvPr/>
        </p:nvSpPr>
        <p:spPr>
          <a:xfrm>
            <a:off x="71638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5-cell354"/>
          <p:cNvSpPr/>
          <p:nvPr/>
        </p:nvSpPr>
        <p:spPr>
          <a:xfrm>
            <a:off x="78089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5-dot355"/>
          <p:cNvSpPr/>
          <p:nvPr/>
        </p:nvSpPr>
        <p:spPr>
          <a:xfrm>
            <a:off x="79411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5-cell356"/>
          <p:cNvSpPr/>
          <p:nvPr/>
        </p:nvSpPr>
        <p:spPr>
          <a:xfrm>
            <a:off x="85862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5-dot357"/>
          <p:cNvSpPr/>
          <p:nvPr/>
        </p:nvSpPr>
        <p:spPr>
          <a:xfrm>
            <a:off x="87183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5-cell358"/>
          <p:cNvSpPr/>
          <p:nvPr/>
        </p:nvSpPr>
        <p:spPr>
          <a:xfrm>
            <a:off x="93634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5-cell359"/>
          <p:cNvSpPr/>
          <p:nvPr/>
        </p:nvSpPr>
        <p:spPr>
          <a:xfrm>
            <a:off x="62544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5-cell360"/>
          <p:cNvSpPr/>
          <p:nvPr/>
        </p:nvSpPr>
        <p:spPr>
          <a:xfrm>
            <a:off x="70317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5-cell361"/>
          <p:cNvSpPr/>
          <p:nvPr/>
        </p:nvSpPr>
        <p:spPr>
          <a:xfrm>
            <a:off x="78089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5-cell362"/>
          <p:cNvSpPr/>
          <p:nvPr/>
        </p:nvSpPr>
        <p:spPr>
          <a:xfrm>
            <a:off x="85862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5-cell363"/>
          <p:cNvSpPr/>
          <p:nvPr/>
        </p:nvSpPr>
        <p:spPr>
          <a:xfrm>
            <a:off x="93634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5-figure364" descr="2개의 십 칸 틀 중 2번째: 모두 14개"/>
          <p:cNvSpPr/>
          <p:nvPr/>
        </p:nvSpPr>
        <p:spPr>
          <a:xfrm>
            <a:off x="625449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짝수와 홀수</dc:title>
  <dc:subject>KR22-G01-MAT-EVENODD-L01</dc:subject>
  <dc:creator>education-ppt</dc:creator>
  <cp:lastModifiedBy>education-ppt</cp:lastModifiedBy>
  <cp:revision>1</cp:revision>
  <dcterms:created xsi:type="dcterms:W3CDTF">2026-10-26T07:44:54Z</dcterms:created>
  <dcterms:modified xsi:type="dcterms:W3CDTF">2026-10-26T07:44:54Z</dcterms:modified>
</cp:coreProperties>
</file>