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b3716f9-2c34-76c5-d66a-09f5f1facafc}">
          <p14:sldIdLst>
            <p14:sldId id="256"/>
            <p14:sldId id="257"/>
          </p14:sldIdLst>
        </p14:section>
        <p14:section name="개념" id="{efac154c-3734-401f-5d08-a36afcc41781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7a671f0c-896b-97ec-8df5-d581fd65dfe3}">
          <p14:sldIdLst>
            <p14:sldId id="261"/>
            <p14:sldId id="264"/>
            <p14:sldId id="265"/>
          </p14:sldIdLst>
        </p14:section>
        <p14:section name="개념" id="{4ed55613-5ed5-4716-f79b-6e4e1d815534}">
          <p14:sldIdLst/>
        </p14:section>
        <p14:section name="연습" id="{9440d50c-bd8f-f543-d2d2-5a2e95b1b653}">
          <p14:sldIdLst/>
        </p14:section>
        <p14:section name="확인" id="{f6e94d02-8f23-9141-f943-7b74c37aac10}">
          <p14:sldIdLst>
            <p14:sldId id="266"/>
            <p14:sldId id="267"/>
          </p14:sldIdLst>
        </p14:section>
        <p14:section name="정리" id="{4098a936-f562-13e6-d816-b83c9769acd7}">
          <p14:sldIdLst>
            <p14:sldId id="268"/>
          </p14:sldIdLst>
        </p14:section>
        <p14:section name="보충" id="{dd924676-c506-13c0-a967-58b594b135a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짝수와 홀수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지으면 남을까?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48837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12845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6853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40861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8837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12845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6853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group8"/>
          <p:cNvSpPr/>
          <p:nvPr/>
        </p:nvSpPr>
        <p:spPr>
          <a:xfrm>
            <a:off x="840333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1-group9"/>
          <p:cNvSpPr/>
          <p:nvPr/>
        </p:nvSpPr>
        <p:spPr>
          <a:xfrm>
            <a:off x="904341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968349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1032357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점 7개를 위아래 둘씩 짝 지은 그림, 마지막 묶음에는 점 1개"/>
          <p:cNvSpPr/>
          <p:nvPr/>
        </p:nvSpPr>
        <p:spPr>
          <a:xfrm>
            <a:off x="8366760" y="1463040"/>
            <a:ext cx="256032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짝을 지어 짝수와 홀수를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20까지 짝수와 홀수를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6"/>
          <p:cNvSpPr/>
          <p:nvPr/>
        </p:nvSpPr>
        <p:spPr>
          <a:xfrm>
            <a:off x="1344168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7"/>
          <p:cNvSpPr/>
          <p:nvPr/>
        </p:nvSpPr>
        <p:spPr>
          <a:xfrm>
            <a:off x="1431996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8"/>
          <p:cNvSpPr/>
          <p:nvPr/>
        </p:nvSpPr>
        <p:spPr>
          <a:xfrm>
            <a:off x="1860804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9"/>
          <p:cNvSpPr/>
          <p:nvPr/>
        </p:nvSpPr>
        <p:spPr>
          <a:xfrm>
            <a:off x="1948632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20"/>
          <p:cNvSpPr/>
          <p:nvPr/>
        </p:nvSpPr>
        <p:spPr>
          <a:xfrm>
            <a:off x="2377440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21"/>
          <p:cNvSpPr/>
          <p:nvPr/>
        </p:nvSpPr>
        <p:spPr>
          <a:xfrm>
            <a:off x="2465268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22"/>
          <p:cNvSpPr/>
          <p:nvPr/>
        </p:nvSpPr>
        <p:spPr>
          <a:xfrm>
            <a:off x="2894076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23"/>
          <p:cNvSpPr/>
          <p:nvPr/>
        </p:nvSpPr>
        <p:spPr>
          <a:xfrm>
            <a:off x="2981904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24"/>
          <p:cNvSpPr/>
          <p:nvPr/>
        </p:nvSpPr>
        <p:spPr>
          <a:xfrm>
            <a:off x="3410712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5"/>
          <p:cNvSpPr/>
          <p:nvPr/>
        </p:nvSpPr>
        <p:spPr>
          <a:xfrm>
            <a:off x="3498540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6"/>
          <p:cNvSpPr/>
          <p:nvPr/>
        </p:nvSpPr>
        <p:spPr>
          <a:xfrm>
            <a:off x="1344168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7"/>
          <p:cNvSpPr/>
          <p:nvPr/>
        </p:nvSpPr>
        <p:spPr>
          <a:xfrm>
            <a:off x="1431996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8"/>
          <p:cNvSpPr/>
          <p:nvPr/>
        </p:nvSpPr>
        <p:spPr>
          <a:xfrm>
            <a:off x="1860804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9"/>
          <p:cNvSpPr/>
          <p:nvPr/>
        </p:nvSpPr>
        <p:spPr>
          <a:xfrm>
            <a:off x="1948632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30"/>
          <p:cNvSpPr/>
          <p:nvPr/>
        </p:nvSpPr>
        <p:spPr>
          <a:xfrm>
            <a:off x="2377440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31"/>
          <p:cNvSpPr/>
          <p:nvPr/>
        </p:nvSpPr>
        <p:spPr>
          <a:xfrm>
            <a:off x="2465268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32"/>
          <p:cNvSpPr/>
          <p:nvPr/>
        </p:nvSpPr>
        <p:spPr>
          <a:xfrm>
            <a:off x="2894076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33"/>
          <p:cNvSpPr/>
          <p:nvPr/>
        </p:nvSpPr>
        <p:spPr>
          <a:xfrm>
            <a:off x="2981904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34"/>
          <p:cNvSpPr/>
          <p:nvPr/>
        </p:nvSpPr>
        <p:spPr>
          <a:xfrm>
            <a:off x="3410712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35"/>
          <p:cNvSpPr/>
          <p:nvPr/>
        </p:nvSpPr>
        <p:spPr>
          <a:xfrm>
            <a:off x="3498540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36" descr="2개의 십 칸 틀 중 1번째: 모두 14개"/>
          <p:cNvSpPr/>
          <p:nvPr/>
        </p:nvSpPr>
        <p:spPr>
          <a:xfrm>
            <a:off x="1344168" y="1563624"/>
            <a:ext cx="2583180" cy="10332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ell37"/>
          <p:cNvSpPr/>
          <p:nvPr/>
        </p:nvSpPr>
        <p:spPr>
          <a:xfrm>
            <a:off x="4247388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2-dot38"/>
          <p:cNvSpPr/>
          <p:nvPr/>
        </p:nvSpPr>
        <p:spPr>
          <a:xfrm>
            <a:off x="4335216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cell39"/>
          <p:cNvSpPr/>
          <p:nvPr/>
        </p:nvSpPr>
        <p:spPr>
          <a:xfrm>
            <a:off x="4764024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2-dot40"/>
          <p:cNvSpPr/>
          <p:nvPr/>
        </p:nvSpPr>
        <p:spPr>
          <a:xfrm>
            <a:off x="4851852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2-cell41"/>
          <p:cNvSpPr/>
          <p:nvPr/>
        </p:nvSpPr>
        <p:spPr>
          <a:xfrm>
            <a:off x="5280660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2-dot42"/>
          <p:cNvSpPr/>
          <p:nvPr/>
        </p:nvSpPr>
        <p:spPr>
          <a:xfrm>
            <a:off x="5368488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2-cell43"/>
          <p:cNvSpPr/>
          <p:nvPr/>
        </p:nvSpPr>
        <p:spPr>
          <a:xfrm>
            <a:off x="5797296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2-dot44"/>
          <p:cNvSpPr/>
          <p:nvPr/>
        </p:nvSpPr>
        <p:spPr>
          <a:xfrm>
            <a:off x="5885124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2-cell45"/>
          <p:cNvSpPr/>
          <p:nvPr/>
        </p:nvSpPr>
        <p:spPr>
          <a:xfrm>
            <a:off x="6313932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2-cell46"/>
          <p:cNvSpPr/>
          <p:nvPr/>
        </p:nvSpPr>
        <p:spPr>
          <a:xfrm>
            <a:off x="4247388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2-cell47"/>
          <p:cNvSpPr/>
          <p:nvPr/>
        </p:nvSpPr>
        <p:spPr>
          <a:xfrm>
            <a:off x="4764024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2-cell48"/>
          <p:cNvSpPr/>
          <p:nvPr/>
        </p:nvSpPr>
        <p:spPr>
          <a:xfrm>
            <a:off x="5280660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cell49"/>
          <p:cNvSpPr/>
          <p:nvPr/>
        </p:nvSpPr>
        <p:spPr>
          <a:xfrm>
            <a:off x="5797296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2-cell50"/>
          <p:cNvSpPr/>
          <p:nvPr/>
        </p:nvSpPr>
        <p:spPr>
          <a:xfrm>
            <a:off x="6313932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2-figure51" descr="2개의 십 칸 틀 중 2번째: 모두 14개"/>
          <p:cNvSpPr/>
          <p:nvPr/>
        </p:nvSpPr>
        <p:spPr>
          <a:xfrm>
            <a:off x="4247388" y="1563624"/>
            <a:ext cx="2583180" cy="10332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2-chip5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바로 다음 수는?</a:t>
            </a:r>
            <a:endParaRPr lang="ko-KR" sz="3200" dirty="0"/>
          </a:p>
        </p:txBody>
      </p:sp>
      <p:sp>
        <p:nvSpPr>
          <p:cNvPr id="42" name="S02-chip5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 다음은?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지어요</a:t>
            </a:r>
            <a:endParaRPr lang="ko-KR" sz="4400" dirty="0"/>
          </a:p>
        </p:txBody>
      </p:sp>
      <p:sp>
        <p:nvSpPr>
          <p:cNvPr id="3" name="S03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6짝을 둘씩 짝 지어요.</a:t>
            </a:r>
            <a:endParaRPr lang="ko-KR" sz="3200" dirty="0"/>
          </a:p>
        </p:txBody>
      </p:sp>
      <p:sp>
        <p:nvSpPr>
          <p:cNvPr id="4" name="S03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짝수예요. 6은 짝수!</a:t>
            </a:r>
            <a:endParaRPr lang="ko-KR" sz="3200" dirty="0"/>
          </a:p>
        </p:txBody>
      </p:sp>
      <p:sp>
        <p:nvSpPr>
          <p:cNvPr id="6" name="S03-dot59"/>
          <p:cNvSpPr/>
          <p:nvPr/>
        </p:nvSpPr>
        <p:spPr>
          <a:xfrm>
            <a:off x="2032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60"/>
          <p:cNvSpPr/>
          <p:nvPr/>
        </p:nvSpPr>
        <p:spPr>
          <a:xfrm>
            <a:off x="29466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61"/>
          <p:cNvSpPr/>
          <p:nvPr/>
        </p:nvSpPr>
        <p:spPr>
          <a:xfrm>
            <a:off x="3861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62"/>
          <p:cNvSpPr/>
          <p:nvPr/>
        </p:nvSpPr>
        <p:spPr>
          <a:xfrm>
            <a:off x="20322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63"/>
          <p:cNvSpPr/>
          <p:nvPr/>
        </p:nvSpPr>
        <p:spPr>
          <a:xfrm>
            <a:off x="29466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64"/>
          <p:cNvSpPr/>
          <p:nvPr/>
        </p:nvSpPr>
        <p:spPr>
          <a:xfrm>
            <a:off x="3861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group65"/>
          <p:cNvSpPr/>
          <p:nvPr/>
        </p:nvSpPr>
        <p:spPr>
          <a:xfrm>
            <a:off x="1895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66"/>
          <p:cNvSpPr/>
          <p:nvPr/>
        </p:nvSpPr>
        <p:spPr>
          <a:xfrm>
            <a:off x="28094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group67"/>
          <p:cNvSpPr/>
          <p:nvPr/>
        </p:nvSpPr>
        <p:spPr>
          <a:xfrm>
            <a:off x="3723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68" descr="점 6개를 위아래 둘씩 짝 지어 세 묶음"/>
          <p:cNvSpPr/>
          <p:nvPr/>
        </p:nvSpPr>
        <p:spPr>
          <a:xfrm>
            <a:off x="1858518" y="2651760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card69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70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짝씩 3켤레</a:t>
            </a:r>
            <a:endParaRPr lang="ko-KR" sz="3200" dirty="0"/>
          </a:p>
        </p:txBody>
      </p:sp>
      <p:sp>
        <p:nvSpPr>
          <p:cNvPr id="18" name="S03-card71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72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</a:t>
            </a:r>
            <a:endParaRPr lang="ko-KR" sz="4400" dirty="0"/>
          </a:p>
        </p:txBody>
      </p:sp>
      <p:sp>
        <p:nvSpPr>
          <p:cNvPr id="3" name="S04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7개를 둘씩 짝 지어요.</a:t>
            </a:r>
            <a:endParaRPr lang="ko-KR" sz="3200" dirty="0"/>
          </a:p>
        </p:txBody>
      </p:sp>
      <p:sp>
        <p:nvSpPr>
          <p:cNvPr id="4" name="S04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남으면 홀수예요. 7은 홀수!</a:t>
            </a:r>
            <a:endParaRPr lang="ko-KR" sz="3200" dirty="0"/>
          </a:p>
        </p:txBody>
      </p:sp>
      <p:sp>
        <p:nvSpPr>
          <p:cNvPr id="6" name="S04-dot76"/>
          <p:cNvSpPr/>
          <p:nvPr/>
        </p:nvSpPr>
        <p:spPr>
          <a:xfrm>
            <a:off x="1575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7"/>
          <p:cNvSpPr/>
          <p:nvPr/>
        </p:nvSpPr>
        <p:spPr>
          <a:xfrm>
            <a:off x="24894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8"/>
          <p:cNvSpPr/>
          <p:nvPr/>
        </p:nvSpPr>
        <p:spPr>
          <a:xfrm>
            <a:off x="34038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9"/>
          <p:cNvSpPr/>
          <p:nvPr/>
        </p:nvSpPr>
        <p:spPr>
          <a:xfrm>
            <a:off x="4318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80"/>
          <p:cNvSpPr/>
          <p:nvPr/>
        </p:nvSpPr>
        <p:spPr>
          <a:xfrm>
            <a:off x="1575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81"/>
          <p:cNvSpPr/>
          <p:nvPr/>
        </p:nvSpPr>
        <p:spPr>
          <a:xfrm>
            <a:off x="24894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2"/>
          <p:cNvSpPr/>
          <p:nvPr/>
        </p:nvSpPr>
        <p:spPr>
          <a:xfrm>
            <a:off x="34038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group83"/>
          <p:cNvSpPr/>
          <p:nvPr/>
        </p:nvSpPr>
        <p:spPr>
          <a:xfrm>
            <a:off x="1437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4-group84"/>
          <p:cNvSpPr/>
          <p:nvPr/>
        </p:nvSpPr>
        <p:spPr>
          <a:xfrm>
            <a:off x="23522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4-group85"/>
          <p:cNvSpPr/>
          <p:nvPr/>
        </p:nvSpPr>
        <p:spPr>
          <a:xfrm>
            <a:off x="32666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4-group86"/>
          <p:cNvSpPr/>
          <p:nvPr/>
        </p:nvSpPr>
        <p:spPr>
          <a:xfrm>
            <a:off x="4181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87" descr="점 7개를 위아래 둘씩 짝 지은 그림, 마지막 묶음에는 점 1개"/>
          <p:cNvSpPr/>
          <p:nvPr/>
        </p:nvSpPr>
        <p:spPr>
          <a:xfrm>
            <a:off x="1401318" y="2651760"/>
            <a:ext cx="3657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card88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89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3개</a:t>
            </a:r>
            <a:endParaRPr lang="ko-KR" sz="3200" dirty="0"/>
          </a:p>
        </p:txBody>
      </p:sp>
      <p:sp>
        <p:nvSpPr>
          <p:cNvPr id="20" name="S04-card90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91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1개가 남아요.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짝수일까, 홀수일까?</a:t>
            </a:r>
            <a:endParaRPr lang="ko-KR" sz="44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짝수일까요, 홀수일까요?</a:t>
            </a:r>
            <a:endParaRPr lang="ko-KR" sz="3200" dirty="0"/>
          </a:p>
        </p:txBody>
      </p:sp>
      <p:sp>
        <p:nvSpPr>
          <p:cNvPr id="4" name="S05-dot93"/>
          <p:cNvSpPr/>
          <p:nvPr/>
        </p:nvSpPr>
        <p:spPr>
          <a:xfrm>
            <a:off x="7353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dot94"/>
          <p:cNvSpPr/>
          <p:nvPr/>
        </p:nvSpPr>
        <p:spPr>
          <a:xfrm>
            <a:off x="80393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95"/>
          <p:cNvSpPr/>
          <p:nvPr/>
        </p:nvSpPr>
        <p:spPr>
          <a:xfrm>
            <a:off x="87251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6"/>
          <p:cNvSpPr/>
          <p:nvPr/>
        </p:nvSpPr>
        <p:spPr>
          <a:xfrm>
            <a:off x="94109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7"/>
          <p:cNvSpPr/>
          <p:nvPr/>
        </p:nvSpPr>
        <p:spPr>
          <a:xfrm>
            <a:off x="100967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98"/>
          <p:cNvSpPr/>
          <p:nvPr/>
        </p:nvSpPr>
        <p:spPr>
          <a:xfrm>
            <a:off x="10782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99"/>
          <p:cNvSpPr/>
          <p:nvPr/>
        </p:nvSpPr>
        <p:spPr>
          <a:xfrm>
            <a:off x="73535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0"/>
          <p:cNvSpPr/>
          <p:nvPr/>
        </p:nvSpPr>
        <p:spPr>
          <a:xfrm>
            <a:off x="80393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01"/>
          <p:cNvSpPr/>
          <p:nvPr/>
        </p:nvSpPr>
        <p:spPr>
          <a:xfrm>
            <a:off x="87251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02"/>
          <p:cNvSpPr/>
          <p:nvPr/>
        </p:nvSpPr>
        <p:spPr>
          <a:xfrm>
            <a:off x="94109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03"/>
          <p:cNvSpPr/>
          <p:nvPr/>
        </p:nvSpPr>
        <p:spPr>
          <a:xfrm>
            <a:off x="100967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group104"/>
          <p:cNvSpPr/>
          <p:nvPr/>
        </p:nvSpPr>
        <p:spPr>
          <a:xfrm>
            <a:off x="7259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5-group105"/>
          <p:cNvSpPr/>
          <p:nvPr/>
        </p:nvSpPr>
        <p:spPr>
          <a:xfrm>
            <a:off x="79455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5-group106"/>
          <p:cNvSpPr/>
          <p:nvPr/>
        </p:nvSpPr>
        <p:spPr>
          <a:xfrm>
            <a:off x="86313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107"/>
          <p:cNvSpPr/>
          <p:nvPr/>
        </p:nvSpPr>
        <p:spPr>
          <a:xfrm>
            <a:off x="93171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108"/>
          <p:cNvSpPr/>
          <p:nvPr/>
        </p:nvSpPr>
        <p:spPr>
          <a:xfrm>
            <a:off x="100029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109"/>
          <p:cNvSpPr/>
          <p:nvPr/>
        </p:nvSpPr>
        <p:spPr>
          <a:xfrm>
            <a:off x="10688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110" descr="점 11개를 위아래 둘씩 짝 지은 그림, 마지막 묶음에는 점 1개"/>
          <p:cNvSpPr/>
          <p:nvPr/>
        </p:nvSpPr>
        <p:spPr>
          <a:xfrm>
            <a:off x="7223211" y="372618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111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112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11개를 놓아요.</a:t>
            </a:r>
            <a:endParaRPr lang="ko-KR" sz="3200" dirty="0"/>
          </a:p>
        </p:txBody>
      </p:sp>
      <p:sp>
        <p:nvSpPr>
          <p:cNvPr id="24" name="S05-stepno113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114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지어요.</a:t>
            </a:r>
            <a:endParaRPr lang="ko-KR" sz="3200" dirty="0"/>
          </a:p>
        </p:txBody>
      </p:sp>
      <p:sp>
        <p:nvSpPr>
          <p:cNvPr id="26" name="S05-stepno115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116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홀수예요.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지어 봐요</a:t>
            </a:r>
            <a:endParaRPr lang="ko-KR" sz="4400" dirty="0"/>
          </a:p>
        </p:txBody>
      </p:sp>
      <p:sp>
        <p:nvSpPr>
          <p:cNvPr id="3" name="S06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짝을 지어 보고 말해요.</a:t>
            </a:r>
            <a:endParaRPr lang="ko-KR" sz="3200" dirty="0"/>
          </a:p>
        </p:txBody>
      </p:sp>
      <p:sp>
        <p:nvSpPr>
          <p:cNvPr id="4" name="S06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없는 점이 있나요?</a:t>
            </a:r>
            <a:endParaRPr lang="ko-KR" sz="3200" dirty="0"/>
          </a:p>
        </p:txBody>
      </p:sp>
      <p:sp>
        <p:nvSpPr>
          <p:cNvPr id="6" name="S06-chip1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21"/>
          <p:cNvSpPr/>
          <p:nvPr/>
        </p:nvSpPr>
        <p:spPr>
          <a:xfrm>
            <a:off x="25717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22"/>
          <p:cNvSpPr/>
          <p:nvPr/>
        </p:nvSpPr>
        <p:spPr>
          <a:xfrm>
            <a:off x="30289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23"/>
          <p:cNvSpPr/>
          <p:nvPr/>
        </p:nvSpPr>
        <p:spPr>
          <a:xfrm>
            <a:off x="34861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24"/>
          <p:cNvSpPr/>
          <p:nvPr/>
        </p:nvSpPr>
        <p:spPr>
          <a:xfrm>
            <a:off x="39433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25"/>
          <p:cNvSpPr/>
          <p:nvPr/>
        </p:nvSpPr>
        <p:spPr>
          <a:xfrm>
            <a:off x="44005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26"/>
          <p:cNvSpPr/>
          <p:nvPr/>
        </p:nvSpPr>
        <p:spPr>
          <a:xfrm>
            <a:off x="25717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27"/>
          <p:cNvSpPr/>
          <p:nvPr/>
        </p:nvSpPr>
        <p:spPr>
          <a:xfrm>
            <a:off x="30289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28"/>
          <p:cNvSpPr/>
          <p:nvPr/>
        </p:nvSpPr>
        <p:spPr>
          <a:xfrm>
            <a:off x="34861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29"/>
          <p:cNvSpPr/>
          <p:nvPr/>
        </p:nvSpPr>
        <p:spPr>
          <a:xfrm>
            <a:off x="39433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30"/>
          <p:cNvSpPr/>
          <p:nvPr/>
        </p:nvSpPr>
        <p:spPr>
          <a:xfrm>
            <a:off x="44005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figure131" descr="점 10개를 두 줄로 놓은 그림"/>
          <p:cNvSpPr/>
          <p:nvPr/>
        </p:nvSpPr>
        <p:spPr>
          <a:xfrm>
            <a:off x="2484882" y="228600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6-chip1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6-dot133"/>
          <p:cNvSpPr/>
          <p:nvPr/>
        </p:nvSpPr>
        <p:spPr>
          <a:xfrm>
            <a:off x="87576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34"/>
          <p:cNvSpPr/>
          <p:nvPr/>
        </p:nvSpPr>
        <p:spPr>
          <a:xfrm>
            <a:off x="92148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35"/>
          <p:cNvSpPr/>
          <p:nvPr/>
        </p:nvSpPr>
        <p:spPr>
          <a:xfrm>
            <a:off x="96720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36"/>
          <p:cNvSpPr/>
          <p:nvPr/>
        </p:nvSpPr>
        <p:spPr>
          <a:xfrm>
            <a:off x="875766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37"/>
          <p:cNvSpPr/>
          <p:nvPr/>
        </p:nvSpPr>
        <p:spPr>
          <a:xfrm>
            <a:off x="921486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figure138" descr="점 5개를 두 줄로 놓은 그림"/>
          <p:cNvSpPr/>
          <p:nvPr/>
        </p:nvSpPr>
        <p:spPr>
          <a:xfrm>
            <a:off x="8670798" y="2286000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6-chip1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6-dot140"/>
          <p:cNvSpPr/>
          <p:nvPr/>
        </p:nvSpPr>
        <p:spPr>
          <a:xfrm>
            <a:off x="21145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41"/>
          <p:cNvSpPr/>
          <p:nvPr/>
        </p:nvSpPr>
        <p:spPr>
          <a:xfrm>
            <a:off x="25717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42"/>
          <p:cNvSpPr/>
          <p:nvPr/>
        </p:nvSpPr>
        <p:spPr>
          <a:xfrm>
            <a:off x="30289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43"/>
          <p:cNvSpPr/>
          <p:nvPr/>
        </p:nvSpPr>
        <p:spPr>
          <a:xfrm>
            <a:off x="34861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44"/>
          <p:cNvSpPr/>
          <p:nvPr/>
        </p:nvSpPr>
        <p:spPr>
          <a:xfrm>
            <a:off x="39433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45"/>
          <p:cNvSpPr/>
          <p:nvPr/>
        </p:nvSpPr>
        <p:spPr>
          <a:xfrm>
            <a:off x="44005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46"/>
          <p:cNvSpPr/>
          <p:nvPr/>
        </p:nvSpPr>
        <p:spPr>
          <a:xfrm>
            <a:off x="48577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47"/>
          <p:cNvSpPr/>
          <p:nvPr/>
        </p:nvSpPr>
        <p:spPr>
          <a:xfrm>
            <a:off x="21145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48"/>
          <p:cNvSpPr/>
          <p:nvPr/>
        </p:nvSpPr>
        <p:spPr>
          <a:xfrm>
            <a:off x="25717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49"/>
          <p:cNvSpPr/>
          <p:nvPr/>
        </p:nvSpPr>
        <p:spPr>
          <a:xfrm>
            <a:off x="30289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50"/>
          <p:cNvSpPr/>
          <p:nvPr/>
        </p:nvSpPr>
        <p:spPr>
          <a:xfrm>
            <a:off x="34861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51"/>
          <p:cNvSpPr/>
          <p:nvPr/>
        </p:nvSpPr>
        <p:spPr>
          <a:xfrm>
            <a:off x="39433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52"/>
          <p:cNvSpPr/>
          <p:nvPr/>
        </p:nvSpPr>
        <p:spPr>
          <a:xfrm>
            <a:off x="44005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figure153" descr="점 13개를 두 줄로 놓은 그림"/>
          <p:cNvSpPr/>
          <p:nvPr/>
        </p:nvSpPr>
        <p:spPr>
          <a:xfrm>
            <a:off x="2027682" y="3931920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5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1" name="S06-dot155"/>
          <p:cNvSpPr/>
          <p:nvPr/>
        </p:nvSpPr>
        <p:spPr>
          <a:xfrm>
            <a:off x="76146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56"/>
          <p:cNvSpPr/>
          <p:nvPr/>
        </p:nvSpPr>
        <p:spPr>
          <a:xfrm>
            <a:off x="80718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57"/>
          <p:cNvSpPr/>
          <p:nvPr/>
        </p:nvSpPr>
        <p:spPr>
          <a:xfrm>
            <a:off x="85290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58"/>
          <p:cNvSpPr/>
          <p:nvPr/>
        </p:nvSpPr>
        <p:spPr>
          <a:xfrm>
            <a:off x="89862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59"/>
          <p:cNvSpPr/>
          <p:nvPr/>
        </p:nvSpPr>
        <p:spPr>
          <a:xfrm>
            <a:off x="94434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60"/>
          <p:cNvSpPr/>
          <p:nvPr/>
        </p:nvSpPr>
        <p:spPr>
          <a:xfrm>
            <a:off x="99006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61"/>
          <p:cNvSpPr/>
          <p:nvPr/>
        </p:nvSpPr>
        <p:spPr>
          <a:xfrm>
            <a:off x="103578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62"/>
          <p:cNvSpPr/>
          <p:nvPr/>
        </p:nvSpPr>
        <p:spPr>
          <a:xfrm>
            <a:off x="108150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63"/>
          <p:cNvSpPr/>
          <p:nvPr/>
        </p:nvSpPr>
        <p:spPr>
          <a:xfrm>
            <a:off x="76146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64"/>
          <p:cNvSpPr/>
          <p:nvPr/>
        </p:nvSpPr>
        <p:spPr>
          <a:xfrm>
            <a:off x="80718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65"/>
          <p:cNvSpPr/>
          <p:nvPr/>
        </p:nvSpPr>
        <p:spPr>
          <a:xfrm>
            <a:off x="85290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66"/>
          <p:cNvSpPr/>
          <p:nvPr/>
        </p:nvSpPr>
        <p:spPr>
          <a:xfrm>
            <a:off x="89862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167"/>
          <p:cNvSpPr/>
          <p:nvPr/>
        </p:nvSpPr>
        <p:spPr>
          <a:xfrm>
            <a:off x="94434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168"/>
          <p:cNvSpPr/>
          <p:nvPr/>
        </p:nvSpPr>
        <p:spPr>
          <a:xfrm>
            <a:off x="99006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169"/>
          <p:cNvSpPr/>
          <p:nvPr/>
        </p:nvSpPr>
        <p:spPr>
          <a:xfrm>
            <a:off x="103578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170"/>
          <p:cNvSpPr/>
          <p:nvPr/>
        </p:nvSpPr>
        <p:spPr>
          <a:xfrm>
            <a:off x="108150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figure171" descr="점 16개를 두 줄로 놓은 그림"/>
          <p:cNvSpPr/>
          <p:nvPr/>
        </p:nvSpPr>
        <p:spPr>
          <a:xfrm>
            <a:off x="7527798" y="3931920"/>
            <a:ext cx="3657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나와요</a:t>
            </a:r>
            <a:endParaRPr lang="ko-KR" sz="44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짝수에 색을 칠했어요.</a:t>
            </a:r>
            <a:endParaRPr lang="ko-KR" sz="32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홀수, 짝수, 홀수, 짝수… 하나씩 번갈아 나와요.</a:t>
            </a:r>
            <a:endParaRPr lang="ko-KR" sz="3200" dirty="0"/>
          </a:p>
        </p:txBody>
      </p:sp>
      <p:sp>
        <p:nvSpPr>
          <p:cNvPr id="6" name="S07-tile175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7" name="S07-tile176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8" name="S07-tile177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7-tile178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0" name="S07-tile179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11" name="S07-tile180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12" name="S07-tile181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13" name="S07-tile182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4" name="S07-tile183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5" name="S07-tile184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4000" dirty="0"/>
          </a:p>
        </p:txBody>
      </p:sp>
      <p:sp>
        <p:nvSpPr>
          <p:cNvPr id="16" name="S07-tile185"/>
          <p:cNvSpPr txBox="1"/>
          <p:nvPr/>
        </p:nvSpPr>
        <p:spPr>
          <a:xfrm>
            <a:off x="54864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4000" dirty="0"/>
          </a:p>
        </p:txBody>
      </p:sp>
      <p:sp>
        <p:nvSpPr>
          <p:cNvPr id="17" name="S07-tile186"/>
          <p:cNvSpPr txBox="1"/>
          <p:nvPr/>
        </p:nvSpPr>
        <p:spPr>
          <a:xfrm>
            <a:off x="167792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18" name="S07-tile187"/>
          <p:cNvSpPr txBox="1"/>
          <p:nvPr/>
        </p:nvSpPr>
        <p:spPr>
          <a:xfrm>
            <a:off x="280720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000" dirty="0"/>
          </a:p>
        </p:txBody>
      </p:sp>
      <p:sp>
        <p:nvSpPr>
          <p:cNvPr id="19" name="S07-tile188"/>
          <p:cNvSpPr txBox="1"/>
          <p:nvPr/>
        </p:nvSpPr>
        <p:spPr>
          <a:xfrm>
            <a:off x="393649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20" name="S07-tile189"/>
          <p:cNvSpPr txBox="1"/>
          <p:nvPr/>
        </p:nvSpPr>
        <p:spPr>
          <a:xfrm>
            <a:off x="506577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21" name="S07-tile190"/>
          <p:cNvSpPr txBox="1"/>
          <p:nvPr/>
        </p:nvSpPr>
        <p:spPr>
          <a:xfrm>
            <a:off x="619506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4000" dirty="0"/>
          </a:p>
        </p:txBody>
      </p:sp>
      <p:sp>
        <p:nvSpPr>
          <p:cNvPr id="22" name="S07-tile191"/>
          <p:cNvSpPr txBox="1"/>
          <p:nvPr/>
        </p:nvSpPr>
        <p:spPr>
          <a:xfrm>
            <a:off x="732434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4000" dirty="0"/>
          </a:p>
        </p:txBody>
      </p:sp>
      <p:sp>
        <p:nvSpPr>
          <p:cNvPr id="23" name="S07-tile192"/>
          <p:cNvSpPr txBox="1"/>
          <p:nvPr/>
        </p:nvSpPr>
        <p:spPr>
          <a:xfrm>
            <a:off x="845362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000" dirty="0"/>
          </a:p>
        </p:txBody>
      </p:sp>
      <p:sp>
        <p:nvSpPr>
          <p:cNvPr id="24" name="S07-tile193"/>
          <p:cNvSpPr txBox="1"/>
          <p:nvPr/>
        </p:nvSpPr>
        <p:spPr>
          <a:xfrm>
            <a:off x="958291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4000" dirty="0"/>
          </a:p>
        </p:txBody>
      </p:sp>
      <p:sp>
        <p:nvSpPr>
          <p:cNvPr id="25" name="S07-tile194"/>
          <p:cNvSpPr txBox="1"/>
          <p:nvPr/>
        </p:nvSpPr>
        <p:spPr>
          <a:xfrm>
            <a:off x="1071219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보면 알아요</a:t>
            </a:r>
            <a:endParaRPr lang="ko-KR" sz="4400" dirty="0"/>
          </a:p>
        </p:txBody>
      </p:sp>
      <p:sp>
        <p:nvSpPr>
          <p:cNvPr id="3" name="S08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17을 10과 7로 나누어 짝 지어요.</a:t>
            </a:r>
            <a:endParaRPr lang="ko-KR" sz="3200" dirty="0"/>
          </a:p>
        </p:txBody>
      </p:sp>
      <p:sp>
        <p:nvSpPr>
          <p:cNvPr id="4" name="S08-card19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17은 홀수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남는 것이 없으니 낱개 7만 보면 돼요.</a:t>
            </a:r>
            <a:endParaRPr lang="ko-KR" sz="3200" dirty="0"/>
          </a:p>
        </p:txBody>
      </p:sp>
      <p:sp>
        <p:nvSpPr>
          <p:cNvPr id="6" name="S08-dot198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99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0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1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2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3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04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05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06"/>
          <p:cNvSpPr/>
          <p:nvPr/>
        </p:nvSpPr>
        <p:spPr>
          <a:xfrm>
            <a:off x="37147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07"/>
          <p:cNvSpPr/>
          <p:nvPr/>
        </p:nvSpPr>
        <p:spPr>
          <a:xfrm>
            <a:off x="44005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08"/>
          <p:cNvSpPr/>
          <p:nvPr/>
        </p:nvSpPr>
        <p:spPr>
          <a:xfrm>
            <a:off x="15636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group209"/>
          <p:cNvSpPr/>
          <p:nvPr/>
        </p:nvSpPr>
        <p:spPr>
          <a:xfrm>
            <a:off x="22494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210"/>
          <p:cNvSpPr/>
          <p:nvPr/>
        </p:nvSpPr>
        <p:spPr>
          <a:xfrm>
            <a:off x="29352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group211"/>
          <p:cNvSpPr/>
          <p:nvPr/>
        </p:nvSpPr>
        <p:spPr>
          <a:xfrm>
            <a:off x="36210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8-group212"/>
          <p:cNvSpPr/>
          <p:nvPr/>
        </p:nvSpPr>
        <p:spPr>
          <a:xfrm>
            <a:off x="43068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8-figure213" descr="점 10개를 둘씩 짝 지은 그림, 남는 것 없음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8-label21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 남는 것 없음</a:t>
            </a:r>
            <a:endParaRPr lang="ko-KR" sz="2600" dirty="0"/>
          </a:p>
        </p:txBody>
      </p:sp>
      <p:sp>
        <p:nvSpPr>
          <p:cNvPr id="23" name="S08-dot215"/>
          <p:cNvSpPr/>
          <p:nvPr/>
        </p:nvSpPr>
        <p:spPr>
          <a:xfrm>
            <a:off x="77061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16"/>
          <p:cNvSpPr/>
          <p:nvPr/>
        </p:nvSpPr>
        <p:spPr>
          <a:xfrm>
            <a:off x="83919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17"/>
          <p:cNvSpPr/>
          <p:nvPr/>
        </p:nvSpPr>
        <p:spPr>
          <a:xfrm>
            <a:off x="90777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18"/>
          <p:cNvSpPr/>
          <p:nvPr/>
        </p:nvSpPr>
        <p:spPr>
          <a:xfrm>
            <a:off x="97635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dot219"/>
          <p:cNvSpPr/>
          <p:nvPr/>
        </p:nvSpPr>
        <p:spPr>
          <a:xfrm>
            <a:off x="77061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dot220"/>
          <p:cNvSpPr/>
          <p:nvPr/>
        </p:nvSpPr>
        <p:spPr>
          <a:xfrm>
            <a:off x="83919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21"/>
          <p:cNvSpPr/>
          <p:nvPr/>
        </p:nvSpPr>
        <p:spPr>
          <a:xfrm>
            <a:off x="90777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group222"/>
          <p:cNvSpPr/>
          <p:nvPr/>
        </p:nvSpPr>
        <p:spPr>
          <a:xfrm>
            <a:off x="76123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8-group223"/>
          <p:cNvSpPr/>
          <p:nvPr/>
        </p:nvSpPr>
        <p:spPr>
          <a:xfrm>
            <a:off x="82981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group224"/>
          <p:cNvSpPr/>
          <p:nvPr/>
        </p:nvSpPr>
        <p:spPr>
          <a:xfrm>
            <a:off x="89839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8-group225"/>
          <p:cNvSpPr/>
          <p:nvPr/>
        </p:nvSpPr>
        <p:spPr>
          <a:xfrm>
            <a:off x="96697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8-figure226" descr="점 7개를 둘씩 짝 지은 그림, 1개 남음"/>
          <p:cNvSpPr/>
          <p:nvPr/>
        </p:nvSpPr>
        <p:spPr>
          <a:xfrm>
            <a:off x="7575804" y="2403221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8-label2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7: 1개 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짝수일까요, 홀수일까요?</a:t>
            </a:r>
            <a:endParaRPr lang="ko-KR" sz="4400" dirty="0"/>
          </a:p>
        </p:txBody>
      </p:sp>
      <p:sp>
        <p:nvSpPr>
          <p:cNvPr id="3" name="S09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낱개의 수를 보거나 바둑돌로 짝 지어요.</a:t>
            </a:r>
            <a:endParaRPr lang="ko-KR" sz="3200" dirty="0"/>
          </a:p>
        </p:txBody>
      </p:sp>
      <p:sp>
        <p:nvSpPr>
          <p:cNvPr id="5" name="S09-chip2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14는?</a:t>
            </a:r>
            <a:endParaRPr lang="ko-KR" sz="3200" dirty="0"/>
          </a:p>
        </p:txBody>
      </p:sp>
      <p:sp>
        <p:nvSpPr>
          <p:cNvPr id="7" name="S09-chip2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2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19는?</a:t>
            </a:r>
            <a:endParaRPr lang="ko-KR" sz="3200" dirty="0"/>
          </a:p>
        </p:txBody>
      </p:sp>
      <p:sp>
        <p:nvSpPr>
          <p:cNvPr id="9" name="S09-chip2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2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13 중 짝수는?</a:t>
            </a:r>
            <a:endParaRPr lang="ko-KR" sz="3200" dirty="0"/>
          </a:p>
        </p:txBody>
      </p:sp>
      <p:sp>
        <p:nvSpPr>
          <p:cNvPr id="11" name="S09-chip2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짝수일까요, 홀수일까요?</a:t>
            </a:r>
            <a:endParaRPr lang="ko-KR" sz="3200" dirty="0"/>
          </a:p>
        </p:txBody>
      </p:sp>
      <p:sp>
        <p:nvSpPr>
          <p:cNvPr id="5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바둑돌로 확인해 봐요.</a:t>
            </a:r>
            <a:endParaRPr lang="ko-KR" sz="3200" dirty="0"/>
          </a:p>
        </p:txBody>
      </p:sp>
      <p:sp>
        <p:nvSpPr>
          <p:cNvPr id="7" name="S10-chip2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홀수</a:t>
            </a:r>
            <a:endParaRPr lang="ko-KR" sz="2600" dirty="0"/>
          </a:p>
        </p:txBody>
      </p:sp>
      <p:sp>
        <p:nvSpPr>
          <p:cNvPr id="8" name="S10-text2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홀수예요.</a:t>
            </a:r>
            <a:endParaRPr lang="ko-KR" sz="3200" dirty="0"/>
          </a:p>
        </p:txBody>
      </p:sp>
      <p:sp>
        <p:nvSpPr>
          <p:cNvPr id="9" name="S10-chip2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짝수</a:t>
            </a:r>
            <a:endParaRPr lang="ko-KR" sz="2600" dirty="0"/>
          </a:p>
        </p:txBody>
      </p:sp>
      <p:sp>
        <p:nvSpPr>
          <p:cNvPr id="10" name="S10-text2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지으면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24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dot248"/>
          <p:cNvSpPr/>
          <p:nvPr/>
        </p:nvSpPr>
        <p:spPr>
          <a:xfrm>
            <a:off x="1440591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1-dot249"/>
          <p:cNvSpPr/>
          <p:nvPr/>
        </p:nvSpPr>
        <p:spPr>
          <a:xfrm>
            <a:off x="1948083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50"/>
          <p:cNvSpPr/>
          <p:nvPr/>
        </p:nvSpPr>
        <p:spPr>
          <a:xfrm>
            <a:off x="2455575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51"/>
          <p:cNvSpPr/>
          <p:nvPr/>
        </p:nvSpPr>
        <p:spPr>
          <a:xfrm>
            <a:off x="2963067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52"/>
          <p:cNvSpPr/>
          <p:nvPr/>
        </p:nvSpPr>
        <p:spPr>
          <a:xfrm>
            <a:off x="3470559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53"/>
          <p:cNvSpPr/>
          <p:nvPr/>
        </p:nvSpPr>
        <p:spPr>
          <a:xfrm>
            <a:off x="3978051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54"/>
          <p:cNvSpPr/>
          <p:nvPr/>
        </p:nvSpPr>
        <p:spPr>
          <a:xfrm>
            <a:off x="4485543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55"/>
          <p:cNvSpPr/>
          <p:nvPr/>
        </p:nvSpPr>
        <p:spPr>
          <a:xfrm>
            <a:off x="4993035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56"/>
          <p:cNvSpPr/>
          <p:nvPr/>
        </p:nvSpPr>
        <p:spPr>
          <a:xfrm>
            <a:off x="5500527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figure257" descr="점 9개를 한 줄로 놓은 그림"/>
          <p:cNvSpPr/>
          <p:nvPr/>
        </p:nvSpPr>
        <p:spPr>
          <a:xfrm>
            <a:off x="1344168" y="2763774"/>
            <a:ext cx="4567428" cy="5074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1-chip2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2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짝수? 홀수?</a:t>
            </a:r>
            <a:endParaRPr lang="ko-KR" sz="3200" dirty="0"/>
          </a:p>
        </p:txBody>
      </p:sp>
      <p:sp>
        <p:nvSpPr>
          <p:cNvPr id="17" name="S11-chip2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2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16, 17, 18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홀수는?</a:t>
            </a:r>
            <a:endParaRPr lang="ko-KR" sz="3200" dirty="0"/>
          </a:p>
        </p:txBody>
      </p:sp>
      <p:sp>
        <p:nvSpPr>
          <p:cNvPr id="19" name="S11-chip2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20" name="S11-text2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하나 말하고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없는 것은?</a:t>
            </a:r>
            <a:endParaRPr lang="ko-KR" sz="4400" dirty="0"/>
          </a:p>
        </p:txBody>
      </p:sp>
      <p:sp>
        <p:nvSpPr>
          <p:cNvPr id="3" name="S13-text2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없는 것은?</a:t>
            </a:r>
            <a:endParaRPr lang="ko-KR" sz="3200" dirty="0"/>
          </a:p>
        </p:txBody>
      </p:sp>
      <p:sp>
        <p:nvSpPr>
          <p:cNvPr id="4" name="S13-card2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2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dot268"/>
          <p:cNvSpPr/>
          <p:nvPr/>
        </p:nvSpPr>
        <p:spPr>
          <a:xfrm>
            <a:off x="111358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69"/>
          <p:cNvSpPr/>
          <p:nvPr/>
        </p:nvSpPr>
        <p:spPr>
          <a:xfrm>
            <a:off x="161650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70"/>
          <p:cNvSpPr/>
          <p:nvPr/>
        </p:nvSpPr>
        <p:spPr>
          <a:xfrm>
            <a:off x="211942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71"/>
          <p:cNvSpPr/>
          <p:nvPr/>
        </p:nvSpPr>
        <p:spPr>
          <a:xfrm>
            <a:off x="262234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72"/>
          <p:cNvSpPr/>
          <p:nvPr/>
        </p:nvSpPr>
        <p:spPr>
          <a:xfrm>
            <a:off x="312526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73"/>
          <p:cNvSpPr/>
          <p:nvPr/>
        </p:nvSpPr>
        <p:spPr>
          <a:xfrm>
            <a:off x="111358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74"/>
          <p:cNvSpPr/>
          <p:nvPr/>
        </p:nvSpPr>
        <p:spPr>
          <a:xfrm>
            <a:off x="161650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75"/>
          <p:cNvSpPr/>
          <p:nvPr/>
        </p:nvSpPr>
        <p:spPr>
          <a:xfrm>
            <a:off x="211942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76"/>
          <p:cNvSpPr/>
          <p:nvPr/>
        </p:nvSpPr>
        <p:spPr>
          <a:xfrm>
            <a:off x="262234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77"/>
          <p:cNvSpPr/>
          <p:nvPr/>
        </p:nvSpPr>
        <p:spPr>
          <a:xfrm>
            <a:off x="312526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78"/>
          <p:cNvSpPr/>
          <p:nvPr/>
        </p:nvSpPr>
        <p:spPr>
          <a:xfrm>
            <a:off x="111358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79"/>
          <p:cNvSpPr/>
          <p:nvPr/>
        </p:nvSpPr>
        <p:spPr>
          <a:xfrm>
            <a:off x="161650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80"/>
          <p:cNvSpPr/>
          <p:nvPr/>
        </p:nvSpPr>
        <p:spPr>
          <a:xfrm>
            <a:off x="211942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figure281" descr="점 13개를 세 줄로 놓은 그림"/>
          <p:cNvSpPr/>
          <p:nvPr/>
        </p:nvSpPr>
        <p:spPr>
          <a:xfrm>
            <a:off x="1018032" y="3163824"/>
            <a:ext cx="2514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13-chip2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2" name="S13-dot283"/>
          <p:cNvSpPr/>
          <p:nvPr/>
        </p:nvSpPr>
        <p:spPr>
          <a:xfrm>
            <a:off x="46812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284"/>
          <p:cNvSpPr/>
          <p:nvPr/>
        </p:nvSpPr>
        <p:spPr>
          <a:xfrm>
            <a:off x="518419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dot285"/>
          <p:cNvSpPr/>
          <p:nvPr/>
        </p:nvSpPr>
        <p:spPr>
          <a:xfrm>
            <a:off x="568711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86"/>
          <p:cNvSpPr/>
          <p:nvPr/>
        </p:nvSpPr>
        <p:spPr>
          <a:xfrm>
            <a:off x="619003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87"/>
          <p:cNvSpPr/>
          <p:nvPr/>
        </p:nvSpPr>
        <p:spPr>
          <a:xfrm>
            <a:off x="669295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88"/>
          <p:cNvSpPr/>
          <p:nvPr/>
        </p:nvSpPr>
        <p:spPr>
          <a:xfrm>
            <a:off x="71958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89"/>
          <p:cNvSpPr/>
          <p:nvPr/>
        </p:nvSpPr>
        <p:spPr>
          <a:xfrm>
            <a:off x="46812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90"/>
          <p:cNvSpPr/>
          <p:nvPr/>
        </p:nvSpPr>
        <p:spPr>
          <a:xfrm>
            <a:off x="518419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91"/>
          <p:cNvSpPr/>
          <p:nvPr/>
        </p:nvSpPr>
        <p:spPr>
          <a:xfrm>
            <a:off x="568711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92"/>
          <p:cNvSpPr/>
          <p:nvPr/>
        </p:nvSpPr>
        <p:spPr>
          <a:xfrm>
            <a:off x="619003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93"/>
          <p:cNvSpPr/>
          <p:nvPr/>
        </p:nvSpPr>
        <p:spPr>
          <a:xfrm>
            <a:off x="669295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94"/>
          <p:cNvSpPr/>
          <p:nvPr/>
        </p:nvSpPr>
        <p:spPr>
          <a:xfrm>
            <a:off x="71958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295"/>
          <p:cNvSpPr/>
          <p:nvPr/>
        </p:nvSpPr>
        <p:spPr>
          <a:xfrm>
            <a:off x="46812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296"/>
          <p:cNvSpPr/>
          <p:nvPr/>
        </p:nvSpPr>
        <p:spPr>
          <a:xfrm>
            <a:off x="518419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297"/>
          <p:cNvSpPr/>
          <p:nvPr/>
        </p:nvSpPr>
        <p:spPr>
          <a:xfrm>
            <a:off x="568711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98"/>
          <p:cNvSpPr/>
          <p:nvPr/>
        </p:nvSpPr>
        <p:spPr>
          <a:xfrm>
            <a:off x="619003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99"/>
          <p:cNvSpPr/>
          <p:nvPr/>
        </p:nvSpPr>
        <p:spPr>
          <a:xfrm>
            <a:off x="669295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00"/>
          <p:cNvSpPr/>
          <p:nvPr/>
        </p:nvSpPr>
        <p:spPr>
          <a:xfrm>
            <a:off x="71958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figure301" descr="점 18개를 세 줄로 놓은 그림"/>
          <p:cNvSpPr/>
          <p:nvPr/>
        </p:nvSpPr>
        <p:spPr>
          <a:xfrm>
            <a:off x="4585716" y="3163824"/>
            <a:ext cx="30175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3-chip30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2" name="S13-dot303"/>
          <p:cNvSpPr/>
          <p:nvPr/>
        </p:nvSpPr>
        <p:spPr>
          <a:xfrm>
            <a:off x="925479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3-dot304"/>
          <p:cNvSpPr/>
          <p:nvPr/>
        </p:nvSpPr>
        <p:spPr>
          <a:xfrm>
            <a:off x="975771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3-dot305"/>
          <p:cNvSpPr/>
          <p:nvPr/>
        </p:nvSpPr>
        <p:spPr>
          <a:xfrm>
            <a:off x="1026063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3-dot306"/>
          <p:cNvSpPr/>
          <p:nvPr/>
        </p:nvSpPr>
        <p:spPr>
          <a:xfrm>
            <a:off x="925479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3-dot307"/>
          <p:cNvSpPr/>
          <p:nvPr/>
        </p:nvSpPr>
        <p:spPr>
          <a:xfrm>
            <a:off x="975771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3-dot308"/>
          <p:cNvSpPr/>
          <p:nvPr/>
        </p:nvSpPr>
        <p:spPr>
          <a:xfrm>
            <a:off x="1026063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3-dot309"/>
          <p:cNvSpPr/>
          <p:nvPr/>
        </p:nvSpPr>
        <p:spPr>
          <a:xfrm>
            <a:off x="925479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10"/>
          <p:cNvSpPr/>
          <p:nvPr/>
        </p:nvSpPr>
        <p:spPr>
          <a:xfrm>
            <a:off x="975771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11"/>
          <p:cNvSpPr/>
          <p:nvPr/>
        </p:nvSpPr>
        <p:spPr>
          <a:xfrm>
            <a:off x="1026063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figure312" descr="점 9개를 세 줄로 놓은 그림"/>
          <p:cNvSpPr/>
          <p:nvPr/>
        </p:nvSpPr>
        <p:spPr>
          <a:xfrm>
            <a:off x="9159240" y="3163824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1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없으면 짝수, 하나 남으면 홀수예요.</a:t>
            </a:r>
            <a:endParaRPr lang="ko-KR" sz="3200" dirty="0"/>
          </a:p>
        </p:txBody>
      </p:sp>
      <p:sp>
        <p:nvSpPr>
          <p:cNvPr id="5" name="S14-chip31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둘씩 짝 지어 보기</a:t>
            </a:r>
            <a:endParaRPr lang="ko-KR" sz="2600" dirty="0"/>
          </a:p>
        </p:txBody>
      </p:sp>
      <p:sp>
        <p:nvSpPr>
          <p:cNvPr id="6" name="S14-chip31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묶음의 수를 보고 정하기</a:t>
            </a:r>
            <a:endParaRPr lang="ko-KR" sz="2600" dirty="0"/>
          </a:p>
        </p:txBody>
      </p:sp>
      <p:sp>
        <p:nvSpPr>
          <p:cNvPr id="7" name="S14-text31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1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8은 짝수?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홀수?</a:t>
            </a:r>
            <a:endParaRPr lang="ko-KR" sz="2600" dirty="0"/>
          </a:p>
        </p:txBody>
      </p:sp>
      <p:sp>
        <p:nvSpPr>
          <p:cNvPr id="9" name="S14-text31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11부터 15까지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홀수를 모두 말하기</a:t>
            </a:r>
            <a:endParaRPr lang="ko-KR" sz="2600" dirty="0"/>
          </a:p>
        </p:txBody>
      </p:sp>
      <p:sp>
        <p:nvSpPr>
          <p:cNvPr id="10" name="S14-text32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 바로 다음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짝수는?</a:t>
            </a:r>
            <a:endParaRPr lang="ko-KR" sz="2600" dirty="0"/>
          </a:p>
        </p:txBody>
      </p:sp>
      <p:sp>
        <p:nvSpPr>
          <p:cNvPr id="11" name="S14-text32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상자·둥근기둥·공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20까지 세기</a:t>
            </a:r>
            <a:endParaRPr lang="ko-KR" sz="4400" dirty="0"/>
          </a:p>
        </p:txBody>
      </p:sp>
      <p:sp>
        <p:nvSpPr>
          <p:cNvPr id="3" name="S15-text3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꽉 찬 틀은 10이에요.</a:t>
            </a:r>
            <a:endParaRPr lang="ko-KR" sz="3200" dirty="0"/>
          </a:p>
        </p:txBody>
      </p:sp>
      <p:sp>
        <p:nvSpPr>
          <p:cNvPr id="4" name="S15-card3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1개와 낱개 4개는 14예요.</a:t>
            </a:r>
            <a:endParaRPr lang="ko-KR" sz="3200" dirty="0"/>
          </a:p>
        </p:txBody>
      </p:sp>
      <p:sp>
        <p:nvSpPr>
          <p:cNvPr id="6" name="S15-card32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2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</a:t>
            </a:r>
            <a:endParaRPr lang="ko-KR" sz="3200" dirty="0"/>
          </a:p>
        </p:txBody>
      </p:sp>
      <p:sp>
        <p:nvSpPr>
          <p:cNvPr id="8" name="S15-card32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2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열넷, 십사</a:t>
            </a:r>
            <a:endParaRPr lang="ko-KR" sz="3200" dirty="0"/>
          </a:p>
        </p:txBody>
      </p:sp>
      <p:sp>
        <p:nvSpPr>
          <p:cNvPr id="10" name="S15-cell329"/>
          <p:cNvSpPr/>
          <p:nvPr/>
        </p:nvSpPr>
        <p:spPr>
          <a:xfrm>
            <a:off x="20482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330"/>
          <p:cNvSpPr/>
          <p:nvPr/>
        </p:nvSpPr>
        <p:spPr>
          <a:xfrm>
            <a:off x="21803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331"/>
          <p:cNvSpPr/>
          <p:nvPr/>
        </p:nvSpPr>
        <p:spPr>
          <a:xfrm>
            <a:off x="2825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332"/>
          <p:cNvSpPr/>
          <p:nvPr/>
        </p:nvSpPr>
        <p:spPr>
          <a:xfrm>
            <a:off x="2957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333"/>
          <p:cNvSpPr/>
          <p:nvPr/>
        </p:nvSpPr>
        <p:spPr>
          <a:xfrm>
            <a:off x="3602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334"/>
          <p:cNvSpPr/>
          <p:nvPr/>
        </p:nvSpPr>
        <p:spPr>
          <a:xfrm>
            <a:off x="3734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335"/>
          <p:cNvSpPr/>
          <p:nvPr/>
        </p:nvSpPr>
        <p:spPr>
          <a:xfrm>
            <a:off x="4379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336"/>
          <p:cNvSpPr/>
          <p:nvPr/>
        </p:nvSpPr>
        <p:spPr>
          <a:xfrm>
            <a:off x="4512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337"/>
          <p:cNvSpPr/>
          <p:nvPr/>
        </p:nvSpPr>
        <p:spPr>
          <a:xfrm>
            <a:off x="5157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338"/>
          <p:cNvSpPr/>
          <p:nvPr/>
        </p:nvSpPr>
        <p:spPr>
          <a:xfrm>
            <a:off x="5289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339"/>
          <p:cNvSpPr/>
          <p:nvPr/>
        </p:nvSpPr>
        <p:spPr>
          <a:xfrm>
            <a:off x="20482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340"/>
          <p:cNvSpPr/>
          <p:nvPr/>
        </p:nvSpPr>
        <p:spPr>
          <a:xfrm>
            <a:off x="21803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341"/>
          <p:cNvSpPr/>
          <p:nvPr/>
        </p:nvSpPr>
        <p:spPr>
          <a:xfrm>
            <a:off x="2825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342"/>
          <p:cNvSpPr/>
          <p:nvPr/>
        </p:nvSpPr>
        <p:spPr>
          <a:xfrm>
            <a:off x="29576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343"/>
          <p:cNvSpPr/>
          <p:nvPr/>
        </p:nvSpPr>
        <p:spPr>
          <a:xfrm>
            <a:off x="3602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344"/>
          <p:cNvSpPr/>
          <p:nvPr/>
        </p:nvSpPr>
        <p:spPr>
          <a:xfrm>
            <a:off x="37348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345"/>
          <p:cNvSpPr/>
          <p:nvPr/>
        </p:nvSpPr>
        <p:spPr>
          <a:xfrm>
            <a:off x="4379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346"/>
          <p:cNvSpPr/>
          <p:nvPr/>
        </p:nvSpPr>
        <p:spPr>
          <a:xfrm>
            <a:off x="45121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347"/>
          <p:cNvSpPr/>
          <p:nvPr/>
        </p:nvSpPr>
        <p:spPr>
          <a:xfrm>
            <a:off x="5157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348"/>
          <p:cNvSpPr/>
          <p:nvPr/>
        </p:nvSpPr>
        <p:spPr>
          <a:xfrm>
            <a:off x="52893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349" descr="2개의 십 칸 틀 중 1번째: 모두 14개"/>
          <p:cNvSpPr/>
          <p:nvPr/>
        </p:nvSpPr>
        <p:spPr>
          <a:xfrm>
            <a:off x="204825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5-cell350"/>
          <p:cNvSpPr/>
          <p:nvPr/>
        </p:nvSpPr>
        <p:spPr>
          <a:xfrm>
            <a:off x="6254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dot351"/>
          <p:cNvSpPr/>
          <p:nvPr/>
        </p:nvSpPr>
        <p:spPr>
          <a:xfrm>
            <a:off x="6386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cell352"/>
          <p:cNvSpPr/>
          <p:nvPr/>
        </p:nvSpPr>
        <p:spPr>
          <a:xfrm>
            <a:off x="7031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dot353"/>
          <p:cNvSpPr/>
          <p:nvPr/>
        </p:nvSpPr>
        <p:spPr>
          <a:xfrm>
            <a:off x="7163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cell354"/>
          <p:cNvSpPr/>
          <p:nvPr/>
        </p:nvSpPr>
        <p:spPr>
          <a:xfrm>
            <a:off x="7808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dot355"/>
          <p:cNvSpPr/>
          <p:nvPr/>
        </p:nvSpPr>
        <p:spPr>
          <a:xfrm>
            <a:off x="7941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cell356"/>
          <p:cNvSpPr/>
          <p:nvPr/>
        </p:nvSpPr>
        <p:spPr>
          <a:xfrm>
            <a:off x="8586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dot357"/>
          <p:cNvSpPr/>
          <p:nvPr/>
        </p:nvSpPr>
        <p:spPr>
          <a:xfrm>
            <a:off x="8718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5-cell358"/>
          <p:cNvSpPr/>
          <p:nvPr/>
        </p:nvSpPr>
        <p:spPr>
          <a:xfrm>
            <a:off x="93634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5-cell359"/>
          <p:cNvSpPr/>
          <p:nvPr/>
        </p:nvSpPr>
        <p:spPr>
          <a:xfrm>
            <a:off x="6254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cell360"/>
          <p:cNvSpPr/>
          <p:nvPr/>
        </p:nvSpPr>
        <p:spPr>
          <a:xfrm>
            <a:off x="7031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cell361"/>
          <p:cNvSpPr/>
          <p:nvPr/>
        </p:nvSpPr>
        <p:spPr>
          <a:xfrm>
            <a:off x="7808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cell362"/>
          <p:cNvSpPr/>
          <p:nvPr/>
        </p:nvSpPr>
        <p:spPr>
          <a:xfrm>
            <a:off x="8586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cell363"/>
          <p:cNvSpPr/>
          <p:nvPr/>
        </p:nvSpPr>
        <p:spPr>
          <a:xfrm>
            <a:off x="93634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figure364" descr="2개의 십 칸 틀 중 2번째: 모두 14개"/>
          <p:cNvSpPr/>
          <p:nvPr/>
        </p:nvSpPr>
        <p:spPr>
          <a:xfrm>
            <a:off x="625449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짝수와 홀수</dc:title>
  <dc:subject>KR22-G01-MAT-EVENODD-L01</dc:subject>
  <dc:creator>education-ppt</dc:creator>
  <cp:lastModifiedBy>education-ppt</cp:lastModifiedBy>
  <cp:revision>1</cp:revision>
  <dcterms:created xsi:type="dcterms:W3CDTF">2026-10-26T07:12:47Z</dcterms:created>
  <dcterms:modified xsi:type="dcterms:W3CDTF">2026-10-26T07:12:47Z</dcterms:modified>
</cp:coreProperties>
</file>