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3ffb7e6-b04c-44f4-9264-8a35396cc628}">
          <p14:sldIdLst>
            <p14:sldId id="256"/>
            <p14:sldId id="257"/>
          </p14:sldIdLst>
        </p14:section>
        <p14:section name="개념" id="{7544737a-0389-0e68-b155-0f025fdf4d4c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0e2e07a9-add2-bec3-7f7b-2fad0ca61c8f}">
          <p14:sldIdLst>
            <p14:sldId id="261"/>
            <p14:sldId id="264"/>
            <p14:sldId id="265"/>
          </p14:sldIdLst>
        </p14:section>
        <p14:section name="개념" id="{fcda4c36-afe7-5037-21d1-0c87e184f624}">
          <p14:sldIdLst/>
        </p14:section>
        <p14:section name="연습" id="{ee2b70c4-2e3f-e628-4636-0b39d2cf7f2a}">
          <p14:sldIdLst/>
        </p14:section>
        <p14:section name="확인" id="{fec6aa47-d1c7-7860-1dcd-32e5a2226f3d}">
          <p14:sldIdLst>
            <p14:sldId id="266"/>
            <p14:sldId id="267"/>
          </p14:sldIdLst>
        </p14:section>
        <p14:section name="정리" id="{e4f2431b-a071-692d-a40e-d2eefacbbd98}">
          <p14:sldIdLst>
            <p14:sldId id="268"/>
          </p14:sldIdLst>
        </p14:section>
        <p14:section name="보충" id="{e9137b92-abbf-c0e2-b08e-a1f74c0d447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몇째와짝수홀수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짝수와 홀수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짝수와 홀수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지으면 남을까?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48837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12845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6853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408615" y="1584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48837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12845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68535" y="2224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group8"/>
          <p:cNvSpPr/>
          <p:nvPr/>
        </p:nvSpPr>
        <p:spPr>
          <a:xfrm>
            <a:off x="840333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1-group9"/>
          <p:cNvSpPr/>
          <p:nvPr/>
        </p:nvSpPr>
        <p:spPr>
          <a:xfrm>
            <a:off x="904341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1-group10"/>
          <p:cNvSpPr/>
          <p:nvPr/>
        </p:nvSpPr>
        <p:spPr>
          <a:xfrm>
            <a:off x="968349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10323576" y="1490472"/>
            <a:ext cx="566928" cy="1225296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점 7개를 위아래 둘씩 짝 지은 그림, 마지막 묶음에는 점 1개"/>
          <p:cNvSpPr/>
          <p:nvPr/>
        </p:nvSpPr>
        <p:spPr>
          <a:xfrm>
            <a:off x="8366760" y="1463040"/>
            <a:ext cx="256032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card1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7" name="S01-cardtext1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짝을 지어 짝수와 홀수를 구별해요.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20까지 짝수와 홀수를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16"/>
          <p:cNvSpPr/>
          <p:nvPr/>
        </p:nvSpPr>
        <p:spPr>
          <a:xfrm>
            <a:off x="1344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17"/>
          <p:cNvSpPr/>
          <p:nvPr/>
        </p:nvSpPr>
        <p:spPr>
          <a:xfrm>
            <a:off x="1410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18"/>
          <p:cNvSpPr/>
          <p:nvPr/>
        </p:nvSpPr>
        <p:spPr>
          <a:xfrm>
            <a:off x="1732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19"/>
          <p:cNvSpPr/>
          <p:nvPr/>
        </p:nvSpPr>
        <p:spPr>
          <a:xfrm>
            <a:off x="179885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20"/>
          <p:cNvSpPr/>
          <p:nvPr/>
        </p:nvSpPr>
        <p:spPr>
          <a:xfrm>
            <a:off x="21214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21"/>
          <p:cNvSpPr/>
          <p:nvPr/>
        </p:nvSpPr>
        <p:spPr>
          <a:xfrm>
            <a:off x="21874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22"/>
          <p:cNvSpPr/>
          <p:nvPr/>
        </p:nvSpPr>
        <p:spPr>
          <a:xfrm>
            <a:off x="25100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23"/>
          <p:cNvSpPr/>
          <p:nvPr/>
        </p:nvSpPr>
        <p:spPr>
          <a:xfrm>
            <a:off x="25760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24"/>
          <p:cNvSpPr/>
          <p:nvPr/>
        </p:nvSpPr>
        <p:spPr>
          <a:xfrm>
            <a:off x="28986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25"/>
          <p:cNvSpPr/>
          <p:nvPr/>
        </p:nvSpPr>
        <p:spPr>
          <a:xfrm>
            <a:off x="29647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26"/>
          <p:cNvSpPr/>
          <p:nvPr/>
        </p:nvSpPr>
        <p:spPr>
          <a:xfrm>
            <a:off x="1344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27"/>
          <p:cNvSpPr/>
          <p:nvPr/>
        </p:nvSpPr>
        <p:spPr>
          <a:xfrm>
            <a:off x="141023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28"/>
          <p:cNvSpPr/>
          <p:nvPr/>
        </p:nvSpPr>
        <p:spPr>
          <a:xfrm>
            <a:off x="1732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29"/>
          <p:cNvSpPr/>
          <p:nvPr/>
        </p:nvSpPr>
        <p:spPr>
          <a:xfrm>
            <a:off x="179885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30"/>
          <p:cNvSpPr/>
          <p:nvPr/>
        </p:nvSpPr>
        <p:spPr>
          <a:xfrm>
            <a:off x="21214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31"/>
          <p:cNvSpPr/>
          <p:nvPr/>
        </p:nvSpPr>
        <p:spPr>
          <a:xfrm>
            <a:off x="218747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32"/>
          <p:cNvSpPr/>
          <p:nvPr/>
        </p:nvSpPr>
        <p:spPr>
          <a:xfrm>
            <a:off x="25100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33"/>
          <p:cNvSpPr/>
          <p:nvPr/>
        </p:nvSpPr>
        <p:spPr>
          <a:xfrm>
            <a:off x="257609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34"/>
          <p:cNvSpPr/>
          <p:nvPr/>
        </p:nvSpPr>
        <p:spPr>
          <a:xfrm>
            <a:off x="28986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35"/>
          <p:cNvSpPr/>
          <p:nvPr/>
        </p:nvSpPr>
        <p:spPr>
          <a:xfrm>
            <a:off x="2964713" y="212346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36" descr="2개의 십 칸 틀 중 1번째: 모두 14개"/>
          <p:cNvSpPr/>
          <p:nvPr/>
        </p:nvSpPr>
        <p:spPr>
          <a:xfrm>
            <a:off x="134416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ell37"/>
          <p:cNvSpPr/>
          <p:nvPr/>
        </p:nvSpPr>
        <p:spPr>
          <a:xfrm>
            <a:off x="360730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2-dot38"/>
          <p:cNvSpPr/>
          <p:nvPr/>
        </p:nvSpPr>
        <p:spPr>
          <a:xfrm>
            <a:off x="367337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cell39"/>
          <p:cNvSpPr/>
          <p:nvPr/>
        </p:nvSpPr>
        <p:spPr>
          <a:xfrm>
            <a:off x="399592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2-dot40"/>
          <p:cNvSpPr/>
          <p:nvPr/>
        </p:nvSpPr>
        <p:spPr>
          <a:xfrm>
            <a:off x="406199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2-cell41"/>
          <p:cNvSpPr/>
          <p:nvPr/>
        </p:nvSpPr>
        <p:spPr>
          <a:xfrm>
            <a:off x="438454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2-dot42"/>
          <p:cNvSpPr/>
          <p:nvPr/>
        </p:nvSpPr>
        <p:spPr>
          <a:xfrm>
            <a:off x="445061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2-cell43"/>
          <p:cNvSpPr/>
          <p:nvPr/>
        </p:nvSpPr>
        <p:spPr>
          <a:xfrm>
            <a:off x="477316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2-dot44"/>
          <p:cNvSpPr/>
          <p:nvPr/>
        </p:nvSpPr>
        <p:spPr>
          <a:xfrm>
            <a:off x="4839233" y="1734845"/>
            <a:ext cx="256489" cy="25648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2-cell45"/>
          <p:cNvSpPr/>
          <p:nvPr/>
        </p:nvSpPr>
        <p:spPr>
          <a:xfrm>
            <a:off x="5161788" y="166878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2-cell46"/>
          <p:cNvSpPr/>
          <p:nvPr/>
        </p:nvSpPr>
        <p:spPr>
          <a:xfrm>
            <a:off x="360730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2-cell47"/>
          <p:cNvSpPr/>
          <p:nvPr/>
        </p:nvSpPr>
        <p:spPr>
          <a:xfrm>
            <a:off x="399592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2-cell48"/>
          <p:cNvSpPr/>
          <p:nvPr/>
        </p:nvSpPr>
        <p:spPr>
          <a:xfrm>
            <a:off x="438454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2-cell49"/>
          <p:cNvSpPr/>
          <p:nvPr/>
        </p:nvSpPr>
        <p:spPr>
          <a:xfrm>
            <a:off x="477316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2-cell50"/>
          <p:cNvSpPr/>
          <p:nvPr/>
        </p:nvSpPr>
        <p:spPr>
          <a:xfrm>
            <a:off x="5161788" y="2057400"/>
            <a:ext cx="388620" cy="3886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2-figure51" descr="2개의 십 칸 틀 중 2번째: 모두 14개"/>
          <p:cNvSpPr/>
          <p:nvPr/>
        </p:nvSpPr>
        <p:spPr>
          <a:xfrm>
            <a:off x="3607308" y="1668780"/>
            <a:ext cx="1943100" cy="7772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2-chip5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41" name="S02-text5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바로 다음 수는?</a:t>
            </a:r>
            <a:endParaRPr lang="ko-KR" sz="3200" dirty="0"/>
          </a:p>
        </p:txBody>
      </p:sp>
      <p:sp>
        <p:nvSpPr>
          <p:cNvPr id="42" name="S02-chip5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3" name="S02-text5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넷째 다음은?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지어요</a:t>
            </a:r>
            <a:endParaRPr lang="ko-KR" sz="4400" dirty="0"/>
          </a:p>
        </p:txBody>
      </p:sp>
      <p:sp>
        <p:nvSpPr>
          <p:cNvPr id="3" name="S03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6짝을 둘씩 짝 지어요.</a:t>
            </a:r>
            <a:endParaRPr lang="ko-KR" sz="3200" dirty="0"/>
          </a:p>
        </p:txBody>
      </p:sp>
      <p:sp>
        <p:nvSpPr>
          <p:cNvPr id="4" name="S03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없으면 짝수예요. 6은 짝수!</a:t>
            </a:r>
            <a:endParaRPr lang="ko-KR" sz="3200" dirty="0"/>
          </a:p>
        </p:txBody>
      </p:sp>
      <p:sp>
        <p:nvSpPr>
          <p:cNvPr id="6" name="S03-dot59"/>
          <p:cNvSpPr/>
          <p:nvPr/>
        </p:nvSpPr>
        <p:spPr>
          <a:xfrm>
            <a:off x="2032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60"/>
          <p:cNvSpPr/>
          <p:nvPr/>
        </p:nvSpPr>
        <p:spPr>
          <a:xfrm>
            <a:off x="29466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61"/>
          <p:cNvSpPr/>
          <p:nvPr/>
        </p:nvSpPr>
        <p:spPr>
          <a:xfrm>
            <a:off x="3861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62"/>
          <p:cNvSpPr/>
          <p:nvPr/>
        </p:nvSpPr>
        <p:spPr>
          <a:xfrm>
            <a:off x="20322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63"/>
          <p:cNvSpPr/>
          <p:nvPr/>
        </p:nvSpPr>
        <p:spPr>
          <a:xfrm>
            <a:off x="29466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64"/>
          <p:cNvSpPr/>
          <p:nvPr/>
        </p:nvSpPr>
        <p:spPr>
          <a:xfrm>
            <a:off x="3861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group65"/>
          <p:cNvSpPr/>
          <p:nvPr/>
        </p:nvSpPr>
        <p:spPr>
          <a:xfrm>
            <a:off x="1895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3-group66"/>
          <p:cNvSpPr/>
          <p:nvPr/>
        </p:nvSpPr>
        <p:spPr>
          <a:xfrm>
            <a:off x="28094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3-group67"/>
          <p:cNvSpPr/>
          <p:nvPr/>
        </p:nvSpPr>
        <p:spPr>
          <a:xfrm>
            <a:off x="3723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68" descr="점 6개를 위아래 둘씩 짝 지어 세 묶음"/>
          <p:cNvSpPr/>
          <p:nvPr/>
        </p:nvSpPr>
        <p:spPr>
          <a:xfrm>
            <a:off x="1858518" y="2651760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card69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3-cardtext70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짝씩 3켤레</a:t>
            </a:r>
            <a:endParaRPr lang="ko-KR" sz="3200" dirty="0"/>
          </a:p>
        </p:txBody>
      </p:sp>
      <p:sp>
        <p:nvSpPr>
          <p:cNvPr id="18" name="S03-card71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3-cardtext72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</a:t>
            </a:r>
            <a:endParaRPr lang="ko-KR" sz="4400" dirty="0"/>
          </a:p>
        </p:txBody>
      </p:sp>
      <p:sp>
        <p:nvSpPr>
          <p:cNvPr id="3" name="S04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 7개를 둘씩 짝 지어요.</a:t>
            </a:r>
            <a:endParaRPr lang="ko-KR" sz="3200" dirty="0"/>
          </a:p>
        </p:txBody>
      </p:sp>
      <p:sp>
        <p:nvSpPr>
          <p:cNvPr id="4" name="S04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남으면 홀수예요. 7은 홀수!</a:t>
            </a:r>
            <a:endParaRPr lang="ko-KR" sz="3200" dirty="0"/>
          </a:p>
        </p:txBody>
      </p:sp>
      <p:sp>
        <p:nvSpPr>
          <p:cNvPr id="6" name="S04-dot76"/>
          <p:cNvSpPr/>
          <p:nvPr/>
        </p:nvSpPr>
        <p:spPr>
          <a:xfrm>
            <a:off x="15750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77"/>
          <p:cNvSpPr/>
          <p:nvPr/>
        </p:nvSpPr>
        <p:spPr>
          <a:xfrm>
            <a:off x="24894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78"/>
          <p:cNvSpPr/>
          <p:nvPr/>
        </p:nvSpPr>
        <p:spPr>
          <a:xfrm>
            <a:off x="34038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79"/>
          <p:cNvSpPr/>
          <p:nvPr/>
        </p:nvSpPr>
        <p:spPr>
          <a:xfrm>
            <a:off x="4318254" y="28254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80"/>
          <p:cNvSpPr/>
          <p:nvPr/>
        </p:nvSpPr>
        <p:spPr>
          <a:xfrm>
            <a:off x="15750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81"/>
          <p:cNvSpPr/>
          <p:nvPr/>
        </p:nvSpPr>
        <p:spPr>
          <a:xfrm>
            <a:off x="24894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82"/>
          <p:cNvSpPr/>
          <p:nvPr/>
        </p:nvSpPr>
        <p:spPr>
          <a:xfrm>
            <a:off x="3403854" y="3739896"/>
            <a:ext cx="566928" cy="5669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group83"/>
          <p:cNvSpPr/>
          <p:nvPr/>
        </p:nvSpPr>
        <p:spPr>
          <a:xfrm>
            <a:off x="14378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4-group84"/>
          <p:cNvSpPr/>
          <p:nvPr/>
        </p:nvSpPr>
        <p:spPr>
          <a:xfrm>
            <a:off x="23522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4-group85"/>
          <p:cNvSpPr/>
          <p:nvPr/>
        </p:nvSpPr>
        <p:spPr>
          <a:xfrm>
            <a:off x="32666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4-group86"/>
          <p:cNvSpPr/>
          <p:nvPr/>
        </p:nvSpPr>
        <p:spPr>
          <a:xfrm>
            <a:off x="4181094" y="2679192"/>
            <a:ext cx="841248" cy="1773936"/>
          </a:xfrm>
          <a:prstGeom prst="roundRect">
            <a:avLst>
              <a:gd name="adj" fmla="val 1304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87" descr="점 7개를 위아래 둘씩 짝 지은 그림, 마지막 묶음에는 점 1개"/>
          <p:cNvSpPr/>
          <p:nvPr/>
        </p:nvSpPr>
        <p:spPr>
          <a:xfrm>
            <a:off x="1401318" y="2651760"/>
            <a:ext cx="3657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card88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9" name="S04-cardtext89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3개</a:t>
            </a:r>
            <a:endParaRPr lang="ko-KR" sz="3200" dirty="0"/>
          </a:p>
        </p:txBody>
      </p:sp>
      <p:sp>
        <p:nvSpPr>
          <p:cNvPr id="20" name="S04-card90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91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1개가 남아요.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짝수일까, 홀수일까?</a:t>
            </a:r>
            <a:endParaRPr lang="ko-KR" sz="44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짝수일까요, 홀수일까요?</a:t>
            </a:r>
            <a:endParaRPr lang="ko-KR" sz="3200" dirty="0"/>
          </a:p>
        </p:txBody>
      </p:sp>
      <p:sp>
        <p:nvSpPr>
          <p:cNvPr id="4" name="S05-dot93"/>
          <p:cNvSpPr/>
          <p:nvPr/>
        </p:nvSpPr>
        <p:spPr>
          <a:xfrm>
            <a:off x="7353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5-dot94"/>
          <p:cNvSpPr/>
          <p:nvPr/>
        </p:nvSpPr>
        <p:spPr>
          <a:xfrm>
            <a:off x="80393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95"/>
          <p:cNvSpPr/>
          <p:nvPr/>
        </p:nvSpPr>
        <p:spPr>
          <a:xfrm>
            <a:off x="87251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6"/>
          <p:cNvSpPr/>
          <p:nvPr/>
        </p:nvSpPr>
        <p:spPr>
          <a:xfrm>
            <a:off x="94109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7"/>
          <p:cNvSpPr/>
          <p:nvPr/>
        </p:nvSpPr>
        <p:spPr>
          <a:xfrm>
            <a:off x="100967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98"/>
          <p:cNvSpPr/>
          <p:nvPr/>
        </p:nvSpPr>
        <p:spPr>
          <a:xfrm>
            <a:off x="10782513" y="38564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99"/>
          <p:cNvSpPr/>
          <p:nvPr/>
        </p:nvSpPr>
        <p:spPr>
          <a:xfrm>
            <a:off x="73535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0"/>
          <p:cNvSpPr/>
          <p:nvPr/>
        </p:nvSpPr>
        <p:spPr>
          <a:xfrm>
            <a:off x="80393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01"/>
          <p:cNvSpPr/>
          <p:nvPr/>
        </p:nvSpPr>
        <p:spPr>
          <a:xfrm>
            <a:off x="87251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02"/>
          <p:cNvSpPr/>
          <p:nvPr/>
        </p:nvSpPr>
        <p:spPr>
          <a:xfrm>
            <a:off x="94109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03"/>
          <p:cNvSpPr/>
          <p:nvPr/>
        </p:nvSpPr>
        <p:spPr>
          <a:xfrm>
            <a:off x="10096713" y="454228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group104"/>
          <p:cNvSpPr/>
          <p:nvPr/>
        </p:nvSpPr>
        <p:spPr>
          <a:xfrm>
            <a:off x="7259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5-group105"/>
          <p:cNvSpPr/>
          <p:nvPr/>
        </p:nvSpPr>
        <p:spPr>
          <a:xfrm>
            <a:off x="79455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5-group106"/>
          <p:cNvSpPr/>
          <p:nvPr/>
        </p:nvSpPr>
        <p:spPr>
          <a:xfrm>
            <a:off x="86313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107"/>
          <p:cNvSpPr/>
          <p:nvPr/>
        </p:nvSpPr>
        <p:spPr>
          <a:xfrm>
            <a:off x="93171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108"/>
          <p:cNvSpPr/>
          <p:nvPr/>
        </p:nvSpPr>
        <p:spPr>
          <a:xfrm>
            <a:off x="100029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109"/>
          <p:cNvSpPr/>
          <p:nvPr/>
        </p:nvSpPr>
        <p:spPr>
          <a:xfrm>
            <a:off x="10688787" y="3753612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110" descr="점 11개를 위아래 둘씩 짝 지은 그림, 마지막 묶음에는 점 1개"/>
          <p:cNvSpPr/>
          <p:nvPr/>
        </p:nvSpPr>
        <p:spPr>
          <a:xfrm>
            <a:off x="7223211" y="372618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111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112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11개를 놓아요.</a:t>
            </a:r>
            <a:endParaRPr lang="ko-KR" sz="3200" dirty="0"/>
          </a:p>
        </p:txBody>
      </p:sp>
      <p:sp>
        <p:nvSpPr>
          <p:cNvPr id="24" name="S05-stepno113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114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짝을 지어요.</a:t>
            </a:r>
            <a:endParaRPr lang="ko-KR" sz="3200" dirty="0"/>
          </a:p>
        </p:txBody>
      </p:sp>
      <p:sp>
        <p:nvSpPr>
          <p:cNvPr id="26" name="S05-stepno115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5-text116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하나가 남아요.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11은 홀수예요.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지어 봐요</a:t>
            </a:r>
            <a:endParaRPr lang="ko-KR" sz="4400" dirty="0"/>
          </a:p>
        </p:txBody>
      </p:sp>
      <p:sp>
        <p:nvSpPr>
          <p:cNvPr id="3" name="S06-text1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위아래로 짝을 지어 보고 말해요.</a:t>
            </a:r>
            <a:endParaRPr lang="ko-KR" sz="3200" dirty="0"/>
          </a:p>
        </p:txBody>
      </p:sp>
      <p:sp>
        <p:nvSpPr>
          <p:cNvPr id="4" name="S06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없는 점이 있나요?</a:t>
            </a:r>
            <a:endParaRPr lang="ko-KR" sz="3200" dirty="0"/>
          </a:p>
        </p:txBody>
      </p:sp>
      <p:sp>
        <p:nvSpPr>
          <p:cNvPr id="6" name="S06-chip12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21"/>
          <p:cNvSpPr/>
          <p:nvPr/>
        </p:nvSpPr>
        <p:spPr>
          <a:xfrm>
            <a:off x="23911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22"/>
          <p:cNvSpPr/>
          <p:nvPr/>
        </p:nvSpPr>
        <p:spPr>
          <a:xfrm>
            <a:off x="28483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23"/>
          <p:cNvSpPr/>
          <p:nvPr/>
        </p:nvSpPr>
        <p:spPr>
          <a:xfrm>
            <a:off x="33055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24"/>
          <p:cNvSpPr/>
          <p:nvPr/>
        </p:nvSpPr>
        <p:spPr>
          <a:xfrm>
            <a:off x="37627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25"/>
          <p:cNvSpPr/>
          <p:nvPr/>
        </p:nvSpPr>
        <p:spPr>
          <a:xfrm>
            <a:off x="4219956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26"/>
          <p:cNvSpPr/>
          <p:nvPr/>
        </p:nvSpPr>
        <p:spPr>
          <a:xfrm>
            <a:off x="23911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27"/>
          <p:cNvSpPr/>
          <p:nvPr/>
        </p:nvSpPr>
        <p:spPr>
          <a:xfrm>
            <a:off x="28483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28"/>
          <p:cNvSpPr/>
          <p:nvPr/>
        </p:nvSpPr>
        <p:spPr>
          <a:xfrm>
            <a:off x="33055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29"/>
          <p:cNvSpPr/>
          <p:nvPr/>
        </p:nvSpPr>
        <p:spPr>
          <a:xfrm>
            <a:off x="37627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30"/>
          <p:cNvSpPr/>
          <p:nvPr/>
        </p:nvSpPr>
        <p:spPr>
          <a:xfrm>
            <a:off x="4219956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figure131" descr="점 10개를 두 줄로 놓은 그림"/>
          <p:cNvSpPr/>
          <p:nvPr/>
        </p:nvSpPr>
        <p:spPr>
          <a:xfrm>
            <a:off x="2304288" y="228600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6-chip13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6-dot133"/>
          <p:cNvSpPr/>
          <p:nvPr/>
        </p:nvSpPr>
        <p:spPr>
          <a:xfrm>
            <a:off x="85770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34"/>
          <p:cNvSpPr/>
          <p:nvPr/>
        </p:nvSpPr>
        <p:spPr>
          <a:xfrm>
            <a:off x="90342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35"/>
          <p:cNvSpPr/>
          <p:nvPr/>
        </p:nvSpPr>
        <p:spPr>
          <a:xfrm>
            <a:off x="9491472" y="23728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36"/>
          <p:cNvSpPr/>
          <p:nvPr/>
        </p:nvSpPr>
        <p:spPr>
          <a:xfrm>
            <a:off x="85770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37"/>
          <p:cNvSpPr/>
          <p:nvPr/>
        </p:nvSpPr>
        <p:spPr>
          <a:xfrm>
            <a:off x="9034272" y="283006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figure138" descr="점 5개를 두 줄로 놓은 그림"/>
          <p:cNvSpPr/>
          <p:nvPr/>
        </p:nvSpPr>
        <p:spPr>
          <a:xfrm>
            <a:off x="8490204" y="2286000"/>
            <a:ext cx="1371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6-chip13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6" name="S06-dot140"/>
          <p:cNvSpPr/>
          <p:nvPr/>
        </p:nvSpPr>
        <p:spPr>
          <a:xfrm>
            <a:off x="1933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41"/>
          <p:cNvSpPr/>
          <p:nvPr/>
        </p:nvSpPr>
        <p:spPr>
          <a:xfrm>
            <a:off x="2391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42"/>
          <p:cNvSpPr/>
          <p:nvPr/>
        </p:nvSpPr>
        <p:spPr>
          <a:xfrm>
            <a:off x="28483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43"/>
          <p:cNvSpPr/>
          <p:nvPr/>
        </p:nvSpPr>
        <p:spPr>
          <a:xfrm>
            <a:off x="33055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44"/>
          <p:cNvSpPr/>
          <p:nvPr/>
        </p:nvSpPr>
        <p:spPr>
          <a:xfrm>
            <a:off x="37627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45"/>
          <p:cNvSpPr/>
          <p:nvPr/>
        </p:nvSpPr>
        <p:spPr>
          <a:xfrm>
            <a:off x="42199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46"/>
          <p:cNvSpPr/>
          <p:nvPr/>
        </p:nvSpPr>
        <p:spPr>
          <a:xfrm>
            <a:off x="4677156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47"/>
          <p:cNvSpPr/>
          <p:nvPr/>
        </p:nvSpPr>
        <p:spPr>
          <a:xfrm>
            <a:off x="1933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48"/>
          <p:cNvSpPr/>
          <p:nvPr/>
        </p:nvSpPr>
        <p:spPr>
          <a:xfrm>
            <a:off x="23911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49"/>
          <p:cNvSpPr/>
          <p:nvPr/>
        </p:nvSpPr>
        <p:spPr>
          <a:xfrm>
            <a:off x="28483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50"/>
          <p:cNvSpPr/>
          <p:nvPr/>
        </p:nvSpPr>
        <p:spPr>
          <a:xfrm>
            <a:off x="33055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51"/>
          <p:cNvSpPr/>
          <p:nvPr/>
        </p:nvSpPr>
        <p:spPr>
          <a:xfrm>
            <a:off x="37627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52"/>
          <p:cNvSpPr/>
          <p:nvPr/>
        </p:nvSpPr>
        <p:spPr>
          <a:xfrm>
            <a:off x="4219956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figure153" descr="점 13개를 두 줄로 놓은 그림"/>
          <p:cNvSpPr/>
          <p:nvPr/>
        </p:nvSpPr>
        <p:spPr>
          <a:xfrm>
            <a:off x="1847088" y="3931920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5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1" name="S06-dot155"/>
          <p:cNvSpPr/>
          <p:nvPr/>
        </p:nvSpPr>
        <p:spPr>
          <a:xfrm>
            <a:off x="7434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56"/>
          <p:cNvSpPr/>
          <p:nvPr/>
        </p:nvSpPr>
        <p:spPr>
          <a:xfrm>
            <a:off x="7891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57"/>
          <p:cNvSpPr/>
          <p:nvPr/>
        </p:nvSpPr>
        <p:spPr>
          <a:xfrm>
            <a:off x="8348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58"/>
          <p:cNvSpPr/>
          <p:nvPr/>
        </p:nvSpPr>
        <p:spPr>
          <a:xfrm>
            <a:off x="88056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59"/>
          <p:cNvSpPr/>
          <p:nvPr/>
        </p:nvSpPr>
        <p:spPr>
          <a:xfrm>
            <a:off x="92628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60"/>
          <p:cNvSpPr/>
          <p:nvPr/>
        </p:nvSpPr>
        <p:spPr>
          <a:xfrm>
            <a:off x="97200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61"/>
          <p:cNvSpPr/>
          <p:nvPr/>
        </p:nvSpPr>
        <p:spPr>
          <a:xfrm>
            <a:off x="101772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62"/>
          <p:cNvSpPr/>
          <p:nvPr/>
        </p:nvSpPr>
        <p:spPr>
          <a:xfrm>
            <a:off x="10634472" y="40187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63"/>
          <p:cNvSpPr/>
          <p:nvPr/>
        </p:nvSpPr>
        <p:spPr>
          <a:xfrm>
            <a:off x="7434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64"/>
          <p:cNvSpPr/>
          <p:nvPr/>
        </p:nvSpPr>
        <p:spPr>
          <a:xfrm>
            <a:off x="7891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65"/>
          <p:cNvSpPr/>
          <p:nvPr/>
        </p:nvSpPr>
        <p:spPr>
          <a:xfrm>
            <a:off x="8348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66"/>
          <p:cNvSpPr/>
          <p:nvPr/>
        </p:nvSpPr>
        <p:spPr>
          <a:xfrm>
            <a:off x="88056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167"/>
          <p:cNvSpPr/>
          <p:nvPr/>
        </p:nvSpPr>
        <p:spPr>
          <a:xfrm>
            <a:off x="92628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168"/>
          <p:cNvSpPr/>
          <p:nvPr/>
        </p:nvSpPr>
        <p:spPr>
          <a:xfrm>
            <a:off x="97200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169"/>
          <p:cNvSpPr/>
          <p:nvPr/>
        </p:nvSpPr>
        <p:spPr>
          <a:xfrm>
            <a:off x="101772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170"/>
          <p:cNvSpPr/>
          <p:nvPr/>
        </p:nvSpPr>
        <p:spPr>
          <a:xfrm>
            <a:off x="10634472" y="447598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figure171" descr="점 16개를 두 줄로 놓은 그림"/>
          <p:cNvSpPr/>
          <p:nvPr/>
        </p:nvSpPr>
        <p:spPr>
          <a:xfrm>
            <a:off x="7347204" y="3931920"/>
            <a:ext cx="36576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나와요</a:t>
            </a:r>
            <a:endParaRPr lang="ko-KR" sz="44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짝수에 색을 칠했어요.</a:t>
            </a:r>
            <a:endParaRPr lang="ko-KR" sz="32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홀수, 짝수, 홀수, 짝수… 하나씩 번갈아 나와요.</a:t>
            </a:r>
            <a:endParaRPr lang="ko-KR" sz="3200" dirty="0"/>
          </a:p>
        </p:txBody>
      </p:sp>
      <p:sp>
        <p:nvSpPr>
          <p:cNvPr id="6" name="S07-tile175"/>
          <p:cNvSpPr txBox="1"/>
          <p:nvPr/>
        </p:nvSpPr>
        <p:spPr>
          <a:xfrm>
            <a:off x="54864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000" dirty="0"/>
          </a:p>
        </p:txBody>
      </p:sp>
      <p:sp>
        <p:nvSpPr>
          <p:cNvPr id="7" name="S07-tile176"/>
          <p:cNvSpPr txBox="1"/>
          <p:nvPr/>
        </p:nvSpPr>
        <p:spPr>
          <a:xfrm>
            <a:off x="167792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8" name="S07-tile177"/>
          <p:cNvSpPr txBox="1"/>
          <p:nvPr/>
        </p:nvSpPr>
        <p:spPr>
          <a:xfrm>
            <a:off x="280720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7-tile178"/>
          <p:cNvSpPr txBox="1"/>
          <p:nvPr/>
        </p:nvSpPr>
        <p:spPr>
          <a:xfrm>
            <a:off x="393649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000" dirty="0"/>
          </a:p>
        </p:txBody>
      </p:sp>
      <p:sp>
        <p:nvSpPr>
          <p:cNvPr id="10" name="S07-tile179"/>
          <p:cNvSpPr txBox="1"/>
          <p:nvPr/>
        </p:nvSpPr>
        <p:spPr>
          <a:xfrm>
            <a:off x="506577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11" name="S07-tile180"/>
          <p:cNvSpPr txBox="1"/>
          <p:nvPr/>
        </p:nvSpPr>
        <p:spPr>
          <a:xfrm>
            <a:off x="6195060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4000" dirty="0"/>
          </a:p>
        </p:txBody>
      </p:sp>
      <p:sp>
        <p:nvSpPr>
          <p:cNvPr id="12" name="S07-tile181"/>
          <p:cNvSpPr txBox="1"/>
          <p:nvPr/>
        </p:nvSpPr>
        <p:spPr>
          <a:xfrm>
            <a:off x="7324344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000" dirty="0"/>
          </a:p>
        </p:txBody>
      </p:sp>
      <p:sp>
        <p:nvSpPr>
          <p:cNvPr id="13" name="S07-tile182"/>
          <p:cNvSpPr txBox="1"/>
          <p:nvPr/>
        </p:nvSpPr>
        <p:spPr>
          <a:xfrm>
            <a:off x="8453628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4000" dirty="0"/>
          </a:p>
        </p:txBody>
      </p:sp>
      <p:sp>
        <p:nvSpPr>
          <p:cNvPr id="14" name="S07-tile183"/>
          <p:cNvSpPr txBox="1"/>
          <p:nvPr/>
        </p:nvSpPr>
        <p:spPr>
          <a:xfrm>
            <a:off x="9582912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4000" dirty="0"/>
          </a:p>
        </p:txBody>
      </p:sp>
      <p:sp>
        <p:nvSpPr>
          <p:cNvPr id="15" name="S07-tile184"/>
          <p:cNvSpPr txBox="1"/>
          <p:nvPr/>
        </p:nvSpPr>
        <p:spPr>
          <a:xfrm>
            <a:off x="10712196" y="2537460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4000" dirty="0"/>
          </a:p>
        </p:txBody>
      </p:sp>
      <p:sp>
        <p:nvSpPr>
          <p:cNvPr id="16" name="S07-tile185"/>
          <p:cNvSpPr txBox="1"/>
          <p:nvPr/>
        </p:nvSpPr>
        <p:spPr>
          <a:xfrm>
            <a:off x="54864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4000" dirty="0"/>
          </a:p>
        </p:txBody>
      </p:sp>
      <p:sp>
        <p:nvSpPr>
          <p:cNvPr id="17" name="S07-tile186"/>
          <p:cNvSpPr txBox="1"/>
          <p:nvPr/>
        </p:nvSpPr>
        <p:spPr>
          <a:xfrm>
            <a:off x="167792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4000" dirty="0"/>
          </a:p>
        </p:txBody>
      </p:sp>
      <p:sp>
        <p:nvSpPr>
          <p:cNvPr id="18" name="S07-tile187"/>
          <p:cNvSpPr txBox="1"/>
          <p:nvPr/>
        </p:nvSpPr>
        <p:spPr>
          <a:xfrm>
            <a:off x="280720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4000" dirty="0"/>
          </a:p>
        </p:txBody>
      </p:sp>
      <p:sp>
        <p:nvSpPr>
          <p:cNvPr id="19" name="S07-tile188"/>
          <p:cNvSpPr txBox="1"/>
          <p:nvPr/>
        </p:nvSpPr>
        <p:spPr>
          <a:xfrm>
            <a:off x="393649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4000" dirty="0"/>
          </a:p>
        </p:txBody>
      </p:sp>
      <p:sp>
        <p:nvSpPr>
          <p:cNvPr id="20" name="S07-tile189"/>
          <p:cNvSpPr txBox="1"/>
          <p:nvPr/>
        </p:nvSpPr>
        <p:spPr>
          <a:xfrm>
            <a:off x="506577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4000" dirty="0"/>
          </a:p>
        </p:txBody>
      </p:sp>
      <p:sp>
        <p:nvSpPr>
          <p:cNvPr id="21" name="S07-tile190"/>
          <p:cNvSpPr txBox="1"/>
          <p:nvPr/>
        </p:nvSpPr>
        <p:spPr>
          <a:xfrm>
            <a:off x="6195060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4000" dirty="0"/>
          </a:p>
        </p:txBody>
      </p:sp>
      <p:sp>
        <p:nvSpPr>
          <p:cNvPr id="22" name="S07-tile191"/>
          <p:cNvSpPr txBox="1"/>
          <p:nvPr/>
        </p:nvSpPr>
        <p:spPr>
          <a:xfrm>
            <a:off x="7324344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4000" dirty="0"/>
          </a:p>
        </p:txBody>
      </p:sp>
      <p:sp>
        <p:nvSpPr>
          <p:cNvPr id="23" name="S07-tile192"/>
          <p:cNvSpPr txBox="1"/>
          <p:nvPr/>
        </p:nvSpPr>
        <p:spPr>
          <a:xfrm>
            <a:off x="8453628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4000" dirty="0"/>
          </a:p>
        </p:txBody>
      </p:sp>
      <p:sp>
        <p:nvSpPr>
          <p:cNvPr id="24" name="S07-tile193"/>
          <p:cNvSpPr txBox="1"/>
          <p:nvPr/>
        </p:nvSpPr>
        <p:spPr>
          <a:xfrm>
            <a:off x="9582912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4000" dirty="0"/>
          </a:p>
        </p:txBody>
      </p:sp>
      <p:sp>
        <p:nvSpPr>
          <p:cNvPr id="25" name="S07-tile194"/>
          <p:cNvSpPr txBox="1"/>
          <p:nvPr/>
        </p:nvSpPr>
        <p:spPr>
          <a:xfrm>
            <a:off x="10712196" y="3666744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보면 알아요</a:t>
            </a:r>
            <a:endParaRPr lang="ko-KR" sz="4400" dirty="0"/>
          </a:p>
        </p:txBody>
      </p:sp>
      <p:sp>
        <p:nvSpPr>
          <p:cNvPr id="3" name="S08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17을 10과 7로 나누어 짝 지어요.</a:t>
            </a:r>
            <a:endParaRPr lang="ko-KR" sz="3200" dirty="0"/>
          </a:p>
        </p:txBody>
      </p:sp>
      <p:sp>
        <p:nvSpPr>
          <p:cNvPr id="4" name="S08-card19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17은 홀수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남는 것이 없으니 낱개 7만 보면 돼요.</a:t>
            </a:r>
            <a:endParaRPr lang="ko-KR" sz="3200" dirty="0"/>
          </a:p>
        </p:txBody>
      </p:sp>
      <p:sp>
        <p:nvSpPr>
          <p:cNvPr id="6" name="S08-dot198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99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0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1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2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3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04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05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06"/>
          <p:cNvSpPr/>
          <p:nvPr/>
        </p:nvSpPr>
        <p:spPr>
          <a:xfrm>
            <a:off x="37147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07"/>
          <p:cNvSpPr/>
          <p:nvPr/>
        </p:nvSpPr>
        <p:spPr>
          <a:xfrm>
            <a:off x="44005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08"/>
          <p:cNvSpPr/>
          <p:nvPr/>
        </p:nvSpPr>
        <p:spPr>
          <a:xfrm>
            <a:off x="15636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group209"/>
          <p:cNvSpPr/>
          <p:nvPr/>
        </p:nvSpPr>
        <p:spPr>
          <a:xfrm>
            <a:off x="22494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210"/>
          <p:cNvSpPr/>
          <p:nvPr/>
        </p:nvSpPr>
        <p:spPr>
          <a:xfrm>
            <a:off x="29352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group211"/>
          <p:cNvSpPr/>
          <p:nvPr/>
        </p:nvSpPr>
        <p:spPr>
          <a:xfrm>
            <a:off x="36210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8-group212"/>
          <p:cNvSpPr/>
          <p:nvPr/>
        </p:nvSpPr>
        <p:spPr>
          <a:xfrm>
            <a:off x="4306824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8-figure213" descr="점 10개를 둘씩 짝 지은 그림, 남는 것 없음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8-label214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 남는 것 없음</a:t>
            </a:r>
            <a:endParaRPr lang="ko-KR" sz="2600" dirty="0"/>
          </a:p>
        </p:txBody>
      </p:sp>
      <p:sp>
        <p:nvSpPr>
          <p:cNvPr id="23" name="S08-dot215"/>
          <p:cNvSpPr/>
          <p:nvPr/>
        </p:nvSpPr>
        <p:spPr>
          <a:xfrm>
            <a:off x="77061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16"/>
          <p:cNvSpPr/>
          <p:nvPr/>
        </p:nvSpPr>
        <p:spPr>
          <a:xfrm>
            <a:off x="83919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17"/>
          <p:cNvSpPr/>
          <p:nvPr/>
        </p:nvSpPr>
        <p:spPr>
          <a:xfrm>
            <a:off x="90777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18"/>
          <p:cNvSpPr/>
          <p:nvPr/>
        </p:nvSpPr>
        <p:spPr>
          <a:xfrm>
            <a:off x="97635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dot219"/>
          <p:cNvSpPr/>
          <p:nvPr/>
        </p:nvSpPr>
        <p:spPr>
          <a:xfrm>
            <a:off x="77061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dot220"/>
          <p:cNvSpPr/>
          <p:nvPr/>
        </p:nvSpPr>
        <p:spPr>
          <a:xfrm>
            <a:off x="83919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21"/>
          <p:cNvSpPr/>
          <p:nvPr/>
        </p:nvSpPr>
        <p:spPr>
          <a:xfrm>
            <a:off x="90777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group222"/>
          <p:cNvSpPr/>
          <p:nvPr/>
        </p:nvSpPr>
        <p:spPr>
          <a:xfrm>
            <a:off x="76123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8-group223"/>
          <p:cNvSpPr/>
          <p:nvPr/>
        </p:nvSpPr>
        <p:spPr>
          <a:xfrm>
            <a:off x="82981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group224"/>
          <p:cNvSpPr/>
          <p:nvPr/>
        </p:nvSpPr>
        <p:spPr>
          <a:xfrm>
            <a:off x="89839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8-group225"/>
          <p:cNvSpPr/>
          <p:nvPr/>
        </p:nvSpPr>
        <p:spPr>
          <a:xfrm>
            <a:off x="9669780" y="2430653"/>
            <a:ext cx="612648" cy="1316736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8-figure226" descr="점 7개를 둘씩 짝 지은 그림, 1개 남음"/>
          <p:cNvSpPr/>
          <p:nvPr/>
        </p:nvSpPr>
        <p:spPr>
          <a:xfrm>
            <a:off x="7575804" y="2403221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8-label2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7: 1개 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짝수일까요, 홀수일까요?</a:t>
            </a:r>
            <a:endParaRPr lang="ko-KR" sz="4400" dirty="0"/>
          </a:p>
        </p:txBody>
      </p:sp>
      <p:sp>
        <p:nvSpPr>
          <p:cNvPr id="3" name="S09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낱개의 수를 보거나 바둑돌로 짝 지어요.</a:t>
            </a:r>
            <a:endParaRPr lang="ko-KR" sz="3200" dirty="0"/>
          </a:p>
        </p:txBody>
      </p:sp>
      <p:sp>
        <p:nvSpPr>
          <p:cNvPr id="5" name="S09-chip2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14는?</a:t>
            </a:r>
            <a:endParaRPr lang="ko-KR" sz="3200" dirty="0"/>
          </a:p>
        </p:txBody>
      </p:sp>
      <p:sp>
        <p:nvSpPr>
          <p:cNvPr id="7" name="S09-chip2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2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19는?</a:t>
            </a:r>
            <a:endParaRPr lang="ko-KR" sz="3200" dirty="0"/>
          </a:p>
        </p:txBody>
      </p:sp>
      <p:sp>
        <p:nvSpPr>
          <p:cNvPr id="9" name="S09-chip2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2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12와 13 중 짝수는?</a:t>
            </a:r>
            <a:endParaRPr lang="ko-KR" sz="3200" dirty="0"/>
          </a:p>
        </p:txBody>
      </p:sp>
      <p:sp>
        <p:nvSpPr>
          <p:cNvPr id="11" name="S09-chip2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3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3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짝수일까요, 홀수일까요?</a:t>
            </a:r>
            <a:endParaRPr lang="ko-KR" sz="3200" dirty="0"/>
          </a:p>
        </p:txBody>
      </p:sp>
      <p:sp>
        <p:nvSpPr>
          <p:cNvPr id="5" name="S10-card2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바둑돌로 확인해 봐요.</a:t>
            </a:r>
            <a:endParaRPr lang="ko-KR" sz="3200" dirty="0"/>
          </a:p>
        </p:txBody>
      </p:sp>
      <p:sp>
        <p:nvSpPr>
          <p:cNvPr id="7" name="S10-chip24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홀수</a:t>
            </a:r>
            <a:endParaRPr lang="ko-KR" sz="2600" dirty="0"/>
          </a:p>
        </p:txBody>
      </p:sp>
      <p:sp>
        <p:nvSpPr>
          <p:cNvPr id="8" name="S10-text24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홀수예요.</a:t>
            </a:r>
            <a:endParaRPr lang="ko-KR" sz="3200" dirty="0"/>
          </a:p>
        </p:txBody>
      </p:sp>
      <p:sp>
        <p:nvSpPr>
          <p:cNvPr id="9" name="S10-chip24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짝수</a:t>
            </a:r>
            <a:endParaRPr lang="ko-KR" sz="2600" dirty="0"/>
          </a:p>
        </p:txBody>
      </p:sp>
      <p:sp>
        <p:nvSpPr>
          <p:cNvPr id="10" name="S10-text24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지으면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24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dot248"/>
          <p:cNvSpPr/>
          <p:nvPr/>
        </p:nvSpPr>
        <p:spPr>
          <a:xfrm>
            <a:off x="14329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1-dot249"/>
          <p:cNvSpPr/>
          <p:nvPr/>
        </p:nvSpPr>
        <p:spPr>
          <a:xfrm>
            <a:off x="19003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50"/>
          <p:cNvSpPr/>
          <p:nvPr/>
        </p:nvSpPr>
        <p:spPr>
          <a:xfrm>
            <a:off x="23676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51"/>
          <p:cNvSpPr/>
          <p:nvPr/>
        </p:nvSpPr>
        <p:spPr>
          <a:xfrm>
            <a:off x="28350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52"/>
          <p:cNvSpPr/>
          <p:nvPr/>
        </p:nvSpPr>
        <p:spPr>
          <a:xfrm>
            <a:off x="330240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53"/>
          <p:cNvSpPr/>
          <p:nvPr/>
        </p:nvSpPr>
        <p:spPr>
          <a:xfrm>
            <a:off x="376976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54"/>
          <p:cNvSpPr/>
          <p:nvPr/>
        </p:nvSpPr>
        <p:spPr>
          <a:xfrm>
            <a:off x="423712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55"/>
          <p:cNvSpPr/>
          <p:nvPr/>
        </p:nvSpPr>
        <p:spPr>
          <a:xfrm>
            <a:off x="470448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56"/>
          <p:cNvSpPr/>
          <p:nvPr/>
        </p:nvSpPr>
        <p:spPr>
          <a:xfrm>
            <a:off x="5171846" y="2598318"/>
            <a:ext cx="289763" cy="28976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figure257" descr="점 9개를 한 줄로 놓은 그림"/>
          <p:cNvSpPr/>
          <p:nvPr/>
        </p:nvSpPr>
        <p:spPr>
          <a:xfrm>
            <a:off x="1344168" y="2509520"/>
            <a:ext cx="4206240" cy="467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1-chip2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1-text2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15는 짝수? 홀수?</a:t>
            </a:r>
            <a:endParaRPr lang="ko-KR" sz="3200" dirty="0"/>
          </a:p>
        </p:txBody>
      </p:sp>
      <p:sp>
        <p:nvSpPr>
          <p:cNvPr id="17" name="S11-chip2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1-text2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16, 17, 18 중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홀수는?</a:t>
            </a:r>
            <a:endParaRPr lang="ko-KR" sz="3200" dirty="0"/>
          </a:p>
        </p:txBody>
      </p:sp>
      <p:sp>
        <p:nvSpPr>
          <p:cNvPr id="19" name="S11-chip2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20" name="S11-text2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짝수를 하나 말하고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것이 없는 것은?</a:t>
            </a:r>
            <a:endParaRPr lang="ko-KR" sz="4400" dirty="0"/>
          </a:p>
        </p:txBody>
      </p:sp>
      <p:sp>
        <p:nvSpPr>
          <p:cNvPr id="3" name="S13-text2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없는 것은?</a:t>
            </a:r>
            <a:endParaRPr lang="ko-KR" sz="3200" dirty="0"/>
          </a:p>
        </p:txBody>
      </p:sp>
      <p:sp>
        <p:nvSpPr>
          <p:cNvPr id="4" name="S13-card2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26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dot268"/>
          <p:cNvSpPr/>
          <p:nvPr/>
        </p:nvSpPr>
        <p:spPr>
          <a:xfrm>
            <a:off x="111358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69"/>
          <p:cNvSpPr/>
          <p:nvPr/>
        </p:nvSpPr>
        <p:spPr>
          <a:xfrm>
            <a:off x="161650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70"/>
          <p:cNvSpPr/>
          <p:nvPr/>
        </p:nvSpPr>
        <p:spPr>
          <a:xfrm>
            <a:off x="211942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71"/>
          <p:cNvSpPr/>
          <p:nvPr/>
        </p:nvSpPr>
        <p:spPr>
          <a:xfrm>
            <a:off x="262234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272"/>
          <p:cNvSpPr/>
          <p:nvPr/>
        </p:nvSpPr>
        <p:spPr>
          <a:xfrm>
            <a:off x="3125267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273"/>
          <p:cNvSpPr/>
          <p:nvPr/>
        </p:nvSpPr>
        <p:spPr>
          <a:xfrm>
            <a:off x="111358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274"/>
          <p:cNvSpPr/>
          <p:nvPr/>
        </p:nvSpPr>
        <p:spPr>
          <a:xfrm>
            <a:off x="161650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75"/>
          <p:cNvSpPr/>
          <p:nvPr/>
        </p:nvSpPr>
        <p:spPr>
          <a:xfrm>
            <a:off x="211942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76"/>
          <p:cNvSpPr/>
          <p:nvPr/>
        </p:nvSpPr>
        <p:spPr>
          <a:xfrm>
            <a:off x="262234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77"/>
          <p:cNvSpPr/>
          <p:nvPr/>
        </p:nvSpPr>
        <p:spPr>
          <a:xfrm>
            <a:off x="3125267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78"/>
          <p:cNvSpPr/>
          <p:nvPr/>
        </p:nvSpPr>
        <p:spPr>
          <a:xfrm>
            <a:off x="111358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79"/>
          <p:cNvSpPr/>
          <p:nvPr/>
        </p:nvSpPr>
        <p:spPr>
          <a:xfrm>
            <a:off x="161650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80"/>
          <p:cNvSpPr/>
          <p:nvPr/>
        </p:nvSpPr>
        <p:spPr>
          <a:xfrm>
            <a:off x="2119427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figure281" descr="점 13개를 세 줄로 놓은 그림"/>
          <p:cNvSpPr/>
          <p:nvPr/>
        </p:nvSpPr>
        <p:spPr>
          <a:xfrm>
            <a:off x="1018032" y="3163824"/>
            <a:ext cx="251460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13-chip28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2" name="S13-dot283"/>
          <p:cNvSpPr/>
          <p:nvPr/>
        </p:nvSpPr>
        <p:spPr>
          <a:xfrm>
            <a:off x="46812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284"/>
          <p:cNvSpPr/>
          <p:nvPr/>
        </p:nvSpPr>
        <p:spPr>
          <a:xfrm>
            <a:off x="518419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dot285"/>
          <p:cNvSpPr/>
          <p:nvPr/>
        </p:nvSpPr>
        <p:spPr>
          <a:xfrm>
            <a:off x="568711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86"/>
          <p:cNvSpPr/>
          <p:nvPr/>
        </p:nvSpPr>
        <p:spPr>
          <a:xfrm>
            <a:off x="619003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87"/>
          <p:cNvSpPr/>
          <p:nvPr/>
        </p:nvSpPr>
        <p:spPr>
          <a:xfrm>
            <a:off x="669295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88"/>
          <p:cNvSpPr/>
          <p:nvPr/>
        </p:nvSpPr>
        <p:spPr>
          <a:xfrm>
            <a:off x="7195871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89"/>
          <p:cNvSpPr/>
          <p:nvPr/>
        </p:nvSpPr>
        <p:spPr>
          <a:xfrm>
            <a:off x="46812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90"/>
          <p:cNvSpPr/>
          <p:nvPr/>
        </p:nvSpPr>
        <p:spPr>
          <a:xfrm>
            <a:off x="518419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91"/>
          <p:cNvSpPr/>
          <p:nvPr/>
        </p:nvSpPr>
        <p:spPr>
          <a:xfrm>
            <a:off x="568711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92"/>
          <p:cNvSpPr/>
          <p:nvPr/>
        </p:nvSpPr>
        <p:spPr>
          <a:xfrm>
            <a:off x="619003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93"/>
          <p:cNvSpPr/>
          <p:nvPr/>
        </p:nvSpPr>
        <p:spPr>
          <a:xfrm>
            <a:off x="669295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94"/>
          <p:cNvSpPr/>
          <p:nvPr/>
        </p:nvSpPr>
        <p:spPr>
          <a:xfrm>
            <a:off x="7195871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295"/>
          <p:cNvSpPr/>
          <p:nvPr/>
        </p:nvSpPr>
        <p:spPr>
          <a:xfrm>
            <a:off x="46812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296"/>
          <p:cNvSpPr/>
          <p:nvPr/>
        </p:nvSpPr>
        <p:spPr>
          <a:xfrm>
            <a:off x="518419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297"/>
          <p:cNvSpPr/>
          <p:nvPr/>
        </p:nvSpPr>
        <p:spPr>
          <a:xfrm>
            <a:off x="568711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98"/>
          <p:cNvSpPr/>
          <p:nvPr/>
        </p:nvSpPr>
        <p:spPr>
          <a:xfrm>
            <a:off x="619003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99"/>
          <p:cNvSpPr/>
          <p:nvPr/>
        </p:nvSpPr>
        <p:spPr>
          <a:xfrm>
            <a:off x="669295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00"/>
          <p:cNvSpPr/>
          <p:nvPr/>
        </p:nvSpPr>
        <p:spPr>
          <a:xfrm>
            <a:off x="7195871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figure301" descr="점 18개를 세 줄로 놓은 그림"/>
          <p:cNvSpPr/>
          <p:nvPr/>
        </p:nvSpPr>
        <p:spPr>
          <a:xfrm>
            <a:off x="4585716" y="3163824"/>
            <a:ext cx="30175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13-chip3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2" name="S13-dot303"/>
          <p:cNvSpPr/>
          <p:nvPr/>
        </p:nvSpPr>
        <p:spPr>
          <a:xfrm>
            <a:off x="925479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13-dot304"/>
          <p:cNvSpPr/>
          <p:nvPr/>
        </p:nvSpPr>
        <p:spPr>
          <a:xfrm>
            <a:off x="975771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13-dot305"/>
          <p:cNvSpPr/>
          <p:nvPr/>
        </p:nvSpPr>
        <p:spPr>
          <a:xfrm>
            <a:off x="10260635" y="32593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13-dot306"/>
          <p:cNvSpPr/>
          <p:nvPr/>
        </p:nvSpPr>
        <p:spPr>
          <a:xfrm>
            <a:off x="925479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3-dot307"/>
          <p:cNvSpPr/>
          <p:nvPr/>
        </p:nvSpPr>
        <p:spPr>
          <a:xfrm>
            <a:off x="975771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3-dot308"/>
          <p:cNvSpPr/>
          <p:nvPr/>
        </p:nvSpPr>
        <p:spPr>
          <a:xfrm>
            <a:off x="10260635" y="37622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3-dot309"/>
          <p:cNvSpPr/>
          <p:nvPr/>
        </p:nvSpPr>
        <p:spPr>
          <a:xfrm>
            <a:off x="925479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10"/>
          <p:cNvSpPr/>
          <p:nvPr/>
        </p:nvSpPr>
        <p:spPr>
          <a:xfrm>
            <a:off x="975771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11"/>
          <p:cNvSpPr/>
          <p:nvPr/>
        </p:nvSpPr>
        <p:spPr>
          <a:xfrm>
            <a:off x="10260635" y="42652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figure312" descr="점 9개를 세 줄로 놓은 그림"/>
          <p:cNvSpPr/>
          <p:nvPr/>
        </p:nvSpPr>
        <p:spPr>
          <a:xfrm>
            <a:off x="9159240" y="3163824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 지어 남는 것이 없으면 짝수, 하나 남으면 홀수예요.</a:t>
            </a:r>
            <a:endParaRPr lang="ko-KR" sz="3200" dirty="0"/>
          </a:p>
        </p:txBody>
      </p:sp>
      <p:sp>
        <p:nvSpPr>
          <p:cNvPr id="5" name="S14-chip31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둘씩 짝 지어 보기</a:t>
            </a:r>
            <a:endParaRPr lang="ko-KR" sz="2600" dirty="0"/>
          </a:p>
        </p:txBody>
      </p:sp>
      <p:sp>
        <p:nvSpPr>
          <p:cNvPr id="6" name="S14-chip31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묶음의 수를 보고 정하기</a:t>
            </a:r>
            <a:endParaRPr lang="ko-KR" sz="2600" dirty="0"/>
          </a:p>
        </p:txBody>
      </p:sp>
      <p:sp>
        <p:nvSpPr>
          <p:cNvPr id="7" name="S14-text31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31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8은 짝수?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홀수?</a:t>
            </a:r>
            <a:endParaRPr lang="ko-KR" sz="2600" dirty="0"/>
          </a:p>
        </p:txBody>
      </p:sp>
      <p:sp>
        <p:nvSpPr>
          <p:cNvPr id="9" name="S14-text31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11부터 15까지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홀수를 모두 말하기</a:t>
            </a:r>
            <a:endParaRPr lang="ko-KR" sz="2600" dirty="0"/>
          </a:p>
        </p:txBody>
      </p:sp>
      <p:sp>
        <p:nvSpPr>
          <p:cNvPr id="10" name="S14-text32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19 바로 다음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짝수는?</a:t>
            </a:r>
            <a:endParaRPr lang="ko-KR" sz="2600" dirty="0"/>
          </a:p>
        </p:txBody>
      </p:sp>
      <p:sp>
        <p:nvSpPr>
          <p:cNvPr id="11" name="S14-text32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상자·둥근기둥·공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20까지 세기</a:t>
            </a:r>
            <a:endParaRPr lang="ko-KR" sz="4400" dirty="0"/>
          </a:p>
        </p:txBody>
      </p:sp>
      <p:sp>
        <p:nvSpPr>
          <p:cNvPr id="3" name="S15-text3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꽉 찬 틀은 10이에요.</a:t>
            </a:r>
            <a:endParaRPr lang="ko-KR" sz="3200" dirty="0"/>
          </a:p>
        </p:txBody>
      </p:sp>
      <p:sp>
        <p:nvSpPr>
          <p:cNvPr id="4" name="S15-card3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1개와 낱개 4개는 14예요.</a:t>
            </a:r>
            <a:endParaRPr lang="ko-KR" sz="3200" dirty="0"/>
          </a:p>
        </p:txBody>
      </p:sp>
      <p:sp>
        <p:nvSpPr>
          <p:cNvPr id="6" name="S15-card32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</a:t>
            </a:r>
            <a:endParaRPr lang="ko-KR" sz="3200" dirty="0"/>
          </a:p>
        </p:txBody>
      </p:sp>
      <p:sp>
        <p:nvSpPr>
          <p:cNvPr id="8" name="S15-card32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2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열넷, 십사</a:t>
            </a:r>
            <a:endParaRPr lang="ko-KR" sz="3200" dirty="0"/>
          </a:p>
        </p:txBody>
      </p:sp>
      <p:sp>
        <p:nvSpPr>
          <p:cNvPr id="10" name="S15-cell329"/>
          <p:cNvSpPr/>
          <p:nvPr/>
        </p:nvSpPr>
        <p:spPr>
          <a:xfrm>
            <a:off x="20482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330"/>
          <p:cNvSpPr/>
          <p:nvPr/>
        </p:nvSpPr>
        <p:spPr>
          <a:xfrm>
            <a:off x="21803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331"/>
          <p:cNvSpPr/>
          <p:nvPr/>
        </p:nvSpPr>
        <p:spPr>
          <a:xfrm>
            <a:off x="2825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332"/>
          <p:cNvSpPr/>
          <p:nvPr/>
        </p:nvSpPr>
        <p:spPr>
          <a:xfrm>
            <a:off x="2957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333"/>
          <p:cNvSpPr/>
          <p:nvPr/>
        </p:nvSpPr>
        <p:spPr>
          <a:xfrm>
            <a:off x="3602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334"/>
          <p:cNvSpPr/>
          <p:nvPr/>
        </p:nvSpPr>
        <p:spPr>
          <a:xfrm>
            <a:off x="3734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335"/>
          <p:cNvSpPr/>
          <p:nvPr/>
        </p:nvSpPr>
        <p:spPr>
          <a:xfrm>
            <a:off x="4379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336"/>
          <p:cNvSpPr/>
          <p:nvPr/>
        </p:nvSpPr>
        <p:spPr>
          <a:xfrm>
            <a:off x="4512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337"/>
          <p:cNvSpPr/>
          <p:nvPr/>
        </p:nvSpPr>
        <p:spPr>
          <a:xfrm>
            <a:off x="5157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338"/>
          <p:cNvSpPr/>
          <p:nvPr/>
        </p:nvSpPr>
        <p:spPr>
          <a:xfrm>
            <a:off x="5289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339"/>
          <p:cNvSpPr/>
          <p:nvPr/>
        </p:nvSpPr>
        <p:spPr>
          <a:xfrm>
            <a:off x="20482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340"/>
          <p:cNvSpPr/>
          <p:nvPr/>
        </p:nvSpPr>
        <p:spPr>
          <a:xfrm>
            <a:off x="21803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341"/>
          <p:cNvSpPr/>
          <p:nvPr/>
        </p:nvSpPr>
        <p:spPr>
          <a:xfrm>
            <a:off x="2825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342"/>
          <p:cNvSpPr/>
          <p:nvPr/>
        </p:nvSpPr>
        <p:spPr>
          <a:xfrm>
            <a:off x="29576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343"/>
          <p:cNvSpPr/>
          <p:nvPr/>
        </p:nvSpPr>
        <p:spPr>
          <a:xfrm>
            <a:off x="3602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344"/>
          <p:cNvSpPr/>
          <p:nvPr/>
        </p:nvSpPr>
        <p:spPr>
          <a:xfrm>
            <a:off x="37348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345"/>
          <p:cNvSpPr/>
          <p:nvPr/>
        </p:nvSpPr>
        <p:spPr>
          <a:xfrm>
            <a:off x="4379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346"/>
          <p:cNvSpPr/>
          <p:nvPr/>
        </p:nvSpPr>
        <p:spPr>
          <a:xfrm>
            <a:off x="45121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347"/>
          <p:cNvSpPr/>
          <p:nvPr/>
        </p:nvSpPr>
        <p:spPr>
          <a:xfrm>
            <a:off x="5157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348"/>
          <p:cNvSpPr/>
          <p:nvPr/>
        </p:nvSpPr>
        <p:spPr>
          <a:xfrm>
            <a:off x="52893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349" descr="2개의 십 칸 틀 중 1번째: 모두 14개"/>
          <p:cNvSpPr/>
          <p:nvPr/>
        </p:nvSpPr>
        <p:spPr>
          <a:xfrm>
            <a:off x="204825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5-cell350"/>
          <p:cNvSpPr/>
          <p:nvPr/>
        </p:nvSpPr>
        <p:spPr>
          <a:xfrm>
            <a:off x="62544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15-dot351"/>
          <p:cNvSpPr/>
          <p:nvPr/>
        </p:nvSpPr>
        <p:spPr>
          <a:xfrm>
            <a:off x="63866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5-cell352"/>
          <p:cNvSpPr/>
          <p:nvPr/>
        </p:nvSpPr>
        <p:spPr>
          <a:xfrm>
            <a:off x="70317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dot353"/>
          <p:cNvSpPr/>
          <p:nvPr/>
        </p:nvSpPr>
        <p:spPr>
          <a:xfrm>
            <a:off x="71638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5-cell354"/>
          <p:cNvSpPr/>
          <p:nvPr/>
        </p:nvSpPr>
        <p:spPr>
          <a:xfrm>
            <a:off x="78089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dot355"/>
          <p:cNvSpPr/>
          <p:nvPr/>
        </p:nvSpPr>
        <p:spPr>
          <a:xfrm>
            <a:off x="79411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5-cell356"/>
          <p:cNvSpPr/>
          <p:nvPr/>
        </p:nvSpPr>
        <p:spPr>
          <a:xfrm>
            <a:off x="85862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5-dot357"/>
          <p:cNvSpPr/>
          <p:nvPr/>
        </p:nvSpPr>
        <p:spPr>
          <a:xfrm>
            <a:off x="87183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5-cell358"/>
          <p:cNvSpPr/>
          <p:nvPr/>
        </p:nvSpPr>
        <p:spPr>
          <a:xfrm>
            <a:off x="93634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5-cell359"/>
          <p:cNvSpPr/>
          <p:nvPr/>
        </p:nvSpPr>
        <p:spPr>
          <a:xfrm>
            <a:off x="62544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cell360"/>
          <p:cNvSpPr/>
          <p:nvPr/>
        </p:nvSpPr>
        <p:spPr>
          <a:xfrm>
            <a:off x="70317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cell361"/>
          <p:cNvSpPr/>
          <p:nvPr/>
        </p:nvSpPr>
        <p:spPr>
          <a:xfrm>
            <a:off x="78089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cell362"/>
          <p:cNvSpPr/>
          <p:nvPr/>
        </p:nvSpPr>
        <p:spPr>
          <a:xfrm>
            <a:off x="85862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cell363"/>
          <p:cNvSpPr/>
          <p:nvPr/>
        </p:nvSpPr>
        <p:spPr>
          <a:xfrm>
            <a:off x="93634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figure364" descr="2개의 십 칸 틀 중 2번째: 모두 14개"/>
          <p:cNvSpPr/>
          <p:nvPr/>
        </p:nvSpPr>
        <p:spPr>
          <a:xfrm>
            <a:off x="625449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짝수와 홀수</dc:title>
  <dc:subject>KR22-G01-MAT-EVENODD-L01</dc:subject>
  <dc:creator>education-ppt</dc:creator>
  <cp:lastModifiedBy>education-ppt</cp:lastModifiedBy>
  <cp:revision>1</cp:revision>
  <dcterms:created xsi:type="dcterms:W3CDTF">2026-10-26T07:05:05Z</dcterms:created>
  <dcterms:modified xsi:type="dcterms:W3CDTF">2026-10-26T07:05:05Z</dcterms:modified>
</cp:coreProperties>
</file>