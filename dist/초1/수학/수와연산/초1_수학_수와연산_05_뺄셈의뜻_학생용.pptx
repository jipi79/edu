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e858670-267f-d01c-5020-dd4c9ecfe39f}">
          <p14:sldIdLst>
            <p14:sldId id="256"/>
            <p14:sldId id="257"/>
          </p14:sldIdLst>
        </p14:section>
        <p14:section name="개념" id="{60d3bf8f-07de-e67e-6761-c32e1029990f}">
          <p14:sldIdLst>
            <p14:sldId id="258"/>
            <p14:sldId id="259"/>
            <p14:sldId id="260"/>
            <p14:sldId id="261"/>
          </p14:sldIdLst>
        </p14:section>
        <p14:section name="연습" id="{418c4732-fb3b-3970-8711-d24e51acc931}">
          <p14:sldIdLst>
            <p14:sldId id="262"/>
            <p14:sldId id="263"/>
            <p14:sldId id="264"/>
          </p14:sldIdLst>
        </p14:section>
        <p14:section name="확인" id="{c5262b4a-2697-4301-bea3-4769689e2898}">
          <p14:sldIdLst>
            <p14:sldId id="265"/>
            <p14:sldId id="266"/>
          </p14:sldIdLst>
        </p14:section>
        <p14:section name="정리" id="{9badaa84-e4b4-b46d-309f-7cd6e4f7a375}">
          <p14:sldIdLst>
            <p14:sldId id="267"/>
          </p14:sldIdLst>
        </p14:section>
        <p14:section name="보충" id="{21c6947c-9931-b803-1484-616cfc1b89e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1개의 십 칸 틀 중 1번째: 모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1개의 십 칸 틀 중 1번째: 모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1개의 십 칸 틀 중 1번째: 모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4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5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5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5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69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0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71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73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74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75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76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77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7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2026-10-26T07:45:35Z</dcterms:created>
  <dcterms:modified xsi:type="dcterms:W3CDTF">2026-10-26T07:45:35Z</dcterms:modified>
</cp:coreProperties>
</file>