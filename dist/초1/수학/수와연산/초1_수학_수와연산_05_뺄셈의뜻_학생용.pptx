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b861878-90c6-78bf-daff-9bf53692663a}">
          <p14:sldIdLst>
            <p14:sldId id="256"/>
            <p14:sldId id="257"/>
          </p14:sldIdLst>
        </p14:section>
        <p14:section name="개념" id="{1131476b-e2c3-a6a3-0383-99c34712e8e8}">
          <p14:sldIdLst>
            <p14:sldId id="258"/>
            <p14:sldId id="259"/>
            <p14:sldId id="260"/>
            <p14:sldId id="261"/>
          </p14:sldIdLst>
        </p14:section>
        <p14:section name="연습" id="{7ea223b8-e4a7-6a97-60ad-e6a03b313859}">
          <p14:sldIdLst>
            <p14:sldId id="262"/>
            <p14:sldId id="263"/>
            <p14:sldId id="264"/>
          </p14:sldIdLst>
        </p14:section>
        <p14:section name="확인" id="{8a7dcaed-977c-a942-099a-9447a6c242fc}">
          <p14:sldIdLst>
            <p14:sldId id="265"/>
            <p14:sldId id="266"/>
          </p14:sldIdLst>
        </p14:section>
        <p14:section name="정리" id="{44674033-dcba-0c4a-2f5b-a63dca7fecc8}">
          <p14:sldIdLst>
            <p14:sldId id="267"/>
          </p14:sldIdLst>
        </p14:section>
        <p14:section name="보충" id="{23a9045d-1819-658c-c588-fb6224eb36f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뺄셈의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개가 남을까?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cell14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figure16" descr="1개의 십 칸 틀 중 1번째: 모두 5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이야기를 뺄셈식으로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뺄셈을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3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3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38"/>
          <p:cNvSpPr txBox="1"/>
          <p:nvPr/>
        </p:nvSpPr>
        <p:spPr>
          <a:xfrm>
            <a:off x="1344168" y="470916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      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 남은 것</a:t>
            </a:r>
            <a:endParaRPr lang="ko-KR" sz="4400" dirty="0"/>
          </a:p>
        </p:txBody>
      </p:sp>
      <p:sp>
        <p:nvSpPr>
          <p:cNvPr id="3" name="S03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쿠키 5개 중 2개를 먹었어요.</a:t>
            </a:r>
            <a:endParaRPr lang="ko-KR" sz="3200" dirty="0"/>
          </a:p>
        </p:txBody>
      </p:sp>
      <p:sp>
        <p:nvSpPr>
          <p:cNvPr id="4" name="S03-card40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1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6" name="S03-cell42"/>
          <p:cNvSpPr/>
          <p:nvPr/>
        </p:nvSpPr>
        <p:spPr>
          <a:xfrm>
            <a:off x="129844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43"/>
          <p:cNvSpPr/>
          <p:nvPr/>
        </p:nvSpPr>
        <p:spPr>
          <a:xfrm>
            <a:off x="143057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44"/>
          <p:cNvSpPr/>
          <p:nvPr/>
        </p:nvSpPr>
        <p:spPr>
          <a:xfrm>
            <a:off x="207568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45"/>
          <p:cNvSpPr/>
          <p:nvPr/>
        </p:nvSpPr>
        <p:spPr>
          <a:xfrm>
            <a:off x="220781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46"/>
          <p:cNvSpPr/>
          <p:nvPr/>
        </p:nvSpPr>
        <p:spPr>
          <a:xfrm>
            <a:off x="285292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47"/>
          <p:cNvSpPr/>
          <p:nvPr/>
        </p:nvSpPr>
        <p:spPr>
          <a:xfrm>
            <a:off x="298505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8"/>
          <p:cNvSpPr/>
          <p:nvPr/>
        </p:nvSpPr>
        <p:spPr>
          <a:xfrm>
            <a:off x="363016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9"/>
          <p:cNvSpPr/>
          <p:nvPr/>
        </p:nvSpPr>
        <p:spPr>
          <a:xfrm>
            <a:off x="376229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50"/>
          <p:cNvSpPr/>
          <p:nvPr/>
        </p:nvSpPr>
        <p:spPr>
          <a:xfrm>
            <a:off x="4407408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51"/>
          <p:cNvSpPr/>
          <p:nvPr/>
        </p:nvSpPr>
        <p:spPr>
          <a:xfrm>
            <a:off x="4539539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52"/>
          <p:cNvSpPr/>
          <p:nvPr/>
        </p:nvSpPr>
        <p:spPr>
          <a:xfrm>
            <a:off x="129844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3"/>
          <p:cNvSpPr/>
          <p:nvPr/>
        </p:nvSpPr>
        <p:spPr>
          <a:xfrm>
            <a:off x="207568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54"/>
          <p:cNvSpPr/>
          <p:nvPr/>
        </p:nvSpPr>
        <p:spPr>
          <a:xfrm>
            <a:off x="285292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55"/>
          <p:cNvSpPr/>
          <p:nvPr/>
        </p:nvSpPr>
        <p:spPr>
          <a:xfrm>
            <a:off x="363016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56"/>
          <p:cNvSpPr/>
          <p:nvPr/>
        </p:nvSpPr>
        <p:spPr>
          <a:xfrm>
            <a:off x="4407408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57" descr="1개의 십 칸 틀 중 1번째: 모두 5개"/>
          <p:cNvSpPr/>
          <p:nvPr/>
        </p:nvSpPr>
        <p:spPr>
          <a:xfrm>
            <a:off x="1298448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label58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5개</a:t>
            </a:r>
            <a:endParaRPr lang="ko-KR" sz="2600" dirty="0"/>
          </a:p>
        </p:txBody>
      </p:sp>
      <p:sp>
        <p:nvSpPr>
          <p:cNvPr id="23" name="S03-cell59"/>
          <p:cNvSpPr/>
          <p:nvPr/>
        </p:nvSpPr>
        <p:spPr>
          <a:xfrm>
            <a:off x="700430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60"/>
          <p:cNvSpPr/>
          <p:nvPr/>
        </p:nvSpPr>
        <p:spPr>
          <a:xfrm>
            <a:off x="713643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cell61"/>
          <p:cNvSpPr/>
          <p:nvPr/>
        </p:nvSpPr>
        <p:spPr>
          <a:xfrm>
            <a:off x="778154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dot62"/>
          <p:cNvSpPr/>
          <p:nvPr/>
        </p:nvSpPr>
        <p:spPr>
          <a:xfrm>
            <a:off x="791367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cell63"/>
          <p:cNvSpPr/>
          <p:nvPr/>
        </p:nvSpPr>
        <p:spPr>
          <a:xfrm>
            <a:off x="855878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64"/>
          <p:cNvSpPr/>
          <p:nvPr/>
        </p:nvSpPr>
        <p:spPr>
          <a:xfrm>
            <a:off x="8690915" y="24439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65"/>
          <p:cNvSpPr/>
          <p:nvPr/>
        </p:nvSpPr>
        <p:spPr>
          <a:xfrm>
            <a:off x="933602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66"/>
          <p:cNvSpPr/>
          <p:nvPr/>
        </p:nvSpPr>
        <p:spPr>
          <a:xfrm>
            <a:off x="10113264" y="23117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cell67"/>
          <p:cNvSpPr/>
          <p:nvPr/>
        </p:nvSpPr>
        <p:spPr>
          <a:xfrm>
            <a:off x="700430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68"/>
          <p:cNvSpPr/>
          <p:nvPr/>
        </p:nvSpPr>
        <p:spPr>
          <a:xfrm>
            <a:off x="778154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69"/>
          <p:cNvSpPr/>
          <p:nvPr/>
        </p:nvSpPr>
        <p:spPr>
          <a:xfrm>
            <a:off x="855878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0"/>
          <p:cNvSpPr/>
          <p:nvPr/>
        </p:nvSpPr>
        <p:spPr>
          <a:xfrm>
            <a:off x="933602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1"/>
          <p:cNvSpPr/>
          <p:nvPr/>
        </p:nvSpPr>
        <p:spPr>
          <a:xfrm>
            <a:off x="10113264" y="30890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2" descr="1개의 십 칸 틀 중 1번째: 모두 3개"/>
          <p:cNvSpPr/>
          <p:nvPr/>
        </p:nvSpPr>
        <p:spPr>
          <a:xfrm>
            <a:off x="7004304" y="23117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label7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비교해도 뺄셈</a:t>
            </a:r>
            <a:endParaRPr lang="ko-KR" sz="4400" dirty="0"/>
          </a:p>
        </p:txBody>
      </p:sp>
      <p:sp>
        <p:nvSpPr>
          <p:cNvPr id="3" name="S04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6개와 초콜릿 4개를 짝 지어요.</a:t>
            </a:r>
            <a:endParaRPr lang="ko-KR" sz="3200" dirty="0"/>
          </a:p>
        </p:txBody>
      </p:sp>
      <p:sp>
        <p:nvSpPr>
          <p:cNvPr id="4" name="S04-card7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7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6 − 4 = 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4의 차는 2예요.</a:t>
            </a:r>
            <a:endParaRPr lang="ko-KR" sz="3200" dirty="0"/>
          </a:p>
        </p:txBody>
      </p:sp>
      <p:sp>
        <p:nvSpPr>
          <p:cNvPr id="6" name="S04-card77"/>
          <p:cNvSpPr/>
          <p:nvPr/>
        </p:nvSpPr>
        <p:spPr>
          <a:xfrm>
            <a:off x="548640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78"/>
          <p:cNvSpPr txBox="1"/>
          <p:nvPr/>
        </p:nvSpPr>
        <p:spPr>
          <a:xfrm>
            <a:off x="822960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사탕, 아랫줄 초콜릿</a:t>
            </a:r>
            <a:endParaRPr lang="ko-KR" sz="3200" dirty="0"/>
          </a:p>
        </p:txBody>
      </p:sp>
      <p:sp>
        <p:nvSpPr>
          <p:cNvPr id="8" name="S04-card79"/>
          <p:cNvSpPr/>
          <p:nvPr/>
        </p:nvSpPr>
        <p:spPr>
          <a:xfrm>
            <a:off x="6208776" y="3816604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80"/>
          <p:cNvSpPr txBox="1"/>
          <p:nvPr/>
        </p:nvSpPr>
        <p:spPr>
          <a:xfrm>
            <a:off x="6483096" y="3953764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2개 남아요</a:t>
            </a:r>
            <a:endParaRPr lang="ko-KR" sz="3200" dirty="0"/>
          </a:p>
        </p:txBody>
      </p:sp>
      <p:sp>
        <p:nvSpPr>
          <p:cNvPr id="10" name="S04-cell81"/>
          <p:cNvSpPr/>
          <p:nvPr/>
        </p:nvSpPr>
        <p:spPr>
          <a:xfrm>
            <a:off x="372999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82"/>
          <p:cNvSpPr/>
          <p:nvPr/>
        </p:nvSpPr>
        <p:spPr>
          <a:xfrm>
            <a:off x="4518152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83"/>
          <p:cNvSpPr/>
          <p:nvPr/>
        </p:nvSpPr>
        <p:spPr>
          <a:xfrm>
            <a:off x="5306314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84"/>
          <p:cNvSpPr/>
          <p:nvPr/>
        </p:nvSpPr>
        <p:spPr>
          <a:xfrm>
            <a:off x="6094476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85"/>
          <p:cNvSpPr/>
          <p:nvPr/>
        </p:nvSpPr>
        <p:spPr>
          <a:xfrm>
            <a:off x="6882638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86"/>
          <p:cNvSpPr/>
          <p:nvPr/>
        </p:nvSpPr>
        <p:spPr>
          <a:xfrm>
            <a:off x="7670800" y="2011680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7"/>
          <p:cNvSpPr/>
          <p:nvPr/>
        </p:nvSpPr>
        <p:spPr>
          <a:xfrm>
            <a:off x="3729990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8"/>
          <p:cNvSpPr/>
          <p:nvPr/>
        </p:nvSpPr>
        <p:spPr>
          <a:xfrm>
            <a:off x="4518152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9"/>
          <p:cNvSpPr/>
          <p:nvPr/>
        </p:nvSpPr>
        <p:spPr>
          <a:xfrm>
            <a:off x="5306314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90"/>
          <p:cNvSpPr/>
          <p:nvPr/>
        </p:nvSpPr>
        <p:spPr>
          <a:xfrm>
            <a:off x="6094476" y="2799842"/>
            <a:ext cx="788162" cy="78816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91"/>
          <p:cNvSpPr/>
          <p:nvPr/>
        </p:nvSpPr>
        <p:spPr>
          <a:xfrm>
            <a:off x="6882638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92"/>
          <p:cNvSpPr/>
          <p:nvPr/>
        </p:nvSpPr>
        <p:spPr>
          <a:xfrm>
            <a:off x="7670800" y="2799842"/>
            <a:ext cx="788162" cy="78816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93" descr="윗줄 사탕 6칸, 아랫줄 초콜릿 4칸을 색칠한 격자. 아랫줄 오른쪽 2칸이 비어 있다"/>
          <p:cNvSpPr/>
          <p:nvPr/>
        </p:nvSpPr>
        <p:spPr>
          <a:xfrm>
            <a:off x="3729990" y="2011680"/>
            <a:ext cx="4728972" cy="157632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 읽기</a:t>
            </a:r>
            <a:endParaRPr lang="ko-KR" sz="4400" dirty="0"/>
          </a:p>
        </p:txBody>
      </p:sp>
      <p:sp>
        <p:nvSpPr>
          <p:cNvPr id="3" name="S05-eqtext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600" dirty="0"/>
          </a:p>
        </p:txBody>
      </p:sp>
      <p:sp>
        <p:nvSpPr>
          <p:cNvPr id="4" name="S05-stepno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 −는 ‘빼기’라고 읽어요.</a:t>
            </a:r>
            <a:endParaRPr lang="ko-KR" sz="3200" dirty="0"/>
          </a:p>
        </p:txBody>
      </p:sp>
      <p:sp>
        <p:nvSpPr>
          <p:cNvPr id="6" name="S05-stepno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빼기 2는 3과 같아요.</a:t>
            </a:r>
            <a:endParaRPr lang="ko-KR" sz="3200" dirty="0"/>
          </a:p>
        </p:txBody>
      </p:sp>
      <p:sp>
        <p:nvSpPr>
          <p:cNvPr id="8" name="S05-stepno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1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2의 차는 3이에요.</a:t>
            </a:r>
            <a:endParaRPr lang="ko-KR" sz="3200" dirty="0"/>
          </a:p>
        </p:txBody>
      </p:sp>
      <p:sp>
        <p:nvSpPr>
          <p:cNvPr id="10" name="S05-stepno1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1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수를 맨 앞에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가르기로 빼요</a:t>
            </a:r>
            <a:endParaRPr lang="ko-KR" sz="4400" dirty="0"/>
          </a:p>
        </p:txBody>
      </p:sp>
      <p:sp>
        <p:nvSpPr>
          <p:cNvPr id="3" name="S06-eqtext10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4" name="S06-eqtext104"/>
          <p:cNvSpPr txBox="1"/>
          <p:nvPr/>
        </p:nvSpPr>
        <p:spPr>
          <a:xfrm>
            <a:off x="6920911" y="2606040"/>
            <a:ext cx="4719401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3        4</a:t>
            </a:r>
            <a:endParaRPr lang="ko-KR" sz="3600" dirty="0"/>
          </a:p>
        </p:txBody>
      </p:sp>
      <p:sp>
        <p:nvSpPr>
          <p:cNvPr id="5" name="S06-stepno105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106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3과 몇으로 갈라요.</a:t>
            </a:r>
            <a:endParaRPr lang="ko-KR" sz="3200" dirty="0"/>
          </a:p>
        </p:txBody>
      </p:sp>
      <p:sp>
        <p:nvSpPr>
          <p:cNvPr id="7" name="S06-stepno107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108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7은 3과 4로 갈라져요.</a:t>
            </a:r>
            <a:endParaRPr lang="ko-KR" sz="3200" dirty="0"/>
          </a:p>
        </p:txBody>
      </p:sp>
      <p:sp>
        <p:nvSpPr>
          <p:cNvPr id="9" name="S06-stepno109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110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7 − 3 =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뺄셈식으로 나타내요</a:t>
            </a:r>
            <a:endParaRPr lang="ko-KR" sz="44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듣고 뺄셈식을 말해요.</a:t>
            </a:r>
            <a:endParaRPr lang="ko-KR" sz="3200" dirty="0"/>
          </a:p>
        </p:txBody>
      </p:sp>
      <p:sp>
        <p:nvSpPr>
          <p:cNvPr id="4" name="S07-card1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수(더 많은 수)를 맨 앞에 써요.</a:t>
            </a:r>
            <a:endParaRPr lang="ko-KR" sz="3200" dirty="0"/>
          </a:p>
        </p:txBody>
      </p:sp>
      <p:sp>
        <p:nvSpPr>
          <p:cNvPr id="6" name="S07-chip11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11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풍선 7개 중 3개가 터졌어요.</a:t>
            </a:r>
            <a:endParaRPr lang="ko-KR" sz="3200" dirty="0"/>
          </a:p>
        </p:txBody>
      </p:sp>
      <p:sp>
        <p:nvSpPr>
          <p:cNvPr id="8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11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개구리 8마리 중 5마리가 갔어요.</a:t>
            </a:r>
            <a:endParaRPr lang="ko-KR" sz="3200" dirty="0"/>
          </a:p>
        </p:txBody>
      </p:sp>
      <p:sp>
        <p:nvSpPr>
          <p:cNvPr id="10" name="S07-chip11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1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 6자루, 지우개 2개. 연필이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8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돌로 덜어 내거나 가르기로 해요.</a:t>
            </a:r>
            <a:endParaRPr lang="ko-KR" sz="3200" dirty="0"/>
          </a:p>
        </p:txBody>
      </p:sp>
      <p:sp>
        <p:nvSpPr>
          <p:cNvPr id="5" name="S08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 = □</a:t>
            </a:r>
            <a:endParaRPr lang="ko-KR" sz="3600" dirty="0"/>
          </a:p>
        </p:txBody>
      </p:sp>
      <p:sp>
        <p:nvSpPr>
          <p:cNvPr id="7" name="S08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8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□</a:t>
            </a:r>
            <a:endParaRPr lang="ko-KR" sz="3600" dirty="0"/>
          </a:p>
        </p:txBody>
      </p:sp>
      <p:sp>
        <p:nvSpPr>
          <p:cNvPr id="11" name="S08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3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 7송이, 노란 꽃 3송이.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꽃이 몇 송이 더 많을까요?</a:t>
            </a:r>
            <a:endParaRPr lang="ko-KR" sz="3200" dirty="0"/>
          </a:p>
        </p:txBody>
      </p:sp>
      <p:sp>
        <p:nvSpPr>
          <p:cNvPr id="5" name="S09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34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eqtext135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600" dirty="0"/>
          </a:p>
        </p:txBody>
      </p:sp>
      <p:sp>
        <p:nvSpPr>
          <p:cNvPr id="9" name="S09-chip136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eqtext137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3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4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9마리 중 4마리가 날아갔어요.</a:t>
            </a:r>
            <a:endParaRPr lang="ko-KR" sz="3200" dirty="0"/>
          </a:p>
        </p:txBody>
      </p:sp>
      <p:sp>
        <p:nvSpPr>
          <p:cNvPr id="6" name="S10-chip14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4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= □</a:t>
            </a:r>
            <a:endParaRPr lang="ko-KR" sz="3600" dirty="0"/>
          </a:p>
        </p:txBody>
      </p:sp>
      <p:sp>
        <p:nvSpPr>
          <p:cNvPr id="8" name="S10-chip14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4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5개, 공 8개. 공이 몇 개 더 많아요?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뺄셈식은?</a:t>
            </a:r>
            <a:endParaRPr lang="ko-KR" sz="4400" dirty="0"/>
          </a:p>
        </p:txBody>
      </p:sp>
      <p:sp>
        <p:nvSpPr>
          <p:cNvPr id="3" name="S12-text1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8개 중 3개를 먹었어요.</a:t>
            </a:r>
            <a:endParaRPr lang="ko-KR" sz="3200" dirty="0"/>
          </a:p>
        </p:txBody>
      </p:sp>
      <p:sp>
        <p:nvSpPr>
          <p:cNvPr id="4" name="S12-card1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딸기는 몇 개일까요? 어떻게 알았나요?</a:t>
            </a:r>
            <a:endParaRPr lang="ko-KR" sz="3200" dirty="0"/>
          </a:p>
        </p:txBody>
      </p:sp>
      <p:sp>
        <p:nvSpPr>
          <p:cNvPr id="6" name="S12-chip14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4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9" name="S12-chip15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8 − 5 = 3</a:t>
            </a:r>
            <a:endParaRPr lang="ko-KR" sz="3200" dirty="0"/>
          </a:p>
        </p:txBody>
      </p:sp>
      <p:sp>
        <p:nvSpPr>
          <p:cNvPr id="12" name="S12-chip15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5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것이나 차이를 구할 때 뺄셈을 해요.</a:t>
            </a:r>
            <a:endParaRPr lang="ko-KR" sz="3200" dirty="0"/>
          </a:p>
        </p:txBody>
      </p:sp>
      <p:sp>
        <p:nvSpPr>
          <p:cNvPr id="5" name="S13-chip15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처음 수를 맨 앞에 쓰기</a:t>
            </a:r>
            <a:endParaRPr lang="ko-KR" sz="2600" dirty="0"/>
          </a:p>
        </p:txBody>
      </p:sp>
      <p:sp>
        <p:nvSpPr>
          <p:cNvPr id="6" name="S13-chip16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‘더 많다’를 보고 더하기</a:t>
            </a:r>
            <a:endParaRPr lang="ko-KR" sz="2600" dirty="0"/>
          </a:p>
        </p:txBody>
      </p:sp>
      <p:sp>
        <p:nvSpPr>
          <p:cNvPr id="7" name="S13-text16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6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6 − 2 = □</a:t>
            </a:r>
            <a:endParaRPr lang="ko-KR" sz="3000" dirty="0"/>
          </a:p>
        </p:txBody>
      </p:sp>
      <p:sp>
        <p:nvSpPr>
          <p:cNvPr id="9" name="S13-eqtext16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9 − 5 = □</a:t>
            </a:r>
            <a:endParaRPr lang="ko-KR" sz="3000" dirty="0"/>
          </a:p>
        </p:txBody>
      </p:sp>
      <p:sp>
        <p:nvSpPr>
          <p:cNvPr id="10" name="S13-eqtext16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3 − 3 = □</a:t>
            </a:r>
            <a:endParaRPr lang="ko-KR" sz="3000" dirty="0"/>
          </a:p>
        </p:txBody>
      </p:sp>
      <p:sp>
        <p:nvSpPr>
          <p:cNvPr id="11" name="S13-text16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50까지의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돌로 가르기</a:t>
            </a:r>
            <a:endParaRPr lang="ko-KR" sz="4400" dirty="0"/>
          </a:p>
        </p:txBody>
      </p:sp>
      <p:sp>
        <p:nvSpPr>
          <p:cNvPr id="3" name="S14-text1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 6개를 2개와 몇 개로 가를까요?</a:t>
            </a:r>
            <a:endParaRPr lang="ko-KR" sz="3200" dirty="0"/>
          </a:p>
        </p:txBody>
      </p:sp>
      <p:sp>
        <p:nvSpPr>
          <p:cNvPr id="4" name="S14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2와 4로 갈라요. 2와 4를 모으면 6!</a:t>
            </a:r>
            <a:endParaRPr lang="ko-KR" sz="3200" dirty="0"/>
          </a:p>
        </p:txBody>
      </p:sp>
      <p:sp>
        <p:nvSpPr>
          <p:cNvPr id="6" name="S14-dot169"/>
          <p:cNvSpPr/>
          <p:nvPr/>
        </p:nvSpPr>
        <p:spPr>
          <a:xfrm>
            <a:off x="26860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0"/>
          <p:cNvSpPr/>
          <p:nvPr/>
        </p:nvSpPr>
        <p:spPr>
          <a:xfrm>
            <a:off x="33718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figure171" descr="주황 점 2개"/>
          <p:cNvSpPr/>
          <p:nvPr/>
        </p:nvSpPr>
        <p:spPr>
          <a:xfrm>
            <a:off x="2555748" y="29637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14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dot173"/>
          <p:cNvSpPr/>
          <p:nvPr/>
        </p:nvSpPr>
        <p:spPr>
          <a:xfrm>
            <a:off x="77061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4-dot174"/>
          <p:cNvSpPr/>
          <p:nvPr/>
        </p:nvSpPr>
        <p:spPr>
          <a:xfrm>
            <a:off x="83919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175"/>
          <p:cNvSpPr/>
          <p:nvPr/>
        </p:nvSpPr>
        <p:spPr>
          <a:xfrm>
            <a:off x="90777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76"/>
          <p:cNvSpPr/>
          <p:nvPr/>
        </p:nvSpPr>
        <p:spPr>
          <a:xfrm>
            <a:off x="97635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177" descr="파란 점 4개"/>
          <p:cNvSpPr/>
          <p:nvPr/>
        </p:nvSpPr>
        <p:spPr>
          <a:xfrm>
            <a:off x="7575804" y="29637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17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뺄셈의 뜻</dc:title>
  <dc:subject>KR22-G01-MAT-SUB-L01</dc:subject>
  <dc:creator>education-ppt</dc:creator>
  <cp:lastModifiedBy>education-ppt</cp:lastModifiedBy>
  <cp:revision>1</cp:revision>
  <dcterms:created xsi:type="dcterms:W3CDTF">2026-10-26T06:38:16Z</dcterms:created>
  <dcterms:modified xsi:type="dcterms:W3CDTF">2026-10-26T06:38:16Z</dcterms:modified>
</cp:coreProperties>
</file>