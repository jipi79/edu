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cd4bff0-abc3-361f-529e-d81d2a766be0}">
          <p14:sldIdLst>
            <p14:sldId id="256"/>
            <p14:sldId id="257"/>
          </p14:sldIdLst>
        </p14:section>
        <p14:section name="개념" id="{4c681081-5787-89ac-d717-401db5cd1f48}">
          <p14:sldIdLst>
            <p14:sldId id="258"/>
            <p14:sldId id="259"/>
            <p14:sldId id="260"/>
            <p14:sldId id="261"/>
          </p14:sldIdLst>
        </p14:section>
        <p14:section name="연습" id="{b1950ae6-a8a2-eb46-3670-d4d5b77a42bb}">
          <p14:sldIdLst>
            <p14:sldId id="262"/>
            <p14:sldId id="263"/>
            <p14:sldId id="264"/>
          </p14:sldIdLst>
        </p14:section>
        <p14:section name="확인" id="{7d250af3-7084-d60b-fb6b-283bc2629b2e}">
          <p14:sldIdLst>
            <p14:sldId id="265"/>
            <p14:sldId id="266"/>
          </p14:sldIdLst>
        </p14:section>
        <p14:section name="정리" id="{7d66bb68-5136-0681-d242-cb4b3232043a}">
          <p14:sldIdLst>
            <p14:sldId id="267"/>
          </p14:sldIdLst>
        </p14:section>
        <p14:section name="보충" id="{df3aabc4-3a2c-29f1-b952-10744cf6699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뺄셈의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뺄셈의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뺄셈의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뺄셈의 뜻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개가 남을까?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7680960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7742362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042148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103550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8403336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8464738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8764524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8825926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9125712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187114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7680960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cell12"/>
          <p:cNvSpPr/>
          <p:nvPr/>
        </p:nvSpPr>
        <p:spPr>
          <a:xfrm>
            <a:off x="8042148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403336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cell14"/>
          <p:cNvSpPr/>
          <p:nvPr/>
        </p:nvSpPr>
        <p:spPr>
          <a:xfrm>
            <a:off x="8764524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125712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figure16" descr="십 칸 틀에 5개"/>
          <p:cNvSpPr/>
          <p:nvPr/>
        </p:nvSpPr>
        <p:spPr>
          <a:xfrm>
            <a:off x="768096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9806940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dot18"/>
          <p:cNvSpPr/>
          <p:nvPr/>
        </p:nvSpPr>
        <p:spPr>
          <a:xfrm>
            <a:off x="9868342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1-cell19"/>
          <p:cNvSpPr/>
          <p:nvPr/>
        </p:nvSpPr>
        <p:spPr>
          <a:xfrm>
            <a:off x="10168128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1-dot20"/>
          <p:cNvSpPr/>
          <p:nvPr/>
        </p:nvSpPr>
        <p:spPr>
          <a:xfrm>
            <a:off x="10229530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1-cell21"/>
          <p:cNvSpPr/>
          <p:nvPr/>
        </p:nvSpPr>
        <p:spPr>
          <a:xfrm>
            <a:off x="10529316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dot22"/>
          <p:cNvSpPr/>
          <p:nvPr/>
        </p:nvSpPr>
        <p:spPr>
          <a:xfrm>
            <a:off x="10590718" y="1803334"/>
            <a:ext cx="238384" cy="23838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1-cell23"/>
          <p:cNvSpPr/>
          <p:nvPr/>
        </p:nvSpPr>
        <p:spPr>
          <a:xfrm>
            <a:off x="10890504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cell24"/>
          <p:cNvSpPr/>
          <p:nvPr/>
        </p:nvSpPr>
        <p:spPr>
          <a:xfrm>
            <a:off x="11251692" y="1741932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1-cell25"/>
          <p:cNvSpPr/>
          <p:nvPr/>
        </p:nvSpPr>
        <p:spPr>
          <a:xfrm>
            <a:off x="9806940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10168128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cell27"/>
          <p:cNvSpPr/>
          <p:nvPr/>
        </p:nvSpPr>
        <p:spPr>
          <a:xfrm>
            <a:off x="10529316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1-cell28"/>
          <p:cNvSpPr/>
          <p:nvPr/>
        </p:nvSpPr>
        <p:spPr>
          <a:xfrm>
            <a:off x="10890504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1-cell29"/>
          <p:cNvSpPr/>
          <p:nvPr/>
        </p:nvSpPr>
        <p:spPr>
          <a:xfrm>
            <a:off x="11251692" y="2103120"/>
            <a:ext cx="361188" cy="3611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1-figure30" descr="십 칸 틀에 3개"/>
          <p:cNvSpPr/>
          <p:nvPr/>
        </p:nvSpPr>
        <p:spPr>
          <a:xfrm>
            <a:off x="9806940" y="1741932"/>
            <a:ext cx="1805940" cy="72237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01-card3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5" name="S01-cardtext3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이야기를 뺄셈식으로 나타내요.</a:t>
            </a:r>
            <a:endParaRPr lang="ko-KR" sz="32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뺄셈을 계산해요.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3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3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+ 4 = □</a:t>
            </a:r>
            <a:endParaRPr lang="ko-KR" sz="3600" dirty="0"/>
          </a:p>
        </p:txBody>
      </p:sp>
      <p:sp>
        <p:nvSpPr>
          <p:cNvPr id="5" name="S02-chip3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3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+ 2 = □</a:t>
            </a:r>
            <a:endParaRPr lang="ko-KR" sz="3600" dirty="0"/>
          </a:p>
        </p:txBody>
      </p:sp>
      <p:sp>
        <p:nvSpPr>
          <p:cNvPr id="7" name="S02-chip3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38"/>
          <p:cNvSpPr txBox="1"/>
          <p:nvPr/>
        </p:nvSpPr>
        <p:spPr>
          <a:xfrm>
            <a:off x="1344168" y="47091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2600" dirty="0"/>
          </a:p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       □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먹고 남은 것</a:t>
            </a:r>
            <a:endParaRPr lang="ko-KR" sz="4400" dirty="0"/>
          </a:p>
        </p:txBody>
      </p:sp>
      <p:sp>
        <p:nvSpPr>
          <p:cNvPr id="3" name="S03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쿠키 5개 중 2개를 먹었어요.</a:t>
            </a:r>
            <a:endParaRPr lang="ko-KR" sz="3200" dirty="0"/>
          </a:p>
        </p:txBody>
      </p:sp>
      <p:sp>
        <p:nvSpPr>
          <p:cNvPr id="4" name="S03-card40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41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5 − 2 = 3</a:t>
            </a:r>
            <a:endParaRPr lang="ko-KR" sz="32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빼기 2는 3과 같아요.</a:t>
            </a:r>
            <a:endParaRPr lang="ko-KR" sz="3200" dirty="0"/>
          </a:p>
        </p:txBody>
      </p:sp>
      <p:sp>
        <p:nvSpPr>
          <p:cNvPr id="6" name="S03-cell42"/>
          <p:cNvSpPr/>
          <p:nvPr/>
        </p:nvSpPr>
        <p:spPr>
          <a:xfrm>
            <a:off x="129844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dot43"/>
          <p:cNvSpPr/>
          <p:nvPr/>
        </p:nvSpPr>
        <p:spPr>
          <a:xfrm>
            <a:off x="143057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cell44"/>
          <p:cNvSpPr/>
          <p:nvPr/>
        </p:nvSpPr>
        <p:spPr>
          <a:xfrm>
            <a:off x="207568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dot45"/>
          <p:cNvSpPr/>
          <p:nvPr/>
        </p:nvSpPr>
        <p:spPr>
          <a:xfrm>
            <a:off x="220781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cell46"/>
          <p:cNvSpPr/>
          <p:nvPr/>
        </p:nvSpPr>
        <p:spPr>
          <a:xfrm>
            <a:off x="285292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dot47"/>
          <p:cNvSpPr/>
          <p:nvPr/>
        </p:nvSpPr>
        <p:spPr>
          <a:xfrm>
            <a:off x="298505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cell48"/>
          <p:cNvSpPr/>
          <p:nvPr/>
        </p:nvSpPr>
        <p:spPr>
          <a:xfrm>
            <a:off x="363016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dot49"/>
          <p:cNvSpPr/>
          <p:nvPr/>
        </p:nvSpPr>
        <p:spPr>
          <a:xfrm>
            <a:off x="376229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cell50"/>
          <p:cNvSpPr/>
          <p:nvPr/>
        </p:nvSpPr>
        <p:spPr>
          <a:xfrm>
            <a:off x="440740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dot51"/>
          <p:cNvSpPr/>
          <p:nvPr/>
        </p:nvSpPr>
        <p:spPr>
          <a:xfrm>
            <a:off x="453953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cell52"/>
          <p:cNvSpPr/>
          <p:nvPr/>
        </p:nvSpPr>
        <p:spPr>
          <a:xfrm>
            <a:off x="129844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53"/>
          <p:cNvSpPr/>
          <p:nvPr/>
        </p:nvSpPr>
        <p:spPr>
          <a:xfrm>
            <a:off x="207568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54"/>
          <p:cNvSpPr/>
          <p:nvPr/>
        </p:nvSpPr>
        <p:spPr>
          <a:xfrm>
            <a:off x="285292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55"/>
          <p:cNvSpPr/>
          <p:nvPr/>
        </p:nvSpPr>
        <p:spPr>
          <a:xfrm>
            <a:off x="363016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56"/>
          <p:cNvSpPr/>
          <p:nvPr/>
        </p:nvSpPr>
        <p:spPr>
          <a:xfrm>
            <a:off x="440740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figure57" descr="십 칸 틀에 5개"/>
          <p:cNvSpPr/>
          <p:nvPr/>
        </p:nvSpPr>
        <p:spPr>
          <a:xfrm>
            <a:off x="1298448" y="2311781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3-label58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5개</a:t>
            </a:r>
            <a:endParaRPr lang="ko-KR" sz="2600" dirty="0"/>
          </a:p>
        </p:txBody>
      </p:sp>
      <p:sp>
        <p:nvSpPr>
          <p:cNvPr id="23" name="S03-cell59"/>
          <p:cNvSpPr/>
          <p:nvPr/>
        </p:nvSpPr>
        <p:spPr>
          <a:xfrm>
            <a:off x="7004304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dot60"/>
          <p:cNvSpPr/>
          <p:nvPr/>
        </p:nvSpPr>
        <p:spPr>
          <a:xfrm>
            <a:off x="7136435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cell61"/>
          <p:cNvSpPr/>
          <p:nvPr/>
        </p:nvSpPr>
        <p:spPr>
          <a:xfrm>
            <a:off x="7781544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dot62"/>
          <p:cNvSpPr/>
          <p:nvPr/>
        </p:nvSpPr>
        <p:spPr>
          <a:xfrm>
            <a:off x="7913675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cell63"/>
          <p:cNvSpPr/>
          <p:nvPr/>
        </p:nvSpPr>
        <p:spPr>
          <a:xfrm>
            <a:off x="8558784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dot64"/>
          <p:cNvSpPr/>
          <p:nvPr/>
        </p:nvSpPr>
        <p:spPr>
          <a:xfrm>
            <a:off x="8690915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cell65"/>
          <p:cNvSpPr/>
          <p:nvPr/>
        </p:nvSpPr>
        <p:spPr>
          <a:xfrm>
            <a:off x="9336024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66"/>
          <p:cNvSpPr/>
          <p:nvPr/>
        </p:nvSpPr>
        <p:spPr>
          <a:xfrm>
            <a:off x="10113264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cell67"/>
          <p:cNvSpPr/>
          <p:nvPr/>
        </p:nvSpPr>
        <p:spPr>
          <a:xfrm>
            <a:off x="7004304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68"/>
          <p:cNvSpPr/>
          <p:nvPr/>
        </p:nvSpPr>
        <p:spPr>
          <a:xfrm>
            <a:off x="7781544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69"/>
          <p:cNvSpPr/>
          <p:nvPr/>
        </p:nvSpPr>
        <p:spPr>
          <a:xfrm>
            <a:off x="8558784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70"/>
          <p:cNvSpPr/>
          <p:nvPr/>
        </p:nvSpPr>
        <p:spPr>
          <a:xfrm>
            <a:off x="9336024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71"/>
          <p:cNvSpPr/>
          <p:nvPr/>
        </p:nvSpPr>
        <p:spPr>
          <a:xfrm>
            <a:off x="10113264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figure72" descr="십 칸 틀에 3개"/>
          <p:cNvSpPr/>
          <p:nvPr/>
        </p:nvSpPr>
        <p:spPr>
          <a:xfrm>
            <a:off x="7004304" y="2311781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7" name="S03-label73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비교해도 뺄셈</a:t>
            </a:r>
            <a:endParaRPr lang="ko-KR" sz="4400" dirty="0"/>
          </a:p>
        </p:txBody>
      </p:sp>
      <p:sp>
        <p:nvSpPr>
          <p:cNvPr id="3" name="S04-text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6개와 초콜릿 4개를 짝 지어요.</a:t>
            </a:r>
            <a:endParaRPr lang="ko-KR" sz="3200" dirty="0"/>
          </a:p>
        </p:txBody>
      </p:sp>
      <p:sp>
        <p:nvSpPr>
          <p:cNvPr id="4" name="S04-card7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7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6 − 4 = 2</a:t>
            </a:r>
            <a:endParaRPr lang="ko-KR" sz="32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4의 차는 2예요.</a:t>
            </a:r>
            <a:endParaRPr lang="ko-KR" sz="3200" dirty="0"/>
          </a:p>
        </p:txBody>
      </p:sp>
      <p:sp>
        <p:nvSpPr>
          <p:cNvPr id="6" name="S04-card77"/>
          <p:cNvSpPr/>
          <p:nvPr/>
        </p:nvSpPr>
        <p:spPr>
          <a:xfrm>
            <a:off x="548640" y="3816604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78"/>
          <p:cNvSpPr txBox="1"/>
          <p:nvPr/>
        </p:nvSpPr>
        <p:spPr>
          <a:xfrm>
            <a:off x="822960" y="3953764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윗줄 사탕, 아랫줄 초콜릿</a:t>
            </a:r>
            <a:endParaRPr lang="ko-KR" sz="3200" dirty="0"/>
          </a:p>
        </p:txBody>
      </p:sp>
      <p:sp>
        <p:nvSpPr>
          <p:cNvPr id="8" name="S04-card79"/>
          <p:cNvSpPr/>
          <p:nvPr/>
        </p:nvSpPr>
        <p:spPr>
          <a:xfrm>
            <a:off x="6208776" y="3816604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80"/>
          <p:cNvSpPr txBox="1"/>
          <p:nvPr/>
        </p:nvSpPr>
        <p:spPr>
          <a:xfrm>
            <a:off x="6483096" y="3953764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사탕이 2개 남아요</a:t>
            </a:r>
            <a:endParaRPr lang="ko-KR" sz="3200" dirty="0"/>
          </a:p>
        </p:txBody>
      </p:sp>
      <p:sp>
        <p:nvSpPr>
          <p:cNvPr id="10" name="S04-cell81"/>
          <p:cNvSpPr/>
          <p:nvPr/>
        </p:nvSpPr>
        <p:spPr>
          <a:xfrm>
            <a:off x="3729990" y="2011680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82"/>
          <p:cNvSpPr/>
          <p:nvPr/>
        </p:nvSpPr>
        <p:spPr>
          <a:xfrm>
            <a:off x="4518152" y="2011680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83"/>
          <p:cNvSpPr/>
          <p:nvPr/>
        </p:nvSpPr>
        <p:spPr>
          <a:xfrm>
            <a:off x="5306314" y="2011680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cell84"/>
          <p:cNvSpPr/>
          <p:nvPr/>
        </p:nvSpPr>
        <p:spPr>
          <a:xfrm>
            <a:off x="6094476" y="2011680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cell85"/>
          <p:cNvSpPr/>
          <p:nvPr/>
        </p:nvSpPr>
        <p:spPr>
          <a:xfrm>
            <a:off x="6882638" y="2011680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cell86"/>
          <p:cNvSpPr/>
          <p:nvPr/>
        </p:nvSpPr>
        <p:spPr>
          <a:xfrm>
            <a:off x="7670800" y="2011680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87"/>
          <p:cNvSpPr/>
          <p:nvPr/>
        </p:nvSpPr>
        <p:spPr>
          <a:xfrm>
            <a:off x="3729990" y="2799842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88"/>
          <p:cNvSpPr/>
          <p:nvPr/>
        </p:nvSpPr>
        <p:spPr>
          <a:xfrm>
            <a:off x="4518152" y="2799842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89"/>
          <p:cNvSpPr/>
          <p:nvPr/>
        </p:nvSpPr>
        <p:spPr>
          <a:xfrm>
            <a:off x="5306314" y="2799842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90"/>
          <p:cNvSpPr/>
          <p:nvPr/>
        </p:nvSpPr>
        <p:spPr>
          <a:xfrm>
            <a:off x="6094476" y="2799842"/>
            <a:ext cx="788162" cy="78816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91"/>
          <p:cNvSpPr/>
          <p:nvPr/>
        </p:nvSpPr>
        <p:spPr>
          <a:xfrm>
            <a:off x="6882638" y="2799842"/>
            <a:ext cx="788162" cy="7881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92"/>
          <p:cNvSpPr/>
          <p:nvPr/>
        </p:nvSpPr>
        <p:spPr>
          <a:xfrm>
            <a:off x="7670800" y="2799842"/>
            <a:ext cx="788162" cy="78816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figure93" descr="윗줄 사탕 6칸, 아랫줄 초콜릿 4칸을 색칠한 격자. 아랫줄 오른쪽 2칸이 비어 있다"/>
          <p:cNvSpPr/>
          <p:nvPr/>
        </p:nvSpPr>
        <p:spPr>
          <a:xfrm>
            <a:off x="3729990" y="2011680"/>
            <a:ext cx="4728972" cy="157632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 읽기</a:t>
            </a:r>
            <a:endParaRPr lang="ko-KR" sz="4400" dirty="0"/>
          </a:p>
        </p:txBody>
      </p:sp>
      <p:sp>
        <p:nvSpPr>
          <p:cNvPr id="3" name="S05-eqtext9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5 − 2 = 3</a:t>
            </a:r>
            <a:endParaRPr lang="ko-KR" sz="3600" dirty="0"/>
          </a:p>
        </p:txBody>
      </p:sp>
      <p:sp>
        <p:nvSpPr>
          <p:cNvPr id="4" name="S05-stepno95"/>
          <p:cNvSpPr txBox="1"/>
          <p:nvPr/>
        </p:nvSpPr>
        <p:spPr>
          <a:xfrm>
            <a:off x="548640" y="306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05-text96"/>
          <p:cNvSpPr txBox="1"/>
          <p:nvPr/>
        </p:nvSpPr>
        <p:spPr>
          <a:xfrm>
            <a:off x="1325880" y="3067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 −는 ‘빼기’라고 읽어요.</a:t>
            </a:r>
            <a:endParaRPr lang="ko-KR" sz="3200" dirty="0"/>
          </a:p>
        </p:txBody>
      </p:sp>
      <p:sp>
        <p:nvSpPr>
          <p:cNvPr id="6" name="S05-stepno97"/>
          <p:cNvSpPr txBox="1"/>
          <p:nvPr/>
        </p:nvSpPr>
        <p:spPr>
          <a:xfrm>
            <a:off x="548640" y="3781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05-text98"/>
          <p:cNvSpPr txBox="1"/>
          <p:nvPr/>
        </p:nvSpPr>
        <p:spPr>
          <a:xfrm>
            <a:off x="1325880" y="3781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빼기 2는 3과 같아요.</a:t>
            </a:r>
            <a:endParaRPr lang="ko-KR" sz="3200" dirty="0"/>
          </a:p>
        </p:txBody>
      </p:sp>
      <p:sp>
        <p:nvSpPr>
          <p:cNvPr id="8" name="S05-stepno99"/>
          <p:cNvSpPr txBox="1"/>
          <p:nvPr/>
        </p:nvSpPr>
        <p:spPr>
          <a:xfrm>
            <a:off x="548640" y="4494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05-text100"/>
          <p:cNvSpPr txBox="1"/>
          <p:nvPr/>
        </p:nvSpPr>
        <p:spPr>
          <a:xfrm>
            <a:off x="1325880" y="44942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5와 2의 차는 3이에요.</a:t>
            </a:r>
            <a:endParaRPr lang="ko-KR" sz="3200" dirty="0"/>
          </a:p>
        </p:txBody>
      </p:sp>
      <p:sp>
        <p:nvSpPr>
          <p:cNvPr id="10" name="S05-stepno101"/>
          <p:cNvSpPr txBox="1"/>
          <p:nvPr/>
        </p:nvSpPr>
        <p:spPr>
          <a:xfrm>
            <a:off x="548640" y="5207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05-text102"/>
          <p:cNvSpPr txBox="1"/>
          <p:nvPr/>
        </p:nvSpPr>
        <p:spPr>
          <a:xfrm>
            <a:off x="1325880" y="52075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수를 맨 앞에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가르기로 빼요</a:t>
            </a:r>
            <a:endParaRPr lang="ko-KR" sz="4400" dirty="0"/>
          </a:p>
        </p:txBody>
      </p:sp>
      <p:sp>
        <p:nvSpPr>
          <p:cNvPr id="3" name="S06-eqtext103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7 − 3 = □</a:t>
            </a:r>
            <a:endParaRPr lang="ko-KR" sz="3600" dirty="0"/>
          </a:p>
        </p:txBody>
      </p:sp>
      <p:sp>
        <p:nvSpPr>
          <p:cNvPr id="4" name="S06-eqtext104"/>
          <p:cNvSpPr txBox="1"/>
          <p:nvPr/>
        </p:nvSpPr>
        <p:spPr>
          <a:xfrm>
            <a:off x="6920911" y="2606040"/>
            <a:ext cx="4719401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600" dirty="0"/>
          </a:p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↙    ↘</a:t>
            </a:r>
            <a:endParaRPr lang="ko-KR" sz="3600" dirty="0"/>
          </a:p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3        4</a:t>
            </a:r>
            <a:endParaRPr lang="ko-KR" sz="3600" dirty="0"/>
          </a:p>
        </p:txBody>
      </p:sp>
      <p:sp>
        <p:nvSpPr>
          <p:cNvPr id="5" name="S06-stepno105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106"/>
          <p:cNvSpPr txBox="1"/>
          <p:nvPr/>
        </p:nvSpPr>
        <p:spPr>
          <a:xfrm>
            <a:off x="1325880" y="34244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7을 3과 몇으로 갈라요.</a:t>
            </a:r>
            <a:endParaRPr lang="ko-KR" sz="3200" dirty="0"/>
          </a:p>
        </p:txBody>
      </p:sp>
      <p:sp>
        <p:nvSpPr>
          <p:cNvPr id="7" name="S06-stepno107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108"/>
          <p:cNvSpPr txBox="1"/>
          <p:nvPr/>
        </p:nvSpPr>
        <p:spPr>
          <a:xfrm>
            <a:off x="1325880" y="413766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7은 3과 4로 갈라져요.</a:t>
            </a:r>
            <a:endParaRPr lang="ko-KR" sz="3200" dirty="0"/>
          </a:p>
        </p:txBody>
      </p:sp>
      <p:sp>
        <p:nvSpPr>
          <p:cNvPr id="9" name="S06-stepno109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110"/>
          <p:cNvSpPr txBox="1"/>
          <p:nvPr/>
        </p:nvSpPr>
        <p:spPr>
          <a:xfrm>
            <a:off x="1325880" y="485089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7 − 3 = 4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뺄셈식으로 나타내요</a:t>
            </a:r>
            <a:endParaRPr lang="ko-KR" sz="4400" dirty="0"/>
          </a:p>
        </p:txBody>
      </p:sp>
      <p:sp>
        <p:nvSpPr>
          <p:cNvPr id="3" name="S07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듣고 뺄셈식을 말해요.</a:t>
            </a:r>
            <a:endParaRPr lang="ko-KR" sz="3200" dirty="0"/>
          </a:p>
        </p:txBody>
      </p:sp>
      <p:sp>
        <p:nvSpPr>
          <p:cNvPr id="4" name="S07-card1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수(더 많은 수)를 맨 앞에 써요.</a:t>
            </a:r>
            <a:endParaRPr lang="ko-KR" sz="3200" dirty="0"/>
          </a:p>
        </p:txBody>
      </p:sp>
      <p:sp>
        <p:nvSpPr>
          <p:cNvPr id="6" name="S07-chip11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11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풍선 7개 중 3개가 터졌어요.</a:t>
            </a:r>
            <a:endParaRPr lang="ko-KR" sz="3200" dirty="0"/>
          </a:p>
        </p:txBody>
      </p:sp>
      <p:sp>
        <p:nvSpPr>
          <p:cNvPr id="8" name="S07-chip11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11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개구리 8마리 중 5마리가 갔어요.</a:t>
            </a:r>
            <a:endParaRPr lang="ko-KR" sz="3200" dirty="0"/>
          </a:p>
        </p:txBody>
      </p:sp>
      <p:sp>
        <p:nvSpPr>
          <p:cNvPr id="10" name="S07-chip11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11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 6자루, 지우개 2개. 연필이 몇 개 더 많아요?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뺄셈을 해 봐요</a:t>
            </a:r>
            <a:endParaRPr lang="ko-KR" sz="4400" dirty="0"/>
          </a:p>
        </p:txBody>
      </p:sp>
      <p:sp>
        <p:nvSpPr>
          <p:cNvPr id="3" name="S08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돌로 덜어 내거나 가르기로 해요.</a:t>
            </a:r>
            <a:endParaRPr lang="ko-KR" sz="3200" dirty="0"/>
          </a:p>
        </p:txBody>
      </p:sp>
      <p:sp>
        <p:nvSpPr>
          <p:cNvPr id="5" name="S08-chip12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eqtext12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5 − 1 = □</a:t>
            </a:r>
            <a:endParaRPr lang="ko-KR" sz="3600" dirty="0"/>
          </a:p>
        </p:txBody>
      </p:sp>
      <p:sp>
        <p:nvSpPr>
          <p:cNvPr id="7" name="S08-chip12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eqtext12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= □</a:t>
            </a:r>
            <a:endParaRPr lang="ko-KR" sz="3600" dirty="0"/>
          </a:p>
        </p:txBody>
      </p:sp>
      <p:sp>
        <p:nvSpPr>
          <p:cNvPr id="9" name="S08-chip12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eqtext12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9 − 6 = □</a:t>
            </a:r>
            <a:endParaRPr lang="ko-KR" sz="3600" dirty="0"/>
          </a:p>
        </p:txBody>
      </p:sp>
      <p:sp>
        <p:nvSpPr>
          <p:cNvPr id="11" name="S08-chip12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eqtext12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4 − 4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9-card130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31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꽃 7송이, 노란 꽃 3송이.</a:t>
            </a:r>
            <a:endParaRPr lang="ko-KR" sz="32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꽃이 몇 송이 더 많을까요?</a:t>
            </a:r>
            <a:endParaRPr lang="ko-KR" sz="3200" dirty="0"/>
          </a:p>
        </p:txBody>
      </p:sp>
      <p:sp>
        <p:nvSpPr>
          <p:cNvPr id="5" name="S09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9-chip134"/>
          <p:cNvSpPr txBox="1"/>
          <p:nvPr/>
        </p:nvSpPr>
        <p:spPr>
          <a:xfrm>
            <a:off x="548640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600" dirty="0"/>
          </a:p>
        </p:txBody>
      </p:sp>
      <p:sp>
        <p:nvSpPr>
          <p:cNvPr id="8" name="S09-eqtext135"/>
          <p:cNvSpPr txBox="1"/>
          <p:nvPr/>
        </p:nvSpPr>
        <p:spPr>
          <a:xfrm>
            <a:off x="548640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+ 3 = 10</a:t>
            </a:r>
            <a:endParaRPr lang="ko-KR" sz="3600" dirty="0"/>
          </a:p>
        </p:txBody>
      </p:sp>
      <p:sp>
        <p:nvSpPr>
          <p:cNvPr id="9" name="S09-chip136"/>
          <p:cNvSpPr txBox="1"/>
          <p:nvPr/>
        </p:nvSpPr>
        <p:spPr>
          <a:xfrm>
            <a:off x="6277356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600" dirty="0"/>
          </a:p>
        </p:txBody>
      </p:sp>
      <p:sp>
        <p:nvSpPr>
          <p:cNvPr id="10" name="S09-eqtext137"/>
          <p:cNvSpPr txBox="1"/>
          <p:nvPr/>
        </p:nvSpPr>
        <p:spPr>
          <a:xfrm>
            <a:off x="6277356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7 − 3 = 4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계산해요.</a:t>
            </a:r>
            <a:endParaRPr lang="ko-KR" sz="3200" dirty="0"/>
          </a:p>
        </p:txBody>
      </p:sp>
      <p:sp>
        <p:nvSpPr>
          <p:cNvPr id="4" name="S10-chip13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140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9마리 중 4마리가 날아갔어요.</a:t>
            </a:r>
            <a:endParaRPr lang="ko-KR" sz="3200" dirty="0"/>
          </a:p>
        </p:txBody>
      </p:sp>
      <p:sp>
        <p:nvSpPr>
          <p:cNvPr id="6" name="S10-chip14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eqtext14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7 − 2 = □</a:t>
            </a:r>
            <a:endParaRPr lang="ko-KR" sz="3600" dirty="0"/>
          </a:p>
        </p:txBody>
      </p:sp>
      <p:sp>
        <p:nvSpPr>
          <p:cNvPr id="8" name="S10-chip14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144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 5개, 공 8개. 공이 몇 개 더 많아요?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뺄셈식은?</a:t>
            </a:r>
            <a:endParaRPr lang="ko-KR" sz="4400" dirty="0"/>
          </a:p>
        </p:txBody>
      </p:sp>
      <p:sp>
        <p:nvSpPr>
          <p:cNvPr id="3" name="S12-text1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딸기 8개 중 3개를 먹었어요.</a:t>
            </a:r>
            <a:endParaRPr lang="ko-KR" sz="3200" dirty="0"/>
          </a:p>
        </p:txBody>
      </p:sp>
      <p:sp>
        <p:nvSpPr>
          <p:cNvPr id="4" name="S12-card1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딸기는 몇 개일까요? 어떻게 알았나요?</a:t>
            </a:r>
            <a:endParaRPr lang="ko-KR" sz="3200" dirty="0"/>
          </a:p>
        </p:txBody>
      </p:sp>
      <p:sp>
        <p:nvSpPr>
          <p:cNvPr id="6" name="S12-chip14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14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5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= 5</a:t>
            </a:r>
            <a:endParaRPr lang="ko-KR" sz="3200" dirty="0"/>
          </a:p>
        </p:txBody>
      </p:sp>
      <p:sp>
        <p:nvSpPr>
          <p:cNvPr id="9" name="S12-chip15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15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5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8 − 5 = 3</a:t>
            </a:r>
            <a:endParaRPr lang="ko-KR" sz="3200" dirty="0"/>
          </a:p>
        </p:txBody>
      </p:sp>
      <p:sp>
        <p:nvSpPr>
          <p:cNvPr id="12" name="S12-chip15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15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5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+ 5 = 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5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5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것이나 차이를 구할 때 뺄셈을 해요.</a:t>
            </a:r>
            <a:endParaRPr lang="ko-KR" sz="3200" dirty="0"/>
          </a:p>
        </p:txBody>
      </p:sp>
      <p:sp>
        <p:nvSpPr>
          <p:cNvPr id="5" name="S13-chip15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처음 수를 맨 앞에 쓰기</a:t>
            </a:r>
            <a:endParaRPr lang="ko-KR" sz="2600" dirty="0"/>
          </a:p>
        </p:txBody>
      </p:sp>
      <p:sp>
        <p:nvSpPr>
          <p:cNvPr id="6" name="S13-chip16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‘더 많다’를 보고 더하기</a:t>
            </a:r>
            <a:endParaRPr lang="ko-KR" sz="2600" dirty="0"/>
          </a:p>
        </p:txBody>
      </p:sp>
      <p:sp>
        <p:nvSpPr>
          <p:cNvPr id="7" name="S13-text16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eqtext16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6 − 2 = □</a:t>
            </a:r>
            <a:endParaRPr lang="ko-KR" sz="3000" dirty="0"/>
          </a:p>
        </p:txBody>
      </p:sp>
      <p:sp>
        <p:nvSpPr>
          <p:cNvPr id="9" name="S13-eqtext16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9 − 5 = □</a:t>
            </a:r>
            <a:endParaRPr lang="ko-KR" sz="3000" dirty="0"/>
          </a:p>
        </p:txBody>
      </p:sp>
      <p:sp>
        <p:nvSpPr>
          <p:cNvPr id="10" name="S13-eqtext16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3 − 3 = □</a:t>
            </a:r>
            <a:endParaRPr lang="ko-KR" sz="3000" dirty="0"/>
          </a:p>
        </p:txBody>
      </p:sp>
      <p:sp>
        <p:nvSpPr>
          <p:cNvPr id="11" name="S13-text16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50까지의 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돌로 가르기</a:t>
            </a:r>
            <a:endParaRPr lang="ko-KR" sz="4400" dirty="0"/>
          </a:p>
        </p:txBody>
      </p:sp>
      <p:sp>
        <p:nvSpPr>
          <p:cNvPr id="3" name="S14-text1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 6개를 2개와 몇 개로 가를까요?</a:t>
            </a:r>
            <a:endParaRPr lang="ko-KR" sz="3200" dirty="0"/>
          </a:p>
        </p:txBody>
      </p:sp>
      <p:sp>
        <p:nvSpPr>
          <p:cNvPr id="4" name="S14-card1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6은 2와 4로 갈라요. 2와 4를 모으면 6!</a:t>
            </a:r>
            <a:endParaRPr lang="ko-KR" sz="3200" dirty="0"/>
          </a:p>
        </p:txBody>
      </p:sp>
      <p:sp>
        <p:nvSpPr>
          <p:cNvPr id="6" name="S14-dot169"/>
          <p:cNvSpPr/>
          <p:nvPr/>
        </p:nvSpPr>
        <p:spPr>
          <a:xfrm>
            <a:off x="26860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4-dot170"/>
          <p:cNvSpPr/>
          <p:nvPr/>
        </p:nvSpPr>
        <p:spPr>
          <a:xfrm>
            <a:off x="337185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figure171" descr="주황 점 2개"/>
          <p:cNvSpPr/>
          <p:nvPr/>
        </p:nvSpPr>
        <p:spPr>
          <a:xfrm>
            <a:off x="2555748" y="2963799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14-label172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0" name="S14-dot173"/>
          <p:cNvSpPr/>
          <p:nvPr/>
        </p:nvSpPr>
        <p:spPr>
          <a:xfrm>
            <a:off x="77061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4-dot174"/>
          <p:cNvSpPr/>
          <p:nvPr/>
        </p:nvSpPr>
        <p:spPr>
          <a:xfrm>
            <a:off x="83919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4-dot175"/>
          <p:cNvSpPr/>
          <p:nvPr/>
        </p:nvSpPr>
        <p:spPr>
          <a:xfrm>
            <a:off x="90777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dot176"/>
          <p:cNvSpPr/>
          <p:nvPr/>
        </p:nvSpPr>
        <p:spPr>
          <a:xfrm>
            <a:off x="9763506" y="30941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figure177" descr="파란 점 4개"/>
          <p:cNvSpPr/>
          <p:nvPr/>
        </p:nvSpPr>
        <p:spPr>
          <a:xfrm>
            <a:off x="7575804" y="2963799"/>
            <a:ext cx="27432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4-label178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뺄셈의 뜻</dc:title>
  <dc:subject>KR22-G01-MAT-SUB-L01</dc:subject>
  <dc:creator>education-ppt</dc:creator>
  <cp:lastModifiedBy>education-ppt</cp:lastModifiedBy>
  <cp:revision>1</cp:revision>
  <dcterms:created xsi:type="dcterms:W3CDTF">2026-10-26T06:24:13Z</dcterms:created>
  <dcterms:modified xsi:type="dcterms:W3CDTF">2026-10-26T06:24:13Z</dcterms:modified>
</cp:coreProperties>
</file>