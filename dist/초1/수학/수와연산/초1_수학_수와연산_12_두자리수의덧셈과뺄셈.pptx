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c7a9c5c-12d6-b590-00c6-41ee29f074e9}">
          <p14:sldIdLst>
            <p14:sldId id="256"/>
            <p14:sldId id="257"/>
          </p14:sldIdLst>
        </p14:section>
        <p14:section name="개념" id="{941929f3-79f3-9c04-f0ed-916c6f79515f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b0942a0f-dafa-734d-e18e-490248d1c95c}">
          <p14:sldIdLst>
            <p14:sldId id="261"/>
            <p14:sldId id="264"/>
            <p14:sldId id="265"/>
          </p14:sldIdLst>
        </p14:section>
        <p14:section name="개념" id="{a9b0babb-849f-2a85-f108-bec4a26026a4}">
          <p14:sldIdLst/>
        </p14:section>
        <p14:section name="연습" id="{40a56033-099e-3b2c-1943-413668e1c98d}">
          <p14:sldIdLst/>
        </p14:section>
        <p14:section name="확인" id="{343cb472-b317-a9f4-f614-f121267e4380}">
          <p14:sldIdLst>
            <p14:sldId id="266"/>
            <p14:sldId id="267"/>
            <p14:sldId id="268"/>
          </p14:sldIdLst>
        </p14:section>
        <p14:section name="정리" id="{6aa87574-10d0-dc9d-bc16-b4278bacd072}">
          <p14:sldIdLst>
            <p14:sldId id="269"/>
          </p14:sldIdLst>
        </p14:section>
        <p14:section name="보충" id="{eea8a290-a457-ec12-bc96-f8055b1da20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100까지의 수에서 배운 ‘10개씩 묶음과 낱개’로 계산한다는 것을 알려 줍니다.
시간: 약 2분
이렇게 말해 보세요
- “오른쪽 그림은 얼마야? 막대 3개, 낱개 2개니까 32지.”
- “여기에 낱개 5개를 더하면 얼마가 될까? 오늘은 큰 수도 묶음과 낱개로 나누어 쉽게 더하고 빼는 방법을 배울 거야.”
예상 답
- “32요.” “37이요.”
막히면
- 막대를 ‘십, 이십, 삼십’으로 센 뒤 낱개를 ‘삼십일, 삼십이’로 이어 셉니다.
주의
- 빨대 묶음(10개씩 고무줄로 묶은 것)을 미리 9개 만들어 두면 수업 내내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확인(묶음과 낱개, 한 자리 수 계산, 받아내림)]
목적: 오늘 계산에 쓰이는 ‘묶음과 낱개로 수 나타내기’와 한 자리 수 덧셈·뺄셈, 지난 차시의 받아내림이 되는지 확인합니다.
시간: 약 3분
이렇게 말해 보세요
- “①은 10개씩 묶음 4개와 낱개 3개야. 얼마일까?”
- “②, ③은 쉬운 덧셈과 뺄셈, ④는 지난 시간에 배운 뺄셈이야.”
정답
- ① 43
- ② 9
- ③ 4
- ④ 8
막히면
- ①은 빨대 묶음과 낱개로 놓아 보게 합니다.
- ①이나 ②·③이 틀리면 S15(보충)를 먼저 합니다. 보충으로도 어려우면 7차시 ‘100까지의 수’(KR22-G01-MAT-NUM100-L01)를 다시 합니다.
주의
- ④는 계획상 선수 차시인 11차시 ‘받아내림이 있는 뺄셈’(KR22-G01-MAT-BORROW-L01)의 복습입니다. 오늘 계산에는 받아내림이 없으므로 ④만 틀렸다면 오늘 수업을 진행하고 그 차시를 따로 복습합니다.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(몇십몇) + (몇): 낱개끼리 더하기]
목적: (몇십몇) + (몇)은 낱개끼리만 더하고 묶음의 수는 그대로라는 것을 압니다.
시간: 약 3분
이렇게 말해 보세요
- “32에 낱개 5개를 더해. 막대가 늘어날까, 낱개가 늘어날까?”
- “낱개 2개와 5개를 모으면 7개. 막대는 그대로 3개. 그래서 37이야.”
예상 답
- “낱개가 늘어나요. 37이에요.”
막히면
- 빨대 묶음 3개와 낱개 2개를 놓고, 낱개 5개를 낱개 옆에 놓아 함께 셉니다.
주의
- 낱개끼리 더한 수가 10을 넘지 않는 문제만 다룹니다(받아올림 없음).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(몇십몇) + (몇십몇): 묶음끼리, 낱개끼리]
목적: 두 자리 수끼리 더할 때 묶음은 묶음끼리, 낱개는 낱개끼리 더한다는 것을 압니다.
시간: 약 3분
이렇게 말해 보세요
- “막대는 모두 몇 개야? 2개와 1개, 3개. 낱개는? 3개와 4개, 7개.”
- “막대 3개, 낱개 7개니까 23 + 14 = 37이야.”
예상 답
- “막대 3개, 낱개 7개. 37이에요.”
막히면
- 빨대 묶음과 낱개를 두 무더기로 놓은 뒤, 묶음은 묶음끼리, 낱개는 낱개끼리 한곳에 모읍니다.
주의
- 막대 하나는 10을, 낱개 하나는 1을 나타낸다는 것을 다시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표에 자리를 맞추어 더하기 시범]
목적: 수를 ‘묶음 | 낱개’ 표에 맞추어 쓰고 같은 칸끼리 더하는 방법을 시범으로 보여 줍니다.
시간: 약 4분
이렇게 말해 보세요
- “41은 묶음 4, 낱개 1. 25는 묶음 2, 낱개 5. 표에 이렇게 맞추어 써.”
- “낱개 칸끼리 1 + 5 = 6, 묶음 칸끼리 4 + 2 = 6. 그래서 66이야.”
예상 답
- “낱개는 6, 묶음도 6. 66이에요.”
막히면
- 종이 표에 아이가 직접 4, 1, 2, 5를 쓰게 한 뒤, 칸을 손가락으로 짚으며 더합니다.
- 묶음과 낱개의 답을 바꾸어 쓰면(M2) 표의 칸 이름을 다시 읽어 줍니다.
주의
- 낱개부터 계산하는 습관을 들이면, 2학년에서 받아올림이 있는 계산을 배울 때 도움이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연습(덧셈)]
목적: 도움을 받으며 받아올림이 없는 두 자리 수의 덧셈을 묶음끼리, 낱개끼리 계산합니다.
시간: 약 4분
이렇게 말해 보세요
- “①은 41 + 6이야. 6은 낱개야, 묶음이야? 그럼 어디에 더할까?”
- “②는 묶음 3개와 묶음 2개를 더해. 묶음 5개는 얼마야?”
정답
- ① 47
- ② 50
- ③ 37
- ④ 86
막히면
- 종이 ‘묶음 | 낱개’ 표에 두 수를 맞추어 쓰게 합니다.
- 빨대 묶음과 낱개로 직접 모읍니다.
주의
- ②를 5라고 하면 “묶음이 5개면 빨대가 몇 개야?”라고 묻습니다(M3).
- 지치면 여기서 쉬고, 다음에 S07(뺄셈)부터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(몇십몇) − (몇십몇): 묶음끼리, 낱개끼리 빼기]
목적: 두 자리 수의 뺄셈도 묶음은 묶음끼리, 낱개는 낱개끼리 뺀다는 것을 압니다.
시간: 약 3분
이렇게 말해 보세요
- “47은 10개씩 묶음 4개와 낱개 7개야. 23을 빼려면 묶음 몇 개, 낱개 몇 개를 빼야 할까?”
- “묶음 2개를 빼면 2개 남고, 낱개 3개를 빼면 4개 남아. 그래서 24야.”
예상 답
- “묶음 2개, 낱개 3개를 빼요. 24예요.”
막히면
- 빨대 묶음 4개와 낱개 7개를 놓고, 묶음 2개와 낱개 3개를 덜어 냅니다.
주의
- 왼쪽 그림의 한 줄은 10개씩 묶음 하나입니다. ×표 한 두 줄이 묶음 2개, 오른쪽 ×표 3개가 낱개 3개입니다.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표에 자리를 맞추어 빼기 시범]
목적: 뺄셈도 표에 자리를 맞추어 같은 칸끼리 빼는 방법을 시범으로 보여 줍니다.
시간: 약 3분
이렇게 말해 보세요
- “58은 묶음 5, 낱개 8. 32는 묶음 3, 낱개 2. 표에 맞추어 써 보자.”
- “낱개 칸끼리 8 − 2 = 6, 묶음 칸끼리 5 − 3 = 2. 그래서 26이야.”
예상 답
- “낱개는 6, 묶음은 2. 26이에요.”
막히면
- 빨대 묶음 5개와 낱개 8개에서 묶음 3개, 낱개 2개를 덜어 냅니다.
주의
- 뺄셈은 앞의 수(58)를 위에, 빼는 수(32)를 아래에 씁니다. 순서를 바꾸지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연습(뺄셈)]
목적: 도움을 받으며 받아내림이 없는 두 자리 수의 뺄셈을 묶음끼리, 낱개끼리 계산합니다.
시간: 약 3분
이렇게 말해 보세요
- “①은 36 − 4야. 4는 낱개지? 낱개 6개에서 4개를 빼면?”
- “③, ④는 표에 맞추어 써서 해 보자.”
정답
- ① 32
- ② 30
- ③ 33
- ④ 46
막히면
- 종이 ‘묶음 | 낱개’ 표에 두 수를 맞추어 쓰게 합니다.
- 빨대로 직접 덜어 냅니다.
주의
- ①에서 4를 묶음 3에서 빼려고 하면 막힙니다. “4는 낱개야.”라고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비교(한 자리 수를 묶음에 더하기)]
목적: 한 자리 수를 묶음의 수에 더하는 실수를 찾고 바로잡습니다(M1).
시간: 약 3분
이렇게 말해 보세요
- “토끼는 82, 곰은 37이래. 5는 묶음 5개일까, 낱개 5개일까?”
- “32에 낱개 5개를 더했는데 82가 될 수 있을까? 빨대로 해 보자.”
예상 답
- “곰이요. 5는 낱개라서 낱개끼리 더해야 해요.”
정답
- 곰이 맞습니다. 32 + 5 = 37입니다.
- 토끼는 낱개 5를 묶음 3에 더해서, 낱개 5개 대신 묶음 5개(50)를 더한 셈이 되었습니다.
막히면
- 빨대 묶음 3개, 낱개 2개에 낱개 5개를 더 놓고 묶음이 늘었는지 봅니다.
주의
- ‘한 자리 수는 낱개’라는 약속을 정리해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받아올림·받아내림이 없는 두 자리 수의 덧셈과 뺄셈을 할 수 있는지 확인합니다.
시간: 약 5분
이렇게 말해 보세요
- “이번에는 혼자 해 볼래? 다 하면 ‘낱개끼리 몇, 묶음끼리 몇’으로 어떻게 했는지 말해 줘.”
정답
- ① 57
- ② 58
- ③ 74
- ④ 23
막히면
- 바로 알려 주지 말고 “낱개는 낱개끼리 해 볼까?”라고만 말합니다.
- 도움을 받아 해결했다면 기록표에 ‘도움’으로 표시합니다.
주의
- 답이 맞아도 방법을 말하지 못하면 기록표의 ‘답만’에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빨대로 다시 해 보자.”
정답
- ① 57 ② 58 ③ 74 ④ 23
막히면
- ①이 84이거나 ③이 29이면 S10으로 돌아갑니다(M1).
- ②, ④에서 묶음과 낱개를 바꾸어 썼다면 S05의 표로 다시 합니다(M2).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확인(이야기에 맞는 식)]
목적: 처음 보는 이야기에서 알맞은 뺄셈식을 고르고 계산이 맞는지 판단하는지 확인합니다.
시간: 약 2분
이렇게 말해 보세요
- “색종이를 썼으면 늘어날까, 줄어들까? 알맞은 식은 어느 것일까?”
정답
- 나(35 − 12 = 23). 쓴 만큼 줄어들므로 뺄셈이고, 묶음 3 − 1 = 2, 낱개 5 − 2 = 3으로 23장 남습니다.
- 가는 더해서 틀렸고, 다는 12 대신 2만 뺐습니다.
막히면
- 빨대 묶음 3개와 낱개 5개로 이야기대로 덜어 냅니다.
주의
- 다를 고르면 12를 ‘묶음 1개, 낱개 2개’로 나누어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“오늘 배운 것을 말해 볼래? 23 + 14는 어떻게 계산했어?”
예상 답
- “낱개끼리 3 + 4 = 7, 묶음끼리 2 + 1 = 3. 37이에요.”
정답
- ① 48 ② 90 ③ 53
막히면
- S04와 S07의 그림을 다시 보여 줍니다.
주의
- 이것으로 1학년 ‘수와 연산’의 계산 차시가 끝납니다. 다음 차시(몇째인지 알기)는 순서를 나타내는 말을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보충(묶음과 낱개)]
목적: S02에서 묶음과 낱개로 수를 나타내기가 흔들리면, 두 자리 수 계산 전에 빨대로 다시 익힙니다.
시간: 약 5분
이렇게 말해 보세요
- “묶음은 몇 개, 낱개는 몇 개야? 그럼 얼마일까?”
- “이번에는 빨대로 52를 만들어 볼까?”
정답
- 36, 52는 묶음 5개와 낱개 2개
막히면
- 묶음을 ‘십, 이십, 삼십’으로 센 뒤 낱개를 ‘삼십일 … 삼십육’으로 이어 셉니다.
주의
- 보충으로도 어려우면 7차시 ‘100까지의 수’(KR22-G01-MAT-NUM100-L01)를 먼저 다시 합니다. 계획상 선수 차시인 11차시 ‘받아내림이 있는 뺄셈’(KR22-G01-MAT-BORROW-L01)은 오늘 계산에 직접 쓰이지 않습니다.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12차시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두 자리 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두 자리 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두 자리 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자리 수 덧셈·뺄셈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+ 5는 얼마일까?</a:t>
            </a:r>
            <a:endParaRPr lang="ko-KR" sz="3200" dirty="0"/>
          </a:p>
        </p:txBody>
      </p:sp>
      <p:sp>
        <p:nvSpPr>
          <p:cNvPr id="4" name="S01-rod1"/>
          <p:cNvSpPr/>
          <p:nvPr/>
        </p:nvSpPr>
        <p:spPr>
          <a:xfrm>
            <a:off x="8788791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8788791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>
            <a:off x="8788791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>
            <a:off x="8788791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>
            <a:off x="8788791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>
            <a:off x="8788791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>
            <a:off x="8788791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>
            <a:off x="8788791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>
            <a:off x="8788791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>
            <a:off x="8788791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rod11"/>
          <p:cNvSpPr/>
          <p:nvPr/>
        </p:nvSpPr>
        <p:spPr>
          <a:xfrm>
            <a:off x="9238957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>
            <a:off x="9238957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>
            <a:off x="9238957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>
            <a:off x="9238957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>
            <a:off x="9238957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>
            <a:off x="9238957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>
            <a:off x="9238957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>
            <a:off x="9238957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>
            <a:off x="9238957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>
            <a:off x="9238957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rod21"/>
          <p:cNvSpPr/>
          <p:nvPr/>
        </p:nvSpPr>
        <p:spPr>
          <a:xfrm>
            <a:off x="9689123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>
            <a:off x="9689123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>
            <a:off x="9689123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>
            <a:off x="9689123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>
            <a:off x="9689123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>
            <a:off x="9689123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>
            <a:off x="9689123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>
            <a:off x="9689123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>
            <a:off x="9689123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>
            <a:off x="9689123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unit31"/>
          <p:cNvSpPr/>
          <p:nvPr/>
        </p:nvSpPr>
        <p:spPr>
          <a:xfrm>
            <a:off x="10139289" y="3158197"/>
            <a:ext cx="281354" cy="28135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1-unit32"/>
          <p:cNvSpPr/>
          <p:nvPr/>
        </p:nvSpPr>
        <p:spPr>
          <a:xfrm>
            <a:off x="10139289" y="2806505"/>
            <a:ext cx="281354" cy="28135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1-figure33" descr="10개 막대 3개와 낱개 2개"/>
          <p:cNvSpPr/>
          <p:nvPr/>
        </p:nvSpPr>
        <p:spPr>
          <a:xfrm>
            <a:off x="7680960" y="696351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01-card34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8" name="S01-cardtext35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묶음끼리, 낱개끼리 더해요.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묶음끼리, 낱개끼리 빼요.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3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3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4개, 낱개 3개는?</a:t>
            </a:r>
            <a:endParaRPr lang="ko-KR" sz="3200" dirty="0"/>
          </a:p>
        </p:txBody>
      </p:sp>
      <p:sp>
        <p:nvSpPr>
          <p:cNvPr id="5" name="S02-chip38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39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+ 4 = □</a:t>
            </a:r>
            <a:endParaRPr lang="ko-KR" sz="3600" dirty="0"/>
          </a:p>
        </p:txBody>
      </p:sp>
      <p:sp>
        <p:nvSpPr>
          <p:cNvPr id="7" name="S02-chip40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41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7 − 3 = □</a:t>
            </a:r>
            <a:endParaRPr lang="ko-KR" sz="3600" dirty="0"/>
          </a:p>
        </p:txBody>
      </p:sp>
      <p:sp>
        <p:nvSpPr>
          <p:cNvPr id="9" name="S02-chip42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0" name="S02-eqtext43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14 − 6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낱개끼리 더해요</a:t>
            </a:r>
            <a:endParaRPr lang="ko-KR" sz="4400" dirty="0"/>
          </a:p>
        </p:txBody>
      </p:sp>
      <p:sp>
        <p:nvSpPr>
          <p:cNvPr id="3" name="S03-card4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4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+ 5 = 37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낱개끼리 더해요. 2 + 5 = 7, 묶음은 그대로 3개</a:t>
            </a:r>
            <a:endParaRPr lang="ko-KR" sz="3200" dirty="0"/>
          </a:p>
        </p:txBody>
      </p:sp>
      <p:sp>
        <p:nvSpPr>
          <p:cNvPr id="5" name="S03-rod46"/>
          <p:cNvSpPr/>
          <p:nvPr/>
        </p:nvSpPr>
        <p:spPr>
          <a:xfrm>
            <a:off x="2408522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3-line47"/>
          <p:cNvSpPr/>
          <p:nvPr/>
        </p:nvSpPr>
        <p:spPr>
          <a:xfrm>
            <a:off x="2408522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3-line48"/>
          <p:cNvSpPr/>
          <p:nvPr/>
        </p:nvSpPr>
        <p:spPr>
          <a:xfrm>
            <a:off x="2408522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49"/>
          <p:cNvSpPr/>
          <p:nvPr/>
        </p:nvSpPr>
        <p:spPr>
          <a:xfrm>
            <a:off x="2408522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50"/>
          <p:cNvSpPr/>
          <p:nvPr/>
        </p:nvSpPr>
        <p:spPr>
          <a:xfrm>
            <a:off x="2408522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51"/>
          <p:cNvSpPr/>
          <p:nvPr/>
        </p:nvSpPr>
        <p:spPr>
          <a:xfrm>
            <a:off x="2408522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52"/>
          <p:cNvSpPr/>
          <p:nvPr/>
        </p:nvSpPr>
        <p:spPr>
          <a:xfrm>
            <a:off x="2408522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53"/>
          <p:cNvSpPr/>
          <p:nvPr/>
        </p:nvSpPr>
        <p:spPr>
          <a:xfrm>
            <a:off x="2408522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54"/>
          <p:cNvSpPr/>
          <p:nvPr/>
        </p:nvSpPr>
        <p:spPr>
          <a:xfrm>
            <a:off x="2408522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55"/>
          <p:cNvSpPr/>
          <p:nvPr/>
        </p:nvSpPr>
        <p:spPr>
          <a:xfrm>
            <a:off x="2408522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rod56"/>
          <p:cNvSpPr/>
          <p:nvPr/>
        </p:nvSpPr>
        <p:spPr>
          <a:xfrm>
            <a:off x="2845519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line57"/>
          <p:cNvSpPr/>
          <p:nvPr/>
        </p:nvSpPr>
        <p:spPr>
          <a:xfrm>
            <a:off x="2845519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58"/>
          <p:cNvSpPr/>
          <p:nvPr/>
        </p:nvSpPr>
        <p:spPr>
          <a:xfrm>
            <a:off x="2845519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59"/>
          <p:cNvSpPr/>
          <p:nvPr/>
        </p:nvSpPr>
        <p:spPr>
          <a:xfrm>
            <a:off x="2845519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60"/>
          <p:cNvSpPr/>
          <p:nvPr/>
        </p:nvSpPr>
        <p:spPr>
          <a:xfrm>
            <a:off x="2845519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61"/>
          <p:cNvSpPr/>
          <p:nvPr/>
        </p:nvSpPr>
        <p:spPr>
          <a:xfrm>
            <a:off x="2845519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62"/>
          <p:cNvSpPr/>
          <p:nvPr/>
        </p:nvSpPr>
        <p:spPr>
          <a:xfrm>
            <a:off x="2845519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63"/>
          <p:cNvSpPr/>
          <p:nvPr/>
        </p:nvSpPr>
        <p:spPr>
          <a:xfrm>
            <a:off x="2845519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64"/>
          <p:cNvSpPr/>
          <p:nvPr/>
        </p:nvSpPr>
        <p:spPr>
          <a:xfrm>
            <a:off x="2845519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65"/>
          <p:cNvSpPr/>
          <p:nvPr/>
        </p:nvSpPr>
        <p:spPr>
          <a:xfrm>
            <a:off x="2845519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rod66"/>
          <p:cNvSpPr/>
          <p:nvPr/>
        </p:nvSpPr>
        <p:spPr>
          <a:xfrm>
            <a:off x="3282516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line67"/>
          <p:cNvSpPr/>
          <p:nvPr/>
        </p:nvSpPr>
        <p:spPr>
          <a:xfrm>
            <a:off x="3282516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68"/>
          <p:cNvSpPr/>
          <p:nvPr/>
        </p:nvSpPr>
        <p:spPr>
          <a:xfrm>
            <a:off x="3282516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69"/>
          <p:cNvSpPr/>
          <p:nvPr/>
        </p:nvSpPr>
        <p:spPr>
          <a:xfrm>
            <a:off x="3282516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70"/>
          <p:cNvSpPr/>
          <p:nvPr/>
        </p:nvSpPr>
        <p:spPr>
          <a:xfrm>
            <a:off x="3282516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71"/>
          <p:cNvSpPr/>
          <p:nvPr/>
        </p:nvSpPr>
        <p:spPr>
          <a:xfrm>
            <a:off x="3282516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72"/>
          <p:cNvSpPr/>
          <p:nvPr/>
        </p:nvSpPr>
        <p:spPr>
          <a:xfrm>
            <a:off x="3282516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73"/>
          <p:cNvSpPr/>
          <p:nvPr/>
        </p:nvSpPr>
        <p:spPr>
          <a:xfrm>
            <a:off x="3282516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74"/>
          <p:cNvSpPr/>
          <p:nvPr/>
        </p:nvSpPr>
        <p:spPr>
          <a:xfrm>
            <a:off x="3282516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75"/>
          <p:cNvSpPr/>
          <p:nvPr/>
        </p:nvSpPr>
        <p:spPr>
          <a:xfrm>
            <a:off x="3282516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unit76"/>
          <p:cNvSpPr/>
          <p:nvPr/>
        </p:nvSpPr>
        <p:spPr>
          <a:xfrm>
            <a:off x="3719514" y="3770333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unit77"/>
          <p:cNvSpPr/>
          <p:nvPr/>
        </p:nvSpPr>
        <p:spPr>
          <a:xfrm>
            <a:off x="3719514" y="3428929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figure78" descr="10개 막대 3개와 낱개 2개"/>
          <p:cNvSpPr/>
          <p:nvPr/>
        </p:nvSpPr>
        <p:spPr>
          <a:xfrm>
            <a:off x="548640" y="1380505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03-label79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ko-KR" sz="2600" dirty="0"/>
          </a:p>
        </p:txBody>
      </p:sp>
      <p:sp>
        <p:nvSpPr>
          <p:cNvPr id="39" name="S03-unit80"/>
          <p:cNvSpPr/>
          <p:nvPr/>
        </p:nvSpPr>
        <p:spPr>
          <a:xfrm>
            <a:off x="8769874" y="3770333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3-unit81"/>
          <p:cNvSpPr/>
          <p:nvPr/>
        </p:nvSpPr>
        <p:spPr>
          <a:xfrm>
            <a:off x="8769874" y="3428929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3-unit82"/>
          <p:cNvSpPr/>
          <p:nvPr/>
        </p:nvSpPr>
        <p:spPr>
          <a:xfrm>
            <a:off x="8769874" y="3087525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3-unit83"/>
          <p:cNvSpPr/>
          <p:nvPr/>
        </p:nvSpPr>
        <p:spPr>
          <a:xfrm>
            <a:off x="8769874" y="2746121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3-unit84"/>
          <p:cNvSpPr/>
          <p:nvPr/>
        </p:nvSpPr>
        <p:spPr>
          <a:xfrm>
            <a:off x="8769874" y="2404717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3-figure85" descr="낱개 5개"/>
          <p:cNvSpPr/>
          <p:nvPr/>
        </p:nvSpPr>
        <p:spPr>
          <a:xfrm>
            <a:off x="6254496" y="1380505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03-label86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묶음끼리, 낱개끼리</a:t>
            </a:r>
            <a:endParaRPr lang="ko-KR" sz="4400" dirty="0"/>
          </a:p>
        </p:txBody>
      </p:sp>
      <p:sp>
        <p:nvSpPr>
          <p:cNvPr id="3" name="S04-card8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8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+ 14 = 37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묶음: 2 + 1 = 3,  낱개: 3 + 4 = 7</a:t>
            </a:r>
            <a:endParaRPr lang="ko-KR" sz="3200" dirty="0"/>
          </a:p>
        </p:txBody>
      </p:sp>
      <p:sp>
        <p:nvSpPr>
          <p:cNvPr id="5" name="S04-rod89"/>
          <p:cNvSpPr/>
          <p:nvPr/>
        </p:nvSpPr>
        <p:spPr>
          <a:xfrm>
            <a:off x="2627021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line90"/>
          <p:cNvSpPr/>
          <p:nvPr/>
        </p:nvSpPr>
        <p:spPr>
          <a:xfrm>
            <a:off x="2627021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4-line91"/>
          <p:cNvSpPr/>
          <p:nvPr/>
        </p:nvSpPr>
        <p:spPr>
          <a:xfrm>
            <a:off x="2627021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92"/>
          <p:cNvSpPr/>
          <p:nvPr/>
        </p:nvSpPr>
        <p:spPr>
          <a:xfrm>
            <a:off x="2627021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93"/>
          <p:cNvSpPr/>
          <p:nvPr/>
        </p:nvSpPr>
        <p:spPr>
          <a:xfrm>
            <a:off x="2627021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94"/>
          <p:cNvSpPr/>
          <p:nvPr/>
        </p:nvSpPr>
        <p:spPr>
          <a:xfrm>
            <a:off x="2627021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95"/>
          <p:cNvSpPr/>
          <p:nvPr/>
        </p:nvSpPr>
        <p:spPr>
          <a:xfrm>
            <a:off x="2627021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line96"/>
          <p:cNvSpPr/>
          <p:nvPr/>
        </p:nvSpPr>
        <p:spPr>
          <a:xfrm>
            <a:off x="2627021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97"/>
          <p:cNvSpPr/>
          <p:nvPr/>
        </p:nvSpPr>
        <p:spPr>
          <a:xfrm>
            <a:off x="2627021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98"/>
          <p:cNvSpPr/>
          <p:nvPr/>
        </p:nvSpPr>
        <p:spPr>
          <a:xfrm>
            <a:off x="2627021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rod99"/>
          <p:cNvSpPr/>
          <p:nvPr/>
        </p:nvSpPr>
        <p:spPr>
          <a:xfrm>
            <a:off x="3064018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line100"/>
          <p:cNvSpPr/>
          <p:nvPr/>
        </p:nvSpPr>
        <p:spPr>
          <a:xfrm>
            <a:off x="3064018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4-line101"/>
          <p:cNvSpPr/>
          <p:nvPr/>
        </p:nvSpPr>
        <p:spPr>
          <a:xfrm>
            <a:off x="3064018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102"/>
          <p:cNvSpPr/>
          <p:nvPr/>
        </p:nvSpPr>
        <p:spPr>
          <a:xfrm>
            <a:off x="3064018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103"/>
          <p:cNvSpPr/>
          <p:nvPr/>
        </p:nvSpPr>
        <p:spPr>
          <a:xfrm>
            <a:off x="3064018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104"/>
          <p:cNvSpPr/>
          <p:nvPr/>
        </p:nvSpPr>
        <p:spPr>
          <a:xfrm>
            <a:off x="3064018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105"/>
          <p:cNvSpPr/>
          <p:nvPr/>
        </p:nvSpPr>
        <p:spPr>
          <a:xfrm>
            <a:off x="3064018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line106"/>
          <p:cNvSpPr/>
          <p:nvPr/>
        </p:nvSpPr>
        <p:spPr>
          <a:xfrm>
            <a:off x="3064018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107"/>
          <p:cNvSpPr/>
          <p:nvPr/>
        </p:nvSpPr>
        <p:spPr>
          <a:xfrm>
            <a:off x="3064018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108"/>
          <p:cNvSpPr/>
          <p:nvPr/>
        </p:nvSpPr>
        <p:spPr>
          <a:xfrm>
            <a:off x="3064018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unit109"/>
          <p:cNvSpPr/>
          <p:nvPr/>
        </p:nvSpPr>
        <p:spPr>
          <a:xfrm>
            <a:off x="3501015" y="3770333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4-unit110"/>
          <p:cNvSpPr/>
          <p:nvPr/>
        </p:nvSpPr>
        <p:spPr>
          <a:xfrm>
            <a:off x="3501015" y="3428929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unit111"/>
          <p:cNvSpPr/>
          <p:nvPr/>
        </p:nvSpPr>
        <p:spPr>
          <a:xfrm>
            <a:off x="3501015" y="3087525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4-figure112" descr="10개 막대 2개와 낱개 3개"/>
          <p:cNvSpPr/>
          <p:nvPr/>
        </p:nvSpPr>
        <p:spPr>
          <a:xfrm>
            <a:off x="548640" y="1380505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4-label113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ko-KR" sz="2600" dirty="0"/>
          </a:p>
        </p:txBody>
      </p:sp>
      <p:sp>
        <p:nvSpPr>
          <p:cNvPr id="30" name="S04-rod114"/>
          <p:cNvSpPr/>
          <p:nvPr/>
        </p:nvSpPr>
        <p:spPr>
          <a:xfrm>
            <a:off x="8551375" y="1380505"/>
            <a:ext cx="273123" cy="273123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4-line115"/>
          <p:cNvSpPr/>
          <p:nvPr/>
        </p:nvSpPr>
        <p:spPr>
          <a:xfrm>
            <a:off x="8551375" y="165362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line116"/>
          <p:cNvSpPr/>
          <p:nvPr/>
        </p:nvSpPr>
        <p:spPr>
          <a:xfrm>
            <a:off x="8551375" y="192675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117"/>
          <p:cNvSpPr/>
          <p:nvPr/>
        </p:nvSpPr>
        <p:spPr>
          <a:xfrm>
            <a:off x="8551375" y="219987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118"/>
          <p:cNvSpPr/>
          <p:nvPr/>
        </p:nvSpPr>
        <p:spPr>
          <a:xfrm>
            <a:off x="8551375" y="247299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line119"/>
          <p:cNvSpPr/>
          <p:nvPr/>
        </p:nvSpPr>
        <p:spPr>
          <a:xfrm>
            <a:off x="8551375" y="274612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line120"/>
          <p:cNvSpPr/>
          <p:nvPr/>
        </p:nvSpPr>
        <p:spPr>
          <a:xfrm>
            <a:off x="8551375" y="301924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line121"/>
          <p:cNvSpPr/>
          <p:nvPr/>
        </p:nvSpPr>
        <p:spPr>
          <a:xfrm>
            <a:off x="8551375" y="3292368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122"/>
          <p:cNvSpPr/>
          <p:nvPr/>
        </p:nvSpPr>
        <p:spPr>
          <a:xfrm>
            <a:off x="8551375" y="3565491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123"/>
          <p:cNvSpPr/>
          <p:nvPr/>
        </p:nvSpPr>
        <p:spPr>
          <a:xfrm>
            <a:off x="8551375" y="3838614"/>
            <a:ext cx="27312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unit124"/>
          <p:cNvSpPr/>
          <p:nvPr/>
        </p:nvSpPr>
        <p:spPr>
          <a:xfrm>
            <a:off x="8988372" y="3770333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4-unit125"/>
          <p:cNvSpPr/>
          <p:nvPr/>
        </p:nvSpPr>
        <p:spPr>
          <a:xfrm>
            <a:off x="8988372" y="3428929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4-unit126"/>
          <p:cNvSpPr/>
          <p:nvPr/>
        </p:nvSpPr>
        <p:spPr>
          <a:xfrm>
            <a:off x="8988372" y="3087525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4-unit127"/>
          <p:cNvSpPr/>
          <p:nvPr/>
        </p:nvSpPr>
        <p:spPr>
          <a:xfrm>
            <a:off x="8988372" y="2746121"/>
            <a:ext cx="273123" cy="27312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4-figure128" descr="10개 막대 1개와 낱개 4개"/>
          <p:cNvSpPr/>
          <p:nvPr/>
        </p:nvSpPr>
        <p:spPr>
          <a:xfrm>
            <a:off x="6254496" y="1380505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04-label129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맞추어 더해요</a:t>
            </a:r>
            <a:endParaRPr lang="ko-KR" sz="4400" dirty="0"/>
          </a:p>
        </p:txBody>
      </p:sp>
      <p:sp>
        <p:nvSpPr>
          <p:cNvPr id="3" name="S05-eqtext13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+ 25 = □</a:t>
            </a:r>
            <a:endParaRPr lang="ko-KR" sz="3600" dirty="0"/>
          </a:p>
        </p:txBody>
      </p:sp>
      <p:graphicFrame>
        <p:nvGraphicFramePr>
          <p:cNvPr id="6" name="S05-table1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3652" y="3152140"/>
          <a:ext cx="4826660" cy="914400"/>
        </p:xfrm>
        <a:graphic>
          <a:graphicData uri="http://schemas.openxmlformats.org/drawingml/2006/table">
            <a:tbl>
              <a:tblPr/>
              <a:tblGrid>
                <a:gridCol w="1608887"/>
                <a:gridCol w="1608887"/>
                <a:gridCol w="1608887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=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5-stepno132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5-text133"/>
          <p:cNvSpPr txBox="1"/>
          <p:nvPr/>
        </p:nvSpPr>
        <p:spPr>
          <a:xfrm>
            <a:off x="1325880" y="2981452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낱개끼리 더해요.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+ 5 = 6</a:t>
            </a:r>
            <a:endParaRPr lang="ko-KR" sz="3200" dirty="0"/>
          </a:p>
        </p:txBody>
      </p:sp>
      <p:sp>
        <p:nvSpPr>
          <p:cNvPr id="7" name="S05-stepno134"/>
          <p:cNvSpPr txBox="1"/>
          <p:nvPr/>
        </p:nvSpPr>
        <p:spPr>
          <a:xfrm>
            <a:off x="548640" y="4183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5-text135"/>
          <p:cNvSpPr txBox="1"/>
          <p:nvPr/>
        </p:nvSpPr>
        <p:spPr>
          <a:xfrm>
            <a:off x="1325880" y="413766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묶음끼리 더해요.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+ 2 = 6</a:t>
            </a:r>
            <a:endParaRPr lang="ko-KR" sz="3200" dirty="0"/>
          </a:p>
        </p:txBody>
      </p:sp>
      <p:sp>
        <p:nvSpPr>
          <p:cNvPr id="9" name="S05-stepno136"/>
          <p:cNvSpPr txBox="1"/>
          <p:nvPr/>
        </p:nvSpPr>
        <p:spPr>
          <a:xfrm>
            <a:off x="548640" y="52938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5-text137"/>
          <p:cNvSpPr txBox="1"/>
          <p:nvPr/>
        </p:nvSpPr>
        <p:spPr>
          <a:xfrm>
            <a:off x="1325880" y="52938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+ 25 = 66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덧셈을 해 봐요</a:t>
            </a:r>
            <a:endParaRPr lang="ko-KR" sz="4400" dirty="0"/>
          </a:p>
        </p:txBody>
      </p:sp>
      <p:sp>
        <p:nvSpPr>
          <p:cNvPr id="3" name="S06-card1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1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낱개는 낱개끼리, 묶음은 묶음끼리 더해요.</a:t>
            </a:r>
            <a:endParaRPr lang="ko-KR" sz="3200" dirty="0"/>
          </a:p>
        </p:txBody>
      </p:sp>
      <p:sp>
        <p:nvSpPr>
          <p:cNvPr id="5" name="S06-chip14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6-eqtext14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+ 6 = □</a:t>
            </a:r>
            <a:endParaRPr lang="ko-KR" sz="3600" dirty="0"/>
          </a:p>
        </p:txBody>
      </p:sp>
      <p:sp>
        <p:nvSpPr>
          <p:cNvPr id="7" name="S06-chip142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6-eqtext143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+ 20 = □</a:t>
            </a:r>
            <a:endParaRPr lang="ko-KR" sz="3600" dirty="0"/>
          </a:p>
        </p:txBody>
      </p:sp>
      <p:sp>
        <p:nvSpPr>
          <p:cNvPr id="9" name="S06-chip144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6-eqtext145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+ 12 = □</a:t>
            </a:r>
            <a:endParaRPr lang="ko-KR" sz="3600" dirty="0"/>
          </a:p>
        </p:txBody>
      </p:sp>
      <p:sp>
        <p:nvSpPr>
          <p:cNvPr id="11" name="S06-chip146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6-eqtext147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+ 34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묶음끼리, 낱개끼리 빼요</a:t>
            </a:r>
            <a:endParaRPr lang="ko-KR" sz="4400" dirty="0"/>
          </a:p>
        </p:txBody>
      </p:sp>
      <p:sp>
        <p:nvSpPr>
          <p:cNvPr id="3" name="S07-text1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47에서 23을 빼요.</a:t>
            </a:r>
            <a:endParaRPr lang="ko-KR" sz="3200" dirty="0"/>
          </a:p>
        </p:txBody>
      </p:sp>
      <p:sp>
        <p:nvSpPr>
          <p:cNvPr id="4" name="S07-card14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5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47 − 23 = 24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묶음: 4 − 2 = 2, 낱개: 7 − 3 = 4</a:t>
            </a:r>
            <a:endParaRPr lang="ko-KR" sz="3200" dirty="0"/>
          </a:p>
        </p:txBody>
      </p:sp>
      <p:sp>
        <p:nvSpPr>
          <p:cNvPr id="6" name="S07-dot151"/>
          <p:cNvSpPr/>
          <p:nvPr/>
        </p:nvSpPr>
        <p:spPr>
          <a:xfrm>
            <a:off x="126232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7-dot152"/>
          <p:cNvSpPr/>
          <p:nvPr/>
        </p:nvSpPr>
        <p:spPr>
          <a:xfrm>
            <a:off x="167380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7-dot153"/>
          <p:cNvSpPr/>
          <p:nvPr/>
        </p:nvSpPr>
        <p:spPr>
          <a:xfrm>
            <a:off x="208528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7-dot154"/>
          <p:cNvSpPr/>
          <p:nvPr/>
        </p:nvSpPr>
        <p:spPr>
          <a:xfrm>
            <a:off x="249676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7-dot155"/>
          <p:cNvSpPr/>
          <p:nvPr/>
        </p:nvSpPr>
        <p:spPr>
          <a:xfrm>
            <a:off x="290824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7-dot156"/>
          <p:cNvSpPr/>
          <p:nvPr/>
        </p:nvSpPr>
        <p:spPr>
          <a:xfrm>
            <a:off x="331972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7-dot157"/>
          <p:cNvSpPr/>
          <p:nvPr/>
        </p:nvSpPr>
        <p:spPr>
          <a:xfrm>
            <a:off x="373120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7-dot158"/>
          <p:cNvSpPr/>
          <p:nvPr/>
        </p:nvSpPr>
        <p:spPr>
          <a:xfrm>
            <a:off x="414268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7-dot159"/>
          <p:cNvSpPr/>
          <p:nvPr/>
        </p:nvSpPr>
        <p:spPr>
          <a:xfrm>
            <a:off x="455416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7-dot160"/>
          <p:cNvSpPr/>
          <p:nvPr/>
        </p:nvSpPr>
        <p:spPr>
          <a:xfrm>
            <a:off x="4965649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7-dot161"/>
          <p:cNvSpPr/>
          <p:nvPr/>
        </p:nvSpPr>
        <p:spPr>
          <a:xfrm>
            <a:off x="126232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7-dot162"/>
          <p:cNvSpPr/>
          <p:nvPr/>
        </p:nvSpPr>
        <p:spPr>
          <a:xfrm>
            <a:off x="167380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7-dot163"/>
          <p:cNvSpPr/>
          <p:nvPr/>
        </p:nvSpPr>
        <p:spPr>
          <a:xfrm>
            <a:off x="208528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7-dot164"/>
          <p:cNvSpPr/>
          <p:nvPr/>
        </p:nvSpPr>
        <p:spPr>
          <a:xfrm>
            <a:off x="249676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7-dot165"/>
          <p:cNvSpPr/>
          <p:nvPr/>
        </p:nvSpPr>
        <p:spPr>
          <a:xfrm>
            <a:off x="290824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7-dot166"/>
          <p:cNvSpPr/>
          <p:nvPr/>
        </p:nvSpPr>
        <p:spPr>
          <a:xfrm>
            <a:off x="331972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7-dot167"/>
          <p:cNvSpPr/>
          <p:nvPr/>
        </p:nvSpPr>
        <p:spPr>
          <a:xfrm>
            <a:off x="373120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7-dot168"/>
          <p:cNvSpPr/>
          <p:nvPr/>
        </p:nvSpPr>
        <p:spPr>
          <a:xfrm>
            <a:off x="414268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7-dot169"/>
          <p:cNvSpPr/>
          <p:nvPr/>
        </p:nvSpPr>
        <p:spPr>
          <a:xfrm>
            <a:off x="455416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7-dot170"/>
          <p:cNvSpPr/>
          <p:nvPr/>
        </p:nvSpPr>
        <p:spPr>
          <a:xfrm>
            <a:off x="4965649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7-dot171"/>
          <p:cNvSpPr/>
          <p:nvPr/>
        </p:nvSpPr>
        <p:spPr>
          <a:xfrm>
            <a:off x="126232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7-line172"/>
          <p:cNvSpPr/>
          <p:nvPr/>
        </p:nvSpPr>
        <p:spPr>
          <a:xfrm>
            <a:off x="123171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8" name="S07-line173"/>
          <p:cNvSpPr/>
          <p:nvPr/>
        </p:nvSpPr>
        <p:spPr>
          <a:xfrm flipV="1">
            <a:off x="123171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9" name="S07-dot174"/>
          <p:cNvSpPr/>
          <p:nvPr/>
        </p:nvSpPr>
        <p:spPr>
          <a:xfrm>
            <a:off x="167380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7-line175"/>
          <p:cNvSpPr/>
          <p:nvPr/>
        </p:nvSpPr>
        <p:spPr>
          <a:xfrm>
            <a:off x="164319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1" name="S07-line176"/>
          <p:cNvSpPr/>
          <p:nvPr/>
        </p:nvSpPr>
        <p:spPr>
          <a:xfrm flipV="1">
            <a:off x="164319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2" name="S07-dot177"/>
          <p:cNvSpPr/>
          <p:nvPr/>
        </p:nvSpPr>
        <p:spPr>
          <a:xfrm>
            <a:off x="208528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7-line178"/>
          <p:cNvSpPr/>
          <p:nvPr/>
        </p:nvSpPr>
        <p:spPr>
          <a:xfrm>
            <a:off x="205467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4" name="S07-line179"/>
          <p:cNvSpPr/>
          <p:nvPr/>
        </p:nvSpPr>
        <p:spPr>
          <a:xfrm flipV="1">
            <a:off x="205467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5" name="S07-dot180"/>
          <p:cNvSpPr/>
          <p:nvPr/>
        </p:nvSpPr>
        <p:spPr>
          <a:xfrm>
            <a:off x="249676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7-line181"/>
          <p:cNvSpPr/>
          <p:nvPr/>
        </p:nvSpPr>
        <p:spPr>
          <a:xfrm>
            <a:off x="246615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7" name="S07-line182"/>
          <p:cNvSpPr/>
          <p:nvPr/>
        </p:nvSpPr>
        <p:spPr>
          <a:xfrm flipV="1">
            <a:off x="246615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8" name="S07-dot183"/>
          <p:cNvSpPr/>
          <p:nvPr/>
        </p:nvSpPr>
        <p:spPr>
          <a:xfrm>
            <a:off x="290824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7-line184"/>
          <p:cNvSpPr/>
          <p:nvPr/>
        </p:nvSpPr>
        <p:spPr>
          <a:xfrm>
            <a:off x="287763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0" name="S07-line185"/>
          <p:cNvSpPr/>
          <p:nvPr/>
        </p:nvSpPr>
        <p:spPr>
          <a:xfrm flipV="1">
            <a:off x="287763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1" name="S07-dot186"/>
          <p:cNvSpPr/>
          <p:nvPr/>
        </p:nvSpPr>
        <p:spPr>
          <a:xfrm>
            <a:off x="331972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7-line187"/>
          <p:cNvSpPr/>
          <p:nvPr/>
        </p:nvSpPr>
        <p:spPr>
          <a:xfrm>
            <a:off x="328911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3" name="S07-line188"/>
          <p:cNvSpPr/>
          <p:nvPr/>
        </p:nvSpPr>
        <p:spPr>
          <a:xfrm flipV="1">
            <a:off x="328911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4" name="S07-dot189"/>
          <p:cNvSpPr/>
          <p:nvPr/>
        </p:nvSpPr>
        <p:spPr>
          <a:xfrm>
            <a:off x="373120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7-line190"/>
          <p:cNvSpPr/>
          <p:nvPr/>
        </p:nvSpPr>
        <p:spPr>
          <a:xfrm>
            <a:off x="370059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6" name="S07-line191"/>
          <p:cNvSpPr/>
          <p:nvPr/>
        </p:nvSpPr>
        <p:spPr>
          <a:xfrm flipV="1">
            <a:off x="370059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7" name="S07-dot192"/>
          <p:cNvSpPr/>
          <p:nvPr/>
        </p:nvSpPr>
        <p:spPr>
          <a:xfrm>
            <a:off x="414268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7-line193"/>
          <p:cNvSpPr/>
          <p:nvPr/>
        </p:nvSpPr>
        <p:spPr>
          <a:xfrm>
            <a:off x="411207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49" name="S07-line194"/>
          <p:cNvSpPr/>
          <p:nvPr/>
        </p:nvSpPr>
        <p:spPr>
          <a:xfrm flipV="1">
            <a:off x="411207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50" name="S07-dot195"/>
          <p:cNvSpPr/>
          <p:nvPr/>
        </p:nvSpPr>
        <p:spPr>
          <a:xfrm>
            <a:off x="455416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7-line196"/>
          <p:cNvSpPr/>
          <p:nvPr/>
        </p:nvSpPr>
        <p:spPr>
          <a:xfrm>
            <a:off x="452355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52" name="S07-line197"/>
          <p:cNvSpPr/>
          <p:nvPr/>
        </p:nvSpPr>
        <p:spPr>
          <a:xfrm flipV="1">
            <a:off x="452355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53" name="S07-dot198"/>
          <p:cNvSpPr/>
          <p:nvPr/>
        </p:nvSpPr>
        <p:spPr>
          <a:xfrm>
            <a:off x="4965649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7-line199"/>
          <p:cNvSpPr/>
          <p:nvPr/>
        </p:nvSpPr>
        <p:spPr>
          <a:xfrm>
            <a:off x="493503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55" name="S07-line200"/>
          <p:cNvSpPr/>
          <p:nvPr/>
        </p:nvSpPr>
        <p:spPr>
          <a:xfrm flipV="1">
            <a:off x="4935035" y="313658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56" name="S07-dot201"/>
          <p:cNvSpPr/>
          <p:nvPr/>
        </p:nvSpPr>
        <p:spPr>
          <a:xfrm>
            <a:off x="126232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7-line202"/>
          <p:cNvSpPr/>
          <p:nvPr/>
        </p:nvSpPr>
        <p:spPr>
          <a:xfrm>
            <a:off x="123171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58" name="S07-line203"/>
          <p:cNvSpPr/>
          <p:nvPr/>
        </p:nvSpPr>
        <p:spPr>
          <a:xfrm flipV="1">
            <a:off x="123171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59" name="S07-dot204"/>
          <p:cNvSpPr/>
          <p:nvPr/>
        </p:nvSpPr>
        <p:spPr>
          <a:xfrm>
            <a:off x="167380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7-line205"/>
          <p:cNvSpPr/>
          <p:nvPr/>
        </p:nvSpPr>
        <p:spPr>
          <a:xfrm>
            <a:off x="164319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61" name="S07-line206"/>
          <p:cNvSpPr/>
          <p:nvPr/>
        </p:nvSpPr>
        <p:spPr>
          <a:xfrm flipV="1">
            <a:off x="164319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62" name="S07-dot207"/>
          <p:cNvSpPr/>
          <p:nvPr/>
        </p:nvSpPr>
        <p:spPr>
          <a:xfrm>
            <a:off x="208528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3" name="S07-line208"/>
          <p:cNvSpPr/>
          <p:nvPr/>
        </p:nvSpPr>
        <p:spPr>
          <a:xfrm>
            <a:off x="205467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64" name="S07-line209"/>
          <p:cNvSpPr/>
          <p:nvPr/>
        </p:nvSpPr>
        <p:spPr>
          <a:xfrm flipV="1">
            <a:off x="205467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65" name="S07-dot210"/>
          <p:cNvSpPr/>
          <p:nvPr/>
        </p:nvSpPr>
        <p:spPr>
          <a:xfrm>
            <a:off x="249676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S07-line211"/>
          <p:cNvSpPr/>
          <p:nvPr/>
        </p:nvSpPr>
        <p:spPr>
          <a:xfrm>
            <a:off x="246615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67" name="S07-line212"/>
          <p:cNvSpPr/>
          <p:nvPr/>
        </p:nvSpPr>
        <p:spPr>
          <a:xfrm flipV="1">
            <a:off x="246615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68" name="S07-dot213"/>
          <p:cNvSpPr/>
          <p:nvPr/>
        </p:nvSpPr>
        <p:spPr>
          <a:xfrm>
            <a:off x="290824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9" name="S07-line214"/>
          <p:cNvSpPr/>
          <p:nvPr/>
        </p:nvSpPr>
        <p:spPr>
          <a:xfrm>
            <a:off x="287763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70" name="S07-line215"/>
          <p:cNvSpPr/>
          <p:nvPr/>
        </p:nvSpPr>
        <p:spPr>
          <a:xfrm flipV="1">
            <a:off x="287763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71" name="S07-dot216"/>
          <p:cNvSpPr/>
          <p:nvPr/>
        </p:nvSpPr>
        <p:spPr>
          <a:xfrm>
            <a:off x="331972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2" name="S07-line217"/>
          <p:cNvSpPr/>
          <p:nvPr/>
        </p:nvSpPr>
        <p:spPr>
          <a:xfrm>
            <a:off x="328911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73" name="S07-line218"/>
          <p:cNvSpPr/>
          <p:nvPr/>
        </p:nvSpPr>
        <p:spPr>
          <a:xfrm flipV="1">
            <a:off x="328911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74" name="S07-dot219"/>
          <p:cNvSpPr/>
          <p:nvPr/>
        </p:nvSpPr>
        <p:spPr>
          <a:xfrm>
            <a:off x="373120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5" name="S07-line220"/>
          <p:cNvSpPr/>
          <p:nvPr/>
        </p:nvSpPr>
        <p:spPr>
          <a:xfrm>
            <a:off x="370059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76" name="S07-line221"/>
          <p:cNvSpPr/>
          <p:nvPr/>
        </p:nvSpPr>
        <p:spPr>
          <a:xfrm flipV="1">
            <a:off x="370059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77" name="S07-dot222"/>
          <p:cNvSpPr/>
          <p:nvPr/>
        </p:nvSpPr>
        <p:spPr>
          <a:xfrm>
            <a:off x="414268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8" name="S07-line223"/>
          <p:cNvSpPr/>
          <p:nvPr/>
        </p:nvSpPr>
        <p:spPr>
          <a:xfrm>
            <a:off x="411207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79" name="S07-line224"/>
          <p:cNvSpPr/>
          <p:nvPr/>
        </p:nvSpPr>
        <p:spPr>
          <a:xfrm flipV="1">
            <a:off x="411207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80" name="S07-dot225"/>
          <p:cNvSpPr/>
          <p:nvPr/>
        </p:nvSpPr>
        <p:spPr>
          <a:xfrm>
            <a:off x="455416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7-line226"/>
          <p:cNvSpPr/>
          <p:nvPr/>
        </p:nvSpPr>
        <p:spPr>
          <a:xfrm>
            <a:off x="452355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82" name="S07-line227"/>
          <p:cNvSpPr/>
          <p:nvPr/>
        </p:nvSpPr>
        <p:spPr>
          <a:xfrm flipV="1">
            <a:off x="452355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83" name="S07-dot228"/>
          <p:cNvSpPr/>
          <p:nvPr/>
        </p:nvSpPr>
        <p:spPr>
          <a:xfrm>
            <a:off x="4965649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4" name="S07-line229"/>
          <p:cNvSpPr/>
          <p:nvPr/>
        </p:nvSpPr>
        <p:spPr>
          <a:xfrm>
            <a:off x="493503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85" name="S07-line230"/>
          <p:cNvSpPr/>
          <p:nvPr/>
        </p:nvSpPr>
        <p:spPr>
          <a:xfrm flipV="1">
            <a:off x="4935035" y="354806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86" name="S07-group231"/>
          <p:cNvSpPr/>
          <p:nvPr/>
        </p:nvSpPr>
        <p:spPr>
          <a:xfrm>
            <a:off x="1211580" y="2302637"/>
            <a:ext cx="40599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87" name="S07-group232"/>
          <p:cNvSpPr/>
          <p:nvPr/>
        </p:nvSpPr>
        <p:spPr>
          <a:xfrm>
            <a:off x="1211580" y="2714117"/>
            <a:ext cx="40599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88" name="S07-group233"/>
          <p:cNvSpPr/>
          <p:nvPr/>
        </p:nvSpPr>
        <p:spPr>
          <a:xfrm>
            <a:off x="1211580" y="3125597"/>
            <a:ext cx="40599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89" name="S07-group234"/>
          <p:cNvSpPr/>
          <p:nvPr/>
        </p:nvSpPr>
        <p:spPr>
          <a:xfrm>
            <a:off x="1211580" y="3537077"/>
            <a:ext cx="40599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90" name="S07-figure235" descr="10개씩 묶은 점 4줄 중 아래 2줄에 × 표시"/>
          <p:cNvSpPr/>
          <p:nvPr/>
        </p:nvSpPr>
        <p:spPr>
          <a:xfrm>
            <a:off x="1184148" y="2266061"/>
            <a:ext cx="411480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07-label236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4개에서 2개 빼기</a:t>
            </a:r>
            <a:endParaRPr lang="ko-KR" sz="2600" dirty="0"/>
          </a:p>
        </p:txBody>
      </p:sp>
      <p:sp>
        <p:nvSpPr>
          <p:cNvPr id="92" name="S07-dot237"/>
          <p:cNvSpPr/>
          <p:nvPr/>
        </p:nvSpPr>
        <p:spPr>
          <a:xfrm>
            <a:off x="7585405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3" name="S07-dot238"/>
          <p:cNvSpPr/>
          <p:nvPr/>
        </p:nvSpPr>
        <p:spPr>
          <a:xfrm>
            <a:off x="7996885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4" name="S07-dot239"/>
          <p:cNvSpPr/>
          <p:nvPr/>
        </p:nvSpPr>
        <p:spPr>
          <a:xfrm>
            <a:off x="8408365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5" name="S07-dot240"/>
          <p:cNvSpPr/>
          <p:nvPr/>
        </p:nvSpPr>
        <p:spPr>
          <a:xfrm>
            <a:off x="8819845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6" name="S07-dot241"/>
          <p:cNvSpPr/>
          <p:nvPr/>
        </p:nvSpPr>
        <p:spPr>
          <a:xfrm>
            <a:off x="9231325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7" name="S07-line242"/>
          <p:cNvSpPr/>
          <p:nvPr/>
        </p:nvSpPr>
        <p:spPr>
          <a:xfrm>
            <a:off x="9200711" y="293084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98" name="S07-line243"/>
          <p:cNvSpPr/>
          <p:nvPr/>
        </p:nvSpPr>
        <p:spPr>
          <a:xfrm flipV="1">
            <a:off x="9200711" y="293084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99" name="S07-dot244"/>
          <p:cNvSpPr/>
          <p:nvPr/>
        </p:nvSpPr>
        <p:spPr>
          <a:xfrm>
            <a:off x="9642805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0" name="S07-line245"/>
          <p:cNvSpPr/>
          <p:nvPr/>
        </p:nvSpPr>
        <p:spPr>
          <a:xfrm>
            <a:off x="9612191" y="293084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01" name="S07-line246"/>
          <p:cNvSpPr/>
          <p:nvPr/>
        </p:nvSpPr>
        <p:spPr>
          <a:xfrm flipV="1">
            <a:off x="9612191" y="293084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02" name="S07-dot247"/>
          <p:cNvSpPr/>
          <p:nvPr/>
        </p:nvSpPr>
        <p:spPr>
          <a:xfrm>
            <a:off x="10054285" y="296146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3" name="S07-line248"/>
          <p:cNvSpPr/>
          <p:nvPr/>
        </p:nvSpPr>
        <p:spPr>
          <a:xfrm>
            <a:off x="10023671" y="293084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04" name="S07-line249"/>
          <p:cNvSpPr/>
          <p:nvPr/>
        </p:nvSpPr>
        <p:spPr>
          <a:xfrm flipV="1">
            <a:off x="10023671" y="2930848"/>
            <a:ext cx="316346" cy="316346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05" name="S07-figure250" descr="낱개 점 7개 중 3개에 × 표시"/>
          <p:cNvSpPr/>
          <p:nvPr/>
        </p:nvSpPr>
        <p:spPr>
          <a:xfrm>
            <a:off x="7507224" y="2883281"/>
            <a:ext cx="2880360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07-label251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7개에서 3개 빼기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맞추어 빼요</a:t>
            </a:r>
            <a:endParaRPr lang="ko-KR" sz="4400" dirty="0"/>
          </a:p>
        </p:txBody>
      </p:sp>
      <p:sp>
        <p:nvSpPr>
          <p:cNvPr id="3" name="S08-eqtext252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58 − 32 = □</a:t>
            </a:r>
            <a:endParaRPr lang="ko-KR" sz="3600" dirty="0"/>
          </a:p>
        </p:txBody>
      </p:sp>
      <p:graphicFrame>
        <p:nvGraphicFramePr>
          <p:cNvPr id="9" name="S08-table2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3652" y="3152140"/>
          <a:ext cx="4826660" cy="914400"/>
        </p:xfrm>
        <a:graphic>
          <a:graphicData uri="http://schemas.openxmlformats.org/drawingml/2006/table">
            <a:tbl>
              <a:tblPr/>
              <a:tblGrid>
                <a:gridCol w="1608887"/>
                <a:gridCol w="1608887"/>
                <a:gridCol w="1608887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=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8-stepno254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255"/>
          <p:cNvSpPr txBox="1"/>
          <p:nvPr/>
        </p:nvSpPr>
        <p:spPr>
          <a:xfrm>
            <a:off x="1325880" y="2981452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낱개끼리 빼요.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8 − 2 = 6</a:t>
            </a:r>
            <a:endParaRPr lang="ko-KR" sz="3200" dirty="0"/>
          </a:p>
        </p:txBody>
      </p:sp>
      <p:sp>
        <p:nvSpPr>
          <p:cNvPr id="7" name="S08-stepno256"/>
          <p:cNvSpPr txBox="1"/>
          <p:nvPr/>
        </p:nvSpPr>
        <p:spPr>
          <a:xfrm>
            <a:off x="548640" y="4183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257"/>
          <p:cNvSpPr txBox="1"/>
          <p:nvPr/>
        </p:nvSpPr>
        <p:spPr>
          <a:xfrm>
            <a:off x="1325880" y="413766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묶음끼리 빼요.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5 − 3 = 2</a:t>
            </a:r>
            <a:endParaRPr lang="ko-KR" sz="3200" dirty="0"/>
          </a:p>
        </p:txBody>
      </p:sp>
      <p:sp>
        <p:nvSpPr>
          <p:cNvPr id="9" name="S08-stepno258"/>
          <p:cNvSpPr txBox="1"/>
          <p:nvPr/>
        </p:nvSpPr>
        <p:spPr>
          <a:xfrm>
            <a:off x="548640" y="52938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259"/>
          <p:cNvSpPr txBox="1"/>
          <p:nvPr/>
        </p:nvSpPr>
        <p:spPr>
          <a:xfrm>
            <a:off x="1325880" y="52938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58 − 32 = 26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뺄셈을 해 봐요</a:t>
            </a:r>
            <a:endParaRPr lang="ko-KR" sz="4400" dirty="0"/>
          </a:p>
        </p:txBody>
      </p:sp>
      <p:sp>
        <p:nvSpPr>
          <p:cNvPr id="3" name="S09-card2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2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낱개는 낱개끼리, 묶음은 묶음끼리 빼요.</a:t>
            </a:r>
            <a:endParaRPr lang="ko-KR" sz="3200" dirty="0"/>
          </a:p>
        </p:txBody>
      </p:sp>
      <p:sp>
        <p:nvSpPr>
          <p:cNvPr id="5" name="S09-chip26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9-eqtext26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36 − 4 = □</a:t>
            </a:r>
            <a:endParaRPr lang="ko-KR" sz="3600" dirty="0"/>
          </a:p>
        </p:txBody>
      </p:sp>
      <p:sp>
        <p:nvSpPr>
          <p:cNvPr id="7" name="S09-chip26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9-eqtext26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70 − 40 = □</a:t>
            </a:r>
            <a:endParaRPr lang="ko-KR" sz="3600" dirty="0"/>
          </a:p>
        </p:txBody>
      </p:sp>
      <p:sp>
        <p:nvSpPr>
          <p:cNvPr id="9" name="S09-chip266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9-eqtext267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48 − 15 = □</a:t>
            </a:r>
            <a:endParaRPr lang="ko-KR" sz="3600" dirty="0"/>
          </a:p>
        </p:txBody>
      </p:sp>
      <p:sp>
        <p:nvSpPr>
          <p:cNvPr id="11" name="S09-chip26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9-eqtext269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67 − 21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0-card27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7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+ 5를 계산했어요.</a:t>
            </a:r>
            <a:endParaRPr lang="ko-KR" sz="3200" dirty="0"/>
          </a:p>
        </p:txBody>
      </p:sp>
      <p:sp>
        <p:nvSpPr>
          <p:cNvPr id="5" name="S10-card2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빨대로 확인해 봐요.</a:t>
            </a:r>
            <a:endParaRPr lang="ko-KR" sz="3200" dirty="0"/>
          </a:p>
        </p:txBody>
      </p:sp>
      <p:sp>
        <p:nvSpPr>
          <p:cNvPr id="7" name="S10-chip27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82</a:t>
            </a:r>
            <a:endParaRPr lang="ko-KR" sz="2600" dirty="0"/>
          </a:p>
        </p:txBody>
      </p:sp>
      <p:sp>
        <p:nvSpPr>
          <p:cNvPr id="8" name="S10-text27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3에 5를 더해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</a:t>
            </a:r>
            <a:endParaRPr lang="ko-KR" sz="3200" dirty="0"/>
          </a:p>
        </p:txBody>
      </p:sp>
      <p:sp>
        <p:nvSpPr>
          <p:cNvPr id="9" name="S10-chip27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37</a:t>
            </a:r>
            <a:endParaRPr lang="ko-KR" sz="2600" dirty="0"/>
          </a:p>
        </p:txBody>
      </p:sp>
      <p:sp>
        <p:nvSpPr>
          <p:cNvPr id="10" name="S10-text27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2에 5를 더해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2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했는지 말해요.</a:t>
            </a:r>
            <a:endParaRPr lang="ko-KR" sz="3200" dirty="0"/>
          </a:p>
        </p:txBody>
      </p:sp>
      <p:sp>
        <p:nvSpPr>
          <p:cNvPr id="4" name="S11-chip27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eqtext28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 + 3 = □</a:t>
            </a:r>
            <a:endParaRPr lang="ko-KR" sz="3600" dirty="0"/>
          </a:p>
        </p:txBody>
      </p:sp>
      <p:sp>
        <p:nvSpPr>
          <p:cNvPr id="6" name="S11-chip28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eqtext28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+ 32 = □</a:t>
            </a:r>
            <a:endParaRPr lang="ko-KR" sz="3600" dirty="0"/>
          </a:p>
        </p:txBody>
      </p:sp>
      <p:sp>
        <p:nvSpPr>
          <p:cNvPr id="8" name="S11-chip28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eqtext28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79 − 5 = □</a:t>
            </a:r>
            <a:endParaRPr lang="ko-KR" sz="3600" dirty="0"/>
          </a:p>
        </p:txBody>
      </p:sp>
      <p:sp>
        <p:nvSpPr>
          <p:cNvPr id="10" name="S11-chip28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1-eqtext286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68 − 45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2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빨대 묶음과 낱개로 다시 해 보게 하세요.</a:t>
            </a:r>
            <a:endParaRPr lang="ko-KR" sz="3200" dirty="0"/>
          </a:p>
        </p:txBody>
      </p:sp>
      <p:sp>
        <p:nvSpPr>
          <p:cNvPr id="5" name="S12-chip28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290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57</a:t>
            </a:r>
            <a:endParaRPr lang="ko-KR" sz="3200" dirty="0"/>
          </a:p>
        </p:txBody>
      </p:sp>
      <p:sp>
        <p:nvSpPr>
          <p:cNvPr id="7" name="S12-text291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4 + 3</a:t>
            </a:r>
            <a:endParaRPr lang="ko-KR" sz="2600" dirty="0"/>
          </a:p>
        </p:txBody>
      </p:sp>
      <p:sp>
        <p:nvSpPr>
          <p:cNvPr id="8" name="S12-text292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58</a:t>
            </a:r>
            <a:endParaRPr lang="ko-KR" sz="3200" dirty="0"/>
          </a:p>
        </p:txBody>
      </p:sp>
      <p:sp>
        <p:nvSpPr>
          <p:cNvPr id="9" name="S12-text293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5, 낱개 8</a:t>
            </a:r>
            <a:endParaRPr lang="ko-KR" sz="2600" dirty="0"/>
          </a:p>
        </p:txBody>
      </p:sp>
      <p:sp>
        <p:nvSpPr>
          <p:cNvPr id="10" name="S12-text294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74</a:t>
            </a:r>
            <a:endParaRPr lang="ko-KR" sz="3200" dirty="0"/>
          </a:p>
        </p:txBody>
      </p:sp>
      <p:sp>
        <p:nvSpPr>
          <p:cNvPr id="11" name="S12-text295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9 − 5</a:t>
            </a:r>
            <a:endParaRPr lang="ko-KR" sz="2600" dirty="0"/>
          </a:p>
        </p:txBody>
      </p:sp>
      <p:sp>
        <p:nvSpPr>
          <p:cNvPr id="12" name="S12-text296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23</a:t>
            </a:r>
            <a:endParaRPr lang="ko-KR" sz="3200" dirty="0"/>
          </a:p>
        </p:txBody>
      </p:sp>
      <p:sp>
        <p:nvSpPr>
          <p:cNvPr id="13" name="S12-text297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2, 낱개 3</a:t>
            </a:r>
            <a:endParaRPr lang="ko-KR" sz="2600" dirty="0"/>
          </a:p>
        </p:txBody>
      </p:sp>
      <p:sp>
        <p:nvSpPr>
          <p:cNvPr id="14" name="S12-chip29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5" name="S12-text29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84</a:t>
            </a:r>
            <a:endParaRPr lang="ko-KR" sz="3200" dirty="0"/>
          </a:p>
        </p:txBody>
      </p:sp>
      <p:sp>
        <p:nvSpPr>
          <p:cNvPr id="16" name="S12-text30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묶음에 더함</a:t>
            </a:r>
            <a:endParaRPr lang="ko-KR" sz="2600" dirty="0"/>
          </a:p>
        </p:txBody>
      </p:sp>
      <p:sp>
        <p:nvSpPr>
          <p:cNvPr id="17" name="S12-text30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29</a:t>
            </a:r>
            <a:endParaRPr lang="ko-KR" sz="3200" dirty="0"/>
          </a:p>
        </p:txBody>
      </p:sp>
      <p:sp>
        <p:nvSpPr>
          <p:cNvPr id="18" name="S12-text30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묶음에서 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식은?</a:t>
            </a:r>
            <a:endParaRPr lang="ko-KR" sz="4400" dirty="0"/>
          </a:p>
        </p:txBody>
      </p:sp>
      <p:sp>
        <p:nvSpPr>
          <p:cNvPr id="3" name="S13-text3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색종이 35장 중 12장을 썼어요.</a:t>
            </a:r>
            <a:endParaRPr lang="ko-KR" sz="3200" dirty="0"/>
          </a:p>
        </p:txBody>
      </p:sp>
      <p:sp>
        <p:nvSpPr>
          <p:cNvPr id="4" name="S13-card3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색종이는 몇 장일까요? 어떻게 알았나요?</a:t>
            </a:r>
            <a:endParaRPr lang="ko-KR" sz="3200" dirty="0"/>
          </a:p>
        </p:txBody>
      </p:sp>
      <p:sp>
        <p:nvSpPr>
          <p:cNvPr id="6" name="S13-chip30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307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308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+ 12 = 47</a:t>
            </a:r>
            <a:endParaRPr lang="ko-KR" sz="3200" dirty="0"/>
          </a:p>
        </p:txBody>
      </p:sp>
      <p:sp>
        <p:nvSpPr>
          <p:cNvPr id="9" name="S13-chip30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310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311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35 − 12 = 23</a:t>
            </a:r>
            <a:endParaRPr lang="ko-KR" sz="3200" dirty="0"/>
          </a:p>
        </p:txBody>
      </p:sp>
      <p:sp>
        <p:nvSpPr>
          <p:cNvPr id="12" name="S13-chip31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313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314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35 − 2 = 33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31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1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묶음은 묶음끼리, 낱개는 낱개끼리 계산해요.</a:t>
            </a:r>
            <a:endParaRPr lang="ko-KR" sz="3200" dirty="0"/>
          </a:p>
        </p:txBody>
      </p:sp>
      <p:sp>
        <p:nvSpPr>
          <p:cNvPr id="5" name="S14-chip31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칸끼리 계산하기</a:t>
            </a:r>
            <a:endParaRPr lang="ko-KR" sz="2600" dirty="0"/>
          </a:p>
        </p:txBody>
      </p:sp>
      <p:sp>
        <p:nvSpPr>
          <p:cNvPr id="6" name="S14-chip31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낱개를 묶음에 더하기</a:t>
            </a:r>
            <a:endParaRPr lang="ko-KR" sz="2600" dirty="0"/>
          </a:p>
        </p:txBody>
      </p:sp>
      <p:sp>
        <p:nvSpPr>
          <p:cNvPr id="7" name="S14-text31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eqtext32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43 + 5 = □</a:t>
            </a:r>
            <a:endParaRPr lang="ko-KR" sz="3000" dirty="0"/>
          </a:p>
        </p:txBody>
      </p:sp>
      <p:sp>
        <p:nvSpPr>
          <p:cNvPr id="9" name="S14-eqtext32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60 + 30 = □</a:t>
            </a:r>
            <a:endParaRPr lang="ko-KR" sz="3000" dirty="0"/>
          </a:p>
        </p:txBody>
      </p:sp>
      <p:sp>
        <p:nvSpPr>
          <p:cNvPr id="10" name="S14-eqtext32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87 − 34 = □</a:t>
            </a:r>
            <a:endParaRPr lang="ko-KR" sz="3000" dirty="0"/>
          </a:p>
        </p:txBody>
      </p:sp>
      <p:sp>
        <p:nvSpPr>
          <p:cNvPr id="11" name="S14-text32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몇째인지 알기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묶음과 낱개</a:t>
            </a:r>
            <a:endParaRPr lang="ko-KR" sz="4400" dirty="0"/>
          </a:p>
        </p:txBody>
      </p:sp>
      <p:sp>
        <p:nvSpPr>
          <p:cNvPr id="3" name="S15-text3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빨대를 10개씩 묶었어요.</a:t>
            </a:r>
            <a:endParaRPr lang="ko-KR" sz="3200" dirty="0"/>
          </a:p>
        </p:txBody>
      </p:sp>
      <p:sp>
        <p:nvSpPr>
          <p:cNvPr id="4" name="S15-card3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3개와 낱개 6개는 36이에요.</a:t>
            </a:r>
            <a:endParaRPr lang="ko-KR" sz="3200" dirty="0"/>
          </a:p>
        </p:txBody>
      </p:sp>
      <p:sp>
        <p:nvSpPr>
          <p:cNvPr id="6" name="S15-card327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328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3개</a:t>
            </a:r>
            <a:endParaRPr lang="ko-KR" sz="3200" dirty="0"/>
          </a:p>
        </p:txBody>
      </p:sp>
      <p:sp>
        <p:nvSpPr>
          <p:cNvPr id="8" name="S15-card329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330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6개</a:t>
            </a:r>
            <a:endParaRPr lang="ko-KR" sz="3200" dirty="0"/>
          </a:p>
        </p:txBody>
      </p:sp>
      <p:sp>
        <p:nvSpPr>
          <p:cNvPr id="10" name="S15-rod331"/>
          <p:cNvSpPr/>
          <p:nvPr/>
        </p:nvSpPr>
        <p:spPr>
          <a:xfrm>
            <a:off x="5378782" y="2050366"/>
            <a:ext cx="193431" cy="193430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line332"/>
          <p:cNvSpPr/>
          <p:nvPr/>
        </p:nvSpPr>
        <p:spPr>
          <a:xfrm>
            <a:off x="5378782" y="2243797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5-line333"/>
          <p:cNvSpPr/>
          <p:nvPr/>
        </p:nvSpPr>
        <p:spPr>
          <a:xfrm>
            <a:off x="5378782" y="2437228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5-line334"/>
          <p:cNvSpPr/>
          <p:nvPr/>
        </p:nvSpPr>
        <p:spPr>
          <a:xfrm>
            <a:off x="5378782" y="2630658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5-line335"/>
          <p:cNvSpPr/>
          <p:nvPr/>
        </p:nvSpPr>
        <p:spPr>
          <a:xfrm>
            <a:off x="5378782" y="2824089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5-line336"/>
          <p:cNvSpPr/>
          <p:nvPr/>
        </p:nvSpPr>
        <p:spPr>
          <a:xfrm>
            <a:off x="5378782" y="3017520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5-line337"/>
          <p:cNvSpPr/>
          <p:nvPr/>
        </p:nvSpPr>
        <p:spPr>
          <a:xfrm>
            <a:off x="5378782" y="3210951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5-line338"/>
          <p:cNvSpPr/>
          <p:nvPr/>
        </p:nvSpPr>
        <p:spPr>
          <a:xfrm>
            <a:off x="5378782" y="3404382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5-line339"/>
          <p:cNvSpPr/>
          <p:nvPr/>
        </p:nvSpPr>
        <p:spPr>
          <a:xfrm>
            <a:off x="5378782" y="3597812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5-line340"/>
          <p:cNvSpPr/>
          <p:nvPr/>
        </p:nvSpPr>
        <p:spPr>
          <a:xfrm>
            <a:off x="5378782" y="3791243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5-rod341"/>
          <p:cNvSpPr/>
          <p:nvPr/>
        </p:nvSpPr>
        <p:spPr>
          <a:xfrm>
            <a:off x="5688271" y="2050366"/>
            <a:ext cx="193431" cy="193430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line342"/>
          <p:cNvSpPr/>
          <p:nvPr/>
        </p:nvSpPr>
        <p:spPr>
          <a:xfrm>
            <a:off x="5688271" y="2243797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5-line343"/>
          <p:cNvSpPr/>
          <p:nvPr/>
        </p:nvSpPr>
        <p:spPr>
          <a:xfrm>
            <a:off x="5688271" y="2437228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5-line344"/>
          <p:cNvSpPr/>
          <p:nvPr/>
        </p:nvSpPr>
        <p:spPr>
          <a:xfrm>
            <a:off x="5688271" y="2630658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5-line345"/>
          <p:cNvSpPr/>
          <p:nvPr/>
        </p:nvSpPr>
        <p:spPr>
          <a:xfrm>
            <a:off x="5688271" y="2824089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5-line346"/>
          <p:cNvSpPr/>
          <p:nvPr/>
        </p:nvSpPr>
        <p:spPr>
          <a:xfrm>
            <a:off x="5688271" y="3017520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5-line347"/>
          <p:cNvSpPr/>
          <p:nvPr/>
        </p:nvSpPr>
        <p:spPr>
          <a:xfrm>
            <a:off x="5688271" y="3210951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5-line348"/>
          <p:cNvSpPr/>
          <p:nvPr/>
        </p:nvSpPr>
        <p:spPr>
          <a:xfrm>
            <a:off x="5688271" y="3404382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5-line349"/>
          <p:cNvSpPr/>
          <p:nvPr/>
        </p:nvSpPr>
        <p:spPr>
          <a:xfrm>
            <a:off x="5688271" y="3597812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5-line350"/>
          <p:cNvSpPr/>
          <p:nvPr/>
        </p:nvSpPr>
        <p:spPr>
          <a:xfrm>
            <a:off x="5688271" y="3791243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5-rod351"/>
          <p:cNvSpPr/>
          <p:nvPr/>
        </p:nvSpPr>
        <p:spPr>
          <a:xfrm>
            <a:off x="5997761" y="2050366"/>
            <a:ext cx="193431" cy="193430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5-line352"/>
          <p:cNvSpPr/>
          <p:nvPr/>
        </p:nvSpPr>
        <p:spPr>
          <a:xfrm>
            <a:off x="5997761" y="2243797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5-line353"/>
          <p:cNvSpPr/>
          <p:nvPr/>
        </p:nvSpPr>
        <p:spPr>
          <a:xfrm>
            <a:off x="5997761" y="2437228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5-line354"/>
          <p:cNvSpPr/>
          <p:nvPr/>
        </p:nvSpPr>
        <p:spPr>
          <a:xfrm>
            <a:off x="5997761" y="2630658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5-line355"/>
          <p:cNvSpPr/>
          <p:nvPr/>
        </p:nvSpPr>
        <p:spPr>
          <a:xfrm>
            <a:off x="5997761" y="2824089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5-line356"/>
          <p:cNvSpPr/>
          <p:nvPr/>
        </p:nvSpPr>
        <p:spPr>
          <a:xfrm>
            <a:off x="5997761" y="3017520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5-line357"/>
          <p:cNvSpPr/>
          <p:nvPr/>
        </p:nvSpPr>
        <p:spPr>
          <a:xfrm>
            <a:off x="5997761" y="3210951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5-line358"/>
          <p:cNvSpPr/>
          <p:nvPr/>
        </p:nvSpPr>
        <p:spPr>
          <a:xfrm>
            <a:off x="5997761" y="3404382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5-line359"/>
          <p:cNvSpPr/>
          <p:nvPr/>
        </p:nvSpPr>
        <p:spPr>
          <a:xfrm>
            <a:off x="5997761" y="3597812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5-line360"/>
          <p:cNvSpPr/>
          <p:nvPr/>
        </p:nvSpPr>
        <p:spPr>
          <a:xfrm>
            <a:off x="5997761" y="3791243"/>
            <a:ext cx="19343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5-unit361"/>
          <p:cNvSpPr/>
          <p:nvPr/>
        </p:nvSpPr>
        <p:spPr>
          <a:xfrm>
            <a:off x="6307250" y="3742885"/>
            <a:ext cx="193431" cy="1934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5-unit362"/>
          <p:cNvSpPr/>
          <p:nvPr/>
        </p:nvSpPr>
        <p:spPr>
          <a:xfrm>
            <a:off x="6307250" y="3501097"/>
            <a:ext cx="193431" cy="1934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5-unit363"/>
          <p:cNvSpPr/>
          <p:nvPr/>
        </p:nvSpPr>
        <p:spPr>
          <a:xfrm>
            <a:off x="6307250" y="3259308"/>
            <a:ext cx="193431" cy="1934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5-unit364"/>
          <p:cNvSpPr/>
          <p:nvPr/>
        </p:nvSpPr>
        <p:spPr>
          <a:xfrm>
            <a:off x="6307250" y="3017520"/>
            <a:ext cx="193431" cy="1934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5-unit365"/>
          <p:cNvSpPr/>
          <p:nvPr/>
        </p:nvSpPr>
        <p:spPr>
          <a:xfrm>
            <a:off x="6307250" y="2775732"/>
            <a:ext cx="193431" cy="1934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5-unit366"/>
          <p:cNvSpPr/>
          <p:nvPr/>
        </p:nvSpPr>
        <p:spPr>
          <a:xfrm>
            <a:off x="6558710" y="3742885"/>
            <a:ext cx="193431" cy="1934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15-figure367" descr="10개 막대 3개와 낱개 6개"/>
          <p:cNvSpPr/>
          <p:nvPr/>
        </p:nvSpPr>
        <p:spPr>
          <a:xfrm>
            <a:off x="548640" y="205036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두 자리 수의 덧셈과 뺄셈</dc:title>
  <dc:subject>KR22-G01-MAT-ADD2D-L01</dc:subject>
  <dc:creator>education-ppt</dc:creator>
  <cp:lastModifiedBy>education-ppt</cp:lastModifiedBy>
  <cp:revision>1</cp:revision>
  <dcterms:created xsi:type="dcterms:W3CDTF">2026-10-26T07:45:10Z</dcterms:created>
  <dcterms:modified xsi:type="dcterms:W3CDTF">2026-10-26T07:45:10Z</dcterms:modified>
</cp:coreProperties>
</file>