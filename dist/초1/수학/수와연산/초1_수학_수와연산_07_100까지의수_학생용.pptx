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84abae7-da12-7904-46f9-0fc0720ee390}">
          <p14:sldIdLst>
            <p14:sldId id="256"/>
            <p14:sldId id="257"/>
          </p14:sldIdLst>
        </p14:section>
        <p14:section name="개념" id="{8b7e6123-0cff-fb79-3a66-2ffcb3c1075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02a7383c-7f51-3bfb-067e-a51f874c427d}">
          <p14:sldIdLst>
            <p14:sldId id="263"/>
            <p14:sldId id="264"/>
            <p14:sldId id="265"/>
          </p14:sldIdLst>
        </p14:section>
        <p14:section name="확인" id="{dfab3e9e-6446-82a6-15eb-d24772f48e4e}">
          <p14:sldIdLst>
            <p14:sldId id="266"/>
            <p14:sldId id="267"/>
          </p14:sldIdLst>
        </p14:section>
        <p14:section name="정리" id="{e89c5a05-615e-de22-2d91-9d9c16728f15}">
          <p14:sldIdLst>
            <p14:sldId id="268"/>
          </p14:sldIdLst>
        </p14:section>
        <p14:section name="보충" id="{9b2d48a2-9435-b701-bf4a-0c247a42630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100까지의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수가 더 클까?</a:t>
            </a:r>
            <a:endParaRPr lang="ko-KR" sz="3200" dirty="0"/>
          </a:p>
        </p:txBody>
      </p:sp>
      <p:sp>
        <p:nvSpPr>
          <p:cNvPr id="4" name="S01-rod1"/>
          <p:cNvSpPr/>
          <p:nvPr/>
        </p:nvSpPr>
        <p:spPr>
          <a:xfrm>
            <a:off x="8113542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8113542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>
            <a:off x="8113542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>
            <a:off x="8113542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>
            <a:off x="8113542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>
            <a:off x="8113542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>
            <a:off x="8113542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>
            <a:off x="8113542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>
            <a:off x="8113542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>
            <a:off x="8113542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rod11"/>
          <p:cNvSpPr/>
          <p:nvPr/>
        </p:nvSpPr>
        <p:spPr>
          <a:xfrm>
            <a:off x="8563708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>
            <a:off x="8563708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>
            <a:off x="8563708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>
            <a:off x="8563708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>
            <a:off x="8563708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>
            <a:off x="8563708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>
            <a:off x="8563708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>
            <a:off x="8563708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>
            <a:off x="8563708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>
            <a:off x="8563708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rod21"/>
          <p:cNvSpPr/>
          <p:nvPr/>
        </p:nvSpPr>
        <p:spPr>
          <a:xfrm>
            <a:off x="9013874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>
            <a:off x="9013874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>
            <a:off x="9013874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>
            <a:off x="9013874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>
            <a:off x="9013874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>
            <a:off x="9013874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>
            <a:off x="9013874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>
            <a:off x="9013874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>
            <a:off x="9013874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>
            <a:off x="9013874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rod31"/>
          <p:cNvSpPr/>
          <p:nvPr/>
        </p:nvSpPr>
        <p:spPr>
          <a:xfrm>
            <a:off x="9464040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>
            <a:off x="9464040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>
            <a:off x="9464040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>
            <a:off x="9464040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>
            <a:off x="9464040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>
            <a:off x="9464040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>
            <a:off x="9464040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>
            <a:off x="9464040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>
            <a:off x="9464040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>
            <a:off x="9464040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rod41"/>
          <p:cNvSpPr/>
          <p:nvPr/>
        </p:nvSpPr>
        <p:spPr>
          <a:xfrm>
            <a:off x="9914206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>
            <a:off x="9914206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>
            <a:off x="9914206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>
            <a:off x="9914206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>
            <a:off x="9914206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>
            <a:off x="9914206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9914206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9914206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9914206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9914206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rod51"/>
          <p:cNvSpPr/>
          <p:nvPr/>
        </p:nvSpPr>
        <p:spPr>
          <a:xfrm>
            <a:off x="10364372" y="696351"/>
            <a:ext cx="281354" cy="281353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10364372" y="97770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10364372" y="125905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10364372" y="154041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10364372" y="1821766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10364372" y="2103120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10364372" y="2384474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10364372" y="2665828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10364372" y="2947182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10364372" y="3228535"/>
            <a:ext cx="28135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unit61"/>
          <p:cNvSpPr/>
          <p:nvPr/>
        </p:nvSpPr>
        <p:spPr>
          <a:xfrm>
            <a:off x="10814538" y="3158197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1-unit62"/>
          <p:cNvSpPr/>
          <p:nvPr/>
        </p:nvSpPr>
        <p:spPr>
          <a:xfrm>
            <a:off x="10814538" y="2806505"/>
            <a:ext cx="281354" cy="28135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1-figure63" descr="10개 막대 6개와 낱개 2개"/>
          <p:cNvSpPr/>
          <p:nvPr/>
        </p:nvSpPr>
        <p:spPr>
          <a:xfrm>
            <a:off x="7680960" y="6963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01-card64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8" name="S01-cardtext65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100까지의 수를 읽고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수의 크기를 비교해요.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6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3개, 낱개 6개는?</a:t>
            </a:r>
            <a:endParaRPr lang="ko-KR" sz="3200" dirty="0"/>
          </a:p>
        </p:txBody>
      </p:sp>
      <p:sp>
        <p:nvSpPr>
          <p:cNvPr id="5" name="S02-chip68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9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47을 두 가지로 읽어요.</a:t>
            </a:r>
            <a:endParaRPr lang="ko-KR" sz="3200" dirty="0"/>
          </a:p>
        </p:txBody>
      </p:sp>
      <p:sp>
        <p:nvSpPr>
          <p:cNvPr id="7" name="S02-chip70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71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마흔다섯을 숫자로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60, 70, 80, 90</a:t>
            </a:r>
            <a:endParaRPr lang="ko-KR" sz="4400" dirty="0"/>
          </a:p>
        </p:txBody>
      </p:sp>
      <p:sp>
        <p:nvSpPr>
          <p:cNvPr id="3" name="S0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묶음이 늘어나요.</a:t>
            </a:r>
            <a:endParaRPr lang="ko-KR" sz="3200" dirty="0"/>
          </a:p>
        </p:txBody>
      </p:sp>
      <p:sp>
        <p:nvSpPr>
          <p:cNvPr id="4" name="S03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예순, 일흔, 여든, 아흔도 기억해요.</a:t>
            </a:r>
            <a:endParaRPr lang="ko-KR" sz="3200" dirty="0"/>
          </a:p>
        </p:txBody>
      </p:sp>
      <p:graphicFrame>
        <p:nvGraphicFramePr>
          <p:cNvPr id="4" name="S03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89785"/>
          <a:ext cx="9144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2103120"/>
                <a:gridCol w="210312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육십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칠십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여든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7개, 낱개 5개</a:t>
            </a:r>
            <a:endParaRPr lang="ko-KR" sz="4400" dirty="0"/>
          </a:p>
        </p:txBody>
      </p:sp>
      <p:sp>
        <p:nvSpPr>
          <p:cNvPr id="3" name="S04-card7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7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칠십오 또는 일흔다섯이라고 읽어요.</a:t>
            </a:r>
            <a:endParaRPr lang="ko-KR" sz="3200" dirty="0"/>
          </a:p>
        </p:txBody>
      </p:sp>
      <p:sp>
        <p:nvSpPr>
          <p:cNvPr id="5" name="S04-rod78"/>
          <p:cNvSpPr/>
          <p:nvPr/>
        </p:nvSpPr>
        <p:spPr>
          <a:xfrm>
            <a:off x="1222675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line79"/>
          <p:cNvSpPr/>
          <p:nvPr/>
        </p:nvSpPr>
        <p:spPr>
          <a:xfrm>
            <a:off x="1222675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4-line80"/>
          <p:cNvSpPr/>
          <p:nvPr/>
        </p:nvSpPr>
        <p:spPr>
          <a:xfrm>
            <a:off x="1222675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1"/>
          <p:cNvSpPr/>
          <p:nvPr/>
        </p:nvSpPr>
        <p:spPr>
          <a:xfrm>
            <a:off x="1222675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2"/>
          <p:cNvSpPr/>
          <p:nvPr/>
        </p:nvSpPr>
        <p:spPr>
          <a:xfrm>
            <a:off x="1222675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83"/>
          <p:cNvSpPr/>
          <p:nvPr/>
        </p:nvSpPr>
        <p:spPr>
          <a:xfrm>
            <a:off x="1222675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84"/>
          <p:cNvSpPr/>
          <p:nvPr/>
        </p:nvSpPr>
        <p:spPr>
          <a:xfrm>
            <a:off x="1222675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85"/>
          <p:cNvSpPr/>
          <p:nvPr/>
        </p:nvSpPr>
        <p:spPr>
          <a:xfrm>
            <a:off x="1222675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86"/>
          <p:cNvSpPr/>
          <p:nvPr/>
        </p:nvSpPr>
        <p:spPr>
          <a:xfrm>
            <a:off x="1222675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87"/>
          <p:cNvSpPr/>
          <p:nvPr/>
        </p:nvSpPr>
        <p:spPr>
          <a:xfrm>
            <a:off x="1222675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rod88"/>
          <p:cNvSpPr/>
          <p:nvPr/>
        </p:nvSpPr>
        <p:spPr>
          <a:xfrm>
            <a:off x="1739507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line89"/>
          <p:cNvSpPr/>
          <p:nvPr/>
        </p:nvSpPr>
        <p:spPr>
          <a:xfrm>
            <a:off x="1739507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line90"/>
          <p:cNvSpPr/>
          <p:nvPr/>
        </p:nvSpPr>
        <p:spPr>
          <a:xfrm>
            <a:off x="1739507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1"/>
          <p:cNvSpPr/>
          <p:nvPr/>
        </p:nvSpPr>
        <p:spPr>
          <a:xfrm>
            <a:off x="1739507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2"/>
          <p:cNvSpPr/>
          <p:nvPr/>
        </p:nvSpPr>
        <p:spPr>
          <a:xfrm>
            <a:off x="1739507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93"/>
          <p:cNvSpPr/>
          <p:nvPr/>
        </p:nvSpPr>
        <p:spPr>
          <a:xfrm>
            <a:off x="1739507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94"/>
          <p:cNvSpPr/>
          <p:nvPr/>
        </p:nvSpPr>
        <p:spPr>
          <a:xfrm>
            <a:off x="1739507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95"/>
          <p:cNvSpPr/>
          <p:nvPr/>
        </p:nvSpPr>
        <p:spPr>
          <a:xfrm>
            <a:off x="1739507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96"/>
          <p:cNvSpPr/>
          <p:nvPr/>
        </p:nvSpPr>
        <p:spPr>
          <a:xfrm>
            <a:off x="1739507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97"/>
          <p:cNvSpPr/>
          <p:nvPr/>
        </p:nvSpPr>
        <p:spPr>
          <a:xfrm>
            <a:off x="1739507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rod98"/>
          <p:cNvSpPr/>
          <p:nvPr/>
        </p:nvSpPr>
        <p:spPr>
          <a:xfrm>
            <a:off x="2256338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line99"/>
          <p:cNvSpPr/>
          <p:nvPr/>
        </p:nvSpPr>
        <p:spPr>
          <a:xfrm>
            <a:off x="2256338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line100"/>
          <p:cNvSpPr/>
          <p:nvPr/>
        </p:nvSpPr>
        <p:spPr>
          <a:xfrm>
            <a:off x="2256338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1"/>
          <p:cNvSpPr/>
          <p:nvPr/>
        </p:nvSpPr>
        <p:spPr>
          <a:xfrm>
            <a:off x="2256338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2"/>
          <p:cNvSpPr/>
          <p:nvPr/>
        </p:nvSpPr>
        <p:spPr>
          <a:xfrm>
            <a:off x="2256338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03"/>
          <p:cNvSpPr/>
          <p:nvPr/>
        </p:nvSpPr>
        <p:spPr>
          <a:xfrm>
            <a:off x="2256338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04"/>
          <p:cNvSpPr/>
          <p:nvPr/>
        </p:nvSpPr>
        <p:spPr>
          <a:xfrm>
            <a:off x="2256338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05"/>
          <p:cNvSpPr/>
          <p:nvPr/>
        </p:nvSpPr>
        <p:spPr>
          <a:xfrm>
            <a:off x="2256338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06"/>
          <p:cNvSpPr/>
          <p:nvPr/>
        </p:nvSpPr>
        <p:spPr>
          <a:xfrm>
            <a:off x="2256338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07"/>
          <p:cNvSpPr/>
          <p:nvPr/>
        </p:nvSpPr>
        <p:spPr>
          <a:xfrm>
            <a:off x="2256338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rod108"/>
          <p:cNvSpPr/>
          <p:nvPr/>
        </p:nvSpPr>
        <p:spPr>
          <a:xfrm>
            <a:off x="2773170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4-line109"/>
          <p:cNvSpPr/>
          <p:nvPr/>
        </p:nvSpPr>
        <p:spPr>
          <a:xfrm>
            <a:off x="2773170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line110"/>
          <p:cNvSpPr/>
          <p:nvPr/>
        </p:nvSpPr>
        <p:spPr>
          <a:xfrm>
            <a:off x="2773170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1"/>
          <p:cNvSpPr/>
          <p:nvPr/>
        </p:nvSpPr>
        <p:spPr>
          <a:xfrm>
            <a:off x="2773170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2"/>
          <p:cNvSpPr/>
          <p:nvPr/>
        </p:nvSpPr>
        <p:spPr>
          <a:xfrm>
            <a:off x="2773170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13"/>
          <p:cNvSpPr/>
          <p:nvPr/>
        </p:nvSpPr>
        <p:spPr>
          <a:xfrm>
            <a:off x="2773170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14"/>
          <p:cNvSpPr/>
          <p:nvPr/>
        </p:nvSpPr>
        <p:spPr>
          <a:xfrm>
            <a:off x="2773170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15"/>
          <p:cNvSpPr/>
          <p:nvPr/>
        </p:nvSpPr>
        <p:spPr>
          <a:xfrm>
            <a:off x="2773170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16"/>
          <p:cNvSpPr/>
          <p:nvPr/>
        </p:nvSpPr>
        <p:spPr>
          <a:xfrm>
            <a:off x="2773170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17"/>
          <p:cNvSpPr/>
          <p:nvPr/>
        </p:nvSpPr>
        <p:spPr>
          <a:xfrm>
            <a:off x="2773170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rod118"/>
          <p:cNvSpPr/>
          <p:nvPr/>
        </p:nvSpPr>
        <p:spPr>
          <a:xfrm>
            <a:off x="3290001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4-line119"/>
          <p:cNvSpPr/>
          <p:nvPr/>
        </p:nvSpPr>
        <p:spPr>
          <a:xfrm>
            <a:off x="3290001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line120"/>
          <p:cNvSpPr/>
          <p:nvPr/>
        </p:nvSpPr>
        <p:spPr>
          <a:xfrm>
            <a:off x="3290001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1"/>
          <p:cNvSpPr/>
          <p:nvPr/>
        </p:nvSpPr>
        <p:spPr>
          <a:xfrm>
            <a:off x="3290001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2"/>
          <p:cNvSpPr/>
          <p:nvPr/>
        </p:nvSpPr>
        <p:spPr>
          <a:xfrm>
            <a:off x="3290001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23"/>
          <p:cNvSpPr/>
          <p:nvPr/>
        </p:nvSpPr>
        <p:spPr>
          <a:xfrm>
            <a:off x="3290001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24"/>
          <p:cNvSpPr/>
          <p:nvPr/>
        </p:nvSpPr>
        <p:spPr>
          <a:xfrm>
            <a:off x="3290001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25"/>
          <p:cNvSpPr/>
          <p:nvPr/>
        </p:nvSpPr>
        <p:spPr>
          <a:xfrm>
            <a:off x="3290001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26"/>
          <p:cNvSpPr/>
          <p:nvPr/>
        </p:nvSpPr>
        <p:spPr>
          <a:xfrm>
            <a:off x="3290001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27"/>
          <p:cNvSpPr/>
          <p:nvPr/>
        </p:nvSpPr>
        <p:spPr>
          <a:xfrm>
            <a:off x="3290001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rod128"/>
          <p:cNvSpPr/>
          <p:nvPr/>
        </p:nvSpPr>
        <p:spPr>
          <a:xfrm>
            <a:off x="3806832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4-line129"/>
          <p:cNvSpPr/>
          <p:nvPr/>
        </p:nvSpPr>
        <p:spPr>
          <a:xfrm>
            <a:off x="3806832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4-line130"/>
          <p:cNvSpPr/>
          <p:nvPr/>
        </p:nvSpPr>
        <p:spPr>
          <a:xfrm>
            <a:off x="3806832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31"/>
          <p:cNvSpPr/>
          <p:nvPr/>
        </p:nvSpPr>
        <p:spPr>
          <a:xfrm>
            <a:off x="3806832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32"/>
          <p:cNvSpPr/>
          <p:nvPr/>
        </p:nvSpPr>
        <p:spPr>
          <a:xfrm>
            <a:off x="3806832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133"/>
          <p:cNvSpPr/>
          <p:nvPr/>
        </p:nvSpPr>
        <p:spPr>
          <a:xfrm>
            <a:off x="3806832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34"/>
          <p:cNvSpPr/>
          <p:nvPr/>
        </p:nvSpPr>
        <p:spPr>
          <a:xfrm>
            <a:off x="3806832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35"/>
          <p:cNvSpPr/>
          <p:nvPr/>
        </p:nvSpPr>
        <p:spPr>
          <a:xfrm>
            <a:off x="3806832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36"/>
          <p:cNvSpPr/>
          <p:nvPr/>
        </p:nvSpPr>
        <p:spPr>
          <a:xfrm>
            <a:off x="3806832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37"/>
          <p:cNvSpPr/>
          <p:nvPr/>
        </p:nvSpPr>
        <p:spPr>
          <a:xfrm>
            <a:off x="3806832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rod138"/>
          <p:cNvSpPr/>
          <p:nvPr/>
        </p:nvSpPr>
        <p:spPr>
          <a:xfrm>
            <a:off x="4323664" y="1390484"/>
            <a:ext cx="323020" cy="323019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4-line139"/>
          <p:cNvSpPr/>
          <p:nvPr/>
        </p:nvSpPr>
        <p:spPr>
          <a:xfrm>
            <a:off x="4323664" y="1713504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4-line140"/>
          <p:cNvSpPr/>
          <p:nvPr/>
        </p:nvSpPr>
        <p:spPr>
          <a:xfrm>
            <a:off x="4323664" y="203652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1"/>
          <p:cNvSpPr/>
          <p:nvPr/>
        </p:nvSpPr>
        <p:spPr>
          <a:xfrm>
            <a:off x="4323664" y="2359543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2"/>
          <p:cNvSpPr/>
          <p:nvPr/>
        </p:nvSpPr>
        <p:spPr>
          <a:xfrm>
            <a:off x="4323664" y="268256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43"/>
          <p:cNvSpPr/>
          <p:nvPr/>
        </p:nvSpPr>
        <p:spPr>
          <a:xfrm>
            <a:off x="4323664" y="300558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44"/>
          <p:cNvSpPr/>
          <p:nvPr/>
        </p:nvSpPr>
        <p:spPr>
          <a:xfrm>
            <a:off x="4323664" y="3328602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45"/>
          <p:cNvSpPr/>
          <p:nvPr/>
        </p:nvSpPr>
        <p:spPr>
          <a:xfrm>
            <a:off x="4323664" y="365162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46"/>
          <p:cNvSpPr/>
          <p:nvPr/>
        </p:nvSpPr>
        <p:spPr>
          <a:xfrm>
            <a:off x="4323664" y="3974641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47"/>
          <p:cNvSpPr/>
          <p:nvPr/>
        </p:nvSpPr>
        <p:spPr>
          <a:xfrm>
            <a:off x="4323664" y="4297660"/>
            <a:ext cx="3230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unit148"/>
          <p:cNvSpPr/>
          <p:nvPr/>
        </p:nvSpPr>
        <p:spPr>
          <a:xfrm>
            <a:off x="4840495" y="4216906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4-unit149"/>
          <p:cNvSpPr/>
          <p:nvPr/>
        </p:nvSpPr>
        <p:spPr>
          <a:xfrm>
            <a:off x="4840495" y="3813131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4-unit150"/>
          <p:cNvSpPr/>
          <p:nvPr/>
        </p:nvSpPr>
        <p:spPr>
          <a:xfrm>
            <a:off x="4840495" y="340935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4-unit151"/>
          <p:cNvSpPr/>
          <p:nvPr/>
        </p:nvSpPr>
        <p:spPr>
          <a:xfrm>
            <a:off x="4840495" y="3005582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4-unit152"/>
          <p:cNvSpPr/>
          <p:nvPr/>
        </p:nvSpPr>
        <p:spPr>
          <a:xfrm>
            <a:off x="4840495" y="2601807"/>
            <a:ext cx="323020" cy="3230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figure153" descr="10개 막대 7개와 낱개 5개"/>
          <p:cNvSpPr/>
          <p:nvPr/>
        </p:nvSpPr>
        <p:spPr>
          <a:xfrm>
            <a:off x="548640" y="139048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5" name="S04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8524" y="2375662"/>
          <a:ext cx="493776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975104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10개씩 묶음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다음은 100</a:t>
            </a:r>
            <a:endParaRPr lang="ko-KR" sz="4400" dirty="0"/>
          </a:p>
        </p:txBody>
      </p:sp>
      <p:sp>
        <p:nvSpPr>
          <p:cNvPr id="3" name="S05-card15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5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백이라고 읽어요.</a:t>
            </a:r>
            <a:endParaRPr lang="ko-KR" sz="3200" dirty="0"/>
          </a:p>
        </p:txBody>
      </p:sp>
      <p:sp>
        <p:nvSpPr>
          <p:cNvPr id="5" name="S05-card157"/>
          <p:cNvSpPr/>
          <p:nvPr/>
        </p:nvSpPr>
        <p:spPr>
          <a:xfrm>
            <a:off x="548640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58"/>
          <p:cNvSpPr txBox="1"/>
          <p:nvPr/>
        </p:nvSpPr>
        <p:spPr>
          <a:xfrm>
            <a:off x="822960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99보다 1만큼 더 큰 수</a:t>
            </a:r>
            <a:endParaRPr lang="ko-KR" sz="3200" dirty="0"/>
          </a:p>
        </p:txBody>
      </p:sp>
      <p:sp>
        <p:nvSpPr>
          <p:cNvPr id="7" name="S05-card159"/>
          <p:cNvSpPr/>
          <p:nvPr/>
        </p:nvSpPr>
        <p:spPr>
          <a:xfrm>
            <a:off x="6208776" y="3816604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160"/>
          <p:cNvSpPr txBox="1"/>
          <p:nvPr/>
        </p:nvSpPr>
        <p:spPr>
          <a:xfrm>
            <a:off x="6483096" y="3953764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10개</a:t>
            </a:r>
            <a:endParaRPr lang="ko-KR" sz="3200" dirty="0"/>
          </a:p>
        </p:txBody>
      </p:sp>
      <p:sp>
        <p:nvSpPr>
          <p:cNvPr id="9" name="S05-rod161"/>
          <p:cNvSpPr/>
          <p:nvPr/>
        </p:nvSpPr>
        <p:spPr>
          <a:xfrm>
            <a:off x="4354381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line162"/>
          <p:cNvSpPr/>
          <p:nvPr/>
        </p:nvSpPr>
        <p:spPr>
          <a:xfrm>
            <a:off x="4354381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63"/>
          <p:cNvSpPr/>
          <p:nvPr/>
        </p:nvSpPr>
        <p:spPr>
          <a:xfrm>
            <a:off x="4354381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line164"/>
          <p:cNvSpPr/>
          <p:nvPr/>
        </p:nvSpPr>
        <p:spPr>
          <a:xfrm>
            <a:off x="4354381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65"/>
          <p:cNvSpPr/>
          <p:nvPr/>
        </p:nvSpPr>
        <p:spPr>
          <a:xfrm>
            <a:off x="4354381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66"/>
          <p:cNvSpPr/>
          <p:nvPr/>
        </p:nvSpPr>
        <p:spPr>
          <a:xfrm>
            <a:off x="4354381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67"/>
          <p:cNvSpPr/>
          <p:nvPr/>
        </p:nvSpPr>
        <p:spPr>
          <a:xfrm>
            <a:off x="4354381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68"/>
          <p:cNvSpPr/>
          <p:nvPr/>
        </p:nvSpPr>
        <p:spPr>
          <a:xfrm>
            <a:off x="4354381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line169"/>
          <p:cNvSpPr/>
          <p:nvPr/>
        </p:nvSpPr>
        <p:spPr>
          <a:xfrm>
            <a:off x="4354381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70"/>
          <p:cNvSpPr/>
          <p:nvPr/>
        </p:nvSpPr>
        <p:spPr>
          <a:xfrm>
            <a:off x="4354381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rod171"/>
          <p:cNvSpPr/>
          <p:nvPr/>
        </p:nvSpPr>
        <p:spPr>
          <a:xfrm>
            <a:off x="4702400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line172"/>
          <p:cNvSpPr/>
          <p:nvPr/>
        </p:nvSpPr>
        <p:spPr>
          <a:xfrm>
            <a:off x="4702400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73"/>
          <p:cNvSpPr/>
          <p:nvPr/>
        </p:nvSpPr>
        <p:spPr>
          <a:xfrm>
            <a:off x="4702400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line174"/>
          <p:cNvSpPr/>
          <p:nvPr/>
        </p:nvSpPr>
        <p:spPr>
          <a:xfrm>
            <a:off x="4702400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75"/>
          <p:cNvSpPr/>
          <p:nvPr/>
        </p:nvSpPr>
        <p:spPr>
          <a:xfrm>
            <a:off x="4702400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76"/>
          <p:cNvSpPr/>
          <p:nvPr/>
        </p:nvSpPr>
        <p:spPr>
          <a:xfrm>
            <a:off x="4702400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77"/>
          <p:cNvSpPr/>
          <p:nvPr/>
        </p:nvSpPr>
        <p:spPr>
          <a:xfrm>
            <a:off x="4702400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178"/>
          <p:cNvSpPr/>
          <p:nvPr/>
        </p:nvSpPr>
        <p:spPr>
          <a:xfrm>
            <a:off x="4702400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line179"/>
          <p:cNvSpPr/>
          <p:nvPr/>
        </p:nvSpPr>
        <p:spPr>
          <a:xfrm>
            <a:off x="4702400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180"/>
          <p:cNvSpPr/>
          <p:nvPr/>
        </p:nvSpPr>
        <p:spPr>
          <a:xfrm>
            <a:off x="4702400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rod181"/>
          <p:cNvSpPr/>
          <p:nvPr/>
        </p:nvSpPr>
        <p:spPr>
          <a:xfrm>
            <a:off x="5050419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line182"/>
          <p:cNvSpPr/>
          <p:nvPr/>
        </p:nvSpPr>
        <p:spPr>
          <a:xfrm>
            <a:off x="5050419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83"/>
          <p:cNvSpPr/>
          <p:nvPr/>
        </p:nvSpPr>
        <p:spPr>
          <a:xfrm>
            <a:off x="5050419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5-line184"/>
          <p:cNvSpPr/>
          <p:nvPr/>
        </p:nvSpPr>
        <p:spPr>
          <a:xfrm>
            <a:off x="5050419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85"/>
          <p:cNvSpPr/>
          <p:nvPr/>
        </p:nvSpPr>
        <p:spPr>
          <a:xfrm>
            <a:off x="5050419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86"/>
          <p:cNvSpPr/>
          <p:nvPr/>
        </p:nvSpPr>
        <p:spPr>
          <a:xfrm>
            <a:off x="5050419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87"/>
          <p:cNvSpPr/>
          <p:nvPr/>
        </p:nvSpPr>
        <p:spPr>
          <a:xfrm>
            <a:off x="5050419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88"/>
          <p:cNvSpPr/>
          <p:nvPr/>
        </p:nvSpPr>
        <p:spPr>
          <a:xfrm>
            <a:off x="5050419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line189"/>
          <p:cNvSpPr/>
          <p:nvPr/>
        </p:nvSpPr>
        <p:spPr>
          <a:xfrm>
            <a:off x="5050419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190"/>
          <p:cNvSpPr/>
          <p:nvPr/>
        </p:nvSpPr>
        <p:spPr>
          <a:xfrm>
            <a:off x="5050419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rod191"/>
          <p:cNvSpPr/>
          <p:nvPr/>
        </p:nvSpPr>
        <p:spPr>
          <a:xfrm>
            <a:off x="5398438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line192"/>
          <p:cNvSpPr/>
          <p:nvPr/>
        </p:nvSpPr>
        <p:spPr>
          <a:xfrm>
            <a:off x="5398438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93"/>
          <p:cNvSpPr/>
          <p:nvPr/>
        </p:nvSpPr>
        <p:spPr>
          <a:xfrm>
            <a:off x="5398438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5-line194"/>
          <p:cNvSpPr/>
          <p:nvPr/>
        </p:nvSpPr>
        <p:spPr>
          <a:xfrm>
            <a:off x="5398438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95"/>
          <p:cNvSpPr/>
          <p:nvPr/>
        </p:nvSpPr>
        <p:spPr>
          <a:xfrm>
            <a:off x="5398438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96"/>
          <p:cNvSpPr/>
          <p:nvPr/>
        </p:nvSpPr>
        <p:spPr>
          <a:xfrm>
            <a:off x="5398438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97"/>
          <p:cNvSpPr/>
          <p:nvPr/>
        </p:nvSpPr>
        <p:spPr>
          <a:xfrm>
            <a:off x="5398438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98"/>
          <p:cNvSpPr/>
          <p:nvPr/>
        </p:nvSpPr>
        <p:spPr>
          <a:xfrm>
            <a:off x="5398438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line199"/>
          <p:cNvSpPr/>
          <p:nvPr/>
        </p:nvSpPr>
        <p:spPr>
          <a:xfrm>
            <a:off x="5398438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200"/>
          <p:cNvSpPr/>
          <p:nvPr/>
        </p:nvSpPr>
        <p:spPr>
          <a:xfrm>
            <a:off x="5398438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rod201"/>
          <p:cNvSpPr/>
          <p:nvPr/>
        </p:nvSpPr>
        <p:spPr>
          <a:xfrm>
            <a:off x="5746457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5-line202"/>
          <p:cNvSpPr/>
          <p:nvPr/>
        </p:nvSpPr>
        <p:spPr>
          <a:xfrm>
            <a:off x="5746457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203"/>
          <p:cNvSpPr/>
          <p:nvPr/>
        </p:nvSpPr>
        <p:spPr>
          <a:xfrm>
            <a:off x="5746457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line204"/>
          <p:cNvSpPr/>
          <p:nvPr/>
        </p:nvSpPr>
        <p:spPr>
          <a:xfrm>
            <a:off x="5746457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205"/>
          <p:cNvSpPr/>
          <p:nvPr/>
        </p:nvSpPr>
        <p:spPr>
          <a:xfrm>
            <a:off x="5746457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206"/>
          <p:cNvSpPr/>
          <p:nvPr/>
        </p:nvSpPr>
        <p:spPr>
          <a:xfrm>
            <a:off x="5746457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207"/>
          <p:cNvSpPr/>
          <p:nvPr/>
        </p:nvSpPr>
        <p:spPr>
          <a:xfrm>
            <a:off x="5746457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208"/>
          <p:cNvSpPr/>
          <p:nvPr/>
        </p:nvSpPr>
        <p:spPr>
          <a:xfrm>
            <a:off x="5746457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line209"/>
          <p:cNvSpPr/>
          <p:nvPr/>
        </p:nvSpPr>
        <p:spPr>
          <a:xfrm>
            <a:off x="5746457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210"/>
          <p:cNvSpPr/>
          <p:nvPr/>
        </p:nvSpPr>
        <p:spPr>
          <a:xfrm>
            <a:off x="5746457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rod211"/>
          <p:cNvSpPr/>
          <p:nvPr/>
        </p:nvSpPr>
        <p:spPr>
          <a:xfrm>
            <a:off x="6094476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5-line212"/>
          <p:cNvSpPr/>
          <p:nvPr/>
        </p:nvSpPr>
        <p:spPr>
          <a:xfrm>
            <a:off x="6094476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213"/>
          <p:cNvSpPr/>
          <p:nvPr/>
        </p:nvSpPr>
        <p:spPr>
          <a:xfrm>
            <a:off x="6094476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line214"/>
          <p:cNvSpPr/>
          <p:nvPr/>
        </p:nvSpPr>
        <p:spPr>
          <a:xfrm>
            <a:off x="6094476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215"/>
          <p:cNvSpPr/>
          <p:nvPr/>
        </p:nvSpPr>
        <p:spPr>
          <a:xfrm>
            <a:off x="6094476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216"/>
          <p:cNvSpPr/>
          <p:nvPr/>
        </p:nvSpPr>
        <p:spPr>
          <a:xfrm>
            <a:off x="6094476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217"/>
          <p:cNvSpPr/>
          <p:nvPr/>
        </p:nvSpPr>
        <p:spPr>
          <a:xfrm>
            <a:off x="6094476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ine218"/>
          <p:cNvSpPr/>
          <p:nvPr/>
        </p:nvSpPr>
        <p:spPr>
          <a:xfrm>
            <a:off x="6094476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line219"/>
          <p:cNvSpPr/>
          <p:nvPr/>
        </p:nvSpPr>
        <p:spPr>
          <a:xfrm>
            <a:off x="6094476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line220"/>
          <p:cNvSpPr/>
          <p:nvPr/>
        </p:nvSpPr>
        <p:spPr>
          <a:xfrm>
            <a:off x="6094476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rod221"/>
          <p:cNvSpPr/>
          <p:nvPr/>
        </p:nvSpPr>
        <p:spPr>
          <a:xfrm>
            <a:off x="6442495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0" name="S05-line222"/>
          <p:cNvSpPr/>
          <p:nvPr/>
        </p:nvSpPr>
        <p:spPr>
          <a:xfrm>
            <a:off x="6442495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line223"/>
          <p:cNvSpPr/>
          <p:nvPr/>
        </p:nvSpPr>
        <p:spPr>
          <a:xfrm>
            <a:off x="6442495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line224"/>
          <p:cNvSpPr/>
          <p:nvPr/>
        </p:nvSpPr>
        <p:spPr>
          <a:xfrm>
            <a:off x="6442495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line225"/>
          <p:cNvSpPr/>
          <p:nvPr/>
        </p:nvSpPr>
        <p:spPr>
          <a:xfrm>
            <a:off x="6442495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line226"/>
          <p:cNvSpPr/>
          <p:nvPr/>
        </p:nvSpPr>
        <p:spPr>
          <a:xfrm>
            <a:off x="6442495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5-line227"/>
          <p:cNvSpPr/>
          <p:nvPr/>
        </p:nvSpPr>
        <p:spPr>
          <a:xfrm>
            <a:off x="6442495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5-line228"/>
          <p:cNvSpPr/>
          <p:nvPr/>
        </p:nvSpPr>
        <p:spPr>
          <a:xfrm>
            <a:off x="6442495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5-line229"/>
          <p:cNvSpPr/>
          <p:nvPr/>
        </p:nvSpPr>
        <p:spPr>
          <a:xfrm>
            <a:off x="6442495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5-line230"/>
          <p:cNvSpPr/>
          <p:nvPr/>
        </p:nvSpPr>
        <p:spPr>
          <a:xfrm>
            <a:off x="6442495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5-rod231"/>
          <p:cNvSpPr/>
          <p:nvPr/>
        </p:nvSpPr>
        <p:spPr>
          <a:xfrm>
            <a:off x="6790514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5-line232"/>
          <p:cNvSpPr/>
          <p:nvPr/>
        </p:nvSpPr>
        <p:spPr>
          <a:xfrm>
            <a:off x="6790514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5-line233"/>
          <p:cNvSpPr/>
          <p:nvPr/>
        </p:nvSpPr>
        <p:spPr>
          <a:xfrm>
            <a:off x="6790514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5-line234"/>
          <p:cNvSpPr/>
          <p:nvPr/>
        </p:nvSpPr>
        <p:spPr>
          <a:xfrm>
            <a:off x="6790514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5-line235"/>
          <p:cNvSpPr/>
          <p:nvPr/>
        </p:nvSpPr>
        <p:spPr>
          <a:xfrm>
            <a:off x="6790514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5-line236"/>
          <p:cNvSpPr/>
          <p:nvPr/>
        </p:nvSpPr>
        <p:spPr>
          <a:xfrm>
            <a:off x="6790514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237"/>
          <p:cNvSpPr/>
          <p:nvPr/>
        </p:nvSpPr>
        <p:spPr>
          <a:xfrm>
            <a:off x="6790514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238"/>
          <p:cNvSpPr/>
          <p:nvPr/>
        </p:nvSpPr>
        <p:spPr>
          <a:xfrm>
            <a:off x="6790514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239"/>
          <p:cNvSpPr/>
          <p:nvPr/>
        </p:nvSpPr>
        <p:spPr>
          <a:xfrm>
            <a:off x="6790514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240"/>
          <p:cNvSpPr/>
          <p:nvPr/>
        </p:nvSpPr>
        <p:spPr>
          <a:xfrm>
            <a:off x="6790514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rod241"/>
          <p:cNvSpPr/>
          <p:nvPr/>
        </p:nvSpPr>
        <p:spPr>
          <a:xfrm>
            <a:off x="7138533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05-line242"/>
          <p:cNvSpPr/>
          <p:nvPr/>
        </p:nvSpPr>
        <p:spPr>
          <a:xfrm>
            <a:off x="7138533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line243"/>
          <p:cNvSpPr/>
          <p:nvPr/>
        </p:nvSpPr>
        <p:spPr>
          <a:xfrm>
            <a:off x="7138533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244"/>
          <p:cNvSpPr/>
          <p:nvPr/>
        </p:nvSpPr>
        <p:spPr>
          <a:xfrm>
            <a:off x="7138533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245"/>
          <p:cNvSpPr/>
          <p:nvPr/>
        </p:nvSpPr>
        <p:spPr>
          <a:xfrm>
            <a:off x="7138533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5-line246"/>
          <p:cNvSpPr/>
          <p:nvPr/>
        </p:nvSpPr>
        <p:spPr>
          <a:xfrm>
            <a:off x="7138533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247"/>
          <p:cNvSpPr/>
          <p:nvPr/>
        </p:nvSpPr>
        <p:spPr>
          <a:xfrm>
            <a:off x="7138533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248"/>
          <p:cNvSpPr/>
          <p:nvPr/>
        </p:nvSpPr>
        <p:spPr>
          <a:xfrm>
            <a:off x="7138533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249"/>
          <p:cNvSpPr/>
          <p:nvPr/>
        </p:nvSpPr>
        <p:spPr>
          <a:xfrm>
            <a:off x="7138533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250"/>
          <p:cNvSpPr/>
          <p:nvPr/>
        </p:nvSpPr>
        <p:spPr>
          <a:xfrm>
            <a:off x="7138533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rod251"/>
          <p:cNvSpPr/>
          <p:nvPr/>
        </p:nvSpPr>
        <p:spPr>
          <a:xfrm>
            <a:off x="7486552" y="1369382"/>
            <a:ext cx="217512" cy="217511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0" name="S05-line252"/>
          <p:cNvSpPr/>
          <p:nvPr/>
        </p:nvSpPr>
        <p:spPr>
          <a:xfrm>
            <a:off x="7486552" y="158689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line253"/>
          <p:cNvSpPr/>
          <p:nvPr/>
        </p:nvSpPr>
        <p:spPr>
          <a:xfrm>
            <a:off x="7486552" y="180440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line254"/>
          <p:cNvSpPr/>
          <p:nvPr/>
        </p:nvSpPr>
        <p:spPr>
          <a:xfrm>
            <a:off x="7486552" y="202191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line255"/>
          <p:cNvSpPr/>
          <p:nvPr/>
        </p:nvSpPr>
        <p:spPr>
          <a:xfrm>
            <a:off x="7486552" y="223943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line256"/>
          <p:cNvSpPr/>
          <p:nvPr/>
        </p:nvSpPr>
        <p:spPr>
          <a:xfrm>
            <a:off x="7486552" y="2456942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257"/>
          <p:cNvSpPr/>
          <p:nvPr/>
        </p:nvSpPr>
        <p:spPr>
          <a:xfrm>
            <a:off x="7486552" y="2674454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258"/>
          <p:cNvSpPr/>
          <p:nvPr/>
        </p:nvSpPr>
        <p:spPr>
          <a:xfrm>
            <a:off x="7486552" y="2891966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59"/>
          <p:cNvSpPr/>
          <p:nvPr/>
        </p:nvSpPr>
        <p:spPr>
          <a:xfrm>
            <a:off x="7486552" y="3109478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60"/>
          <p:cNvSpPr/>
          <p:nvPr/>
        </p:nvSpPr>
        <p:spPr>
          <a:xfrm>
            <a:off x="7486552" y="3326990"/>
            <a:ext cx="217512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figure261" descr="10개 막대 10개"/>
          <p:cNvSpPr/>
          <p:nvPr/>
        </p:nvSpPr>
        <p:spPr>
          <a:xfrm>
            <a:off x="548640" y="1369382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비교해요</a:t>
            </a:r>
            <a:endParaRPr lang="ko-KR" sz="4400" dirty="0"/>
          </a:p>
        </p:txBody>
      </p:sp>
      <p:sp>
        <p:nvSpPr>
          <p:cNvPr id="3" name="S06-card2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더 많은 64가 커요. 64는 58보다 커요.</a:t>
            </a:r>
            <a:endParaRPr lang="ko-KR" sz="3200" dirty="0"/>
          </a:p>
        </p:txBody>
      </p:sp>
      <p:sp>
        <p:nvSpPr>
          <p:cNvPr id="5" name="S06-rod264"/>
          <p:cNvSpPr/>
          <p:nvPr/>
        </p:nvSpPr>
        <p:spPr>
          <a:xfrm>
            <a:off x="152488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line265"/>
          <p:cNvSpPr/>
          <p:nvPr/>
        </p:nvSpPr>
        <p:spPr>
          <a:xfrm>
            <a:off x="152488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6-line266"/>
          <p:cNvSpPr/>
          <p:nvPr/>
        </p:nvSpPr>
        <p:spPr>
          <a:xfrm>
            <a:off x="152488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6-line267"/>
          <p:cNvSpPr/>
          <p:nvPr/>
        </p:nvSpPr>
        <p:spPr>
          <a:xfrm>
            <a:off x="152488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6-line268"/>
          <p:cNvSpPr/>
          <p:nvPr/>
        </p:nvSpPr>
        <p:spPr>
          <a:xfrm>
            <a:off x="152488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269"/>
          <p:cNvSpPr/>
          <p:nvPr/>
        </p:nvSpPr>
        <p:spPr>
          <a:xfrm>
            <a:off x="152488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270"/>
          <p:cNvSpPr/>
          <p:nvPr/>
        </p:nvSpPr>
        <p:spPr>
          <a:xfrm>
            <a:off x="152488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271"/>
          <p:cNvSpPr/>
          <p:nvPr/>
        </p:nvSpPr>
        <p:spPr>
          <a:xfrm>
            <a:off x="152488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272"/>
          <p:cNvSpPr/>
          <p:nvPr/>
        </p:nvSpPr>
        <p:spPr>
          <a:xfrm>
            <a:off x="152488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6-line273"/>
          <p:cNvSpPr/>
          <p:nvPr/>
        </p:nvSpPr>
        <p:spPr>
          <a:xfrm>
            <a:off x="152488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rod274"/>
          <p:cNvSpPr/>
          <p:nvPr/>
        </p:nvSpPr>
        <p:spPr>
          <a:xfrm>
            <a:off x="202885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line275"/>
          <p:cNvSpPr/>
          <p:nvPr/>
        </p:nvSpPr>
        <p:spPr>
          <a:xfrm>
            <a:off x="202885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276"/>
          <p:cNvSpPr/>
          <p:nvPr/>
        </p:nvSpPr>
        <p:spPr>
          <a:xfrm>
            <a:off x="202885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277"/>
          <p:cNvSpPr/>
          <p:nvPr/>
        </p:nvSpPr>
        <p:spPr>
          <a:xfrm>
            <a:off x="202885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6-line278"/>
          <p:cNvSpPr/>
          <p:nvPr/>
        </p:nvSpPr>
        <p:spPr>
          <a:xfrm>
            <a:off x="202885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279"/>
          <p:cNvSpPr/>
          <p:nvPr/>
        </p:nvSpPr>
        <p:spPr>
          <a:xfrm>
            <a:off x="202885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280"/>
          <p:cNvSpPr/>
          <p:nvPr/>
        </p:nvSpPr>
        <p:spPr>
          <a:xfrm>
            <a:off x="202885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281"/>
          <p:cNvSpPr/>
          <p:nvPr/>
        </p:nvSpPr>
        <p:spPr>
          <a:xfrm>
            <a:off x="202885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282"/>
          <p:cNvSpPr/>
          <p:nvPr/>
        </p:nvSpPr>
        <p:spPr>
          <a:xfrm>
            <a:off x="202885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6-line283"/>
          <p:cNvSpPr/>
          <p:nvPr/>
        </p:nvSpPr>
        <p:spPr>
          <a:xfrm>
            <a:off x="202885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rod284"/>
          <p:cNvSpPr/>
          <p:nvPr/>
        </p:nvSpPr>
        <p:spPr>
          <a:xfrm>
            <a:off x="253283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line285"/>
          <p:cNvSpPr/>
          <p:nvPr/>
        </p:nvSpPr>
        <p:spPr>
          <a:xfrm>
            <a:off x="253283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286"/>
          <p:cNvSpPr/>
          <p:nvPr/>
        </p:nvSpPr>
        <p:spPr>
          <a:xfrm>
            <a:off x="253283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287"/>
          <p:cNvSpPr/>
          <p:nvPr/>
        </p:nvSpPr>
        <p:spPr>
          <a:xfrm>
            <a:off x="253283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6-line288"/>
          <p:cNvSpPr/>
          <p:nvPr/>
        </p:nvSpPr>
        <p:spPr>
          <a:xfrm>
            <a:off x="253283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289"/>
          <p:cNvSpPr/>
          <p:nvPr/>
        </p:nvSpPr>
        <p:spPr>
          <a:xfrm>
            <a:off x="253283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290"/>
          <p:cNvSpPr/>
          <p:nvPr/>
        </p:nvSpPr>
        <p:spPr>
          <a:xfrm>
            <a:off x="253283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291"/>
          <p:cNvSpPr/>
          <p:nvPr/>
        </p:nvSpPr>
        <p:spPr>
          <a:xfrm>
            <a:off x="253283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292"/>
          <p:cNvSpPr/>
          <p:nvPr/>
        </p:nvSpPr>
        <p:spPr>
          <a:xfrm>
            <a:off x="253283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6-line293"/>
          <p:cNvSpPr/>
          <p:nvPr/>
        </p:nvSpPr>
        <p:spPr>
          <a:xfrm>
            <a:off x="253283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rod294"/>
          <p:cNvSpPr/>
          <p:nvPr/>
        </p:nvSpPr>
        <p:spPr>
          <a:xfrm>
            <a:off x="303680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6-line295"/>
          <p:cNvSpPr/>
          <p:nvPr/>
        </p:nvSpPr>
        <p:spPr>
          <a:xfrm>
            <a:off x="303680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296"/>
          <p:cNvSpPr/>
          <p:nvPr/>
        </p:nvSpPr>
        <p:spPr>
          <a:xfrm>
            <a:off x="303680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297"/>
          <p:cNvSpPr/>
          <p:nvPr/>
        </p:nvSpPr>
        <p:spPr>
          <a:xfrm>
            <a:off x="303680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6-line298"/>
          <p:cNvSpPr/>
          <p:nvPr/>
        </p:nvSpPr>
        <p:spPr>
          <a:xfrm>
            <a:off x="303680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299"/>
          <p:cNvSpPr/>
          <p:nvPr/>
        </p:nvSpPr>
        <p:spPr>
          <a:xfrm>
            <a:off x="303680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300"/>
          <p:cNvSpPr/>
          <p:nvPr/>
        </p:nvSpPr>
        <p:spPr>
          <a:xfrm>
            <a:off x="303680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301"/>
          <p:cNvSpPr/>
          <p:nvPr/>
        </p:nvSpPr>
        <p:spPr>
          <a:xfrm>
            <a:off x="303680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302"/>
          <p:cNvSpPr/>
          <p:nvPr/>
        </p:nvSpPr>
        <p:spPr>
          <a:xfrm>
            <a:off x="303680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6-line303"/>
          <p:cNvSpPr/>
          <p:nvPr/>
        </p:nvSpPr>
        <p:spPr>
          <a:xfrm>
            <a:off x="303680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rod304"/>
          <p:cNvSpPr/>
          <p:nvPr/>
        </p:nvSpPr>
        <p:spPr>
          <a:xfrm>
            <a:off x="3540783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line305"/>
          <p:cNvSpPr/>
          <p:nvPr/>
        </p:nvSpPr>
        <p:spPr>
          <a:xfrm>
            <a:off x="3540783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306"/>
          <p:cNvSpPr/>
          <p:nvPr/>
        </p:nvSpPr>
        <p:spPr>
          <a:xfrm>
            <a:off x="3540783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307"/>
          <p:cNvSpPr/>
          <p:nvPr/>
        </p:nvSpPr>
        <p:spPr>
          <a:xfrm>
            <a:off x="3540783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6-line308"/>
          <p:cNvSpPr/>
          <p:nvPr/>
        </p:nvSpPr>
        <p:spPr>
          <a:xfrm>
            <a:off x="3540783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309"/>
          <p:cNvSpPr/>
          <p:nvPr/>
        </p:nvSpPr>
        <p:spPr>
          <a:xfrm>
            <a:off x="3540783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310"/>
          <p:cNvSpPr/>
          <p:nvPr/>
        </p:nvSpPr>
        <p:spPr>
          <a:xfrm>
            <a:off x="3540783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311"/>
          <p:cNvSpPr/>
          <p:nvPr/>
        </p:nvSpPr>
        <p:spPr>
          <a:xfrm>
            <a:off x="3540783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312"/>
          <p:cNvSpPr/>
          <p:nvPr/>
        </p:nvSpPr>
        <p:spPr>
          <a:xfrm>
            <a:off x="3540783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6-line313"/>
          <p:cNvSpPr/>
          <p:nvPr/>
        </p:nvSpPr>
        <p:spPr>
          <a:xfrm>
            <a:off x="3540783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rod314"/>
          <p:cNvSpPr/>
          <p:nvPr/>
        </p:nvSpPr>
        <p:spPr>
          <a:xfrm>
            <a:off x="4044758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line315"/>
          <p:cNvSpPr/>
          <p:nvPr/>
        </p:nvSpPr>
        <p:spPr>
          <a:xfrm>
            <a:off x="4044758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316"/>
          <p:cNvSpPr/>
          <p:nvPr/>
        </p:nvSpPr>
        <p:spPr>
          <a:xfrm>
            <a:off x="4044758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317"/>
          <p:cNvSpPr/>
          <p:nvPr/>
        </p:nvSpPr>
        <p:spPr>
          <a:xfrm>
            <a:off x="4044758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6-line318"/>
          <p:cNvSpPr/>
          <p:nvPr/>
        </p:nvSpPr>
        <p:spPr>
          <a:xfrm>
            <a:off x="4044758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319"/>
          <p:cNvSpPr/>
          <p:nvPr/>
        </p:nvSpPr>
        <p:spPr>
          <a:xfrm>
            <a:off x="4044758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320"/>
          <p:cNvSpPr/>
          <p:nvPr/>
        </p:nvSpPr>
        <p:spPr>
          <a:xfrm>
            <a:off x="4044758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321"/>
          <p:cNvSpPr/>
          <p:nvPr/>
        </p:nvSpPr>
        <p:spPr>
          <a:xfrm>
            <a:off x="4044758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322"/>
          <p:cNvSpPr/>
          <p:nvPr/>
        </p:nvSpPr>
        <p:spPr>
          <a:xfrm>
            <a:off x="4044758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6-line323"/>
          <p:cNvSpPr/>
          <p:nvPr/>
        </p:nvSpPr>
        <p:spPr>
          <a:xfrm>
            <a:off x="4044758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unit324"/>
          <p:cNvSpPr/>
          <p:nvPr/>
        </p:nvSpPr>
        <p:spPr>
          <a:xfrm>
            <a:off x="4548733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unit325"/>
          <p:cNvSpPr/>
          <p:nvPr/>
        </p:nvSpPr>
        <p:spPr>
          <a:xfrm>
            <a:off x="4548733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unit326"/>
          <p:cNvSpPr/>
          <p:nvPr/>
        </p:nvSpPr>
        <p:spPr>
          <a:xfrm>
            <a:off x="4548733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unit327"/>
          <p:cNvSpPr/>
          <p:nvPr/>
        </p:nvSpPr>
        <p:spPr>
          <a:xfrm>
            <a:off x="4548733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6-figure328" descr="10개 막대 6개와 낱개 4개"/>
          <p:cNvSpPr/>
          <p:nvPr/>
        </p:nvSpPr>
        <p:spPr>
          <a:xfrm>
            <a:off x="548640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06-label329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2600" dirty="0"/>
          </a:p>
        </p:txBody>
      </p:sp>
      <p:sp>
        <p:nvSpPr>
          <p:cNvPr id="71" name="S06-rod330"/>
          <p:cNvSpPr/>
          <p:nvPr/>
        </p:nvSpPr>
        <p:spPr>
          <a:xfrm>
            <a:off x="72779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6-line331"/>
          <p:cNvSpPr/>
          <p:nvPr/>
        </p:nvSpPr>
        <p:spPr>
          <a:xfrm>
            <a:off x="72779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6-line332"/>
          <p:cNvSpPr/>
          <p:nvPr/>
        </p:nvSpPr>
        <p:spPr>
          <a:xfrm>
            <a:off x="72779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6-line333"/>
          <p:cNvSpPr/>
          <p:nvPr/>
        </p:nvSpPr>
        <p:spPr>
          <a:xfrm>
            <a:off x="72779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6-line334"/>
          <p:cNvSpPr/>
          <p:nvPr/>
        </p:nvSpPr>
        <p:spPr>
          <a:xfrm>
            <a:off x="72779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6-line335"/>
          <p:cNvSpPr/>
          <p:nvPr/>
        </p:nvSpPr>
        <p:spPr>
          <a:xfrm>
            <a:off x="72779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6-line336"/>
          <p:cNvSpPr/>
          <p:nvPr/>
        </p:nvSpPr>
        <p:spPr>
          <a:xfrm>
            <a:off x="72779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06-line337"/>
          <p:cNvSpPr/>
          <p:nvPr/>
        </p:nvSpPr>
        <p:spPr>
          <a:xfrm>
            <a:off x="72779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06-line338"/>
          <p:cNvSpPr/>
          <p:nvPr/>
        </p:nvSpPr>
        <p:spPr>
          <a:xfrm>
            <a:off x="72779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06-line339"/>
          <p:cNvSpPr/>
          <p:nvPr/>
        </p:nvSpPr>
        <p:spPr>
          <a:xfrm>
            <a:off x="72779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06-rod340"/>
          <p:cNvSpPr/>
          <p:nvPr/>
        </p:nvSpPr>
        <p:spPr>
          <a:xfrm>
            <a:off x="77819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6-line341"/>
          <p:cNvSpPr/>
          <p:nvPr/>
        </p:nvSpPr>
        <p:spPr>
          <a:xfrm>
            <a:off x="77819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6-line342"/>
          <p:cNvSpPr/>
          <p:nvPr/>
        </p:nvSpPr>
        <p:spPr>
          <a:xfrm>
            <a:off x="77819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6-line343"/>
          <p:cNvSpPr/>
          <p:nvPr/>
        </p:nvSpPr>
        <p:spPr>
          <a:xfrm>
            <a:off x="77819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6-line344"/>
          <p:cNvSpPr/>
          <p:nvPr/>
        </p:nvSpPr>
        <p:spPr>
          <a:xfrm>
            <a:off x="77819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6-line345"/>
          <p:cNvSpPr/>
          <p:nvPr/>
        </p:nvSpPr>
        <p:spPr>
          <a:xfrm>
            <a:off x="77819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346"/>
          <p:cNvSpPr/>
          <p:nvPr/>
        </p:nvSpPr>
        <p:spPr>
          <a:xfrm>
            <a:off x="77819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347"/>
          <p:cNvSpPr/>
          <p:nvPr/>
        </p:nvSpPr>
        <p:spPr>
          <a:xfrm>
            <a:off x="77819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348"/>
          <p:cNvSpPr/>
          <p:nvPr/>
        </p:nvSpPr>
        <p:spPr>
          <a:xfrm>
            <a:off x="77819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349"/>
          <p:cNvSpPr/>
          <p:nvPr/>
        </p:nvSpPr>
        <p:spPr>
          <a:xfrm>
            <a:off x="77819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6-rod350"/>
          <p:cNvSpPr/>
          <p:nvPr/>
        </p:nvSpPr>
        <p:spPr>
          <a:xfrm>
            <a:off x="828593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6-line351"/>
          <p:cNvSpPr/>
          <p:nvPr/>
        </p:nvSpPr>
        <p:spPr>
          <a:xfrm>
            <a:off x="828593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352"/>
          <p:cNvSpPr/>
          <p:nvPr/>
        </p:nvSpPr>
        <p:spPr>
          <a:xfrm>
            <a:off x="828593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353"/>
          <p:cNvSpPr/>
          <p:nvPr/>
        </p:nvSpPr>
        <p:spPr>
          <a:xfrm>
            <a:off x="828593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354"/>
          <p:cNvSpPr/>
          <p:nvPr/>
        </p:nvSpPr>
        <p:spPr>
          <a:xfrm>
            <a:off x="828593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6-line355"/>
          <p:cNvSpPr/>
          <p:nvPr/>
        </p:nvSpPr>
        <p:spPr>
          <a:xfrm>
            <a:off x="828593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356"/>
          <p:cNvSpPr/>
          <p:nvPr/>
        </p:nvSpPr>
        <p:spPr>
          <a:xfrm>
            <a:off x="828593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357"/>
          <p:cNvSpPr/>
          <p:nvPr/>
        </p:nvSpPr>
        <p:spPr>
          <a:xfrm>
            <a:off x="828593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358"/>
          <p:cNvSpPr/>
          <p:nvPr/>
        </p:nvSpPr>
        <p:spPr>
          <a:xfrm>
            <a:off x="828593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359"/>
          <p:cNvSpPr/>
          <p:nvPr/>
        </p:nvSpPr>
        <p:spPr>
          <a:xfrm>
            <a:off x="828593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6-rod360"/>
          <p:cNvSpPr/>
          <p:nvPr/>
        </p:nvSpPr>
        <p:spPr>
          <a:xfrm>
            <a:off x="878991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6-line361"/>
          <p:cNvSpPr/>
          <p:nvPr/>
        </p:nvSpPr>
        <p:spPr>
          <a:xfrm>
            <a:off x="878991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362"/>
          <p:cNvSpPr/>
          <p:nvPr/>
        </p:nvSpPr>
        <p:spPr>
          <a:xfrm>
            <a:off x="878991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363"/>
          <p:cNvSpPr/>
          <p:nvPr/>
        </p:nvSpPr>
        <p:spPr>
          <a:xfrm>
            <a:off x="878991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364"/>
          <p:cNvSpPr/>
          <p:nvPr/>
        </p:nvSpPr>
        <p:spPr>
          <a:xfrm>
            <a:off x="878991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6-line365"/>
          <p:cNvSpPr/>
          <p:nvPr/>
        </p:nvSpPr>
        <p:spPr>
          <a:xfrm>
            <a:off x="878991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366"/>
          <p:cNvSpPr/>
          <p:nvPr/>
        </p:nvSpPr>
        <p:spPr>
          <a:xfrm>
            <a:off x="878991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367"/>
          <p:cNvSpPr/>
          <p:nvPr/>
        </p:nvSpPr>
        <p:spPr>
          <a:xfrm>
            <a:off x="878991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368"/>
          <p:cNvSpPr/>
          <p:nvPr/>
        </p:nvSpPr>
        <p:spPr>
          <a:xfrm>
            <a:off x="878991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369"/>
          <p:cNvSpPr/>
          <p:nvPr/>
        </p:nvSpPr>
        <p:spPr>
          <a:xfrm>
            <a:off x="878991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6-rod370"/>
          <p:cNvSpPr/>
          <p:nvPr/>
        </p:nvSpPr>
        <p:spPr>
          <a:xfrm>
            <a:off x="92938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6-line371"/>
          <p:cNvSpPr/>
          <p:nvPr/>
        </p:nvSpPr>
        <p:spPr>
          <a:xfrm>
            <a:off x="92938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372"/>
          <p:cNvSpPr/>
          <p:nvPr/>
        </p:nvSpPr>
        <p:spPr>
          <a:xfrm>
            <a:off x="92938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373"/>
          <p:cNvSpPr/>
          <p:nvPr/>
        </p:nvSpPr>
        <p:spPr>
          <a:xfrm>
            <a:off x="92938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374"/>
          <p:cNvSpPr/>
          <p:nvPr/>
        </p:nvSpPr>
        <p:spPr>
          <a:xfrm>
            <a:off x="92938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6-line375"/>
          <p:cNvSpPr/>
          <p:nvPr/>
        </p:nvSpPr>
        <p:spPr>
          <a:xfrm>
            <a:off x="92938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376"/>
          <p:cNvSpPr/>
          <p:nvPr/>
        </p:nvSpPr>
        <p:spPr>
          <a:xfrm>
            <a:off x="92938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377"/>
          <p:cNvSpPr/>
          <p:nvPr/>
        </p:nvSpPr>
        <p:spPr>
          <a:xfrm>
            <a:off x="92938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378"/>
          <p:cNvSpPr/>
          <p:nvPr/>
        </p:nvSpPr>
        <p:spPr>
          <a:xfrm>
            <a:off x="92938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379"/>
          <p:cNvSpPr/>
          <p:nvPr/>
        </p:nvSpPr>
        <p:spPr>
          <a:xfrm>
            <a:off x="92938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6-unit380"/>
          <p:cNvSpPr/>
          <p:nvPr/>
        </p:nvSpPr>
        <p:spPr>
          <a:xfrm>
            <a:off x="9797862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6-unit381"/>
          <p:cNvSpPr/>
          <p:nvPr/>
        </p:nvSpPr>
        <p:spPr>
          <a:xfrm>
            <a:off x="9797862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06-unit382"/>
          <p:cNvSpPr/>
          <p:nvPr/>
        </p:nvSpPr>
        <p:spPr>
          <a:xfrm>
            <a:off x="9797862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4" name="S06-unit383"/>
          <p:cNvSpPr/>
          <p:nvPr/>
        </p:nvSpPr>
        <p:spPr>
          <a:xfrm>
            <a:off x="9797862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5" name="S06-unit384"/>
          <p:cNvSpPr/>
          <p:nvPr/>
        </p:nvSpPr>
        <p:spPr>
          <a:xfrm>
            <a:off x="9797862" y="2570068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6" name="S06-unit385"/>
          <p:cNvSpPr/>
          <p:nvPr/>
        </p:nvSpPr>
        <p:spPr>
          <a:xfrm>
            <a:off x="10207342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7" name="S06-unit386"/>
          <p:cNvSpPr/>
          <p:nvPr/>
        </p:nvSpPr>
        <p:spPr>
          <a:xfrm>
            <a:off x="10207342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8" name="S06-unit387"/>
          <p:cNvSpPr/>
          <p:nvPr/>
        </p:nvSpPr>
        <p:spPr>
          <a:xfrm>
            <a:off x="10207342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9" name="S06-figure388" descr="10개 막대 5개와 낱개 8개"/>
          <p:cNvSpPr/>
          <p:nvPr/>
        </p:nvSpPr>
        <p:spPr>
          <a:xfrm>
            <a:off x="6254496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06-label38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같으면 낱개</a:t>
            </a:r>
            <a:endParaRPr lang="ko-KR" sz="4400" dirty="0"/>
          </a:p>
        </p:txBody>
      </p:sp>
      <p:sp>
        <p:nvSpPr>
          <p:cNvPr id="3" name="S07-card3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같으니 낱개를 봐요. 76은 73보다 커요.</a:t>
            </a:r>
            <a:endParaRPr lang="ko-KR" sz="3200" dirty="0"/>
          </a:p>
        </p:txBody>
      </p:sp>
      <p:sp>
        <p:nvSpPr>
          <p:cNvPr id="5" name="S07-rod392"/>
          <p:cNvSpPr/>
          <p:nvPr/>
        </p:nvSpPr>
        <p:spPr>
          <a:xfrm>
            <a:off x="1272895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line393"/>
          <p:cNvSpPr/>
          <p:nvPr/>
        </p:nvSpPr>
        <p:spPr>
          <a:xfrm>
            <a:off x="1272895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7-line394"/>
          <p:cNvSpPr/>
          <p:nvPr/>
        </p:nvSpPr>
        <p:spPr>
          <a:xfrm>
            <a:off x="1272895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7-line395"/>
          <p:cNvSpPr/>
          <p:nvPr/>
        </p:nvSpPr>
        <p:spPr>
          <a:xfrm>
            <a:off x="1272895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396"/>
          <p:cNvSpPr/>
          <p:nvPr/>
        </p:nvSpPr>
        <p:spPr>
          <a:xfrm>
            <a:off x="1272895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397"/>
          <p:cNvSpPr/>
          <p:nvPr/>
        </p:nvSpPr>
        <p:spPr>
          <a:xfrm>
            <a:off x="1272895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398"/>
          <p:cNvSpPr/>
          <p:nvPr/>
        </p:nvSpPr>
        <p:spPr>
          <a:xfrm>
            <a:off x="1272895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399"/>
          <p:cNvSpPr/>
          <p:nvPr/>
        </p:nvSpPr>
        <p:spPr>
          <a:xfrm>
            <a:off x="1272895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7-line400"/>
          <p:cNvSpPr/>
          <p:nvPr/>
        </p:nvSpPr>
        <p:spPr>
          <a:xfrm>
            <a:off x="1272895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401"/>
          <p:cNvSpPr/>
          <p:nvPr/>
        </p:nvSpPr>
        <p:spPr>
          <a:xfrm>
            <a:off x="1272895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rod402"/>
          <p:cNvSpPr/>
          <p:nvPr/>
        </p:nvSpPr>
        <p:spPr>
          <a:xfrm>
            <a:off x="1776870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line403"/>
          <p:cNvSpPr/>
          <p:nvPr/>
        </p:nvSpPr>
        <p:spPr>
          <a:xfrm>
            <a:off x="1776870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404"/>
          <p:cNvSpPr/>
          <p:nvPr/>
        </p:nvSpPr>
        <p:spPr>
          <a:xfrm>
            <a:off x="1776870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7-line405"/>
          <p:cNvSpPr/>
          <p:nvPr/>
        </p:nvSpPr>
        <p:spPr>
          <a:xfrm>
            <a:off x="1776870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406"/>
          <p:cNvSpPr/>
          <p:nvPr/>
        </p:nvSpPr>
        <p:spPr>
          <a:xfrm>
            <a:off x="1776870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407"/>
          <p:cNvSpPr/>
          <p:nvPr/>
        </p:nvSpPr>
        <p:spPr>
          <a:xfrm>
            <a:off x="1776870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408"/>
          <p:cNvSpPr/>
          <p:nvPr/>
        </p:nvSpPr>
        <p:spPr>
          <a:xfrm>
            <a:off x="1776870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409"/>
          <p:cNvSpPr/>
          <p:nvPr/>
        </p:nvSpPr>
        <p:spPr>
          <a:xfrm>
            <a:off x="1776870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7-line410"/>
          <p:cNvSpPr/>
          <p:nvPr/>
        </p:nvSpPr>
        <p:spPr>
          <a:xfrm>
            <a:off x="1776870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411"/>
          <p:cNvSpPr/>
          <p:nvPr/>
        </p:nvSpPr>
        <p:spPr>
          <a:xfrm>
            <a:off x="1776870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rod412"/>
          <p:cNvSpPr/>
          <p:nvPr/>
        </p:nvSpPr>
        <p:spPr>
          <a:xfrm>
            <a:off x="228084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line413"/>
          <p:cNvSpPr/>
          <p:nvPr/>
        </p:nvSpPr>
        <p:spPr>
          <a:xfrm>
            <a:off x="228084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414"/>
          <p:cNvSpPr/>
          <p:nvPr/>
        </p:nvSpPr>
        <p:spPr>
          <a:xfrm>
            <a:off x="228084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7-line415"/>
          <p:cNvSpPr/>
          <p:nvPr/>
        </p:nvSpPr>
        <p:spPr>
          <a:xfrm>
            <a:off x="228084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416"/>
          <p:cNvSpPr/>
          <p:nvPr/>
        </p:nvSpPr>
        <p:spPr>
          <a:xfrm>
            <a:off x="228084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417"/>
          <p:cNvSpPr/>
          <p:nvPr/>
        </p:nvSpPr>
        <p:spPr>
          <a:xfrm>
            <a:off x="228084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418"/>
          <p:cNvSpPr/>
          <p:nvPr/>
        </p:nvSpPr>
        <p:spPr>
          <a:xfrm>
            <a:off x="228084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419"/>
          <p:cNvSpPr/>
          <p:nvPr/>
        </p:nvSpPr>
        <p:spPr>
          <a:xfrm>
            <a:off x="228084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7-line420"/>
          <p:cNvSpPr/>
          <p:nvPr/>
        </p:nvSpPr>
        <p:spPr>
          <a:xfrm>
            <a:off x="228084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421"/>
          <p:cNvSpPr/>
          <p:nvPr/>
        </p:nvSpPr>
        <p:spPr>
          <a:xfrm>
            <a:off x="228084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rod422"/>
          <p:cNvSpPr/>
          <p:nvPr/>
        </p:nvSpPr>
        <p:spPr>
          <a:xfrm>
            <a:off x="278482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line423"/>
          <p:cNvSpPr/>
          <p:nvPr/>
        </p:nvSpPr>
        <p:spPr>
          <a:xfrm>
            <a:off x="278482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424"/>
          <p:cNvSpPr/>
          <p:nvPr/>
        </p:nvSpPr>
        <p:spPr>
          <a:xfrm>
            <a:off x="278482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7-line425"/>
          <p:cNvSpPr/>
          <p:nvPr/>
        </p:nvSpPr>
        <p:spPr>
          <a:xfrm>
            <a:off x="278482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426"/>
          <p:cNvSpPr/>
          <p:nvPr/>
        </p:nvSpPr>
        <p:spPr>
          <a:xfrm>
            <a:off x="278482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427"/>
          <p:cNvSpPr/>
          <p:nvPr/>
        </p:nvSpPr>
        <p:spPr>
          <a:xfrm>
            <a:off x="278482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428"/>
          <p:cNvSpPr/>
          <p:nvPr/>
        </p:nvSpPr>
        <p:spPr>
          <a:xfrm>
            <a:off x="278482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429"/>
          <p:cNvSpPr/>
          <p:nvPr/>
        </p:nvSpPr>
        <p:spPr>
          <a:xfrm>
            <a:off x="278482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7-line430"/>
          <p:cNvSpPr/>
          <p:nvPr/>
        </p:nvSpPr>
        <p:spPr>
          <a:xfrm>
            <a:off x="278482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431"/>
          <p:cNvSpPr/>
          <p:nvPr/>
        </p:nvSpPr>
        <p:spPr>
          <a:xfrm>
            <a:off x="278482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rod432"/>
          <p:cNvSpPr/>
          <p:nvPr/>
        </p:nvSpPr>
        <p:spPr>
          <a:xfrm>
            <a:off x="328879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7-line433"/>
          <p:cNvSpPr/>
          <p:nvPr/>
        </p:nvSpPr>
        <p:spPr>
          <a:xfrm>
            <a:off x="328879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434"/>
          <p:cNvSpPr/>
          <p:nvPr/>
        </p:nvSpPr>
        <p:spPr>
          <a:xfrm>
            <a:off x="328879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7-line435"/>
          <p:cNvSpPr/>
          <p:nvPr/>
        </p:nvSpPr>
        <p:spPr>
          <a:xfrm>
            <a:off x="328879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436"/>
          <p:cNvSpPr/>
          <p:nvPr/>
        </p:nvSpPr>
        <p:spPr>
          <a:xfrm>
            <a:off x="328879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437"/>
          <p:cNvSpPr/>
          <p:nvPr/>
        </p:nvSpPr>
        <p:spPr>
          <a:xfrm>
            <a:off x="328879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438"/>
          <p:cNvSpPr/>
          <p:nvPr/>
        </p:nvSpPr>
        <p:spPr>
          <a:xfrm>
            <a:off x="328879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439"/>
          <p:cNvSpPr/>
          <p:nvPr/>
        </p:nvSpPr>
        <p:spPr>
          <a:xfrm>
            <a:off x="328879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7-line440"/>
          <p:cNvSpPr/>
          <p:nvPr/>
        </p:nvSpPr>
        <p:spPr>
          <a:xfrm>
            <a:off x="328879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441"/>
          <p:cNvSpPr/>
          <p:nvPr/>
        </p:nvSpPr>
        <p:spPr>
          <a:xfrm>
            <a:off x="328879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rod442"/>
          <p:cNvSpPr/>
          <p:nvPr/>
        </p:nvSpPr>
        <p:spPr>
          <a:xfrm>
            <a:off x="379277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7-line443"/>
          <p:cNvSpPr/>
          <p:nvPr/>
        </p:nvSpPr>
        <p:spPr>
          <a:xfrm>
            <a:off x="379277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444"/>
          <p:cNvSpPr/>
          <p:nvPr/>
        </p:nvSpPr>
        <p:spPr>
          <a:xfrm>
            <a:off x="379277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7-line445"/>
          <p:cNvSpPr/>
          <p:nvPr/>
        </p:nvSpPr>
        <p:spPr>
          <a:xfrm>
            <a:off x="379277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446"/>
          <p:cNvSpPr/>
          <p:nvPr/>
        </p:nvSpPr>
        <p:spPr>
          <a:xfrm>
            <a:off x="379277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447"/>
          <p:cNvSpPr/>
          <p:nvPr/>
        </p:nvSpPr>
        <p:spPr>
          <a:xfrm>
            <a:off x="379277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448"/>
          <p:cNvSpPr/>
          <p:nvPr/>
        </p:nvSpPr>
        <p:spPr>
          <a:xfrm>
            <a:off x="379277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449"/>
          <p:cNvSpPr/>
          <p:nvPr/>
        </p:nvSpPr>
        <p:spPr>
          <a:xfrm>
            <a:off x="379277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7-line450"/>
          <p:cNvSpPr/>
          <p:nvPr/>
        </p:nvSpPr>
        <p:spPr>
          <a:xfrm>
            <a:off x="379277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451"/>
          <p:cNvSpPr/>
          <p:nvPr/>
        </p:nvSpPr>
        <p:spPr>
          <a:xfrm>
            <a:off x="379277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rod452"/>
          <p:cNvSpPr/>
          <p:nvPr/>
        </p:nvSpPr>
        <p:spPr>
          <a:xfrm>
            <a:off x="4296746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7-line453"/>
          <p:cNvSpPr/>
          <p:nvPr/>
        </p:nvSpPr>
        <p:spPr>
          <a:xfrm>
            <a:off x="4296746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ine454"/>
          <p:cNvSpPr/>
          <p:nvPr/>
        </p:nvSpPr>
        <p:spPr>
          <a:xfrm>
            <a:off x="4296746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7-line455"/>
          <p:cNvSpPr/>
          <p:nvPr/>
        </p:nvSpPr>
        <p:spPr>
          <a:xfrm>
            <a:off x="4296746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7-line456"/>
          <p:cNvSpPr/>
          <p:nvPr/>
        </p:nvSpPr>
        <p:spPr>
          <a:xfrm>
            <a:off x="4296746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7-line457"/>
          <p:cNvSpPr/>
          <p:nvPr/>
        </p:nvSpPr>
        <p:spPr>
          <a:xfrm>
            <a:off x="4296746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7-line458"/>
          <p:cNvSpPr/>
          <p:nvPr/>
        </p:nvSpPr>
        <p:spPr>
          <a:xfrm>
            <a:off x="4296746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7-line459"/>
          <p:cNvSpPr/>
          <p:nvPr/>
        </p:nvSpPr>
        <p:spPr>
          <a:xfrm>
            <a:off x="4296746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7-line460"/>
          <p:cNvSpPr/>
          <p:nvPr/>
        </p:nvSpPr>
        <p:spPr>
          <a:xfrm>
            <a:off x="4296746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7-line461"/>
          <p:cNvSpPr/>
          <p:nvPr/>
        </p:nvSpPr>
        <p:spPr>
          <a:xfrm>
            <a:off x="4296746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7-unit462"/>
          <p:cNvSpPr/>
          <p:nvPr/>
        </p:nvSpPr>
        <p:spPr>
          <a:xfrm>
            <a:off x="4800721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07-unit463"/>
          <p:cNvSpPr/>
          <p:nvPr/>
        </p:nvSpPr>
        <p:spPr>
          <a:xfrm>
            <a:off x="4800721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7-unit464"/>
          <p:cNvSpPr/>
          <p:nvPr/>
        </p:nvSpPr>
        <p:spPr>
          <a:xfrm>
            <a:off x="4800721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7-figure465" descr="10개 막대 7개와 낱개 3개"/>
          <p:cNvSpPr/>
          <p:nvPr/>
        </p:nvSpPr>
        <p:spPr>
          <a:xfrm>
            <a:off x="548640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07-label466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ko-KR" sz="2600" dirty="0"/>
          </a:p>
        </p:txBody>
      </p:sp>
      <p:sp>
        <p:nvSpPr>
          <p:cNvPr id="80" name="S07-rod467"/>
          <p:cNvSpPr/>
          <p:nvPr/>
        </p:nvSpPr>
        <p:spPr>
          <a:xfrm>
            <a:off x="6774011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7-line468"/>
          <p:cNvSpPr/>
          <p:nvPr/>
        </p:nvSpPr>
        <p:spPr>
          <a:xfrm>
            <a:off x="6774011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07-line469"/>
          <p:cNvSpPr/>
          <p:nvPr/>
        </p:nvSpPr>
        <p:spPr>
          <a:xfrm>
            <a:off x="6774011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07-line470"/>
          <p:cNvSpPr/>
          <p:nvPr/>
        </p:nvSpPr>
        <p:spPr>
          <a:xfrm>
            <a:off x="6774011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07-line471"/>
          <p:cNvSpPr/>
          <p:nvPr/>
        </p:nvSpPr>
        <p:spPr>
          <a:xfrm>
            <a:off x="6774011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7-line472"/>
          <p:cNvSpPr/>
          <p:nvPr/>
        </p:nvSpPr>
        <p:spPr>
          <a:xfrm>
            <a:off x="6774011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7-line473"/>
          <p:cNvSpPr/>
          <p:nvPr/>
        </p:nvSpPr>
        <p:spPr>
          <a:xfrm>
            <a:off x="6774011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474"/>
          <p:cNvSpPr/>
          <p:nvPr/>
        </p:nvSpPr>
        <p:spPr>
          <a:xfrm>
            <a:off x="6774011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475"/>
          <p:cNvSpPr/>
          <p:nvPr/>
        </p:nvSpPr>
        <p:spPr>
          <a:xfrm>
            <a:off x="6774011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476"/>
          <p:cNvSpPr/>
          <p:nvPr/>
        </p:nvSpPr>
        <p:spPr>
          <a:xfrm>
            <a:off x="6774011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rod477"/>
          <p:cNvSpPr/>
          <p:nvPr/>
        </p:nvSpPr>
        <p:spPr>
          <a:xfrm>
            <a:off x="72779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07-line478"/>
          <p:cNvSpPr/>
          <p:nvPr/>
        </p:nvSpPr>
        <p:spPr>
          <a:xfrm>
            <a:off x="72779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479"/>
          <p:cNvSpPr/>
          <p:nvPr/>
        </p:nvSpPr>
        <p:spPr>
          <a:xfrm>
            <a:off x="72779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480"/>
          <p:cNvSpPr/>
          <p:nvPr/>
        </p:nvSpPr>
        <p:spPr>
          <a:xfrm>
            <a:off x="72779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481"/>
          <p:cNvSpPr/>
          <p:nvPr/>
        </p:nvSpPr>
        <p:spPr>
          <a:xfrm>
            <a:off x="72779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482"/>
          <p:cNvSpPr/>
          <p:nvPr/>
        </p:nvSpPr>
        <p:spPr>
          <a:xfrm>
            <a:off x="72779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7-line483"/>
          <p:cNvSpPr/>
          <p:nvPr/>
        </p:nvSpPr>
        <p:spPr>
          <a:xfrm>
            <a:off x="72779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484"/>
          <p:cNvSpPr/>
          <p:nvPr/>
        </p:nvSpPr>
        <p:spPr>
          <a:xfrm>
            <a:off x="72779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485"/>
          <p:cNvSpPr/>
          <p:nvPr/>
        </p:nvSpPr>
        <p:spPr>
          <a:xfrm>
            <a:off x="72779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486"/>
          <p:cNvSpPr/>
          <p:nvPr/>
        </p:nvSpPr>
        <p:spPr>
          <a:xfrm>
            <a:off x="72779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rod487"/>
          <p:cNvSpPr/>
          <p:nvPr/>
        </p:nvSpPr>
        <p:spPr>
          <a:xfrm>
            <a:off x="77819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1" name="S07-line488"/>
          <p:cNvSpPr/>
          <p:nvPr/>
        </p:nvSpPr>
        <p:spPr>
          <a:xfrm>
            <a:off x="77819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489"/>
          <p:cNvSpPr/>
          <p:nvPr/>
        </p:nvSpPr>
        <p:spPr>
          <a:xfrm>
            <a:off x="77819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490"/>
          <p:cNvSpPr/>
          <p:nvPr/>
        </p:nvSpPr>
        <p:spPr>
          <a:xfrm>
            <a:off x="77819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491"/>
          <p:cNvSpPr/>
          <p:nvPr/>
        </p:nvSpPr>
        <p:spPr>
          <a:xfrm>
            <a:off x="77819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492"/>
          <p:cNvSpPr/>
          <p:nvPr/>
        </p:nvSpPr>
        <p:spPr>
          <a:xfrm>
            <a:off x="77819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7-line493"/>
          <p:cNvSpPr/>
          <p:nvPr/>
        </p:nvSpPr>
        <p:spPr>
          <a:xfrm>
            <a:off x="77819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494"/>
          <p:cNvSpPr/>
          <p:nvPr/>
        </p:nvSpPr>
        <p:spPr>
          <a:xfrm>
            <a:off x="77819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495"/>
          <p:cNvSpPr/>
          <p:nvPr/>
        </p:nvSpPr>
        <p:spPr>
          <a:xfrm>
            <a:off x="77819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496"/>
          <p:cNvSpPr/>
          <p:nvPr/>
        </p:nvSpPr>
        <p:spPr>
          <a:xfrm>
            <a:off x="77819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rod497"/>
          <p:cNvSpPr/>
          <p:nvPr/>
        </p:nvSpPr>
        <p:spPr>
          <a:xfrm>
            <a:off x="828593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1" name="S07-line498"/>
          <p:cNvSpPr/>
          <p:nvPr/>
        </p:nvSpPr>
        <p:spPr>
          <a:xfrm>
            <a:off x="828593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499"/>
          <p:cNvSpPr/>
          <p:nvPr/>
        </p:nvSpPr>
        <p:spPr>
          <a:xfrm>
            <a:off x="828593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500"/>
          <p:cNvSpPr/>
          <p:nvPr/>
        </p:nvSpPr>
        <p:spPr>
          <a:xfrm>
            <a:off x="828593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501"/>
          <p:cNvSpPr/>
          <p:nvPr/>
        </p:nvSpPr>
        <p:spPr>
          <a:xfrm>
            <a:off x="828593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502"/>
          <p:cNvSpPr/>
          <p:nvPr/>
        </p:nvSpPr>
        <p:spPr>
          <a:xfrm>
            <a:off x="828593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7-line503"/>
          <p:cNvSpPr/>
          <p:nvPr/>
        </p:nvSpPr>
        <p:spPr>
          <a:xfrm>
            <a:off x="828593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504"/>
          <p:cNvSpPr/>
          <p:nvPr/>
        </p:nvSpPr>
        <p:spPr>
          <a:xfrm>
            <a:off x="828593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505"/>
          <p:cNvSpPr/>
          <p:nvPr/>
        </p:nvSpPr>
        <p:spPr>
          <a:xfrm>
            <a:off x="828593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506"/>
          <p:cNvSpPr/>
          <p:nvPr/>
        </p:nvSpPr>
        <p:spPr>
          <a:xfrm>
            <a:off x="828593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rod507"/>
          <p:cNvSpPr/>
          <p:nvPr/>
        </p:nvSpPr>
        <p:spPr>
          <a:xfrm>
            <a:off x="878991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07-line508"/>
          <p:cNvSpPr/>
          <p:nvPr/>
        </p:nvSpPr>
        <p:spPr>
          <a:xfrm>
            <a:off x="878991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509"/>
          <p:cNvSpPr/>
          <p:nvPr/>
        </p:nvSpPr>
        <p:spPr>
          <a:xfrm>
            <a:off x="878991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510"/>
          <p:cNvSpPr/>
          <p:nvPr/>
        </p:nvSpPr>
        <p:spPr>
          <a:xfrm>
            <a:off x="878991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511"/>
          <p:cNvSpPr/>
          <p:nvPr/>
        </p:nvSpPr>
        <p:spPr>
          <a:xfrm>
            <a:off x="878991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512"/>
          <p:cNvSpPr/>
          <p:nvPr/>
        </p:nvSpPr>
        <p:spPr>
          <a:xfrm>
            <a:off x="878991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7-line513"/>
          <p:cNvSpPr/>
          <p:nvPr/>
        </p:nvSpPr>
        <p:spPr>
          <a:xfrm>
            <a:off x="878991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514"/>
          <p:cNvSpPr/>
          <p:nvPr/>
        </p:nvSpPr>
        <p:spPr>
          <a:xfrm>
            <a:off x="878991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515"/>
          <p:cNvSpPr/>
          <p:nvPr/>
        </p:nvSpPr>
        <p:spPr>
          <a:xfrm>
            <a:off x="878991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516"/>
          <p:cNvSpPr/>
          <p:nvPr/>
        </p:nvSpPr>
        <p:spPr>
          <a:xfrm>
            <a:off x="878991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rod517"/>
          <p:cNvSpPr/>
          <p:nvPr/>
        </p:nvSpPr>
        <p:spPr>
          <a:xfrm>
            <a:off x="9293887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1" name="S07-line518"/>
          <p:cNvSpPr/>
          <p:nvPr/>
        </p:nvSpPr>
        <p:spPr>
          <a:xfrm>
            <a:off x="9293887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519"/>
          <p:cNvSpPr/>
          <p:nvPr/>
        </p:nvSpPr>
        <p:spPr>
          <a:xfrm>
            <a:off x="9293887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520"/>
          <p:cNvSpPr/>
          <p:nvPr/>
        </p:nvSpPr>
        <p:spPr>
          <a:xfrm>
            <a:off x="9293887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521"/>
          <p:cNvSpPr/>
          <p:nvPr/>
        </p:nvSpPr>
        <p:spPr>
          <a:xfrm>
            <a:off x="9293887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522"/>
          <p:cNvSpPr/>
          <p:nvPr/>
        </p:nvSpPr>
        <p:spPr>
          <a:xfrm>
            <a:off x="9293887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7-line523"/>
          <p:cNvSpPr/>
          <p:nvPr/>
        </p:nvSpPr>
        <p:spPr>
          <a:xfrm>
            <a:off x="9293887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524"/>
          <p:cNvSpPr/>
          <p:nvPr/>
        </p:nvSpPr>
        <p:spPr>
          <a:xfrm>
            <a:off x="9293887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525"/>
          <p:cNvSpPr/>
          <p:nvPr/>
        </p:nvSpPr>
        <p:spPr>
          <a:xfrm>
            <a:off x="9293887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526"/>
          <p:cNvSpPr/>
          <p:nvPr/>
        </p:nvSpPr>
        <p:spPr>
          <a:xfrm>
            <a:off x="9293887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rod527"/>
          <p:cNvSpPr/>
          <p:nvPr/>
        </p:nvSpPr>
        <p:spPr>
          <a:xfrm>
            <a:off x="9797862" y="1388877"/>
            <a:ext cx="314984" cy="314984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1" name="S07-line528"/>
          <p:cNvSpPr/>
          <p:nvPr/>
        </p:nvSpPr>
        <p:spPr>
          <a:xfrm>
            <a:off x="9797862" y="1703861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529"/>
          <p:cNvSpPr/>
          <p:nvPr/>
        </p:nvSpPr>
        <p:spPr>
          <a:xfrm>
            <a:off x="9797862" y="2018846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530"/>
          <p:cNvSpPr/>
          <p:nvPr/>
        </p:nvSpPr>
        <p:spPr>
          <a:xfrm>
            <a:off x="9797862" y="2333830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531"/>
          <p:cNvSpPr/>
          <p:nvPr/>
        </p:nvSpPr>
        <p:spPr>
          <a:xfrm>
            <a:off x="9797862" y="2648815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ine532"/>
          <p:cNvSpPr/>
          <p:nvPr/>
        </p:nvSpPr>
        <p:spPr>
          <a:xfrm>
            <a:off x="9797862" y="2963799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7-line533"/>
          <p:cNvSpPr/>
          <p:nvPr/>
        </p:nvSpPr>
        <p:spPr>
          <a:xfrm>
            <a:off x="9797862" y="3278783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7-line534"/>
          <p:cNvSpPr/>
          <p:nvPr/>
        </p:nvSpPr>
        <p:spPr>
          <a:xfrm>
            <a:off x="9797862" y="3593768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7-line535"/>
          <p:cNvSpPr/>
          <p:nvPr/>
        </p:nvSpPr>
        <p:spPr>
          <a:xfrm>
            <a:off x="9797862" y="3908752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7-line536"/>
          <p:cNvSpPr/>
          <p:nvPr/>
        </p:nvSpPr>
        <p:spPr>
          <a:xfrm>
            <a:off x="9797862" y="4223737"/>
            <a:ext cx="314984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7-unit537"/>
          <p:cNvSpPr/>
          <p:nvPr/>
        </p:nvSpPr>
        <p:spPr>
          <a:xfrm>
            <a:off x="10301837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7-unit538"/>
          <p:cNvSpPr/>
          <p:nvPr/>
        </p:nvSpPr>
        <p:spPr>
          <a:xfrm>
            <a:off x="10301837" y="375126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7-unit539"/>
          <p:cNvSpPr/>
          <p:nvPr/>
        </p:nvSpPr>
        <p:spPr>
          <a:xfrm>
            <a:off x="10301837" y="3357530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07-unit540"/>
          <p:cNvSpPr/>
          <p:nvPr/>
        </p:nvSpPr>
        <p:spPr>
          <a:xfrm>
            <a:off x="10301837" y="2963799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4" name="S07-unit541"/>
          <p:cNvSpPr/>
          <p:nvPr/>
        </p:nvSpPr>
        <p:spPr>
          <a:xfrm>
            <a:off x="10301837" y="2570068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5" name="S07-unit542"/>
          <p:cNvSpPr/>
          <p:nvPr/>
        </p:nvSpPr>
        <p:spPr>
          <a:xfrm>
            <a:off x="10711317" y="4144991"/>
            <a:ext cx="314984" cy="314984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6" name="S07-figure543" descr="10개 막대 7개와 낱개 6개"/>
          <p:cNvSpPr/>
          <p:nvPr/>
        </p:nvSpPr>
        <p:spPr>
          <a:xfrm>
            <a:off x="6254496" y="1388877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07-label54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써 봐요</a:t>
            </a:r>
            <a:endParaRPr lang="ko-KR" sz="4400" dirty="0"/>
          </a:p>
        </p:txBody>
      </p:sp>
      <p:sp>
        <p:nvSpPr>
          <p:cNvPr id="3" name="S08-card5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5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묶음의 수를 먼저, 낱개의 수를 뒤에 써요.</a:t>
            </a:r>
            <a:endParaRPr lang="ko-KR" sz="3200" dirty="0"/>
          </a:p>
        </p:txBody>
      </p:sp>
      <p:sp>
        <p:nvSpPr>
          <p:cNvPr id="5" name="S08-chip5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text54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8개, 낱개 2개는?</a:t>
            </a:r>
            <a:endParaRPr lang="ko-KR" sz="3200" dirty="0"/>
          </a:p>
        </p:txBody>
      </p:sp>
      <p:sp>
        <p:nvSpPr>
          <p:cNvPr id="7" name="S08-chip54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text55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69를 두 가지로 읽어요.</a:t>
            </a:r>
            <a:endParaRPr lang="ko-KR" sz="3200" dirty="0"/>
          </a:p>
        </p:txBody>
      </p:sp>
      <p:sp>
        <p:nvSpPr>
          <p:cNvPr id="9" name="S08-chip55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text55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아흔다섯을 숫자로 써요.</a:t>
            </a:r>
            <a:endParaRPr lang="ko-KR" sz="3200" dirty="0"/>
          </a:p>
        </p:txBody>
      </p:sp>
      <p:sp>
        <p:nvSpPr>
          <p:cNvPr id="11" name="S08-chip55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text55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 다음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09-text5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수를 찾아 문장으로 말해요.</a:t>
            </a:r>
            <a:endParaRPr lang="ko-KR" sz="3200" dirty="0"/>
          </a:p>
        </p:txBody>
      </p:sp>
      <p:sp>
        <p:nvSpPr>
          <p:cNvPr id="4" name="S09-card5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보고, 같으면 낱개를 봐요.</a:t>
            </a:r>
            <a:endParaRPr lang="ko-KR" sz="3200" dirty="0"/>
          </a:p>
        </p:txBody>
      </p:sp>
      <p:sp>
        <p:nvSpPr>
          <p:cNvPr id="6" name="S09-card558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559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표로 보면</a:t>
            </a:r>
            <a:endParaRPr lang="ko-KR" sz="3200" dirty="0"/>
          </a:p>
        </p:txBody>
      </p:sp>
      <p:graphicFrame>
        <p:nvGraphicFramePr>
          <p:cNvPr id="10" name="S09-table5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51676" y="2931795"/>
          <a:ext cx="4814316" cy="914400"/>
        </p:xfrm>
        <a:graphic>
          <a:graphicData uri="http://schemas.openxmlformats.org/drawingml/2006/table">
            <a:tbl>
              <a:tblPr/>
              <a:tblGrid>
                <a:gridCol w="1604772"/>
                <a:gridCol w="1604772"/>
                <a:gridCol w="1604772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낱개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09-chip56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0" name="S09-text56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57과 75</a:t>
            </a:r>
            <a:endParaRPr lang="ko-KR" sz="3200" dirty="0"/>
          </a:p>
        </p:txBody>
      </p:sp>
      <p:sp>
        <p:nvSpPr>
          <p:cNvPr id="11" name="S09-chip56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2" name="S09-text56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83과 86</a:t>
            </a:r>
            <a:endParaRPr lang="ko-KR" sz="3200" dirty="0"/>
          </a:p>
        </p:txBody>
      </p:sp>
      <p:sp>
        <p:nvSpPr>
          <p:cNvPr id="13" name="S09-chip56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4" name="S09-text56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90과 49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5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49와 52 중 어느 수가 더 클까요?</a:t>
            </a:r>
            <a:endParaRPr lang="ko-KR" sz="3200" dirty="0"/>
          </a:p>
        </p:txBody>
      </p:sp>
      <p:sp>
        <p:nvSpPr>
          <p:cNvPr id="5" name="S10-card5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57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49</a:t>
            </a:r>
            <a:endParaRPr lang="ko-KR" sz="2600" dirty="0"/>
          </a:p>
        </p:txBody>
      </p:sp>
      <p:sp>
        <p:nvSpPr>
          <p:cNvPr id="8" name="S10-text57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9가 2보다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49가 커요.</a:t>
            </a:r>
            <a:endParaRPr lang="ko-KR" sz="3200" dirty="0"/>
          </a:p>
        </p:txBody>
      </p:sp>
      <p:sp>
        <p:nvSpPr>
          <p:cNvPr id="9" name="S10-chip57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52</a:t>
            </a:r>
            <a:endParaRPr lang="ko-KR" sz="2600" dirty="0"/>
          </a:p>
        </p:txBody>
      </p:sp>
      <p:sp>
        <p:nvSpPr>
          <p:cNvPr id="10" name="S10-text57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5개가 4개보다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많으니까 52가 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5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알았는지 말해요.</a:t>
            </a:r>
            <a:endParaRPr lang="ko-KR" sz="3200" dirty="0"/>
          </a:p>
        </p:txBody>
      </p:sp>
      <p:sp>
        <p:nvSpPr>
          <p:cNvPr id="4" name="S11-chip57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57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6개, 낱개 7개는?</a:t>
            </a:r>
            <a:endParaRPr lang="ko-KR" sz="3200" dirty="0"/>
          </a:p>
        </p:txBody>
      </p:sp>
      <p:sp>
        <p:nvSpPr>
          <p:cNvPr id="6" name="S11-chip57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57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아흔을 숫자로 써요.</a:t>
            </a:r>
            <a:endParaRPr lang="ko-KR" sz="3200" dirty="0"/>
          </a:p>
        </p:txBody>
      </p:sp>
      <p:sp>
        <p:nvSpPr>
          <p:cNvPr id="8" name="S11-chip58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58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68과 71 중 큰 수는?</a:t>
            </a:r>
            <a:endParaRPr lang="ko-KR" sz="3200" dirty="0"/>
          </a:p>
        </p:txBody>
      </p:sp>
      <p:sp>
        <p:nvSpPr>
          <p:cNvPr id="10" name="S11-chip58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58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45와 42 중 작은 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큰 수는?</a:t>
            </a:r>
            <a:endParaRPr lang="ko-KR" sz="4400" dirty="0"/>
          </a:p>
        </p:txBody>
      </p:sp>
      <p:sp>
        <p:nvSpPr>
          <p:cNvPr id="3" name="S13-card5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말하고, 어떻게 알았는지 말해요.</a:t>
            </a:r>
            <a:endParaRPr lang="ko-KR" sz="3200" dirty="0"/>
          </a:p>
        </p:txBody>
      </p:sp>
      <p:sp>
        <p:nvSpPr>
          <p:cNvPr id="5" name="S13-chip586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3-rod587"/>
          <p:cNvSpPr/>
          <p:nvPr/>
        </p:nvSpPr>
        <p:spPr>
          <a:xfrm>
            <a:off x="2130552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line588"/>
          <p:cNvSpPr/>
          <p:nvPr/>
        </p:nvSpPr>
        <p:spPr>
          <a:xfrm>
            <a:off x="2130552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3-line589"/>
          <p:cNvSpPr/>
          <p:nvPr/>
        </p:nvSpPr>
        <p:spPr>
          <a:xfrm>
            <a:off x="2130552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590"/>
          <p:cNvSpPr/>
          <p:nvPr/>
        </p:nvSpPr>
        <p:spPr>
          <a:xfrm>
            <a:off x="2130552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591"/>
          <p:cNvSpPr/>
          <p:nvPr/>
        </p:nvSpPr>
        <p:spPr>
          <a:xfrm>
            <a:off x="2130552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592"/>
          <p:cNvSpPr/>
          <p:nvPr/>
        </p:nvSpPr>
        <p:spPr>
          <a:xfrm>
            <a:off x="2130552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593"/>
          <p:cNvSpPr/>
          <p:nvPr/>
        </p:nvSpPr>
        <p:spPr>
          <a:xfrm>
            <a:off x="2130552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3-line594"/>
          <p:cNvSpPr/>
          <p:nvPr/>
        </p:nvSpPr>
        <p:spPr>
          <a:xfrm>
            <a:off x="2130552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595"/>
          <p:cNvSpPr/>
          <p:nvPr/>
        </p:nvSpPr>
        <p:spPr>
          <a:xfrm>
            <a:off x="2130552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596"/>
          <p:cNvSpPr/>
          <p:nvPr/>
        </p:nvSpPr>
        <p:spPr>
          <a:xfrm>
            <a:off x="2130552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rod597"/>
          <p:cNvSpPr/>
          <p:nvPr/>
        </p:nvSpPr>
        <p:spPr>
          <a:xfrm>
            <a:off x="2606040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line598"/>
          <p:cNvSpPr/>
          <p:nvPr/>
        </p:nvSpPr>
        <p:spPr>
          <a:xfrm>
            <a:off x="2606040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3-line599"/>
          <p:cNvSpPr/>
          <p:nvPr/>
        </p:nvSpPr>
        <p:spPr>
          <a:xfrm>
            <a:off x="2606040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600"/>
          <p:cNvSpPr/>
          <p:nvPr/>
        </p:nvSpPr>
        <p:spPr>
          <a:xfrm>
            <a:off x="2606040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601"/>
          <p:cNvSpPr/>
          <p:nvPr/>
        </p:nvSpPr>
        <p:spPr>
          <a:xfrm>
            <a:off x="2606040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602"/>
          <p:cNvSpPr/>
          <p:nvPr/>
        </p:nvSpPr>
        <p:spPr>
          <a:xfrm>
            <a:off x="2606040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603"/>
          <p:cNvSpPr/>
          <p:nvPr/>
        </p:nvSpPr>
        <p:spPr>
          <a:xfrm>
            <a:off x="2606040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3-line604"/>
          <p:cNvSpPr/>
          <p:nvPr/>
        </p:nvSpPr>
        <p:spPr>
          <a:xfrm>
            <a:off x="2606040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605"/>
          <p:cNvSpPr/>
          <p:nvPr/>
        </p:nvSpPr>
        <p:spPr>
          <a:xfrm>
            <a:off x="2606040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606"/>
          <p:cNvSpPr/>
          <p:nvPr/>
        </p:nvSpPr>
        <p:spPr>
          <a:xfrm>
            <a:off x="2606040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rod607"/>
          <p:cNvSpPr/>
          <p:nvPr/>
        </p:nvSpPr>
        <p:spPr>
          <a:xfrm>
            <a:off x="3081528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line608"/>
          <p:cNvSpPr/>
          <p:nvPr/>
        </p:nvSpPr>
        <p:spPr>
          <a:xfrm>
            <a:off x="3081528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3-line609"/>
          <p:cNvSpPr/>
          <p:nvPr/>
        </p:nvSpPr>
        <p:spPr>
          <a:xfrm>
            <a:off x="3081528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610"/>
          <p:cNvSpPr/>
          <p:nvPr/>
        </p:nvSpPr>
        <p:spPr>
          <a:xfrm>
            <a:off x="3081528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611"/>
          <p:cNvSpPr/>
          <p:nvPr/>
        </p:nvSpPr>
        <p:spPr>
          <a:xfrm>
            <a:off x="3081528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612"/>
          <p:cNvSpPr/>
          <p:nvPr/>
        </p:nvSpPr>
        <p:spPr>
          <a:xfrm>
            <a:off x="3081528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613"/>
          <p:cNvSpPr/>
          <p:nvPr/>
        </p:nvSpPr>
        <p:spPr>
          <a:xfrm>
            <a:off x="3081528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3-line614"/>
          <p:cNvSpPr/>
          <p:nvPr/>
        </p:nvSpPr>
        <p:spPr>
          <a:xfrm>
            <a:off x="3081528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615"/>
          <p:cNvSpPr/>
          <p:nvPr/>
        </p:nvSpPr>
        <p:spPr>
          <a:xfrm>
            <a:off x="3081528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616"/>
          <p:cNvSpPr/>
          <p:nvPr/>
        </p:nvSpPr>
        <p:spPr>
          <a:xfrm>
            <a:off x="3081528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unit617"/>
          <p:cNvSpPr/>
          <p:nvPr/>
        </p:nvSpPr>
        <p:spPr>
          <a:xfrm>
            <a:off x="3557016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unit618"/>
          <p:cNvSpPr/>
          <p:nvPr/>
        </p:nvSpPr>
        <p:spPr>
          <a:xfrm>
            <a:off x="3557016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unit619"/>
          <p:cNvSpPr/>
          <p:nvPr/>
        </p:nvSpPr>
        <p:spPr>
          <a:xfrm>
            <a:off x="3557016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unit620"/>
          <p:cNvSpPr/>
          <p:nvPr/>
        </p:nvSpPr>
        <p:spPr>
          <a:xfrm>
            <a:off x="3557016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unit621"/>
          <p:cNvSpPr/>
          <p:nvPr/>
        </p:nvSpPr>
        <p:spPr>
          <a:xfrm>
            <a:off x="3557016" y="32038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unit622"/>
          <p:cNvSpPr/>
          <p:nvPr/>
        </p:nvSpPr>
        <p:spPr>
          <a:xfrm>
            <a:off x="3943350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unit623"/>
          <p:cNvSpPr/>
          <p:nvPr/>
        </p:nvSpPr>
        <p:spPr>
          <a:xfrm>
            <a:off x="3943350" y="431825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unit624"/>
          <p:cNvSpPr/>
          <p:nvPr/>
        </p:nvSpPr>
        <p:spPr>
          <a:xfrm>
            <a:off x="3943350" y="394677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unit625"/>
          <p:cNvSpPr/>
          <p:nvPr/>
        </p:nvSpPr>
        <p:spPr>
          <a:xfrm>
            <a:off x="3943350" y="3575304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figure626" descr="10개 막대 3개와 낱개 9개"/>
          <p:cNvSpPr/>
          <p:nvPr/>
        </p:nvSpPr>
        <p:spPr>
          <a:xfrm>
            <a:off x="548640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13-chip627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47" name="S13-rod628"/>
          <p:cNvSpPr/>
          <p:nvPr/>
        </p:nvSpPr>
        <p:spPr>
          <a:xfrm>
            <a:off x="7814691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3-line629"/>
          <p:cNvSpPr/>
          <p:nvPr/>
        </p:nvSpPr>
        <p:spPr>
          <a:xfrm>
            <a:off x="7814691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3-line630"/>
          <p:cNvSpPr/>
          <p:nvPr/>
        </p:nvSpPr>
        <p:spPr>
          <a:xfrm>
            <a:off x="7814691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3-line631"/>
          <p:cNvSpPr/>
          <p:nvPr/>
        </p:nvSpPr>
        <p:spPr>
          <a:xfrm>
            <a:off x="7814691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3-line632"/>
          <p:cNvSpPr/>
          <p:nvPr/>
        </p:nvSpPr>
        <p:spPr>
          <a:xfrm>
            <a:off x="7814691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3-line633"/>
          <p:cNvSpPr/>
          <p:nvPr/>
        </p:nvSpPr>
        <p:spPr>
          <a:xfrm>
            <a:off x="7814691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3-line634"/>
          <p:cNvSpPr/>
          <p:nvPr/>
        </p:nvSpPr>
        <p:spPr>
          <a:xfrm>
            <a:off x="7814691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635"/>
          <p:cNvSpPr/>
          <p:nvPr/>
        </p:nvSpPr>
        <p:spPr>
          <a:xfrm>
            <a:off x="7814691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636"/>
          <p:cNvSpPr/>
          <p:nvPr/>
        </p:nvSpPr>
        <p:spPr>
          <a:xfrm>
            <a:off x="7814691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637"/>
          <p:cNvSpPr/>
          <p:nvPr/>
        </p:nvSpPr>
        <p:spPr>
          <a:xfrm>
            <a:off x="7814691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rod638"/>
          <p:cNvSpPr/>
          <p:nvPr/>
        </p:nvSpPr>
        <p:spPr>
          <a:xfrm>
            <a:off x="8290179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3-line639"/>
          <p:cNvSpPr/>
          <p:nvPr/>
        </p:nvSpPr>
        <p:spPr>
          <a:xfrm>
            <a:off x="8290179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640"/>
          <p:cNvSpPr/>
          <p:nvPr/>
        </p:nvSpPr>
        <p:spPr>
          <a:xfrm>
            <a:off x="8290179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641"/>
          <p:cNvSpPr/>
          <p:nvPr/>
        </p:nvSpPr>
        <p:spPr>
          <a:xfrm>
            <a:off x="8290179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line642"/>
          <p:cNvSpPr/>
          <p:nvPr/>
        </p:nvSpPr>
        <p:spPr>
          <a:xfrm>
            <a:off x="8290179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3-line643"/>
          <p:cNvSpPr/>
          <p:nvPr/>
        </p:nvSpPr>
        <p:spPr>
          <a:xfrm>
            <a:off x="8290179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3-line644"/>
          <p:cNvSpPr/>
          <p:nvPr/>
        </p:nvSpPr>
        <p:spPr>
          <a:xfrm>
            <a:off x="8290179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645"/>
          <p:cNvSpPr/>
          <p:nvPr/>
        </p:nvSpPr>
        <p:spPr>
          <a:xfrm>
            <a:off x="8290179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646"/>
          <p:cNvSpPr/>
          <p:nvPr/>
        </p:nvSpPr>
        <p:spPr>
          <a:xfrm>
            <a:off x="8290179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647"/>
          <p:cNvSpPr/>
          <p:nvPr/>
        </p:nvSpPr>
        <p:spPr>
          <a:xfrm>
            <a:off x="8290179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rod648"/>
          <p:cNvSpPr/>
          <p:nvPr/>
        </p:nvSpPr>
        <p:spPr>
          <a:xfrm>
            <a:off x="8765667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3-line649"/>
          <p:cNvSpPr/>
          <p:nvPr/>
        </p:nvSpPr>
        <p:spPr>
          <a:xfrm>
            <a:off x="8765667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3-line650"/>
          <p:cNvSpPr/>
          <p:nvPr/>
        </p:nvSpPr>
        <p:spPr>
          <a:xfrm>
            <a:off x="8765667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3-line651"/>
          <p:cNvSpPr/>
          <p:nvPr/>
        </p:nvSpPr>
        <p:spPr>
          <a:xfrm>
            <a:off x="8765667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3-line652"/>
          <p:cNvSpPr/>
          <p:nvPr/>
        </p:nvSpPr>
        <p:spPr>
          <a:xfrm>
            <a:off x="8765667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3-line653"/>
          <p:cNvSpPr/>
          <p:nvPr/>
        </p:nvSpPr>
        <p:spPr>
          <a:xfrm>
            <a:off x="8765667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3-line654"/>
          <p:cNvSpPr/>
          <p:nvPr/>
        </p:nvSpPr>
        <p:spPr>
          <a:xfrm>
            <a:off x="8765667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3-line655"/>
          <p:cNvSpPr/>
          <p:nvPr/>
        </p:nvSpPr>
        <p:spPr>
          <a:xfrm>
            <a:off x="8765667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3-line656"/>
          <p:cNvSpPr/>
          <p:nvPr/>
        </p:nvSpPr>
        <p:spPr>
          <a:xfrm>
            <a:off x="8765667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3-line657"/>
          <p:cNvSpPr/>
          <p:nvPr/>
        </p:nvSpPr>
        <p:spPr>
          <a:xfrm>
            <a:off x="8765667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3-rod658"/>
          <p:cNvSpPr/>
          <p:nvPr/>
        </p:nvSpPr>
        <p:spPr>
          <a:xfrm>
            <a:off x="9241155" y="2089404"/>
            <a:ext cx="297180" cy="29718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3-line659"/>
          <p:cNvSpPr/>
          <p:nvPr/>
        </p:nvSpPr>
        <p:spPr>
          <a:xfrm>
            <a:off x="9241155" y="23865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3-line660"/>
          <p:cNvSpPr/>
          <p:nvPr/>
        </p:nvSpPr>
        <p:spPr>
          <a:xfrm>
            <a:off x="9241155" y="26837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3-line661"/>
          <p:cNvSpPr/>
          <p:nvPr/>
        </p:nvSpPr>
        <p:spPr>
          <a:xfrm>
            <a:off x="9241155" y="29809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3-line662"/>
          <p:cNvSpPr/>
          <p:nvPr/>
        </p:nvSpPr>
        <p:spPr>
          <a:xfrm>
            <a:off x="9241155" y="32781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3-line663"/>
          <p:cNvSpPr/>
          <p:nvPr/>
        </p:nvSpPr>
        <p:spPr>
          <a:xfrm>
            <a:off x="9241155" y="357530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3-line664"/>
          <p:cNvSpPr/>
          <p:nvPr/>
        </p:nvSpPr>
        <p:spPr>
          <a:xfrm>
            <a:off x="9241155" y="387248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3-line665"/>
          <p:cNvSpPr/>
          <p:nvPr/>
        </p:nvSpPr>
        <p:spPr>
          <a:xfrm>
            <a:off x="9241155" y="416966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3-line666"/>
          <p:cNvSpPr/>
          <p:nvPr/>
        </p:nvSpPr>
        <p:spPr>
          <a:xfrm>
            <a:off x="9241155" y="446684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3-line667"/>
          <p:cNvSpPr/>
          <p:nvPr/>
        </p:nvSpPr>
        <p:spPr>
          <a:xfrm>
            <a:off x="9241155" y="4764024"/>
            <a:ext cx="29718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3-unit668"/>
          <p:cNvSpPr/>
          <p:nvPr/>
        </p:nvSpPr>
        <p:spPr>
          <a:xfrm>
            <a:off x="9716643" y="4689729"/>
            <a:ext cx="297180" cy="2971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3-figure669" descr="10개 막대 4개와 낱개 1개"/>
          <p:cNvSpPr/>
          <p:nvPr/>
        </p:nvSpPr>
        <p:spPr>
          <a:xfrm>
            <a:off x="6277356" y="208940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6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6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묶음부터 비교하고, 묶음이 같으면 낱개를 비교해요.</a:t>
            </a:r>
            <a:endParaRPr lang="ko-KR" sz="3200" dirty="0"/>
          </a:p>
        </p:txBody>
      </p:sp>
      <p:sp>
        <p:nvSpPr>
          <p:cNvPr id="5" name="S14-chip67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 먼저 비교하기</a:t>
            </a:r>
            <a:endParaRPr lang="ko-KR" sz="2600" dirty="0"/>
          </a:p>
        </p:txBody>
      </p:sp>
      <p:sp>
        <p:nvSpPr>
          <p:cNvPr id="6" name="S14-chip67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낱개만 보고 비교하기</a:t>
            </a:r>
            <a:endParaRPr lang="ko-KR" sz="2600" dirty="0"/>
          </a:p>
        </p:txBody>
      </p:sp>
      <p:sp>
        <p:nvSpPr>
          <p:cNvPr id="7" name="S14-text67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67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 9개와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3개는?</a:t>
            </a:r>
            <a:endParaRPr lang="ko-KR" sz="2600" dirty="0"/>
          </a:p>
        </p:txBody>
      </p:sp>
      <p:sp>
        <p:nvSpPr>
          <p:cNvPr id="9" name="S14-text67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64와 46 중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수는?</a:t>
            </a:r>
            <a:endParaRPr lang="ko-KR" sz="2600" dirty="0"/>
          </a:p>
        </p:txBody>
      </p:sp>
      <p:sp>
        <p:nvSpPr>
          <p:cNvPr id="10" name="S14-text67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여든을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쓰기</a:t>
            </a:r>
            <a:endParaRPr lang="ko-KR" sz="2600" dirty="0"/>
          </a:p>
        </p:txBody>
      </p:sp>
      <p:sp>
        <p:nvSpPr>
          <p:cNvPr id="11" name="S14-text6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수의 덧셈과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5-text6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10개씩 묶었어요.</a:t>
            </a:r>
            <a:endParaRPr lang="ko-KR" sz="3200" dirty="0"/>
          </a:p>
        </p:txBody>
      </p:sp>
      <p:sp>
        <p:nvSpPr>
          <p:cNvPr id="4" name="S15-card6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6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2개, 낱개 5개는 25예요.</a:t>
            </a:r>
            <a:endParaRPr lang="ko-KR" sz="3200" dirty="0"/>
          </a:p>
        </p:txBody>
      </p:sp>
      <p:sp>
        <p:nvSpPr>
          <p:cNvPr id="6" name="S15-dot682"/>
          <p:cNvSpPr/>
          <p:nvPr/>
        </p:nvSpPr>
        <p:spPr>
          <a:xfrm>
            <a:off x="650971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683"/>
          <p:cNvSpPr/>
          <p:nvPr/>
        </p:nvSpPr>
        <p:spPr>
          <a:xfrm>
            <a:off x="1189552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684"/>
          <p:cNvSpPr/>
          <p:nvPr/>
        </p:nvSpPr>
        <p:spPr>
          <a:xfrm>
            <a:off x="1728134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685"/>
          <p:cNvSpPr/>
          <p:nvPr/>
        </p:nvSpPr>
        <p:spPr>
          <a:xfrm>
            <a:off x="2266715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686"/>
          <p:cNvSpPr/>
          <p:nvPr/>
        </p:nvSpPr>
        <p:spPr>
          <a:xfrm>
            <a:off x="2805297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687"/>
          <p:cNvSpPr/>
          <p:nvPr/>
        </p:nvSpPr>
        <p:spPr>
          <a:xfrm>
            <a:off x="3343879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688"/>
          <p:cNvSpPr/>
          <p:nvPr/>
        </p:nvSpPr>
        <p:spPr>
          <a:xfrm>
            <a:off x="3882460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689"/>
          <p:cNvSpPr/>
          <p:nvPr/>
        </p:nvSpPr>
        <p:spPr>
          <a:xfrm>
            <a:off x="4421042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690"/>
          <p:cNvSpPr/>
          <p:nvPr/>
        </p:nvSpPr>
        <p:spPr>
          <a:xfrm>
            <a:off x="4959623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691"/>
          <p:cNvSpPr/>
          <p:nvPr/>
        </p:nvSpPr>
        <p:spPr>
          <a:xfrm>
            <a:off x="5498205" y="2870448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dot692"/>
          <p:cNvSpPr/>
          <p:nvPr/>
        </p:nvSpPr>
        <p:spPr>
          <a:xfrm>
            <a:off x="650971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5-dot693"/>
          <p:cNvSpPr/>
          <p:nvPr/>
        </p:nvSpPr>
        <p:spPr>
          <a:xfrm>
            <a:off x="1189552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5-dot694"/>
          <p:cNvSpPr/>
          <p:nvPr/>
        </p:nvSpPr>
        <p:spPr>
          <a:xfrm>
            <a:off x="1728134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5-dot695"/>
          <p:cNvSpPr/>
          <p:nvPr/>
        </p:nvSpPr>
        <p:spPr>
          <a:xfrm>
            <a:off x="2266715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5-dot696"/>
          <p:cNvSpPr/>
          <p:nvPr/>
        </p:nvSpPr>
        <p:spPr>
          <a:xfrm>
            <a:off x="2805297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5-dot697"/>
          <p:cNvSpPr/>
          <p:nvPr/>
        </p:nvSpPr>
        <p:spPr>
          <a:xfrm>
            <a:off x="3343879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dot698"/>
          <p:cNvSpPr/>
          <p:nvPr/>
        </p:nvSpPr>
        <p:spPr>
          <a:xfrm>
            <a:off x="3882460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5-dot699"/>
          <p:cNvSpPr/>
          <p:nvPr/>
        </p:nvSpPr>
        <p:spPr>
          <a:xfrm>
            <a:off x="4421042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5-dot700"/>
          <p:cNvSpPr/>
          <p:nvPr/>
        </p:nvSpPr>
        <p:spPr>
          <a:xfrm>
            <a:off x="4959623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5-dot701"/>
          <p:cNvSpPr/>
          <p:nvPr/>
        </p:nvSpPr>
        <p:spPr>
          <a:xfrm>
            <a:off x="5498205" y="3409030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5-group702"/>
          <p:cNvSpPr/>
          <p:nvPr/>
        </p:nvSpPr>
        <p:spPr>
          <a:xfrm>
            <a:off x="576072" y="2804693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5-group703"/>
          <p:cNvSpPr/>
          <p:nvPr/>
        </p:nvSpPr>
        <p:spPr>
          <a:xfrm>
            <a:off x="576072" y="3343275"/>
            <a:ext cx="5330952" cy="465430"/>
          </a:xfrm>
          <a:prstGeom prst="roundRect">
            <a:avLst>
              <a:gd name="adj" fmla="val 23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5-figure704" descr="10개씩 묶은 점 두 줄"/>
          <p:cNvSpPr/>
          <p:nvPr/>
        </p:nvSpPr>
        <p:spPr>
          <a:xfrm>
            <a:off x="548640" y="2768117"/>
            <a:ext cx="5385816" cy="10771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5-label705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2개</a:t>
            </a:r>
            <a:endParaRPr lang="ko-KR" sz="2600" dirty="0"/>
          </a:p>
        </p:txBody>
      </p:sp>
      <p:sp>
        <p:nvSpPr>
          <p:cNvPr id="30" name="S15-dot706"/>
          <p:cNvSpPr/>
          <p:nvPr/>
        </p:nvSpPr>
        <p:spPr>
          <a:xfrm>
            <a:off x="6356827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5-dot707"/>
          <p:cNvSpPr/>
          <p:nvPr/>
        </p:nvSpPr>
        <p:spPr>
          <a:xfrm>
            <a:off x="6895408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5-dot708"/>
          <p:cNvSpPr/>
          <p:nvPr/>
        </p:nvSpPr>
        <p:spPr>
          <a:xfrm>
            <a:off x="7433990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5-dot709"/>
          <p:cNvSpPr/>
          <p:nvPr/>
        </p:nvSpPr>
        <p:spPr>
          <a:xfrm>
            <a:off x="7972571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5-dot710"/>
          <p:cNvSpPr/>
          <p:nvPr/>
        </p:nvSpPr>
        <p:spPr>
          <a:xfrm>
            <a:off x="8511153" y="3139739"/>
            <a:ext cx="333921" cy="33392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5-figure711" descr="묶지 않은 점 5개"/>
          <p:cNvSpPr/>
          <p:nvPr/>
        </p:nvSpPr>
        <p:spPr>
          <a:xfrm>
            <a:off x="6254496" y="3037408"/>
            <a:ext cx="5385816" cy="5385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15-label712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 5개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100까지의 수</dc:title>
  <dc:subject>KR22-G01-MAT-NUM100-L01</dc:subject>
  <dc:creator>education-ppt</dc:creator>
  <cp:lastModifiedBy>education-ppt</cp:lastModifiedBy>
  <cp:revision>1</cp:revision>
  <dcterms:created xsi:type="dcterms:W3CDTF">2026-10-26T07:45:25Z</dcterms:created>
  <dcterms:modified xsi:type="dcterms:W3CDTF">2026-10-26T07:45:25Z</dcterms:modified>
</cp:coreProperties>
</file>