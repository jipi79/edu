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0165d93-743e-1552-d8db-647b59901939}">
          <p14:sldIdLst>
            <p14:sldId id="256"/>
            <p14:sldId id="257"/>
          </p14:sldIdLst>
        </p14:section>
        <p14:section name="개념" id="{7cb8d610-cbf3-3b73-8fb2-d7a452046998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7a7d1569-0f12-1231-d485-d42a30c2c5b2}">
          <p14:sldIdLst>
            <p14:sldId id="263"/>
            <p14:sldId id="264"/>
            <p14:sldId id="265"/>
          </p14:sldIdLst>
        </p14:section>
        <p14:section name="확인" id="{fa72f9d2-09d8-1127-7879-7b21eefd523f}">
          <p14:sldIdLst>
            <p14:sldId id="266"/>
            <p14:sldId id="267"/>
          </p14:sldIdLst>
        </p14:section>
        <p14:section name="정리" id="{218421bf-400b-5a0d-b55e-7d441de1c653}">
          <p14:sldIdLst>
            <p14:sldId id="268"/>
          </p14:sldIdLst>
        </p14:section>
        <p14:section name="보충" id="{672f8f4e-5a3d-f449-5c91-60485a2e849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11354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11354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11354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11354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11354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1354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11354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11354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11354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11354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8563708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63708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8563708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563708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8563708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563708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8563708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563708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8563708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8563708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rod3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rod41"/>
          <p:cNvSpPr/>
          <p:nvPr/>
        </p:nvSpPr>
        <p:spPr>
          <a:xfrm>
            <a:off x="9914206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9914206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9914206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9914206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9914206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9914206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9914206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9914206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9914206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9914206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rod51"/>
          <p:cNvSpPr/>
          <p:nvPr/>
        </p:nvSpPr>
        <p:spPr>
          <a:xfrm>
            <a:off x="1036437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36437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36437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36437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36437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36437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36437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36437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1036437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036437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unit61"/>
          <p:cNvSpPr/>
          <p:nvPr/>
        </p:nvSpPr>
        <p:spPr>
          <a:xfrm>
            <a:off x="10814538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unit62"/>
          <p:cNvSpPr/>
          <p:nvPr/>
        </p:nvSpPr>
        <p:spPr>
          <a:xfrm>
            <a:off x="10814538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figure63" descr="10개 막대 6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01-card6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8" name="S01-cardtext6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100까지의 수를 읽고 써요.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3개, 낱개 6개는?</a:t>
            </a:r>
            <a:endParaRPr lang="ko-KR" sz="3200" dirty="0"/>
          </a:p>
        </p:txBody>
      </p:sp>
      <p:sp>
        <p:nvSpPr>
          <p:cNvPr id="5" name="S02-chip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47을 두 가지로 읽어요.</a:t>
            </a:r>
            <a:endParaRPr lang="ko-KR" sz="3200" dirty="0"/>
          </a:p>
        </p:txBody>
      </p:sp>
      <p:sp>
        <p:nvSpPr>
          <p:cNvPr id="7" name="S02-chip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7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마흔다섯을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60, 70, 80, 90</a:t>
            </a:r>
            <a:endParaRPr lang="ko-KR" sz="4400" dirty="0"/>
          </a:p>
        </p:txBody>
      </p:sp>
      <p:sp>
        <p:nvSpPr>
          <p:cNvPr id="3" name="S0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묶음이 늘어나요.</a:t>
            </a:r>
            <a:endParaRPr lang="ko-KR" sz="3200" dirty="0"/>
          </a:p>
        </p:txBody>
      </p:sp>
      <p:sp>
        <p:nvSpPr>
          <p:cNvPr id="4" name="S0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예순, 일흔, 여든, 아흔도 기억해요.</a:t>
            </a:r>
            <a:endParaRPr lang="ko-KR" sz="3200" dirty="0"/>
          </a:p>
        </p:txBody>
      </p:sp>
      <p:graphicFrame>
        <p:nvGraphicFramePr>
          <p:cNvPr id="4" name="S03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103120"/>
                <a:gridCol w="2103120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5개</a:t>
            </a:r>
            <a:endParaRPr lang="ko-KR" sz="4400" dirty="0"/>
          </a:p>
        </p:txBody>
      </p:sp>
      <p:sp>
        <p:nvSpPr>
          <p:cNvPr id="3" name="S04-card7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7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칠십오 또는 일흔다섯이라고 읽어요.</a:t>
            </a:r>
            <a:endParaRPr lang="ko-KR" sz="3200" dirty="0"/>
          </a:p>
        </p:txBody>
      </p:sp>
      <p:sp>
        <p:nvSpPr>
          <p:cNvPr id="5" name="S04-rod78"/>
          <p:cNvSpPr/>
          <p:nvPr/>
        </p:nvSpPr>
        <p:spPr>
          <a:xfrm>
            <a:off x="1222675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79"/>
          <p:cNvSpPr/>
          <p:nvPr/>
        </p:nvSpPr>
        <p:spPr>
          <a:xfrm>
            <a:off x="1222675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80"/>
          <p:cNvSpPr/>
          <p:nvPr/>
        </p:nvSpPr>
        <p:spPr>
          <a:xfrm>
            <a:off x="1222675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1"/>
          <p:cNvSpPr/>
          <p:nvPr/>
        </p:nvSpPr>
        <p:spPr>
          <a:xfrm>
            <a:off x="1222675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2"/>
          <p:cNvSpPr/>
          <p:nvPr/>
        </p:nvSpPr>
        <p:spPr>
          <a:xfrm>
            <a:off x="1222675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3"/>
          <p:cNvSpPr/>
          <p:nvPr/>
        </p:nvSpPr>
        <p:spPr>
          <a:xfrm>
            <a:off x="1222675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4"/>
          <p:cNvSpPr/>
          <p:nvPr/>
        </p:nvSpPr>
        <p:spPr>
          <a:xfrm>
            <a:off x="1222675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5"/>
          <p:cNvSpPr/>
          <p:nvPr/>
        </p:nvSpPr>
        <p:spPr>
          <a:xfrm>
            <a:off x="1222675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6"/>
          <p:cNvSpPr/>
          <p:nvPr/>
        </p:nvSpPr>
        <p:spPr>
          <a:xfrm>
            <a:off x="1222675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87"/>
          <p:cNvSpPr/>
          <p:nvPr/>
        </p:nvSpPr>
        <p:spPr>
          <a:xfrm>
            <a:off x="1222675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88"/>
          <p:cNvSpPr/>
          <p:nvPr/>
        </p:nvSpPr>
        <p:spPr>
          <a:xfrm>
            <a:off x="1739507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89"/>
          <p:cNvSpPr/>
          <p:nvPr/>
        </p:nvSpPr>
        <p:spPr>
          <a:xfrm>
            <a:off x="1739507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90"/>
          <p:cNvSpPr/>
          <p:nvPr/>
        </p:nvSpPr>
        <p:spPr>
          <a:xfrm>
            <a:off x="1739507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1"/>
          <p:cNvSpPr/>
          <p:nvPr/>
        </p:nvSpPr>
        <p:spPr>
          <a:xfrm>
            <a:off x="1739507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2"/>
          <p:cNvSpPr/>
          <p:nvPr/>
        </p:nvSpPr>
        <p:spPr>
          <a:xfrm>
            <a:off x="1739507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3"/>
          <p:cNvSpPr/>
          <p:nvPr/>
        </p:nvSpPr>
        <p:spPr>
          <a:xfrm>
            <a:off x="1739507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4"/>
          <p:cNvSpPr/>
          <p:nvPr/>
        </p:nvSpPr>
        <p:spPr>
          <a:xfrm>
            <a:off x="1739507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5"/>
          <p:cNvSpPr/>
          <p:nvPr/>
        </p:nvSpPr>
        <p:spPr>
          <a:xfrm>
            <a:off x="1739507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6"/>
          <p:cNvSpPr/>
          <p:nvPr/>
        </p:nvSpPr>
        <p:spPr>
          <a:xfrm>
            <a:off x="1739507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97"/>
          <p:cNvSpPr/>
          <p:nvPr/>
        </p:nvSpPr>
        <p:spPr>
          <a:xfrm>
            <a:off x="1739507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rod98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line99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00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1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2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3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4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05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06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07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rod108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line109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0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1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2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3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4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5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6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17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rod118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ine119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0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1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2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3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4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5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6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27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rod128"/>
          <p:cNvSpPr/>
          <p:nvPr/>
        </p:nvSpPr>
        <p:spPr>
          <a:xfrm>
            <a:off x="3806832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ine129"/>
          <p:cNvSpPr/>
          <p:nvPr/>
        </p:nvSpPr>
        <p:spPr>
          <a:xfrm>
            <a:off x="3806832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30"/>
          <p:cNvSpPr/>
          <p:nvPr/>
        </p:nvSpPr>
        <p:spPr>
          <a:xfrm>
            <a:off x="3806832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1"/>
          <p:cNvSpPr/>
          <p:nvPr/>
        </p:nvSpPr>
        <p:spPr>
          <a:xfrm>
            <a:off x="3806832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2"/>
          <p:cNvSpPr/>
          <p:nvPr/>
        </p:nvSpPr>
        <p:spPr>
          <a:xfrm>
            <a:off x="3806832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33"/>
          <p:cNvSpPr/>
          <p:nvPr/>
        </p:nvSpPr>
        <p:spPr>
          <a:xfrm>
            <a:off x="3806832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34"/>
          <p:cNvSpPr/>
          <p:nvPr/>
        </p:nvSpPr>
        <p:spPr>
          <a:xfrm>
            <a:off x="3806832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35"/>
          <p:cNvSpPr/>
          <p:nvPr/>
        </p:nvSpPr>
        <p:spPr>
          <a:xfrm>
            <a:off x="3806832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36"/>
          <p:cNvSpPr/>
          <p:nvPr/>
        </p:nvSpPr>
        <p:spPr>
          <a:xfrm>
            <a:off x="3806832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37"/>
          <p:cNvSpPr/>
          <p:nvPr/>
        </p:nvSpPr>
        <p:spPr>
          <a:xfrm>
            <a:off x="3806832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rod138"/>
          <p:cNvSpPr/>
          <p:nvPr/>
        </p:nvSpPr>
        <p:spPr>
          <a:xfrm>
            <a:off x="4323664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4-line139"/>
          <p:cNvSpPr/>
          <p:nvPr/>
        </p:nvSpPr>
        <p:spPr>
          <a:xfrm>
            <a:off x="4323664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0"/>
          <p:cNvSpPr/>
          <p:nvPr/>
        </p:nvSpPr>
        <p:spPr>
          <a:xfrm>
            <a:off x="4323664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1"/>
          <p:cNvSpPr/>
          <p:nvPr/>
        </p:nvSpPr>
        <p:spPr>
          <a:xfrm>
            <a:off x="4323664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2"/>
          <p:cNvSpPr/>
          <p:nvPr/>
        </p:nvSpPr>
        <p:spPr>
          <a:xfrm>
            <a:off x="4323664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3"/>
          <p:cNvSpPr/>
          <p:nvPr/>
        </p:nvSpPr>
        <p:spPr>
          <a:xfrm>
            <a:off x="4323664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4"/>
          <p:cNvSpPr/>
          <p:nvPr/>
        </p:nvSpPr>
        <p:spPr>
          <a:xfrm>
            <a:off x="4323664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45"/>
          <p:cNvSpPr/>
          <p:nvPr/>
        </p:nvSpPr>
        <p:spPr>
          <a:xfrm>
            <a:off x="4323664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46"/>
          <p:cNvSpPr/>
          <p:nvPr/>
        </p:nvSpPr>
        <p:spPr>
          <a:xfrm>
            <a:off x="4323664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47"/>
          <p:cNvSpPr/>
          <p:nvPr/>
        </p:nvSpPr>
        <p:spPr>
          <a:xfrm>
            <a:off x="4323664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unit148"/>
          <p:cNvSpPr/>
          <p:nvPr/>
        </p:nvSpPr>
        <p:spPr>
          <a:xfrm>
            <a:off x="4840495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4-unit149"/>
          <p:cNvSpPr/>
          <p:nvPr/>
        </p:nvSpPr>
        <p:spPr>
          <a:xfrm>
            <a:off x="4840495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0"/>
          <p:cNvSpPr/>
          <p:nvPr/>
        </p:nvSpPr>
        <p:spPr>
          <a:xfrm>
            <a:off x="4840495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1"/>
          <p:cNvSpPr/>
          <p:nvPr/>
        </p:nvSpPr>
        <p:spPr>
          <a:xfrm>
            <a:off x="4840495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2"/>
          <p:cNvSpPr/>
          <p:nvPr/>
        </p:nvSpPr>
        <p:spPr>
          <a:xfrm>
            <a:off x="4840495" y="260180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figure153" descr="10개 막대 7개와 낱개 5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5" name="S04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다음은 100</a:t>
            </a:r>
            <a:endParaRPr lang="ko-KR" sz="4400" dirty="0"/>
          </a:p>
        </p:txBody>
      </p:sp>
      <p:sp>
        <p:nvSpPr>
          <p:cNvPr id="3" name="S05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5-card15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99보다 1만큼 더 큰 수</a:t>
            </a:r>
            <a:endParaRPr lang="ko-KR" sz="3200" dirty="0"/>
          </a:p>
        </p:txBody>
      </p:sp>
      <p:sp>
        <p:nvSpPr>
          <p:cNvPr id="7" name="S05-card15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6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10개</a:t>
            </a:r>
            <a:endParaRPr lang="ko-KR" sz="3200" dirty="0"/>
          </a:p>
        </p:txBody>
      </p:sp>
      <p:sp>
        <p:nvSpPr>
          <p:cNvPr id="9" name="S05-rod161"/>
          <p:cNvSpPr/>
          <p:nvPr/>
        </p:nvSpPr>
        <p:spPr>
          <a:xfrm>
            <a:off x="4354381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line162"/>
          <p:cNvSpPr/>
          <p:nvPr/>
        </p:nvSpPr>
        <p:spPr>
          <a:xfrm>
            <a:off x="4354381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63"/>
          <p:cNvSpPr/>
          <p:nvPr/>
        </p:nvSpPr>
        <p:spPr>
          <a:xfrm>
            <a:off x="4354381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64"/>
          <p:cNvSpPr/>
          <p:nvPr/>
        </p:nvSpPr>
        <p:spPr>
          <a:xfrm>
            <a:off x="4354381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65"/>
          <p:cNvSpPr/>
          <p:nvPr/>
        </p:nvSpPr>
        <p:spPr>
          <a:xfrm>
            <a:off x="4354381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66"/>
          <p:cNvSpPr/>
          <p:nvPr/>
        </p:nvSpPr>
        <p:spPr>
          <a:xfrm>
            <a:off x="4354381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67"/>
          <p:cNvSpPr/>
          <p:nvPr/>
        </p:nvSpPr>
        <p:spPr>
          <a:xfrm>
            <a:off x="4354381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68"/>
          <p:cNvSpPr/>
          <p:nvPr/>
        </p:nvSpPr>
        <p:spPr>
          <a:xfrm>
            <a:off x="4354381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69"/>
          <p:cNvSpPr/>
          <p:nvPr/>
        </p:nvSpPr>
        <p:spPr>
          <a:xfrm>
            <a:off x="4354381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70"/>
          <p:cNvSpPr/>
          <p:nvPr/>
        </p:nvSpPr>
        <p:spPr>
          <a:xfrm>
            <a:off x="4354381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rod171"/>
          <p:cNvSpPr/>
          <p:nvPr/>
        </p:nvSpPr>
        <p:spPr>
          <a:xfrm>
            <a:off x="4702400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ine172"/>
          <p:cNvSpPr/>
          <p:nvPr/>
        </p:nvSpPr>
        <p:spPr>
          <a:xfrm>
            <a:off x="4702400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73"/>
          <p:cNvSpPr/>
          <p:nvPr/>
        </p:nvSpPr>
        <p:spPr>
          <a:xfrm>
            <a:off x="4702400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74"/>
          <p:cNvSpPr/>
          <p:nvPr/>
        </p:nvSpPr>
        <p:spPr>
          <a:xfrm>
            <a:off x="4702400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75"/>
          <p:cNvSpPr/>
          <p:nvPr/>
        </p:nvSpPr>
        <p:spPr>
          <a:xfrm>
            <a:off x="4702400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76"/>
          <p:cNvSpPr/>
          <p:nvPr/>
        </p:nvSpPr>
        <p:spPr>
          <a:xfrm>
            <a:off x="4702400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77"/>
          <p:cNvSpPr/>
          <p:nvPr/>
        </p:nvSpPr>
        <p:spPr>
          <a:xfrm>
            <a:off x="4702400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78"/>
          <p:cNvSpPr/>
          <p:nvPr/>
        </p:nvSpPr>
        <p:spPr>
          <a:xfrm>
            <a:off x="4702400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179"/>
          <p:cNvSpPr/>
          <p:nvPr/>
        </p:nvSpPr>
        <p:spPr>
          <a:xfrm>
            <a:off x="4702400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80"/>
          <p:cNvSpPr/>
          <p:nvPr/>
        </p:nvSpPr>
        <p:spPr>
          <a:xfrm>
            <a:off x="4702400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rod181"/>
          <p:cNvSpPr/>
          <p:nvPr/>
        </p:nvSpPr>
        <p:spPr>
          <a:xfrm>
            <a:off x="5050419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line182"/>
          <p:cNvSpPr/>
          <p:nvPr/>
        </p:nvSpPr>
        <p:spPr>
          <a:xfrm>
            <a:off x="5050419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83"/>
          <p:cNvSpPr/>
          <p:nvPr/>
        </p:nvSpPr>
        <p:spPr>
          <a:xfrm>
            <a:off x="5050419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84"/>
          <p:cNvSpPr/>
          <p:nvPr/>
        </p:nvSpPr>
        <p:spPr>
          <a:xfrm>
            <a:off x="5050419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85"/>
          <p:cNvSpPr/>
          <p:nvPr/>
        </p:nvSpPr>
        <p:spPr>
          <a:xfrm>
            <a:off x="5050419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86"/>
          <p:cNvSpPr/>
          <p:nvPr/>
        </p:nvSpPr>
        <p:spPr>
          <a:xfrm>
            <a:off x="5050419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87"/>
          <p:cNvSpPr/>
          <p:nvPr/>
        </p:nvSpPr>
        <p:spPr>
          <a:xfrm>
            <a:off x="5050419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88"/>
          <p:cNvSpPr/>
          <p:nvPr/>
        </p:nvSpPr>
        <p:spPr>
          <a:xfrm>
            <a:off x="5050419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89"/>
          <p:cNvSpPr/>
          <p:nvPr/>
        </p:nvSpPr>
        <p:spPr>
          <a:xfrm>
            <a:off x="5050419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90"/>
          <p:cNvSpPr/>
          <p:nvPr/>
        </p:nvSpPr>
        <p:spPr>
          <a:xfrm>
            <a:off x="5050419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rod191"/>
          <p:cNvSpPr/>
          <p:nvPr/>
        </p:nvSpPr>
        <p:spPr>
          <a:xfrm>
            <a:off x="5398438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line192"/>
          <p:cNvSpPr/>
          <p:nvPr/>
        </p:nvSpPr>
        <p:spPr>
          <a:xfrm>
            <a:off x="5398438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93"/>
          <p:cNvSpPr/>
          <p:nvPr/>
        </p:nvSpPr>
        <p:spPr>
          <a:xfrm>
            <a:off x="5398438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94"/>
          <p:cNvSpPr/>
          <p:nvPr/>
        </p:nvSpPr>
        <p:spPr>
          <a:xfrm>
            <a:off x="5398438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95"/>
          <p:cNvSpPr/>
          <p:nvPr/>
        </p:nvSpPr>
        <p:spPr>
          <a:xfrm>
            <a:off x="5398438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96"/>
          <p:cNvSpPr/>
          <p:nvPr/>
        </p:nvSpPr>
        <p:spPr>
          <a:xfrm>
            <a:off x="5398438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97"/>
          <p:cNvSpPr/>
          <p:nvPr/>
        </p:nvSpPr>
        <p:spPr>
          <a:xfrm>
            <a:off x="5398438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98"/>
          <p:cNvSpPr/>
          <p:nvPr/>
        </p:nvSpPr>
        <p:spPr>
          <a:xfrm>
            <a:off x="5398438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99"/>
          <p:cNvSpPr/>
          <p:nvPr/>
        </p:nvSpPr>
        <p:spPr>
          <a:xfrm>
            <a:off x="5398438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00"/>
          <p:cNvSpPr/>
          <p:nvPr/>
        </p:nvSpPr>
        <p:spPr>
          <a:xfrm>
            <a:off x="5398438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rod201"/>
          <p:cNvSpPr/>
          <p:nvPr/>
        </p:nvSpPr>
        <p:spPr>
          <a:xfrm>
            <a:off x="5746457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5-line202"/>
          <p:cNvSpPr/>
          <p:nvPr/>
        </p:nvSpPr>
        <p:spPr>
          <a:xfrm>
            <a:off x="5746457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03"/>
          <p:cNvSpPr/>
          <p:nvPr/>
        </p:nvSpPr>
        <p:spPr>
          <a:xfrm>
            <a:off x="5746457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04"/>
          <p:cNvSpPr/>
          <p:nvPr/>
        </p:nvSpPr>
        <p:spPr>
          <a:xfrm>
            <a:off x="5746457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205"/>
          <p:cNvSpPr/>
          <p:nvPr/>
        </p:nvSpPr>
        <p:spPr>
          <a:xfrm>
            <a:off x="5746457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06"/>
          <p:cNvSpPr/>
          <p:nvPr/>
        </p:nvSpPr>
        <p:spPr>
          <a:xfrm>
            <a:off x="5746457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07"/>
          <p:cNvSpPr/>
          <p:nvPr/>
        </p:nvSpPr>
        <p:spPr>
          <a:xfrm>
            <a:off x="5746457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08"/>
          <p:cNvSpPr/>
          <p:nvPr/>
        </p:nvSpPr>
        <p:spPr>
          <a:xfrm>
            <a:off x="5746457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09"/>
          <p:cNvSpPr/>
          <p:nvPr/>
        </p:nvSpPr>
        <p:spPr>
          <a:xfrm>
            <a:off x="5746457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10"/>
          <p:cNvSpPr/>
          <p:nvPr/>
        </p:nvSpPr>
        <p:spPr>
          <a:xfrm>
            <a:off x="5746457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rod211"/>
          <p:cNvSpPr/>
          <p:nvPr/>
        </p:nvSpPr>
        <p:spPr>
          <a:xfrm>
            <a:off x="6094476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line212"/>
          <p:cNvSpPr/>
          <p:nvPr/>
        </p:nvSpPr>
        <p:spPr>
          <a:xfrm>
            <a:off x="6094476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13"/>
          <p:cNvSpPr/>
          <p:nvPr/>
        </p:nvSpPr>
        <p:spPr>
          <a:xfrm>
            <a:off x="6094476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14"/>
          <p:cNvSpPr/>
          <p:nvPr/>
        </p:nvSpPr>
        <p:spPr>
          <a:xfrm>
            <a:off x="6094476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215"/>
          <p:cNvSpPr/>
          <p:nvPr/>
        </p:nvSpPr>
        <p:spPr>
          <a:xfrm>
            <a:off x="6094476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16"/>
          <p:cNvSpPr/>
          <p:nvPr/>
        </p:nvSpPr>
        <p:spPr>
          <a:xfrm>
            <a:off x="6094476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17"/>
          <p:cNvSpPr/>
          <p:nvPr/>
        </p:nvSpPr>
        <p:spPr>
          <a:xfrm>
            <a:off x="6094476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18"/>
          <p:cNvSpPr/>
          <p:nvPr/>
        </p:nvSpPr>
        <p:spPr>
          <a:xfrm>
            <a:off x="6094476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19"/>
          <p:cNvSpPr/>
          <p:nvPr/>
        </p:nvSpPr>
        <p:spPr>
          <a:xfrm>
            <a:off x="6094476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20"/>
          <p:cNvSpPr/>
          <p:nvPr/>
        </p:nvSpPr>
        <p:spPr>
          <a:xfrm>
            <a:off x="6094476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rod221"/>
          <p:cNvSpPr/>
          <p:nvPr/>
        </p:nvSpPr>
        <p:spPr>
          <a:xfrm>
            <a:off x="6442495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5-line222"/>
          <p:cNvSpPr/>
          <p:nvPr/>
        </p:nvSpPr>
        <p:spPr>
          <a:xfrm>
            <a:off x="6442495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23"/>
          <p:cNvSpPr/>
          <p:nvPr/>
        </p:nvSpPr>
        <p:spPr>
          <a:xfrm>
            <a:off x="6442495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24"/>
          <p:cNvSpPr/>
          <p:nvPr/>
        </p:nvSpPr>
        <p:spPr>
          <a:xfrm>
            <a:off x="6442495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225"/>
          <p:cNvSpPr/>
          <p:nvPr/>
        </p:nvSpPr>
        <p:spPr>
          <a:xfrm>
            <a:off x="6442495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226"/>
          <p:cNvSpPr/>
          <p:nvPr/>
        </p:nvSpPr>
        <p:spPr>
          <a:xfrm>
            <a:off x="6442495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27"/>
          <p:cNvSpPr/>
          <p:nvPr/>
        </p:nvSpPr>
        <p:spPr>
          <a:xfrm>
            <a:off x="6442495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28"/>
          <p:cNvSpPr/>
          <p:nvPr/>
        </p:nvSpPr>
        <p:spPr>
          <a:xfrm>
            <a:off x="6442495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29"/>
          <p:cNvSpPr/>
          <p:nvPr/>
        </p:nvSpPr>
        <p:spPr>
          <a:xfrm>
            <a:off x="6442495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30"/>
          <p:cNvSpPr/>
          <p:nvPr/>
        </p:nvSpPr>
        <p:spPr>
          <a:xfrm>
            <a:off x="6442495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rod231"/>
          <p:cNvSpPr/>
          <p:nvPr/>
        </p:nvSpPr>
        <p:spPr>
          <a:xfrm>
            <a:off x="6790514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5-line232"/>
          <p:cNvSpPr/>
          <p:nvPr/>
        </p:nvSpPr>
        <p:spPr>
          <a:xfrm>
            <a:off x="6790514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33"/>
          <p:cNvSpPr/>
          <p:nvPr/>
        </p:nvSpPr>
        <p:spPr>
          <a:xfrm>
            <a:off x="6790514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34"/>
          <p:cNvSpPr/>
          <p:nvPr/>
        </p:nvSpPr>
        <p:spPr>
          <a:xfrm>
            <a:off x="6790514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235"/>
          <p:cNvSpPr/>
          <p:nvPr/>
        </p:nvSpPr>
        <p:spPr>
          <a:xfrm>
            <a:off x="6790514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236"/>
          <p:cNvSpPr/>
          <p:nvPr/>
        </p:nvSpPr>
        <p:spPr>
          <a:xfrm>
            <a:off x="6790514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237"/>
          <p:cNvSpPr/>
          <p:nvPr/>
        </p:nvSpPr>
        <p:spPr>
          <a:xfrm>
            <a:off x="6790514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238"/>
          <p:cNvSpPr/>
          <p:nvPr/>
        </p:nvSpPr>
        <p:spPr>
          <a:xfrm>
            <a:off x="6790514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239"/>
          <p:cNvSpPr/>
          <p:nvPr/>
        </p:nvSpPr>
        <p:spPr>
          <a:xfrm>
            <a:off x="6790514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240"/>
          <p:cNvSpPr/>
          <p:nvPr/>
        </p:nvSpPr>
        <p:spPr>
          <a:xfrm>
            <a:off x="6790514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rod241"/>
          <p:cNvSpPr/>
          <p:nvPr/>
        </p:nvSpPr>
        <p:spPr>
          <a:xfrm>
            <a:off x="7138533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line242"/>
          <p:cNvSpPr/>
          <p:nvPr/>
        </p:nvSpPr>
        <p:spPr>
          <a:xfrm>
            <a:off x="7138533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243"/>
          <p:cNvSpPr/>
          <p:nvPr/>
        </p:nvSpPr>
        <p:spPr>
          <a:xfrm>
            <a:off x="7138533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244"/>
          <p:cNvSpPr/>
          <p:nvPr/>
        </p:nvSpPr>
        <p:spPr>
          <a:xfrm>
            <a:off x="7138533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245"/>
          <p:cNvSpPr/>
          <p:nvPr/>
        </p:nvSpPr>
        <p:spPr>
          <a:xfrm>
            <a:off x="7138533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246"/>
          <p:cNvSpPr/>
          <p:nvPr/>
        </p:nvSpPr>
        <p:spPr>
          <a:xfrm>
            <a:off x="7138533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247"/>
          <p:cNvSpPr/>
          <p:nvPr/>
        </p:nvSpPr>
        <p:spPr>
          <a:xfrm>
            <a:off x="7138533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48"/>
          <p:cNvSpPr/>
          <p:nvPr/>
        </p:nvSpPr>
        <p:spPr>
          <a:xfrm>
            <a:off x="7138533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49"/>
          <p:cNvSpPr/>
          <p:nvPr/>
        </p:nvSpPr>
        <p:spPr>
          <a:xfrm>
            <a:off x="7138533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50"/>
          <p:cNvSpPr/>
          <p:nvPr/>
        </p:nvSpPr>
        <p:spPr>
          <a:xfrm>
            <a:off x="7138533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rod251"/>
          <p:cNvSpPr/>
          <p:nvPr/>
        </p:nvSpPr>
        <p:spPr>
          <a:xfrm>
            <a:off x="7486552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5-line252"/>
          <p:cNvSpPr/>
          <p:nvPr/>
        </p:nvSpPr>
        <p:spPr>
          <a:xfrm>
            <a:off x="7486552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53"/>
          <p:cNvSpPr/>
          <p:nvPr/>
        </p:nvSpPr>
        <p:spPr>
          <a:xfrm>
            <a:off x="7486552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54"/>
          <p:cNvSpPr/>
          <p:nvPr/>
        </p:nvSpPr>
        <p:spPr>
          <a:xfrm>
            <a:off x="7486552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55"/>
          <p:cNvSpPr/>
          <p:nvPr/>
        </p:nvSpPr>
        <p:spPr>
          <a:xfrm>
            <a:off x="7486552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256"/>
          <p:cNvSpPr/>
          <p:nvPr/>
        </p:nvSpPr>
        <p:spPr>
          <a:xfrm>
            <a:off x="7486552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57"/>
          <p:cNvSpPr/>
          <p:nvPr/>
        </p:nvSpPr>
        <p:spPr>
          <a:xfrm>
            <a:off x="7486552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58"/>
          <p:cNvSpPr/>
          <p:nvPr/>
        </p:nvSpPr>
        <p:spPr>
          <a:xfrm>
            <a:off x="7486552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59"/>
          <p:cNvSpPr/>
          <p:nvPr/>
        </p:nvSpPr>
        <p:spPr>
          <a:xfrm>
            <a:off x="7486552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60"/>
          <p:cNvSpPr/>
          <p:nvPr/>
        </p:nvSpPr>
        <p:spPr>
          <a:xfrm>
            <a:off x="7486552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figure261" descr="10개 막대 10개"/>
          <p:cNvSpPr/>
          <p:nvPr/>
        </p:nvSpPr>
        <p:spPr>
          <a:xfrm>
            <a:off x="548640" y="13693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비교해요</a:t>
            </a:r>
            <a:endParaRPr lang="ko-KR" sz="4400" dirty="0"/>
          </a:p>
        </p:txBody>
      </p:sp>
      <p:sp>
        <p:nvSpPr>
          <p:cNvPr id="3" name="S06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더 많은 64가 커요. 64는 58보다 커요.</a:t>
            </a:r>
            <a:endParaRPr lang="ko-KR" sz="3200" dirty="0"/>
          </a:p>
        </p:txBody>
      </p:sp>
      <p:sp>
        <p:nvSpPr>
          <p:cNvPr id="5" name="S06-rod264"/>
          <p:cNvSpPr/>
          <p:nvPr/>
        </p:nvSpPr>
        <p:spPr>
          <a:xfrm>
            <a:off x="15248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line265"/>
          <p:cNvSpPr/>
          <p:nvPr/>
        </p:nvSpPr>
        <p:spPr>
          <a:xfrm>
            <a:off x="15248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6"/>
          <p:cNvSpPr/>
          <p:nvPr/>
        </p:nvSpPr>
        <p:spPr>
          <a:xfrm>
            <a:off x="15248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7"/>
          <p:cNvSpPr/>
          <p:nvPr/>
        </p:nvSpPr>
        <p:spPr>
          <a:xfrm>
            <a:off x="15248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8"/>
          <p:cNvSpPr/>
          <p:nvPr/>
        </p:nvSpPr>
        <p:spPr>
          <a:xfrm>
            <a:off x="15248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69"/>
          <p:cNvSpPr/>
          <p:nvPr/>
        </p:nvSpPr>
        <p:spPr>
          <a:xfrm>
            <a:off x="15248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270"/>
          <p:cNvSpPr/>
          <p:nvPr/>
        </p:nvSpPr>
        <p:spPr>
          <a:xfrm>
            <a:off x="15248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1"/>
          <p:cNvSpPr/>
          <p:nvPr/>
        </p:nvSpPr>
        <p:spPr>
          <a:xfrm>
            <a:off x="15248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2"/>
          <p:cNvSpPr/>
          <p:nvPr/>
        </p:nvSpPr>
        <p:spPr>
          <a:xfrm>
            <a:off x="15248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3"/>
          <p:cNvSpPr/>
          <p:nvPr/>
        </p:nvSpPr>
        <p:spPr>
          <a:xfrm>
            <a:off x="15248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rod274"/>
          <p:cNvSpPr/>
          <p:nvPr/>
        </p:nvSpPr>
        <p:spPr>
          <a:xfrm>
            <a:off x="20288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line275"/>
          <p:cNvSpPr/>
          <p:nvPr/>
        </p:nvSpPr>
        <p:spPr>
          <a:xfrm>
            <a:off x="20288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6"/>
          <p:cNvSpPr/>
          <p:nvPr/>
        </p:nvSpPr>
        <p:spPr>
          <a:xfrm>
            <a:off x="20288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7"/>
          <p:cNvSpPr/>
          <p:nvPr/>
        </p:nvSpPr>
        <p:spPr>
          <a:xfrm>
            <a:off x="20288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8"/>
          <p:cNvSpPr/>
          <p:nvPr/>
        </p:nvSpPr>
        <p:spPr>
          <a:xfrm>
            <a:off x="20288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79"/>
          <p:cNvSpPr/>
          <p:nvPr/>
        </p:nvSpPr>
        <p:spPr>
          <a:xfrm>
            <a:off x="20288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280"/>
          <p:cNvSpPr/>
          <p:nvPr/>
        </p:nvSpPr>
        <p:spPr>
          <a:xfrm>
            <a:off x="20288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1"/>
          <p:cNvSpPr/>
          <p:nvPr/>
        </p:nvSpPr>
        <p:spPr>
          <a:xfrm>
            <a:off x="20288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2"/>
          <p:cNvSpPr/>
          <p:nvPr/>
        </p:nvSpPr>
        <p:spPr>
          <a:xfrm>
            <a:off x="20288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3"/>
          <p:cNvSpPr/>
          <p:nvPr/>
        </p:nvSpPr>
        <p:spPr>
          <a:xfrm>
            <a:off x="20288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rod284"/>
          <p:cNvSpPr/>
          <p:nvPr/>
        </p:nvSpPr>
        <p:spPr>
          <a:xfrm>
            <a:off x="253283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line285"/>
          <p:cNvSpPr/>
          <p:nvPr/>
        </p:nvSpPr>
        <p:spPr>
          <a:xfrm>
            <a:off x="253283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6"/>
          <p:cNvSpPr/>
          <p:nvPr/>
        </p:nvSpPr>
        <p:spPr>
          <a:xfrm>
            <a:off x="253283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7"/>
          <p:cNvSpPr/>
          <p:nvPr/>
        </p:nvSpPr>
        <p:spPr>
          <a:xfrm>
            <a:off x="253283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8"/>
          <p:cNvSpPr/>
          <p:nvPr/>
        </p:nvSpPr>
        <p:spPr>
          <a:xfrm>
            <a:off x="253283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89"/>
          <p:cNvSpPr/>
          <p:nvPr/>
        </p:nvSpPr>
        <p:spPr>
          <a:xfrm>
            <a:off x="253283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290"/>
          <p:cNvSpPr/>
          <p:nvPr/>
        </p:nvSpPr>
        <p:spPr>
          <a:xfrm>
            <a:off x="253283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1"/>
          <p:cNvSpPr/>
          <p:nvPr/>
        </p:nvSpPr>
        <p:spPr>
          <a:xfrm>
            <a:off x="253283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2"/>
          <p:cNvSpPr/>
          <p:nvPr/>
        </p:nvSpPr>
        <p:spPr>
          <a:xfrm>
            <a:off x="253283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3"/>
          <p:cNvSpPr/>
          <p:nvPr/>
        </p:nvSpPr>
        <p:spPr>
          <a:xfrm>
            <a:off x="253283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rod294"/>
          <p:cNvSpPr/>
          <p:nvPr/>
        </p:nvSpPr>
        <p:spPr>
          <a:xfrm>
            <a:off x="303680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line295"/>
          <p:cNvSpPr/>
          <p:nvPr/>
        </p:nvSpPr>
        <p:spPr>
          <a:xfrm>
            <a:off x="303680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6"/>
          <p:cNvSpPr/>
          <p:nvPr/>
        </p:nvSpPr>
        <p:spPr>
          <a:xfrm>
            <a:off x="303680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7"/>
          <p:cNvSpPr/>
          <p:nvPr/>
        </p:nvSpPr>
        <p:spPr>
          <a:xfrm>
            <a:off x="303680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8"/>
          <p:cNvSpPr/>
          <p:nvPr/>
        </p:nvSpPr>
        <p:spPr>
          <a:xfrm>
            <a:off x="303680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299"/>
          <p:cNvSpPr/>
          <p:nvPr/>
        </p:nvSpPr>
        <p:spPr>
          <a:xfrm>
            <a:off x="303680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300"/>
          <p:cNvSpPr/>
          <p:nvPr/>
        </p:nvSpPr>
        <p:spPr>
          <a:xfrm>
            <a:off x="303680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1"/>
          <p:cNvSpPr/>
          <p:nvPr/>
        </p:nvSpPr>
        <p:spPr>
          <a:xfrm>
            <a:off x="303680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2"/>
          <p:cNvSpPr/>
          <p:nvPr/>
        </p:nvSpPr>
        <p:spPr>
          <a:xfrm>
            <a:off x="303680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3"/>
          <p:cNvSpPr/>
          <p:nvPr/>
        </p:nvSpPr>
        <p:spPr>
          <a:xfrm>
            <a:off x="303680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rod304"/>
          <p:cNvSpPr/>
          <p:nvPr/>
        </p:nvSpPr>
        <p:spPr>
          <a:xfrm>
            <a:off x="35407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line305"/>
          <p:cNvSpPr/>
          <p:nvPr/>
        </p:nvSpPr>
        <p:spPr>
          <a:xfrm>
            <a:off x="35407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6"/>
          <p:cNvSpPr/>
          <p:nvPr/>
        </p:nvSpPr>
        <p:spPr>
          <a:xfrm>
            <a:off x="35407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7"/>
          <p:cNvSpPr/>
          <p:nvPr/>
        </p:nvSpPr>
        <p:spPr>
          <a:xfrm>
            <a:off x="35407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8"/>
          <p:cNvSpPr/>
          <p:nvPr/>
        </p:nvSpPr>
        <p:spPr>
          <a:xfrm>
            <a:off x="35407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09"/>
          <p:cNvSpPr/>
          <p:nvPr/>
        </p:nvSpPr>
        <p:spPr>
          <a:xfrm>
            <a:off x="35407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310"/>
          <p:cNvSpPr/>
          <p:nvPr/>
        </p:nvSpPr>
        <p:spPr>
          <a:xfrm>
            <a:off x="35407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1"/>
          <p:cNvSpPr/>
          <p:nvPr/>
        </p:nvSpPr>
        <p:spPr>
          <a:xfrm>
            <a:off x="35407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2"/>
          <p:cNvSpPr/>
          <p:nvPr/>
        </p:nvSpPr>
        <p:spPr>
          <a:xfrm>
            <a:off x="35407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3"/>
          <p:cNvSpPr/>
          <p:nvPr/>
        </p:nvSpPr>
        <p:spPr>
          <a:xfrm>
            <a:off x="35407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rod314"/>
          <p:cNvSpPr/>
          <p:nvPr/>
        </p:nvSpPr>
        <p:spPr>
          <a:xfrm>
            <a:off x="40447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line315"/>
          <p:cNvSpPr/>
          <p:nvPr/>
        </p:nvSpPr>
        <p:spPr>
          <a:xfrm>
            <a:off x="40447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6"/>
          <p:cNvSpPr/>
          <p:nvPr/>
        </p:nvSpPr>
        <p:spPr>
          <a:xfrm>
            <a:off x="40447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7"/>
          <p:cNvSpPr/>
          <p:nvPr/>
        </p:nvSpPr>
        <p:spPr>
          <a:xfrm>
            <a:off x="40447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8"/>
          <p:cNvSpPr/>
          <p:nvPr/>
        </p:nvSpPr>
        <p:spPr>
          <a:xfrm>
            <a:off x="40447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19"/>
          <p:cNvSpPr/>
          <p:nvPr/>
        </p:nvSpPr>
        <p:spPr>
          <a:xfrm>
            <a:off x="40447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320"/>
          <p:cNvSpPr/>
          <p:nvPr/>
        </p:nvSpPr>
        <p:spPr>
          <a:xfrm>
            <a:off x="40447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1"/>
          <p:cNvSpPr/>
          <p:nvPr/>
        </p:nvSpPr>
        <p:spPr>
          <a:xfrm>
            <a:off x="40447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2"/>
          <p:cNvSpPr/>
          <p:nvPr/>
        </p:nvSpPr>
        <p:spPr>
          <a:xfrm>
            <a:off x="40447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3"/>
          <p:cNvSpPr/>
          <p:nvPr/>
        </p:nvSpPr>
        <p:spPr>
          <a:xfrm>
            <a:off x="40447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unit324"/>
          <p:cNvSpPr/>
          <p:nvPr/>
        </p:nvSpPr>
        <p:spPr>
          <a:xfrm>
            <a:off x="4548733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unit325"/>
          <p:cNvSpPr/>
          <p:nvPr/>
        </p:nvSpPr>
        <p:spPr>
          <a:xfrm>
            <a:off x="4548733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unit326"/>
          <p:cNvSpPr/>
          <p:nvPr/>
        </p:nvSpPr>
        <p:spPr>
          <a:xfrm>
            <a:off x="4548733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unit327"/>
          <p:cNvSpPr/>
          <p:nvPr/>
        </p:nvSpPr>
        <p:spPr>
          <a:xfrm>
            <a:off x="4548733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figure328" descr="10개 막대 6개와 낱개 4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06-label3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71" name="S06-rod330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line331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6-line332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6-line333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6-line334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6-line335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6-line336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6-line337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6-line338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6-line339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6-rod340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line341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6-line342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3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4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5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6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347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8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49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rod350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line351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352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3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4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5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6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357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8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59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rod360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line361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362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3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4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5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6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367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8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69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rod370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line371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372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3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4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5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6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377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8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79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unit380"/>
          <p:cNvSpPr/>
          <p:nvPr/>
        </p:nvSpPr>
        <p:spPr>
          <a:xfrm>
            <a:off x="979786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unit381"/>
          <p:cNvSpPr/>
          <p:nvPr/>
        </p:nvSpPr>
        <p:spPr>
          <a:xfrm>
            <a:off x="979786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unit382"/>
          <p:cNvSpPr/>
          <p:nvPr/>
        </p:nvSpPr>
        <p:spPr>
          <a:xfrm>
            <a:off x="979786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unit383"/>
          <p:cNvSpPr/>
          <p:nvPr/>
        </p:nvSpPr>
        <p:spPr>
          <a:xfrm>
            <a:off x="9797862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unit384"/>
          <p:cNvSpPr/>
          <p:nvPr/>
        </p:nvSpPr>
        <p:spPr>
          <a:xfrm>
            <a:off x="9797862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unit385"/>
          <p:cNvSpPr/>
          <p:nvPr/>
        </p:nvSpPr>
        <p:spPr>
          <a:xfrm>
            <a:off x="1020734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unit386"/>
          <p:cNvSpPr/>
          <p:nvPr/>
        </p:nvSpPr>
        <p:spPr>
          <a:xfrm>
            <a:off x="1020734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unit387"/>
          <p:cNvSpPr/>
          <p:nvPr/>
        </p:nvSpPr>
        <p:spPr>
          <a:xfrm>
            <a:off x="1020734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figure388" descr="10개 막대 5개와 낱개 8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06-label38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같으면 낱개</a:t>
            </a:r>
            <a:endParaRPr lang="ko-KR" sz="4400" dirty="0"/>
          </a:p>
        </p:txBody>
      </p:sp>
      <p:sp>
        <p:nvSpPr>
          <p:cNvPr id="3" name="S07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같으니 낱개를 봐요. 76은 73보다 커요.</a:t>
            </a:r>
            <a:endParaRPr lang="ko-KR" sz="3200" dirty="0"/>
          </a:p>
        </p:txBody>
      </p:sp>
      <p:sp>
        <p:nvSpPr>
          <p:cNvPr id="5" name="S07-rod392"/>
          <p:cNvSpPr/>
          <p:nvPr/>
        </p:nvSpPr>
        <p:spPr>
          <a:xfrm>
            <a:off x="1272895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93"/>
          <p:cNvSpPr/>
          <p:nvPr/>
        </p:nvSpPr>
        <p:spPr>
          <a:xfrm>
            <a:off x="1272895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94"/>
          <p:cNvSpPr/>
          <p:nvPr/>
        </p:nvSpPr>
        <p:spPr>
          <a:xfrm>
            <a:off x="1272895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95"/>
          <p:cNvSpPr/>
          <p:nvPr/>
        </p:nvSpPr>
        <p:spPr>
          <a:xfrm>
            <a:off x="1272895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96"/>
          <p:cNvSpPr/>
          <p:nvPr/>
        </p:nvSpPr>
        <p:spPr>
          <a:xfrm>
            <a:off x="1272895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97"/>
          <p:cNvSpPr/>
          <p:nvPr/>
        </p:nvSpPr>
        <p:spPr>
          <a:xfrm>
            <a:off x="1272895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98"/>
          <p:cNvSpPr/>
          <p:nvPr/>
        </p:nvSpPr>
        <p:spPr>
          <a:xfrm>
            <a:off x="1272895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99"/>
          <p:cNvSpPr/>
          <p:nvPr/>
        </p:nvSpPr>
        <p:spPr>
          <a:xfrm>
            <a:off x="1272895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400"/>
          <p:cNvSpPr/>
          <p:nvPr/>
        </p:nvSpPr>
        <p:spPr>
          <a:xfrm>
            <a:off x="1272895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401"/>
          <p:cNvSpPr/>
          <p:nvPr/>
        </p:nvSpPr>
        <p:spPr>
          <a:xfrm>
            <a:off x="1272895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402"/>
          <p:cNvSpPr/>
          <p:nvPr/>
        </p:nvSpPr>
        <p:spPr>
          <a:xfrm>
            <a:off x="1776870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403"/>
          <p:cNvSpPr/>
          <p:nvPr/>
        </p:nvSpPr>
        <p:spPr>
          <a:xfrm>
            <a:off x="1776870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404"/>
          <p:cNvSpPr/>
          <p:nvPr/>
        </p:nvSpPr>
        <p:spPr>
          <a:xfrm>
            <a:off x="1776870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405"/>
          <p:cNvSpPr/>
          <p:nvPr/>
        </p:nvSpPr>
        <p:spPr>
          <a:xfrm>
            <a:off x="1776870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406"/>
          <p:cNvSpPr/>
          <p:nvPr/>
        </p:nvSpPr>
        <p:spPr>
          <a:xfrm>
            <a:off x="1776870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407"/>
          <p:cNvSpPr/>
          <p:nvPr/>
        </p:nvSpPr>
        <p:spPr>
          <a:xfrm>
            <a:off x="1776870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408"/>
          <p:cNvSpPr/>
          <p:nvPr/>
        </p:nvSpPr>
        <p:spPr>
          <a:xfrm>
            <a:off x="1776870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409"/>
          <p:cNvSpPr/>
          <p:nvPr/>
        </p:nvSpPr>
        <p:spPr>
          <a:xfrm>
            <a:off x="1776870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410"/>
          <p:cNvSpPr/>
          <p:nvPr/>
        </p:nvSpPr>
        <p:spPr>
          <a:xfrm>
            <a:off x="1776870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411"/>
          <p:cNvSpPr/>
          <p:nvPr/>
        </p:nvSpPr>
        <p:spPr>
          <a:xfrm>
            <a:off x="1776870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412"/>
          <p:cNvSpPr/>
          <p:nvPr/>
        </p:nvSpPr>
        <p:spPr>
          <a:xfrm>
            <a:off x="22808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413"/>
          <p:cNvSpPr/>
          <p:nvPr/>
        </p:nvSpPr>
        <p:spPr>
          <a:xfrm>
            <a:off x="22808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414"/>
          <p:cNvSpPr/>
          <p:nvPr/>
        </p:nvSpPr>
        <p:spPr>
          <a:xfrm>
            <a:off x="22808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415"/>
          <p:cNvSpPr/>
          <p:nvPr/>
        </p:nvSpPr>
        <p:spPr>
          <a:xfrm>
            <a:off x="22808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416"/>
          <p:cNvSpPr/>
          <p:nvPr/>
        </p:nvSpPr>
        <p:spPr>
          <a:xfrm>
            <a:off x="22808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417"/>
          <p:cNvSpPr/>
          <p:nvPr/>
        </p:nvSpPr>
        <p:spPr>
          <a:xfrm>
            <a:off x="22808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418"/>
          <p:cNvSpPr/>
          <p:nvPr/>
        </p:nvSpPr>
        <p:spPr>
          <a:xfrm>
            <a:off x="22808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419"/>
          <p:cNvSpPr/>
          <p:nvPr/>
        </p:nvSpPr>
        <p:spPr>
          <a:xfrm>
            <a:off x="22808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420"/>
          <p:cNvSpPr/>
          <p:nvPr/>
        </p:nvSpPr>
        <p:spPr>
          <a:xfrm>
            <a:off x="22808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421"/>
          <p:cNvSpPr/>
          <p:nvPr/>
        </p:nvSpPr>
        <p:spPr>
          <a:xfrm>
            <a:off x="22808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rod422"/>
          <p:cNvSpPr/>
          <p:nvPr/>
        </p:nvSpPr>
        <p:spPr>
          <a:xfrm>
            <a:off x="278482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line423"/>
          <p:cNvSpPr/>
          <p:nvPr/>
        </p:nvSpPr>
        <p:spPr>
          <a:xfrm>
            <a:off x="278482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424"/>
          <p:cNvSpPr/>
          <p:nvPr/>
        </p:nvSpPr>
        <p:spPr>
          <a:xfrm>
            <a:off x="278482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425"/>
          <p:cNvSpPr/>
          <p:nvPr/>
        </p:nvSpPr>
        <p:spPr>
          <a:xfrm>
            <a:off x="278482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426"/>
          <p:cNvSpPr/>
          <p:nvPr/>
        </p:nvSpPr>
        <p:spPr>
          <a:xfrm>
            <a:off x="278482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427"/>
          <p:cNvSpPr/>
          <p:nvPr/>
        </p:nvSpPr>
        <p:spPr>
          <a:xfrm>
            <a:off x="278482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428"/>
          <p:cNvSpPr/>
          <p:nvPr/>
        </p:nvSpPr>
        <p:spPr>
          <a:xfrm>
            <a:off x="278482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429"/>
          <p:cNvSpPr/>
          <p:nvPr/>
        </p:nvSpPr>
        <p:spPr>
          <a:xfrm>
            <a:off x="278482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430"/>
          <p:cNvSpPr/>
          <p:nvPr/>
        </p:nvSpPr>
        <p:spPr>
          <a:xfrm>
            <a:off x="278482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431"/>
          <p:cNvSpPr/>
          <p:nvPr/>
        </p:nvSpPr>
        <p:spPr>
          <a:xfrm>
            <a:off x="278482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rod432"/>
          <p:cNvSpPr/>
          <p:nvPr/>
        </p:nvSpPr>
        <p:spPr>
          <a:xfrm>
            <a:off x="328879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line433"/>
          <p:cNvSpPr/>
          <p:nvPr/>
        </p:nvSpPr>
        <p:spPr>
          <a:xfrm>
            <a:off x="328879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434"/>
          <p:cNvSpPr/>
          <p:nvPr/>
        </p:nvSpPr>
        <p:spPr>
          <a:xfrm>
            <a:off x="328879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435"/>
          <p:cNvSpPr/>
          <p:nvPr/>
        </p:nvSpPr>
        <p:spPr>
          <a:xfrm>
            <a:off x="328879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436"/>
          <p:cNvSpPr/>
          <p:nvPr/>
        </p:nvSpPr>
        <p:spPr>
          <a:xfrm>
            <a:off x="328879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437"/>
          <p:cNvSpPr/>
          <p:nvPr/>
        </p:nvSpPr>
        <p:spPr>
          <a:xfrm>
            <a:off x="328879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438"/>
          <p:cNvSpPr/>
          <p:nvPr/>
        </p:nvSpPr>
        <p:spPr>
          <a:xfrm>
            <a:off x="328879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439"/>
          <p:cNvSpPr/>
          <p:nvPr/>
        </p:nvSpPr>
        <p:spPr>
          <a:xfrm>
            <a:off x="328879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440"/>
          <p:cNvSpPr/>
          <p:nvPr/>
        </p:nvSpPr>
        <p:spPr>
          <a:xfrm>
            <a:off x="328879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441"/>
          <p:cNvSpPr/>
          <p:nvPr/>
        </p:nvSpPr>
        <p:spPr>
          <a:xfrm>
            <a:off x="328879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rod442"/>
          <p:cNvSpPr/>
          <p:nvPr/>
        </p:nvSpPr>
        <p:spPr>
          <a:xfrm>
            <a:off x="379277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line443"/>
          <p:cNvSpPr/>
          <p:nvPr/>
        </p:nvSpPr>
        <p:spPr>
          <a:xfrm>
            <a:off x="379277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444"/>
          <p:cNvSpPr/>
          <p:nvPr/>
        </p:nvSpPr>
        <p:spPr>
          <a:xfrm>
            <a:off x="379277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445"/>
          <p:cNvSpPr/>
          <p:nvPr/>
        </p:nvSpPr>
        <p:spPr>
          <a:xfrm>
            <a:off x="379277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446"/>
          <p:cNvSpPr/>
          <p:nvPr/>
        </p:nvSpPr>
        <p:spPr>
          <a:xfrm>
            <a:off x="379277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447"/>
          <p:cNvSpPr/>
          <p:nvPr/>
        </p:nvSpPr>
        <p:spPr>
          <a:xfrm>
            <a:off x="379277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448"/>
          <p:cNvSpPr/>
          <p:nvPr/>
        </p:nvSpPr>
        <p:spPr>
          <a:xfrm>
            <a:off x="379277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449"/>
          <p:cNvSpPr/>
          <p:nvPr/>
        </p:nvSpPr>
        <p:spPr>
          <a:xfrm>
            <a:off x="379277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450"/>
          <p:cNvSpPr/>
          <p:nvPr/>
        </p:nvSpPr>
        <p:spPr>
          <a:xfrm>
            <a:off x="379277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451"/>
          <p:cNvSpPr/>
          <p:nvPr/>
        </p:nvSpPr>
        <p:spPr>
          <a:xfrm>
            <a:off x="379277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rod452"/>
          <p:cNvSpPr/>
          <p:nvPr/>
        </p:nvSpPr>
        <p:spPr>
          <a:xfrm>
            <a:off x="42967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line453"/>
          <p:cNvSpPr/>
          <p:nvPr/>
        </p:nvSpPr>
        <p:spPr>
          <a:xfrm>
            <a:off x="42967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454"/>
          <p:cNvSpPr/>
          <p:nvPr/>
        </p:nvSpPr>
        <p:spPr>
          <a:xfrm>
            <a:off x="42967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455"/>
          <p:cNvSpPr/>
          <p:nvPr/>
        </p:nvSpPr>
        <p:spPr>
          <a:xfrm>
            <a:off x="42967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ine456"/>
          <p:cNvSpPr/>
          <p:nvPr/>
        </p:nvSpPr>
        <p:spPr>
          <a:xfrm>
            <a:off x="42967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7-line457"/>
          <p:cNvSpPr/>
          <p:nvPr/>
        </p:nvSpPr>
        <p:spPr>
          <a:xfrm>
            <a:off x="42967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7-line458"/>
          <p:cNvSpPr/>
          <p:nvPr/>
        </p:nvSpPr>
        <p:spPr>
          <a:xfrm>
            <a:off x="42967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7-line459"/>
          <p:cNvSpPr/>
          <p:nvPr/>
        </p:nvSpPr>
        <p:spPr>
          <a:xfrm>
            <a:off x="42967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7-line460"/>
          <p:cNvSpPr/>
          <p:nvPr/>
        </p:nvSpPr>
        <p:spPr>
          <a:xfrm>
            <a:off x="42967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7-line461"/>
          <p:cNvSpPr/>
          <p:nvPr/>
        </p:nvSpPr>
        <p:spPr>
          <a:xfrm>
            <a:off x="42967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7-unit462"/>
          <p:cNvSpPr/>
          <p:nvPr/>
        </p:nvSpPr>
        <p:spPr>
          <a:xfrm>
            <a:off x="4800721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unit463"/>
          <p:cNvSpPr/>
          <p:nvPr/>
        </p:nvSpPr>
        <p:spPr>
          <a:xfrm>
            <a:off x="4800721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unit464"/>
          <p:cNvSpPr/>
          <p:nvPr/>
        </p:nvSpPr>
        <p:spPr>
          <a:xfrm>
            <a:off x="4800721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465" descr="10개 막대 7개와 낱개 3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7-label4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2600" dirty="0"/>
          </a:p>
        </p:txBody>
      </p:sp>
      <p:sp>
        <p:nvSpPr>
          <p:cNvPr id="80" name="S07-rod467"/>
          <p:cNvSpPr/>
          <p:nvPr/>
        </p:nvSpPr>
        <p:spPr>
          <a:xfrm>
            <a:off x="677401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line468"/>
          <p:cNvSpPr/>
          <p:nvPr/>
        </p:nvSpPr>
        <p:spPr>
          <a:xfrm>
            <a:off x="677401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7-line469"/>
          <p:cNvSpPr/>
          <p:nvPr/>
        </p:nvSpPr>
        <p:spPr>
          <a:xfrm>
            <a:off x="677401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7-line470"/>
          <p:cNvSpPr/>
          <p:nvPr/>
        </p:nvSpPr>
        <p:spPr>
          <a:xfrm>
            <a:off x="677401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7-line471"/>
          <p:cNvSpPr/>
          <p:nvPr/>
        </p:nvSpPr>
        <p:spPr>
          <a:xfrm>
            <a:off x="677401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7-line472"/>
          <p:cNvSpPr/>
          <p:nvPr/>
        </p:nvSpPr>
        <p:spPr>
          <a:xfrm>
            <a:off x="677401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7-line473"/>
          <p:cNvSpPr/>
          <p:nvPr/>
        </p:nvSpPr>
        <p:spPr>
          <a:xfrm>
            <a:off x="677401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474"/>
          <p:cNvSpPr/>
          <p:nvPr/>
        </p:nvSpPr>
        <p:spPr>
          <a:xfrm>
            <a:off x="677401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475"/>
          <p:cNvSpPr/>
          <p:nvPr/>
        </p:nvSpPr>
        <p:spPr>
          <a:xfrm>
            <a:off x="677401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476"/>
          <p:cNvSpPr/>
          <p:nvPr/>
        </p:nvSpPr>
        <p:spPr>
          <a:xfrm>
            <a:off x="677401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rod477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line478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479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480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481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482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483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484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485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486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rod487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line488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489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490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491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492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493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494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495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496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rod497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line498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499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500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501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502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503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504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505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506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rod507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line508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509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510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511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512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513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514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515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516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rod517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line518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519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520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521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522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523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524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525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526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rod527"/>
          <p:cNvSpPr/>
          <p:nvPr/>
        </p:nvSpPr>
        <p:spPr>
          <a:xfrm>
            <a:off x="97978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line528"/>
          <p:cNvSpPr/>
          <p:nvPr/>
        </p:nvSpPr>
        <p:spPr>
          <a:xfrm>
            <a:off x="97978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529"/>
          <p:cNvSpPr/>
          <p:nvPr/>
        </p:nvSpPr>
        <p:spPr>
          <a:xfrm>
            <a:off x="97978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530"/>
          <p:cNvSpPr/>
          <p:nvPr/>
        </p:nvSpPr>
        <p:spPr>
          <a:xfrm>
            <a:off x="97978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531"/>
          <p:cNvSpPr/>
          <p:nvPr/>
        </p:nvSpPr>
        <p:spPr>
          <a:xfrm>
            <a:off x="97978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532"/>
          <p:cNvSpPr/>
          <p:nvPr/>
        </p:nvSpPr>
        <p:spPr>
          <a:xfrm>
            <a:off x="97978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ine533"/>
          <p:cNvSpPr/>
          <p:nvPr/>
        </p:nvSpPr>
        <p:spPr>
          <a:xfrm>
            <a:off x="97978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7-line534"/>
          <p:cNvSpPr/>
          <p:nvPr/>
        </p:nvSpPr>
        <p:spPr>
          <a:xfrm>
            <a:off x="97978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7-line535"/>
          <p:cNvSpPr/>
          <p:nvPr/>
        </p:nvSpPr>
        <p:spPr>
          <a:xfrm>
            <a:off x="97978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7-line536"/>
          <p:cNvSpPr/>
          <p:nvPr/>
        </p:nvSpPr>
        <p:spPr>
          <a:xfrm>
            <a:off x="97978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7-unit537"/>
          <p:cNvSpPr/>
          <p:nvPr/>
        </p:nvSpPr>
        <p:spPr>
          <a:xfrm>
            <a:off x="1030183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unit538"/>
          <p:cNvSpPr/>
          <p:nvPr/>
        </p:nvSpPr>
        <p:spPr>
          <a:xfrm>
            <a:off x="10301837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unit539"/>
          <p:cNvSpPr/>
          <p:nvPr/>
        </p:nvSpPr>
        <p:spPr>
          <a:xfrm>
            <a:off x="10301837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unit540"/>
          <p:cNvSpPr/>
          <p:nvPr/>
        </p:nvSpPr>
        <p:spPr>
          <a:xfrm>
            <a:off x="10301837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unit541"/>
          <p:cNvSpPr/>
          <p:nvPr/>
        </p:nvSpPr>
        <p:spPr>
          <a:xfrm>
            <a:off x="10301837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unit542"/>
          <p:cNvSpPr/>
          <p:nvPr/>
        </p:nvSpPr>
        <p:spPr>
          <a:xfrm>
            <a:off x="1071131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figure543" descr="10개 막대 7개와 낱개 6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7" name="S07-label54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8-card5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8-chip5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5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8개, 낱개 2개는?</a:t>
            </a:r>
            <a:endParaRPr lang="ko-KR" sz="3200" dirty="0"/>
          </a:p>
        </p:txBody>
      </p:sp>
      <p:sp>
        <p:nvSpPr>
          <p:cNvPr id="7" name="S08-chip5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5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69를 두 가지로 읽어요.</a:t>
            </a:r>
            <a:endParaRPr lang="ko-KR" sz="3200" dirty="0"/>
          </a:p>
        </p:txBody>
      </p:sp>
      <p:sp>
        <p:nvSpPr>
          <p:cNvPr id="9" name="S08-chip5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5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아흔다섯을 숫자로 써요.</a:t>
            </a:r>
            <a:endParaRPr lang="ko-KR" sz="3200" dirty="0"/>
          </a:p>
        </p:txBody>
      </p:sp>
      <p:sp>
        <p:nvSpPr>
          <p:cNvPr id="11" name="S08-chip5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5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5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문장으로 말해요.</a:t>
            </a:r>
            <a:endParaRPr lang="ko-KR" sz="3200" dirty="0"/>
          </a:p>
        </p:txBody>
      </p:sp>
      <p:sp>
        <p:nvSpPr>
          <p:cNvPr id="4" name="S09-card5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보고, 같으면 낱개를 봐요.</a:t>
            </a:r>
            <a:endParaRPr lang="ko-KR" sz="3200" dirty="0"/>
          </a:p>
        </p:txBody>
      </p:sp>
      <p:sp>
        <p:nvSpPr>
          <p:cNvPr id="6" name="S09-card558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59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표로 보면</a:t>
            </a:r>
            <a:endParaRPr lang="ko-KR" sz="3200" dirty="0"/>
          </a:p>
        </p:txBody>
      </p:sp>
      <p:graphicFrame>
        <p:nvGraphicFramePr>
          <p:cNvPr id="10" name="S09-table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903220"/>
          <a:ext cx="4814316" cy="914400"/>
        </p:xfrm>
        <a:graphic>
          <a:graphicData uri="http://schemas.openxmlformats.org/drawingml/2006/table">
            <a:tbl>
              <a:tblPr/>
              <a:tblGrid>
                <a:gridCol w="1604772"/>
                <a:gridCol w="1604772"/>
                <a:gridCol w="1604772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chip5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9-text56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57과 75</a:t>
            </a:r>
            <a:endParaRPr lang="ko-KR" sz="3200" dirty="0"/>
          </a:p>
        </p:txBody>
      </p:sp>
      <p:sp>
        <p:nvSpPr>
          <p:cNvPr id="11" name="S09-chip5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9-text5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83과 86</a:t>
            </a:r>
            <a:endParaRPr lang="ko-KR" sz="3200" dirty="0"/>
          </a:p>
        </p:txBody>
      </p:sp>
      <p:sp>
        <p:nvSpPr>
          <p:cNvPr id="13" name="S09-chip5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9-text56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90과 49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5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49와 52 중 어느 수가 더 클까요?</a:t>
            </a:r>
            <a:endParaRPr lang="ko-KR" sz="3200" dirty="0"/>
          </a:p>
        </p:txBody>
      </p:sp>
      <p:sp>
        <p:nvSpPr>
          <p:cNvPr id="5" name="S10-card5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5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49</a:t>
            </a:r>
            <a:endParaRPr lang="ko-KR" sz="2600" dirty="0"/>
          </a:p>
        </p:txBody>
      </p:sp>
      <p:sp>
        <p:nvSpPr>
          <p:cNvPr id="8" name="S10-text5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9가 2보다 크니까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49가 커요.</a:t>
            </a:r>
            <a:endParaRPr lang="ko-KR" sz="3200" dirty="0"/>
          </a:p>
        </p:txBody>
      </p:sp>
      <p:sp>
        <p:nvSpPr>
          <p:cNvPr id="9" name="S10-chip5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</a:t>
            </a:r>
            <a:endParaRPr lang="ko-KR" sz="2600" dirty="0"/>
          </a:p>
        </p:txBody>
      </p:sp>
      <p:sp>
        <p:nvSpPr>
          <p:cNvPr id="10" name="S10-text5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5개가 4개보다</a:t>
            </a:r>
            <a:endParaRPr lang="ko-KR" sz="3200" dirty="0"/>
          </a:p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많으니까 52가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5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5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5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6개, 낱개 7개는?</a:t>
            </a:r>
            <a:endParaRPr lang="ko-KR" sz="3200" dirty="0"/>
          </a:p>
        </p:txBody>
      </p:sp>
      <p:sp>
        <p:nvSpPr>
          <p:cNvPr id="6" name="S11-chip5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5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아흔을 숫자로 써요.</a:t>
            </a:r>
            <a:endParaRPr lang="ko-KR" sz="3200" dirty="0"/>
          </a:p>
        </p:txBody>
      </p:sp>
      <p:sp>
        <p:nvSpPr>
          <p:cNvPr id="8" name="S11-chip58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58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71 중 큰 수는?</a:t>
            </a:r>
            <a:endParaRPr lang="ko-KR" sz="3200" dirty="0"/>
          </a:p>
        </p:txBody>
      </p:sp>
      <p:sp>
        <p:nvSpPr>
          <p:cNvPr id="10" name="S11-chip58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58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45와 42 중 작은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13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말하고, 어떻게 알았는지 말해요.</a:t>
            </a:r>
            <a:endParaRPr lang="ko-KR" sz="3200" dirty="0"/>
          </a:p>
        </p:txBody>
      </p:sp>
      <p:sp>
        <p:nvSpPr>
          <p:cNvPr id="5" name="S13-chip586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587"/>
          <p:cNvSpPr/>
          <p:nvPr/>
        </p:nvSpPr>
        <p:spPr>
          <a:xfrm>
            <a:off x="2130552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588"/>
          <p:cNvSpPr/>
          <p:nvPr/>
        </p:nvSpPr>
        <p:spPr>
          <a:xfrm>
            <a:off x="2130552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589"/>
          <p:cNvSpPr/>
          <p:nvPr/>
        </p:nvSpPr>
        <p:spPr>
          <a:xfrm>
            <a:off x="2130552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590"/>
          <p:cNvSpPr/>
          <p:nvPr/>
        </p:nvSpPr>
        <p:spPr>
          <a:xfrm>
            <a:off x="2130552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591"/>
          <p:cNvSpPr/>
          <p:nvPr/>
        </p:nvSpPr>
        <p:spPr>
          <a:xfrm>
            <a:off x="2130552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592"/>
          <p:cNvSpPr/>
          <p:nvPr/>
        </p:nvSpPr>
        <p:spPr>
          <a:xfrm>
            <a:off x="2130552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593"/>
          <p:cNvSpPr/>
          <p:nvPr/>
        </p:nvSpPr>
        <p:spPr>
          <a:xfrm>
            <a:off x="2130552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594"/>
          <p:cNvSpPr/>
          <p:nvPr/>
        </p:nvSpPr>
        <p:spPr>
          <a:xfrm>
            <a:off x="2130552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595"/>
          <p:cNvSpPr/>
          <p:nvPr/>
        </p:nvSpPr>
        <p:spPr>
          <a:xfrm>
            <a:off x="2130552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596"/>
          <p:cNvSpPr/>
          <p:nvPr/>
        </p:nvSpPr>
        <p:spPr>
          <a:xfrm>
            <a:off x="2130552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597"/>
          <p:cNvSpPr/>
          <p:nvPr/>
        </p:nvSpPr>
        <p:spPr>
          <a:xfrm>
            <a:off x="2606040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598"/>
          <p:cNvSpPr/>
          <p:nvPr/>
        </p:nvSpPr>
        <p:spPr>
          <a:xfrm>
            <a:off x="2606040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599"/>
          <p:cNvSpPr/>
          <p:nvPr/>
        </p:nvSpPr>
        <p:spPr>
          <a:xfrm>
            <a:off x="2606040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600"/>
          <p:cNvSpPr/>
          <p:nvPr/>
        </p:nvSpPr>
        <p:spPr>
          <a:xfrm>
            <a:off x="2606040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601"/>
          <p:cNvSpPr/>
          <p:nvPr/>
        </p:nvSpPr>
        <p:spPr>
          <a:xfrm>
            <a:off x="2606040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602"/>
          <p:cNvSpPr/>
          <p:nvPr/>
        </p:nvSpPr>
        <p:spPr>
          <a:xfrm>
            <a:off x="2606040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603"/>
          <p:cNvSpPr/>
          <p:nvPr/>
        </p:nvSpPr>
        <p:spPr>
          <a:xfrm>
            <a:off x="2606040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604"/>
          <p:cNvSpPr/>
          <p:nvPr/>
        </p:nvSpPr>
        <p:spPr>
          <a:xfrm>
            <a:off x="2606040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605"/>
          <p:cNvSpPr/>
          <p:nvPr/>
        </p:nvSpPr>
        <p:spPr>
          <a:xfrm>
            <a:off x="2606040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606"/>
          <p:cNvSpPr/>
          <p:nvPr/>
        </p:nvSpPr>
        <p:spPr>
          <a:xfrm>
            <a:off x="2606040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607"/>
          <p:cNvSpPr/>
          <p:nvPr/>
        </p:nvSpPr>
        <p:spPr>
          <a:xfrm>
            <a:off x="3081528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608"/>
          <p:cNvSpPr/>
          <p:nvPr/>
        </p:nvSpPr>
        <p:spPr>
          <a:xfrm>
            <a:off x="3081528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609"/>
          <p:cNvSpPr/>
          <p:nvPr/>
        </p:nvSpPr>
        <p:spPr>
          <a:xfrm>
            <a:off x="3081528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610"/>
          <p:cNvSpPr/>
          <p:nvPr/>
        </p:nvSpPr>
        <p:spPr>
          <a:xfrm>
            <a:off x="3081528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611"/>
          <p:cNvSpPr/>
          <p:nvPr/>
        </p:nvSpPr>
        <p:spPr>
          <a:xfrm>
            <a:off x="3081528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612"/>
          <p:cNvSpPr/>
          <p:nvPr/>
        </p:nvSpPr>
        <p:spPr>
          <a:xfrm>
            <a:off x="3081528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613"/>
          <p:cNvSpPr/>
          <p:nvPr/>
        </p:nvSpPr>
        <p:spPr>
          <a:xfrm>
            <a:off x="3081528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614"/>
          <p:cNvSpPr/>
          <p:nvPr/>
        </p:nvSpPr>
        <p:spPr>
          <a:xfrm>
            <a:off x="3081528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615"/>
          <p:cNvSpPr/>
          <p:nvPr/>
        </p:nvSpPr>
        <p:spPr>
          <a:xfrm>
            <a:off x="3081528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616"/>
          <p:cNvSpPr/>
          <p:nvPr/>
        </p:nvSpPr>
        <p:spPr>
          <a:xfrm>
            <a:off x="3081528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unit617"/>
          <p:cNvSpPr/>
          <p:nvPr/>
        </p:nvSpPr>
        <p:spPr>
          <a:xfrm>
            <a:off x="3557016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unit618"/>
          <p:cNvSpPr/>
          <p:nvPr/>
        </p:nvSpPr>
        <p:spPr>
          <a:xfrm>
            <a:off x="3557016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unit619"/>
          <p:cNvSpPr/>
          <p:nvPr/>
        </p:nvSpPr>
        <p:spPr>
          <a:xfrm>
            <a:off x="3557016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unit620"/>
          <p:cNvSpPr/>
          <p:nvPr/>
        </p:nvSpPr>
        <p:spPr>
          <a:xfrm>
            <a:off x="3557016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unit621"/>
          <p:cNvSpPr/>
          <p:nvPr/>
        </p:nvSpPr>
        <p:spPr>
          <a:xfrm>
            <a:off x="3557016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unit622"/>
          <p:cNvSpPr/>
          <p:nvPr/>
        </p:nvSpPr>
        <p:spPr>
          <a:xfrm>
            <a:off x="3943350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unit623"/>
          <p:cNvSpPr/>
          <p:nvPr/>
        </p:nvSpPr>
        <p:spPr>
          <a:xfrm>
            <a:off x="3943350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unit624"/>
          <p:cNvSpPr/>
          <p:nvPr/>
        </p:nvSpPr>
        <p:spPr>
          <a:xfrm>
            <a:off x="3943350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unit625"/>
          <p:cNvSpPr/>
          <p:nvPr/>
        </p:nvSpPr>
        <p:spPr>
          <a:xfrm>
            <a:off x="3943350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figure626" descr="10개 막대 3개와 낱개 9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13-chip627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7" name="S13-rod628"/>
          <p:cNvSpPr/>
          <p:nvPr/>
        </p:nvSpPr>
        <p:spPr>
          <a:xfrm>
            <a:off x="781469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line629"/>
          <p:cNvSpPr/>
          <p:nvPr/>
        </p:nvSpPr>
        <p:spPr>
          <a:xfrm>
            <a:off x="781469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630"/>
          <p:cNvSpPr/>
          <p:nvPr/>
        </p:nvSpPr>
        <p:spPr>
          <a:xfrm>
            <a:off x="781469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631"/>
          <p:cNvSpPr/>
          <p:nvPr/>
        </p:nvSpPr>
        <p:spPr>
          <a:xfrm>
            <a:off x="781469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632"/>
          <p:cNvSpPr/>
          <p:nvPr/>
        </p:nvSpPr>
        <p:spPr>
          <a:xfrm>
            <a:off x="781469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633"/>
          <p:cNvSpPr/>
          <p:nvPr/>
        </p:nvSpPr>
        <p:spPr>
          <a:xfrm>
            <a:off x="781469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634"/>
          <p:cNvSpPr/>
          <p:nvPr/>
        </p:nvSpPr>
        <p:spPr>
          <a:xfrm>
            <a:off x="781469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635"/>
          <p:cNvSpPr/>
          <p:nvPr/>
        </p:nvSpPr>
        <p:spPr>
          <a:xfrm>
            <a:off x="781469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636"/>
          <p:cNvSpPr/>
          <p:nvPr/>
        </p:nvSpPr>
        <p:spPr>
          <a:xfrm>
            <a:off x="781469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637"/>
          <p:cNvSpPr/>
          <p:nvPr/>
        </p:nvSpPr>
        <p:spPr>
          <a:xfrm>
            <a:off x="781469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rod638"/>
          <p:cNvSpPr/>
          <p:nvPr/>
        </p:nvSpPr>
        <p:spPr>
          <a:xfrm>
            <a:off x="829017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3-line639"/>
          <p:cNvSpPr/>
          <p:nvPr/>
        </p:nvSpPr>
        <p:spPr>
          <a:xfrm>
            <a:off x="829017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640"/>
          <p:cNvSpPr/>
          <p:nvPr/>
        </p:nvSpPr>
        <p:spPr>
          <a:xfrm>
            <a:off x="829017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641"/>
          <p:cNvSpPr/>
          <p:nvPr/>
        </p:nvSpPr>
        <p:spPr>
          <a:xfrm>
            <a:off x="829017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642"/>
          <p:cNvSpPr/>
          <p:nvPr/>
        </p:nvSpPr>
        <p:spPr>
          <a:xfrm>
            <a:off x="829017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643"/>
          <p:cNvSpPr/>
          <p:nvPr/>
        </p:nvSpPr>
        <p:spPr>
          <a:xfrm>
            <a:off x="829017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644"/>
          <p:cNvSpPr/>
          <p:nvPr/>
        </p:nvSpPr>
        <p:spPr>
          <a:xfrm>
            <a:off x="829017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645"/>
          <p:cNvSpPr/>
          <p:nvPr/>
        </p:nvSpPr>
        <p:spPr>
          <a:xfrm>
            <a:off x="829017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646"/>
          <p:cNvSpPr/>
          <p:nvPr/>
        </p:nvSpPr>
        <p:spPr>
          <a:xfrm>
            <a:off x="829017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647"/>
          <p:cNvSpPr/>
          <p:nvPr/>
        </p:nvSpPr>
        <p:spPr>
          <a:xfrm>
            <a:off x="829017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rod648"/>
          <p:cNvSpPr/>
          <p:nvPr/>
        </p:nvSpPr>
        <p:spPr>
          <a:xfrm>
            <a:off x="876566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3-line649"/>
          <p:cNvSpPr/>
          <p:nvPr/>
        </p:nvSpPr>
        <p:spPr>
          <a:xfrm>
            <a:off x="876566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650"/>
          <p:cNvSpPr/>
          <p:nvPr/>
        </p:nvSpPr>
        <p:spPr>
          <a:xfrm>
            <a:off x="876566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651"/>
          <p:cNvSpPr/>
          <p:nvPr/>
        </p:nvSpPr>
        <p:spPr>
          <a:xfrm>
            <a:off x="876566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line652"/>
          <p:cNvSpPr/>
          <p:nvPr/>
        </p:nvSpPr>
        <p:spPr>
          <a:xfrm>
            <a:off x="876566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3-line653"/>
          <p:cNvSpPr/>
          <p:nvPr/>
        </p:nvSpPr>
        <p:spPr>
          <a:xfrm>
            <a:off x="876566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654"/>
          <p:cNvSpPr/>
          <p:nvPr/>
        </p:nvSpPr>
        <p:spPr>
          <a:xfrm>
            <a:off x="876566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655"/>
          <p:cNvSpPr/>
          <p:nvPr/>
        </p:nvSpPr>
        <p:spPr>
          <a:xfrm>
            <a:off x="876566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656"/>
          <p:cNvSpPr/>
          <p:nvPr/>
        </p:nvSpPr>
        <p:spPr>
          <a:xfrm>
            <a:off x="876566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657"/>
          <p:cNvSpPr/>
          <p:nvPr/>
        </p:nvSpPr>
        <p:spPr>
          <a:xfrm>
            <a:off x="876566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rod658"/>
          <p:cNvSpPr/>
          <p:nvPr/>
        </p:nvSpPr>
        <p:spPr>
          <a:xfrm>
            <a:off x="924115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3-line659"/>
          <p:cNvSpPr/>
          <p:nvPr/>
        </p:nvSpPr>
        <p:spPr>
          <a:xfrm>
            <a:off x="924115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660"/>
          <p:cNvSpPr/>
          <p:nvPr/>
        </p:nvSpPr>
        <p:spPr>
          <a:xfrm>
            <a:off x="924115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661"/>
          <p:cNvSpPr/>
          <p:nvPr/>
        </p:nvSpPr>
        <p:spPr>
          <a:xfrm>
            <a:off x="924115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line662"/>
          <p:cNvSpPr/>
          <p:nvPr/>
        </p:nvSpPr>
        <p:spPr>
          <a:xfrm>
            <a:off x="924115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3-line663"/>
          <p:cNvSpPr/>
          <p:nvPr/>
        </p:nvSpPr>
        <p:spPr>
          <a:xfrm>
            <a:off x="924115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3-line664"/>
          <p:cNvSpPr/>
          <p:nvPr/>
        </p:nvSpPr>
        <p:spPr>
          <a:xfrm>
            <a:off x="924115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3-line665"/>
          <p:cNvSpPr/>
          <p:nvPr/>
        </p:nvSpPr>
        <p:spPr>
          <a:xfrm>
            <a:off x="924115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3-line666"/>
          <p:cNvSpPr/>
          <p:nvPr/>
        </p:nvSpPr>
        <p:spPr>
          <a:xfrm>
            <a:off x="924115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667"/>
          <p:cNvSpPr/>
          <p:nvPr/>
        </p:nvSpPr>
        <p:spPr>
          <a:xfrm>
            <a:off x="924115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unit668"/>
          <p:cNvSpPr/>
          <p:nvPr/>
        </p:nvSpPr>
        <p:spPr>
          <a:xfrm>
            <a:off x="9716643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figure669" descr="10개 막대 4개와 낱개 1개"/>
          <p:cNvSpPr/>
          <p:nvPr/>
        </p:nvSpPr>
        <p:spPr>
          <a:xfrm>
            <a:off x="6277356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6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비교하고, 묶음이 같으면 낱개를 비교해요.</a:t>
            </a:r>
            <a:endParaRPr lang="ko-KR" sz="3200" dirty="0"/>
          </a:p>
        </p:txBody>
      </p:sp>
      <p:sp>
        <p:nvSpPr>
          <p:cNvPr id="5" name="S14-chip67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 비교하기</a:t>
            </a:r>
            <a:endParaRPr lang="ko-KR" sz="2600" dirty="0"/>
          </a:p>
        </p:txBody>
      </p:sp>
      <p:sp>
        <p:nvSpPr>
          <p:cNvPr id="6" name="S14-chip67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낱개만 보고 비교하기</a:t>
            </a:r>
            <a:endParaRPr lang="ko-KR" sz="2600" dirty="0"/>
          </a:p>
        </p:txBody>
      </p:sp>
      <p:sp>
        <p:nvSpPr>
          <p:cNvPr id="7" name="S14-text67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67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9개와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3개는?</a:t>
            </a:r>
            <a:endParaRPr lang="ko-KR" sz="2600" dirty="0"/>
          </a:p>
        </p:txBody>
      </p:sp>
      <p:sp>
        <p:nvSpPr>
          <p:cNvPr id="9" name="S14-text67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64와 46 중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수는?</a:t>
            </a:r>
            <a:endParaRPr lang="ko-KR" sz="2600" dirty="0"/>
          </a:p>
        </p:txBody>
      </p:sp>
      <p:sp>
        <p:nvSpPr>
          <p:cNvPr id="10" name="S14-text67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여든을</a:t>
            </a:r>
            <a:endParaRPr lang="ko-KR" sz="2600" dirty="0"/>
          </a:p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1" name="S14-text6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6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15-card6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2개, 낱개 5개는 25예요.</a:t>
            </a:r>
            <a:endParaRPr lang="ko-KR" sz="3200" dirty="0"/>
          </a:p>
        </p:txBody>
      </p:sp>
      <p:sp>
        <p:nvSpPr>
          <p:cNvPr id="6" name="S15-dot682"/>
          <p:cNvSpPr/>
          <p:nvPr/>
        </p:nvSpPr>
        <p:spPr>
          <a:xfrm>
            <a:off x="650971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683"/>
          <p:cNvSpPr/>
          <p:nvPr/>
        </p:nvSpPr>
        <p:spPr>
          <a:xfrm>
            <a:off x="118955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684"/>
          <p:cNvSpPr/>
          <p:nvPr/>
        </p:nvSpPr>
        <p:spPr>
          <a:xfrm>
            <a:off x="1728134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685"/>
          <p:cNvSpPr/>
          <p:nvPr/>
        </p:nvSpPr>
        <p:spPr>
          <a:xfrm>
            <a:off x="226671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686"/>
          <p:cNvSpPr/>
          <p:nvPr/>
        </p:nvSpPr>
        <p:spPr>
          <a:xfrm>
            <a:off x="2805297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687"/>
          <p:cNvSpPr/>
          <p:nvPr/>
        </p:nvSpPr>
        <p:spPr>
          <a:xfrm>
            <a:off x="3343879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688"/>
          <p:cNvSpPr/>
          <p:nvPr/>
        </p:nvSpPr>
        <p:spPr>
          <a:xfrm>
            <a:off x="3882460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689"/>
          <p:cNvSpPr/>
          <p:nvPr/>
        </p:nvSpPr>
        <p:spPr>
          <a:xfrm>
            <a:off x="442104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690"/>
          <p:cNvSpPr/>
          <p:nvPr/>
        </p:nvSpPr>
        <p:spPr>
          <a:xfrm>
            <a:off x="4959623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691"/>
          <p:cNvSpPr/>
          <p:nvPr/>
        </p:nvSpPr>
        <p:spPr>
          <a:xfrm>
            <a:off x="549820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692"/>
          <p:cNvSpPr/>
          <p:nvPr/>
        </p:nvSpPr>
        <p:spPr>
          <a:xfrm>
            <a:off x="650971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693"/>
          <p:cNvSpPr/>
          <p:nvPr/>
        </p:nvSpPr>
        <p:spPr>
          <a:xfrm>
            <a:off x="118955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694"/>
          <p:cNvSpPr/>
          <p:nvPr/>
        </p:nvSpPr>
        <p:spPr>
          <a:xfrm>
            <a:off x="1728134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695"/>
          <p:cNvSpPr/>
          <p:nvPr/>
        </p:nvSpPr>
        <p:spPr>
          <a:xfrm>
            <a:off x="226671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696"/>
          <p:cNvSpPr/>
          <p:nvPr/>
        </p:nvSpPr>
        <p:spPr>
          <a:xfrm>
            <a:off x="2805297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697"/>
          <p:cNvSpPr/>
          <p:nvPr/>
        </p:nvSpPr>
        <p:spPr>
          <a:xfrm>
            <a:off x="3343879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698"/>
          <p:cNvSpPr/>
          <p:nvPr/>
        </p:nvSpPr>
        <p:spPr>
          <a:xfrm>
            <a:off x="3882460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699"/>
          <p:cNvSpPr/>
          <p:nvPr/>
        </p:nvSpPr>
        <p:spPr>
          <a:xfrm>
            <a:off x="442104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dot700"/>
          <p:cNvSpPr/>
          <p:nvPr/>
        </p:nvSpPr>
        <p:spPr>
          <a:xfrm>
            <a:off x="4959623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5-dot701"/>
          <p:cNvSpPr/>
          <p:nvPr/>
        </p:nvSpPr>
        <p:spPr>
          <a:xfrm>
            <a:off x="549820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group702"/>
          <p:cNvSpPr/>
          <p:nvPr/>
        </p:nvSpPr>
        <p:spPr>
          <a:xfrm>
            <a:off x="576072" y="2804693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703"/>
          <p:cNvSpPr/>
          <p:nvPr/>
        </p:nvSpPr>
        <p:spPr>
          <a:xfrm>
            <a:off x="576072" y="334327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figure704" descr="10개씩 묶은 점 두 줄"/>
          <p:cNvSpPr/>
          <p:nvPr/>
        </p:nvSpPr>
        <p:spPr>
          <a:xfrm>
            <a:off x="548640" y="2768117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5-label705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15-dot706"/>
          <p:cNvSpPr/>
          <p:nvPr/>
        </p:nvSpPr>
        <p:spPr>
          <a:xfrm>
            <a:off x="6356827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707"/>
          <p:cNvSpPr/>
          <p:nvPr/>
        </p:nvSpPr>
        <p:spPr>
          <a:xfrm>
            <a:off x="6895408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708"/>
          <p:cNvSpPr/>
          <p:nvPr/>
        </p:nvSpPr>
        <p:spPr>
          <a:xfrm>
            <a:off x="7433990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709"/>
          <p:cNvSpPr/>
          <p:nvPr/>
        </p:nvSpPr>
        <p:spPr>
          <a:xfrm>
            <a:off x="7972571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710"/>
          <p:cNvSpPr/>
          <p:nvPr/>
        </p:nvSpPr>
        <p:spPr>
          <a:xfrm>
            <a:off x="8511153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figure711" descr="묶지 않은 점 5개"/>
          <p:cNvSpPr/>
          <p:nvPr/>
        </p:nvSpPr>
        <p:spPr>
          <a:xfrm>
            <a:off x="6254496" y="3037408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15-label71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100까지의 수</dc:title>
  <dc:subject>KR22-G01-MAT-NUM100-L01</dc:subject>
  <dc:creator>education-ppt</dc:creator>
  <cp:lastModifiedBy>education-ppt</cp:lastModifiedBy>
  <cp:revision>1</cp:revision>
  <dcterms:created xsi:type="dcterms:W3CDTF">2026-10-26T06:31:35Z</dcterms:created>
  <dcterms:modified xsi:type="dcterms:W3CDTF">2026-10-26T06:31:35Z</dcterms:modified>
</cp:coreProperties>
</file>