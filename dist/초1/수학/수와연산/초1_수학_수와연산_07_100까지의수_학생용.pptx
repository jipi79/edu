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ed7fc10-8f26-1f57-79f3-950d4c91ba61}">
          <p14:sldIdLst>
            <p14:sldId id="256"/>
            <p14:sldId id="257"/>
          </p14:sldIdLst>
        </p14:section>
        <p14:section name="개념" id="{8f2f50ee-a537-e1a1-14b8-1f224eae9fd0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9af283d6-04a4-5555-35c3-a583c61a33f2}">
          <p14:sldIdLst>
            <p14:sldId id="263"/>
            <p14:sldId id="264"/>
            <p14:sldId id="265"/>
          </p14:sldIdLst>
        </p14:section>
        <p14:section name="확인" id="{0692230c-8311-7545-6b18-7b5648ee7088}">
          <p14:sldIdLst>
            <p14:sldId id="266"/>
            <p14:sldId id="267"/>
          </p14:sldIdLst>
        </p14:section>
        <p14:section name="정리" id="{c42cf601-cc5d-7ace-7d57-fffe47765e4f}">
          <p14:sldIdLst>
            <p14:sldId id="268"/>
          </p14:sldIdLst>
        </p14:section>
        <p14:section name="보충" id="{a2ebe1b7-b60e-cd88-fdb7-c0dbd7715e2b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7차시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100까지의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100까지의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100까지의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100까지의 수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수가 더 클까?</a:t>
            </a:r>
            <a:endParaRPr lang="ko-KR" sz="3200" dirty="0"/>
          </a:p>
        </p:txBody>
      </p:sp>
      <p:sp>
        <p:nvSpPr>
          <p:cNvPr id="4" name="S01-rod1"/>
          <p:cNvSpPr/>
          <p:nvPr/>
        </p:nvSpPr>
        <p:spPr>
          <a:xfrm>
            <a:off x="8113542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line2"/>
          <p:cNvSpPr/>
          <p:nvPr/>
        </p:nvSpPr>
        <p:spPr>
          <a:xfrm>
            <a:off x="8113542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" name="S01-line3"/>
          <p:cNvSpPr/>
          <p:nvPr/>
        </p:nvSpPr>
        <p:spPr>
          <a:xfrm>
            <a:off x="8113542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1-line4"/>
          <p:cNvSpPr/>
          <p:nvPr/>
        </p:nvSpPr>
        <p:spPr>
          <a:xfrm>
            <a:off x="8113542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1-line5"/>
          <p:cNvSpPr/>
          <p:nvPr/>
        </p:nvSpPr>
        <p:spPr>
          <a:xfrm>
            <a:off x="8113542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1-line6"/>
          <p:cNvSpPr/>
          <p:nvPr/>
        </p:nvSpPr>
        <p:spPr>
          <a:xfrm>
            <a:off x="8113542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1-line7"/>
          <p:cNvSpPr/>
          <p:nvPr/>
        </p:nvSpPr>
        <p:spPr>
          <a:xfrm>
            <a:off x="8113542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1-line8"/>
          <p:cNvSpPr/>
          <p:nvPr/>
        </p:nvSpPr>
        <p:spPr>
          <a:xfrm>
            <a:off x="8113542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1-line9"/>
          <p:cNvSpPr/>
          <p:nvPr/>
        </p:nvSpPr>
        <p:spPr>
          <a:xfrm>
            <a:off x="8113542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1-line10"/>
          <p:cNvSpPr/>
          <p:nvPr/>
        </p:nvSpPr>
        <p:spPr>
          <a:xfrm>
            <a:off x="8113542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1-rod11"/>
          <p:cNvSpPr/>
          <p:nvPr/>
        </p:nvSpPr>
        <p:spPr>
          <a:xfrm>
            <a:off x="8563708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line12"/>
          <p:cNvSpPr/>
          <p:nvPr/>
        </p:nvSpPr>
        <p:spPr>
          <a:xfrm>
            <a:off x="8563708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1-line13"/>
          <p:cNvSpPr/>
          <p:nvPr/>
        </p:nvSpPr>
        <p:spPr>
          <a:xfrm>
            <a:off x="8563708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1-line14"/>
          <p:cNvSpPr/>
          <p:nvPr/>
        </p:nvSpPr>
        <p:spPr>
          <a:xfrm>
            <a:off x="8563708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1-line15"/>
          <p:cNvSpPr/>
          <p:nvPr/>
        </p:nvSpPr>
        <p:spPr>
          <a:xfrm>
            <a:off x="8563708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1-line16"/>
          <p:cNvSpPr/>
          <p:nvPr/>
        </p:nvSpPr>
        <p:spPr>
          <a:xfrm>
            <a:off x="8563708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1-line17"/>
          <p:cNvSpPr/>
          <p:nvPr/>
        </p:nvSpPr>
        <p:spPr>
          <a:xfrm>
            <a:off x="8563708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1-line18"/>
          <p:cNvSpPr/>
          <p:nvPr/>
        </p:nvSpPr>
        <p:spPr>
          <a:xfrm>
            <a:off x="8563708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1-line19"/>
          <p:cNvSpPr/>
          <p:nvPr/>
        </p:nvSpPr>
        <p:spPr>
          <a:xfrm>
            <a:off x="8563708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1-line20"/>
          <p:cNvSpPr/>
          <p:nvPr/>
        </p:nvSpPr>
        <p:spPr>
          <a:xfrm>
            <a:off x="8563708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1-rod21"/>
          <p:cNvSpPr/>
          <p:nvPr/>
        </p:nvSpPr>
        <p:spPr>
          <a:xfrm>
            <a:off x="9013874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1-line22"/>
          <p:cNvSpPr/>
          <p:nvPr/>
        </p:nvSpPr>
        <p:spPr>
          <a:xfrm>
            <a:off x="9013874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1-line23"/>
          <p:cNvSpPr/>
          <p:nvPr/>
        </p:nvSpPr>
        <p:spPr>
          <a:xfrm>
            <a:off x="9013874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1-line24"/>
          <p:cNvSpPr/>
          <p:nvPr/>
        </p:nvSpPr>
        <p:spPr>
          <a:xfrm>
            <a:off x="9013874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1-line25"/>
          <p:cNvSpPr/>
          <p:nvPr/>
        </p:nvSpPr>
        <p:spPr>
          <a:xfrm>
            <a:off x="9013874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1-line26"/>
          <p:cNvSpPr/>
          <p:nvPr/>
        </p:nvSpPr>
        <p:spPr>
          <a:xfrm>
            <a:off x="9013874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1-line27"/>
          <p:cNvSpPr/>
          <p:nvPr/>
        </p:nvSpPr>
        <p:spPr>
          <a:xfrm>
            <a:off x="9013874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1-line28"/>
          <p:cNvSpPr/>
          <p:nvPr/>
        </p:nvSpPr>
        <p:spPr>
          <a:xfrm>
            <a:off x="9013874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1-line29"/>
          <p:cNvSpPr/>
          <p:nvPr/>
        </p:nvSpPr>
        <p:spPr>
          <a:xfrm>
            <a:off x="9013874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1-line30"/>
          <p:cNvSpPr/>
          <p:nvPr/>
        </p:nvSpPr>
        <p:spPr>
          <a:xfrm>
            <a:off x="9013874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1-rod31"/>
          <p:cNvSpPr/>
          <p:nvPr/>
        </p:nvSpPr>
        <p:spPr>
          <a:xfrm>
            <a:off x="9464040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1-line32"/>
          <p:cNvSpPr/>
          <p:nvPr/>
        </p:nvSpPr>
        <p:spPr>
          <a:xfrm>
            <a:off x="9464040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1-line33"/>
          <p:cNvSpPr/>
          <p:nvPr/>
        </p:nvSpPr>
        <p:spPr>
          <a:xfrm>
            <a:off x="9464040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1-line34"/>
          <p:cNvSpPr/>
          <p:nvPr/>
        </p:nvSpPr>
        <p:spPr>
          <a:xfrm>
            <a:off x="9464040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1-line35"/>
          <p:cNvSpPr/>
          <p:nvPr/>
        </p:nvSpPr>
        <p:spPr>
          <a:xfrm>
            <a:off x="9464040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1-line36"/>
          <p:cNvSpPr/>
          <p:nvPr/>
        </p:nvSpPr>
        <p:spPr>
          <a:xfrm>
            <a:off x="9464040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1-line37"/>
          <p:cNvSpPr/>
          <p:nvPr/>
        </p:nvSpPr>
        <p:spPr>
          <a:xfrm>
            <a:off x="9464040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1-line38"/>
          <p:cNvSpPr/>
          <p:nvPr/>
        </p:nvSpPr>
        <p:spPr>
          <a:xfrm>
            <a:off x="9464040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1-line39"/>
          <p:cNvSpPr/>
          <p:nvPr/>
        </p:nvSpPr>
        <p:spPr>
          <a:xfrm>
            <a:off x="9464040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1-line40"/>
          <p:cNvSpPr/>
          <p:nvPr/>
        </p:nvSpPr>
        <p:spPr>
          <a:xfrm>
            <a:off x="9464040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1-rod41"/>
          <p:cNvSpPr/>
          <p:nvPr/>
        </p:nvSpPr>
        <p:spPr>
          <a:xfrm>
            <a:off x="9914206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1-line42"/>
          <p:cNvSpPr/>
          <p:nvPr/>
        </p:nvSpPr>
        <p:spPr>
          <a:xfrm>
            <a:off x="9914206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1-line43"/>
          <p:cNvSpPr/>
          <p:nvPr/>
        </p:nvSpPr>
        <p:spPr>
          <a:xfrm>
            <a:off x="9914206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1-line44"/>
          <p:cNvSpPr/>
          <p:nvPr/>
        </p:nvSpPr>
        <p:spPr>
          <a:xfrm>
            <a:off x="9914206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1-line45"/>
          <p:cNvSpPr/>
          <p:nvPr/>
        </p:nvSpPr>
        <p:spPr>
          <a:xfrm>
            <a:off x="9914206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1-line46"/>
          <p:cNvSpPr/>
          <p:nvPr/>
        </p:nvSpPr>
        <p:spPr>
          <a:xfrm>
            <a:off x="9914206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1-line47"/>
          <p:cNvSpPr/>
          <p:nvPr/>
        </p:nvSpPr>
        <p:spPr>
          <a:xfrm>
            <a:off x="9914206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1-line48"/>
          <p:cNvSpPr/>
          <p:nvPr/>
        </p:nvSpPr>
        <p:spPr>
          <a:xfrm>
            <a:off x="9914206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1-line49"/>
          <p:cNvSpPr/>
          <p:nvPr/>
        </p:nvSpPr>
        <p:spPr>
          <a:xfrm>
            <a:off x="9914206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1-line50"/>
          <p:cNvSpPr/>
          <p:nvPr/>
        </p:nvSpPr>
        <p:spPr>
          <a:xfrm>
            <a:off x="9914206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1-rod51"/>
          <p:cNvSpPr/>
          <p:nvPr/>
        </p:nvSpPr>
        <p:spPr>
          <a:xfrm>
            <a:off x="10364372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01-line52"/>
          <p:cNvSpPr/>
          <p:nvPr/>
        </p:nvSpPr>
        <p:spPr>
          <a:xfrm>
            <a:off x="10364372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1-line53"/>
          <p:cNvSpPr/>
          <p:nvPr/>
        </p:nvSpPr>
        <p:spPr>
          <a:xfrm>
            <a:off x="10364372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1-line54"/>
          <p:cNvSpPr/>
          <p:nvPr/>
        </p:nvSpPr>
        <p:spPr>
          <a:xfrm>
            <a:off x="10364372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1-line55"/>
          <p:cNvSpPr/>
          <p:nvPr/>
        </p:nvSpPr>
        <p:spPr>
          <a:xfrm>
            <a:off x="10364372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1-line56"/>
          <p:cNvSpPr/>
          <p:nvPr/>
        </p:nvSpPr>
        <p:spPr>
          <a:xfrm>
            <a:off x="10364372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1-line57"/>
          <p:cNvSpPr/>
          <p:nvPr/>
        </p:nvSpPr>
        <p:spPr>
          <a:xfrm>
            <a:off x="10364372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1-line58"/>
          <p:cNvSpPr/>
          <p:nvPr/>
        </p:nvSpPr>
        <p:spPr>
          <a:xfrm>
            <a:off x="10364372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1-line59"/>
          <p:cNvSpPr/>
          <p:nvPr/>
        </p:nvSpPr>
        <p:spPr>
          <a:xfrm>
            <a:off x="10364372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1-line60"/>
          <p:cNvSpPr/>
          <p:nvPr/>
        </p:nvSpPr>
        <p:spPr>
          <a:xfrm>
            <a:off x="10364372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1-unit61"/>
          <p:cNvSpPr/>
          <p:nvPr/>
        </p:nvSpPr>
        <p:spPr>
          <a:xfrm>
            <a:off x="10814538" y="3158197"/>
            <a:ext cx="281354" cy="28135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5" name="S01-unit62"/>
          <p:cNvSpPr/>
          <p:nvPr/>
        </p:nvSpPr>
        <p:spPr>
          <a:xfrm>
            <a:off x="10814538" y="2806505"/>
            <a:ext cx="281354" cy="28135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1-figure63" descr="10개 막대 6개와 낱개 2개"/>
          <p:cNvSpPr/>
          <p:nvPr/>
        </p:nvSpPr>
        <p:spPr>
          <a:xfrm>
            <a:off x="7680960" y="696351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01-card64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8" name="S01-cardtext65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100까지의 수를 읽고 써요.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두 수의 크기를 비교해요.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66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67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3개, 낱개 6개는?</a:t>
            </a:r>
            <a:endParaRPr lang="ko-KR" sz="3200" dirty="0"/>
          </a:p>
        </p:txBody>
      </p:sp>
      <p:sp>
        <p:nvSpPr>
          <p:cNvPr id="5" name="S02-chip68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text69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47을 두 가지로 읽어요.</a:t>
            </a:r>
            <a:endParaRPr lang="ko-KR" sz="3200" dirty="0"/>
          </a:p>
        </p:txBody>
      </p:sp>
      <p:sp>
        <p:nvSpPr>
          <p:cNvPr id="7" name="S02-chip70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71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마흔다섯을 숫자로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60, 70, 80, 90</a:t>
            </a:r>
            <a:endParaRPr lang="ko-KR" sz="4400" dirty="0"/>
          </a:p>
        </p:txBody>
      </p:sp>
      <p:sp>
        <p:nvSpPr>
          <p:cNvPr id="3" name="S03-text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묶음이 늘어나요.</a:t>
            </a:r>
            <a:endParaRPr lang="ko-KR" sz="3200" dirty="0"/>
          </a:p>
        </p:txBody>
      </p:sp>
      <p:sp>
        <p:nvSpPr>
          <p:cNvPr id="4" name="S03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예순, 일흔, 여든, 아흔도 기억해요.</a:t>
            </a:r>
            <a:endParaRPr lang="ko-KR" sz="3200" dirty="0"/>
          </a:p>
        </p:txBody>
      </p:sp>
      <p:graphicFrame>
        <p:nvGraphicFramePr>
          <p:cNvPr id="4" name="S03-table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22476" y="2042160"/>
          <a:ext cx="91440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828800"/>
                <a:gridCol w="2103120"/>
                <a:gridCol w="2103120"/>
              </a:tblGrid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10개씩 묶음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읽기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읽기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육십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칠십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일흔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팔십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여든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아흔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7개, 낱개 5개</a:t>
            </a:r>
            <a:endParaRPr lang="ko-KR" sz="4400" dirty="0"/>
          </a:p>
        </p:txBody>
      </p:sp>
      <p:sp>
        <p:nvSpPr>
          <p:cNvPr id="3" name="S04-card76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77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칠십오 또는 일흔다섯이라고 읽어요.</a:t>
            </a:r>
            <a:endParaRPr lang="ko-KR" sz="3200" dirty="0"/>
          </a:p>
        </p:txBody>
      </p:sp>
      <p:sp>
        <p:nvSpPr>
          <p:cNvPr id="5" name="S04-rod78"/>
          <p:cNvSpPr/>
          <p:nvPr/>
        </p:nvSpPr>
        <p:spPr>
          <a:xfrm>
            <a:off x="1222675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4-line79"/>
          <p:cNvSpPr/>
          <p:nvPr/>
        </p:nvSpPr>
        <p:spPr>
          <a:xfrm>
            <a:off x="1222675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4-line80"/>
          <p:cNvSpPr/>
          <p:nvPr/>
        </p:nvSpPr>
        <p:spPr>
          <a:xfrm>
            <a:off x="1222675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4-line81"/>
          <p:cNvSpPr/>
          <p:nvPr/>
        </p:nvSpPr>
        <p:spPr>
          <a:xfrm>
            <a:off x="1222675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4-line82"/>
          <p:cNvSpPr/>
          <p:nvPr/>
        </p:nvSpPr>
        <p:spPr>
          <a:xfrm>
            <a:off x="1222675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4-line83"/>
          <p:cNvSpPr/>
          <p:nvPr/>
        </p:nvSpPr>
        <p:spPr>
          <a:xfrm>
            <a:off x="1222675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4-line84"/>
          <p:cNvSpPr/>
          <p:nvPr/>
        </p:nvSpPr>
        <p:spPr>
          <a:xfrm>
            <a:off x="1222675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4-line85"/>
          <p:cNvSpPr/>
          <p:nvPr/>
        </p:nvSpPr>
        <p:spPr>
          <a:xfrm>
            <a:off x="1222675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4-line86"/>
          <p:cNvSpPr/>
          <p:nvPr/>
        </p:nvSpPr>
        <p:spPr>
          <a:xfrm>
            <a:off x="1222675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4-line87"/>
          <p:cNvSpPr/>
          <p:nvPr/>
        </p:nvSpPr>
        <p:spPr>
          <a:xfrm>
            <a:off x="1222675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4-rod88"/>
          <p:cNvSpPr/>
          <p:nvPr/>
        </p:nvSpPr>
        <p:spPr>
          <a:xfrm>
            <a:off x="1739507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4-line89"/>
          <p:cNvSpPr/>
          <p:nvPr/>
        </p:nvSpPr>
        <p:spPr>
          <a:xfrm>
            <a:off x="1739507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4-line90"/>
          <p:cNvSpPr/>
          <p:nvPr/>
        </p:nvSpPr>
        <p:spPr>
          <a:xfrm>
            <a:off x="1739507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4-line91"/>
          <p:cNvSpPr/>
          <p:nvPr/>
        </p:nvSpPr>
        <p:spPr>
          <a:xfrm>
            <a:off x="1739507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4-line92"/>
          <p:cNvSpPr/>
          <p:nvPr/>
        </p:nvSpPr>
        <p:spPr>
          <a:xfrm>
            <a:off x="1739507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4-line93"/>
          <p:cNvSpPr/>
          <p:nvPr/>
        </p:nvSpPr>
        <p:spPr>
          <a:xfrm>
            <a:off x="1739507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4-line94"/>
          <p:cNvSpPr/>
          <p:nvPr/>
        </p:nvSpPr>
        <p:spPr>
          <a:xfrm>
            <a:off x="1739507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4-line95"/>
          <p:cNvSpPr/>
          <p:nvPr/>
        </p:nvSpPr>
        <p:spPr>
          <a:xfrm>
            <a:off x="1739507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4-line96"/>
          <p:cNvSpPr/>
          <p:nvPr/>
        </p:nvSpPr>
        <p:spPr>
          <a:xfrm>
            <a:off x="1739507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4-line97"/>
          <p:cNvSpPr/>
          <p:nvPr/>
        </p:nvSpPr>
        <p:spPr>
          <a:xfrm>
            <a:off x="1739507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4-rod98"/>
          <p:cNvSpPr/>
          <p:nvPr/>
        </p:nvSpPr>
        <p:spPr>
          <a:xfrm>
            <a:off x="2256338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4-line99"/>
          <p:cNvSpPr/>
          <p:nvPr/>
        </p:nvSpPr>
        <p:spPr>
          <a:xfrm>
            <a:off x="2256338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4-line100"/>
          <p:cNvSpPr/>
          <p:nvPr/>
        </p:nvSpPr>
        <p:spPr>
          <a:xfrm>
            <a:off x="2256338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4-line101"/>
          <p:cNvSpPr/>
          <p:nvPr/>
        </p:nvSpPr>
        <p:spPr>
          <a:xfrm>
            <a:off x="2256338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4-line102"/>
          <p:cNvSpPr/>
          <p:nvPr/>
        </p:nvSpPr>
        <p:spPr>
          <a:xfrm>
            <a:off x="2256338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4-line103"/>
          <p:cNvSpPr/>
          <p:nvPr/>
        </p:nvSpPr>
        <p:spPr>
          <a:xfrm>
            <a:off x="2256338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4-line104"/>
          <p:cNvSpPr/>
          <p:nvPr/>
        </p:nvSpPr>
        <p:spPr>
          <a:xfrm>
            <a:off x="2256338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4-line105"/>
          <p:cNvSpPr/>
          <p:nvPr/>
        </p:nvSpPr>
        <p:spPr>
          <a:xfrm>
            <a:off x="2256338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4-line106"/>
          <p:cNvSpPr/>
          <p:nvPr/>
        </p:nvSpPr>
        <p:spPr>
          <a:xfrm>
            <a:off x="2256338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4-line107"/>
          <p:cNvSpPr/>
          <p:nvPr/>
        </p:nvSpPr>
        <p:spPr>
          <a:xfrm>
            <a:off x="2256338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4-rod108"/>
          <p:cNvSpPr/>
          <p:nvPr/>
        </p:nvSpPr>
        <p:spPr>
          <a:xfrm>
            <a:off x="2773170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4-line109"/>
          <p:cNvSpPr/>
          <p:nvPr/>
        </p:nvSpPr>
        <p:spPr>
          <a:xfrm>
            <a:off x="2773170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4-line110"/>
          <p:cNvSpPr/>
          <p:nvPr/>
        </p:nvSpPr>
        <p:spPr>
          <a:xfrm>
            <a:off x="2773170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4-line111"/>
          <p:cNvSpPr/>
          <p:nvPr/>
        </p:nvSpPr>
        <p:spPr>
          <a:xfrm>
            <a:off x="2773170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4-line112"/>
          <p:cNvSpPr/>
          <p:nvPr/>
        </p:nvSpPr>
        <p:spPr>
          <a:xfrm>
            <a:off x="2773170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4-line113"/>
          <p:cNvSpPr/>
          <p:nvPr/>
        </p:nvSpPr>
        <p:spPr>
          <a:xfrm>
            <a:off x="2773170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4-line114"/>
          <p:cNvSpPr/>
          <p:nvPr/>
        </p:nvSpPr>
        <p:spPr>
          <a:xfrm>
            <a:off x="2773170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4-line115"/>
          <p:cNvSpPr/>
          <p:nvPr/>
        </p:nvSpPr>
        <p:spPr>
          <a:xfrm>
            <a:off x="2773170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4-line116"/>
          <p:cNvSpPr/>
          <p:nvPr/>
        </p:nvSpPr>
        <p:spPr>
          <a:xfrm>
            <a:off x="2773170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4-line117"/>
          <p:cNvSpPr/>
          <p:nvPr/>
        </p:nvSpPr>
        <p:spPr>
          <a:xfrm>
            <a:off x="2773170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4-rod118"/>
          <p:cNvSpPr/>
          <p:nvPr/>
        </p:nvSpPr>
        <p:spPr>
          <a:xfrm>
            <a:off x="3290001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4-line119"/>
          <p:cNvSpPr/>
          <p:nvPr/>
        </p:nvSpPr>
        <p:spPr>
          <a:xfrm>
            <a:off x="3290001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4-line120"/>
          <p:cNvSpPr/>
          <p:nvPr/>
        </p:nvSpPr>
        <p:spPr>
          <a:xfrm>
            <a:off x="3290001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4-line121"/>
          <p:cNvSpPr/>
          <p:nvPr/>
        </p:nvSpPr>
        <p:spPr>
          <a:xfrm>
            <a:off x="3290001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4-line122"/>
          <p:cNvSpPr/>
          <p:nvPr/>
        </p:nvSpPr>
        <p:spPr>
          <a:xfrm>
            <a:off x="3290001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4-line123"/>
          <p:cNvSpPr/>
          <p:nvPr/>
        </p:nvSpPr>
        <p:spPr>
          <a:xfrm>
            <a:off x="3290001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4-line124"/>
          <p:cNvSpPr/>
          <p:nvPr/>
        </p:nvSpPr>
        <p:spPr>
          <a:xfrm>
            <a:off x="3290001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4-line125"/>
          <p:cNvSpPr/>
          <p:nvPr/>
        </p:nvSpPr>
        <p:spPr>
          <a:xfrm>
            <a:off x="3290001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4-line126"/>
          <p:cNvSpPr/>
          <p:nvPr/>
        </p:nvSpPr>
        <p:spPr>
          <a:xfrm>
            <a:off x="3290001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4-line127"/>
          <p:cNvSpPr/>
          <p:nvPr/>
        </p:nvSpPr>
        <p:spPr>
          <a:xfrm>
            <a:off x="3290001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4-rod128"/>
          <p:cNvSpPr/>
          <p:nvPr/>
        </p:nvSpPr>
        <p:spPr>
          <a:xfrm>
            <a:off x="3806832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4-line129"/>
          <p:cNvSpPr/>
          <p:nvPr/>
        </p:nvSpPr>
        <p:spPr>
          <a:xfrm>
            <a:off x="3806832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4-line130"/>
          <p:cNvSpPr/>
          <p:nvPr/>
        </p:nvSpPr>
        <p:spPr>
          <a:xfrm>
            <a:off x="3806832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4-line131"/>
          <p:cNvSpPr/>
          <p:nvPr/>
        </p:nvSpPr>
        <p:spPr>
          <a:xfrm>
            <a:off x="3806832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4-line132"/>
          <p:cNvSpPr/>
          <p:nvPr/>
        </p:nvSpPr>
        <p:spPr>
          <a:xfrm>
            <a:off x="3806832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4-line133"/>
          <p:cNvSpPr/>
          <p:nvPr/>
        </p:nvSpPr>
        <p:spPr>
          <a:xfrm>
            <a:off x="3806832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4-line134"/>
          <p:cNvSpPr/>
          <p:nvPr/>
        </p:nvSpPr>
        <p:spPr>
          <a:xfrm>
            <a:off x="3806832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4-line135"/>
          <p:cNvSpPr/>
          <p:nvPr/>
        </p:nvSpPr>
        <p:spPr>
          <a:xfrm>
            <a:off x="3806832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4-line136"/>
          <p:cNvSpPr/>
          <p:nvPr/>
        </p:nvSpPr>
        <p:spPr>
          <a:xfrm>
            <a:off x="3806832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4-line137"/>
          <p:cNvSpPr/>
          <p:nvPr/>
        </p:nvSpPr>
        <p:spPr>
          <a:xfrm>
            <a:off x="3806832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4-rod138"/>
          <p:cNvSpPr/>
          <p:nvPr/>
        </p:nvSpPr>
        <p:spPr>
          <a:xfrm>
            <a:off x="4323664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4-line139"/>
          <p:cNvSpPr/>
          <p:nvPr/>
        </p:nvSpPr>
        <p:spPr>
          <a:xfrm>
            <a:off x="4323664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4-line140"/>
          <p:cNvSpPr/>
          <p:nvPr/>
        </p:nvSpPr>
        <p:spPr>
          <a:xfrm>
            <a:off x="4323664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4-line141"/>
          <p:cNvSpPr/>
          <p:nvPr/>
        </p:nvSpPr>
        <p:spPr>
          <a:xfrm>
            <a:off x="4323664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4-line142"/>
          <p:cNvSpPr/>
          <p:nvPr/>
        </p:nvSpPr>
        <p:spPr>
          <a:xfrm>
            <a:off x="4323664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04-line143"/>
          <p:cNvSpPr/>
          <p:nvPr/>
        </p:nvSpPr>
        <p:spPr>
          <a:xfrm>
            <a:off x="4323664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04-line144"/>
          <p:cNvSpPr/>
          <p:nvPr/>
        </p:nvSpPr>
        <p:spPr>
          <a:xfrm>
            <a:off x="4323664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04-line145"/>
          <p:cNvSpPr/>
          <p:nvPr/>
        </p:nvSpPr>
        <p:spPr>
          <a:xfrm>
            <a:off x="4323664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04-line146"/>
          <p:cNvSpPr/>
          <p:nvPr/>
        </p:nvSpPr>
        <p:spPr>
          <a:xfrm>
            <a:off x="4323664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04-line147"/>
          <p:cNvSpPr/>
          <p:nvPr/>
        </p:nvSpPr>
        <p:spPr>
          <a:xfrm>
            <a:off x="4323664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4-unit148"/>
          <p:cNvSpPr/>
          <p:nvPr/>
        </p:nvSpPr>
        <p:spPr>
          <a:xfrm>
            <a:off x="4840495" y="4216906"/>
            <a:ext cx="323020" cy="3230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04-unit149"/>
          <p:cNvSpPr/>
          <p:nvPr/>
        </p:nvSpPr>
        <p:spPr>
          <a:xfrm>
            <a:off x="4840495" y="3813131"/>
            <a:ext cx="323020" cy="3230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04-unit150"/>
          <p:cNvSpPr/>
          <p:nvPr/>
        </p:nvSpPr>
        <p:spPr>
          <a:xfrm>
            <a:off x="4840495" y="3409357"/>
            <a:ext cx="323020" cy="3230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8" name="S04-unit151"/>
          <p:cNvSpPr/>
          <p:nvPr/>
        </p:nvSpPr>
        <p:spPr>
          <a:xfrm>
            <a:off x="4840495" y="3005582"/>
            <a:ext cx="323020" cy="3230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9" name="S04-unit152"/>
          <p:cNvSpPr/>
          <p:nvPr/>
        </p:nvSpPr>
        <p:spPr>
          <a:xfrm>
            <a:off x="4840495" y="2601807"/>
            <a:ext cx="323020" cy="3230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0" name="S04-figure153" descr="10개 막대 7개와 낱개 5개"/>
          <p:cNvSpPr/>
          <p:nvPr/>
        </p:nvSpPr>
        <p:spPr>
          <a:xfrm>
            <a:off x="548640" y="139048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graphicFrame>
        <p:nvGraphicFramePr>
          <p:cNvPr id="5" name="S04-table15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78524" y="2355342"/>
          <a:ext cx="4937760" cy="914400"/>
        </p:xfrm>
        <a:graphic>
          <a:graphicData uri="http://schemas.openxmlformats.org/drawingml/2006/table">
            <a:tbl>
              <a:tblPr/>
              <a:tblGrid>
                <a:gridCol w="2962656"/>
                <a:gridCol w="1975104"/>
              </a:tblGrid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10개씩 묶음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낱개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99 다음은 100</a:t>
            </a:r>
            <a:endParaRPr lang="ko-KR" sz="4400" dirty="0"/>
          </a:p>
        </p:txBody>
      </p:sp>
      <p:sp>
        <p:nvSpPr>
          <p:cNvPr id="3" name="S05-card15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15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백이라고 읽어요.</a:t>
            </a:r>
            <a:endParaRPr lang="ko-KR" sz="3200" dirty="0"/>
          </a:p>
        </p:txBody>
      </p:sp>
      <p:sp>
        <p:nvSpPr>
          <p:cNvPr id="5" name="S05-card157"/>
          <p:cNvSpPr/>
          <p:nvPr/>
        </p:nvSpPr>
        <p:spPr>
          <a:xfrm>
            <a:off x="548640" y="3816604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158"/>
          <p:cNvSpPr txBox="1"/>
          <p:nvPr/>
        </p:nvSpPr>
        <p:spPr>
          <a:xfrm>
            <a:off x="822960" y="3953764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99보다 1만큼 더 큰 수</a:t>
            </a:r>
            <a:endParaRPr lang="ko-KR" sz="3200" dirty="0"/>
          </a:p>
        </p:txBody>
      </p:sp>
      <p:sp>
        <p:nvSpPr>
          <p:cNvPr id="7" name="S05-card159"/>
          <p:cNvSpPr/>
          <p:nvPr/>
        </p:nvSpPr>
        <p:spPr>
          <a:xfrm>
            <a:off x="6208776" y="3816604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160"/>
          <p:cNvSpPr txBox="1"/>
          <p:nvPr/>
        </p:nvSpPr>
        <p:spPr>
          <a:xfrm>
            <a:off x="6483096" y="3953764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 10개</a:t>
            </a:r>
            <a:endParaRPr lang="ko-KR" sz="3200" dirty="0"/>
          </a:p>
        </p:txBody>
      </p:sp>
      <p:sp>
        <p:nvSpPr>
          <p:cNvPr id="9" name="S05-rod161"/>
          <p:cNvSpPr/>
          <p:nvPr/>
        </p:nvSpPr>
        <p:spPr>
          <a:xfrm>
            <a:off x="4354381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5-line162"/>
          <p:cNvSpPr/>
          <p:nvPr/>
        </p:nvSpPr>
        <p:spPr>
          <a:xfrm>
            <a:off x="4354381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5-line163"/>
          <p:cNvSpPr/>
          <p:nvPr/>
        </p:nvSpPr>
        <p:spPr>
          <a:xfrm>
            <a:off x="4354381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5-line164"/>
          <p:cNvSpPr/>
          <p:nvPr/>
        </p:nvSpPr>
        <p:spPr>
          <a:xfrm>
            <a:off x="4354381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5-line165"/>
          <p:cNvSpPr/>
          <p:nvPr/>
        </p:nvSpPr>
        <p:spPr>
          <a:xfrm>
            <a:off x="4354381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5-line166"/>
          <p:cNvSpPr/>
          <p:nvPr/>
        </p:nvSpPr>
        <p:spPr>
          <a:xfrm>
            <a:off x="4354381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5-line167"/>
          <p:cNvSpPr/>
          <p:nvPr/>
        </p:nvSpPr>
        <p:spPr>
          <a:xfrm>
            <a:off x="4354381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5-line168"/>
          <p:cNvSpPr/>
          <p:nvPr/>
        </p:nvSpPr>
        <p:spPr>
          <a:xfrm>
            <a:off x="4354381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5-line169"/>
          <p:cNvSpPr/>
          <p:nvPr/>
        </p:nvSpPr>
        <p:spPr>
          <a:xfrm>
            <a:off x="4354381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5-line170"/>
          <p:cNvSpPr/>
          <p:nvPr/>
        </p:nvSpPr>
        <p:spPr>
          <a:xfrm>
            <a:off x="4354381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5-rod171"/>
          <p:cNvSpPr/>
          <p:nvPr/>
        </p:nvSpPr>
        <p:spPr>
          <a:xfrm>
            <a:off x="4702400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5-line172"/>
          <p:cNvSpPr/>
          <p:nvPr/>
        </p:nvSpPr>
        <p:spPr>
          <a:xfrm>
            <a:off x="4702400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5-line173"/>
          <p:cNvSpPr/>
          <p:nvPr/>
        </p:nvSpPr>
        <p:spPr>
          <a:xfrm>
            <a:off x="4702400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5-line174"/>
          <p:cNvSpPr/>
          <p:nvPr/>
        </p:nvSpPr>
        <p:spPr>
          <a:xfrm>
            <a:off x="4702400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5-line175"/>
          <p:cNvSpPr/>
          <p:nvPr/>
        </p:nvSpPr>
        <p:spPr>
          <a:xfrm>
            <a:off x="4702400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5-line176"/>
          <p:cNvSpPr/>
          <p:nvPr/>
        </p:nvSpPr>
        <p:spPr>
          <a:xfrm>
            <a:off x="4702400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5-line177"/>
          <p:cNvSpPr/>
          <p:nvPr/>
        </p:nvSpPr>
        <p:spPr>
          <a:xfrm>
            <a:off x="4702400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5-line178"/>
          <p:cNvSpPr/>
          <p:nvPr/>
        </p:nvSpPr>
        <p:spPr>
          <a:xfrm>
            <a:off x="4702400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5-line179"/>
          <p:cNvSpPr/>
          <p:nvPr/>
        </p:nvSpPr>
        <p:spPr>
          <a:xfrm>
            <a:off x="4702400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5-line180"/>
          <p:cNvSpPr/>
          <p:nvPr/>
        </p:nvSpPr>
        <p:spPr>
          <a:xfrm>
            <a:off x="4702400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5-rod181"/>
          <p:cNvSpPr/>
          <p:nvPr/>
        </p:nvSpPr>
        <p:spPr>
          <a:xfrm>
            <a:off x="5050419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5-line182"/>
          <p:cNvSpPr/>
          <p:nvPr/>
        </p:nvSpPr>
        <p:spPr>
          <a:xfrm>
            <a:off x="5050419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5-line183"/>
          <p:cNvSpPr/>
          <p:nvPr/>
        </p:nvSpPr>
        <p:spPr>
          <a:xfrm>
            <a:off x="5050419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5-line184"/>
          <p:cNvSpPr/>
          <p:nvPr/>
        </p:nvSpPr>
        <p:spPr>
          <a:xfrm>
            <a:off x="5050419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5-line185"/>
          <p:cNvSpPr/>
          <p:nvPr/>
        </p:nvSpPr>
        <p:spPr>
          <a:xfrm>
            <a:off x="5050419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5-line186"/>
          <p:cNvSpPr/>
          <p:nvPr/>
        </p:nvSpPr>
        <p:spPr>
          <a:xfrm>
            <a:off x="5050419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5-line187"/>
          <p:cNvSpPr/>
          <p:nvPr/>
        </p:nvSpPr>
        <p:spPr>
          <a:xfrm>
            <a:off x="5050419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5-line188"/>
          <p:cNvSpPr/>
          <p:nvPr/>
        </p:nvSpPr>
        <p:spPr>
          <a:xfrm>
            <a:off x="5050419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5-line189"/>
          <p:cNvSpPr/>
          <p:nvPr/>
        </p:nvSpPr>
        <p:spPr>
          <a:xfrm>
            <a:off x="5050419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5-line190"/>
          <p:cNvSpPr/>
          <p:nvPr/>
        </p:nvSpPr>
        <p:spPr>
          <a:xfrm>
            <a:off x="5050419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5-rod191"/>
          <p:cNvSpPr/>
          <p:nvPr/>
        </p:nvSpPr>
        <p:spPr>
          <a:xfrm>
            <a:off x="5398438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5-line192"/>
          <p:cNvSpPr/>
          <p:nvPr/>
        </p:nvSpPr>
        <p:spPr>
          <a:xfrm>
            <a:off x="5398438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5-line193"/>
          <p:cNvSpPr/>
          <p:nvPr/>
        </p:nvSpPr>
        <p:spPr>
          <a:xfrm>
            <a:off x="5398438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5-line194"/>
          <p:cNvSpPr/>
          <p:nvPr/>
        </p:nvSpPr>
        <p:spPr>
          <a:xfrm>
            <a:off x="5398438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5-line195"/>
          <p:cNvSpPr/>
          <p:nvPr/>
        </p:nvSpPr>
        <p:spPr>
          <a:xfrm>
            <a:off x="5398438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5-line196"/>
          <p:cNvSpPr/>
          <p:nvPr/>
        </p:nvSpPr>
        <p:spPr>
          <a:xfrm>
            <a:off x="5398438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5-line197"/>
          <p:cNvSpPr/>
          <p:nvPr/>
        </p:nvSpPr>
        <p:spPr>
          <a:xfrm>
            <a:off x="5398438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5-line198"/>
          <p:cNvSpPr/>
          <p:nvPr/>
        </p:nvSpPr>
        <p:spPr>
          <a:xfrm>
            <a:off x="5398438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5-line199"/>
          <p:cNvSpPr/>
          <p:nvPr/>
        </p:nvSpPr>
        <p:spPr>
          <a:xfrm>
            <a:off x="5398438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5-line200"/>
          <p:cNvSpPr/>
          <p:nvPr/>
        </p:nvSpPr>
        <p:spPr>
          <a:xfrm>
            <a:off x="5398438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5-rod201"/>
          <p:cNvSpPr/>
          <p:nvPr/>
        </p:nvSpPr>
        <p:spPr>
          <a:xfrm>
            <a:off x="5746457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5-line202"/>
          <p:cNvSpPr/>
          <p:nvPr/>
        </p:nvSpPr>
        <p:spPr>
          <a:xfrm>
            <a:off x="5746457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5-line203"/>
          <p:cNvSpPr/>
          <p:nvPr/>
        </p:nvSpPr>
        <p:spPr>
          <a:xfrm>
            <a:off x="5746457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5-line204"/>
          <p:cNvSpPr/>
          <p:nvPr/>
        </p:nvSpPr>
        <p:spPr>
          <a:xfrm>
            <a:off x="5746457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5-line205"/>
          <p:cNvSpPr/>
          <p:nvPr/>
        </p:nvSpPr>
        <p:spPr>
          <a:xfrm>
            <a:off x="5746457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5-line206"/>
          <p:cNvSpPr/>
          <p:nvPr/>
        </p:nvSpPr>
        <p:spPr>
          <a:xfrm>
            <a:off x="5746457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5-line207"/>
          <p:cNvSpPr/>
          <p:nvPr/>
        </p:nvSpPr>
        <p:spPr>
          <a:xfrm>
            <a:off x="5746457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5-line208"/>
          <p:cNvSpPr/>
          <p:nvPr/>
        </p:nvSpPr>
        <p:spPr>
          <a:xfrm>
            <a:off x="5746457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5-line209"/>
          <p:cNvSpPr/>
          <p:nvPr/>
        </p:nvSpPr>
        <p:spPr>
          <a:xfrm>
            <a:off x="5746457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5-line210"/>
          <p:cNvSpPr/>
          <p:nvPr/>
        </p:nvSpPr>
        <p:spPr>
          <a:xfrm>
            <a:off x="5746457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5-rod211"/>
          <p:cNvSpPr/>
          <p:nvPr/>
        </p:nvSpPr>
        <p:spPr>
          <a:xfrm>
            <a:off x="6094476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05-line212"/>
          <p:cNvSpPr/>
          <p:nvPr/>
        </p:nvSpPr>
        <p:spPr>
          <a:xfrm>
            <a:off x="6094476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5-line213"/>
          <p:cNvSpPr/>
          <p:nvPr/>
        </p:nvSpPr>
        <p:spPr>
          <a:xfrm>
            <a:off x="6094476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5-line214"/>
          <p:cNvSpPr/>
          <p:nvPr/>
        </p:nvSpPr>
        <p:spPr>
          <a:xfrm>
            <a:off x="6094476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5-line215"/>
          <p:cNvSpPr/>
          <p:nvPr/>
        </p:nvSpPr>
        <p:spPr>
          <a:xfrm>
            <a:off x="6094476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5-line216"/>
          <p:cNvSpPr/>
          <p:nvPr/>
        </p:nvSpPr>
        <p:spPr>
          <a:xfrm>
            <a:off x="6094476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5-line217"/>
          <p:cNvSpPr/>
          <p:nvPr/>
        </p:nvSpPr>
        <p:spPr>
          <a:xfrm>
            <a:off x="6094476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5-line218"/>
          <p:cNvSpPr/>
          <p:nvPr/>
        </p:nvSpPr>
        <p:spPr>
          <a:xfrm>
            <a:off x="6094476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5-line219"/>
          <p:cNvSpPr/>
          <p:nvPr/>
        </p:nvSpPr>
        <p:spPr>
          <a:xfrm>
            <a:off x="6094476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5-line220"/>
          <p:cNvSpPr/>
          <p:nvPr/>
        </p:nvSpPr>
        <p:spPr>
          <a:xfrm>
            <a:off x="6094476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5-rod221"/>
          <p:cNvSpPr/>
          <p:nvPr/>
        </p:nvSpPr>
        <p:spPr>
          <a:xfrm>
            <a:off x="6442495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0" name="S05-line222"/>
          <p:cNvSpPr/>
          <p:nvPr/>
        </p:nvSpPr>
        <p:spPr>
          <a:xfrm>
            <a:off x="6442495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05-line223"/>
          <p:cNvSpPr/>
          <p:nvPr/>
        </p:nvSpPr>
        <p:spPr>
          <a:xfrm>
            <a:off x="6442495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05-line224"/>
          <p:cNvSpPr/>
          <p:nvPr/>
        </p:nvSpPr>
        <p:spPr>
          <a:xfrm>
            <a:off x="6442495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05-line225"/>
          <p:cNvSpPr/>
          <p:nvPr/>
        </p:nvSpPr>
        <p:spPr>
          <a:xfrm>
            <a:off x="6442495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05-line226"/>
          <p:cNvSpPr/>
          <p:nvPr/>
        </p:nvSpPr>
        <p:spPr>
          <a:xfrm>
            <a:off x="6442495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5-line227"/>
          <p:cNvSpPr/>
          <p:nvPr/>
        </p:nvSpPr>
        <p:spPr>
          <a:xfrm>
            <a:off x="6442495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05-line228"/>
          <p:cNvSpPr/>
          <p:nvPr/>
        </p:nvSpPr>
        <p:spPr>
          <a:xfrm>
            <a:off x="6442495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05-line229"/>
          <p:cNvSpPr/>
          <p:nvPr/>
        </p:nvSpPr>
        <p:spPr>
          <a:xfrm>
            <a:off x="6442495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8" name="S05-line230"/>
          <p:cNvSpPr/>
          <p:nvPr/>
        </p:nvSpPr>
        <p:spPr>
          <a:xfrm>
            <a:off x="6442495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05-rod231"/>
          <p:cNvSpPr/>
          <p:nvPr/>
        </p:nvSpPr>
        <p:spPr>
          <a:xfrm>
            <a:off x="6790514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0" name="S05-line232"/>
          <p:cNvSpPr/>
          <p:nvPr/>
        </p:nvSpPr>
        <p:spPr>
          <a:xfrm>
            <a:off x="6790514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05-line233"/>
          <p:cNvSpPr/>
          <p:nvPr/>
        </p:nvSpPr>
        <p:spPr>
          <a:xfrm>
            <a:off x="6790514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05-line234"/>
          <p:cNvSpPr/>
          <p:nvPr/>
        </p:nvSpPr>
        <p:spPr>
          <a:xfrm>
            <a:off x="6790514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05-line235"/>
          <p:cNvSpPr/>
          <p:nvPr/>
        </p:nvSpPr>
        <p:spPr>
          <a:xfrm>
            <a:off x="6790514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05-line236"/>
          <p:cNvSpPr/>
          <p:nvPr/>
        </p:nvSpPr>
        <p:spPr>
          <a:xfrm>
            <a:off x="6790514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5-line237"/>
          <p:cNvSpPr/>
          <p:nvPr/>
        </p:nvSpPr>
        <p:spPr>
          <a:xfrm>
            <a:off x="6790514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5-line238"/>
          <p:cNvSpPr/>
          <p:nvPr/>
        </p:nvSpPr>
        <p:spPr>
          <a:xfrm>
            <a:off x="6790514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5-line239"/>
          <p:cNvSpPr/>
          <p:nvPr/>
        </p:nvSpPr>
        <p:spPr>
          <a:xfrm>
            <a:off x="6790514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5-line240"/>
          <p:cNvSpPr/>
          <p:nvPr/>
        </p:nvSpPr>
        <p:spPr>
          <a:xfrm>
            <a:off x="6790514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5-rod241"/>
          <p:cNvSpPr/>
          <p:nvPr/>
        </p:nvSpPr>
        <p:spPr>
          <a:xfrm>
            <a:off x="7138533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0" name="S05-line242"/>
          <p:cNvSpPr/>
          <p:nvPr/>
        </p:nvSpPr>
        <p:spPr>
          <a:xfrm>
            <a:off x="7138533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5-line243"/>
          <p:cNvSpPr/>
          <p:nvPr/>
        </p:nvSpPr>
        <p:spPr>
          <a:xfrm>
            <a:off x="7138533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5-line244"/>
          <p:cNvSpPr/>
          <p:nvPr/>
        </p:nvSpPr>
        <p:spPr>
          <a:xfrm>
            <a:off x="7138533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5-line245"/>
          <p:cNvSpPr/>
          <p:nvPr/>
        </p:nvSpPr>
        <p:spPr>
          <a:xfrm>
            <a:off x="7138533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5-line246"/>
          <p:cNvSpPr/>
          <p:nvPr/>
        </p:nvSpPr>
        <p:spPr>
          <a:xfrm>
            <a:off x="7138533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5-line247"/>
          <p:cNvSpPr/>
          <p:nvPr/>
        </p:nvSpPr>
        <p:spPr>
          <a:xfrm>
            <a:off x="7138533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5-line248"/>
          <p:cNvSpPr/>
          <p:nvPr/>
        </p:nvSpPr>
        <p:spPr>
          <a:xfrm>
            <a:off x="7138533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5-line249"/>
          <p:cNvSpPr/>
          <p:nvPr/>
        </p:nvSpPr>
        <p:spPr>
          <a:xfrm>
            <a:off x="7138533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5-line250"/>
          <p:cNvSpPr/>
          <p:nvPr/>
        </p:nvSpPr>
        <p:spPr>
          <a:xfrm>
            <a:off x="7138533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5-rod251"/>
          <p:cNvSpPr/>
          <p:nvPr/>
        </p:nvSpPr>
        <p:spPr>
          <a:xfrm>
            <a:off x="7486552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0" name="S05-line252"/>
          <p:cNvSpPr/>
          <p:nvPr/>
        </p:nvSpPr>
        <p:spPr>
          <a:xfrm>
            <a:off x="7486552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5-line253"/>
          <p:cNvSpPr/>
          <p:nvPr/>
        </p:nvSpPr>
        <p:spPr>
          <a:xfrm>
            <a:off x="7486552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5-line254"/>
          <p:cNvSpPr/>
          <p:nvPr/>
        </p:nvSpPr>
        <p:spPr>
          <a:xfrm>
            <a:off x="7486552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5-line255"/>
          <p:cNvSpPr/>
          <p:nvPr/>
        </p:nvSpPr>
        <p:spPr>
          <a:xfrm>
            <a:off x="7486552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5-line256"/>
          <p:cNvSpPr/>
          <p:nvPr/>
        </p:nvSpPr>
        <p:spPr>
          <a:xfrm>
            <a:off x="7486552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5-line257"/>
          <p:cNvSpPr/>
          <p:nvPr/>
        </p:nvSpPr>
        <p:spPr>
          <a:xfrm>
            <a:off x="7486552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5-line258"/>
          <p:cNvSpPr/>
          <p:nvPr/>
        </p:nvSpPr>
        <p:spPr>
          <a:xfrm>
            <a:off x="7486552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5-line259"/>
          <p:cNvSpPr/>
          <p:nvPr/>
        </p:nvSpPr>
        <p:spPr>
          <a:xfrm>
            <a:off x="7486552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5-line260"/>
          <p:cNvSpPr/>
          <p:nvPr/>
        </p:nvSpPr>
        <p:spPr>
          <a:xfrm>
            <a:off x="7486552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5-figure261" descr="10개 막대 10개"/>
          <p:cNvSpPr/>
          <p:nvPr/>
        </p:nvSpPr>
        <p:spPr>
          <a:xfrm>
            <a:off x="548640" y="1369382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묶음부터 비교해요</a:t>
            </a:r>
            <a:endParaRPr lang="ko-KR" sz="4400" dirty="0"/>
          </a:p>
        </p:txBody>
      </p:sp>
      <p:sp>
        <p:nvSpPr>
          <p:cNvPr id="3" name="S06-card26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26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묶음이 더 많은 64가 커요. 64는 58보다 커요.</a:t>
            </a:r>
            <a:endParaRPr lang="ko-KR" sz="3200" dirty="0"/>
          </a:p>
        </p:txBody>
      </p:sp>
      <p:sp>
        <p:nvSpPr>
          <p:cNvPr id="5" name="S06-rod264"/>
          <p:cNvSpPr/>
          <p:nvPr/>
        </p:nvSpPr>
        <p:spPr>
          <a:xfrm>
            <a:off x="1524883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6-line265"/>
          <p:cNvSpPr/>
          <p:nvPr/>
        </p:nvSpPr>
        <p:spPr>
          <a:xfrm>
            <a:off x="1524883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6-line266"/>
          <p:cNvSpPr/>
          <p:nvPr/>
        </p:nvSpPr>
        <p:spPr>
          <a:xfrm>
            <a:off x="1524883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6-line267"/>
          <p:cNvSpPr/>
          <p:nvPr/>
        </p:nvSpPr>
        <p:spPr>
          <a:xfrm>
            <a:off x="1524883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6-line268"/>
          <p:cNvSpPr/>
          <p:nvPr/>
        </p:nvSpPr>
        <p:spPr>
          <a:xfrm>
            <a:off x="1524883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6-line269"/>
          <p:cNvSpPr/>
          <p:nvPr/>
        </p:nvSpPr>
        <p:spPr>
          <a:xfrm>
            <a:off x="1524883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6-line270"/>
          <p:cNvSpPr/>
          <p:nvPr/>
        </p:nvSpPr>
        <p:spPr>
          <a:xfrm>
            <a:off x="1524883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6-line271"/>
          <p:cNvSpPr/>
          <p:nvPr/>
        </p:nvSpPr>
        <p:spPr>
          <a:xfrm>
            <a:off x="1524883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6-line272"/>
          <p:cNvSpPr/>
          <p:nvPr/>
        </p:nvSpPr>
        <p:spPr>
          <a:xfrm>
            <a:off x="1524883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6-line273"/>
          <p:cNvSpPr/>
          <p:nvPr/>
        </p:nvSpPr>
        <p:spPr>
          <a:xfrm>
            <a:off x="1524883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6-rod274"/>
          <p:cNvSpPr/>
          <p:nvPr/>
        </p:nvSpPr>
        <p:spPr>
          <a:xfrm>
            <a:off x="2028858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6-line275"/>
          <p:cNvSpPr/>
          <p:nvPr/>
        </p:nvSpPr>
        <p:spPr>
          <a:xfrm>
            <a:off x="2028858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6-line276"/>
          <p:cNvSpPr/>
          <p:nvPr/>
        </p:nvSpPr>
        <p:spPr>
          <a:xfrm>
            <a:off x="2028858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6-line277"/>
          <p:cNvSpPr/>
          <p:nvPr/>
        </p:nvSpPr>
        <p:spPr>
          <a:xfrm>
            <a:off x="2028858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6-line278"/>
          <p:cNvSpPr/>
          <p:nvPr/>
        </p:nvSpPr>
        <p:spPr>
          <a:xfrm>
            <a:off x="2028858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6-line279"/>
          <p:cNvSpPr/>
          <p:nvPr/>
        </p:nvSpPr>
        <p:spPr>
          <a:xfrm>
            <a:off x="2028858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6-line280"/>
          <p:cNvSpPr/>
          <p:nvPr/>
        </p:nvSpPr>
        <p:spPr>
          <a:xfrm>
            <a:off x="2028858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6-line281"/>
          <p:cNvSpPr/>
          <p:nvPr/>
        </p:nvSpPr>
        <p:spPr>
          <a:xfrm>
            <a:off x="2028858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6-line282"/>
          <p:cNvSpPr/>
          <p:nvPr/>
        </p:nvSpPr>
        <p:spPr>
          <a:xfrm>
            <a:off x="2028858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6-line283"/>
          <p:cNvSpPr/>
          <p:nvPr/>
        </p:nvSpPr>
        <p:spPr>
          <a:xfrm>
            <a:off x="2028858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6-rod284"/>
          <p:cNvSpPr/>
          <p:nvPr/>
        </p:nvSpPr>
        <p:spPr>
          <a:xfrm>
            <a:off x="2532833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6-line285"/>
          <p:cNvSpPr/>
          <p:nvPr/>
        </p:nvSpPr>
        <p:spPr>
          <a:xfrm>
            <a:off x="2532833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6-line286"/>
          <p:cNvSpPr/>
          <p:nvPr/>
        </p:nvSpPr>
        <p:spPr>
          <a:xfrm>
            <a:off x="2532833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6-line287"/>
          <p:cNvSpPr/>
          <p:nvPr/>
        </p:nvSpPr>
        <p:spPr>
          <a:xfrm>
            <a:off x="2532833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6-line288"/>
          <p:cNvSpPr/>
          <p:nvPr/>
        </p:nvSpPr>
        <p:spPr>
          <a:xfrm>
            <a:off x="2532833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6-line289"/>
          <p:cNvSpPr/>
          <p:nvPr/>
        </p:nvSpPr>
        <p:spPr>
          <a:xfrm>
            <a:off x="2532833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6-line290"/>
          <p:cNvSpPr/>
          <p:nvPr/>
        </p:nvSpPr>
        <p:spPr>
          <a:xfrm>
            <a:off x="2532833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6-line291"/>
          <p:cNvSpPr/>
          <p:nvPr/>
        </p:nvSpPr>
        <p:spPr>
          <a:xfrm>
            <a:off x="2532833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6-line292"/>
          <p:cNvSpPr/>
          <p:nvPr/>
        </p:nvSpPr>
        <p:spPr>
          <a:xfrm>
            <a:off x="2532833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6-line293"/>
          <p:cNvSpPr/>
          <p:nvPr/>
        </p:nvSpPr>
        <p:spPr>
          <a:xfrm>
            <a:off x="2532833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6-rod294"/>
          <p:cNvSpPr/>
          <p:nvPr/>
        </p:nvSpPr>
        <p:spPr>
          <a:xfrm>
            <a:off x="3036808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6-line295"/>
          <p:cNvSpPr/>
          <p:nvPr/>
        </p:nvSpPr>
        <p:spPr>
          <a:xfrm>
            <a:off x="3036808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6-line296"/>
          <p:cNvSpPr/>
          <p:nvPr/>
        </p:nvSpPr>
        <p:spPr>
          <a:xfrm>
            <a:off x="3036808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6-line297"/>
          <p:cNvSpPr/>
          <p:nvPr/>
        </p:nvSpPr>
        <p:spPr>
          <a:xfrm>
            <a:off x="3036808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6-line298"/>
          <p:cNvSpPr/>
          <p:nvPr/>
        </p:nvSpPr>
        <p:spPr>
          <a:xfrm>
            <a:off x="3036808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6-line299"/>
          <p:cNvSpPr/>
          <p:nvPr/>
        </p:nvSpPr>
        <p:spPr>
          <a:xfrm>
            <a:off x="3036808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6-line300"/>
          <p:cNvSpPr/>
          <p:nvPr/>
        </p:nvSpPr>
        <p:spPr>
          <a:xfrm>
            <a:off x="3036808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6-line301"/>
          <p:cNvSpPr/>
          <p:nvPr/>
        </p:nvSpPr>
        <p:spPr>
          <a:xfrm>
            <a:off x="3036808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6-line302"/>
          <p:cNvSpPr/>
          <p:nvPr/>
        </p:nvSpPr>
        <p:spPr>
          <a:xfrm>
            <a:off x="3036808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6-line303"/>
          <p:cNvSpPr/>
          <p:nvPr/>
        </p:nvSpPr>
        <p:spPr>
          <a:xfrm>
            <a:off x="3036808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6-rod304"/>
          <p:cNvSpPr/>
          <p:nvPr/>
        </p:nvSpPr>
        <p:spPr>
          <a:xfrm>
            <a:off x="3540783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6-line305"/>
          <p:cNvSpPr/>
          <p:nvPr/>
        </p:nvSpPr>
        <p:spPr>
          <a:xfrm>
            <a:off x="3540783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6-line306"/>
          <p:cNvSpPr/>
          <p:nvPr/>
        </p:nvSpPr>
        <p:spPr>
          <a:xfrm>
            <a:off x="3540783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6-line307"/>
          <p:cNvSpPr/>
          <p:nvPr/>
        </p:nvSpPr>
        <p:spPr>
          <a:xfrm>
            <a:off x="3540783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6-line308"/>
          <p:cNvSpPr/>
          <p:nvPr/>
        </p:nvSpPr>
        <p:spPr>
          <a:xfrm>
            <a:off x="3540783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6-line309"/>
          <p:cNvSpPr/>
          <p:nvPr/>
        </p:nvSpPr>
        <p:spPr>
          <a:xfrm>
            <a:off x="3540783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6-line310"/>
          <p:cNvSpPr/>
          <p:nvPr/>
        </p:nvSpPr>
        <p:spPr>
          <a:xfrm>
            <a:off x="3540783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6-line311"/>
          <p:cNvSpPr/>
          <p:nvPr/>
        </p:nvSpPr>
        <p:spPr>
          <a:xfrm>
            <a:off x="3540783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6-line312"/>
          <p:cNvSpPr/>
          <p:nvPr/>
        </p:nvSpPr>
        <p:spPr>
          <a:xfrm>
            <a:off x="3540783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6-line313"/>
          <p:cNvSpPr/>
          <p:nvPr/>
        </p:nvSpPr>
        <p:spPr>
          <a:xfrm>
            <a:off x="3540783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6-rod314"/>
          <p:cNvSpPr/>
          <p:nvPr/>
        </p:nvSpPr>
        <p:spPr>
          <a:xfrm>
            <a:off x="4044758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6-line315"/>
          <p:cNvSpPr/>
          <p:nvPr/>
        </p:nvSpPr>
        <p:spPr>
          <a:xfrm>
            <a:off x="4044758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6-line316"/>
          <p:cNvSpPr/>
          <p:nvPr/>
        </p:nvSpPr>
        <p:spPr>
          <a:xfrm>
            <a:off x="4044758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6-line317"/>
          <p:cNvSpPr/>
          <p:nvPr/>
        </p:nvSpPr>
        <p:spPr>
          <a:xfrm>
            <a:off x="4044758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6-line318"/>
          <p:cNvSpPr/>
          <p:nvPr/>
        </p:nvSpPr>
        <p:spPr>
          <a:xfrm>
            <a:off x="4044758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6-line319"/>
          <p:cNvSpPr/>
          <p:nvPr/>
        </p:nvSpPr>
        <p:spPr>
          <a:xfrm>
            <a:off x="4044758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6-line320"/>
          <p:cNvSpPr/>
          <p:nvPr/>
        </p:nvSpPr>
        <p:spPr>
          <a:xfrm>
            <a:off x="4044758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6-line321"/>
          <p:cNvSpPr/>
          <p:nvPr/>
        </p:nvSpPr>
        <p:spPr>
          <a:xfrm>
            <a:off x="4044758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6-line322"/>
          <p:cNvSpPr/>
          <p:nvPr/>
        </p:nvSpPr>
        <p:spPr>
          <a:xfrm>
            <a:off x="4044758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6-line323"/>
          <p:cNvSpPr/>
          <p:nvPr/>
        </p:nvSpPr>
        <p:spPr>
          <a:xfrm>
            <a:off x="4044758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6-unit324"/>
          <p:cNvSpPr/>
          <p:nvPr/>
        </p:nvSpPr>
        <p:spPr>
          <a:xfrm>
            <a:off x="4548733" y="4144991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6-unit325"/>
          <p:cNvSpPr/>
          <p:nvPr/>
        </p:nvSpPr>
        <p:spPr>
          <a:xfrm>
            <a:off x="4548733" y="375126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7" name="S06-unit326"/>
          <p:cNvSpPr/>
          <p:nvPr/>
        </p:nvSpPr>
        <p:spPr>
          <a:xfrm>
            <a:off x="4548733" y="335753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06-unit327"/>
          <p:cNvSpPr/>
          <p:nvPr/>
        </p:nvSpPr>
        <p:spPr>
          <a:xfrm>
            <a:off x="4548733" y="2963799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9" name="S06-figure328" descr="10개 막대 6개와 낱개 4개"/>
          <p:cNvSpPr/>
          <p:nvPr/>
        </p:nvSpPr>
        <p:spPr>
          <a:xfrm>
            <a:off x="548640" y="1388877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06-label329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</a:t>
            </a:r>
            <a:endParaRPr lang="ko-KR" sz="2600" dirty="0"/>
          </a:p>
        </p:txBody>
      </p:sp>
      <p:sp>
        <p:nvSpPr>
          <p:cNvPr id="71" name="S06-rod330"/>
          <p:cNvSpPr/>
          <p:nvPr/>
        </p:nvSpPr>
        <p:spPr>
          <a:xfrm>
            <a:off x="7277987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06-line331"/>
          <p:cNvSpPr/>
          <p:nvPr/>
        </p:nvSpPr>
        <p:spPr>
          <a:xfrm>
            <a:off x="7277987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06-line332"/>
          <p:cNvSpPr/>
          <p:nvPr/>
        </p:nvSpPr>
        <p:spPr>
          <a:xfrm>
            <a:off x="7277987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06-line333"/>
          <p:cNvSpPr/>
          <p:nvPr/>
        </p:nvSpPr>
        <p:spPr>
          <a:xfrm>
            <a:off x="7277987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6-line334"/>
          <p:cNvSpPr/>
          <p:nvPr/>
        </p:nvSpPr>
        <p:spPr>
          <a:xfrm>
            <a:off x="7277987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06-line335"/>
          <p:cNvSpPr/>
          <p:nvPr/>
        </p:nvSpPr>
        <p:spPr>
          <a:xfrm>
            <a:off x="7277987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06-line336"/>
          <p:cNvSpPr/>
          <p:nvPr/>
        </p:nvSpPr>
        <p:spPr>
          <a:xfrm>
            <a:off x="7277987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8" name="S06-line337"/>
          <p:cNvSpPr/>
          <p:nvPr/>
        </p:nvSpPr>
        <p:spPr>
          <a:xfrm>
            <a:off x="7277987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06-line338"/>
          <p:cNvSpPr/>
          <p:nvPr/>
        </p:nvSpPr>
        <p:spPr>
          <a:xfrm>
            <a:off x="7277987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06-line339"/>
          <p:cNvSpPr/>
          <p:nvPr/>
        </p:nvSpPr>
        <p:spPr>
          <a:xfrm>
            <a:off x="7277987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06-rod340"/>
          <p:cNvSpPr/>
          <p:nvPr/>
        </p:nvSpPr>
        <p:spPr>
          <a:xfrm>
            <a:off x="7781962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2" name="S06-line341"/>
          <p:cNvSpPr/>
          <p:nvPr/>
        </p:nvSpPr>
        <p:spPr>
          <a:xfrm>
            <a:off x="7781962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06-line342"/>
          <p:cNvSpPr/>
          <p:nvPr/>
        </p:nvSpPr>
        <p:spPr>
          <a:xfrm>
            <a:off x="7781962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06-line343"/>
          <p:cNvSpPr/>
          <p:nvPr/>
        </p:nvSpPr>
        <p:spPr>
          <a:xfrm>
            <a:off x="7781962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6-line344"/>
          <p:cNvSpPr/>
          <p:nvPr/>
        </p:nvSpPr>
        <p:spPr>
          <a:xfrm>
            <a:off x="7781962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6-line345"/>
          <p:cNvSpPr/>
          <p:nvPr/>
        </p:nvSpPr>
        <p:spPr>
          <a:xfrm>
            <a:off x="7781962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6-line346"/>
          <p:cNvSpPr/>
          <p:nvPr/>
        </p:nvSpPr>
        <p:spPr>
          <a:xfrm>
            <a:off x="7781962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6-line347"/>
          <p:cNvSpPr/>
          <p:nvPr/>
        </p:nvSpPr>
        <p:spPr>
          <a:xfrm>
            <a:off x="7781962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6-line348"/>
          <p:cNvSpPr/>
          <p:nvPr/>
        </p:nvSpPr>
        <p:spPr>
          <a:xfrm>
            <a:off x="7781962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6-line349"/>
          <p:cNvSpPr/>
          <p:nvPr/>
        </p:nvSpPr>
        <p:spPr>
          <a:xfrm>
            <a:off x="7781962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6-rod350"/>
          <p:cNvSpPr/>
          <p:nvPr/>
        </p:nvSpPr>
        <p:spPr>
          <a:xfrm>
            <a:off x="8285937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2" name="S06-line351"/>
          <p:cNvSpPr/>
          <p:nvPr/>
        </p:nvSpPr>
        <p:spPr>
          <a:xfrm>
            <a:off x="8285937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6-line352"/>
          <p:cNvSpPr/>
          <p:nvPr/>
        </p:nvSpPr>
        <p:spPr>
          <a:xfrm>
            <a:off x="8285937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6-line353"/>
          <p:cNvSpPr/>
          <p:nvPr/>
        </p:nvSpPr>
        <p:spPr>
          <a:xfrm>
            <a:off x="8285937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6-line354"/>
          <p:cNvSpPr/>
          <p:nvPr/>
        </p:nvSpPr>
        <p:spPr>
          <a:xfrm>
            <a:off x="8285937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6-line355"/>
          <p:cNvSpPr/>
          <p:nvPr/>
        </p:nvSpPr>
        <p:spPr>
          <a:xfrm>
            <a:off x="8285937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6-line356"/>
          <p:cNvSpPr/>
          <p:nvPr/>
        </p:nvSpPr>
        <p:spPr>
          <a:xfrm>
            <a:off x="8285937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6-line357"/>
          <p:cNvSpPr/>
          <p:nvPr/>
        </p:nvSpPr>
        <p:spPr>
          <a:xfrm>
            <a:off x="8285937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6-line358"/>
          <p:cNvSpPr/>
          <p:nvPr/>
        </p:nvSpPr>
        <p:spPr>
          <a:xfrm>
            <a:off x="8285937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6-line359"/>
          <p:cNvSpPr/>
          <p:nvPr/>
        </p:nvSpPr>
        <p:spPr>
          <a:xfrm>
            <a:off x="8285937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6-rod360"/>
          <p:cNvSpPr/>
          <p:nvPr/>
        </p:nvSpPr>
        <p:spPr>
          <a:xfrm>
            <a:off x="8789912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2" name="S06-line361"/>
          <p:cNvSpPr/>
          <p:nvPr/>
        </p:nvSpPr>
        <p:spPr>
          <a:xfrm>
            <a:off x="8789912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6-line362"/>
          <p:cNvSpPr/>
          <p:nvPr/>
        </p:nvSpPr>
        <p:spPr>
          <a:xfrm>
            <a:off x="8789912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6-line363"/>
          <p:cNvSpPr/>
          <p:nvPr/>
        </p:nvSpPr>
        <p:spPr>
          <a:xfrm>
            <a:off x="8789912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6-line364"/>
          <p:cNvSpPr/>
          <p:nvPr/>
        </p:nvSpPr>
        <p:spPr>
          <a:xfrm>
            <a:off x="8789912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6-line365"/>
          <p:cNvSpPr/>
          <p:nvPr/>
        </p:nvSpPr>
        <p:spPr>
          <a:xfrm>
            <a:off x="8789912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6-line366"/>
          <p:cNvSpPr/>
          <p:nvPr/>
        </p:nvSpPr>
        <p:spPr>
          <a:xfrm>
            <a:off x="8789912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6-line367"/>
          <p:cNvSpPr/>
          <p:nvPr/>
        </p:nvSpPr>
        <p:spPr>
          <a:xfrm>
            <a:off x="8789912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6-line368"/>
          <p:cNvSpPr/>
          <p:nvPr/>
        </p:nvSpPr>
        <p:spPr>
          <a:xfrm>
            <a:off x="8789912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6-line369"/>
          <p:cNvSpPr/>
          <p:nvPr/>
        </p:nvSpPr>
        <p:spPr>
          <a:xfrm>
            <a:off x="8789912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6-rod370"/>
          <p:cNvSpPr/>
          <p:nvPr/>
        </p:nvSpPr>
        <p:spPr>
          <a:xfrm>
            <a:off x="9293887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2" name="S06-line371"/>
          <p:cNvSpPr/>
          <p:nvPr/>
        </p:nvSpPr>
        <p:spPr>
          <a:xfrm>
            <a:off x="9293887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6-line372"/>
          <p:cNvSpPr/>
          <p:nvPr/>
        </p:nvSpPr>
        <p:spPr>
          <a:xfrm>
            <a:off x="9293887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6-line373"/>
          <p:cNvSpPr/>
          <p:nvPr/>
        </p:nvSpPr>
        <p:spPr>
          <a:xfrm>
            <a:off x="9293887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6-line374"/>
          <p:cNvSpPr/>
          <p:nvPr/>
        </p:nvSpPr>
        <p:spPr>
          <a:xfrm>
            <a:off x="9293887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6-line375"/>
          <p:cNvSpPr/>
          <p:nvPr/>
        </p:nvSpPr>
        <p:spPr>
          <a:xfrm>
            <a:off x="9293887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6-line376"/>
          <p:cNvSpPr/>
          <p:nvPr/>
        </p:nvSpPr>
        <p:spPr>
          <a:xfrm>
            <a:off x="9293887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6-line377"/>
          <p:cNvSpPr/>
          <p:nvPr/>
        </p:nvSpPr>
        <p:spPr>
          <a:xfrm>
            <a:off x="9293887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6-line378"/>
          <p:cNvSpPr/>
          <p:nvPr/>
        </p:nvSpPr>
        <p:spPr>
          <a:xfrm>
            <a:off x="9293887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6-line379"/>
          <p:cNvSpPr/>
          <p:nvPr/>
        </p:nvSpPr>
        <p:spPr>
          <a:xfrm>
            <a:off x="9293887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6-unit380"/>
          <p:cNvSpPr/>
          <p:nvPr/>
        </p:nvSpPr>
        <p:spPr>
          <a:xfrm>
            <a:off x="9797862" y="4144991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2" name="S06-unit381"/>
          <p:cNvSpPr/>
          <p:nvPr/>
        </p:nvSpPr>
        <p:spPr>
          <a:xfrm>
            <a:off x="9797862" y="375126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3" name="S06-unit382"/>
          <p:cNvSpPr/>
          <p:nvPr/>
        </p:nvSpPr>
        <p:spPr>
          <a:xfrm>
            <a:off x="9797862" y="335753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4" name="S06-unit383"/>
          <p:cNvSpPr/>
          <p:nvPr/>
        </p:nvSpPr>
        <p:spPr>
          <a:xfrm>
            <a:off x="9797862" y="2963799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5" name="S06-unit384"/>
          <p:cNvSpPr/>
          <p:nvPr/>
        </p:nvSpPr>
        <p:spPr>
          <a:xfrm>
            <a:off x="9797862" y="2570068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6" name="S06-unit385"/>
          <p:cNvSpPr/>
          <p:nvPr/>
        </p:nvSpPr>
        <p:spPr>
          <a:xfrm>
            <a:off x="10207342" y="4144991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7" name="S06-unit386"/>
          <p:cNvSpPr/>
          <p:nvPr/>
        </p:nvSpPr>
        <p:spPr>
          <a:xfrm>
            <a:off x="10207342" y="375126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8" name="S06-unit387"/>
          <p:cNvSpPr/>
          <p:nvPr/>
        </p:nvSpPr>
        <p:spPr>
          <a:xfrm>
            <a:off x="10207342" y="335753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9" name="S06-figure388" descr="10개 막대 5개와 낱개 8개"/>
          <p:cNvSpPr/>
          <p:nvPr/>
        </p:nvSpPr>
        <p:spPr>
          <a:xfrm>
            <a:off x="6254496" y="1388877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0" name="S06-label389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묶음이 같으면 낱개</a:t>
            </a:r>
            <a:endParaRPr lang="ko-KR" sz="4400" dirty="0"/>
          </a:p>
        </p:txBody>
      </p:sp>
      <p:sp>
        <p:nvSpPr>
          <p:cNvPr id="3" name="S07-card3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묶음이 같으니 낱개를 봐요. 76은 73보다 커요.</a:t>
            </a:r>
            <a:endParaRPr lang="ko-KR" sz="3200" dirty="0"/>
          </a:p>
        </p:txBody>
      </p:sp>
      <p:sp>
        <p:nvSpPr>
          <p:cNvPr id="5" name="S07-rod392"/>
          <p:cNvSpPr/>
          <p:nvPr/>
        </p:nvSpPr>
        <p:spPr>
          <a:xfrm>
            <a:off x="1272895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7-line393"/>
          <p:cNvSpPr/>
          <p:nvPr/>
        </p:nvSpPr>
        <p:spPr>
          <a:xfrm>
            <a:off x="1272895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7-line394"/>
          <p:cNvSpPr/>
          <p:nvPr/>
        </p:nvSpPr>
        <p:spPr>
          <a:xfrm>
            <a:off x="1272895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7-line395"/>
          <p:cNvSpPr/>
          <p:nvPr/>
        </p:nvSpPr>
        <p:spPr>
          <a:xfrm>
            <a:off x="1272895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7-line396"/>
          <p:cNvSpPr/>
          <p:nvPr/>
        </p:nvSpPr>
        <p:spPr>
          <a:xfrm>
            <a:off x="1272895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7-line397"/>
          <p:cNvSpPr/>
          <p:nvPr/>
        </p:nvSpPr>
        <p:spPr>
          <a:xfrm>
            <a:off x="1272895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7-line398"/>
          <p:cNvSpPr/>
          <p:nvPr/>
        </p:nvSpPr>
        <p:spPr>
          <a:xfrm>
            <a:off x="1272895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7-line399"/>
          <p:cNvSpPr/>
          <p:nvPr/>
        </p:nvSpPr>
        <p:spPr>
          <a:xfrm>
            <a:off x="1272895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7-line400"/>
          <p:cNvSpPr/>
          <p:nvPr/>
        </p:nvSpPr>
        <p:spPr>
          <a:xfrm>
            <a:off x="1272895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7-line401"/>
          <p:cNvSpPr/>
          <p:nvPr/>
        </p:nvSpPr>
        <p:spPr>
          <a:xfrm>
            <a:off x="1272895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7-rod402"/>
          <p:cNvSpPr/>
          <p:nvPr/>
        </p:nvSpPr>
        <p:spPr>
          <a:xfrm>
            <a:off x="1776870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7-line403"/>
          <p:cNvSpPr/>
          <p:nvPr/>
        </p:nvSpPr>
        <p:spPr>
          <a:xfrm>
            <a:off x="1776870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7-line404"/>
          <p:cNvSpPr/>
          <p:nvPr/>
        </p:nvSpPr>
        <p:spPr>
          <a:xfrm>
            <a:off x="1776870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7-line405"/>
          <p:cNvSpPr/>
          <p:nvPr/>
        </p:nvSpPr>
        <p:spPr>
          <a:xfrm>
            <a:off x="1776870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7-line406"/>
          <p:cNvSpPr/>
          <p:nvPr/>
        </p:nvSpPr>
        <p:spPr>
          <a:xfrm>
            <a:off x="1776870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7-line407"/>
          <p:cNvSpPr/>
          <p:nvPr/>
        </p:nvSpPr>
        <p:spPr>
          <a:xfrm>
            <a:off x="1776870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7-line408"/>
          <p:cNvSpPr/>
          <p:nvPr/>
        </p:nvSpPr>
        <p:spPr>
          <a:xfrm>
            <a:off x="1776870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7-line409"/>
          <p:cNvSpPr/>
          <p:nvPr/>
        </p:nvSpPr>
        <p:spPr>
          <a:xfrm>
            <a:off x="1776870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7-line410"/>
          <p:cNvSpPr/>
          <p:nvPr/>
        </p:nvSpPr>
        <p:spPr>
          <a:xfrm>
            <a:off x="1776870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7-line411"/>
          <p:cNvSpPr/>
          <p:nvPr/>
        </p:nvSpPr>
        <p:spPr>
          <a:xfrm>
            <a:off x="1776870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7-rod412"/>
          <p:cNvSpPr/>
          <p:nvPr/>
        </p:nvSpPr>
        <p:spPr>
          <a:xfrm>
            <a:off x="2280846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7-line413"/>
          <p:cNvSpPr/>
          <p:nvPr/>
        </p:nvSpPr>
        <p:spPr>
          <a:xfrm>
            <a:off x="2280846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7-line414"/>
          <p:cNvSpPr/>
          <p:nvPr/>
        </p:nvSpPr>
        <p:spPr>
          <a:xfrm>
            <a:off x="2280846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7-line415"/>
          <p:cNvSpPr/>
          <p:nvPr/>
        </p:nvSpPr>
        <p:spPr>
          <a:xfrm>
            <a:off x="2280846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7-line416"/>
          <p:cNvSpPr/>
          <p:nvPr/>
        </p:nvSpPr>
        <p:spPr>
          <a:xfrm>
            <a:off x="2280846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7-line417"/>
          <p:cNvSpPr/>
          <p:nvPr/>
        </p:nvSpPr>
        <p:spPr>
          <a:xfrm>
            <a:off x="2280846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7-line418"/>
          <p:cNvSpPr/>
          <p:nvPr/>
        </p:nvSpPr>
        <p:spPr>
          <a:xfrm>
            <a:off x="2280846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7-line419"/>
          <p:cNvSpPr/>
          <p:nvPr/>
        </p:nvSpPr>
        <p:spPr>
          <a:xfrm>
            <a:off x="2280846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7-line420"/>
          <p:cNvSpPr/>
          <p:nvPr/>
        </p:nvSpPr>
        <p:spPr>
          <a:xfrm>
            <a:off x="2280846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7-line421"/>
          <p:cNvSpPr/>
          <p:nvPr/>
        </p:nvSpPr>
        <p:spPr>
          <a:xfrm>
            <a:off x="2280846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7-rod422"/>
          <p:cNvSpPr/>
          <p:nvPr/>
        </p:nvSpPr>
        <p:spPr>
          <a:xfrm>
            <a:off x="2784821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7-line423"/>
          <p:cNvSpPr/>
          <p:nvPr/>
        </p:nvSpPr>
        <p:spPr>
          <a:xfrm>
            <a:off x="2784821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7-line424"/>
          <p:cNvSpPr/>
          <p:nvPr/>
        </p:nvSpPr>
        <p:spPr>
          <a:xfrm>
            <a:off x="2784821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7-line425"/>
          <p:cNvSpPr/>
          <p:nvPr/>
        </p:nvSpPr>
        <p:spPr>
          <a:xfrm>
            <a:off x="2784821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7-line426"/>
          <p:cNvSpPr/>
          <p:nvPr/>
        </p:nvSpPr>
        <p:spPr>
          <a:xfrm>
            <a:off x="2784821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7-line427"/>
          <p:cNvSpPr/>
          <p:nvPr/>
        </p:nvSpPr>
        <p:spPr>
          <a:xfrm>
            <a:off x="2784821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7-line428"/>
          <p:cNvSpPr/>
          <p:nvPr/>
        </p:nvSpPr>
        <p:spPr>
          <a:xfrm>
            <a:off x="2784821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7-line429"/>
          <p:cNvSpPr/>
          <p:nvPr/>
        </p:nvSpPr>
        <p:spPr>
          <a:xfrm>
            <a:off x="2784821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7-line430"/>
          <p:cNvSpPr/>
          <p:nvPr/>
        </p:nvSpPr>
        <p:spPr>
          <a:xfrm>
            <a:off x="2784821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7-line431"/>
          <p:cNvSpPr/>
          <p:nvPr/>
        </p:nvSpPr>
        <p:spPr>
          <a:xfrm>
            <a:off x="2784821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7-rod432"/>
          <p:cNvSpPr/>
          <p:nvPr/>
        </p:nvSpPr>
        <p:spPr>
          <a:xfrm>
            <a:off x="3288796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7-line433"/>
          <p:cNvSpPr/>
          <p:nvPr/>
        </p:nvSpPr>
        <p:spPr>
          <a:xfrm>
            <a:off x="3288796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7-line434"/>
          <p:cNvSpPr/>
          <p:nvPr/>
        </p:nvSpPr>
        <p:spPr>
          <a:xfrm>
            <a:off x="3288796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7-line435"/>
          <p:cNvSpPr/>
          <p:nvPr/>
        </p:nvSpPr>
        <p:spPr>
          <a:xfrm>
            <a:off x="3288796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7-line436"/>
          <p:cNvSpPr/>
          <p:nvPr/>
        </p:nvSpPr>
        <p:spPr>
          <a:xfrm>
            <a:off x="3288796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7-line437"/>
          <p:cNvSpPr/>
          <p:nvPr/>
        </p:nvSpPr>
        <p:spPr>
          <a:xfrm>
            <a:off x="3288796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7-line438"/>
          <p:cNvSpPr/>
          <p:nvPr/>
        </p:nvSpPr>
        <p:spPr>
          <a:xfrm>
            <a:off x="3288796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7-line439"/>
          <p:cNvSpPr/>
          <p:nvPr/>
        </p:nvSpPr>
        <p:spPr>
          <a:xfrm>
            <a:off x="3288796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7-line440"/>
          <p:cNvSpPr/>
          <p:nvPr/>
        </p:nvSpPr>
        <p:spPr>
          <a:xfrm>
            <a:off x="3288796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7-line441"/>
          <p:cNvSpPr/>
          <p:nvPr/>
        </p:nvSpPr>
        <p:spPr>
          <a:xfrm>
            <a:off x="3288796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7-rod442"/>
          <p:cNvSpPr/>
          <p:nvPr/>
        </p:nvSpPr>
        <p:spPr>
          <a:xfrm>
            <a:off x="3792771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7-line443"/>
          <p:cNvSpPr/>
          <p:nvPr/>
        </p:nvSpPr>
        <p:spPr>
          <a:xfrm>
            <a:off x="3792771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7-line444"/>
          <p:cNvSpPr/>
          <p:nvPr/>
        </p:nvSpPr>
        <p:spPr>
          <a:xfrm>
            <a:off x="3792771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7-line445"/>
          <p:cNvSpPr/>
          <p:nvPr/>
        </p:nvSpPr>
        <p:spPr>
          <a:xfrm>
            <a:off x="3792771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7-line446"/>
          <p:cNvSpPr/>
          <p:nvPr/>
        </p:nvSpPr>
        <p:spPr>
          <a:xfrm>
            <a:off x="3792771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7-line447"/>
          <p:cNvSpPr/>
          <p:nvPr/>
        </p:nvSpPr>
        <p:spPr>
          <a:xfrm>
            <a:off x="3792771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7-line448"/>
          <p:cNvSpPr/>
          <p:nvPr/>
        </p:nvSpPr>
        <p:spPr>
          <a:xfrm>
            <a:off x="3792771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7-line449"/>
          <p:cNvSpPr/>
          <p:nvPr/>
        </p:nvSpPr>
        <p:spPr>
          <a:xfrm>
            <a:off x="3792771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7-line450"/>
          <p:cNvSpPr/>
          <p:nvPr/>
        </p:nvSpPr>
        <p:spPr>
          <a:xfrm>
            <a:off x="3792771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7-line451"/>
          <p:cNvSpPr/>
          <p:nvPr/>
        </p:nvSpPr>
        <p:spPr>
          <a:xfrm>
            <a:off x="3792771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7-rod452"/>
          <p:cNvSpPr/>
          <p:nvPr/>
        </p:nvSpPr>
        <p:spPr>
          <a:xfrm>
            <a:off x="4296746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7-line453"/>
          <p:cNvSpPr/>
          <p:nvPr/>
        </p:nvSpPr>
        <p:spPr>
          <a:xfrm>
            <a:off x="4296746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7-line454"/>
          <p:cNvSpPr/>
          <p:nvPr/>
        </p:nvSpPr>
        <p:spPr>
          <a:xfrm>
            <a:off x="4296746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7-line455"/>
          <p:cNvSpPr/>
          <p:nvPr/>
        </p:nvSpPr>
        <p:spPr>
          <a:xfrm>
            <a:off x="4296746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7-line456"/>
          <p:cNvSpPr/>
          <p:nvPr/>
        </p:nvSpPr>
        <p:spPr>
          <a:xfrm>
            <a:off x="4296746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07-line457"/>
          <p:cNvSpPr/>
          <p:nvPr/>
        </p:nvSpPr>
        <p:spPr>
          <a:xfrm>
            <a:off x="4296746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07-line458"/>
          <p:cNvSpPr/>
          <p:nvPr/>
        </p:nvSpPr>
        <p:spPr>
          <a:xfrm>
            <a:off x="4296746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07-line459"/>
          <p:cNvSpPr/>
          <p:nvPr/>
        </p:nvSpPr>
        <p:spPr>
          <a:xfrm>
            <a:off x="4296746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07-line460"/>
          <p:cNvSpPr/>
          <p:nvPr/>
        </p:nvSpPr>
        <p:spPr>
          <a:xfrm>
            <a:off x="4296746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07-line461"/>
          <p:cNvSpPr/>
          <p:nvPr/>
        </p:nvSpPr>
        <p:spPr>
          <a:xfrm>
            <a:off x="4296746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7-unit462"/>
          <p:cNvSpPr/>
          <p:nvPr/>
        </p:nvSpPr>
        <p:spPr>
          <a:xfrm>
            <a:off x="4800721" y="4144991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07-unit463"/>
          <p:cNvSpPr/>
          <p:nvPr/>
        </p:nvSpPr>
        <p:spPr>
          <a:xfrm>
            <a:off x="4800721" y="375126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07-unit464"/>
          <p:cNvSpPr/>
          <p:nvPr/>
        </p:nvSpPr>
        <p:spPr>
          <a:xfrm>
            <a:off x="4800721" y="335753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8" name="S07-figure465" descr="10개 막대 7개와 낱개 3개"/>
          <p:cNvSpPr/>
          <p:nvPr/>
        </p:nvSpPr>
        <p:spPr>
          <a:xfrm>
            <a:off x="548640" y="1388877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S07-label466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</a:t>
            </a:r>
            <a:endParaRPr lang="ko-KR" sz="2600" dirty="0"/>
          </a:p>
        </p:txBody>
      </p:sp>
      <p:sp>
        <p:nvSpPr>
          <p:cNvPr id="80" name="S07-rod467"/>
          <p:cNvSpPr/>
          <p:nvPr/>
        </p:nvSpPr>
        <p:spPr>
          <a:xfrm>
            <a:off x="6774011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1" name="S07-line468"/>
          <p:cNvSpPr/>
          <p:nvPr/>
        </p:nvSpPr>
        <p:spPr>
          <a:xfrm>
            <a:off x="6774011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07-line469"/>
          <p:cNvSpPr/>
          <p:nvPr/>
        </p:nvSpPr>
        <p:spPr>
          <a:xfrm>
            <a:off x="6774011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07-line470"/>
          <p:cNvSpPr/>
          <p:nvPr/>
        </p:nvSpPr>
        <p:spPr>
          <a:xfrm>
            <a:off x="6774011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07-line471"/>
          <p:cNvSpPr/>
          <p:nvPr/>
        </p:nvSpPr>
        <p:spPr>
          <a:xfrm>
            <a:off x="6774011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7-line472"/>
          <p:cNvSpPr/>
          <p:nvPr/>
        </p:nvSpPr>
        <p:spPr>
          <a:xfrm>
            <a:off x="6774011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7-line473"/>
          <p:cNvSpPr/>
          <p:nvPr/>
        </p:nvSpPr>
        <p:spPr>
          <a:xfrm>
            <a:off x="6774011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7-line474"/>
          <p:cNvSpPr/>
          <p:nvPr/>
        </p:nvSpPr>
        <p:spPr>
          <a:xfrm>
            <a:off x="6774011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7-line475"/>
          <p:cNvSpPr/>
          <p:nvPr/>
        </p:nvSpPr>
        <p:spPr>
          <a:xfrm>
            <a:off x="6774011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7-line476"/>
          <p:cNvSpPr/>
          <p:nvPr/>
        </p:nvSpPr>
        <p:spPr>
          <a:xfrm>
            <a:off x="6774011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7-rod477"/>
          <p:cNvSpPr/>
          <p:nvPr/>
        </p:nvSpPr>
        <p:spPr>
          <a:xfrm>
            <a:off x="7277987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1" name="S07-line478"/>
          <p:cNvSpPr/>
          <p:nvPr/>
        </p:nvSpPr>
        <p:spPr>
          <a:xfrm>
            <a:off x="7277987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7-line479"/>
          <p:cNvSpPr/>
          <p:nvPr/>
        </p:nvSpPr>
        <p:spPr>
          <a:xfrm>
            <a:off x="7277987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7-line480"/>
          <p:cNvSpPr/>
          <p:nvPr/>
        </p:nvSpPr>
        <p:spPr>
          <a:xfrm>
            <a:off x="7277987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7-line481"/>
          <p:cNvSpPr/>
          <p:nvPr/>
        </p:nvSpPr>
        <p:spPr>
          <a:xfrm>
            <a:off x="7277987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7-line482"/>
          <p:cNvSpPr/>
          <p:nvPr/>
        </p:nvSpPr>
        <p:spPr>
          <a:xfrm>
            <a:off x="7277987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7-line483"/>
          <p:cNvSpPr/>
          <p:nvPr/>
        </p:nvSpPr>
        <p:spPr>
          <a:xfrm>
            <a:off x="7277987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7-line484"/>
          <p:cNvSpPr/>
          <p:nvPr/>
        </p:nvSpPr>
        <p:spPr>
          <a:xfrm>
            <a:off x="7277987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7-line485"/>
          <p:cNvSpPr/>
          <p:nvPr/>
        </p:nvSpPr>
        <p:spPr>
          <a:xfrm>
            <a:off x="7277987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7-line486"/>
          <p:cNvSpPr/>
          <p:nvPr/>
        </p:nvSpPr>
        <p:spPr>
          <a:xfrm>
            <a:off x="7277987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7-rod487"/>
          <p:cNvSpPr/>
          <p:nvPr/>
        </p:nvSpPr>
        <p:spPr>
          <a:xfrm>
            <a:off x="7781962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1" name="S07-line488"/>
          <p:cNvSpPr/>
          <p:nvPr/>
        </p:nvSpPr>
        <p:spPr>
          <a:xfrm>
            <a:off x="7781962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7-line489"/>
          <p:cNvSpPr/>
          <p:nvPr/>
        </p:nvSpPr>
        <p:spPr>
          <a:xfrm>
            <a:off x="7781962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7-line490"/>
          <p:cNvSpPr/>
          <p:nvPr/>
        </p:nvSpPr>
        <p:spPr>
          <a:xfrm>
            <a:off x="7781962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7-line491"/>
          <p:cNvSpPr/>
          <p:nvPr/>
        </p:nvSpPr>
        <p:spPr>
          <a:xfrm>
            <a:off x="7781962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7-line492"/>
          <p:cNvSpPr/>
          <p:nvPr/>
        </p:nvSpPr>
        <p:spPr>
          <a:xfrm>
            <a:off x="7781962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7-line493"/>
          <p:cNvSpPr/>
          <p:nvPr/>
        </p:nvSpPr>
        <p:spPr>
          <a:xfrm>
            <a:off x="7781962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7-line494"/>
          <p:cNvSpPr/>
          <p:nvPr/>
        </p:nvSpPr>
        <p:spPr>
          <a:xfrm>
            <a:off x="7781962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7-line495"/>
          <p:cNvSpPr/>
          <p:nvPr/>
        </p:nvSpPr>
        <p:spPr>
          <a:xfrm>
            <a:off x="7781962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7-line496"/>
          <p:cNvSpPr/>
          <p:nvPr/>
        </p:nvSpPr>
        <p:spPr>
          <a:xfrm>
            <a:off x="7781962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7-rod497"/>
          <p:cNvSpPr/>
          <p:nvPr/>
        </p:nvSpPr>
        <p:spPr>
          <a:xfrm>
            <a:off x="8285937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1" name="S07-line498"/>
          <p:cNvSpPr/>
          <p:nvPr/>
        </p:nvSpPr>
        <p:spPr>
          <a:xfrm>
            <a:off x="8285937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7-line499"/>
          <p:cNvSpPr/>
          <p:nvPr/>
        </p:nvSpPr>
        <p:spPr>
          <a:xfrm>
            <a:off x="8285937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7-line500"/>
          <p:cNvSpPr/>
          <p:nvPr/>
        </p:nvSpPr>
        <p:spPr>
          <a:xfrm>
            <a:off x="8285937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7-line501"/>
          <p:cNvSpPr/>
          <p:nvPr/>
        </p:nvSpPr>
        <p:spPr>
          <a:xfrm>
            <a:off x="8285937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7-line502"/>
          <p:cNvSpPr/>
          <p:nvPr/>
        </p:nvSpPr>
        <p:spPr>
          <a:xfrm>
            <a:off x="8285937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7-line503"/>
          <p:cNvSpPr/>
          <p:nvPr/>
        </p:nvSpPr>
        <p:spPr>
          <a:xfrm>
            <a:off x="8285937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7-line504"/>
          <p:cNvSpPr/>
          <p:nvPr/>
        </p:nvSpPr>
        <p:spPr>
          <a:xfrm>
            <a:off x="8285937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7-line505"/>
          <p:cNvSpPr/>
          <p:nvPr/>
        </p:nvSpPr>
        <p:spPr>
          <a:xfrm>
            <a:off x="8285937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7-line506"/>
          <p:cNvSpPr/>
          <p:nvPr/>
        </p:nvSpPr>
        <p:spPr>
          <a:xfrm>
            <a:off x="8285937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7-rod507"/>
          <p:cNvSpPr/>
          <p:nvPr/>
        </p:nvSpPr>
        <p:spPr>
          <a:xfrm>
            <a:off x="8789912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1" name="S07-line508"/>
          <p:cNvSpPr/>
          <p:nvPr/>
        </p:nvSpPr>
        <p:spPr>
          <a:xfrm>
            <a:off x="8789912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7-line509"/>
          <p:cNvSpPr/>
          <p:nvPr/>
        </p:nvSpPr>
        <p:spPr>
          <a:xfrm>
            <a:off x="8789912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7-line510"/>
          <p:cNvSpPr/>
          <p:nvPr/>
        </p:nvSpPr>
        <p:spPr>
          <a:xfrm>
            <a:off x="8789912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7-line511"/>
          <p:cNvSpPr/>
          <p:nvPr/>
        </p:nvSpPr>
        <p:spPr>
          <a:xfrm>
            <a:off x="8789912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7-line512"/>
          <p:cNvSpPr/>
          <p:nvPr/>
        </p:nvSpPr>
        <p:spPr>
          <a:xfrm>
            <a:off x="8789912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7-line513"/>
          <p:cNvSpPr/>
          <p:nvPr/>
        </p:nvSpPr>
        <p:spPr>
          <a:xfrm>
            <a:off x="8789912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7-line514"/>
          <p:cNvSpPr/>
          <p:nvPr/>
        </p:nvSpPr>
        <p:spPr>
          <a:xfrm>
            <a:off x="8789912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7-line515"/>
          <p:cNvSpPr/>
          <p:nvPr/>
        </p:nvSpPr>
        <p:spPr>
          <a:xfrm>
            <a:off x="8789912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7-line516"/>
          <p:cNvSpPr/>
          <p:nvPr/>
        </p:nvSpPr>
        <p:spPr>
          <a:xfrm>
            <a:off x="8789912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7-rod517"/>
          <p:cNvSpPr/>
          <p:nvPr/>
        </p:nvSpPr>
        <p:spPr>
          <a:xfrm>
            <a:off x="9293887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1" name="S07-line518"/>
          <p:cNvSpPr/>
          <p:nvPr/>
        </p:nvSpPr>
        <p:spPr>
          <a:xfrm>
            <a:off x="9293887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7-line519"/>
          <p:cNvSpPr/>
          <p:nvPr/>
        </p:nvSpPr>
        <p:spPr>
          <a:xfrm>
            <a:off x="9293887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7-line520"/>
          <p:cNvSpPr/>
          <p:nvPr/>
        </p:nvSpPr>
        <p:spPr>
          <a:xfrm>
            <a:off x="9293887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7-line521"/>
          <p:cNvSpPr/>
          <p:nvPr/>
        </p:nvSpPr>
        <p:spPr>
          <a:xfrm>
            <a:off x="9293887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7-line522"/>
          <p:cNvSpPr/>
          <p:nvPr/>
        </p:nvSpPr>
        <p:spPr>
          <a:xfrm>
            <a:off x="9293887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7-line523"/>
          <p:cNvSpPr/>
          <p:nvPr/>
        </p:nvSpPr>
        <p:spPr>
          <a:xfrm>
            <a:off x="9293887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7-line524"/>
          <p:cNvSpPr/>
          <p:nvPr/>
        </p:nvSpPr>
        <p:spPr>
          <a:xfrm>
            <a:off x="9293887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7-line525"/>
          <p:cNvSpPr/>
          <p:nvPr/>
        </p:nvSpPr>
        <p:spPr>
          <a:xfrm>
            <a:off x="9293887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7-line526"/>
          <p:cNvSpPr/>
          <p:nvPr/>
        </p:nvSpPr>
        <p:spPr>
          <a:xfrm>
            <a:off x="9293887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7-rod527"/>
          <p:cNvSpPr/>
          <p:nvPr/>
        </p:nvSpPr>
        <p:spPr>
          <a:xfrm>
            <a:off x="9797862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1" name="S07-line528"/>
          <p:cNvSpPr/>
          <p:nvPr/>
        </p:nvSpPr>
        <p:spPr>
          <a:xfrm>
            <a:off x="9797862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7-line529"/>
          <p:cNvSpPr/>
          <p:nvPr/>
        </p:nvSpPr>
        <p:spPr>
          <a:xfrm>
            <a:off x="9797862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7-line530"/>
          <p:cNvSpPr/>
          <p:nvPr/>
        </p:nvSpPr>
        <p:spPr>
          <a:xfrm>
            <a:off x="9797862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07-line531"/>
          <p:cNvSpPr/>
          <p:nvPr/>
        </p:nvSpPr>
        <p:spPr>
          <a:xfrm>
            <a:off x="9797862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07-line532"/>
          <p:cNvSpPr/>
          <p:nvPr/>
        </p:nvSpPr>
        <p:spPr>
          <a:xfrm>
            <a:off x="9797862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6" name="S07-line533"/>
          <p:cNvSpPr/>
          <p:nvPr/>
        </p:nvSpPr>
        <p:spPr>
          <a:xfrm>
            <a:off x="9797862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7" name="S07-line534"/>
          <p:cNvSpPr/>
          <p:nvPr/>
        </p:nvSpPr>
        <p:spPr>
          <a:xfrm>
            <a:off x="9797862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8" name="S07-line535"/>
          <p:cNvSpPr/>
          <p:nvPr/>
        </p:nvSpPr>
        <p:spPr>
          <a:xfrm>
            <a:off x="9797862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9" name="S07-line536"/>
          <p:cNvSpPr/>
          <p:nvPr/>
        </p:nvSpPr>
        <p:spPr>
          <a:xfrm>
            <a:off x="9797862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0" name="S07-unit537"/>
          <p:cNvSpPr/>
          <p:nvPr/>
        </p:nvSpPr>
        <p:spPr>
          <a:xfrm>
            <a:off x="10301837" y="4144991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1" name="S07-unit538"/>
          <p:cNvSpPr/>
          <p:nvPr/>
        </p:nvSpPr>
        <p:spPr>
          <a:xfrm>
            <a:off x="10301837" y="375126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2" name="S07-unit539"/>
          <p:cNvSpPr/>
          <p:nvPr/>
        </p:nvSpPr>
        <p:spPr>
          <a:xfrm>
            <a:off x="10301837" y="335753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3" name="S07-unit540"/>
          <p:cNvSpPr/>
          <p:nvPr/>
        </p:nvSpPr>
        <p:spPr>
          <a:xfrm>
            <a:off x="10301837" y="2963799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4" name="S07-unit541"/>
          <p:cNvSpPr/>
          <p:nvPr/>
        </p:nvSpPr>
        <p:spPr>
          <a:xfrm>
            <a:off x="10301837" y="2570068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5" name="S07-unit542"/>
          <p:cNvSpPr/>
          <p:nvPr/>
        </p:nvSpPr>
        <p:spPr>
          <a:xfrm>
            <a:off x="10711317" y="4144991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6" name="S07-figure543" descr="10개 막대 7개와 낱개 6개"/>
          <p:cNvSpPr/>
          <p:nvPr/>
        </p:nvSpPr>
        <p:spPr>
          <a:xfrm>
            <a:off x="6254496" y="1388877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7" name="S07-label544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말하고 써 봐요</a:t>
            </a:r>
            <a:endParaRPr lang="ko-KR" sz="4400" dirty="0"/>
          </a:p>
        </p:txBody>
      </p:sp>
      <p:sp>
        <p:nvSpPr>
          <p:cNvPr id="3" name="S08-card54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8-cardtext54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묶음의 수를 먼저, 낱개의 수를 뒤에 써요.</a:t>
            </a:r>
            <a:endParaRPr lang="ko-KR" sz="3200" dirty="0"/>
          </a:p>
        </p:txBody>
      </p:sp>
      <p:sp>
        <p:nvSpPr>
          <p:cNvPr id="5" name="S08-chip54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8-text548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8개, 낱개 2개는?</a:t>
            </a:r>
            <a:endParaRPr lang="ko-KR" sz="3200" dirty="0"/>
          </a:p>
        </p:txBody>
      </p:sp>
      <p:sp>
        <p:nvSpPr>
          <p:cNvPr id="7" name="S08-chip549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8-text550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69를 두 가지로 읽어요.</a:t>
            </a:r>
            <a:endParaRPr lang="ko-KR" sz="3200" dirty="0"/>
          </a:p>
        </p:txBody>
      </p:sp>
      <p:sp>
        <p:nvSpPr>
          <p:cNvPr id="9" name="S08-chip551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8-text552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아흔다섯을 숫자로 써요.</a:t>
            </a:r>
            <a:endParaRPr lang="ko-KR" sz="3200" dirty="0"/>
          </a:p>
        </p:txBody>
      </p:sp>
      <p:sp>
        <p:nvSpPr>
          <p:cNvPr id="11" name="S08-chip553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8-text554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99 다음 수는?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큰 수는?</a:t>
            </a:r>
            <a:endParaRPr lang="ko-KR" sz="4400" dirty="0"/>
          </a:p>
        </p:txBody>
      </p:sp>
      <p:sp>
        <p:nvSpPr>
          <p:cNvPr id="3" name="S09-text5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큰 수를 찾아 문장으로 말해요.</a:t>
            </a:r>
            <a:endParaRPr lang="ko-KR" sz="3200" dirty="0"/>
          </a:p>
        </p:txBody>
      </p:sp>
      <p:sp>
        <p:nvSpPr>
          <p:cNvPr id="4" name="S09-card5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5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묶음부터 보고, 같으면 낱개를 봐요.</a:t>
            </a:r>
            <a:endParaRPr lang="ko-KR" sz="3200" dirty="0"/>
          </a:p>
        </p:txBody>
      </p:sp>
      <p:sp>
        <p:nvSpPr>
          <p:cNvPr id="6" name="S09-card558"/>
          <p:cNvSpPr/>
          <p:nvPr/>
        </p:nvSpPr>
        <p:spPr>
          <a:xfrm>
            <a:off x="6277356" y="2011680"/>
            <a:ext cx="5362956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559"/>
          <p:cNvSpPr txBox="1"/>
          <p:nvPr/>
        </p:nvSpPr>
        <p:spPr>
          <a:xfrm>
            <a:off x="6551676" y="2148840"/>
            <a:ext cx="481431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①을 표로 보면</a:t>
            </a:r>
            <a:endParaRPr lang="ko-KR" sz="3200" dirty="0"/>
          </a:p>
        </p:txBody>
      </p:sp>
      <p:graphicFrame>
        <p:nvGraphicFramePr>
          <p:cNvPr id="10" name="S09-table56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51676" y="2903220"/>
          <a:ext cx="4814316" cy="914400"/>
        </p:xfrm>
        <a:graphic>
          <a:graphicData uri="http://schemas.openxmlformats.org/drawingml/2006/table">
            <a:tbl>
              <a:tblPr/>
              <a:tblGrid>
                <a:gridCol w="1604772"/>
                <a:gridCol w="1604772"/>
                <a:gridCol w="1604772"/>
              </a:tblGrid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묶음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낱개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09-chip561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10" name="S09-text562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57과 75</a:t>
            </a:r>
            <a:endParaRPr lang="ko-KR" sz="3200" dirty="0"/>
          </a:p>
        </p:txBody>
      </p:sp>
      <p:sp>
        <p:nvSpPr>
          <p:cNvPr id="11" name="S09-chip563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2" name="S09-text564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83과 86</a:t>
            </a:r>
            <a:endParaRPr lang="ko-KR" sz="3200" dirty="0"/>
          </a:p>
        </p:txBody>
      </p:sp>
      <p:sp>
        <p:nvSpPr>
          <p:cNvPr id="13" name="S09-chip565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4" name="S09-text566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90과 49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10-card56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56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49와 52 중 어느 수가 더 클까요?</a:t>
            </a:r>
            <a:endParaRPr lang="ko-KR" sz="3200" dirty="0"/>
          </a:p>
        </p:txBody>
      </p:sp>
      <p:sp>
        <p:nvSpPr>
          <p:cNvPr id="5" name="S10-card5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5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10-chip57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49</a:t>
            </a:r>
            <a:endParaRPr lang="ko-KR" sz="2600" dirty="0"/>
          </a:p>
        </p:txBody>
      </p:sp>
      <p:sp>
        <p:nvSpPr>
          <p:cNvPr id="8" name="S10-text57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9가 2보다 크니까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49가 커요.</a:t>
            </a:r>
            <a:endParaRPr lang="ko-KR" sz="3200" dirty="0"/>
          </a:p>
        </p:txBody>
      </p:sp>
      <p:sp>
        <p:nvSpPr>
          <p:cNvPr id="9" name="S10-chip57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52</a:t>
            </a:r>
            <a:endParaRPr lang="ko-KR" sz="2600" dirty="0"/>
          </a:p>
        </p:txBody>
      </p:sp>
      <p:sp>
        <p:nvSpPr>
          <p:cNvPr id="10" name="S10-text57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5개가 4개보다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많으니까 52가 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57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어떻게 알았는지 말해요.</a:t>
            </a:r>
            <a:endParaRPr lang="ko-KR" sz="3200" dirty="0"/>
          </a:p>
        </p:txBody>
      </p:sp>
      <p:sp>
        <p:nvSpPr>
          <p:cNvPr id="4" name="S11-chip57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1-text577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6개, 낱개 7개는?</a:t>
            </a:r>
            <a:endParaRPr lang="ko-KR" sz="3200" dirty="0"/>
          </a:p>
        </p:txBody>
      </p:sp>
      <p:sp>
        <p:nvSpPr>
          <p:cNvPr id="6" name="S11-chip57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1-text57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아흔을 숫자로 써요.</a:t>
            </a:r>
            <a:endParaRPr lang="ko-KR" sz="3200" dirty="0"/>
          </a:p>
        </p:txBody>
      </p:sp>
      <p:sp>
        <p:nvSpPr>
          <p:cNvPr id="8" name="S11-chip580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1-text581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68과 71 중 큰 수는?</a:t>
            </a:r>
            <a:endParaRPr lang="ko-KR" sz="3200" dirty="0"/>
          </a:p>
        </p:txBody>
      </p:sp>
      <p:sp>
        <p:nvSpPr>
          <p:cNvPr id="10" name="S11-chip582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11-text583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45와 42 중 작은 수는?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큰 수는?</a:t>
            </a:r>
            <a:endParaRPr lang="ko-KR" sz="4400" dirty="0"/>
          </a:p>
        </p:txBody>
      </p:sp>
      <p:sp>
        <p:nvSpPr>
          <p:cNvPr id="3" name="S13-card58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58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수를 말하고, 어떻게 알았는지 말해요.</a:t>
            </a:r>
            <a:endParaRPr lang="ko-KR" sz="3200" dirty="0"/>
          </a:p>
        </p:txBody>
      </p:sp>
      <p:sp>
        <p:nvSpPr>
          <p:cNvPr id="5" name="S13-chip586"/>
          <p:cNvSpPr txBox="1"/>
          <p:nvPr/>
        </p:nvSpPr>
        <p:spPr>
          <a:xfrm>
            <a:off x="2946654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3-rod587"/>
          <p:cNvSpPr/>
          <p:nvPr/>
        </p:nvSpPr>
        <p:spPr>
          <a:xfrm>
            <a:off x="2130552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3-line588"/>
          <p:cNvSpPr/>
          <p:nvPr/>
        </p:nvSpPr>
        <p:spPr>
          <a:xfrm>
            <a:off x="2130552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3-line589"/>
          <p:cNvSpPr/>
          <p:nvPr/>
        </p:nvSpPr>
        <p:spPr>
          <a:xfrm>
            <a:off x="2130552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3-line590"/>
          <p:cNvSpPr/>
          <p:nvPr/>
        </p:nvSpPr>
        <p:spPr>
          <a:xfrm>
            <a:off x="2130552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3-line591"/>
          <p:cNvSpPr/>
          <p:nvPr/>
        </p:nvSpPr>
        <p:spPr>
          <a:xfrm>
            <a:off x="2130552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3-line592"/>
          <p:cNvSpPr/>
          <p:nvPr/>
        </p:nvSpPr>
        <p:spPr>
          <a:xfrm>
            <a:off x="2130552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3-line593"/>
          <p:cNvSpPr/>
          <p:nvPr/>
        </p:nvSpPr>
        <p:spPr>
          <a:xfrm>
            <a:off x="2130552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3-line594"/>
          <p:cNvSpPr/>
          <p:nvPr/>
        </p:nvSpPr>
        <p:spPr>
          <a:xfrm>
            <a:off x="2130552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3-line595"/>
          <p:cNvSpPr/>
          <p:nvPr/>
        </p:nvSpPr>
        <p:spPr>
          <a:xfrm>
            <a:off x="2130552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3-line596"/>
          <p:cNvSpPr/>
          <p:nvPr/>
        </p:nvSpPr>
        <p:spPr>
          <a:xfrm>
            <a:off x="2130552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3-rod597"/>
          <p:cNvSpPr/>
          <p:nvPr/>
        </p:nvSpPr>
        <p:spPr>
          <a:xfrm>
            <a:off x="2606040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3-line598"/>
          <p:cNvSpPr/>
          <p:nvPr/>
        </p:nvSpPr>
        <p:spPr>
          <a:xfrm>
            <a:off x="2606040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3-line599"/>
          <p:cNvSpPr/>
          <p:nvPr/>
        </p:nvSpPr>
        <p:spPr>
          <a:xfrm>
            <a:off x="2606040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3-line600"/>
          <p:cNvSpPr/>
          <p:nvPr/>
        </p:nvSpPr>
        <p:spPr>
          <a:xfrm>
            <a:off x="2606040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3-line601"/>
          <p:cNvSpPr/>
          <p:nvPr/>
        </p:nvSpPr>
        <p:spPr>
          <a:xfrm>
            <a:off x="2606040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3-line602"/>
          <p:cNvSpPr/>
          <p:nvPr/>
        </p:nvSpPr>
        <p:spPr>
          <a:xfrm>
            <a:off x="2606040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3-line603"/>
          <p:cNvSpPr/>
          <p:nvPr/>
        </p:nvSpPr>
        <p:spPr>
          <a:xfrm>
            <a:off x="2606040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3-line604"/>
          <p:cNvSpPr/>
          <p:nvPr/>
        </p:nvSpPr>
        <p:spPr>
          <a:xfrm>
            <a:off x="2606040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3-line605"/>
          <p:cNvSpPr/>
          <p:nvPr/>
        </p:nvSpPr>
        <p:spPr>
          <a:xfrm>
            <a:off x="2606040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3-line606"/>
          <p:cNvSpPr/>
          <p:nvPr/>
        </p:nvSpPr>
        <p:spPr>
          <a:xfrm>
            <a:off x="2606040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3-rod607"/>
          <p:cNvSpPr/>
          <p:nvPr/>
        </p:nvSpPr>
        <p:spPr>
          <a:xfrm>
            <a:off x="3081528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3-line608"/>
          <p:cNvSpPr/>
          <p:nvPr/>
        </p:nvSpPr>
        <p:spPr>
          <a:xfrm>
            <a:off x="3081528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3-line609"/>
          <p:cNvSpPr/>
          <p:nvPr/>
        </p:nvSpPr>
        <p:spPr>
          <a:xfrm>
            <a:off x="3081528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3-line610"/>
          <p:cNvSpPr/>
          <p:nvPr/>
        </p:nvSpPr>
        <p:spPr>
          <a:xfrm>
            <a:off x="3081528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3-line611"/>
          <p:cNvSpPr/>
          <p:nvPr/>
        </p:nvSpPr>
        <p:spPr>
          <a:xfrm>
            <a:off x="3081528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3-line612"/>
          <p:cNvSpPr/>
          <p:nvPr/>
        </p:nvSpPr>
        <p:spPr>
          <a:xfrm>
            <a:off x="3081528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3-line613"/>
          <p:cNvSpPr/>
          <p:nvPr/>
        </p:nvSpPr>
        <p:spPr>
          <a:xfrm>
            <a:off x="3081528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3-line614"/>
          <p:cNvSpPr/>
          <p:nvPr/>
        </p:nvSpPr>
        <p:spPr>
          <a:xfrm>
            <a:off x="3081528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3-line615"/>
          <p:cNvSpPr/>
          <p:nvPr/>
        </p:nvSpPr>
        <p:spPr>
          <a:xfrm>
            <a:off x="3081528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3-line616"/>
          <p:cNvSpPr/>
          <p:nvPr/>
        </p:nvSpPr>
        <p:spPr>
          <a:xfrm>
            <a:off x="3081528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3-unit617"/>
          <p:cNvSpPr/>
          <p:nvPr/>
        </p:nvSpPr>
        <p:spPr>
          <a:xfrm>
            <a:off x="3557016" y="468972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3-unit618"/>
          <p:cNvSpPr/>
          <p:nvPr/>
        </p:nvSpPr>
        <p:spPr>
          <a:xfrm>
            <a:off x="3557016" y="4318254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13-unit619"/>
          <p:cNvSpPr/>
          <p:nvPr/>
        </p:nvSpPr>
        <p:spPr>
          <a:xfrm>
            <a:off x="3557016" y="394677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13-unit620"/>
          <p:cNvSpPr/>
          <p:nvPr/>
        </p:nvSpPr>
        <p:spPr>
          <a:xfrm>
            <a:off x="3557016" y="3575304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13-unit621"/>
          <p:cNvSpPr/>
          <p:nvPr/>
        </p:nvSpPr>
        <p:spPr>
          <a:xfrm>
            <a:off x="3557016" y="320382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13-unit622"/>
          <p:cNvSpPr/>
          <p:nvPr/>
        </p:nvSpPr>
        <p:spPr>
          <a:xfrm>
            <a:off x="3943350" y="468972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13-unit623"/>
          <p:cNvSpPr/>
          <p:nvPr/>
        </p:nvSpPr>
        <p:spPr>
          <a:xfrm>
            <a:off x="3943350" y="4318254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13-unit624"/>
          <p:cNvSpPr/>
          <p:nvPr/>
        </p:nvSpPr>
        <p:spPr>
          <a:xfrm>
            <a:off x="3943350" y="394677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13-unit625"/>
          <p:cNvSpPr/>
          <p:nvPr/>
        </p:nvSpPr>
        <p:spPr>
          <a:xfrm>
            <a:off x="3943350" y="3575304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13-figure626" descr="10개 막대 3개와 낱개 9개"/>
          <p:cNvSpPr/>
          <p:nvPr/>
        </p:nvSpPr>
        <p:spPr>
          <a:xfrm>
            <a:off x="548640" y="208940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13-chip627"/>
          <p:cNvSpPr txBox="1"/>
          <p:nvPr/>
        </p:nvSpPr>
        <p:spPr>
          <a:xfrm>
            <a:off x="8675370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47" name="S13-rod628"/>
          <p:cNvSpPr/>
          <p:nvPr/>
        </p:nvSpPr>
        <p:spPr>
          <a:xfrm>
            <a:off x="7814691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13-line629"/>
          <p:cNvSpPr/>
          <p:nvPr/>
        </p:nvSpPr>
        <p:spPr>
          <a:xfrm>
            <a:off x="7814691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3-line630"/>
          <p:cNvSpPr/>
          <p:nvPr/>
        </p:nvSpPr>
        <p:spPr>
          <a:xfrm>
            <a:off x="7814691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3-line631"/>
          <p:cNvSpPr/>
          <p:nvPr/>
        </p:nvSpPr>
        <p:spPr>
          <a:xfrm>
            <a:off x="7814691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3-line632"/>
          <p:cNvSpPr/>
          <p:nvPr/>
        </p:nvSpPr>
        <p:spPr>
          <a:xfrm>
            <a:off x="7814691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3-line633"/>
          <p:cNvSpPr/>
          <p:nvPr/>
        </p:nvSpPr>
        <p:spPr>
          <a:xfrm>
            <a:off x="7814691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3-line634"/>
          <p:cNvSpPr/>
          <p:nvPr/>
        </p:nvSpPr>
        <p:spPr>
          <a:xfrm>
            <a:off x="7814691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3-line635"/>
          <p:cNvSpPr/>
          <p:nvPr/>
        </p:nvSpPr>
        <p:spPr>
          <a:xfrm>
            <a:off x="7814691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3-line636"/>
          <p:cNvSpPr/>
          <p:nvPr/>
        </p:nvSpPr>
        <p:spPr>
          <a:xfrm>
            <a:off x="7814691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3-line637"/>
          <p:cNvSpPr/>
          <p:nvPr/>
        </p:nvSpPr>
        <p:spPr>
          <a:xfrm>
            <a:off x="7814691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3-rod638"/>
          <p:cNvSpPr/>
          <p:nvPr/>
        </p:nvSpPr>
        <p:spPr>
          <a:xfrm>
            <a:off x="8290179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8" name="S13-line639"/>
          <p:cNvSpPr/>
          <p:nvPr/>
        </p:nvSpPr>
        <p:spPr>
          <a:xfrm>
            <a:off x="8290179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3-line640"/>
          <p:cNvSpPr/>
          <p:nvPr/>
        </p:nvSpPr>
        <p:spPr>
          <a:xfrm>
            <a:off x="8290179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3-line641"/>
          <p:cNvSpPr/>
          <p:nvPr/>
        </p:nvSpPr>
        <p:spPr>
          <a:xfrm>
            <a:off x="8290179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3-line642"/>
          <p:cNvSpPr/>
          <p:nvPr/>
        </p:nvSpPr>
        <p:spPr>
          <a:xfrm>
            <a:off x="8290179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3-line643"/>
          <p:cNvSpPr/>
          <p:nvPr/>
        </p:nvSpPr>
        <p:spPr>
          <a:xfrm>
            <a:off x="8290179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3-line644"/>
          <p:cNvSpPr/>
          <p:nvPr/>
        </p:nvSpPr>
        <p:spPr>
          <a:xfrm>
            <a:off x="8290179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3-line645"/>
          <p:cNvSpPr/>
          <p:nvPr/>
        </p:nvSpPr>
        <p:spPr>
          <a:xfrm>
            <a:off x="8290179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3-line646"/>
          <p:cNvSpPr/>
          <p:nvPr/>
        </p:nvSpPr>
        <p:spPr>
          <a:xfrm>
            <a:off x="8290179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3-line647"/>
          <p:cNvSpPr/>
          <p:nvPr/>
        </p:nvSpPr>
        <p:spPr>
          <a:xfrm>
            <a:off x="8290179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3-rod648"/>
          <p:cNvSpPr/>
          <p:nvPr/>
        </p:nvSpPr>
        <p:spPr>
          <a:xfrm>
            <a:off x="8765667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13-line649"/>
          <p:cNvSpPr/>
          <p:nvPr/>
        </p:nvSpPr>
        <p:spPr>
          <a:xfrm>
            <a:off x="8765667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13-line650"/>
          <p:cNvSpPr/>
          <p:nvPr/>
        </p:nvSpPr>
        <p:spPr>
          <a:xfrm>
            <a:off x="8765667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13-line651"/>
          <p:cNvSpPr/>
          <p:nvPr/>
        </p:nvSpPr>
        <p:spPr>
          <a:xfrm>
            <a:off x="8765667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13-line652"/>
          <p:cNvSpPr/>
          <p:nvPr/>
        </p:nvSpPr>
        <p:spPr>
          <a:xfrm>
            <a:off x="8765667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13-line653"/>
          <p:cNvSpPr/>
          <p:nvPr/>
        </p:nvSpPr>
        <p:spPr>
          <a:xfrm>
            <a:off x="8765667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13-line654"/>
          <p:cNvSpPr/>
          <p:nvPr/>
        </p:nvSpPr>
        <p:spPr>
          <a:xfrm>
            <a:off x="8765667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13-line655"/>
          <p:cNvSpPr/>
          <p:nvPr/>
        </p:nvSpPr>
        <p:spPr>
          <a:xfrm>
            <a:off x="8765667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13-line656"/>
          <p:cNvSpPr/>
          <p:nvPr/>
        </p:nvSpPr>
        <p:spPr>
          <a:xfrm>
            <a:off x="8765667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13-line657"/>
          <p:cNvSpPr/>
          <p:nvPr/>
        </p:nvSpPr>
        <p:spPr>
          <a:xfrm>
            <a:off x="8765667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13-rod658"/>
          <p:cNvSpPr/>
          <p:nvPr/>
        </p:nvSpPr>
        <p:spPr>
          <a:xfrm>
            <a:off x="9241155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8" name="S13-line659"/>
          <p:cNvSpPr/>
          <p:nvPr/>
        </p:nvSpPr>
        <p:spPr>
          <a:xfrm>
            <a:off x="9241155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13-line660"/>
          <p:cNvSpPr/>
          <p:nvPr/>
        </p:nvSpPr>
        <p:spPr>
          <a:xfrm>
            <a:off x="9241155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13-line661"/>
          <p:cNvSpPr/>
          <p:nvPr/>
        </p:nvSpPr>
        <p:spPr>
          <a:xfrm>
            <a:off x="9241155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13-line662"/>
          <p:cNvSpPr/>
          <p:nvPr/>
        </p:nvSpPr>
        <p:spPr>
          <a:xfrm>
            <a:off x="9241155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13-line663"/>
          <p:cNvSpPr/>
          <p:nvPr/>
        </p:nvSpPr>
        <p:spPr>
          <a:xfrm>
            <a:off x="9241155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13-line664"/>
          <p:cNvSpPr/>
          <p:nvPr/>
        </p:nvSpPr>
        <p:spPr>
          <a:xfrm>
            <a:off x="9241155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13-line665"/>
          <p:cNvSpPr/>
          <p:nvPr/>
        </p:nvSpPr>
        <p:spPr>
          <a:xfrm>
            <a:off x="9241155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13-line666"/>
          <p:cNvSpPr/>
          <p:nvPr/>
        </p:nvSpPr>
        <p:spPr>
          <a:xfrm>
            <a:off x="9241155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3-line667"/>
          <p:cNvSpPr/>
          <p:nvPr/>
        </p:nvSpPr>
        <p:spPr>
          <a:xfrm>
            <a:off x="9241155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3-unit668"/>
          <p:cNvSpPr/>
          <p:nvPr/>
        </p:nvSpPr>
        <p:spPr>
          <a:xfrm>
            <a:off x="9716643" y="468972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8" name="S13-figure669" descr="10개 막대 4개와 낱개 1개"/>
          <p:cNvSpPr/>
          <p:nvPr/>
        </p:nvSpPr>
        <p:spPr>
          <a:xfrm>
            <a:off x="6277356" y="208940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67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67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묶음부터 비교하고, 묶음이 같으면 낱개를 비교해요.</a:t>
            </a:r>
            <a:endParaRPr lang="ko-KR" sz="3200" dirty="0"/>
          </a:p>
        </p:txBody>
      </p:sp>
      <p:sp>
        <p:nvSpPr>
          <p:cNvPr id="5" name="S14-chip672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묶음 먼저 비교하기</a:t>
            </a:r>
            <a:endParaRPr lang="ko-KR" sz="2600" dirty="0"/>
          </a:p>
        </p:txBody>
      </p:sp>
      <p:sp>
        <p:nvSpPr>
          <p:cNvPr id="6" name="S14-chip673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낱개만 보고 비교하기</a:t>
            </a:r>
            <a:endParaRPr lang="ko-KR" sz="2600" dirty="0"/>
          </a:p>
        </p:txBody>
      </p:sp>
      <p:sp>
        <p:nvSpPr>
          <p:cNvPr id="7" name="S14-text674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675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묶음 9개와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3개는?</a:t>
            </a:r>
            <a:endParaRPr lang="ko-KR" sz="2600" dirty="0"/>
          </a:p>
        </p:txBody>
      </p:sp>
      <p:sp>
        <p:nvSpPr>
          <p:cNvPr id="9" name="S14-text676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64와 46 중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수는?</a:t>
            </a:r>
            <a:endParaRPr lang="ko-KR" sz="2600" dirty="0"/>
          </a:p>
        </p:txBody>
      </p:sp>
      <p:sp>
        <p:nvSpPr>
          <p:cNvPr id="10" name="S14-text677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여든을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숫자로 쓰기</a:t>
            </a:r>
            <a:endParaRPr lang="ko-KR" sz="2600" dirty="0"/>
          </a:p>
        </p:txBody>
      </p:sp>
      <p:sp>
        <p:nvSpPr>
          <p:cNvPr id="11" name="S14-text67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세 수의 덧셈과 뺄셈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묶음과 낱개</a:t>
            </a:r>
            <a:endParaRPr lang="ko-KR" sz="4400" dirty="0"/>
          </a:p>
        </p:txBody>
      </p:sp>
      <p:sp>
        <p:nvSpPr>
          <p:cNvPr id="3" name="S15-text67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콩을 10개씩 묶었어요.</a:t>
            </a:r>
            <a:endParaRPr lang="ko-KR" sz="3200" dirty="0"/>
          </a:p>
        </p:txBody>
      </p:sp>
      <p:sp>
        <p:nvSpPr>
          <p:cNvPr id="4" name="S15-card68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68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2개, 낱개 5개는 25예요.</a:t>
            </a:r>
            <a:endParaRPr lang="ko-KR" sz="3200" dirty="0"/>
          </a:p>
        </p:txBody>
      </p:sp>
      <p:sp>
        <p:nvSpPr>
          <p:cNvPr id="6" name="S15-dot682"/>
          <p:cNvSpPr/>
          <p:nvPr/>
        </p:nvSpPr>
        <p:spPr>
          <a:xfrm>
            <a:off x="650971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5-dot683"/>
          <p:cNvSpPr/>
          <p:nvPr/>
        </p:nvSpPr>
        <p:spPr>
          <a:xfrm>
            <a:off x="1189552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5-dot684"/>
          <p:cNvSpPr/>
          <p:nvPr/>
        </p:nvSpPr>
        <p:spPr>
          <a:xfrm>
            <a:off x="1728134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5-dot685"/>
          <p:cNvSpPr/>
          <p:nvPr/>
        </p:nvSpPr>
        <p:spPr>
          <a:xfrm>
            <a:off x="2266715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5-dot686"/>
          <p:cNvSpPr/>
          <p:nvPr/>
        </p:nvSpPr>
        <p:spPr>
          <a:xfrm>
            <a:off x="2805297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5-dot687"/>
          <p:cNvSpPr/>
          <p:nvPr/>
        </p:nvSpPr>
        <p:spPr>
          <a:xfrm>
            <a:off x="3343879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5-dot688"/>
          <p:cNvSpPr/>
          <p:nvPr/>
        </p:nvSpPr>
        <p:spPr>
          <a:xfrm>
            <a:off x="3882460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5-dot689"/>
          <p:cNvSpPr/>
          <p:nvPr/>
        </p:nvSpPr>
        <p:spPr>
          <a:xfrm>
            <a:off x="4421042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5-dot690"/>
          <p:cNvSpPr/>
          <p:nvPr/>
        </p:nvSpPr>
        <p:spPr>
          <a:xfrm>
            <a:off x="4959623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5-dot691"/>
          <p:cNvSpPr/>
          <p:nvPr/>
        </p:nvSpPr>
        <p:spPr>
          <a:xfrm>
            <a:off x="5498205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5-dot692"/>
          <p:cNvSpPr/>
          <p:nvPr/>
        </p:nvSpPr>
        <p:spPr>
          <a:xfrm>
            <a:off x="650971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5-dot693"/>
          <p:cNvSpPr/>
          <p:nvPr/>
        </p:nvSpPr>
        <p:spPr>
          <a:xfrm>
            <a:off x="1189552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5-dot694"/>
          <p:cNvSpPr/>
          <p:nvPr/>
        </p:nvSpPr>
        <p:spPr>
          <a:xfrm>
            <a:off x="1728134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5-dot695"/>
          <p:cNvSpPr/>
          <p:nvPr/>
        </p:nvSpPr>
        <p:spPr>
          <a:xfrm>
            <a:off x="2266715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5-dot696"/>
          <p:cNvSpPr/>
          <p:nvPr/>
        </p:nvSpPr>
        <p:spPr>
          <a:xfrm>
            <a:off x="2805297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5-dot697"/>
          <p:cNvSpPr/>
          <p:nvPr/>
        </p:nvSpPr>
        <p:spPr>
          <a:xfrm>
            <a:off x="3343879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5-dot698"/>
          <p:cNvSpPr/>
          <p:nvPr/>
        </p:nvSpPr>
        <p:spPr>
          <a:xfrm>
            <a:off x="3882460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15-dot699"/>
          <p:cNvSpPr/>
          <p:nvPr/>
        </p:nvSpPr>
        <p:spPr>
          <a:xfrm>
            <a:off x="4421042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5-dot700"/>
          <p:cNvSpPr/>
          <p:nvPr/>
        </p:nvSpPr>
        <p:spPr>
          <a:xfrm>
            <a:off x="4959623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15-dot701"/>
          <p:cNvSpPr/>
          <p:nvPr/>
        </p:nvSpPr>
        <p:spPr>
          <a:xfrm>
            <a:off x="5498205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15-group702"/>
          <p:cNvSpPr/>
          <p:nvPr/>
        </p:nvSpPr>
        <p:spPr>
          <a:xfrm>
            <a:off x="576072" y="2804693"/>
            <a:ext cx="5330952" cy="465430"/>
          </a:xfrm>
          <a:prstGeom prst="roundRect">
            <a:avLst>
              <a:gd name="adj" fmla="val 23576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15-group703"/>
          <p:cNvSpPr/>
          <p:nvPr/>
        </p:nvSpPr>
        <p:spPr>
          <a:xfrm>
            <a:off x="576072" y="3343275"/>
            <a:ext cx="5330952" cy="465430"/>
          </a:xfrm>
          <a:prstGeom prst="roundRect">
            <a:avLst>
              <a:gd name="adj" fmla="val 23576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15-figure704" descr="10개씩 묶은 점 두 줄"/>
          <p:cNvSpPr/>
          <p:nvPr/>
        </p:nvSpPr>
        <p:spPr>
          <a:xfrm>
            <a:off x="548640" y="2768117"/>
            <a:ext cx="5385816" cy="1077163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15-label705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 2개</a:t>
            </a:r>
            <a:endParaRPr lang="ko-KR" sz="2600" dirty="0"/>
          </a:p>
        </p:txBody>
      </p:sp>
      <p:sp>
        <p:nvSpPr>
          <p:cNvPr id="30" name="S15-dot706"/>
          <p:cNvSpPr/>
          <p:nvPr/>
        </p:nvSpPr>
        <p:spPr>
          <a:xfrm>
            <a:off x="6356827" y="3139739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15-dot707"/>
          <p:cNvSpPr/>
          <p:nvPr/>
        </p:nvSpPr>
        <p:spPr>
          <a:xfrm>
            <a:off x="6895408" y="3139739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15-dot708"/>
          <p:cNvSpPr/>
          <p:nvPr/>
        </p:nvSpPr>
        <p:spPr>
          <a:xfrm>
            <a:off x="7433990" y="3139739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15-dot709"/>
          <p:cNvSpPr/>
          <p:nvPr/>
        </p:nvSpPr>
        <p:spPr>
          <a:xfrm>
            <a:off x="7972571" y="3139739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5-dot710"/>
          <p:cNvSpPr/>
          <p:nvPr/>
        </p:nvSpPr>
        <p:spPr>
          <a:xfrm>
            <a:off x="8511153" y="3139739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15-figure711" descr="묶지 않은 점 5개"/>
          <p:cNvSpPr/>
          <p:nvPr/>
        </p:nvSpPr>
        <p:spPr>
          <a:xfrm>
            <a:off x="6254496" y="3037408"/>
            <a:ext cx="5385816" cy="53858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15-label712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5개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100까지의 수</dc:title>
  <dc:subject>KR22-G01-MAT-NUM100-L01</dc:subject>
  <dc:creator>education-ppt</dc:creator>
  <cp:lastModifiedBy>education-ppt</cp:lastModifiedBy>
  <cp:revision>1</cp:revision>
  <dcterms:created xsi:type="dcterms:W3CDTF">2026-10-26T07:13:18Z</dcterms:created>
  <dcterms:modified xsi:type="dcterms:W3CDTF">2026-10-26T07:13:18Z</dcterms:modified>
</cp:coreProperties>
</file>