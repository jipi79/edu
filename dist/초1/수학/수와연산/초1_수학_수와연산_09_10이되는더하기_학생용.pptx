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046b065-66f5-32d1-d607-0d095a4b7e9c}">
          <p14:sldIdLst>
            <p14:sldId id="256"/>
            <p14:sldId id="257"/>
          </p14:sldIdLst>
        </p14:section>
        <p14:section name="개념" id="{0743037a-b223-f35f-3d56-bbd1eae06527}">
          <p14:sldIdLst>
            <p14:sldId id="258"/>
            <p14:sldId id="259"/>
            <p14:sldId id="261"/>
            <p14:sldId id="262"/>
          </p14:sldIdLst>
        </p14:section>
        <p14:section name="연습" id="{1965b3af-dde4-43a0-2e6a-95fd623d5187}">
          <p14:sldIdLst>
            <p14:sldId id="260"/>
            <p14:sldId id="263"/>
            <p14:sldId id="264"/>
          </p14:sldIdLst>
        </p14:section>
        <p14:section name="개념" id="{f9f04428-be07-f2a8-05cd-4410fef68b2f}">
          <p14:sldIdLst/>
        </p14:section>
        <p14:section name="연습" id="{0cafffae-0767-292e-7fef-81ee5628fac1}">
          <p14:sldIdLst/>
        </p14:section>
        <p14:section name="확인" id="{43f2c7ad-a0ce-37fa-ff88-e5a5a5d7a9b2}">
          <p14:sldIdLst>
            <p14:sldId id="265"/>
            <p14:sldId id="266"/>
          </p14:sldIdLst>
        </p14:section>
        <p14:section name="정리" id="{cee75c45-ee99-d712-452f-28110c9004aa}">
          <p14:sldIdLst>
            <p14:sldId id="267"/>
          </p14:sldIdLst>
        </p14:section>
        <p14:section name="보충" id="{c7c0ff3b-3b7d-2646-2870-270c715b77f3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9차시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10이 되는 더하기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더하기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몇을 더하면 10이 될까?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더해서 10이 되는 두 수를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10을 만들어 세 수를 더해요.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2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 = □</a:t>
            </a:r>
            <a:endParaRPr lang="ko-KR" sz="3600" dirty="0"/>
          </a:p>
        </p:txBody>
      </p:sp>
      <p:sp>
        <p:nvSpPr>
          <p:cNvPr id="5" name="S02-chip2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24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8 − 2 − 3 = □</a:t>
            </a:r>
            <a:endParaRPr lang="ko-KR" sz="3600" dirty="0"/>
          </a:p>
        </p:txBody>
      </p:sp>
      <p:sp>
        <p:nvSpPr>
          <p:cNvPr id="7" name="S02-chip25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line26"/>
          <p:cNvSpPr/>
          <p:nvPr/>
        </p:nvSpPr>
        <p:spPr>
          <a:xfrm flipH="1" flipV="1">
            <a:off x="320725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02-line27"/>
          <p:cNvSpPr/>
          <p:nvPr/>
        </p:nvSpPr>
        <p:spPr>
          <a:xfrm flipV="1">
            <a:off x="408736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0" name="S02-figure28" descr="10과 6을 모으는 그림, 모은 수는 빈칸"/>
          <p:cNvSpPr txBox="1"/>
          <p:nvPr/>
        </p:nvSpPr>
        <p:spPr>
          <a:xfrm>
            <a:off x="3773043" y="558927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11" name="S02-bondpart29"/>
          <p:cNvSpPr txBox="1"/>
          <p:nvPr/>
        </p:nvSpPr>
        <p:spPr>
          <a:xfrm>
            <a:off x="2892933" y="470916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2" name="S02-bondpart30"/>
          <p:cNvSpPr txBox="1"/>
          <p:nvPr/>
        </p:nvSpPr>
        <p:spPr>
          <a:xfrm>
            <a:off x="4653153" y="470916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10?</a:t>
            </a:r>
            <a:endParaRPr lang="ko-KR" sz="4400" dirty="0"/>
          </a:p>
        </p:txBody>
      </p:sp>
      <p:sp>
        <p:nvSpPr>
          <p:cNvPr id="3" name="S03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칸 틀에 공이 7개 있어요.</a:t>
            </a:r>
            <a:endParaRPr lang="ko-KR" sz="3200" dirty="0"/>
          </a:p>
        </p:txBody>
      </p:sp>
      <p:sp>
        <p:nvSpPr>
          <p:cNvPr id="4" name="S03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+ 3 = 10</a:t>
            </a:r>
            <a:endParaRPr lang="ko-KR" sz="3200" dirty="0"/>
          </a:p>
        </p:txBody>
      </p:sp>
      <p:sp>
        <p:nvSpPr>
          <p:cNvPr id="6" name="S03-card34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5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3개예요.</a:t>
            </a:r>
            <a:endParaRPr lang="ko-KR" sz="3200" dirty="0"/>
          </a:p>
        </p:txBody>
      </p:sp>
      <p:sp>
        <p:nvSpPr>
          <p:cNvPr id="8" name="S03-card36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37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7과 3을 모으면 10</a:t>
            </a:r>
            <a:endParaRPr lang="ko-KR" sz="3200" dirty="0"/>
          </a:p>
        </p:txBody>
      </p:sp>
      <p:sp>
        <p:nvSpPr>
          <p:cNvPr id="10" name="S03-cell38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39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40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41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42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43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44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45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46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47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48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49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50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dot51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cell52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53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54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55" descr="1개의 십 칸 틀 중 1번째: 모두 7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</a:t>
            </a:r>
            <a:endParaRPr lang="ko-KR" sz="4400" dirty="0"/>
          </a:p>
        </p:txBody>
      </p:sp>
      <p:sp>
        <p:nvSpPr>
          <p:cNvPr id="3" name="S04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더해서 10이 되는 두 수예요.</a:t>
            </a:r>
            <a:endParaRPr lang="ko-KR" sz="3200" dirty="0"/>
          </a:p>
        </p:txBody>
      </p:sp>
      <p:sp>
        <p:nvSpPr>
          <p:cNvPr id="4" name="S04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수가 1 커지면 다른 수는 1 작아져요.</a:t>
            </a:r>
            <a:endParaRPr lang="ko-KR" sz="3200" dirty="0"/>
          </a:p>
        </p:txBody>
      </p:sp>
      <p:graphicFrame>
        <p:nvGraphicFramePr>
          <p:cNvPr id="5" name="S04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936240"/>
          <a:ext cx="10515600" cy="914400"/>
        </p:xfrm>
        <a:graphic>
          <a:graphicData uri="http://schemas.openxmlformats.org/drawingml/2006/table">
            <a:tbl>
              <a:tblPr/>
              <a:tblGrid>
                <a:gridCol w="199796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  <a:gridCol w="946404"/>
              </a:tblGrid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99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수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만들어요</a:t>
            </a:r>
            <a:endParaRPr lang="ko-KR" sz="4400" dirty="0"/>
          </a:p>
        </p:txBody>
      </p:sp>
      <p:sp>
        <p:nvSpPr>
          <p:cNvPr id="3" name="S05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빈칸이 몇 개인지 세어 봐요.</a:t>
            </a:r>
            <a:endParaRPr lang="ko-KR" sz="3200" dirty="0"/>
          </a:p>
        </p:txBody>
      </p:sp>
      <p:sp>
        <p:nvSpPr>
          <p:cNvPr id="5" name="S05-card62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63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①을 십 칸 틀로 보면</a:t>
            </a:r>
            <a:endParaRPr lang="ko-KR" sz="3200" dirty="0"/>
          </a:p>
        </p:txBody>
      </p:sp>
      <p:sp>
        <p:nvSpPr>
          <p:cNvPr id="7" name="S05-cell64"/>
          <p:cNvSpPr/>
          <p:nvPr/>
        </p:nvSpPr>
        <p:spPr>
          <a:xfrm>
            <a:off x="701573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65"/>
          <p:cNvSpPr/>
          <p:nvPr/>
        </p:nvSpPr>
        <p:spPr>
          <a:xfrm>
            <a:off x="714786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66"/>
          <p:cNvSpPr/>
          <p:nvPr/>
        </p:nvSpPr>
        <p:spPr>
          <a:xfrm>
            <a:off x="779297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67"/>
          <p:cNvSpPr/>
          <p:nvPr/>
        </p:nvSpPr>
        <p:spPr>
          <a:xfrm>
            <a:off x="792510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68"/>
          <p:cNvSpPr/>
          <p:nvPr/>
        </p:nvSpPr>
        <p:spPr>
          <a:xfrm>
            <a:off x="857021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69"/>
          <p:cNvSpPr/>
          <p:nvPr/>
        </p:nvSpPr>
        <p:spPr>
          <a:xfrm>
            <a:off x="870234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70"/>
          <p:cNvSpPr/>
          <p:nvPr/>
        </p:nvSpPr>
        <p:spPr>
          <a:xfrm>
            <a:off x="934745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71"/>
          <p:cNvSpPr/>
          <p:nvPr/>
        </p:nvSpPr>
        <p:spPr>
          <a:xfrm>
            <a:off x="947958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72"/>
          <p:cNvSpPr/>
          <p:nvPr/>
        </p:nvSpPr>
        <p:spPr>
          <a:xfrm>
            <a:off x="10124694" y="26974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73"/>
          <p:cNvSpPr/>
          <p:nvPr/>
        </p:nvSpPr>
        <p:spPr>
          <a:xfrm>
            <a:off x="10256825" y="28296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74"/>
          <p:cNvSpPr/>
          <p:nvPr/>
        </p:nvSpPr>
        <p:spPr>
          <a:xfrm>
            <a:off x="701573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dot75"/>
          <p:cNvSpPr/>
          <p:nvPr/>
        </p:nvSpPr>
        <p:spPr>
          <a:xfrm>
            <a:off x="7147865" y="36068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cell76"/>
          <p:cNvSpPr/>
          <p:nvPr/>
        </p:nvSpPr>
        <p:spPr>
          <a:xfrm>
            <a:off x="779297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77"/>
          <p:cNvSpPr/>
          <p:nvPr/>
        </p:nvSpPr>
        <p:spPr>
          <a:xfrm>
            <a:off x="857021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8"/>
          <p:cNvSpPr/>
          <p:nvPr/>
        </p:nvSpPr>
        <p:spPr>
          <a:xfrm>
            <a:off x="934745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9"/>
          <p:cNvSpPr/>
          <p:nvPr/>
        </p:nvSpPr>
        <p:spPr>
          <a:xfrm>
            <a:off x="10124694" y="34747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figure80" descr="1개의 십 칸 틀 중 1번째: 모두 6개"/>
          <p:cNvSpPr/>
          <p:nvPr/>
        </p:nvSpPr>
        <p:spPr>
          <a:xfrm>
            <a:off x="7015734" y="26974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5-chip81"/>
          <p:cNvSpPr txBox="1"/>
          <p:nvPr/>
        </p:nvSpPr>
        <p:spPr>
          <a:xfrm>
            <a:off x="548640" y="144818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25" name="S05-eqtext82"/>
          <p:cNvSpPr txBox="1"/>
          <p:nvPr/>
        </p:nvSpPr>
        <p:spPr>
          <a:xfrm>
            <a:off x="1344168" y="132588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□ = 10</a:t>
            </a:r>
            <a:endParaRPr lang="ko-KR" sz="3600" dirty="0"/>
          </a:p>
        </p:txBody>
      </p:sp>
      <p:sp>
        <p:nvSpPr>
          <p:cNvPr id="26" name="S05-chip83"/>
          <p:cNvSpPr txBox="1"/>
          <p:nvPr/>
        </p:nvSpPr>
        <p:spPr>
          <a:xfrm>
            <a:off x="548640" y="244259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7" name="S05-eqtext84"/>
          <p:cNvSpPr txBox="1"/>
          <p:nvPr/>
        </p:nvSpPr>
        <p:spPr>
          <a:xfrm>
            <a:off x="1344168" y="232029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+ 8 = 10</a:t>
            </a:r>
            <a:endParaRPr lang="ko-KR" sz="3600" dirty="0"/>
          </a:p>
        </p:txBody>
      </p:sp>
      <p:sp>
        <p:nvSpPr>
          <p:cNvPr id="28" name="S05-chip85"/>
          <p:cNvSpPr txBox="1"/>
          <p:nvPr/>
        </p:nvSpPr>
        <p:spPr>
          <a:xfrm>
            <a:off x="548640" y="343700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9" name="S05-eqtext86"/>
          <p:cNvSpPr txBox="1"/>
          <p:nvPr/>
        </p:nvSpPr>
        <p:spPr>
          <a:xfrm>
            <a:off x="1344168" y="331470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□ = 10</a:t>
            </a:r>
            <a:endParaRPr lang="ko-KR" sz="3600" dirty="0"/>
          </a:p>
        </p:txBody>
      </p:sp>
      <p:sp>
        <p:nvSpPr>
          <p:cNvPr id="30" name="S05-chip87"/>
          <p:cNvSpPr txBox="1"/>
          <p:nvPr/>
        </p:nvSpPr>
        <p:spPr>
          <a:xfrm>
            <a:off x="548640" y="4431411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31" name="S05-eqtext88"/>
          <p:cNvSpPr txBox="1"/>
          <p:nvPr/>
        </p:nvSpPr>
        <p:spPr>
          <a:xfrm>
            <a:off x="1344168" y="4309110"/>
            <a:ext cx="4567428" cy="8115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□ = 10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먼저 만들어요</a:t>
            </a:r>
            <a:endParaRPr lang="ko-KR" sz="4400" dirty="0"/>
          </a:p>
        </p:txBody>
      </p:sp>
      <p:sp>
        <p:nvSpPr>
          <p:cNvPr id="3" name="S06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+ 3에서 6과 4를 먼저 모아요.</a:t>
            </a:r>
            <a:endParaRPr lang="ko-KR" sz="3200" dirty="0"/>
          </a:p>
        </p:txBody>
      </p:sp>
      <p:sp>
        <p:nvSpPr>
          <p:cNvPr id="4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+ 3 = 13</a:t>
            </a:r>
            <a:endParaRPr lang="ko-KR" sz="3200" dirty="0"/>
          </a:p>
        </p:txBody>
      </p:sp>
      <p:sp>
        <p:nvSpPr>
          <p:cNvPr id="6" name="S06-card9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9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8" name="S06-card9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9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6-cell96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dot97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cell98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dot99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cell100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dot101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cell102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dot103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cell104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dot105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cell106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dot107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cell108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dot109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cell110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dot111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cell112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dot113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cell114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dot115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figure116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17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4를 모아 10</a:t>
            </a:r>
            <a:endParaRPr lang="ko-KR" sz="2600" dirty="0"/>
          </a:p>
        </p:txBody>
      </p:sp>
      <p:sp>
        <p:nvSpPr>
          <p:cNvPr id="32" name="S06-cell118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6-dot119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cell120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6-dot121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cell122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6-dot123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cell124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6-cell125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6-cell126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6-cell127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6-cell128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6-cell129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6-cell130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6-figure131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6-label132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수를 먼저?</a:t>
            </a:r>
            <a:endParaRPr lang="ko-KR" sz="4400" dirty="0"/>
          </a:p>
        </p:txBody>
      </p:sp>
      <p:sp>
        <p:nvSpPr>
          <p:cNvPr id="3" name="S07-eqtext13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+ 8 = □</a:t>
            </a:r>
            <a:endParaRPr lang="ko-KR" sz="3600" dirty="0"/>
          </a:p>
        </p:txBody>
      </p:sp>
      <p:sp>
        <p:nvSpPr>
          <p:cNvPr id="4" name="S07-line134"/>
          <p:cNvSpPr/>
          <p:nvPr/>
        </p:nvSpPr>
        <p:spPr>
          <a:xfrm flipH="1" flipV="1">
            <a:off x="6648159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7-line135"/>
          <p:cNvSpPr/>
          <p:nvPr/>
        </p:nvSpPr>
        <p:spPr>
          <a:xfrm flipV="1">
            <a:off x="7538085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7-figure136" descr="2와 8을 모아 10"/>
          <p:cNvSpPr txBox="1"/>
          <p:nvPr/>
        </p:nvSpPr>
        <p:spPr>
          <a:xfrm>
            <a:off x="7167282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7" name="S07-bondpart137"/>
          <p:cNvSpPr txBox="1"/>
          <p:nvPr/>
        </p:nvSpPr>
        <p:spPr>
          <a:xfrm>
            <a:off x="6277356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900" dirty="0"/>
          </a:p>
        </p:txBody>
      </p:sp>
      <p:sp>
        <p:nvSpPr>
          <p:cNvPr id="8" name="S07-bondpart138"/>
          <p:cNvSpPr txBox="1"/>
          <p:nvPr/>
        </p:nvSpPr>
        <p:spPr>
          <a:xfrm>
            <a:off x="8057209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900" dirty="0"/>
          </a:p>
        </p:txBody>
      </p:sp>
      <p:sp>
        <p:nvSpPr>
          <p:cNvPr id="9" name="S07-label139"/>
          <p:cNvSpPr txBox="1"/>
          <p:nvPr/>
        </p:nvSpPr>
        <p:spPr>
          <a:xfrm>
            <a:off x="6277356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0" name="S07-line140"/>
          <p:cNvSpPr/>
          <p:nvPr/>
        </p:nvSpPr>
        <p:spPr>
          <a:xfrm flipH="1" flipV="1">
            <a:off x="9489657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1" name="S07-line141"/>
          <p:cNvSpPr/>
          <p:nvPr/>
        </p:nvSpPr>
        <p:spPr>
          <a:xfrm flipV="1">
            <a:off x="10379583" y="3744636"/>
            <a:ext cx="889926" cy="815766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2" name="S07-figure142" descr="4와 10을 모아 14"/>
          <p:cNvSpPr txBox="1"/>
          <p:nvPr/>
        </p:nvSpPr>
        <p:spPr>
          <a:xfrm>
            <a:off x="10008780" y="4560402"/>
            <a:ext cx="741605" cy="741605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900" dirty="0"/>
          </a:p>
        </p:txBody>
      </p:sp>
      <p:sp>
        <p:nvSpPr>
          <p:cNvPr id="13" name="S07-bondpart143"/>
          <p:cNvSpPr txBox="1"/>
          <p:nvPr/>
        </p:nvSpPr>
        <p:spPr>
          <a:xfrm>
            <a:off x="9118854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900" dirty="0"/>
          </a:p>
        </p:txBody>
      </p:sp>
      <p:sp>
        <p:nvSpPr>
          <p:cNvPr id="14" name="S07-bondpart144"/>
          <p:cNvSpPr txBox="1"/>
          <p:nvPr/>
        </p:nvSpPr>
        <p:spPr>
          <a:xfrm>
            <a:off x="10898707" y="3003031"/>
            <a:ext cx="741605" cy="741605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900" dirty="0"/>
          </a:p>
        </p:txBody>
      </p:sp>
      <p:sp>
        <p:nvSpPr>
          <p:cNvPr id="15" name="S07-label145"/>
          <p:cNvSpPr txBox="1"/>
          <p:nvPr/>
        </p:nvSpPr>
        <p:spPr>
          <a:xfrm>
            <a:off x="9118854" y="5772150"/>
            <a:ext cx="252145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16" name="S07-stepno146"/>
          <p:cNvSpPr txBox="1"/>
          <p:nvPr/>
        </p:nvSpPr>
        <p:spPr>
          <a:xfrm>
            <a:off x="548640" y="27792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7" name="S07-text147"/>
          <p:cNvSpPr txBox="1"/>
          <p:nvPr/>
        </p:nvSpPr>
        <p:spPr>
          <a:xfrm>
            <a:off x="1325880" y="2733548"/>
            <a:ext cx="4585716" cy="1487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찾아요.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2와 8</a:t>
            </a:r>
            <a:endParaRPr lang="ko-KR" sz="3200" dirty="0"/>
          </a:p>
        </p:txBody>
      </p:sp>
      <p:sp>
        <p:nvSpPr>
          <p:cNvPr id="18" name="S07-stepno148"/>
          <p:cNvSpPr txBox="1"/>
          <p:nvPr/>
        </p:nvSpPr>
        <p:spPr>
          <a:xfrm>
            <a:off x="548640" y="43855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7-text149"/>
          <p:cNvSpPr txBox="1"/>
          <p:nvPr/>
        </p:nvSpPr>
        <p:spPr>
          <a:xfrm>
            <a:off x="1325880" y="4385564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+ 8 = 10</a:t>
            </a:r>
            <a:endParaRPr lang="ko-KR" sz="3200" dirty="0"/>
          </a:p>
        </p:txBody>
      </p:sp>
      <p:sp>
        <p:nvSpPr>
          <p:cNvPr id="20" name="S07-stepno150"/>
          <p:cNvSpPr txBox="1"/>
          <p:nvPr/>
        </p:nvSpPr>
        <p:spPr>
          <a:xfrm>
            <a:off x="548640" y="51445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1" name="S07-text151"/>
          <p:cNvSpPr txBox="1"/>
          <p:nvPr/>
        </p:nvSpPr>
        <p:spPr>
          <a:xfrm>
            <a:off x="1325880" y="5098796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4를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+ 4 = 14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만들어 더해요</a:t>
            </a:r>
            <a:endParaRPr lang="ko-KR" sz="4400" dirty="0"/>
          </a:p>
        </p:txBody>
      </p:sp>
      <p:sp>
        <p:nvSpPr>
          <p:cNvPr id="3" name="S08-card1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8-cardtext1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수에 ○ 하고 먼저 더해요.</a:t>
            </a:r>
            <a:endParaRPr lang="ko-KR" sz="3200" dirty="0"/>
          </a:p>
        </p:txBody>
      </p:sp>
      <p:sp>
        <p:nvSpPr>
          <p:cNvPr id="5" name="S08-chip15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8-eqtext15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+ 7 + 4 = □</a:t>
            </a:r>
            <a:endParaRPr lang="ko-KR" sz="3600" dirty="0"/>
          </a:p>
        </p:txBody>
      </p:sp>
      <p:sp>
        <p:nvSpPr>
          <p:cNvPr id="7" name="S08-chip15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8-eqtext15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+ 5 + 6 = □</a:t>
            </a:r>
            <a:endParaRPr lang="ko-KR" sz="3600" dirty="0"/>
          </a:p>
        </p:txBody>
      </p:sp>
      <p:sp>
        <p:nvSpPr>
          <p:cNvPr id="9" name="S08-chip15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8-eqtext15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+ 9 = □</a:t>
            </a:r>
            <a:endParaRPr lang="ko-KR" sz="3600" dirty="0"/>
          </a:p>
        </p:txBody>
      </p:sp>
      <p:sp>
        <p:nvSpPr>
          <p:cNvPr id="11" name="S08-chip16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8-eqtext16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+ 4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쉬울까요?</a:t>
            </a:r>
            <a:endParaRPr lang="ko-KR" sz="4400" dirty="0"/>
          </a:p>
        </p:txBody>
      </p:sp>
      <p:sp>
        <p:nvSpPr>
          <p:cNvPr id="3" name="S09-card16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6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+ 4를 계산해요.</a:t>
            </a:r>
            <a:endParaRPr lang="ko-KR" sz="3200" dirty="0"/>
          </a:p>
        </p:txBody>
      </p:sp>
      <p:sp>
        <p:nvSpPr>
          <p:cNvPr id="5" name="S09-card1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방법이 더 쉬울까요? 왜 그럴까요?</a:t>
            </a:r>
            <a:endParaRPr lang="ko-KR" sz="3200" dirty="0"/>
          </a:p>
        </p:txBody>
      </p:sp>
      <p:sp>
        <p:nvSpPr>
          <p:cNvPr id="7" name="S09-chip16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09-text16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= 9를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+ 4는… 어려워요.</a:t>
            </a:r>
            <a:endParaRPr lang="ko-KR" sz="3200" dirty="0"/>
          </a:p>
        </p:txBody>
      </p:sp>
      <p:sp>
        <p:nvSpPr>
          <p:cNvPr id="9" name="S09-chip16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09-text16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10을 먼저 하고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7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두 수로 10을 만들었는지 말해요.</a:t>
            </a:r>
            <a:endParaRPr lang="ko-KR" sz="3200" dirty="0"/>
          </a:p>
        </p:txBody>
      </p:sp>
      <p:sp>
        <p:nvSpPr>
          <p:cNvPr id="4" name="S10-chip17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eqtext17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□ = 10</a:t>
            </a:r>
            <a:endParaRPr lang="ko-KR" sz="3600" dirty="0"/>
          </a:p>
        </p:txBody>
      </p:sp>
      <p:sp>
        <p:nvSpPr>
          <p:cNvPr id="6" name="S10-chip17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eqtext17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+ 1 + 7 = □</a:t>
            </a:r>
            <a:endParaRPr lang="ko-KR" sz="3600" dirty="0"/>
          </a:p>
        </p:txBody>
      </p:sp>
      <p:sp>
        <p:nvSpPr>
          <p:cNvPr id="8" name="S10-chip17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eqtext17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+ 5 + 5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있는 식은?</a:t>
            </a:r>
            <a:endParaRPr lang="ko-KR" sz="4400" dirty="0"/>
          </a:p>
        </p:txBody>
      </p:sp>
      <p:sp>
        <p:nvSpPr>
          <p:cNvPr id="3" name="S12-text1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수로 10을 만들 수 있는 식은?</a:t>
            </a:r>
            <a:endParaRPr lang="ko-KR" sz="3200" dirty="0"/>
          </a:p>
        </p:txBody>
      </p:sp>
      <p:sp>
        <p:nvSpPr>
          <p:cNvPr id="4" name="S12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식을 계산하고, 어떻게 했는지 말해요.</a:t>
            </a:r>
            <a:endParaRPr lang="ko-KR" sz="3200" dirty="0"/>
          </a:p>
        </p:txBody>
      </p:sp>
      <p:sp>
        <p:nvSpPr>
          <p:cNvPr id="6" name="S12-chip18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18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8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+ 4 + 2</a:t>
            </a:r>
            <a:endParaRPr lang="ko-KR" sz="3200" dirty="0"/>
          </a:p>
        </p:txBody>
      </p:sp>
      <p:sp>
        <p:nvSpPr>
          <p:cNvPr id="9" name="S12-chip18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18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8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+ 5</a:t>
            </a:r>
            <a:endParaRPr lang="ko-KR" sz="3200" dirty="0"/>
          </a:p>
        </p:txBody>
      </p:sp>
      <p:sp>
        <p:nvSpPr>
          <p:cNvPr id="12" name="S12-chip1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18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8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+ 2 + 4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8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9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10이 되는 두 수를 먼저 더하면 쉬워요.</a:t>
            </a:r>
            <a:endParaRPr lang="ko-KR" sz="3200" dirty="0"/>
          </a:p>
        </p:txBody>
      </p:sp>
      <p:sp>
        <p:nvSpPr>
          <p:cNvPr id="5" name="S13-chip19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3-chip19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+ 4를 104로 쓰기</a:t>
            </a:r>
            <a:endParaRPr lang="ko-KR" sz="2600" dirty="0"/>
          </a:p>
        </p:txBody>
      </p:sp>
      <p:sp>
        <p:nvSpPr>
          <p:cNvPr id="7" name="S13-text19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eqtext19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 + □ = 10</a:t>
            </a:r>
            <a:endParaRPr lang="ko-KR" sz="3000" dirty="0"/>
          </a:p>
        </p:txBody>
      </p:sp>
      <p:sp>
        <p:nvSpPr>
          <p:cNvPr id="9" name="S13-eqtext19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+ 3 + 2 = □</a:t>
            </a:r>
            <a:endParaRPr lang="ko-KR" sz="3000" dirty="0"/>
          </a:p>
        </p:txBody>
      </p:sp>
      <p:sp>
        <p:nvSpPr>
          <p:cNvPr id="10" name="S13-eqtext19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+ 1 + 9 = □</a:t>
            </a:r>
            <a:endParaRPr lang="ko-KR" sz="3000" dirty="0"/>
          </a:p>
        </p:txBody>
      </p:sp>
      <p:sp>
        <p:nvSpPr>
          <p:cNvPr id="11" name="S13-text1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받아올림이 있는 덧셈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차례로 더해요</a:t>
            </a:r>
            <a:endParaRPr lang="ko-KR" sz="4400" dirty="0"/>
          </a:p>
        </p:txBody>
      </p:sp>
      <p:sp>
        <p:nvSpPr>
          <p:cNvPr id="3" name="S14-text1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+ 4를 차례로 더해요.</a:t>
            </a:r>
            <a:endParaRPr lang="ko-KR" sz="3200" dirty="0"/>
          </a:p>
        </p:txBody>
      </p:sp>
      <p:sp>
        <p:nvSpPr>
          <p:cNvPr id="4" name="S14-card1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2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+ 3 = 5, 5 + 4 = 9</a:t>
            </a:r>
            <a:endParaRPr lang="ko-KR" sz="3200" dirty="0"/>
          </a:p>
        </p:txBody>
      </p:sp>
      <p:sp>
        <p:nvSpPr>
          <p:cNvPr id="6" name="S14-line201"/>
          <p:cNvSpPr/>
          <p:nvPr/>
        </p:nvSpPr>
        <p:spPr>
          <a:xfrm flipH="1" flipV="1">
            <a:off x="1897380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14-line202"/>
          <p:cNvSpPr/>
          <p:nvPr/>
        </p:nvSpPr>
        <p:spPr>
          <a:xfrm flipV="1">
            <a:off x="3241548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4-figure203" descr="2와 3을 모아 5"/>
          <p:cNvSpPr txBox="1"/>
          <p:nvPr/>
        </p:nvSpPr>
        <p:spPr>
          <a:xfrm>
            <a:off x="2761488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14-bondpart204"/>
          <p:cNvSpPr txBox="1"/>
          <p:nvPr/>
        </p:nvSpPr>
        <p:spPr>
          <a:xfrm>
            <a:off x="1417320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14-bondpart205"/>
          <p:cNvSpPr txBox="1"/>
          <p:nvPr/>
        </p:nvSpPr>
        <p:spPr>
          <a:xfrm>
            <a:off x="410565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1" name="S14-label20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</a:t>
            </a:r>
            <a:endParaRPr lang="ko-KR" sz="2600" dirty="0"/>
          </a:p>
        </p:txBody>
      </p:sp>
      <p:sp>
        <p:nvSpPr>
          <p:cNvPr id="12" name="S14-line207"/>
          <p:cNvSpPr/>
          <p:nvPr/>
        </p:nvSpPr>
        <p:spPr>
          <a:xfrm flipH="1" flipV="1">
            <a:off x="7603236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14-line208"/>
          <p:cNvSpPr/>
          <p:nvPr/>
        </p:nvSpPr>
        <p:spPr>
          <a:xfrm flipV="1">
            <a:off x="8947404" y="2971800"/>
            <a:ext cx="1344168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4-figure209" descr="5와 4를 모아 9"/>
          <p:cNvSpPr txBox="1"/>
          <p:nvPr/>
        </p:nvSpPr>
        <p:spPr>
          <a:xfrm>
            <a:off x="8467344" y="364159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800" dirty="0"/>
          </a:p>
        </p:txBody>
      </p:sp>
      <p:sp>
        <p:nvSpPr>
          <p:cNvPr id="15" name="S14-bondpart210"/>
          <p:cNvSpPr txBox="1"/>
          <p:nvPr/>
        </p:nvSpPr>
        <p:spPr>
          <a:xfrm>
            <a:off x="7123176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4-bondpart211"/>
          <p:cNvSpPr txBox="1"/>
          <p:nvPr/>
        </p:nvSpPr>
        <p:spPr>
          <a:xfrm>
            <a:off x="9811512" y="201168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7" name="S14-label212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10이 되는 더하기</dc:title>
  <dc:subject>KR22-G01-MAT-MAKE10-L01</dc:subject>
  <dc:creator>education-ppt</dc:creator>
  <cp:lastModifiedBy>education-ppt</cp:lastModifiedBy>
  <cp:revision>1</cp:revision>
  <dcterms:created xsi:type="dcterms:W3CDTF">2026-10-26T07:45:22Z</dcterms:created>
  <dcterms:modified xsi:type="dcterms:W3CDTF">2026-10-26T07:45:22Z</dcterms:modified>
</cp:coreProperties>
</file>