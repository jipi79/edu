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f627df2-76c2-7cd8-9c76-dfe1707ef9c2}">
          <p14:sldIdLst>
            <p14:sldId id="256"/>
            <p14:sldId id="257"/>
          </p14:sldIdLst>
        </p14:section>
        <p14:section name="개념" id="{c91e80fb-e1b5-32fd-995c-6965cdda5580}">
          <p14:sldIdLst>
            <p14:sldId id="258"/>
            <p14:sldId id="259"/>
            <p14:sldId id="261"/>
            <p14:sldId id="262"/>
          </p14:sldIdLst>
        </p14:section>
        <p14:section name="연습" id="{8f071424-6b67-8d9d-d1fa-0630107bc347}">
          <p14:sldIdLst>
            <p14:sldId id="260"/>
            <p14:sldId id="263"/>
            <p14:sldId id="264"/>
          </p14:sldIdLst>
        </p14:section>
        <p14:section name="개념" id="{157de05a-4d15-1099-eae8-88e4d8670400}">
          <p14:sldIdLst/>
        </p14:section>
        <p14:section name="연습" id="{de05ec68-4455-578d-548e-a48b0462e77b}">
          <p14:sldIdLst/>
        </p14:section>
        <p14:section name="확인" id="{0d476161-4ace-db55-7f6f-a09b0ade0631}">
          <p14:sldIdLst>
            <p14:sldId id="265"/>
            <p14:sldId id="266"/>
          </p14:sldIdLst>
        </p14:section>
        <p14:section name="정리" id="{1040b61e-a279-d565-f6fd-844d27d5b5cd}">
          <p14:sldIdLst>
            <p14:sldId id="267"/>
          </p14:sldIdLst>
        </p14:section>
        <p14:section name="보충" id="{29b21496-c67b-895e-4edd-e8150c59518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10이 되는 더하기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10이 되는 더하기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10이 되는 더하기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더하기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몇을 더하면 10이 될까?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70382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83595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48106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61319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25830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39043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03554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16767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81278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1094491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70382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783595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48106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861319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25830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1003554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81278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figure18" descr="1개의 십 칸 틀 중 1번째: 모두 7개"/>
          <p:cNvSpPr/>
          <p:nvPr/>
        </p:nvSpPr>
        <p:spPr>
          <a:xfrm>
            <a:off x="7703820" y="13258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더해서 10이 되는 두 수를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10을 만들어 세 수를 더해요.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2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+ 4 = □</a:t>
            </a:r>
            <a:endParaRPr lang="ko-KR" sz="3600" dirty="0"/>
          </a:p>
        </p:txBody>
      </p:sp>
      <p:sp>
        <p:nvSpPr>
          <p:cNvPr id="5" name="S02-chip2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24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8 − 2 − 3 = □</a:t>
            </a:r>
            <a:endParaRPr lang="ko-KR" sz="3600" dirty="0"/>
          </a:p>
        </p:txBody>
      </p:sp>
      <p:sp>
        <p:nvSpPr>
          <p:cNvPr id="7" name="S02-chip2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line26"/>
          <p:cNvSpPr/>
          <p:nvPr/>
        </p:nvSpPr>
        <p:spPr>
          <a:xfrm flipH="1" flipV="1">
            <a:off x="2593848" y="531876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02-line27"/>
          <p:cNvSpPr/>
          <p:nvPr/>
        </p:nvSpPr>
        <p:spPr>
          <a:xfrm flipV="1">
            <a:off x="3447288" y="531876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02-figure28" descr="10과 6을 모으는 그림, 모은 수는 빈칸"/>
          <p:cNvSpPr txBox="1"/>
          <p:nvPr/>
        </p:nvSpPr>
        <p:spPr>
          <a:xfrm>
            <a:off x="3142488" y="5562600"/>
            <a:ext cx="609600" cy="609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9762B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400" dirty="0"/>
          </a:p>
        </p:txBody>
      </p:sp>
      <p:sp>
        <p:nvSpPr>
          <p:cNvPr id="11" name="S02-bondpart29"/>
          <p:cNvSpPr txBox="1"/>
          <p:nvPr/>
        </p:nvSpPr>
        <p:spPr>
          <a:xfrm>
            <a:off x="2289048" y="470916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2" name="S02-bondpart30"/>
          <p:cNvSpPr txBox="1"/>
          <p:nvPr/>
        </p:nvSpPr>
        <p:spPr>
          <a:xfrm>
            <a:off x="3995928" y="470916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더 있으면 10?</a:t>
            </a:r>
            <a:endParaRPr lang="ko-KR" sz="4400" dirty="0"/>
          </a:p>
        </p:txBody>
      </p:sp>
      <p:sp>
        <p:nvSpPr>
          <p:cNvPr id="3" name="S03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칸 틀에 공이 7개 있어요.</a:t>
            </a:r>
            <a:endParaRPr lang="ko-KR" sz="3200" dirty="0"/>
          </a:p>
        </p:txBody>
      </p:sp>
      <p:sp>
        <p:nvSpPr>
          <p:cNvPr id="4" name="S03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+ 3 = 10</a:t>
            </a:r>
            <a:endParaRPr lang="ko-KR" sz="3200" dirty="0"/>
          </a:p>
        </p:txBody>
      </p:sp>
      <p:sp>
        <p:nvSpPr>
          <p:cNvPr id="6" name="S03-card34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5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빈칸은 3개예요.</a:t>
            </a:r>
            <a:endParaRPr lang="ko-KR" sz="3200" dirty="0"/>
          </a:p>
        </p:txBody>
      </p:sp>
      <p:sp>
        <p:nvSpPr>
          <p:cNvPr id="8" name="S03-card36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37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7과 3을 모으면 10</a:t>
            </a:r>
            <a:endParaRPr lang="ko-KR" sz="3200" dirty="0"/>
          </a:p>
        </p:txBody>
      </p:sp>
      <p:sp>
        <p:nvSpPr>
          <p:cNvPr id="10" name="S03-cell38"/>
          <p:cNvSpPr/>
          <p:nvPr/>
        </p:nvSpPr>
        <p:spPr>
          <a:xfrm>
            <a:off x="41513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dot39"/>
          <p:cNvSpPr/>
          <p:nvPr/>
        </p:nvSpPr>
        <p:spPr>
          <a:xfrm>
            <a:off x="42835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cell40"/>
          <p:cNvSpPr/>
          <p:nvPr/>
        </p:nvSpPr>
        <p:spPr>
          <a:xfrm>
            <a:off x="49286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dot41"/>
          <p:cNvSpPr/>
          <p:nvPr/>
        </p:nvSpPr>
        <p:spPr>
          <a:xfrm>
            <a:off x="50607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cell42"/>
          <p:cNvSpPr/>
          <p:nvPr/>
        </p:nvSpPr>
        <p:spPr>
          <a:xfrm>
            <a:off x="57058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dot43"/>
          <p:cNvSpPr/>
          <p:nvPr/>
        </p:nvSpPr>
        <p:spPr>
          <a:xfrm>
            <a:off x="58379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cell44"/>
          <p:cNvSpPr/>
          <p:nvPr/>
        </p:nvSpPr>
        <p:spPr>
          <a:xfrm>
            <a:off x="64830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dot45"/>
          <p:cNvSpPr/>
          <p:nvPr/>
        </p:nvSpPr>
        <p:spPr>
          <a:xfrm>
            <a:off x="66152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cell46"/>
          <p:cNvSpPr/>
          <p:nvPr/>
        </p:nvSpPr>
        <p:spPr>
          <a:xfrm>
            <a:off x="72603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dot47"/>
          <p:cNvSpPr/>
          <p:nvPr/>
        </p:nvSpPr>
        <p:spPr>
          <a:xfrm>
            <a:off x="73924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cell48"/>
          <p:cNvSpPr/>
          <p:nvPr/>
        </p:nvSpPr>
        <p:spPr>
          <a:xfrm>
            <a:off x="41513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dot49"/>
          <p:cNvSpPr/>
          <p:nvPr/>
        </p:nvSpPr>
        <p:spPr>
          <a:xfrm>
            <a:off x="42835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cell50"/>
          <p:cNvSpPr/>
          <p:nvPr/>
        </p:nvSpPr>
        <p:spPr>
          <a:xfrm>
            <a:off x="49286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dot51"/>
          <p:cNvSpPr/>
          <p:nvPr/>
        </p:nvSpPr>
        <p:spPr>
          <a:xfrm>
            <a:off x="506074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cell52"/>
          <p:cNvSpPr/>
          <p:nvPr/>
        </p:nvSpPr>
        <p:spPr>
          <a:xfrm>
            <a:off x="57058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53"/>
          <p:cNvSpPr/>
          <p:nvPr/>
        </p:nvSpPr>
        <p:spPr>
          <a:xfrm>
            <a:off x="64830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54"/>
          <p:cNvSpPr/>
          <p:nvPr/>
        </p:nvSpPr>
        <p:spPr>
          <a:xfrm>
            <a:off x="72603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figure55" descr="1개의 십 칸 틀 중 1번째: 모두 7개"/>
          <p:cNvSpPr/>
          <p:nvPr/>
        </p:nvSpPr>
        <p:spPr>
          <a:xfrm>
            <a:off x="415137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</a:t>
            </a:r>
            <a:endParaRPr lang="ko-KR" sz="4400" dirty="0"/>
          </a:p>
        </p:txBody>
      </p:sp>
      <p:sp>
        <p:nvSpPr>
          <p:cNvPr id="3" name="S04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더해서 10이 되는 두 수예요.</a:t>
            </a:r>
            <a:endParaRPr lang="ko-KR" sz="3200" dirty="0"/>
          </a:p>
        </p:txBody>
      </p:sp>
      <p:sp>
        <p:nvSpPr>
          <p:cNvPr id="4" name="S04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수가 1 커지면 다른 수는 1 작아져요.</a:t>
            </a:r>
            <a:endParaRPr lang="ko-KR" sz="3200" dirty="0"/>
          </a:p>
        </p:txBody>
      </p:sp>
      <p:graphicFrame>
        <p:nvGraphicFramePr>
          <p:cNvPr id="5" name="S04-table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915920"/>
          <a:ext cx="10515600" cy="914400"/>
        </p:xfrm>
        <a:graphic>
          <a:graphicData uri="http://schemas.openxmlformats.org/drawingml/2006/table">
            <a:tbl>
              <a:tblPr/>
              <a:tblGrid>
                <a:gridCol w="1997964"/>
                <a:gridCol w="946404"/>
                <a:gridCol w="946404"/>
                <a:gridCol w="946404"/>
                <a:gridCol w="946404"/>
                <a:gridCol w="946404"/>
                <a:gridCol w="946404"/>
                <a:gridCol w="946404"/>
                <a:gridCol w="946404"/>
                <a:gridCol w="946404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만들어요</a:t>
            </a:r>
            <a:endParaRPr lang="ko-KR" sz="4400" dirty="0"/>
          </a:p>
        </p:txBody>
      </p:sp>
      <p:sp>
        <p:nvSpPr>
          <p:cNvPr id="3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빈칸이 몇 개인지 세어 봐요.</a:t>
            </a:r>
            <a:endParaRPr lang="ko-KR" sz="3200" dirty="0"/>
          </a:p>
        </p:txBody>
      </p:sp>
      <p:sp>
        <p:nvSpPr>
          <p:cNvPr id="5" name="S05-card62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63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십 칸 틀로 보면</a:t>
            </a:r>
            <a:endParaRPr lang="ko-KR" sz="3200" dirty="0"/>
          </a:p>
        </p:txBody>
      </p:sp>
      <p:sp>
        <p:nvSpPr>
          <p:cNvPr id="7" name="S05-cell64"/>
          <p:cNvSpPr/>
          <p:nvPr/>
        </p:nvSpPr>
        <p:spPr>
          <a:xfrm>
            <a:off x="701573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dot65"/>
          <p:cNvSpPr/>
          <p:nvPr/>
        </p:nvSpPr>
        <p:spPr>
          <a:xfrm>
            <a:off x="714786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cell66"/>
          <p:cNvSpPr/>
          <p:nvPr/>
        </p:nvSpPr>
        <p:spPr>
          <a:xfrm>
            <a:off x="779297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dot67"/>
          <p:cNvSpPr/>
          <p:nvPr/>
        </p:nvSpPr>
        <p:spPr>
          <a:xfrm>
            <a:off x="792510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cell68"/>
          <p:cNvSpPr/>
          <p:nvPr/>
        </p:nvSpPr>
        <p:spPr>
          <a:xfrm>
            <a:off x="857021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dot69"/>
          <p:cNvSpPr/>
          <p:nvPr/>
        </p:nvSpPr>
        <p:spPr>
          <a:xfrm>
            <a:off x="870234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cell70"/>
          <p:cNvSpPr/>
          <p:nvPr/>
        </p:nvSpPr>
        <p:spPr>
          <a:xfrm>
            <a:off x="934745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dot71"/>
          <p:cNvSpPr/>
          <p:nvPr/>
        </p:nvSpPr>
        <p:spPr>
          <a:xfrm>
            <a:off x="947958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cell72"/>
          <p:cNvSpPr/>
          <p:nvPr/>
        </p:nvSpPr>
        <p:spPr>
          <a:xfrm>
            <a:off x="1012469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dot73"/>
          <p:cNvSpPr/>
          <p:nvPr/>
        </p:nvSpPr>
        <p:spPr>
          <a:xfrm>
            <a:off x="1025682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cell74"/>
          <p:cNvSpPr/>
          <p:nvPr/>
        </p:nvSpPr>
        <p:spPr>
          <a:xfrm>
            <a:off x="701573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dot75"/>
          <p:cNvSpPr/>
          <p:nvPr/>
        </p:nvSpPr>
        <p:spPr>
          <a:xfrm>
            <a:off x="7147865" y="36068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cell76"/>
          <p:cNvSpPr/>
          <p:nvPr/>
        </p:nvSpPr>
        <p:spPr>
          <a:xfrm>
            <a:off x="779297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77"/>
          <p:cNvSpPr/>
          <p:nvPr/>
        </p:nvSpPr>
        <p:spPr>
          <a:xfrm>
            <a:off x="857021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78"/>
          <p:cNvSpPr/>
          <p:nvPr/>
        </p:nvSpPr>
        <p:spPr>
          <a:xfrm>
            <a:off x="934745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79"/>
          <p:cNvSpPr/>
          <p:nvPr/>
        </p:nvSpPr>
        <p:spPr>
          <a:xfrm>
            <a:off x="1012469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figure80" descr="1개의 십 칸 틀 중 1번째: 모두 6개"/>
          <p:cNvSpPr/>
          <p:nvPr/>
        </p:nvSpPr>
        <p:spPr>
          <a:xfrm>
            <a:off x="7015734" y="26974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chip81"/>
          <p:cNvSpPr txBox="1"/>
          <p:nvPr/>
        </p:nvSpPr>
        <p:spPr>
          <a:xfrm>
            <a:off x="548640" y="144818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25" name="S05-eqtext82"/>
          <p:cNvSpPr txBox="1"/>
          <p:nvPr/>
        </p:nvSpPr>
        <p:spPr>
          <a:xfrm>
            <a:off x="1344168" y="132588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□ = 10</a:t>
            </a:r>
            <a:endParaRPr lang="ko-KR" sz="3600" dirty="0"/>
          </a:p>
        </p:txBody>
      </p:sp>
      <p:sp>
        <p:nvSpPr>
          <p:cNvPr id="26" name="S05-chip83"/>
          <p:cNvSpPr txBox="1"/>
          <p:nvPr/>
        </p:nvSpPr>
        <p:spPr>
          <a:xfrm>
            <a:off x="548640" y="244259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7" name="S05-eqtext84"/>
          <p:cNvSpPr txBox="1"/>
          <p:nvPr/>
        </p:nvSpPr>
        <p:spPr>
          <a:xfrm>
            <a:off x="1344168" y="232029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+ 8 = 10</a:t>
            </a:r>
            <a:endParaRPr lang="ko-KR" sz="3600" dirty="0"/>
          </a:p>
        </p:txBody>
      </p:sp>
      <p:sp>
        <p:nvSpPr>
          <p:cNvPr id="28" name="S05-chip85"/>
          <p:cNvSpPr txBox="1"/>
          <p:nvPr/>
        </p:nvSpPr>
        <p:spPr>
          <a:xfrm>
            <a:off x="548640" y="343700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9" name="S05-eqtext86"/>
          <p:cNvSpPr txBox="1"/>
          <p:nvPr/>
        </p:nvSpPr>
        <p:spPr>
          <a:xfrm>
            <a:off x="1344168" y="331470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□ = 10</a:t>
            </a:r>
            <a:endParaRPr lang="ko-KR" sz="3600" dirty="0"/>
          </a:p>
        </p:txBody>
      </p:sp>
      <p:sp>
        <p:nvSpPr>
          <p:cNvPr id="30" name="S05-chip87"/>
          <p:cNvSpPr txBox="1"/>
          <p:nvPr/>
        </p:nvSpPr>
        <p:spPr>
          <a:xfrm>
            <a:off x="548640" y="443141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1" name="S05-eqtext88"/>
          <p:cNvSpPr txBox="1"/>
          <p:nvPr/>
        </p:nvSpPr>
        <p:spPr>
          <a:xfrm>
            <a:off x="1344168" y="430911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□ = 10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먼저 만들어요</a:t>
            </a:r>
            <a:endParaRPr lang="ko-KR" sz="4400" dirty="0"/>
          </a:p>
        </p:txBody>
      </p:sp>
      <p:sp>
        <p:nvSpPr>
          <p:cNvPr id="3" name="S06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+ 3에서 6과 4를 먼저 모아요.</a:t>
            </a:r>
            <a:endParaRPr lang="ko-KR" sz="3200" dirty="0"/>
          </a:p>
        </p:txBody>
      </p:sp>
      <p:sp>
        <p:nvSpPr>
          <p:cNvPr id="4" name="S06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+ 3 = 13</a:t>
            </a:r>
            <a:endParaRPr lang="ko-KR" sz="3200" dirty="0"/>
          </a:p>
        </p:txBody>
      </p:sp>
      <p:sp>
        <p:nvSpPr>
          <p:cNvPr id="6" name="S06-card9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9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= 10</a:t>
            </a:r>
            <a:endParaRPr lang="ko-KR" sz="3200" dirty="0"/>
          </a:p>
        </p:txBody>
      </p:sp>
      <p:sp>
        <p:nvSpPr>
          <p:cNvPr id="8" name="S06-card9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9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10" name="S06-cell96"/>
          <p:cNvSpPr/>
          <p:nvPr/>
        </p:nvSpPr>
        <p:spPr>
          <a:xfrm>
            <a:off x="1375601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dot97"/>
          <p:cNvSpPr/>
          <p:nvPr/>
        </p:nvSpPr>
        <p:spPr>
          <a:xfrm>
            <a:off x="1502485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cell98"/>
          <p:cNvSpPr/>
          <p:nvPr/>
        </p:nvSpPr>
        <p:spPr>
          <a:xfrm>
            <a:off x="2121980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dot99"/>
          <p:cNvSpPr/>
          <p:nvPr/>
        </p:nvSpPr>
        <p:spPr>
          <a:xfrm>
            <a:off x="2248864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cell100"/>
          <p:cNvSpPr/>
          <p:nvPr/>
        </p:nvSpPr>
        <p:spPr>
          <a:xfrm>
            <a:off x="2868359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dot101"/>
          <p:cNvSpPr/>
          <p:nvPr/>
        </p:nvSpPr>
        <p:spPr>
          <a:xfrm>
            <a:off x="2995243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cell102"/>
          <p:cNvSpPr/>
          <p:nvPr/>
        </p:nvSpPr>
        <p:spPr>
          <a:xfrm>
            <a:off x="3614738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dot103"/>
          <p:cNvSpPr/>
          <p:nvPr/>
        </p:nvSpPr>
        <p:spPr>
          <a:xfrm>
            <a:off x="3741622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cell104"/>
          <p:cNvSpPr/>
          <p:nvPr/>
        </p:nvSpPr>
        <p:spPr>
          <a:xfrm>
            <a:off x="436111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dot105"/>
          <p:cNvSpPr/>
          <p:nvPr/>
        </p:nvSpPr>
        <p:spPr>
          <a:xfrm>
            <a:off x="448800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cell106"/>
          <p:cNvSpPr/>
          <p:nvPr/>
        </p:nvSpPr>
        <p:spPr>
          <a:xfrm>
            <a:off x="1375601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dot107"/>
          <p:cNvSpPr/>
          <p:nvPr/>
        </p:nvSpPr>
        <p:spPr>
          <a:xfrm>
            <a:off x="1502485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cell108"/>
          <p:cNvSpPr/>
          <p:nvPr/>
        </p:nvSpPr>
        <p:spPr>
          <a:xfrm>
            <a:off x="2121980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dot109"/>
          <p:cNvSpPr/>
          <p:nvPr/>
        </p:nvSpPr>
        <p:spPr>
          <a:xfrm>
            <a:off x="2248864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cell110"/>
          <p:cNvSpPr/>
          <p:nvPr/>
        </p:nvSpPr>
        <p:spPr>
          <a:xfrm>
            <a:off x="2868359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dot111"/>
          <p:cNvSpPr/>
          <p:nvPr/>
        </p:nvSpPr>
        <p:spPr>
          <a:xfrm>
            <a:off x="2995243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cell112"/>
          <p:cNvSpPr/>
          <p:nvPr/>
        </p:nvSpPr>
        <p:spPr>
          <a:xfrm>
            <a:off x="3614738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dot113"/>
          <p:cNvSpPr/>
          <p:nvPr/>
        </p:nvSpPr>
        <p:spPr>
          <a:xfrm>
            <a:off x="3741622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cell114"/>
          <p:cNvSpPr/>
          <p:nvPr/>
        </p:nvSpPr>
        <p:spPr>
          <a:xfrm>
            <a:off x="436111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dot115"/>
          <p:cNvSpPr/>
          <p:nvPr/>
        </p:nvSpPr>
        <p:spPr>
          <a:xfrm>
            <a:off x="4488001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figure116" descr="1개의 십 칸 틀 중 1번째: 모두 10개"/>
          <p:cNvSpPr/>
          <p:nvPr/>
        </p:nvSpPr>
        <p:spPr>
          <a:xfrm>
            <a:off x="1375601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6-label117"/>
          <p:cNvSpPr txBox="1"/>
          <p:nvPr/>
        </p:nvSpPr>
        <p:spPr>
          <a:xfrm>
            <a:off x="548640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4를 모아 10</a:t>
            </a:r>
            <a:endParaRPr lang="ko-KR" sz="2600" dirty="0"/>
          </a:p>
        </p:txBody>
      </p:sp>
      <p:sp>
        <p:nvSpPr>
          <p:cNvPr id="32" name="S06-cell118"/>
          <p:cNvSpPr/>
          <p:nvPr/>
        </p:nvSpPr>
        <p:spPr>
          <a:xfrm>
            <a:off x="708145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dot119"/>
          <p:cNvSpPr/>
          <p:nvPr/>
        </p:nvSpPr>
        <p:spPr>
          <a:xfrm>
            <a:off x="720834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cell120"/>
          <p:cNvSpPr/>
          <p:nvPr/>
        </p:nvSpPr>
        <p:spPr>
          <a:xfrm>
            <a:off x="7827836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dot121"/>
          <p:cNvSpPr/>
          <p:nvPr/>
        </p:nvSpPr>
        <p:spPr>
          <a:xfrm>
            <a:off x="7954720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cell122"/>
          <p:cNvSpPr/>
          <p:nvPr/>
        </p:nvSpPr>
        <p:spPr>
          <a:xfrm>
            <a:off x="8574215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dot123"/>
          <p:cNvSpPr/>
          <p:nvPr/>
        </p:nvSpPr>
        <p:spPr>
          <a:xfrm>
            <a:off x="8701099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cell124"/>
          <p:cNvSpPr/>
          <p:nvPr/>
        </p:nvSpPr>
        <p:spPr>
          <a:xfrm>
            <a:off x="9320594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cell125"/>
          <p:cNvSpPr/>
          <p:nvPr/>
        </p:nvSpPr>
        <p:spPr>
          <a:xfrm>
            <a:off x="10066972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cell126"/>
          <p:cNvSpPr/>
          <p:nvPr/>
        </p:nvSpPr>
        <p:spPr>
          <a:xfrm>
            <a:off x="708145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cell127"/>
          <p:cNvSpPr/>
          <p:nvPr/>
        </p:nvSpPr>
        <p:spPr>
          <a:xfrm>
            <a:off x="7827836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cell128"/>
          <p:cNvSpPr/>
          <p:nvPr/>
        </p:nvSpPr>
        <p:spPr>
          <a:xfrm>
            <a:off x="8574215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cell129"/>
          <p:cNvSpPr/>
          <p:nvPr/>
        </p:nvSpPr>
        <p:spPr>
          <a:xfrm>
            <a:off x="9320594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6-cell130"/>
          <p:cNvSpPr/>
          <p:nvPr/>
        </p:nvSpPr>
        <p:spPr>
          <a:xfrm>
            <a:off x="10066972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6-figure131" descr="1개의 십 칸 틀 중 1번째: 모두 3개"/>
          <p:cNvSpPr/>
          <p:nvPr/>
        </p:nvSpPr>
        <p:spPr>
          <a:xfrm>
            <a:off x="7081457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06-label132"/>
          <p:cNvSpPr txBox="1"/>
          <p:nvPr/>
        </p:nvSpPr>
        <p:spPr>
          <a:xfrm>
            <a:off x="6254496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두 수를 먼저?</a:t>
            </a:r>
            <a:endParaRPr lang="ko-KR" sz="4400" dirty="0"/>
          </a:p>
        </p:txBody>
      </p:sp>
      <p:sp>
        <p:nvSpPr>
          <p:cNvPr id="3" name="S07-eqtext13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+ 8 = □</a:t>
            </a:r>
            <a:endParaRPr lang="ko-KR" sz="3600" dirty="0"/>
          </a:p>
        </p:txBody>
      </p:sp>
      <p:sp>
        <p:nvSpPr>
          <p:cNvPr id="4" name="S07-line134"/>
          <p:cNvSpPr/>
          <p:nvPr/>
        </p:nvSpPr>
        <p:spPr>
          <a:xfrm flipH="1" flipV="1">
            <a:off x="6648159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7-line135"/>
          <p:cNvSpPr/>
          <p:nvPr/>
        </p:nvSpPr>
        <p:spPr>
          <a:xfrm flipV="1">
            <a:off x="7538085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7-figure136" descr="2와 8을 모아 10"/>
          <p:cNvSpPr txBox="1"/>
          <p:nvPr/>
        </p:nvSpPr>
        <p:spPr>
          <a:xfrm>
            <a:off x="7167282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900" dirty="0"/>
          </a:p>
        </p:txBody>
      </p:sp>
      <p:sp>
        <p:nvSpPr>
          <p:cNvPr id="7" name="S07-bondpart137"/>
          <p:cNvSpPr txBox="1"/>
          <p:nvPr/>
        </p:nvSpPr>
        <p:spPr>
          <a:xfrm>
            <a:off x="6277356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900" dirty="0"/>
          </a:p>
        </p:txBody>
      </p:sp>
      <p:sp>
        <p:nvSpPr>
          <p:cNvPr id="8" name="S07-bondpart138"/>
          <p:cNvSpPr txBox="1"/>
          <p:nvPr/>
        </p:nvSpPr>
        <p:spPr>
          <a:xfrm>
            <a:off x="8057209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900" dirty="0"/>
          </a:p>
        </p:txBody>
      </p:sp>
      <p:sp>
        <p:nvSpPr>
          <p:cNvPr id="9" name="S07-label139"/>
          <p:cNvSpPr txBox="1"/>
          <p:nvPr/>
        </p:nvSpPr>
        <p:spPr>
          <a:xfrm>
            <a:off x="6277356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10" name="S07-line140"/>
          <p:cNvSpPr/>
          <p:nvPr/>
        </p:nvSpPr>
        <p:spPr>
          <a:xfrm flipH="1" flipV="1">
            <a:off x="9489657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07-line141"/>
          <p:cNvSpPr/>
          <p:nvPr/>
        </p:nvSpPr>
        <p:spPr>
          <a:xfrm flipV="1">
            <a:off x="10379583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2" name="S07-figure142" descr="4와 10을 모아 14"/>
          <p:cNvSpPr txBox="1"/>
          <p:nvPr/>
        </p:nvSpPr>
        <p:spPr>
          <a:xfrm>
            <a:off x="10008780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900" dirty="0"/>
          </a:p>
        </p:txBody>
      </p:sp>
      <p:sp>
        <p:nvSpPr>
          <p:cNvPr id="13" name="S07-bondpart143"/>
          <p:cNvSpPr txBox="1"/>
          <p:nvPr/>
        </p:nvSpPr>
        <p:spPr>
          <a:xfrm>
            <a:off x="9118854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900" dirty="0"/>
          </a:p>
        </p:txBody>
      </p:sp>
      <p:sp>
        <p:nvSpPr>
          <p:cNvPr id="14" name="S07-bondpart144"/>
          <p:cNvSpPr txBox="1"/>
          <p:nvPr/>
        </p:nvSpPr>
        <p:spPr>
          <a:xfrm>
            <a:off x="10898707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900" dirty="0"/>
          </a:p>
        </p:txBody>
      </p:sp>
      <p:sp>
        <p:nvSpPr>
          <p:cNvPr id="15" name="S07-label145"/>
          <p:cNvSpPr txBox="1"/>
          <p:nvPr/>
        </p:nvSpPr>
        <p:spPr>
          <a:xfrm>
            <a:off x="9118854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16" name="S07-stepno146"/>
          <p:cNvSpPr txBox="1"/>
          <p:nvPr/>
        </p:nvSpPr>
        <p:spPr>
          <a:xfrm>
            <a:off x="548640" y="2779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7-text147"/>
          <p:cNvSpPr txBox="1"/>
          <p:nvPr/>
        </p:nvSpPr>
        <p:spPr>
          <a:xfrm>
            <a:off x="1325880" y="2733548"/>
            <a:ext cx="4585716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수를 찾아요.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8</a:t>
            </a:r>
            <a:endParaRPr lang="ko-KR" sz="3200" dirty="0"/>
          </a:p>
        </p:txBody>
      </p:sp>
      <p:sp>
        <p:nvSpPr>
          <p:cNvPr id="18" name="S07-stepno148"/>
          <p:cNvSpPr txBox="1"/>
          <p:nvPr/>
        </p:nvSpPr>
        <p:spPr>
          <a:xfrm>
            <a:off x="548640" y="43855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7-text149"/>
          <p:cNvSpPr txBox="1"/>
          <p:nvPr/>
        </p:nvSpPr>
        <p:spPr>
          <a:xfrm>
            <a:off x="1325880" y="4385564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+ 8 = 10</a:t>
            </a:r>
            <a:endParaRPr lang="ko-KR" sz="3200" dirty="0"/>
          </a:p>
        </p:txBody>
      </p:sp>
      <p:sp>
        <p:nvSpPr>
          <p:cNvPr id="20" name="S07-stepno150"/>
          <p:cNvSpPr txBox="1"/>
          <p:nvPr/>
        </p:nvSpPr>
        <p:spPr>
          <a:xfrm>
            <a:off x="548640" y="5144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7-text151"/>
          <p:cNvSpPr txBox="1"/>
          <p:nvPr/>
        </p:nvSpPr>
        <p:spPr>
          <a:xfrm>
            <a:off x="1325880" y="5098796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4를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+ 4 = 14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만들어 더해요</a:t>
            </a:r>
            <a:endParaRPr lang="ko-KR" sz="4400" dirty="0"/>
          </a:p>
        </p:txBody>
      </p:sp>
      <p:sp>
        <p:nvSpPr>
          <p:cNvPr id="3" name="S08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수에 ○ 하고 먼저 더해요.</a:t>
            </a:r>
            <a:endParaRPr lang="ko-KR" sz="3200" dirty="0"/>
          </a:p>
        </p:txBody>
      </p:sp>
      <p:sp>
        <p:nvSpPr>
          <p:cNvPr id="5" name="S08-chip15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5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+ 7 + 4 = □</a:t>
            </a:r>
            <a:endParaRPr lang="ko-KR" sz="3600" dirty="0"/>
          </a:p>
        </p:txBody>
      </p:sp>
      <p:sp>
        <p:nvSpPr>
          <p:cNvPr id="7" name="S08-chip1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5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+ 5 + 6 = □</a:t>
            </a:r>
            <a:endParaRPr lang="ko-KR" sz="3600" dirty="0"/>
          </a:p>
        </p:txBody>
      </p:sp>
      <p:sp>
        <p:nvSpPr>
          <p:cNvPr id="9" name="S08-chip15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5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+ 1 + 9 = □</a:t>
            </a:r>
            <a:endParaRPr lang="ko-KR" sz="3600" dirty="0"/>
          </a:p>
        </p:txBody>
      </p:sp>
      <p:sp>
        <p:nvSpPr>
          <p:cNvPr id="11" name="S08-chip16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6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+ 6 + 4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쉬울까요?</a:t>
            </a:r>
            <a:endParaRPr lang="ko-KR" sz="4400" dirty="0"/>
          </a:p>
        </p:txBody>
      </p:sp>
      <p:sp>
        <p:nvSpPr>
          <p:cNvPr id="3" name="S09-card16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6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+ 6 + 4를 계산해요.</a:t>
            </a:r>
            <a:endParaRPr lang="ko-KR" sz="3200" dirty="0"/>
          </a:p>
        </p:txBody>
      </p:sp>
      <p:sp>
        <p:nvSpPr>
          <p:cNvPr id="5" name="S09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더 쉬울까요? 왜 그럴까요?</a:t>
            </a:r>
            <a:endParaRPr lang="ko-KR" sz="3200" dirty="0"/>
          </a:p>
        </p:txBody>
      </p:sp>
      <p:sp>
        <p:nvSpPr>
          <p:cNvPr id="7" name="S09-chip16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9-text16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+ 6 = 9를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+ 4는… 어려워요.</a:t>
            </a:r>
            <a:endParaRPr lang="ko-KR" sz="3200" dirty="0"/>
          </a:p>
        </p:txBody>
      </p:sp>
      <p:sp>
        <p:nvSpPr>
          <p:cNvPr id="9" name="S09-chip16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09-text16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= 10을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두 수로 10을 만들었는지 말해요.</a:t>
            </a:r>
            <a:endParaRPr lang="ko-KR" sz="3200" dirty="0"/>
          </a:p>
        </p:txBody>
      </p:sp>
      <p:sp>
        <p:nvSpPr>
          <p:cNvPr id="4" name="S10-chip17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17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□ = 10</a:t>
            </a:r>
            <a:endParaRPr lang="ko-KR" sz="3600" dirty="0"/>
          </a:p>
        </p:txBody>
      </p:sp>
      <p:sp>
        <p:nvSpPr>
          <p:cNvPr id="6" name="S10-chip17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7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+ 1 + 7 = □</a:t>
            </a:r>
            <a:endParaRPr lang="ko-KR" sz="3600" dirty="0"/>
          </a:p>
        </p:txBody>
      </p:sp>
      <p:sp>
        <p:nvSpPr>
          <p:cNvPr id="8" name="S10-chip17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17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+ 5 + 5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 수 있는 식은?</a:t>
            </a:r>
            <a:endParaRPr lang="ko-KR" sz="4400" dirty="0"/>
          </a:p>
        </p:txBody>
      </p:sp>
      <p:sp>
        <p:nvSpPr>
          <p:cNvPr id="3" name="S12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두 수로 10을 만들 수 있는 식은?</a:t>
            </a:r>
            <a:endParaRPr lang="ko-KR" sz="3200" dirty="0"/>
          </a:p>
        </p:txBody>
      </p:sp>
      <p:sp>
        <p:nvSpPr>
          <p:cNvPr id="4" name="S12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식을 계산하고, 어떻게 했는지 말해요.</a:t>
            </a:r>
            <a:endParaRPr lang="ko-KR" sz="3200" dirty="0"/>
          </a:p>
        </p:txBody>
      </p:sp>
      <p:sp>
        <p:nvSpPr>
          <p:cNvPr id="6" name="S12-chip1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8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8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+ 2</a:t>
            </a:r>
            <a:endParaRPr lang="ko-KR" sz="3200" dirty="0"/>
          </a:p>
        </p:txBody>
      </p:sp>
      <p:sp>
        <p:nvSpPr>
          <p:cNvPr id="9" name="S12-chip18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8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8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+ 5</a:t>
            </a:r>
            <a:endParaRPr lang="ko-KR" sz="3200" dirty="0"/>
          </a:p>
        </p:txBody>
      </p:sp>
      <p:sp>
        <p:nvSpPr>
          <p:cNvPr id="12" name="S12-chip1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8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8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+ 4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8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9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수를 먼저 더하면 쉬워요.</a:t>
            </a:r>
            <a:endParaRPr lang="ko-KR" sz="3200" dirty="0"/>
          </a:p>
        </p:txBody>
      </p:sp>
      <p:sp>
        <p:nvSpPr>
          <p:cNvPr id="5" name="S13-chip19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10을 먼저 만들기</a:t>
            </a:r>
            <a:endParaRPr lang="ko-KR" sz="2600" dirty="0"/>
          </a:p>
        </p:txBody>
      </p:sp>
      <p:sp>
        <p:nvSpPr>
          <p:cNvPr id="6" name="S13-chip19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 + 4를 104로 쓰기</a:t>
            </a:r>
            <a:endParaRPr lang="ko-KR" sz="2600" dirty="0"/>
          </a:p>
        </p:txBody>
      </p:sp>
      <p:sp>
        <p:nvSpPr>
          <p:cNvPr id="7" name="S13-text19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19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 + □ = 10</a:t>
            </a:r>
            <a:endParaRPr lang="ko-KR" sz="3000" dirty="0"/>
          </a:p>
        </p:txBody>
      </p:sp>
      <p:sp>
        <p:nvSpPr>
          <p:cNvPr id="9" name="S13-eqtext19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 + 3 + 2 = □</a:t>
            </a:r>
            <a:endParaRPr lang="ko-KR" sz="3000" dirty="0"/>
          </a:p>
        </p:txBody>
      </p:sp>
      <p:sp>
        <p:nvSpPr>
          <p:cNvPr id="10" name="S13-eqtext19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+ 1 + 9 = □</a:t>
            </a:r>
            <a:endParaRPr lang="ko-KR" sz="3000" dirty="0"/>
          </a:p>
        </p:txBody>
      </p:sp>
      <p:sp>
        <p:nvSpPr>
          <p:cNvPr id="11" name="S13-text1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받아올림이 있는 덧셈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차례로 더해요</a:t>
            </a:r>
            <a:endParaRPr lang="ko-KR" sz="4400" dirty="0"/>
          </a:p>
        </p:txBody>
      </p:sp>
      <p:sp>
        <p:nvSpPr>
          <p:cNvPr id="3" name="S14-text1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+ 4를 차례로 더해요.</a:t>
            </a:r>
            <a:endParaRPr lang="ko-KR" sz="3200" dirty="0"/>
          </a:p>
        </p:txBody>
      </p:sp>
      <p:sp>
        <p:nvSpPr>
          <p:cNvPr id="4" name="S14-card1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= 5, 5 + 4 = 9</a:t>
            </a:r>
            <a:endParaRPr lang="ko-KR" sz="3200" dirty="0"/>
          </a:p>
        </p:txBody>
      </p:sp>
      <p:sp>
        <p:nvSpPr>
          <p:cNvPr id="6" name="S14-line201"/>
          <p:cNvSpPr/>
          <p:nvPr/>
        </p:nvSpPr>
        <p:spPr>
          <a:xfrm flipH="1" flipV="1">
            <a:off x="1897380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4-line202"/>
          <p:cNvSpPr/>
          <p:nvPr/>
        </p:nvSpPr>
        <p:spPr>
          <a:xfrm flipV="1">
            <a:off x="3241548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4-figure203" descr="2와 3을 모아 5"/>
          <p:cNvSpPr txBox="1"/>
          <p:nvPr/>
        </p:nvSpPr>
        <p:spPr>
          <a:xfrm>
            <a:off x="2761488" y="364159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9" name="S14-bondpart204"/>
          <p:cNvSpPr txBox="1"/>
          <p:nvPr/>
        </p:nvSpPr>
        <p:spPr>
          <a:xfrm>
            <a:off x="1417320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0" name="S14-bondpart205"/>
          <p:cNvSpPr txBox="1"/>
          <p:nvPr/>
        </p:nvSpPr>
        <p:spPr>
          <a:xfrm>
            <a:off x="4105656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1" name="S14-label206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12" name="S14-line207"/>
          <p:cNvSpPr/>
          <p:nvPr/>
        </p:nvSpPr>
        <p:spPr>
          <a:xfrm flipH="1" flipV="1">
            <a:off x="7603236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14-line208"/>
          <p:cNvSpPr/>
          <p:nvPr/>
        </p:nvSpPr>
        <p:spPr>
          <a:xfrm flipV="1">
            <a:off x="8947404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4-figure209" descr="5와 4를 모아 9"/>
          <p:cNvSpPr txBox="1"/>
          <p:nvPr/>
        </p:nvSpPr>
        <p:spPr>
          <a:xfrm>
            <a:off x="8467344" y="364159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800" dirty="0"/>
          </a:p>
        </p:txBody>
      </p:sp>
      <p:sp>
        <p:nvSpPr>
          <p:cNvPr id="15" name="S14-bondpart210"/>
          <p:cNvSpPr txBox="1"/>
          <p:nvPr/>
        </p:nvSpPr>
        <p:spPr>
          <a:xfrm>
            <a:off x="7123176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6" name="S14-bondpart211"/>
          <p:cNvSpPr txBox="1"/>
          <p:nvPr/>
        </p:nvSpPr>
        <p:spPr>
          <a:xfrm>
            <a:off x="9811512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7" name="S14-label212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10이 되는 더하기</dc:title>
  <dc:subject>KR22-G01-MAT-MAKE10-L01</dc:subject>
  <dc:creator>education-ppt</dc:creator>
  <cp:lastModifiedBy>education-ppt</cp:lastModifiedBy>
  <cp:revision>1</cp:revision>
  <dcterms:created xsi:type="dcterms:W3CDTF">2026-10-26T06:50:42Z</dcterms:created>
  <dcterms:modified xsi:type="dcterms:W3CDTF">2026-10-26T06:50:42Z</dcterms:modified>
</cp:coreProperties>
</file>