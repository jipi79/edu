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caa7ab9-e98f-1a43-45b4-baae033425f0}">
          <p14:sldIdLst>
            <p14:sldId id="256"/>
            <p14:sldId id="257"/>
          </p14:sldIdLst>
        </p14:section>
        <p14:section name="개념" id="{e6b838f0-2da5-58d4-ed4d-fb0df60f4111}">
          <p14:sldIdLst>
            <p14:sldId id="258"/>
            <p14:sldId id="259"/>
            <p14:sldId id="260"/>
            <p14:sldId id="261"/>
          </p14:sldIdLst>
        </p14:section>
        <p14:section name="연습" id="{77a3c3f5-d6fb-5812-ebad-0dbd64888bb7}">
          <p14:sldIdLst>
            <p14:sldId id="262"/>
            <p14:sldId id="263"/>
            <p14:sldId id="264"/>
          </p14:sldIdLst>
        </p14:section>
        <p14:section name="확인" id="{72c8b4cd-b676-3a6d-0421-5e566fe6c383}">
          <p14:sldIdLst>
            <p14:sldId id="265"/>
            <p14:sldId id="266"/>
            <p14:sldId id="267"/>
          </p14:sldIdLst>
        </p14:section>
        <p14:section name="정리" id="{7717cd42-0066-6684-1dfe-fde656593c26}">
          <p14:sldIdLst>
            <p14:sldId id="268"/>
          </p14:sldIdLst>
        </p14:section>
        <p14:section name="보충" id="{da69c372-2d82-4d29-130e-32ca1e9c129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지금까지 두 수로 하던 덧셈·뺄셈을 세 수로 넓힌다는 것을 알려 줍니다.
시간: 약 2분
이렇게 말해 보세요
- “지금까지는 두 수를 더하고 뺐지? 오늘은 수가 세 개인 덧셈과 뺄셈을 해 볼 거야.”
- “오른쪽 그림에 돌이 세 묶음 있어. 모두 모으면 몇 개일까?”
예상 답
- “6개요.”
막히면
- 답을 확인하지 말고 넘어갑니다. S03에서 같은 그림으로 다시 합니다.
주의
- 접시 3개와 바둑돌을 미리 준비해 두면 S03부터 바로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확인(한 자리 수의 덧셈·뺄셈)]
목적: 세 수의 계산에 바로 쓰이는 한 자리 수의 덧셈과 뺄셈이 되는지 확인합니다.
시간: 약 3분
이렇게 말해 보세요
- “①, ②는 덧셈, ③, ④는 뺄셈이야. 하나씩 말해 볼래? 돌을 써도 돼.”
정답
- ① 7
- ② 8
- ③ 5
- ④ 3
막히면
- 바둑돌로 모으거나 덜어 내게 합니다.
- 두 문제 이상 틀리면 S14(보충)를 먼저 합니다. 보충으로도 어려우면 4차시 ‘덧셈의 뜻’(KR22-G01-MAT-ADD-L01)과 5차시 ‘뺄셈의 뜻’(KR22-G01-MAT-SUB-L01)을 다시 합니다.
주의
- 계획상 바로 앞 차시는 7차시 ‘100까지의 수’(KR22-G01-MAT-NUM100-L01)이지만, 오늘 수업에 직접 필요한 것은 한 자리 수의 덧셈과 뺄셈입니다.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세 묶음을 모으는 상황을 덧셈식으로]
목적: 세 묶음을 모으는 상황을 세 수의 덧셈식 2 + 3 + 1 = 6으로 나타낼 수 있음을 압니다.
시간: 약 3분
이렇게 말해 보세요
- “접시 세 개에 공이 2개, 3개, 1개 있어. 한 접시에 모두 모으면 몇 개일까?”
- “이걸 식으로 쓰면 2 + 3 + 1 = 6이야. ‘2 더하기 3 더하기 1은 6과 같아요’라고 읽어.”
예상 답
- “6개요.” “2 더하기 3 더하기 1은 6과 같아요.”
막히면
- 접시 세 개에 바둑돌을 2개, 3개, 1개 놓고 하나씩 옮겨 모으며 셉니다.
주의
- 어떻게 셌는지 물어봅니다. 처음부터 다 세었어도 괜찮습니다. 다음 장에서 차례로 더하는 방법을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 수의 덧셈을 앞에서부터 계산하기 시범]
목적: 세 수의 덧셈은 앞의 두 수를 먼저 더하고, 그 결과에 남은 수를 더한다는 것을 시범으로 보여 줍니다.
시간: 약 4분
이렇게 말해 보세요
- “2 + 3 + 1은 이렇게 해. 먼저 앞의 두 수 2와 3을 더하면 얼마지?”
- “5가 됐어. 아직 1이 남았지? 5에 1을 더하면 6. 그래서 2 + 3 + 1 = 6이야.”
- “오른쪽 그림처럼 먼저 모은 수를 다시 남은 수와 모으는 거야.”
예상 답
- “5요. 그다음 5 + 1 = 6이에요.”
막히면
- 접시 세 개로 합니다. 첫째·둘째 접시를 먼저 모아 5개, 그 접시에 셋째 접시의 1개를 더 모아 6개를 셉니다.
- 중간 수 5를 식 아래에 작게 써 주고 “5에 남은 1을 더하자.”라고 말합니다(M1).
주의
- 중간 수를 식 아래에 써 두는 습관이 S07부터 큰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두 번 덜어 내는 상황을 뺄셈식으로]
목적: 두 번 덜어 내는 상황을 세 수의 뺄셈식 8 − 3 − 2 = 3으로 나타낼 수 있음을 압니다.
시간: 약 3분
이렇게 말해 보세요
- “사탕이 8개 있었어. 먼저 3개를 먹었어. ×표 한 것이 먹은 사탕이야. 몇 개 남았어?”
- “남은 5개에서 또 2개를 먹었어. 이제 몇 개 남았지?”
- “식으로 쓰면 8 − 3 − 2 = 3. ‘8 빼기 3 빼기 2는 3과 같아요’라고 읽어.”
예상 답
- “5개 남았어요.” “3개 남았어요.”
막히면
- 바둑돌 8개를 놓고 3개를 접시 밖으로 덜어 낸 뒤, 남은 돌에서 2개를 또 덜어 냅니다.
주의
- 오른쪽 그림은 왼쪽 그림에서 남은 5개를 다시 그린 것입니다. “왼쪽에서 남은 사탕이 여기 있어.”라고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 수의 뺄셈을 앞에서부터 계산하기 시범]
목적: 세 수의 뺄셈도 앞에서부터 차례로 계산한다는 것을 시범으로 보여 줍니다.
시간: 약 4분
이렇게 말해 보세요
- “뺄셈도 앞에서부터 해. 8 − 3은 얼마지? 그 답 5를 식 위에 작게 써 두자.”
- “이제 5에서 2를 빼. 5 − 2 = 3. 그래서 8 − 3 − 2 = 3이야.”
- “수직선에서도 8에서 3칸, 또 2칸 거꾸로 가면 3에 도착해.”
예상 답
- “8 − 3 = 5예요. 5 − 2 = 3이에요.”
막히면
- S05처럼 바둑돌로 두 번 덜어 냅니다.
- 두 번째 계산을 8에서 다시 시작하면 써 둔 5를 짚으며 “남은 사탕은 5개였지?”라고 묻습니다(M3).
주의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연습(세 수의 덧셈)]
목적: 도움을 받으며 세 수의 덧셈을 앞에서부터 차례로 계산합니다.
시간: 약 4분
이렇게 말해 보세요
- “①은 1 + 2 + 3이야. 앞의 두 수를 먼저 더하면? 그 수에 3을 더하면?”
- “답만 말하지 말고 ‘먼저 … 그다음 …’으로 말해 줘.”
정답
- ① 6 (1 + 2 = 3, 3 + 3 = 6)
- ② 8 (4 + 2 = 6, 6 + 2 = 8)
- ③ 9 (3 + 3 = 6, 6 + 3 = 9)
- ④ 8 (5 + 1 = 6, 6 + 2 = 8)
막히면
- 종이에 식을 쓰고 중간 수를 아래에 써 주며 함께 합니다.
- 중간 수에서 이어 세기가 어려우면 바둑돌을 놓아 셉니다.
주의
- 중간 수만 답하면(① 3) “아직 더하지 않은 수가 있니?”라고 묻습니다(M1).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연습(세 수의 뺄셈)]
목적: 도움을 받으며 세 수의 뺄셈을 앞에서부터 차례로 계산합니다.
시간: 약 4분
이렇게 말해 보세요
- “①은 9 − 2 − 3이야. 먼저 9 − 2는? 그 수에서 3을 빼면?”
- “③은 6에서 3을 빼고, 또 3을 빼. 무엇이 남을까?”
정답
- ① 4 (9 − 2 = 7, 7 − 3 = 4)
- ② 2 (7 − 1 = 6, 6 − 4 = 2)
- ③ 0 (6 − 3 = 3, 3 − 3 = 0)
- ④ 3 (8 − 4 = 4, 4 − 1 = 3)
막히면
- 바둑돌을 처음 수만큼 놓고, 빼는 수만큼 두 번 덜어 냅니다.
- 중간 수를 식 위에 써 두게 합니다(M3).
주의
- ③처럼 모두 덜어 내면 남는 것이 없어 0입니다. 접시가 비는 것을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비교(뒤의 두 수를 먼저 빼기)]
목적: 세 수의 뺄셈에서 뒤의 두 수를 먼저 빼는 실수를 찾고 바로잡습니다(M2).
시간: 약 3분
이렇게 말해 보세요
- “토끼와 곰이 9 − 4 − 2를 했는데 답이 달라. 누가 맞았을까?”
- “바둑돌 9개를 놓고 4개를 먹고, 또 2개를 먹어 보자. 몇 개 남아?”
예상 답
- “곰이요. 돌로 해 보니 3개 남았어요.”
정답
- 곰이 맞습니다. 9 − 4 − 2 = 3입니다.
- 토끼는 뒤의 4 − 2를 먼저 해서 모두 2개만 뺀 셈이 되었습니다. 실제로는 4개와 2개, 모두 6개를 덜어 냅니다.
막히면
- 돌로 직접 덜어 내 3이 남는 것을 확인한 뒤, 토끼의 식에서는 돌을 몇 개 덜어 냈는지 세어 봅니다.
주의
- 세 수의 뺄셈은 반드시 앞에서부터 계산합니다. 덧셈은 순서를 바꾸어도 답이 같지만, 오늘은 앞에서부터 하는 방법만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세 수의 덧셈과 뺄셈을 계산하고, 이야기를 세 수의 덧셈식으로 나타낼 수 있는지 확인합니다.
시간: 약 5분
이렇게 말해 보세요
- “이번에는 혼자 해 볼래? 다 하면 ‘먼저 … 그다음 …’으로 어떻게 했는지 말해 줘.”
- “③은 식을 종이에 쓰고 답을 말해 줘.”
정답
- ① 8 (3 + 1 = 4, 4 + 4 = 8)
- ② 3 (9 − 5 = 4, 4 − 1 = 3)
- ③ 2 + 3 + 4 = 9, 9마리
막히면
- 바로 알려 주지 말고 “앞의 두 수부터 해 볼까?”라고만 말합니다.
- 도움을 받아 해결했다면 기록표에 ‘도움’으로 표시합니다.
주의
- ③을 3 + 2 + 4 = 9처럼 다른 순서로 써도 맞습니다. 세 수를 모두 넣었는지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돌로 다시 해 보자.”
정답
- ① 8 ② 3 ③ 2 + 3 + 4 = 9, 9마리
막히면
- ②가 5이면 S09로 돌아가 돌로 두 번 덜어 냅니다(M2).
- ①이 4이면 S04처럼 중간 수를 써 두고 남은 수를 더합니다(M1).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확인(이야기에 맞는 세 수의 뺄셈식)]
목적: 처음 보는 이야기에서 알맞은 세 수의 뺄셈식을 고르고 계산하는지 확인합니다.
시간: 약 2분
이렇게 말해 보세요
- “구슬을 두 번 주었어. 구슬이 늘어날까, 줄어들까? 알맞은 식은 어느 것일까?”
- “그 식으로 계산하면 구슬이 몇 개 남아?”
정답
- 가(7 − 2 − 3). 두 번 모두 주어서 구슬이 줄어듭니다. 7 − 2 = 5, 5 − 3 = 2이므로 2개 남습니다.
막히면
- 바둑돌 7개로 이야기대로 두 번 덜어 내게 합니다.
주의
- 다(7 − 2 + 3)는 3개를 ‘받은’ 이야기에 맞는 식입니다. 오늘은 고르지 않을 보기로만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세 수는 어떤 순서로 계산해?”
예상 답
- “앞에서부터 차례로 해요. 앞의 두 수를 먼저 하고, 그 답에 남은 수를 계산해요.”
정답
- ① 8 ② 4 ③ 9
막히면
- S04와 S06의 그림을 다시 보여 주며 ‘먼저, 그다음’을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보충(한 자리 수의 덧셈·뺄셈)]
목적: S02에서 한 자리 수의 덧셈·뺄셈이 흔들리면, 세 수를 배우기 전에 바둑돌로 모으기와 덜어 내기를 다시 익힙니다.
시간: 약 5분
이렇게 말해 보세요
- “돌 4개와 3개를 한곳에 모으면 몇 개야? 식으로 말해 볼까?”
- “이번에는 7개에서 3개를 덜어 내 보자. 몇 개 남아?”
정답
- 4 + 3 = 7, 7 − 3 = 4
막히면
- 돌을 한 개씩 옮기거나 덜어 내며 소리 내어 셉니다. 셀 때마다 돌을 옆으로 밀어 두 번 세지 않게 합니다.
주의
- 보충으로도 어려우면 4차시 ‘덧셈의 뜻’(KR22-G01-MAT-ADD-L01)과 5차시 ‘뺄셈의 뜻’(KR22-G01-MAT-SUB-L01)을 먼저 다시 합니다. 계획상 선수 차시인 7차시 ‘100까지의 수’(KR22-G01-MAT-NUM100-L01)는 오늘 계산에 직접 쓰이지 않습니다.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세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세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세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수의 덧셈과 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수는 어떻게 계산할까?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78520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33384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figure3" descr="주황 점 2개"/>
          <p:cNvSpPr/>
          <p:nvPr/>
        </p:nvSpPr>
        <p:spPr>
          <a:xfrm>
            <a:off x="7680960" y="1828800"/>
            <a:ext cx="109728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167774" y="1989734"/>
            <a:ext cx="226771" cy="226771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533534" y="1989734"/>
            <a:ext cx="226771" cy="226771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899294" y="1989734"/>
            <a:ext cx="226771" cy="226771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figure7" descr="파란 점 3개"/>
          <p:cNvSpPr/>
          <p:nvPr/>
        </p:nvSpPr>
        <p:spPr>
          <a:xfrm>
            <a:off x="9098280" y="1920240"/>
            <a:ext cx="109728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894162" y="1933042"/>
            <a:ext cx="340157" cy="340157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figure9" descr="노란 점 1개"/>
          <p:cNvSpPr/>
          <p:nvPr/>
        </p:nvSpPr>
        <p:spPr>
          <a:xfrm>
            <a:off x="10789920" y="1828800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1-card10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 수를 차례로 더해요.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 수를 차례로 빼요.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1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□</a:t>
            </a:r>
            <a:endParaRPr lang="ko-KR" sz="3600" dirty="0"/>
          </a:p>
        </p:txBody>
      </p:sp>
      <p:sp>
        <p:nvSpPr>
          <p:cNvPr id="5" name="S02-chip1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+ 2 = □</a:t>
            </a:r>
            <a:endParaRPr lang="ko-KR" sz="3600" dirty="0"/>
          </a:p>
        </p:txBody>
      </p:sp>
      <p:sp>
        <p:nvSpPr>
          <p:cNvPr id="7" name="S02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□</a:t>
            </a:r>
            <a:endParaRPr lang="ko-KR" sz="3600" dirty="0"/>
          </a:p>
        </p:txBody>
      </p:sp>
      <p:sp>
        <p:nvSpPr>
          <p:cNvPr id="9" name="S02-chip1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1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접시를 모아요</a:t>
            </a:r>
            <a:endParaRPr lang="ko-KR" sz="4400" dirty="0"/>
          </a:p>
        </p:txBody>
      </p:sp>
      <p:sp>
        <p:nvSpPr>
          <p:cNvPr id="3" name="S03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2개, 3개, 1개를 한곳에 모아요.</a:t>
            </a:r>
            <a:endParaRPr lang="ko-KR" sz="3200" dirty="0"/>
          </a:p>
        </p:txBody>
      </p:sp>
      <p:sp>
        <p:nvSpPr>
          <p:cNvPr id="4" name="S03-card2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+ 1 = 6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수도 더할 수 있어요.</a:t>
            </a:r>
            <a:endParaRPr lang="ko-KR" sz="3200" dirty="0"/>
          </a:p>
        </p:txBody>
      </p:sp>
      <p:sp>
        <p:nvSpPr>
          <p:cNvPr id="6" name="S03-dot23"/>
          <p:cNvSpPr/>
          <p:nvPr/>
        </p:nvSpPr>
        <p:spPr>
          <a:xfrm>
            <a:off x="1698041" y="2862250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4"/>
          <p:cNvSpPr/>
          <p:nvPr/>
        </p:nvSpPr>
        <p:spPr>
          <a:xfrm>
            <a:off x="2429561" y="2862250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figure25" descr="주황 점 2개"/>
          <p:cNvSpPr/>
          <p:nvPr/>
        </p:nvSpPr>
        <p:spPr>
          <a:xfrm>
            <a:off x="1559052" y="2723261"/>
            <a:ext cx="146304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3-label26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3-dot27"/>
          <p:cNvSpPr/>
          <p:nvPr/>
        </p:nvSpPr>
        <p:spPr>
          <a:xfrm>
            <a:off x="5136185" y="2862250"/>
            <a:ext cx="453542" cy="4535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28"/>
          <p:cNvSpPr/>
          <p:nvPr/>
        </p:nvSpPr>
        <p:spPr>
          <a:xfrm>
            <a:off x="5867705" y="2862250"/>
            <a:ext cx="453542" cy="4535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29"/>
          <p:cNvSpPr/>
          <p:nvPr/>
        </p:nvSpPr>
        <p:spPr>
          <a:xfrm>
            <a:off x="6599225" y="2862250"/>
            <a:ext cx="453542" cy="4535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figure30" descr="파란 점 3개"/>
          <p:cNvSpPr/>
          <p:nvPr/>
        </p:nvSpPr>
        <p:spPr>
          <a:xfrm>
            <a:off x="4997196" y="2723261"/>
            <a:ext cx="2194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label31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3-dot32"/>
          <p:cNvSpPr/>
          <p:nvPr/>
        </p:nvSpPr>
        <p:spPr>
          <a:xfrm>
            <a:off x="9671609" y="2862250"/>
            <a:ext cx="453542" cy="45354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figure33" descr="노란 점 1개"/>
          <p:cNvSpPr/>
          <p:nvPr/>
        </p:nvSpPr>
        <p:spPr>
          <a:xfrm>
            <a:off x="9532620" y="2723261"/>
            <a:ext cx="731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3-label34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 더해요</a:t>
            </a:r>
            <a:endParaRPr lang="ko-KR" sz="4400" dirty="0"/>
          </a:p>
        </p:txBody>
      </p:sp>
      <p:sp>
        <p:nvSpPr>
          <p:cNvPr id="3" name="S04-eqtext3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+ 1 = □</a:t>
            </a:r>
            <a:endParaRPr lang="ko-KR" sz="3600" dirty="0"/>
          </a:p>
        </p:txBody>
      </p:sp>
      <p:sp>
        <p:nvSpPr>
          <p:cNvPr id="4" name="S04-line36"/>
          <p:cNvSpPr/>
          <p:nvPr/>
        </p:nvSpPr>
        <p:spPr>
          <a:xfrm flipH="1" flipV="1">
            <a:off x="6648159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4-line37"/>
          <p:cNvSpPr/>
          <p:nvPr/>
        </p:nvSpPr>
        <p:spPr>
          <a:xfrm flipV="1">
            <a:off x="7538085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4-figure38" descr="2와 3을 모아 5"/>
          <p:cNvSpPr txBox="1"/>
          <p:nvPr/>
        </p:nvSpPr>
        <p:spPr>
          <a:xfrm>
            <a:off x="7167282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900" dirty="0"/>
          </a:p>
        </p:txBody>
      </p:sp>
      <p:sp>
        <p:nvSpPr>
          <p:cNvPr id="7" name="S04-bondpart39"/>
          <p:cNvSpPr txBox="1"/>
          <p:nvPr/>
        </p:nvSpPr>
        <p:spPr>
          <a:xfrm>
            <a:off x="6277356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900" dirty="0"/>
          </a:p>
        </p:txBody>
      </p:sp>
      <p:sp>
        <p:nvSpPr>
          <p:cNvPr id="8" name="S04-bondpart40"/>
          <p:cNvSpPr txBox="1"/>
          <p:nvPr/>
        </p:nvSpPr>
        <p:spPr>
          <a:xfrm>
            <a:off x="8057209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900" dirty="0"/>
          </a:p>
        </p:txBody>
      </p:sp>
      <p:sp>
        <p:nvSpPr>
          <p:cNvPr id="9" name="S04-label41"/>
          <p:cNvSpPr txBox="1"/>
          <p:nvPr/>
        </p:nvSpPr>
        <p:spPr>
          <a:xfrm>
            <a:off x="6277356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10" name="S04-line42"/>
          <p:cNvSpPr/>
          <p:nvPr/>
        </p:nvSpPr>
        <p:spPr>
          <a:xfrm flipH="1" flipV="1">
            <a:off x="9489657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04-line43"/>
          <p:cNvSpPr/>
          <p:nvPr/>
        </p:nvSpPr>
        <p:spPr>
          <a:xfrm flipV="1">
            <a:off x="10379583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2" name="S04-figure44" descr="5와 1을 모아 6"/>
          <p:cNvSpPr txBox="1"/>
          <p:nvPr/>
        </p:nvSpPr>
        <p:spPr>
          <a:xfrm>
            <a:off x="10008780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900" dirty="0"/>
          </a:p>
        </p:txBody>
      </p:sp>
      <p:sp>
        <p:nvSpPr>
          <p:cNvPr id="13" name="S04-bondpart45"/>
          <p:cNvSpPr txBox="1"/>
          <p:nvPr/>
        </p:nvSpPr>
        <p:spPr>
          <a:xfrm>
            <a:off x="9118854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900" dirty="0"/>
          </a:p>
        </p:txBody>
      </p:sp>
      <p:sp>
        <p:nvSpPr>
          <p:cNvPr id="14" name="S04-bondpart46"/>
          <p:cNvSpPr txBox="1"/>
          <p:nvPr/>
        </p:nvSpPr>
        <p:spPr>
          <a:xfrm>
            <a:off x="10898707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900" dirty="0"/>
          </a:p>
        </p:txBody>
      </p:sp>
      <p:sp>
        <p:nvSpPr>
          <p:cNvPr id="15" name="S04-label47"/>
          <p:cNvSpPr txBox="1"/>
          <p:nvPr/>
        </p:nvSpPr>
        <p:spPr>
          <a:xfrm>
            <a:off x="9118854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16" name="S04-stepno48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4-text49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수를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= 5</a:t>
            </a:r>
            <a:endParaRPr lang="ko-KR" sz="3200" dirty="0"/>
          </a:p>
        </p:txBody>
      </p:sp>
      <p:sp>
        <p:nvSpPr>
          <p:cNvPr id="18" name="S04-stepno50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4-text51"/>
          <p:cNvSpPr txBox="1"/>
          <p:nvPr/>
        </p:nvSpPr>
        <p:spPr>
          <a:xfrm>
            <a:off x="1325880" y="4137660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수를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+ 1 = 6</a:t>
            </a:r>
            <a:endParaRPr lang="ko-KR" sz="3200" dirty="0"/>
          </a:p>
        </p:txBody>
      </p:sp>
      <p:sp>
        <p:nvSpPr>
          <p:cNvPr id="20" name="S04-stepno52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4-text53"/>
          <p:cNvSpPr txBox="1"/>
          <p:nvPr/>
        </p:nvSpPr>
        <p:spPr>
          <a:xfrm>
            <a:off x="1325880" y="529386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+ 1 =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덜어 내요</a:t>
            </a:r>
            <a:endParaRPr lang="ko-KR" sz="44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8개 중 3개를 먹고, 또 2개를 먹었어요.</a:t>
            </a:r>
            <a:endParaRPr lang="ko-KR" sz="3200" dirty="0"/>
          </a:p>
        </p:txBody>
      </p:sp>
      <p:sp>
        <p:nvSpPr>
          <p:cNvPr id="4" name="S05-card5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8 − 3 − 2 = 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사탕은 3개예요.</a:t>
            </a:r>
            <a:endParaRPr lang="ko-KR" sz="3200" dirty="0"/>
          </a:p>
        </p:txBody>
      </p:sp>
      <p:sp>
        <p:nvSpPr>
          <p:cNvPr id="6" name="S05-dot57"/>
          <p:cNvSpPr/>
          <p:nvPr/>
        </p:nvSpPr>
        <p:spPr>
          <a:xfrm>
            <a:off x="16573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58"/>
          <p:cNvSpPr/>
          <p:nvPr/>
        </p:nvSpPr>
        <p:spPr>
          <a:xfrm>
            <a:off x="23431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59"/>
          <p:cNvSpPr/>
          <p:nvPr/>
        </p:nvSpPr>
        <p:spPr>
          <a:xfrm>
            <a:off x="30289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60"/>
          <p:cNvSpPr/>
          <p:nvPr/>
        </p:nvSpPr>
        <p:spPr>
          <a:xfrm>
            <a:off x="37147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61"/>
          <p:cNvSpPr/>
          <p:nvPr/>
        </p:nvSpPr>
        <p:spPr>
          <a:xfrm>
            <a:off x="44005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62"/>
          <p:cNvSpPr/>
          <p:nvPr/>
        </p:nvSpPr>
        <p:spPr>
          <a:xfrm>
            <a:off x="16573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line63"/>
          <p:cNvSpPr/>
          <p:nvPr/>
        </p:nvSpPr>
        <p:spPr>
          <a:xfrm>
            <a:off x="16063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3" name="S05-line64"/>
          <p:cNvSpPr/>
          <p:nvPr/>
        </p:nvSpPr>
        <p:spPr>
          <a:xfrm flipV="1">
            <a:off x="16063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05-dot65"/>
          <p:cNvSpPr/>
          <p:nvPr/>
        </p:nvSpPr>
        <p:spPr>
          <a:xfrm>
            <a:off x="23431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line66"/>
          <p:cNvSpPr/>
          <p:nvPr/>
        </p:nvSpPr>
        <p:spPr>
          <a:xfrm>
            <a:off x="22921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6" name="S05-line67"/>
          <p:cNvSpPr/>
          <p:nvPr/>
        </p:nvSpPr>
        <p:spPr>
          <a:xfrm flipV="1">
            <a:off x="22921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5-dot68"/>
          <p:cNvSpPr/>
          <p:nvPr/>
        </p:nvSpPr>
        <p:spPr>
          <a:xfrm>
            <a:off x="30289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line69"/>
          <p:cNvSpPr/>
          <p:nvPr/>
        </p:nvSpPr>
        <p:spPr>
          <a:xfrm>
            <a:off x="29779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9" name="S05-line70"/>
          <p:cNvSpPr/>
          <p:nvPr/>
        </p:nvSpPr>
        <p:spPr>
          <a:xfrm flipV="1">
            <a:off x="29779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5-figure71" descr="점 8개 중 아랫줄 3개에 × 표시"/>
          <p:cNvSpPr/>
          <p:nvPr/>
        </p:nvSpPr>
        <p:spPr>
          <a:xfrm>
            <a:off x="1527048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5-label72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3개 먹기</a:t>
            </a:r>
            <a:endParaRPr lang="ko-KR" sz="2600" dirty="0"/>
          </a:p>
        </p:txBody>
      </p:sp>
      <p:sp>
        <p:nvSpPr>
          <p:cNvPr id="22" name="S05-dot73"/>
          <p:cNvSpPr/>
          <p:nvPr/>
        </p:nvSpPr>
        <p:spPr>
          <a:xfrm>
            <a:off x="73632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dot74"/>
          <p:cNvSpPr/>
          <p:nvPr/>
        </p:nvSpPr>
        <p:spPr>
          <a:xfrm>
            <a:off x="80490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75"/>
          <p:cNvSpPr/>
          <p:nvPr/>
        </p:nvSpPr>
        <p:spPr>
          <a:xfrm>
            <a:off x="87348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dot76"/>
          <p:cNvSpPr/>
          <p:nvPr/>
        </p:nvSpPr>
        <p:spPr>
          <a:xfrm>
            <a:off x="94206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line77"/>
          <p:cNvSpPr/>
          <p:nvPr/>
        </p:nvSpPr>
        <p:spPr>
          <a:xfrm>
            <a:off x="93695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05-line78"/>
          <p:cNvSpPr/>
          <p:nvPr/>
        </p:nvSpPr>
        <p:spPr>
          <a:xfrm flipV="1">
            <a:off x="93695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05-dot79"/>
          <p:cNvSpPr/>
          <p:nvPr/>
        </p:nvSpPr>
        <p:spPr>
          <a:xfrm>
            <a:off x="101064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line80"/>
          <p:cNvSpPr/>
          <p:nvPr/>
        </p:nvSpPr>
        <p:spPr>
          <a:xfrm>
            <a:off x="100553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05-line81"/>
          <p:cNvSpPr/>
          <p:nvPr/>
        </p:nvSpPr>
        <p:spPr>
          <a:xfrm flipV="1">
            <a:off x="100553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05-figure82" descr="남은 점 5개 중 2개에 × 표시"/>
          <p:cNvSpPr/>
          <p:nvPr/>
        </p:nvSpPr>
        <p:spPr>
          <a:xfrm>
            <a:off x="7232904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5-label8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또 2개 먹기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 빼요</a:t>
            </a:r>
            <a:endParaRPr lang="ko-KR" sz="4400" dirty="0"/>
          </a:p>
        </p:txBody>
      </p:sp>
      <p:sp>
        <p:nvSpPr>
          <p:cNvPr id="3" name="S06-eqtext8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8 − 3 − 2 = □</a:t>
            </a:r>
            <a:endParaRPr lang="ko-KR" sz="3600" dirty="0"/>
          </a:p>
        </p:txBody>
      </p:sp>
      <p:sp>
        <p:nvSpPr>
          <p:cNvPr id="4" name="S06-line85"/>
          <p:cNvSpPr/>
          <p:nvPr/>
        </p:nvSpPr>
        <p:spPr>
          <a:xfrm>
            <a:off x="6414516" y="484540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6-line86"/>
          <p:cNvSpPr/>
          <p:nvPr/>
        </p:nvSpPr>
        <p:spPr>
          <a:xfrm>
            <a:off x="6688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6-label87"/>
          <p:cNvSpPr txBox="1"/>
          <p:nvPr/>
        </p:nvSpPr>
        <p:spPr>
          <a:xfrm>
            <a:off x="6231636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7" name="S06-line88"/>
          <p:cNvSpPr/>
          <p:nvPr/>
        </p:nvSpPr>
        <p:spPr>
          <a:xfrm>
            <a:off x="719328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89"/>
          <p:cNvSpPr txBox="1"/>
          <p:nvPr/>
        </p:nvSpPr>
        <p:spPr>
          <a:xfrm>
            <a:off x="6736080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6-line90"/>
          <p:cNvSpPr/>
          <p:nvPr/>
        </p:nvSpPr>
        <p:spPr>
          <a:xfrm>
            <a:off x="769772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91"/>
          <p:cNvSpPr txBox="1"/>
          <p:nvPr/>
        </p:nvSpPr>
        <p:spPr>
          <a:xfrm>
            <a:off x="7240524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6-line92"/>
          <p:cNvSpPr/>
          <p:nvPr/>
        </p:nvSpPr>
        <p:spPr>
          <a:xfrm>
            <a:off x="8202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93"/>
          <p:cNvSpPr txBox="1"/>
          <p:nvPr/>
        </p:nvSpPr>
        <p:spPr>
          <a:xfrm>
            <a:off x="7744968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6-line94"/>
          <p:cNvSpPr/>
          <p:nvPr/>
        </p:nvSpPr>
        <p:spPr>
          <a:xfrm>
            <a:off x="870661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label95"/>
          <p:cNvSpPr txBox="1"/>
          <p:nvPr/>
        </p:nvSpPr>
        <p:spPr>
          <a:xfrm>
            <a:off x="8249412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6-line96"/>
          <p:cNvSpPr/>
          <p:nvPr/>
        </p:nvSpPr>
        <p:spPr>
          <a:xfrm>
            <a:off x="921105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label97"/>
          <p:cNvSpPr txBox="1"/>
          <p:nvPr/>
        </p:nvSpPr>
        <p:spPr>
          <a:xfrm>
            <a:off x="8753856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7" name="S06-line98"/>
          <p:cNvSpPr/>
          <p:nvPr/>
        </p:nvSpPr>
        <p:spPr>
          <a:xfrm>
            <a:off x="9715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label99"/>
          <p:cNvSpPr txBox="1"/>
          <p:nvPr/>
        </p:nvSpPr>
        <p:spPr>
          <a:xfrm>
            <a:off x="9258300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9" name="S06-line100"/>
          <p:cNvSpPr/>
          <p:nvPr/>
        </p:nvSpPr>
        <p:spPr>
          <a:xfrm>
            <a:off x="1021994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101"/>
          <p:cNvSpPr txBox="1"/>
          <p:nvPr/>
        </p:nvSpPr>
        <p:spPr>
          <a:xfrm>
            <a:off x="9762744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1" name="S06-line102"/>
          <p:cNvSpPr/>
          <p:nvPr/>
        </p:nvSpPr>
        <p:spPr>
          <a:xfrm>
            <a:off x="1072438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label103"/>
          <p:cNvSpPr txBox="1"/>
          <p:nvPr/>
        </p:nvSpPr>
        <p:spPr>
          <a:xfrm>
            <a:off x="10267188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3" name="S06-line104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105"/>
          <p:cNvSpPr txBox="1"/>
          <p:nvPr/>
        </p:nvSpPr>
        <p:spPr>
          <a:xfrm>
            <a:off x="10771632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25" name="S06-mark106"/>
          <p:cNvSpPr/>
          <p:nvPr/>
        </p:nvSpPr>
        <p:spPr>
          <a:xfrm>
            <a:off x="10632948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6" name="S06-line107"/>
          <p:cNvSpPr/>
          <p:nvPr/>
        </p:nvSpPr>
        <p:spPr>
          <a:xfrm flipV="1">
            <a:off x="10724388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06-line108"/>
          <p:cNvSpPr/>
          <p:nvPr/>
        </p:nvSpPr>
        <p:spPr>
          <a:xfrm flipH="1">
            <a:off x="9211056" y="4461358"/>
            <a:ext cx="15133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6-label109"/>
          <p:cNvSpPr txBox="1"/>
          <p:nvPr/>
        </p:nvSpPr>
        <p:spPr>
          <a:xfrm>
            <a:off x="9211056" y="4079850"/>
            <a:ext cx="151333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2200" dirty="0"/>
          </a:p>
        </p:txBody>
      </p:sp>
      <p:sp>
        <p:nvSpPr>
          <p:cNvPr id="29" name="S06-line110"/>
          <p:cNvSpPr/>
          <p:nvPr/>
        </p:nvSpPr>
        <p:spPr>
          <a:xfrm flipV="1">
            <a:off x="9211056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6-line111"/>
          <p:cNvSpPr/>
          <p:nvPr/>
        </p:nvSpPr>
        <p:spPr>
          <a:xfrm flipH="1">
            <a:off x="8202168" y="4461358"/>
            <a:ext cx="100888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6-label112"/>
          <p:cNvSpPr txBox="1"/>
          <p:nvPr/>
        </p:nvSpPr>
        <p:spPr>
          <a:xfrm>
            <a:off x="8202168" y="4079850"/>
            <a:ext cx="100888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−2</a:t>
            </a:r>
            <a:endParaRPr lang="ko-KR" sz="2200" dirty="0"/>
          </a:p>
        </p:txBody>
      </p:sp>
      <p:sp>
        <p:nvSpPr>
          <p:cNvPr id="32" name="S06-figure113" descr="0부터 9까지 수직선에서 8에서 5로 3만큼, 5에서 3으로 2만큼 거꾸로 뛰는 화살표"/>
          <p:cNvSpPr/>
          <p:nvPr/>
        </p:nvSpPr>
        <p:spPr>
          <a:xfrm>
            <a:off x="6414516" y="466252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6-stepno114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4" name="S06-text115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뺄셈부터 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5</a:t>
            </a:r>
            <a:endParaRPr lang="ko-KR" sz="3200" dirty="0"/>
          </a:p>
        </p:txBody>
      </p:sp>
      <p:sp>
        <p:nvSpPr>
          <p:cNvPr id="35" name="S06-stepno116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6-text117"/>
          <p:cNvSpPr txBox="1"/>
          <p:nvPr/>
        </p:nvSpPr>
        <p:spPr>
          <a:xfrm>
            <a:off x="1325880" y="4137660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5에서 또 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200" dirty="0"/>
          </a:p>
        </p:txBody>
      </p:sp>
      <p:sp>
        <p:nvSpPr>
          <p:cNvPr id="37" name="S06-stepno118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8" name="S06-text119"/>
          <p:cNvSpPr txBox="1"/>
          <p:nvPr/>
        </p:nvSpPr>
        <p:spPr>
          <a:xfrm>
            <a:off x="1325880" y="529386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8 − 3 − 2 = 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수를 더해요</a:t>
            </a:r>
            <a:endParaRPr lang="ko-KR" sz="4400" dirty="0"/>
          </a:p>
        </p:txBody>
      </p:sp>
      <p:sp>
        <p:nvSpPr>
          <p:cNvPr id="3" name="S07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수를 먼저 더하고, 그 수를 식 아래에 써요.</a:t>
            </a:r>
            <a:endParaRPr lang="ko-KR" sz="3200" dirty="0"/>
          </a:p>
        </p:txBody>
      </p:sp>
      <p:sp>
        <p:nvSpPr>
          <p:cNvPr id="5" name="S07-chip1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eqtext1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+ 2 + 3 = □</a:t>
            </a:r>
            <a:endParaRPr lang="ko-KR" sz="3600" dirty="0"/>
          </a:p>
        </p:txBody>
      </p:sp>
      <p:sp>
        <p:nvSpPr>
          <p:cNvPr id="7" name="S07-chip12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eqtext12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+ 2 = □</a:t>
            </a:r>
            <a:endParaRPr lang="ko-KR" sz="3600" dirty="0"/>
          </a:p>
        </p:txBody>
      </p:sp>
      <p:sp>
        <p:nvSpPr>
          <p:cNvPr id="9" name="S07-chip12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eqtext12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= □</a:t>
            </a:r>
            <a:endParaRPr lang="ko-KR" sz="3600" dirty="0"/>
          </a:p>
        </p:txBody>
      </p:sp>
      <p:sp>
        <p:nvSpPr>
          <p:cNvPr id="11" name="S07-chip12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eqtext12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+ 1 + 2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수를 빼요</a:t>
            </a:r>
            <a:endParaRPr lang="ko-KR" sz="4400" dirty="0"/>
          </a:p>
        </p:txBody>
      </p:sp>
      <p:sp>
        <p:nvSpPr>
          <p:cNvPr id="3" name="S08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 차례로 빼요. 돌을 두 번 덜어 내도 돼요.</a:t>
            </a:r>
            <a:endParaRPr lang="ko-KR" sz="3200" dirty="0"/>
          </a:p>
        </p:txBody>
      </p:sp>
      <p:sp>
        <p:nvSpPr>
          <p:cNvPr id="5" name="S08-chip13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3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9 − 2 − 3 = □</a:t>
            </a:r>
            <a:endParaRPr lang="ko-KR" sz="3600" dirty="0"/>
          </a:p>
        </p:txBody>
      </p:sp>
      <p:sp>
        <p:nvSpPr>
          <p:cNvPr id="7" name="S08-chip13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3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7 − 1 − 4 = □</a:t>
            </a:r>
            <a:endParaRPr lang="ko-KR" sz="3600" dirty="0"/>
          </a:p>
        </p:txBody>
      </p:sp>
      <p:sp>
        <p:nvSpPr>
          <p:cNvPr id="9" name="S08-chip13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3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6 − 3 − 3 = □</a:t>
            </a:r>
            <a:endParaRPr lang="ko-KR" sz="3600" dirty="0"/>
          </a:p>
        </p:txBody>
      </p:sp>
      <p:sp>
        <p:nvSpPr>
          <p:cNvPr id="11" name="S08-chip13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3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8 − 4 − 1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9 − 4 − 2를 계산했어요.</a:t>
            </a:r>
            <a:endParaRPr lang="ko-KR" sz="3200" dirty="0"/>
          </a:p>
        </p:txBody>
      </p:sp>
      <p:sp>
        <p:nvSpPr>
          <p:cNvPr id="5" name="S09-card1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돌로 확인해 봐요.</a:t>
            </a:r>
            <a:endParaRPr lang="ko-KR" sz="3200" dirty="0"/>
          </a:p>
        </p:txBody>
      </p:sp>
      <p:sp>
        <p:nvSpPr>
          <p:cNvPr id="7" name="S09-chip1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600" dirty="0"/>
          </a:p>
        </p:txBody>
      </p:sp>
      <p:sp>
        <p:nvSpPr>
          <p:cNvPr id="8" name="S09-text1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4 − 2 = 2를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9 − 2 = 7</a:t>
            </a:r>
            <a:endParaRPr lang="ko-KR" sz="3200" dirty="0"/>
          </a:p>
        </p:txBody>
      </p:sp>
      <p:sp>
        <p:nvSpPr>
          <p:cNvPr id="9" name="S09-chip1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</a:t>
            </a:r>
            <a:endParaRPr lang="ko-KR" sz="2600" dirty="0"/>
          </a:p>
        </p:txBody>
      </p:sp>
      <p:sp>
        <p:nvSpPr>
          <p:cNvPr id="10" name="S09-text1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9 − 4 = 5를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했는지 말해요.</a:t>
            </a:r>
            <a:endParaRPr lang="ko-KR" sz="3200" dirty="0"/>
          </a:p>
        </p:txBody>
      </p:sp>
      <p:sp>
        <p:nvSpPr>
          <p:cNvPr id="4" name="S10-chip14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15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+ 1 + 4 = □</a:t>
            </a:r>
            <a:endParaRPr lang="ko-KR" sz="3600" dirty="0"/>
          </a:p>
        </p:txBody>
      </p:sp>
      <p:sp>
        <p:nvSpPr>
          <p:cNvPr id="6" name="S10-chip15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5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9 − 5 − 1 = □</a:t>
            </a:r>
            <a:endParaRPr lang="ko-KR" sz="3600" dirty="0"/>
          </a:p>
        </p:txBody>
      </p:sp>
      <p:sp>
        <p:nvSpPr>
          <p:cNvPr id="8" name="S10-chip15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15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2마리에 3마리, 또 4마리가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날아왔어요. 모두 몇 마리?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접시와 바둑돌로 다시 해 보게 하세요.</a:t>
            </a:r>
            <a:endParaRPr lang="ko-KR" sz="3200" dirty="0"/>
          </a:p>
        </p:txBody>
      </p:sp>
      <p:sp>
        <p:nvSpPr>
          <p:cNvPr id="5" name="S11-chip15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5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</a:t>
            </a:r>
            <a:endParaRPr lang="ko-KR" sz="3200" dirty="0"/>
          </a:p>
        </p:txBody>
      </p:sp>
      <p:sp>
        <p:nvSpPr>
          <p:cNvPr id="7" name="S11-text15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= 8</a:t>
            </a:r>
            <a:endParaRPr lang="ko-KR" sz="2600" dirty="0"/>
          </a:p>
        </p:txBody>
      </p:sp>
      <p:sp>
        <p:nvSpPr>
          <p:cNvPr id="8" name="S11-text16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</a:t>
            </a:r>
            <a:endParaRPr lang="ko-KR" sz="3200" dirty="0"/>
          </a:p>
        </p:txBody>
      </p:sp>
      <p:sp>
        <p:nvSpPr>
          <p:cNvPr id="9" name="S11-text16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4 − 1 = 3</a:t>
            </a:r>
            <a:endParaRPr lang="ko-KR" sz="2600" dirty="0"/>
          </a:p>
        </p:txBody>
      </p:sp>
      <p:sp>
        <p:nvSpPr>
          <p:cNvPr id="10" name="S11-text16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 + 3 + 4 = 9</a:t>
            </a:r>
            <a:endParaRPr lang="ko-KR" sz="2600" dirty="0"/>
          </a:p>
        </p:txBody>
      </p:sp>
      <p:sp>
        <p:nvSpPr>
          <p:cNvPr id="11" name="S11-text16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9마리</a:t>
            </a:r>
            <a:endParaRPr lang="ko-KR" sz="2600" dirty="0"/>
          </a:p>
        </p:txBody>
      </p:sp>
      <p:sp>
        <p:nvSpPr>
          <p:cNvPr id="12" name="S11-chip16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65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</a:t>
            </a:r>
            <a:endParaRPr lang="ko-KR" sz="3200" dirty="0"/>
          </a:p>
        </p:txBody>
      </p:sp>
      <p:sp>
        <p:nvSpPr>
          <p:cNvPr id="14" name="S11-text166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수만 더함</a:t>
            </a:r>
            <a:endParaRPr lang="ko-KR" sz="2600" dirty="0"/>
          </a:p>
        </p:txBody>
      </p:sp>
      <p:sp>
        <p:nvSpPr>
          <p:cNvPr id="15" name="S11-text167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</a:t>
            </a:r>
            <a:endParaRPr lang="ko-KR" sz="3200" dirty="0"/>
          </a:p>
        </p:txBody>
      </p:sp>
      <p:sp>
        <p:nvSpPr>
          <p:cNvPr id="16" name="S11-text168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5 − 1을 먼저 함</a:t>
            </a:r>
            <a:endParaRPr lang="ko-KR" sz="2600" dirty="0"/>
          </a:p>
        </p:txBody>
      </p:sp>
      <p:sp>
        <p:nvSpPr>
          <p:cNvPr id="17" name="S11-text169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 + 3 = 5</a:t>
            </a:r>
            <a:endParaRPr lang="ko-KR" sz="3200" dirty="0"/>
          </a:p>
        </p:txBody>
      </p:sp>
      <p:sp>
        <p:nvSpPr>
          <p:cNvPr id="18" name="S11-text170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4마리를 빠뜨림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식은?</a:t>
            </a:r>
            <a:endParaRPr lang="ko-KR" sz="4400" dirty="0"/>
          </a:p>
        </p:txBody>
      </p:sp>
      <p:sp>
        <p:nvSpPr>
          <p:cNvPr id="3" name="S12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7개 중 2개를 주고, 또 3개를 주었어요.</a:t>
            </a:r>
            <a:endParaRPr lang="ko-KR" sz="3200" dirty="0"/>
          </a:p>
        </p:txBody>
      </p:sp>
      <p:sp>
        <p:nvSpPr>
          <p:cNvPr id="4" name="S12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식을 고르고, 남은 구슬을 구해요.</a:t>
            </a:r>
            <a:endParaRPr lang="ko-KR" sz="3200" dirty="0"/>
          </a:p>
        </p:txBody>
      </p:sp>
      <p:sp>
        <p:nvSpPr>
          <p:cNvPr id="6" name="S12-chip17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7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7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7 − 2 − 3</a:t>
            </a:r>
            <a:endParaRPr lang="ko-KR" sz="3200" dirty="0"/>
          </a:p>
        </p:txBody>
      </p:sp>
      <p:sp>
        <p:nvSpPr>
          <p:cNvPr id="9" name="S12-chip17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7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7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+ 2 + 3</a:t>
            </a:r>
            <a:endParaRPr lang="ko-KR" sz="3200" dirty="0"/>
          </a:p>
        </p:txBody>
      </p:sp>
      <p:sp>
        <p:nvSpPr>
          <p:cNvPr id="12" name="S12-chip18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8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8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7 − 2 + 3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수는 앞에서부터 차례로 계산해요.</a:t>
            </a:r>
            <a:endParaRPr lang="ko-KR" sz="3200" dirty="0"/>
          </a:p>
        </p:txBody>
      </p:sp>
      <p:sp>
        <p:nvSpPr>
          <p:cNvPr id="5" name="S13-chip18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중간 수를 써 두기</a:t>
            </a:r>
            <a:endParaRPr lang="ko-KR" sz="2600" dirty="0"/>
          </a:p>
        </p:txBody>
      </p:sp>
      <p:sp>
        <p:nvSpPr>
          <p:cNvPr id="6" name="S13-chip18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수만 하고 끝내기</a:t>
            </a:r>
            <a:endParaRPr lang="ko-KR" sz="2600" dirty="0"/>
          </a:p>
        </p:txBody>
      </p:sp>
      <p:sp>
        <p:nvSpPr>
          <p:cNvPr id="7" name="S13-text18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18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+ 2 + 4 = □</a:t>
            </a:r>
            <a:endParaRPr lang="ko-KR" sz="3000" dirty="0"/>
          </a:p>
        </p:txBody>
      </p:sp>
      <p:sp>
        <p:nvSpPr>
          <p:cNvPr id="9" name="S13-eqtext18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8 − 1 − 3 = □</a:t>
            </a:r>
            <a:endParaRPr lang="ko-KR" sz="3000" dirty="0"/>
          </a:p>
        </p:txBody>
      </p:sp>
      <p:sp>
        <p:nvSpPr>
          <p:cNvPr id="10" name="S13-eqtext19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 + 5 + 3 = □</a:t>
            </a:r>
            <a:endParaRPr lang="ko-KR" sz="3000" dirty="0"/>
          </a:p>
        </p:txBody>
      </p:sp>
      <p:sp>
        <p:nvSpPr>
          <p:cNvPr id="11" name="S13-text1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10이 되는 더하기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모으고 덜어 내기</a:t>
            </a:r>
            <a:endParaRPr lang="ko-KR" sz="4400" dirty="0"/>
          </a:p>
        </p:txBody>
      </p:sp>
      <p:sp>
        <p:nvSpPr>
          <p:cNvPr id="3" name="S14-text1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모으고, 덜어 내요.</a:t>
            </a:r>
            <a:endParaRPr lang="ko-KR" sz="3200" dirty="0"/>
          </a:p>
        </p:txBody>
      </p:sp>
      <p:sp>
        <p:nvSpPr>
          <p:cNvPr id="4" name="S14-card1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+ 3 = 7, 7 − 3 = 4</a:t>
            </a:r>
            <a:endParaRPr lang="ko-KR" sz="3200" dirty="0"/>
          </a:p>
        </p:txBody>
      </p:sp>
      <p:sp>
        <p:nvSpPr>
          <p:cNvPr id="6" name="S14-dot195"/>
          <p:cNvSpPr/>
          <p:nvPr/>
        </p:nvSpPr>
        <p:spPr>
          <a:xfrm>
            <a:off x="113202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96"/>
          <p:cNvSpPr/>
          <p:nvPr/>
        </p:nvSpPr>
        <p:spPr>
          <a:xfrm>
            <a:off x="177210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197"/>
          <p:cNvSpPr/>
          <p:nvPr/>
        </p:nvSpPr>
        <p:spPr>
          <a:xfrm>
            <a:off x="241218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dot198"/>
          <p:cNvSpPr/>
          <p:nvPr/>
        </p:nvSpPr>
        <p:spPr>
          <a:xfrm>
            <a:off x="305226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figure199" descr="주황 점 4개"/>
          <p:cNvSpPr/>
          <p:nvPr/>
        </p:nvSpPr>
        <p:spPr>
          <a:xfrm>
            <a:off x="1010412" y="2986659"/>
            <a:ext cx="256032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4-label200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14-dot201"/>
          <p:cNvSpPr/>
          <p:nvPr/>
        </p:nvSpPr>
        <p:spPr>
          <a:xfrm>
            <a:off x="5255971" y="3108274"/>
            <a:ext cx="396850" cy="39685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202"/>
          <p:cNvSpPr/>
          <p:nvPr/>
        </p:nvSpPr>
        <p:spPr>
          <a:xfrm>
            <a:off x="5896051" y="3108274"/>
            <a:ext cx="396850" cy="39685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203"/>
          <p:cNvSpPr/>
          <p:nvPr/>
        </p:nvSpPr>
        <p:spPr>
          <a:xfrm>
            <a:off x="6536131" y="3108274"/>
            <a:ext cx="396850" cy="39685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figure204" descr="파란 점 3개"/>
          <p:cNvSpPr/>
          <p:nvPr/>
        </p:nvSpPr>
        <p:spPr>
          <a:xfrm>
            <a:off x="5134356" y="2986659"/>
            <a:ext cx="1920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4-label205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14-dot206"/>
          <p:cNvSpPr/>
          <p:nvPr/>
        </p:nvSpPr>
        <p:spPr>
          <a:xfrm>
            <a:off x="8251010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dot207"/>
          <p:cNvSpPr/>
          <p:nvPr/>
        </p:nvSpPr>
        <p:spPr>
          <a:xfrm>
            <a:off x="8748705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4-dot208"/>
          <p:cNvSpPr/>
          <p:nvPr/>
        </p:nvSpPr>
        <p:spPr>
          <a:xfrm>
            <a:off x="9246400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dot209"/>
          <p:cNvSpPr/>
          <p:nvPr/>
        </p:nvSpPr>
        <p:spPr>
          <a:xfrm>
            <a:off x="9744095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dot210"/>
          <p:cNvSpPr/>
          <p:nvPr/>
        </p:nvSpPr>
        <p:spPr>
          <a:xfrm>
            <a:off x="10241789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line211"/>
          <p:cNvSpPr/>
          <p:nvPr/>
        </p:nvSpPr>
        <p:spPr>
          <a:xfrm>
            <a:off x="1020476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14-line212"/>
          <p:cNvSpPr/>
          <p:nvPr/>
        </p:nvSpPr>
        <p:spPr>
          <a:xfrm flipV="1">
            <a:off x="1020476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14-dot213"/>
          <p:cNvSpPr/>
          <p:nvPr/>
        </p:nvSpPr>
        <p:spPr>
          <a:xfrm>
            <a:off x="10739484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4-line214"/>
          <p:cNvSpPr/>
          <p:nvPr/>
        </p:nvSpPr>
        <p:spPr>
          <a:xfrm>
            <a:off x="10702456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14-line215"/>
          <p:cNvSpPr/>
          <p:nvPr/>
        </p:nvSpPr>
        <p:spPr>
          <a:xfrm flipV="1">
            <a:off x="10702456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14-dot216"/>
          <p:cNvSpPr/>
          <p:nvPr/>
        </p:nvSpPr>
        <p:spPr>
          <a:xfrm>
            <a:off x="11237179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4-line217"/>
          <p:cNvSpPr/>
          <p:nvPr/>
        </p:nvSpPr>
        <p:spPr>
          <a:xfrm>
            <a:off x="1120015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14-line218"/>
          <p:cNvSpPr/>
          <p:nvPr/>
        </p:nvSpPr>
        <p:spPr>
          <a:xfrm flipV="1">
            <a:off x="1120015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14-figure219" descr="점 7개 중 3개에 × 표시"/>
          <p:cNvSpPr/>
          <p:nvPr/>
        </p:nvSpPr>
        <p:spPr>
          <a:xfrm>
            <a:off x="8156448" y="3057852"/>
            <a:ext cx="3483864" cy="4976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4-label220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7에서 3 덜기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세 수의 덧셈과 뺄셈</dc:title>
  <dc:subject>KR22-G01-MAT-ADD3-L01</dc:subject>
  <dc:creator>education-ppt</dc:creator>
  <cp:lastModifiedBy>education-ppt</cp:lastModifiedBy>
  <cp:revision>1</cp:revision>
  <dcterms:created xsi:type="dcterms:W3CDTF">2026-10-26T07:05:42Z</dcterms:created>
  <dcterms:modified xsi:type="dcterms:W3CDTF">2026-10-26T07:05:42Z</dcterms:modified>
</cp:coreProperties>
</file>