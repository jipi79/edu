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7d2b6bfe-c025-a2ad-823e-6a92b5abe1b3}">
          <p14:sldIdLst>
            <p14:sldId id="256"/>
            <p14:sldId id="257"/>
          </p14:sldIdLst>
        </p14:section>
        <p14:section name="개념" id="{301b966d-a207-0414-7040-aa39fdbc243b}">
          <p14:sldIdLst>
            <p14:sldId id="258"/>
            <p14:sldId id="259"/>
            <p14:sldId id="260"/>
            <p14:sldId id="261"/>
            <p14:sldId id="262"/>
          </p14:sldIdLst>
        </p14:section>
        <p14:section name="연습" id="{62386188-7bda-cd56-e86b-48e6c33aebfd}">
          <p14:sldIdLst>
            <p14:sldId id="263"/>
            <p14:sldId id="264"/>
            <p14:sldId id="265"/>
          </p14:sldIdLst>
        </p14:section>
        <p14:section name="확인" id="{57c07785-d766-d9d5-5ddd-a060b7a51329}">
          <p14:sldIdLst>
            <p14:sldId id="266"/>
            <p14:sldId id="267"/>
            <p14:sldId id="268"/>
          </p14:sldIdLst>
        </p14:section>
        <p14:section name="정리" id="{eca3e57c-5e68-6b17-2b88-03059c616afd}">
          <p14:sldIdLst>
            <p14:sldId id="269"/>
          </p14:sldIdLst>
        </p14:section>
        <p14:section name="보충" id="{852b69f0-715b-98f9-6c7f-e58092f68a75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알려 주고, 많은 물건을 10개씩 묶으면 세기 쉽다는 생각을 끌어냅니다.
시간: 약 2분
이렇게 말해 보세요
- “콩이 아주 많이 있으면 하나씩 세다가 헷갈리지? 오늘은 많은 것을 쉽게 세는 방법을 배울 거야.”
- “오른쪽 그림은 긴 막대 하나에 몇 개가 붙어 있을까?”
예상 답
- “모르겠어요.” / “10개요.”
막히면
- 막대 하나의 칸을 같이 세어 10개임을 확인합니다.
주의
- 콩이나 면봉 50개쯤과 고무줄(또는 작은 봉지)을 미리 준비해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확인(10 알기)]
목적: 오늘 공부의 바탕인 10(9보다 1만큼 더 큰 수, 십·열)을 아는지 확인합니다.
시간: 약 3분
이렇게 말해 보세요
- “①은 몇 개야? ②는 9보다 1만큼 더 큰 수, ③은 10을 두 가지로 읽어 볼래?”
정답
- ① 10개
- ② 10
- ③ 십, 열
막히면
- ①은 윗줄 5개, 아랫줄 5개를 따로 세고 “다섯과 다섯이면?”이라고 묻습니다.
- 두 문제 이상 틀리면 S15(보충)를 먼저 합니다. 10은 3차시 ‘가르기와 모으기’(KR22-G01-MAT-COMPOSE-L01)에서 배웠습니다.
주의
- 계획상 바로 앞 차시는 5차시 ‘뺄셈의 뜻’(KR22-G01-MAT-SUB-L01)입니다. 오늘 수업에 직접 필요한 것은 10을 아는 것이므로 덧셈·뺄셈이 아직 서툴러도 이 차시를 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십몇 알아보기]
목적: 10개씩 묶음 1개와 낱개 몇 개를 ‘십몇’으로 나타내고 읽습니다.
시간: 약 3분
이렇게 말해 보세요
- “왼쪽 틀은 꽉 찼지? 10개야. 이걸 ‘10개씩 묶음 1개’라고 해. 오른쪽에 하나씩 남은 건 ‘낱개’라고 해.”
- “10개씩 묶음 1개와 낱개 3개는 13이야. ‘십삼’ 또는 ‘열셋’이라고 읽어.”
예상 답
- “십삼, 열셋.”
막히면
- 콩 10개를 봉지에 넣고 옆에 콩 3개를 놓습니다. 봉지 속 10에서 “열하나, 열둘, 열셋” 이어 셉니다.
주의
- ‘낱개’는 ‘묶지 않은 하나하나’라는 뜻입니다. 처음 듣는 말이니 여러 번 함께 말해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11~19 두 가지로 읽기]
목적: 11부터 19까지를 두 가지로 읽는 규칙을 압니다.
시간: 약 2분
이렇게 말해 보세요
- “‘십’으로 읽을 때는 뒤에 일, 이, 삼을 붙이고, ‘열’로 읽을 때는 하나, 둘, 셋을 붙여. 같이 읽어 볼까?”
- “16은 어떻게 읽을까? 표를 가리고 말해 봐.”
예상 답
- “십육, 열여섯.”
막히면
- 부모가 한 줄씩 먼저 읽고 아이가 따라 읽게 합니다. 표를 다 외울 필요는 없습니다.
주의
- ‘십넷’, ‘열사’처럼 섞어 읽으면 짝을 다시 알려 줍니다(M3). 생활에서는 나이를 ‘열한 살’, 날짜를 ‘십일 일’처럼 다르게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몇십 알아보기]
목적: 10개씩 묶음 2, 3, 4, 5개가 20, 30, 40, 50임을 알고 두 가지로 읽습니다.
시간: 약 3분
이렇게 말해 보세요
- “막대 하나가 10개야. 막대가 2개면 10, 20. 이십 또는 스물이라고 해.”
- “막대가 4개면? 10, 20, 30, 40. 뭐라고 읽을까?”
예상 답
- “사십, 마흔.”
막히면
- 콩 10개짜리 봉지를 하나씩 늘어놓으며 “십, 이십, 삼십…”으로 10씩 세어 봅니다.
주의
- ‘스물, 서른, 마흔, 쉰’은 아이에게 낯선 말입니다. 오늘은 들어 보고 따라 말하는 정도면 충분합니다.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10개씩 묶어 세기]
목적: 많은 물건을 10개씩 묶고 남은 낱개를 세어 수로 나타냅니다.
시간: 약 2분
이렇게 말해 보세요
- “콩 23개를 하나씩 세면 힘들지? 10개씩 묶어 보자. 묶음이 몇 개, 낱개가 몇 개야?”
- “10개씩 묶음 2개와 낱개 3개는 23이야.”
예상 답
- “묶음 2개, 낱개 3개요.” “이십삼, 스물셋.”
막히면
- 실제 콩 23개를 아이가 직접 10개씩 세어 봉지에 넣게 합니다. 10개를 셀 때마다 봉지를 닫습니다(M4).
주의
- 낱개가 10개가 되면 다시 한 묶음으로 묶어야 한다는 것을 함께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몇십몇 쓰고 읽기]
목적: 10개씩 묶음의 수를 앞에, 낱개의 수를 뒤에 써서 몇십몇을 나타내고 읽습니다.
시간: 약 3분
이렇게 말해 보세요
- “막대가 몇 개야? 낱개는? 묶음의 수 3을 먼저 쓰고, 낱개의 수 4를 뒤에 써. 34야.”
- “34는 삼십사 또는 서른넷이라고 읽어.”
예상 답
- “막대 3개, 낱개 4개요.” “삼십사, 서른넷.”
막히면
- 숫자 카드 3과 4를 표의 칸에 올려놓고, 두 카드를 붙여 34를 만듭니다.
주의
- 43으로 바꾸어 쓰면 “묶음이 4개야?”라고 그림을 다시 보게 합니다(M2).
- 지치면 여기서 쉬고, 다음에 S08부터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안내받는 연습(그림 보고 수 쓰기·읽기)]
목적: 도움을 받으며 그림을 10개씩 묶음과 낱개로 세어 수로 나타내고 읽습니다.
시간: 약 4분
이렇게 말해 보세요
- “가는 꽉 찬 틀 하나와 낱개 몇 개야? 그럼 얼마야?”
- “나와 다는 막대가 몇 개, 낱개가 몇 개야? 수로 쓰고 두 가지로 읽어 볼까?”
정답
- 가 15(십오, 열다섯)
- 나 26(이십육, 스물여섯)
- 다 41(사십일, 마흔하나)
막히면
- 막대는 “십, 이십…”으로 먼저 세고, 낱개를 이어 셉니다(나: 십, 이십, 이십일, 이십이 … 이십육).
- 종이에 ‘묶음 □개, 낱개 □개’를 쓰고 채운 뒤 수를 쓰게 합니다.
주의
- 이 장은 고르는 문제가 아니라, 가·나·다 세 그림의 수를 모두 말하는 연습입니다.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안내받는 연습(묶음·낱개, 읽기·쓰기)]
목적: 도움을 받으며 묶음·낱개와 수를 오가고, 수를 두 가지로 읽고 씁니다.
시간: 약 4분
이렇게 말해 보세요
- “①은 10개씩 묶음 4개와 낱개 7개야. 얼마일까? 종이에 써 볼래?”
- “④는 50이 10개씩 묶음 몇 개인지 묻는 거야.”
정답
- ① 47
- ② 삼십팔, 서른여덟
- ③ 15
- ④ 5개
막히면
- ①은 콩 봉지 4개와 낱개 7개를 놓고 “사십, 사십일 … 사십칠”로 셉니다.
- ③을 105로 쓰면 S10에서 함께 고칩니다.
주의
- 아이가 쓴 수를 소리 내어 읽게 하면 바꾸어 쓴 실수를 스스로 찾기도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오개념 비교(304로 쓰기)]
목적: 몇십몇을 들리는 대로 30과 4를 붙여 쓰는 실수를 바로잡습니다(M1).
시간: 약 3분
이렇게 말해 보세요
- “토끼는 서른(30) 쓰고 넷(4)을 붙여서 304라고 썼대. 곰은 34라고 썼어. 누가 맞았을까?”
- “서른넷은 10개씩 묶음이 몇 개, 낱개가 몇 개야?”
예상 답
- “곰이요. 묶음 3개, 낱개 4개니까 3이랑 4를 써요.”
정답
- 곰이 맞습니다. 서른넷은 10개씩 묶음 3개와 낱개 4개이므로 34입니다.
- 304는 아주 큰 수(삼백사)입니다. 1학년에서는 아직 배우지 않습니다.
막히면
- S07의 표에 숫자 카드 3과 4를 올려 34를 만들고, 0이 들어갈 칸이 없다는 것을 보여 줍니다.
주의
- 30은 묶음 3개, 낱개 0개라서 0을 씁니다. 34는 낱개가 4개이므로 0 대신 4를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해결]
목적: 도움 없이 묶음·낱개를 수로 나타내고, 수를 두 가지로 읽고 쓸 수 있는지 확인합니다.
시간: 약 5분
이렇게 말해 보세요
- “이번에는 혼자 해 볼래? 콩이나 종이를 써도 돼. 다 하면 어떻게 알았는지 말해 줘.”
정답
- ① 18
- ② 사십오, 마흔다섯
- ③ 32
막히면
- 바로 알려 주지 말고 “묶음이 몇 개야?”라고만 묻습니다.
- 도움을 받아 해결했다면 기록표에 ‘도움’으로 표시합니다.
주의
- ②에서 ‘사십다섯’처럼 섞어 읽으면 반만 맞은 것으로 보고 짝을 다시 알려 줍니다(M3).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아이의 답을 함께 확인하고 흔한 실수를 바로잡습니다. 수업용에만 있는 장입니다.
시간: 약 2분
이렇게 말해 보세요
- “네 답과 같은지 볼까? 다르면 콩으로 다시 해 보자.”
정답
- ① 18 ② 사십오, 마흔다섯 ③ 32
막히면
- ①이 81이면 S07로, ③이 302면 S10으로 돌아갑니다.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확인(묶음과 낱개)]
목적: 처음 보는 그림에서 34를 10개씩 묶음 3개와 낱개 4개로 찾는지 확인합니다.
시간: 약 2분
이렇게 말해 보세요
- “34를 나타내는 그림은 어느 것일까? 어떻게 알았어?”
정답
- 나(막대 3개, 낱개 4개). 가는 43, 다는 35입니다.
막히면
- 각 그림의 막대와 낱개를 세어 수를 먼저 말하게 합니다.
주의
- 가를 고르면 묶음과 낱개를 바꾼 것입니다(M2). 기록표에 적어 두고 다음 수업 복습에서 다시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정리와 다음 수업 복습]
목적: 핵심을 정리하고 다음 수업 첫 5분에 풀 복습 문제를 알려 줍니다.
시간: 약 2분
이렇게 말해 보세요
- “오늘 배운 것을 말해 볼래? 콩이 많을 때 어떻게 세면 쉬워?”
예상 답
- “10개씩 묶어서 세요. 묶음이 몇 개, 낱개가 몇 개인지 봐요.”
정답
- ① 29 ② 사십일, 마흔하나 ③ 40
막히면
- S07의 그림과 표를 다시 보여 주고 ‘묶음 먼저, 낱개 나중’을 함께 말합니다.
주의
- 생활 속에서 계단 수, 달력 날짜, 나이 등을 두 가지로 읽어 보면 복습이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선수 학습 보충(10 알기)]
목적: S02에서 10을 잘 모르면, 십 칸 틀을 채우며 10과 ‘한 묶음’을 먼저 익힙니다.
시간: 약 5분
이렇게 말해 보세요
- “십 칸 틀에 콩을 하나씩 놓으며 세어 보자. 칸이 꽉 차면 몇 개야?”
- “꽉 찬 10개를 봉지에 넣으면 한 묶음이야. 봉지를 하나 더 만들어 볼까?”
정답
- 칸이 꽉 차면 10개입니다. 10은 십 또는 열이라고 읽습니다.
막히면
- 손가락 열 개를 하나씩 펴며 세어 10을 확인합니다.
주의
- 보충으로도 어려우면 3차시 ‘가르기와 모으기’(KR22-G01-MAT-COMPOSE-L01)의 10 알아보기와 1차시 ‘9까지의 수’를 먼저 다시 합니다. 계획상 바로 앞 차시인 5차시 ‘뺄셈의 뜻’(KR22-G01-MAT-SUB-L01)은 이 차시의 세기에 직접 쓰이지는 않습니다.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수와연산 · 6차시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50까지의 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50까지의 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수학 · 50까지의 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50까지의 수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많은 것을 쉽게 세려면?</a:t>
            </a:r>
            <a:endParaRPr lang="ko-KR" sz="3200" dirty="0"/>
          </a:p>
        </p:txBody>
      </p:sp>
      <p:sp>
        <p:nvSpPr>
          <p:cNvPr id="4" name="S01-rod1"/>
          <p:cNvSpPr/>
          <p:nvPr/>
        </p:nvSpPr>
        <p:spPr>
          <a:xfrm>
            <a:off x="9013874" y="696351"/>
            <a:ext cx="281354" cy="281353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01-line2"/>
          <p:cNvSpPr/>
          <p:nvPr/>
        </p:nvSpPr>
        <p:spPr>
          <a:xfrm>
            <a:off x="9013874" y="977705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" name="S01-line3"/>
          <p:cNvSpPr/>
          <p:nvPr/>
        </p:nvSpPr>
        <p:spPr>
          <a:xfrm>
            <a:off x="9013874" y="1259058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" name="S01-line4"/>
          <p:cNvSpPr/>
          <p:nvPr/>
        </p:nvSpPr>
        <p:spPr>
          <a:xfrm>
            <a:off x="9013874" y="1540412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1-line5"/>
          <p:cNvSpPr/>
          <p:nvPr/>
        </p:nvSpPr>
        <p:spPr>
          <a:xfrm>
            <a:off x="9013874" y="1821766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1-line6"/>
          <p:cNvSpPr/>
          <p:nvPr/>
        </p:nvSpPr>
        <p:spPr>
          <a:xfrm>
            <a:off x="9013874" y="2103120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1-line7"/>
          <p:cNvSpPr/>
          <p:nvPr/>
        </p:nvSpPr>
        <p:spPr>
          <a:xfrm>
            <a:off x="9013874" y="2384474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1-line8"/>
          <p:cNvSpPr/>
          <p:nvPr/>
        </p:nvSpPr>
        <p:spPr>
          <a:xfrm>
            <a:off x="9013874" y="2665828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1-line9"/>
          <p:cNvSpPr/>
          <p:nvPr/>
        </p:nvSpPr>
        <p:spPr>
          <a:xfrm>
            <a:off x="9013874" y="2947182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1-line10"/>
          <p:cNvSpPr/>
          <p:nvPr/>
        </p:nvSpPr>
        <p:spPr>
          <a:xfrm>
            <a:off x="9013874" y="3228535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1-rod11"/>
          <p:cNvSpPr/>
          <p:nvPr/>
        </p:nvSpPr>
        <p:spPr>
          <a:xfrm>
            <a:off x="9464040" y="696351"/>
            <a:ext cx="281354" cy="281353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1-line12"/>
          <p:cNvSpPr/>
          <p:nvPr/>
        </p:nvSpPr>
        <p:spPr>
          <a:xfrm>
            <a:off x="9464040" y="977705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1-line13"/>
          <p:cNvSpPr/>
          <p:nvPr/>
        </p:nvSpPr>
        <p:spPr>
          <a:xfrm>
            <a:off x="9464040" y="1259058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1-line14"/>
          <p:cNvSpPr/>
          <p:nvPr/>
        </p:nvSpPr>
        <p:spPr>
          <a:xfrm>
            <a:off x="9464040" y="1540412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1-line15"/>
          <p:cNvSpPr/>
          <p:nvPr/>
        </p:nvSpPr>
        <p:spPr>
          <a:xfrm>
            <a:off x="9464040" y="1821766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1-line16"/>
          <p:cNvSpPr/>
          <p:nvPr/>
        </p:nvSpPr>
        <p:spPr>
          <a:xfrm>
            <a:off x="9464040" y="2103120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1-line17"/>
          <p:cNvSpPr/>
          <p:nvPr/>
        </p:nvSpPr>
        <p:spPr>
          <a:xfrm>
            <a:off x="9464040" y="2384474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1-line18"/>
          <p:cNvSpPr/>
          <p:nvPr/>
        </p:nvSpPr>
        <p:spPr>
          <a:xfrm>
            <a:off x="9464040" y="2665828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1-line19"/>
          <p:cNvSpPr/>
          <p:nvPr/>
        </p:nvSpPr>
        <p:spPr>
          <a:xfrm>
            <a:off x="9464040" y="2947182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1-line20"/>
          <p:cNvSpPr/>
          <p:nvPr/>
        </p:nvSpPr>
        <p:spPr>
          <a:xfrm>
            <a:off x="9464040" y="3228535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1-unit21"/>
          <p:cNvSpPr/>
          <p:nvPr/>
        </p:nvSpPr>
        <p:spPr>
          <a:xfrm>
            <a:off x="9914206" y="3158197"/>
            <a:ext cx="281354" cy="28135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1-unit22"/>
          <p:cNvSpPr/>
          <p:nvPr/>
        </p:nvSpPr>
        <p:spPr>
          <a:xfrm>
            <a:off x="9914206" y="2806505"/>
            <a:ext cx="281354" cy="28135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1-unit23"/>
          <p:cNvSpPr/>
          <p:nvPr/>
        </p:nvSpPr>
        <p:spPr>
          <a:xfrm>
            <a:off x="9914206" y="2454812"/>
            <a:ext cx="281354" cy="28135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1-figure24" descr="10개 막대 2개와 낱개 3개"/>
          <p:cNvSpPr/>
          <p:nvPr/>
        </p:nvSpPr>
        <p:spPr>
          <a:xfrm>
            <a:off x="7680960" y="696351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01-card25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29" name="S01-cardtext26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10개씩 묶어 세어요.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50까지의 수를 읽고 써요.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10을 기억해요</a:t>
            </a:r>
            <a:endParaRPr lang="ko-KR" sz="4400" dirty="0"/>
          </a:p>
        </p:txBody>
      </p:sp>
      <p:sp>
        <p:nvSpPr>
          <p:cNvPr id="3" name="S02-chip27"/>
          <p:cNvSpPr txBox="1"/>
          <p:nvPr/>
        </p:nvSpPr>
        <p:spPr>
          <a:xfrm>
            <a:off x="548640" y="1796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" name="S02-cell28"/>
          <p:cNvSpPr/>
          <p:nvPr/>
        </p:nvSpPr>
        <p:spPr>
          <a:xfrm>
            <a:off x="2201418" y="1325880"/>
            <a:ext cx="754380" cy="7543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02-dot29"/>
          <p:cNvSpPr/>
          <p:nvPr/>
        </p:nvSpPr>
        <p:spPr>
          <a:xfrm>
            <a:off x="2329663" y="1454125"/>
            <a:ext cx="497891" cy="49789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02-cell30"/>
          <p:cNvSpPr/>
          <p:nvPr/>
        </p:nvSpPr>
        <p:spPr>
          <a:xfrm>
            <a:off x="2955798" y="1325880"/>
            <a:ext cx="754380" cy="7543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2-dot31"/>
          <p:cNvSpPr/>
          <p:nvPr/>
        </p:nvSpPr>
        <p:spPr>
          <a:xfrm>
            <a:off x="3084043" y="1454125"/>
            <a:ext cx="497891" cy="49789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2-cell32"/>
          <p:cNvSpPr/>
          <p:nvPr/>
        </p:nvSpPr>
        <p:spPr>
          <a:xfrm>
            <a:off x="3710178" y="1325880"/>
            <a:ext cx="754380" cy="7543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2-dot33"/>
          <p:cNvSpPr/>
          <p:nvPr/>
        </p:nvSpPr>
        <p:spPr>
          <a:xfrm>
            <a:off x="3838423" y="1454125"/>
            <a:ext cx="497891" cy="49789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2-cell34"/>
          <p:cNvSpPr/>
          <p:nvPr/>
        </p:nvSpPr>
        <p:spPr>
          <a:xfrm>
            <a:off x="4464558" y="1325880"/>
            <a:ext cx="754380" cy="7543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2-dot35"/>
          <p:cNvSpPr/>
          <p:nvPr/>
        </p:nvSpPr>
        <p:spPr>
          <a:xfrm>
            <a:off x="4592803" y="1454125"/>
            <a:ext cx="497891" cy="49789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2-cell36"/>
          <p:cNvSpPr/>
          <p:nvPr/>
        </p:nvSpPr>
        <p:spPr>
          <a:xfrm>
            <a:off x="5218938" y="1325880"/>
            <a:ext cx="754380" cy="7543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2-dot37"/>
          <p:cNvSpPr/>
          <p:nvPr/>
        </p:nvSpPr>
        <p:spPr>
          <a:xfrm>
            <a:off x="5347183" y="1454125"/>
            <a:ext cx="497891" cy="49789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2-cell38"/>
          <p:cNvSpPr/>
          <p:nvPr/>
        </p:nvSpPr>
        <p:spPr>
          <a:xfrm>
            <a:off x="2201418" y="2080260"/>
            <a:ext cx="754380" cy="7543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2-dot39"/>
          <p:cNvSpPr/>
          <p:nvPr/>
        </p:nvSpPr>
        <p:spPr>
          <a:xfrm>
            <a:off x="2329663" y="2208505"/>
            <a:ext cx="497891" cy="49789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2-cell40"/>
          <p:cNvSpPr/>
          <p:nvPr/>
        </p:nvSpPr>
        <p:spPr>
          <a:xfrm>
            <a:off x="2955798" y="2080260"/>
            <a:ext cx="754380" cy="7543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2-dot41"/>
          <p:cNvSpPr/>
          <p:nvPr/>
        </p:nvSpPr>
        <p:spPr>
          <a:xfrm>
            <a:off x="3084043" y="2208505"/>
            <a:ext cx="497891" cy="49789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2-cell42"/>
          <p:cNvSpPr/>
          <p:nvPr/>
        </p:nvSpPr>
        <p:spPr>
          <a:xfrm>
            <a:off x="3710178" y="2080260"/>
            <a:ext cx="754380" cy="7543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2-dot43"/>
          <p:cNvSpPr/>
          <p:nvPr/>
        </p:nvSpPr>
        <p:spPr>
          <a:xfrm>
            <a:off x="3838423" y="2208505"/>
            <a:ext cx="497891" cy="49789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2-cell44"/>
          <p:cNvSpPr/>
          <p:nvPr/>
        </p:nvSpPr>
        <p:spPr>
          <a:xfrm>
            <a:off x="4464558" y="2080260"/>
            <a:ext cx="754380" cy="7543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2-dot45"/>
          <p:cNvSpPr/>
          <p:nvPr/>
        </p:nvSpPr>
        <p:spPr>
          <a:xfrm>
            <a:off x="4592803" y="2208505"/>
            <a:ext cx="497891" cy="49789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2-cell46"/>
          <p:cNvSpPr/>
          <p:nvPr/>
        </p:nvSpPr>
        <p:spPr>
          <a:xfrm>
            <a:off x="5218938" y="2080260"/>
            <a:ext cx="754380" cy="7543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2-dot47"/>
          <p:cNvSpPr/>
          <p:nvPr/>
        </p:nvSpPr>
        <p:spPr>
          <a:xfrm>
            <a:off x="5347183" y="2208505"/>
            <a:ext cx="497891" cy="49789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2-figure48" descr="1개의 십 칸 틀 중 1번째: 모두 10개"/>
          <p:cNvSpPr/>
          <p:nvPr/>
        </p:nvSpPr>
        <p:spPr>
          <a:xfrm>
            <a:off x="2201418" y="1325880"/>
            <a:ext cx="3771900" cy="15087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02-chip49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26" name="S02-text50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9보다 1만큼 더 큰 수는?</a:t>
            </a:r>
            <a:endParaRPr lang="ko-KR" sz="3200" dirty="0"/>
          </a:p>
        </p:txBody>
      </p:sp>
      <p:sp>
        <p:nvSpPr>
          <p:cNvPr id="27" name="S02-chip51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28" name="S02-text52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10을 두 가지로 읽어요.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10과 3이면 13</a:t>
            </a:r>
            <a:endParaRPr lang="ko-KR" sz="4400" dirty="0"/>
          </a:p>
        </p:txBody>
      </p:sp>
      <p:sp>
        <p:nvSpPr>
          <p:cNvPr id="3" name="S03-card53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54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십삼 또는 열셋이라고 읽어요.</a:t>
            </a:r>
            <a:endParaRPr lang="ko-KR" sz="3200" dirty="0"/>
          </a:p>
        </p:txBody>
      </p:sp>
      <p:sp>
        <p:nvSpPr>
          <p:cNvPr id="5" name="S03-cell55"/>
          <p:cNvSpPr/>
          <p:nvPr/>
        </p:nvSpPr>
        <p:spPr>
          <a:xfrm>
            <a:off x="1298448" y="196888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3-dot56"/>
          <p:cNvSpPr/>
          <p:nvPr/>
        </p:nvSpPr>
        <p:spPr>
          <a:xfrm>
            <a:off x="1430579" y="2101012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3-cell57"/>
          <p:cNvSpPr/>
          <p:nvPr/>
        </p:nvSpPr>
        <p:spPr>
          <a:xfrm>
            <a:off x="2075688" y="196888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3-dot58"/>
          <p:cNvSpPr/>
          <p:nvPr/>
        </p:nvSpPr>
        <p:spPr>
          <a:xfrm>
            <a:off x="2207819" y="2101012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3-cell59"/>
          <p:cNvSpPr/>
          <p:nvPr/>
        </p:nvSpPr>
        <p:spPr>
          <a:xfrm>
            <a:off x="2852928" y="196888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3-dot60"/>
          <p:cNvSpPr/>
          <p:nvPr/>
        </p:nvSpPr>
        <p:spPr>
          <a:xfrm>
            <a:off x="2985059" y="2101012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3-cell61"/>
          <p:cNvSpPr/>
          <p:nvPr/>
        </p:nvSpPr>
        <p:spPr>
          <a:xfrm>
            <a:off x="3630168" y="196888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3-dot62"/>
          <p:cNvSpPr/>
          <p:nvPr/>
        </p:nvSpPr>
        <p:spPr>
          <a:xfrm>
            <a:off x="3762299" y="2101012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3-cell63"/>
          <p:cNvSpPr/>
          <p:nvPr/>
        </p:nvSpPr>
        <p:spPr>
          <a:xfrm>
            <a:off x="4407408" y="196888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3-dot64"/>
          <p:cNvSpPr/>
          <p:nvPr/>
        </p:nvSpPr>
        <p:spPr>
          <a:xfrm>
            <a:off x="4539539" y="2101012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3-cell65"/>
          <p:cNvSpPr/>
          <p:nvPr/>
        </p:nvSpPr>
        <p:spPr>
          <a:xfrm>
            <a:off x="1298448" y="274612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3-dot66"/>
          <p:cNvSpPr/>
          <p:nvPr/>
        </p:nvSpPr>
        <p:spPr>
          <a:xfrm>
            <a:off x="1430579" y="2878252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3-cell67"/>
          <p:cNvSpPr/>
          <p:nvPr/>
        </p:nvSpPr>
        <p:spPr>
          <a:xfrm>
            <a:off x="2075688" y="274612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3-dot68"/>
          <p:cNvSpPr/>
          <p:nvPr/>
        </p:nvSpPr>
        <p:spPr>
          <a:xfrm>
            <a:off x="2207819" y="2878252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03-cell69"/>
          <p:cNvSpPr/>
          <p:nvPr/>
        </p:nvSpPr>
        <p:spPr>
          <a:xfrm>
            <a:off x="2852928" y="274612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3-dot70"/>
          <p:cNvSpPr/>
          <p:nvPr/>
        </p:nvSpPr>
        <p:spPr>
          <a:xfrm>
            <a:off x="2985059" y="2878252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3-cell71"/>
          <p:cNvSpPr/>
          <p:nvPr/>
        </p:nvSpPr>
        <p:spPr>
          <a:xfrm>
            <a:off x="3630168" y="274612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3-dot72"/>
          <p:cNvSpPr/>
          <p:nvPr/>
        </p:nvSpPr>
        <p:spPr>
          <a:xfrm>
            <a:off x="3762299" y="2878252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03-cell73"/>
          <p:cNvSpPr/>
          <p:nvPr/>
        </p:nvSpPr>
        <p:spPr>
          <a:xfrm>
            <a:off x="4407408" y="274612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3-dot74"/>
          <p:cNvSpPr/>
          <p:nvPr/>
        </p:nvSpPr>
        <p:spPr>
          <a:xfrm>
            <a:off x="4539539" y="2878252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3-figure75" descr="1개의 십 칸 틀 중 1번째: 모두 10개"/>
          <p:cNvSpPr/>
          <p:nvPr/>
        </p:nvSpPr>
        <p:spPr>
          <a:xfrm>
            <a:off x="1298448" y="1968881"/>
            <a:ext cx="3886200" cy="15544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6" name="S03-label76"/>
          <p:cNvSpPr txBox="1"/>
          <p:nvPr/>
        </p:nvSpPr>
        <p:spPr>
          <a:xfrm>
            <a:off x="548640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10개씩 묶음 1개</a:t>
            </a:r>
            <a:endParaRPr lang="ko-KR" sz="2600" dirty="0"/>
          </a:p>
        </p:txBody>
      </p:sp>
      <p:sp>
        <p:nvSpPr>
          <p:cNvPr id="27" name="S03-cell77"/>
          <p:cNvSpPr/>
          <p:nvPr/>
        </p:nvSpPr>
        <p:spPr>
          <a:xfrm>
            <a:off x="7004304" y="196888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3-dot78"/>
          <p:cNvSpPr/>
          <p:nvPr/>
        </p:nvSpPr>
        <p:spPr>
          <a:xfrm>
            <a:off x="7136435" y="2101012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03-cell79"/>
          <p:cNvSpPr/>
          <p:nvPr/>
        </p:nvSpPr>
        <p:spPr>
          <a:xfrm>
            <a:off x="7781544" y="196888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03-dot80"/>
          <p:cNvSpPr/>
          <p:nvPr/>
        </p:nvSpPr>
        <p:spPr>
          <a:xfrm>
            <a:off x="7913675" y="2101012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S03-cell81"/>
          <p:cNvSpPr/>
          <p:nvPr/>
        </p:nvSpPr>
        <p:spPr>
          <a:xfrm>
            <a:off x="8558784" y="196888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03-dot82"/>
          <p:cNvSpPr/>
          <p:nvPr/>
        </p:nvSpPr>
        <p:spPr>
          <a:xfrm>
            <a:off x="8690915" y="2101012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S03-cell83"/>
          <p:cNvSpPr/>
          <p:nvPr/>
        </p:nvSpPr>
        <p:spPr>
          <a:xfrm>
            <a:off x="9336024" y="196888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03-cell84"/>
          <p:cNvSpPr/>
          <p:nvPr/>
        </p:nvSpPr>
        <p:spPr>
          <a:xfrm>
            <a:off x="10113264" y="196888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3-cell85"/>
          <p:cNvSpPr/>
          <p:nvPr/>
        </p:nvSpPr>
        <p:spPr>
          <a:xfrm>
            <a:off x="7004304" y="274612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03-cell86"/>
          <p:cNvSpPr/>
          <p:nvPr/>
        </p:nvSpPr>
        <p:spPr>
          <a:xfrm>
            <a:off x="7781544" y="274612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03-cell87"/>
          <p:cNvSpPr/>
          <p:nvPr/>
        </p:nvSpPr>
        <p:spPr>
          <a:xfrm>
            <a:off x="8558784" y="274612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8" name="S03-cell88"/>
          <p:cNvSpPr/>
          <p:nvPr/>
        </p:nvSpPr>
        <p:spPr>
          <a:xfrm>
            <a:off x="9336024" y="274612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03-cell89"/>
          <p:cNvSpPr/>
          <p:nvPr/>
        </p:nvSpPr>
        <p:spPr>
          <a:xfrm>
            <a:off x="10113264" y="274612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0" name="S03-figure90" descr="1개의 십 칸 틀 중 1번째: 모두 3개"/>
          <p:cNvSpPr/>
          <p:nvPr/>
        </p:nvSpPr>
        <p:spPr>
          <a:xfrm>
            <a:off x="7004304" y="1968881"/>
            <a:ext cx="3886200" cy="15544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1" name="S03-label91"/>
          <p:cNvSpPr txBox="1"/>
          <p:nvPr/>
        </p:nvSpPr>
        <p:spPr>
          <a:xfrm>
            <a:off x="6254496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낱개 3개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11부터 19까지</a:t>
            </a:r>
            <a:endParaRPr lang="ko-KR" sz="4400" dirty="0"/>
          </a:p>
        </p:txBody>
      </p:sp>
      <p:sp>
        <p:nvSpPr>
          <p:cNvPr id="3" name="S04-card9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9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‘십’ 뒤에 일, 이, 삼… ‘열’ 뒤에 하나, 둘, 셋…</a:t>
            </a:r>
            <a:endParaRPr lang="ko-KR" sz="3200" dirty="0"/>
          </a:p>
        </p:txBody>
      </p:sp>
      <p:graphicFrame>
        <p:nvGraphicFramePr>
          <p:cNvPr id="5" name="S04-table9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2668" y="1638300"/>
          <a:ext cx="49377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이렇게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또는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열하나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열둘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열셋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십사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열넷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십오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열다섯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S04-table9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78524" y="1902460"/>
          <a:ext cx="49377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이렇게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또는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열여섯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십칠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열일곱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열여덟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십구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열아홉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20, 30, 40, 50</a:t>
            </a:r>
            <a:endParaRPr lang="ko-KR" sz="4400" dirty="0"/>
          </a:p>
        </p:txBody>
      </p:sp>
      <p:sp>
        <p:nvSpPr>
          <p:cNvPr id="3" name="S05-text9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막대 하나는 10개예요.</a:t>
            </a:r>
            <a:endParaRPr lang="ko-KR" sz="3200" dirty="0"/>
          </a:p>
        </p:txBody>
      </p:sp>
      <p:sp>
        <p:nvSpPr>
          <p:cNvPr id="4" name="S05-card9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9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10개씩 묶음 2개는 20이에요.</a:t>
            </a:r>
            <a:endParaRPr lang="ko-KR" sz="3200" dirty="0"/>
          </a:p>
        </p:txBody>
      </p:sp>
      <p:sp>
        <p:nvSpPr>
          <p:cNvPr id="6" name="S05-rod99"/>
          <p:cNvSpPr/>
          <p:nvPr/>
        </p:nvSpPr>
        <p:spPr>
          <a:xfrm>
            <a:off x="1416617" y="2061488"/>
            <a:ext cx="249042" cy="249042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5-line100"/>
          <p:cNvSpPr/>
          <p:nvPr/>
        </p:nvSpPr>
        <p:spPr>
          <a:xfrm>
            <a:off x="1416617" y="2310531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5-line101"/>
          <p:cNvSpPr/>
          <p:nvPr/>
        </p:nvSpPr>
        <p:spPr>
          <a:xfrm>
            <a:off x="1416617" y="2559573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5-line102"/>
          <p:cNvSpPr/>
          <p:nvPr/>
        </p:nvSpPr>
        <p:spPr>
          <a:xfrm>
            <a:off x="1416617" y="2808615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5-line103"/>
          <p:cNvSpPr/>
          <p:nvPr/>
        </p:nvSpPr>
        <p:spPr>
          <a:xfrm>
            <a:off x="1416617" y="3057657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5-line104"/>
          <p:cNvSpPr/>
          <p:nvPr/>
        </p:nvSpPr>
        <p:spPr>
          <a:xfrm>
            <a:off x="1416617" y="3306699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5-line105"/>
          <p:cNvSpPr/>
          <p:nvPr/>
        </p:nvSpPr>
        <p:spPr>
          <a:xfrm>
            <a:off x="1416617" y="3555741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5-line106"/>
          <p:cNvSpPr/>
          <p:nvPr/>
        </p:nvSpPr>
        <p:spPr>
          <a:xfrm>
            <a:off x="1416617" y="3804783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5-line107"/>
          <p:cNvSpPr/>
          <p:nvPr/>
        </p:nvSpPr>
        <p:spPr>
          <a:xfrm>
            <a:off x="1416617" y="4053825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5-line108"/>
          <p:cNvSpPr/>
          <p:nvPr/>
        </p:nvSpPr>
        <p:spPr>
          <a:xfrm>
            <a:off x="1416617" y="4302867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5-rod109"/>
          <p:cNvSpPr/>
          <p:nvPr/>
        </p:nvSpPr>
        <p:spPr>
          <a:xfrm>
            <a:off x="1815084" y="2061488"/>
            <a:ext cx="249042" cy="249042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5-line110"/>
          <p:cNvSpPr/>
          <p:nvPr/>
        </p:nvSpPr>
        <p:spPr>
          <a:xfrm>
            <a:off x="1815084" y="2310531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5-line111"/>
          <p:cNvSpPr/>
          <p:nvPr/>
        </p:nvSpPr>
        <p:spPr>
          <a:xfrm>
            <a:off x="1815084" y="2559573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5-line112"/>
          <p:cNvSpPr/>
          <p:nvPr/>
        </p:nvSpPr>
        <p:spPr>
          <a:xfrm>
            <a:off x="1815084" y="2808615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5-line113"/>
          <p:cNvSpPr/>
          <p:nvPr/>
        </p:nvSpPr>
        <p:spPr>
          <a:xfrm>
            <a:off x="1815084" y="3057657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5-line114"/>
          <p:cNvSpPr/>
          <p:nvPr/>
        </p:nvSpPr>
        <p:spPr>
          <a:xfrm>
            <a:off x="1815084" y="3306699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5-line115"/>
          <p:cNvSpPr/>
          <p:nvPr/>
        </p:nvSpPr>
        <p:spPr>
          <a:xfrm>
            <a:off x="1815084" y="3555741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5-line116"/>
          <p:cNvSpPr/>
          <p:nvPr/>
        </p:nvSpPr>
        <p:spPr>
          <a:xfrm>
            <a:off x="1815084" y="3804783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5-line117"/>
          <p:cNvSpPr/>
          <p:nvPr/>
        </p:nvSpPr>
        <p:spPr>
          <a:xfrm>
            <a:off x="1815084" y="4053825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5-line118"/>
          <p:cNvSpPr/>
          <p:nvPr/>
        </p:nvSpPr>
        <p:spPr>
          <a:xfrm>
            <a:off x="1815084" y="4302867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5-figure119" descr="수 모형: 백 0개, 십 2개, 일 0개"/>
          <p:cNvSpPr/>
          <p:nvPr/>
        </p:nvSpPr>
        <p:spPr>
          <a:xfrm>
            <a:off x="548640" y="2061488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05-label120"/>
          <p:cNvSpPr txBox="1"/>
          <p:nvPr/>
        </p:nvSpPr>
        <p:spPr>
          <a:xfrm>
            <a:off x="548640" y="4674870"/>
            <a:ext cx="25328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 이십 스물</a:t>
            </a:r>
            <a:endParaRPr lang="ko-KR" sz="2600" dirty="0"/>
          </a:p>
        </p:txBody>
      </p:sp>
      <p:sp>
        <p:nvSpPr>
          <p:cNvPr id="28" name="S05-rod121"/>
          <p:cNvSpPr/>
          <p:nvPr/>
        </p:nvSpPr>
        <p:spPr>
          <a:xfrm>
            <a:off x="4070311" y="2061488"/>
            <a:ext cx="249042" cy="249042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5-line122"/>
          <p:cNvSpPr/>
          <p:nvPr/>
        </p:nvSpPr>
        <p:spPr>
          <a:xfrm>
            <a:off x="4070311" y="2310531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5-line123"/>
          <p:cNvSpPr/>
          <p:nvPr/>
        </p:nvSpPr>
        <p:spPr>
          <a:xfrm>
            <a:off x="4070311" y="2559573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5-line124"/>
          <p:cNvSpPr/>
          <p:nvPr/>
        </p:nvSpPr>
        <p:spPr>
          <a:xfrm>
            <a:off x="4070311" y="2808615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5-line125"/>
          <p:cNvSpPr/>
          <p:nvPr/>
        </p:nvSpPr>
        <p:spPr>
          <a:xfrm>
            <a:off x="4070311" y="3057657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5-line126"/>
          <p:cNvSpPr/>
          <p:nvPr/>
        </p:nvSpPr>
        <p:spPr>
          <a:xfrm>
            <a:off x="4070311" y="3306699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5-line127"/>
          <p:cNvSpPr/>
          <p:nvPr/>
        </p:nvSpPr>
        <p:spPr>
          <a:xfrm>
            <a:off x="4070311" y="3555741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5-line128"/>
          <p:cNvSpPr/>
          <p:nvPr/>
        </p:nvSpPr>
        <p:spPr>
          <a:xfrm>
            <a:off x="4070311" y="3804783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5-line129"/>
          <p:cNvSpPr/>
          <p:nvPr/>
        </p:nvSpPr>
        <p:spPr>
          <a:xfrm>
            <a:off x="4070311" y="4053825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5-line130"/>
          <p:cNvSpPr/>
          <p:nvPr/>
        </p:nvSpPr>
        <p:spPr>
          <a:xfrm>
            <a:off x="4070311" y="4302867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5-rod131"/>
          <p:cNvSpPr/>
          <p:nvPr/>
        </p:nvSpPr>
        <p:spPr>
          <a:xfrm>
            <a:off x="4468778" y="2061488"/>
            <a:ext cx="249042" cy="249042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05-line132"/>
          <p:cNvSpPr/>
          <p:nvPr/>
        </p:nvSpPr>
        <p:spPr>
          <a:xfrm>
            <a:off x="4468778" y="2310531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5-line133"/>
          <p:cNvSpPr/>
          <p:nvPr/>
        </p:nvSpPr>
        <p:spPr>
          <a:xfrm>
            <a:off x="4468778" y="2559573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5-line134"/>
          <p:cNvSpPr/>
          <p:nvPr/>
        </p:nvSpPr>
        <p:spPr>
          <a:xfrm>
            <a:off x="4468778" y="2808615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5-line135"/>
          <p:cNvSpPr/>
          <p:nvPr/>
        </p:nvSpPr>
        <p:spPr>
          <a:xfrm>
            <a:off x="4468778" y="3057657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5-line136"/>
          <p:cNvSpPr/>
          <p:nvPr/>
        </p:nvSpPr>
        <p:spPr>
          <a:xfrm>
            <a:off x="4468778" y="3306699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5-line137"/>
          <p:cNvSpPr/>
          <p:nvPr/>
        </p:nvSpPr>
        <p:spPr>
          <a:xfrm>
            <a:off x="4468778" y="3555741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5-line138"/>
          <p:cNvSpPr/>
          <p:nvPr/>
        </p:nvSpPr>
        <p:spPr>
          <a:xfrm>
            <a:off x="4468778" y="3804783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5-line139"/>
          <p:cNvSpPr/>
          <p:nvPr/>
        </p:nvSpPr>
        <p:spPr>
          <a:xfrm>
            <a:off x="4468778" y="4053825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5-line140"/>
          <p:cNvSpPr/>
          <p:nvPr/>
        </p:nvSpPr>
        <p:spPr>
          <a:xfrm>
            <a:off x="4468778" y="4302867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5-rod141"/>
          <p:cNvSpPr/>
          <p:nvPr/>
        </p:nvSpPr>
        <p:spPr>
          <a:xfrm>
            <a:off x="4867246" y="2061488"/>
            <a:ext cx="249042" cy="249042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9" name="S05-line142"/>
          <p:cNvSpPr/>
          <p:nvPr/>
        </p:nvSpPr>
        <p:spPr>
          <a:xfrm>
            <a:off x="4867246" y="2310531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5-line143"/>
          <p:cNvSpPr/>
          <p:nvPr/>
        </p:nvSpPr>
        <p:spPr>
          <a:xfrm>
            <a:off x="4867246" y="2559573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5-line144"/>
          <p:cNvSpPr/>
          <p:nvPr/>
        </p:nvSpPr>
        <p:spPr>
          <a:xfrm>
            <a:off x="4867246" y="2808615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5-line145"/>
          <p:cNvSpPr/>
          <p:nvPr/>
        </p:nvSpPr>
        <p:spPr>
          <a:xfrm>
            <a:off x="4867246" y="3057657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5-line146"/>
          <p:cNvSpPr/>
          <p:nvPr/>
        </p:nvSpPr>
        <p:spPr>
          <a:xfrm>
            <a:off x="4867246" y="3306699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5-line147"/>
          <p:cNvSpPr/>
          <p:nvPr/>
        </p:nvSpPr>
        <p:spPr>
          <a:xfrm>
            <a:off x="4867246" y="3555741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5-line148"/>
          <p:cNvSpPr/>
          <p:nvPr/>
        </p:nvSpPr>
        <p:spPr>
          <a:xfrm>
            <a:off x="4867246" y="3804783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05-line149"/>
          <p:cNvSpPr/>
          <p:nvPr/>
        </p:nvSpPr>
        <p:spPr>
          <a:xfrm>
            <a:off x="4867246" y="4053825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5-line150"/>
          <p:cNvSpPr/>
          <p:nvPr/>
        </p:nvSpPr>
        <p:spPr>
          <a:xfrm>
            <a:off x="4867246" y="4302867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5-figure151" descr="수 모형: 백 0개, 십 3개, 일 0개"/>
          <p:cNvSpPr/>
          <p:nvPr/>
        </p:nvSpPr>
        <p:spPr>
          <a:xfrm>
            <a:off x="3401568" y="2061488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05-label152"/>
          <p:cNvSpPr txBox="1"/>
          <p:nvPr/>
        </p:nvSpPr>
        <p:spPr>
          <a:xfrm>
            <a:off x="3401568" y="4674870"/>
            <a:ext cx="25328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 삼십 서른</a:t>
            </a:r>
            <a:endParaRPr lang="ko-KR" sz="2600" dirty="0"/>
          </a:p>
        </p:txBody>
      </p:sp>
      <p:sp>
        <p:nvSpPr>
          <p:cNvPr id="60" name="S05-rod153"/>
          <p:cNvSpPr/>
          <p:nvPr/>
        </p:nvSpPr>
        <p:spPr>
          <a:xfrm>
            <a:off x="6724005" y="2061488"/>
            <a:ext cx="249042" cy="249042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1" name="S05-line154"/>
          <p:cNvSpPr/>
          <p:nvPr/>
        </p:nvSpPr>
        <p:spPr>
          <a:xfrm>
            <a:off x="6724005" y="2310531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5-line155"/>
          <p:cNvSpPr/>
          <p:nvPr/>
        </p:nvSpPr>
        <p:spPr>
          <a:xfrm>
            <a:off x="6724005" y="2559573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5-line156"/>
          <p:cNvSpPr/>
          <p:nvPr/>
        </p:nvSpPr>
        <p:spPr>
          <a:xfrm>
            <a:off x="6724005" y="2808615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5-line157"/>
          <p:cNvSpPr/>
          <p:nvPr/>
        </p:nvSpPr>
        <p:spPr>
          <a:xfrm>
            <a:off x="6724005" y="3057657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5-line158"/>
          <p:cNvSpPr/>
          <p:nvPr/>
        </p:nvSpPr>
        <p:spPr>
          <a:xfrm>
            <a:off x="6724005" y="3306699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05-line159"/>
          <p:cNvSpPr/>
          <p:nvPr/>
        </p:nvSpPr>
        <p:spPr>
          <a:xfrm>
            <a:off x="6724005" y="3555741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05-line160"/>
          <p:cNvSpPr/>
          <p:nvPr/>
        </p:nvSpPr>
        <p:spPr>
          <a:xfrm>
            <a:off x="6724005" y="3804783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8" name="S05-line161"/>
          <p:cNvSpPr/>
          <p:nvPr/>
        </p:nvSpPr>
        <p:spPr>
          <a:xfrm>
            <a:off x="6724005" y="4053825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9" name="S05-line162"/>
          <p:cNvSpPr/>
          <p:nvPr/>
        </p:nvSpPr>
        <p:spPr>
          <a:xfrm>
            <a:off x="6724005" y="4302867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0" name="S05-rod163"/>
          <p:cNvSpPr/>
          <p:nvPr/>
        </p:nvSpPr>
        <p:spPr>
          <a:xfrm>
            <a:off x="7122473" y="2061488"/>
            <a:ext cx="249042" cy="249042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1" name="S05-line164"/>
          <p:cNvSpPr/>
          <p:nvPr/>
        </p:nvSpPr>
        <p:spPr>
          <a:xfrm>
            <a:off x="7122473" y="2310531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2" name="S05-line165"/>
          <p:cNvSpPr/>
          <p:nvPr/>
        </p:nvSpPr>
        <p:spPr>
          <a:xfrm>
            <a:off x="7122473" y="2559573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3" name="S05-line166"/>
          <p:cNvSpPr/>
          <p:nvPr/>
        </p:nvSpPr>
        <p:spPr>
          <a:xfrm>
            <a:off x="7122473" y="2808615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4" name="S05-line167"/>
          <p:cNvSpPr/>
          <p:nvPr/>
        </p:nvSpPr>
        <p:spPr>
          <a:xfrm>
            <a:off x="7122473" y="3057657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5" name="S05-line168"/>
          <p:cNvSpPr/>
          <p:nvPr/>
        </p:nvSpPr>
        <p:spPr>
          <a:xfrm>
            <a:off x="7122473" y="3306699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6" name="S05-line169"/>
          <p:cNvSpPr/>
          <p:nvPr/>
        </p:nvSpPr>
        <p:spPr>
          <a:xfrm>
            <a:off x="7122473" y="3555741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7" name="S05-line170"/>
          <p:cNvSpPr/>
          <p:nvPr/>
        </p:nvSpPr>
        <p:spPr>
          <a:xfrm>
            <a:off x="7122473" y="3804783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8" name="S05-line171"/>
          <p:cNvSpPr/>
          <p:nvPr/>
        </p:nvSpPr>
        <p:spPr>
          <a:xfrm>
            <a:off x="7122473" y="4053825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9" name="S05-line172"/>
          <p:cNvSpPr/>
          <p:nvPr/>
        </p:nvSpPr>
        <p:spPr>
          <a:xfrm>
            <a:off x="7122473" y="4302867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0" name="S05-rod173"/>
          <p:cNvSpPr/>
          <p:nvPr/>
        </p:nvSpPr>
        <p:spPr>
          <a:xfrm>
            <a:off x="7520940" y="2061488"/>
            <a:ext cx="249042" cy="249042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1" name="S05-line174"/>
          <p:cNvSpPr/>
          <p:nvPr/>
        </p:nvSpPr>
        <p:spPr>
          <a:xfrm>
            <a:off x="7520940" y="2310531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2" name="S05-line175"/>
          <p:cNvSpPr/>
          <p:nvPr/>
        </p:nvSpPr>
        <p:spPr>
          <a:xfrm>
            <a:off x="7520940" y="2559573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3" name="S05-line176"/>
          <p:cNvSpPr/>
          <p:nvPr/>
        </p:nvSpPr>
        <p:spPr>
          <a:xfrm>
            <a:off x="7520940" y="2808615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4" name="S05-line177"/>
          <p:cNvSpPr/>
          <p:nvPr/>
        </p:nvSpPr>
        <p:spPr>
          <a:xfrm>
            <a:off x="7520940" y="3057657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5" name="S05-line178"/>
          <p:cNvSpPr/>
          <p:nvPr/>
        </p:nvSpPr>
        <p:spPr>
          <a:xfrm>
            <a:off x="7520940" y="3306699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6" name="S05-line179"/>
          <p:cNvSpPr/>
          <p:nvPr/>
        </p:nvSpPr>
        <p:spPr>
          <a:xfrm>
            <a:off x="7520940" y="3555741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05-line180"/>
          <p:cNvSpPr/>
          <p:nvPr/>
        </p:nvSpPr>
        <p:spPr>
          <a:xfrm>
            <a:off x="7520940" y="3804783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8" name="S05-line181"/>
          <p:cNvSpPr/>
          <p:nvPr/>
        </p:nvSpPr>
        <p:spPr>
          <a:xfrm>
            <a:off x="7520940" y="4053825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9" name="S05-line182"/>
          <p:cNvSpPr/>
          <p:nvPr/>
        </p:nvSpPr>
        <p:spPr>
          <a:xfrm>
            <a:off x="7520940" y="4302867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0" name="S05-rod183"/>
          <p:cNvSpPr/>
          <p:nvPr/>
        </p:nvSpPr>
        <p:spPr>
          <a:xfrm>
            <a:off x="7919407" y="2061488"/>
            <a:ext cx="249042" cy="249042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1" name="S05-line184"/>
          <p:cNvSpPr/>
          <p:nvPr/>
        </p:nvSpPr>
        <p:spPr>
          <a:xfrm>
            <a:off x="7919407" y="2310531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2" name="S05-line185"/>
          <p:cNvSpPr/>
          <p:nvPr/>
        </p:nvSpPr>
        <p:spPr>
          <a:xfrm>
            <a:off x="7919407" y="2559573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3" name="S05-line186"/>
          <p:cNvSpPr/>
          <p:nvPr/>
        </p:nvSpPr>
        <p:spPr>
          <a:xfrm>
            <a:off x="7919407" y="2808615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4" name="S05-line187"/>
          <p:cNvSpPr/>
          <p:nvPr/>
        </p:nvSpPr>
        <p:spPr>
          <a:xfrm>
            <a:off x="7919407" y="3057657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5" name="S05-line188"/>
          <p:cNvSpPr/>
          <p:nvPr/>
        </p:nvSpPr>
        <p:spPr>
          <a:xfrm>
            <a:off x="7919407" y="3306699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6" name="S05-line189"/>
          <p:cNvSpPr/>
          <p:nvPr/>
        </p:nvSpPr>
        <p:spPr>
          <a:xfrm>
            <a:off x="7919407" y="3555741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05-line190"/>
          <p:cNvSpPr/>
          <p:nvPr/>
        </p:nvSpPr>
        <p:spPr>
          <a:xfrm>
            <a:off x="7919407" y="3804783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8" name="S05-line191"/>
          <p:cNvSpPr/>
          <p:nvPr/>
        </p:nvSpPr>
        <p:spPr>
          <a:xfrm>
            <a:off x="7919407" y="4053825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9" name="S05-line192"/>
          <p:cNvSpPr/>
          <p:nvPr/>
        </p:nvSpPr>
        <p:spPr>
          <a:xfrm>
            <a:off x="7919407" y="4302867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0" name="S05-figure193" descr="수 모형: 백 0개, 십 4개, 일 0개"/>
          <p:cNvSpPr/>
          <p:nvPr/>
        </p:nvSpPr>
        <p:spPr>
          <a:xfrm>
            <a:off x="6254496" y="2061488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1" name="S05-label194"/>
          <p:cNvSpPr txBox="1"/>
          <p:nvPr/>
        </p:nvSpPr>
        <p:spPr>
          <a:xfrm>
            <a:off x="6254496" y="4674870"/>
            <a:ext cx="25328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 사십 마흔</a:t>
            </a:r>
            <a:endParaRPr lang="ko-KR" sz="2600" dirty="0"/>
          </a:p>
        </p:txBody>
      </p:sp>
      <p:sp>
        <p:nvSpPr>
          <p:cNvPr id="102" name="S05-rod195"/>
          <p:cNvSpPr/>
          <p:nvPr/>
        </p:nvSpPr>
        <p:spPr>
          <a:xfrm>
            <a:off x="9377700" y="2061488"/>
            <a:ext cx="249042" cy="249042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3" name="S05-line196"/>
          <p:cNvSpPr/>
          <p:nvPr/>
        </p:nvSpPr>
        <p:spPr>
          <a:xfrm>
            <a:off x="9377700" y="2310531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4" name="S05-line197"/>
          <p:cNvSpPr/>
          <p:nvPr/>
        </p:nvSpPr>
        <p:spPr>
          <a:xfrm>
            <a:off x="9377700" y="2559573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5" name="S05-line198"/>
          <p:cNvSpPr/>
          <p:nvPr/>
        </p:nvSpPr>
        <p:spPr>
          <a:xfrm>
            <a:off x="9377700" y="2808615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6" name="S05-line199"/>
          <p:cNvSpPr/>
          <p:nvPr/>
        </p:nvSpPr>
        <p:spPr>
          <a:xfrm>
            <a:off x="9377700" y="3057657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7" name="S05-line200"/>
          <p:cNvSpPr/>
          <p:nvPr/>
        </p:nvSpPr>
        <p:spPr>
          <a:xfrm>
            <a:off x="9377700" y="3306699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8" name="S05-line201"/>
          <p:cNvSpPr/>
          <p:nvPr/>
        </p:nvSpPr>
        <p:spPr>
          <a:xfrm>
            <a:off x="9377700" y="3555741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9" name="S05-line202"/>
          <p:cNvSpPr/>
          <p:nvPr/>
        </p:nvSpPr>
        <p:spPr>
          <a:xfrm>
            <a:off x="9377700" y="3804783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0" name="S05-line203"/>
          <p:cNvSpPr/>
          <p:nvPr/>
        </p:nvSpPr>
        <p:spPr>
          <a:xfrm>
            <a:off x="9377700" y="4053825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1" name="S05-line204"/>
          <p:cNvSpPr/>
          <p:nvPr/>
        </p:nvSpPr>
        <p:spPr>
          <a:xfrm>
            <a:off x="9377700" y="4302867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2" name="S05-rod205"/>
          <p:cNvSpPr/>
          <p:nvPr/>
        </p:nvSpPr>
        <p:spPr>
          <a:xfrm>
            <a:off x="9776167" y="2061488"/>
            <a:ext cx="249042" cy="249042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3" name="S05-line206"/>
          <p:cNvSpPr/>
          <p:nvPr/>
        </p:nvSpPr>
        <p:spPr>
          <a:xfrm>
            <a:off x="9776167" y="2310531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4" name="S05-line207"/>
          <p:cNvSpPr/>
          <p:nvPr/>
        </p:nvSpPr>
        <p:spPr>
          <a:xfrm>
            <a:off x="9776167" y="2559573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5" name="S05-line208"/>
          <p:cNvSpPr/>
          <p:nvPr/>
        </p:nvSpPr>
        <p:spPr>
          <a:xfrm>
            <a:off x="9776167" y="2808615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6" name="S05-line209"/>
          <p:cNvSpPr/>
          <p:nvPr/>
        </p:nvSpPr>
        <p:spPr>
          <a:xfrm>
            <a:off x="9776167" y="3057657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7" name="S05-line210"/>
          <p:cNvSpPr/>
          <p:nvPr/>
        </p:nvSpPr>
        <p:spPr>
          <a:xfrm>
            <a:off x="9776167" y="3306699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8" name="S05-line211"/>
          <p:cNvSpPr/>
          <p:nvPr/>
        </p:nvSpPr>
        <p:spPr>
          <a:xfrm>
            <a:off x="9776167" y="3555741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9" name="S05-line212"/>
          <p:cNvSpPr/>
          <p:nvPr/>
        </p:nvSpPr>
        <p:spPr>
          <a:xfrm>
            <a:off x="9776167" y="3804783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0" name="S05-line213"/>
          <p:cNvSpPr/>
          <p:nvPr/>
        </p:nvSpPr>
        <p:spPr>
          <a:xfrm>
            <a:off x="9776167" y="4053825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1" name="S05-line214"/>
          <p:cNvSpPr/>
          <p:nvPr/>
        </p:nvSpPr>
        <p:spPr>
          <a:xfrm>
            <a:off x="9776167" y="4302867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2" name="S05-rod215"/>
          <p:cNvSpPr/>
          <p:nvPr/>
        </p:nvSpPr>
        <p:spPr>
          <a:xfrm>
            <a:off x="10174634" y="2061488"/>
            <a:ext cx="249042" cy="249042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3" name="S05-line216"/>
          <p:cNvSpPr/>
          <p:nvPr/>
        </p:nvSpPr>
        <p:spPr>
          <a:xfrm>
            <a:off x="10174634" y="2310531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4" name="S05-line217"/>
          <p:cNvSpPr/>
          <p:nvPr/>
        </p:nvSpPr>
        <p:spPr>
          <a:xfrm>
            <a:off x="10174634" y="2559573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5" name="S05-line218"/>
          <p:cNvSpPr/>
          <p:nvPr/>
        </p:nvSpPr>
        <p:spPr>
          <a:xfrm>
            <a:off x="10174634" y="2808615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6" name="S05-line219"/>
          <p:cNvSpPr/>
          <p:nvPr/>
        </p:nvSpPr>
        <p:spPr>
          <a:xfrm>
            <a:off x="10174634" y="3057657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7" name="S05-line220"/>
          <p:cNvSpPr/>
          <p:nvPr/>
        </p:nvSpPr>
        <p:spPr>
          <a:xfrm>
            <a:off x="10174634" y="3306699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8" name="S05-line221"/>
          <p:cNvSpPr/>
          <p:nvPr/>
        </p:nvSpPr>
        <p:spPr>
          <a:xfrm>
            <a:off x="10174634" y="3555741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9" name="S05-line222"/>
          <p:cNvSpPr/>
          <p:nvPr/>
        </p:nvSpPr>
        <p:spPr>
          <a:xfrm>
            <a:off x="10174634" y="3804783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0" name="S05-line223"/>
          <p:cNvSpPr/>
          <p:nvPr/>
        </p:nvSpPr>
        <p:spPr>
          <a:xfrm>
            <a:off x="10174634" y="4053825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1" name="S05-line224"/>
          <p:cNvSpPr/>
          <p:nvPr/>
        </p:nvSpPr>
        <p:spPr>
          <a:xfrm>
            <a:off x="10174634" y="4302867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2" name="S05-rod225"/>
          <p:cNvSpPr/>
          <p:nvPr/>
        </p:nvSpPr>
        <p:spPr>
          <a:xfrm>
            <a:off x="10573102" y="2061488"/>
            <a:ext cx="249042" cy="249042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3" name="S05-line226"/>
          <p:cNvSpPr/>
          <p:nvPr/>
        </p:nvSpPr>
        <p:spPr>
          <a:xfrm>
            <a:off x="10573102" y="2310531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4" name="S05-line227"/>
          <p:cNvSpPr/>
          <p:nvPr/>
        </p:nvSpPr>
        <p:spPr>
          <a:xfrm>
            <a:off x="10573102" y="2559573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5" name="S05-line228"/>
          <p:cNvSpPr/>
          <p:nvPr/>
        </p:nvSpPr>
        <p:spPr>
          <a:xfrm>
            <a:off x="10573102" y="2808615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6" name="S05-line229"/>
          <p:cNvSpPr/>
          <p:nvPr/>
        </p:nvSpPr>
        <p:spPr>
          <a:xfrm>
            <a:off x="10573102" y="3057657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7" name="S05-line230"/>
          <p:cNvSpPr/>
          <p:nvPr/>
        </p:nvSpPr>
        <p:spPr>
          <a:xfrm>
            <a:off x="10573102" y="3306699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8" name="S05-line231"/>
          <p:cNvSpPr/>
          <p:nvPr/>
        </p:nvSpPr>
        <p:spPr>
          <a:xfrm>
            <a:off x="10573102" y="3555741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9" name="S05-line232"/>
          <p:cNvSpPr/>
          <p:nvPr/>
        </p:nvSpPr>
        <p:spPr>
          <a:xfrm>
            <a:off x="10573102" y="3804783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0" name="S05-line233"/>
          <p:cNvSpPr/>
          <p:nvPr/>
        </p:nvSpPr>
        <p:spPr>
          <a:xfrm>
            <a:off x="10573102" y="4053825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1" name="S05-line234"/>
          <p:cNvSpPr/>
          <p:nvPr/>
        </p:nvSpPr>
        <p:spPr>
          <a:xfrm>
            <a:off x="10573102" y="4302867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2" name="S05-rod235"/>
          <p:cNvSpPr/>
          <p:nvPr/>
        </p:nvSpPr>
        <p:spPr>
          <a:xfrm>
            <a:off x="10971569" y="2061488"/>
            <a:ext cx="249042" cy="249042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3" name="S05-line236"/>
          <p:cNvSpPr/>
          <p:nvPr/>
        </p:nvSpPr>
        <p:spPr>
          <a:xfrm>
            <a:off x="10971569" y="2310531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4" name="S05-line237"/>
          <p:cNvSpPr/>
          <p:nvPr/>
        </p:nvSpPr>
        <p:spPr>
          <a:xfrm>
            <a:off x="10971569" y="2559573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5" name="S05-line238"/>
          <p:cNvSpPr/>
          <p:nvPr/>
        </p:nvSpPr>
        <p:spPr>
          <a:xfrm>
            <a:off x="10971569" y="2808615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6" name="S05-line239"/>
          <p:cNvSpPr/>
          <p:nvPr/>
        </p:nvSpPr>
        <p:spPr>
          <a:xfrm>
            <a:off x="10971569" y="3057657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7" name="S05-line240"/>
          <p:cNvSpPr/>
          <p:nvPr/>
        </p:nvSpPr>
        <p:spPr>
          <a:xfrm>
            <a:off x="10971569" y="3306699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8" name="S05-line241"/>
          <p:cNvSpPr/>
          <p:nvPr/>
        </p:nvSpPr>
        <p:spPr>
          <a:xfrm>
            <a:off x="10971569" y="3555741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9" name="S05-line242"/>
          <p:cNvSpPr/>
          <p:nvPr/>
        </p:nvSpPr>
        <p:spPr>
          <a:xfrm>
            <a:off x="10971569" y="3804783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0" name="S05-line243"/>
          <p:cNvSpPr/>
          <p:nvPr/>
        </p:nvSpPr>
        <p:spPr>
          <a:xfrm>
            <a:off x="10971569" y="4053825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1" name="S05-line244"/>
          <p:cNvSpPr/>
          <p:nvPr/>
        </p:nvSpPr>
        <p:spPr>
          <a:xfrm>
            <a:off x="10971569" y="4302867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2" name="S05-figure245" descr="수 모형: 백 0개, 십 5개, 일 0개"/>
          <p:cNvSpPr/>
          <p:nvPr/>
        </p:nvSpPr>
        <p:spPr>
          <a:xfrm>
            <a:off x="9107424" y="2061488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3" name="S05-label246"/>
          <p:cNvSpPr txBox="1"/>
          <p:nvPr/>
        </p:nvSpPr>
        <p:spPr>
          <a:xfrm>
            <a:off x="9107424" y="4674870"/>
            <a:ext cx="25328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 오십 쉰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10개씩 묶어 세기</a:t>
            </a:r>
            <a:endParaRPr lang="ko-KR" sz="4400" dirty="0"/>
          </a:p>
        </p:txBody>
      </p:sp>
      <p:sp>
        <p:nvSpPr>
          <p:cNvPr id="3" name="S06-text24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콩을 10개씩 묶었어요.</a:t>
            </a:r>
            <a:endParaRPr lang="ko-KR" sz="3200" dirty="0"/>
          </a:p>
        </p:txBody>
      </p:sp>
      <p:sp>
        <p:nvSpPr>
          <p:cNvPr id="4" name="S06-card248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249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이십삼 또는 스물셋이라고 읽어요.</a:t>
            </a:r>
            <a:endParaRPr lang="ko-KR" sz="3200" dirty="0"/>
          </a:p>
        </p:txBody>
      </p:sp>
      <p:sp>
        <p:nvSpPr>
          <p:cNvPr id="6" name="S06-dot250"/>
          <p:cNvSpPr/>
          <p:nvPr/>
        </p:nvSpPr>
        <p:spPr>
          <a:xfrm>
            <a:off x="650971" y="2652770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6-dot251"/>
          <p:cNvSpPr/>
          <p:nvPr/>
        </p:nvSpPr>
        <p:spPr>
          <a:xfrm>
            <a:off x="1189552" y="2652770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6-dot252"/>
          <p:cNvSpPr/>
          <p:nvPr/>
        </p:nvSpPr>
        <p:spPr>
          <a:xfrm>
            <a:off x="1728134" y="2652770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6-dot253"/>
          <p:cNvSpPr/>
          <p:nvPr/>
        </p:nvSpPr>
        <p:spPr>
          <a:xfrm>
            <a:off x="2266715" y="2652770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6-dot254"/>
          <p:cNvSpPr/>
          <p:nvPr/>
        </p:nvSpPr>
        <p:spPr>
          <a:xfrm>
            <a:off x="2805297" y="2652770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6-dot255"/>
          <p:cNvSpPr/>
          <p:nvPr/>
        </p:nvSpPr>
        <p:spPr>
          <a:xfrm>
            <a:off x="3343879" y="2652770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6-dot256"/>
          <p:cNvSpPr/>
          <p:nvPr/>
        </p:nvSpPr>
        <p:spPr>
          <a:xfrm>
            <a:off x="3882460" y="2652770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6-dot257"/>
          <p:cNvSpPr/>
          <p:nvPr/>
        </p:nvSpPr>
        <p:spPr>
          <a:xfrm>
            <a:off x="4421042" y="2652770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6-dot258"/>
          <p:cNvSpPr/>
          <p:nvPr/>
        </p:nvSpPr>
        <p:spPr>
          <a:xfrm>
            <a:off x="4959623" y="2652770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6-dot259"/>
          <p:cNvSpPr/>
          <p:nvPr/>
        </p:nvSpPr>
        <p:spPr>
          <a:xfrm>
            <a:off x="5498205" y="2652770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6-dot260"/>
          <p:cNvSpPr/>
          <p:nvPr/>
        </p:nvSpPr>
        <p:spPr>
          <a:xfrm>
            <a:off x="650971" y="3191352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6-dot261"/>
          <p:cNvSpPr/>
          <p:nvPr/>
        </p:nvSpPr>
        <p:spPr>
          <a:xfrm>
            <a:off x="1189552" y="3191352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6-dot262"/>
          <p:cNvSpPr/>
          <p:nvPr/>
        </p:nvSpPr>
        <p:spPr>
          <a:xfrm>
            <a:off x="1728134" y="3191352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06-dot263"/>
          <p:cNvSpPr/>
          <p:nvPr/>
        </p:nvSpPr>
        <p:spPr>
          <a:xfrm>
            <a:off x="2266715" y="3191352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6-dot264"/>
          <p:cNvSpPr/>
          <p:nvPr/>
        </p:nvSpPr>
        <p:spPr>
          <a:xfrm>
            <a:off x="2805297" y="3191352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6-dot265"/>
          <p:cNvSpPr/>
          <p:nvPr/>
        </p:nvSpPr>
        <p:spPr>
          <a:xfrm>
            <a:off x="3343879" y="3191352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6-dot266"/>
          <p:cNvSpPr/>
          <p:nvPr/>
        </p:nvSpPr>
        <p:spPr>
          <a:xfrm>
            <a:off x="3882460" y="3191352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06-dot267"/>
          <p:cNvSpPr/>
          <p:nvPr/>
        </p:nvSpPr>
        <p:spPr>
          <a:xfrm>
            <a:off x="4421042" y="3191352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6-dot268"/>
          <p:cNvSpPr/>
          <p:nvPr/>
        </p:nvSpPr>
        <p:spPr>
          <a:xfrm>
            <a:off x="4959623" y="3191352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6-dot269"/>
          <p:cNvSpPr/>
          <p:nvPr/>
        </p:nvSpPr>
        <p:spPr>
          <a:xfrm>
            <a:off x="5498205" y="3191352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06-group270"/>
          <p:cNvSpPr/>
          <p:nvPr/>
        </p:nvSpPr>
        <p:spPr>
          <a:xfrm>
            <a:off x="576072" y="2587015"/>
            <a:ext cx="5330952" cy="465430"/>
          </a:xfrm>
          <a:prstGeom prst="roundRect">
            <a:avLst>
              <a:gd name="adj" fmla="val 23576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7" name="S06-group271"/>
          <p:cNvSpPr/>
          <p:nvPr/>
        </p:nvSpPr>
        <p:spPr>
          <a:xfrm>
            <a:off x="576072" y="3125597"/>
            <a:ext cx="5330952" cy="465430"/>
          </a:xfrm>
          <a:prstGeom prst="roundRect">
            <a:avLst>
              <a:gd name="adj" fmla="val 23576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8" name="S06-figure272" descr="10개씩 묶은 점 두 줄"/>
          <p:cNvSpPr/>
          <p:nvPr/>
        </p:nvSpPr>
        <p:spPr>
          <a:xfrm>
            <a:off x="548640" y="2550439"/>
            <a:ext cx="5385816" cy="1077163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06-label273"/>
          <p:cNvSpPr txBox="1"/>
          <p:nvPr/>
        </p:nvSpPr>
        <p:spPr>
          <a:xfrm>
            <a:off x="548640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10개씩 묶음 2개</a:t>
            </a:r>
            <a:endParaRPr lang="ko-KR" sz="2600" dirty="0"/>
          </a:p>
        </p:txBody>
      </p:sp>
      <p:sp>
        <p:nvSpPr>
          <p:cNvPr id="30" name="S06-dot274"/>
          <p:cNvSpPr/>
          <p:nvPr/>
        </p:nvSpPr>
        <p:spPr>
          <a:xfrm>
            <a:off x="6356827" y="2922061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S06-dot275"/>
          <p:cNvSpPr/>
          <p:nvPr/>
        </p:nvSpPr>
        <p:spPr>
          <a:xfrm>
            <a:off x="6895408" y="2922061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S06-dot276"/>
          <p:cNvSpPr/>
          <p:nvPr/>
        </p:nvSpPr>
        <p:spPr>
          <a:xfrm>
            <a:off x="7433990" y="2922061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S06-figure277" descr="묶지 않은 점 3개"/>
          <p:cNvSpPr/>
          <p:nvPr/>
        </p:nvSpPr>
        <p:spPr>
          <a:xfrm>
            <a:off x="6254496" y="2819730"/>
            <a:ext cx="5385816" cy="53858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06-label278"/>
          <p:cNvSpPr txBox="1"/>
          <p:nvPr/>
        </p:nvSpPr>
        <p:spPr>
          <a:xfrm>
            <a:off x="6254496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낱개 3개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묶음 먼저, 낱개 나중</a:t>
            </a:r>
            <a:endParaRPr lang="ko-KR" sz="4400" dirty="0"/>
          </a:p>
        </p:txBody>
      </p:sp>
      <p:sp>
        <p:nvSpPr>
          <p:cNvPr id="3" name="S07-card279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280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삼십사 또는 서른넷이라고 읽어요.</a:t>
            </a:r>
            <a:endParaRPr lang="ko-KR" sz="3200" dirty="0"/>
          </a:p>
        </p:txBody>
      </p:sp>
      <p:sp>
        <p:nvSpPr>
          <p:cNvPr id="5" name="S07-rod281"/>
          <p:cNvSpPr/>
          <p:nvPr/>
        </p:nvSpPr>
        <p:spPr>
          <a:xfrm>
            <a:off x="2256338" y="1390484"/>
            <a:ext cx="323020" cy="3230196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7-line282"/>
          <p:cNvSpPr/>
          <p:nvPr/>
        </p:nvSpPr>
        <p:spPr>
          <a:xfrm>
            <a:off x="2256338" y="1713504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" name="S07-line283"/>
          <p:cNvSpPr/>
          <p:nvPr/>
        </p:nvSpPr>
        <p:spPr>
          <a:xfrm>
            <a:off x="2256338" y="2036523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7-line284"/>
          <p:cNvSpPr/>
          <p:nvPr/>
        </p:nvSpPr>
        <p:spPr>
          <a:xfrm>
            <a:off x="2256338" y="2359543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7-line285"/>
          <p:cNvSpPr/>
          <p:nvPr/>
        </p:nvSpPr>
        <p:spPr>
          <a:xfrm>
            <a:off x="2256338" y="2682562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7-line286"/>
          <p:cNvSpPr/>
          <p:nvPr/>
        </p:nvSpPr>
        <p:spPr>
          <a:xfrm>
            <a:off x="2256338" y="3005582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7-line287"/>
          <p:cNvSpPr/>
          <p:nvPr/>
        </p:nvSpPr>
        <p:spPr>
          <a:xfrm>
            <a:off x="2256338" y="3328602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7-line288"/>
          <p:cNvSpPr/>
          <p:nvPr/>
        </p:nvSpPr>
        <p:spPr>
          <a:xfrm>
            <a:off x="2256338" y="3651621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7-line289"/>
          <p:cNvSpPr/>
          <p:nvPr/>
        </p:nvSpPr>
        <p:spPr>
          <a:xfrm>
            <a:off x="2256338" y="3974641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7-line290"/>
          <p:cNvSpPr/>
          <p:nvPr/>
        </p:nvSpPr>
        <p:spPr>
          <a:xfrm>
            <a:off x="2256338" y="4297660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7-rod291"/>
          <p:cNvSpPr/>
          <p:nvPr/>
        </p:nvSpPr>
        <p:spPr>
          <a:xfrm>
            <a:off x="2773170" y="1390484"/>
            <a:ext cx="323020" cy="3230196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7-line292"/>
          <p:cNvSpPr/>
          <p:nvPr/>
        </p:nvSpPr>
        <p:spPr>
          <a:xfrm>
            <a:off x="2773170" y="1713504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7-line293"/>
          <p:cNvSpPr/>
          <p:nvPr/>
        </p:nvSpPr>
        <p:spPr>
          <a:xfrm>
            <a:off x="2773170" y="2036523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7-line294"/>
          <p:cNvSpPr/>
          <p:nvPr/>
        </p:nvSpPr>
        <p:spPr>
          <a:xfrm>
            <a:off x="2773170" y="2359543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7-line295"/>
          <p:cNvSpPr/>
          <p:nvPr/>
        </p:nvSpPr>
        <p:spPr>
          <a:xfrm>
            <a:off x="2773170" y="2682562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7-line296"/>
          <p:cNvSpPr/>
          <p:nvPr/>
        </p:nvSpPr>
        <p:spPr>
          <a:xfrm>
            <a:off x="2773170" y="3005582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7-line297"/>
          <p:cNvSpPr/>
          <p:nvPr/>
        </p:nvSpPr>
        <p:spPr>
          <a:xfrm>
            <a:off x="2773170" y="3328602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7-line298"/>
          <p:cNvSpPr/>
          <p:nvPr/>
        </p:nvSpPr>
        <p:spPr>
          <a:xfrm>
            <a:off x="2773170" y="3651621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7-line299"/>
          <p:cNvSpPr/>
          <p:nvPr/>
        </p:nvSpPr>
        <p:spPr>
          <a:xfrm>
            <a:off x="2773170" y="3974641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7-line300"/>
          <p:cNvSpPr/>
          <p:nvPr/>
        </p:nvSpPr>
        <p:spPr>
          <a:xfrm>
            <a:off x="2773170" y="4297660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7-rod301"/>
          <p:cNvSpPr/>
          <p:nvPr/>
        </p:nvSpPr>
        <p:spPr>
          <a:xfrm>
            <a:off x="3290001" y="1390484"/>
            <a:ext cx="323020" cy="3230196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7-line302"/>
          <p:cNvSpPr/>
          <p:nvPr/>
        </p:nvSpPr>
        <p:spPr>
          <a:xfrm>
            <a:off x="3290001" y="1713504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7-line303"/>
          <p:cNvSpPr/>
          <p:nvPr/>
        </p:nvSpPr>
        <p:spPr>
          <a:xfrm>
            <a:off x="3290001" y="2036523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7-line304"/>
          <p:cNvSpPr/>
          <p:nvPr/>
        </p:nvSpPr>
        <p:spPr>
          <a:xfrm>
            <a:off x="3290001" y="2359543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7-line305"/>
          <p:cNvSpPr/>
          <p:nvPr/>
        </p:nvSpPr>
        <p:spPr>
          <a:xfrm>
            <a:off x="3290001" y="2682562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7-line306"/>
          <p:cNvSpPr/>
          <p:nvPr/>
        </p:nvSpPr>
        <p:spPr>
          <a:xfrm>
            <a:off x="3290001" y="3005582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7-line307"/>
          <p:cNvSpPr/>
          <p:nvPr/>
        </p:nvSpPr>
        <p:spPr>
          <a:xfrm>
            <a:off x="3290001" y="3328602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7-line308"/>
          <p:cNvSpPr/>
          <p:nvPr/>
        </p:nvSpPr>
        <p:spPr>
          <a:xfrm>
            <a:off x="3290001" y="3651621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7-line309"/>
          <p:cNvSpPr/>
          <p:nvPr/>
        </p:nvSpPr>
        <p:spPr>
          <a:xfrm>
            <a:off x="3290001" y="3974641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7-line310"/>
          <p:cNvSpPr/>
          <p:nvPr/>
        </p:nvSpPr>
        <p:spPr>
          <a:xfrm>
            <a:off x="3290001" y="4297660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7-unit311"/>
          <p:cNvSpPr/>
          <p:nvPr/>
        </p:nvSpPr>
        <p:spPr>
          <a:xfrm>
            <a:off x="3806832" y="4216906"/>
            <a:ext cx="323020" cy="32302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07-unit312"/>
          <p:cNvSpPr/>
          <p:nvPr/>
        </p:nvSpPr>
        <p:spPr>
          <a:xfrm>
            <a:off x="3806832" y="3813131"/>
            <a:ext cx="323020" cy="32302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07-unit313"/>
          <p:cNvSpPr/>
          <p:nvPr/>
        </p:nvSpPr>
        <p:spPr>
          <a:xfrm>
            <a:off x="3806832" y="3409357"/>
            <a:ext cx="323020" cy="32302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8" name="S07-unit314"/>
          <p:cNvSpPr/>
          <p:nvPr/>
        </p:nvSpPr>
        <p:spPr>
          <a:xfrm>
            <a:off x="3806832" y="3005582"/>
            <a:ext cx="323020" cy="32302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07-figure315" descr="10개 막대 3개와 낱개 4개"/>
          <p:cNvSpPr/>
          <p:nvPr/>
        </p:nvSpPr>
        <p:spPr>
          <a:xfrm>
            <a:off x="548640" y="1390484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graphicFrame>
        <p:nvGraphicFramePr>
          <p:cNvPr id="8" name="S07-table3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78524" y="2355342"/>
          <a:ext cx="4937760" cy="914400"/>
        </p:xfrm>
        <a:graphic>
          <a:graphicData uri="http://schemas.openxmlformats.org/drawingml/2006/table">
            <a:tbl>
              <a:tblPr/>
              <a:tblGrid>
                <a:gridCol w="2962656"/>
                <a:gridCol w="1975104"/>
              </a:tblGrid>
              <a:tr h="6502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10개씩 묶음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낱개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6502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얼마일까요?</a:t>
            </a:r>
            <a:endParaRPr lang="ko-KR" sz="4400" dirty="0"/>
          </a:p>
        </p:txBody>
      </p:sp>
      <p:sp>
        <p:nvSpPr>
          <p:cNvPr id="3" name="S08-text31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10개씩 묶음과 낱개를 세어요.</a:t>
            </a:r>
            <a:endParaRPr lang="ko-KR" sz="3200" dirty="0"/>
          </a:p>
        </p:txBody>
      </p:sp>
      <p:sp>
        <p:nvSpPr>
          <p:cNvPr id="4" name="S08-card31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8-cardtext31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가, 나, 다는 얼마일까요? 두 가지로 읽어요.</a:t>
            </a:r>
            <a:endParaRPr lang="ko-KR" sz="3200" dirty="0"/>
          </a:p>
        </p:txBody>
      </p:sp>
      <p:sp>
        <p:nvSpPr>
          <p:cNvPr id="6" name="S08-chip320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08-cell321"/>
          <p:cNvSpPr/>
          <p:nvPr/>
        </p:nvSpPr>
        <p:spPr>
          <a:xfrm>
            <a:off x="548640" y="3604870"/>
            <a:ext cx="313334" cy="313334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8-dot322"/>
          <p:cNvSpPr/>
          <p:nvPr/>
        </p:nvSpPr>
        <p:spPr>
          <a:xfrm>
            <a:off x="601907" y="3658136"/>
            <a:ext cx="206801" cy="20680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8-cell323"/>
          <p:cNvSpPr/>
          <p:nvPr/>
        </p:nvSpPr>
        <p:spPr>
          <a:xfrm>
            <a:off x="861974" y="3604870"/>
            <a:ext cx="313334" cy="313334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8-dot324"/>
          <p:cNvSpPr/>
          <p:nvPr/>
        </p:nvSpPr>
        <p:spPr>
          <a:xfrm>
            <a:off x="915241" y="3658136"/>
            <a:ext cx="206801" cy="20680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8-cell325"/>
          <p:cNvSpPr/>
          <p:nvPr/>
        </p:nvSpPr>
        <p:spPr>
          <a:xfrm>
            <a:off x="1175309" y="3604870"/>
            <a:ext cx="313334" cy="313334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8-dot326"/>
          <p:cNvSpPr/>
          <p:nvPr/>
        </p:nvSpPr>
        <p:spPr>
          <a:xfrm>
            <a:off x="1228576" y="3658136"/>
            <a:ext cx="206801" cy="20680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8-cell327"/>
          <p:cNvSpPr/>
          <p:nvPr/>
        </p:nvSpPr>
        <p:spPr>
          <a:xfrm>
            <a:off x="1488643" y="3604870"/>
            <a:ext cx="313334" cy="313334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8-dot328"/>
          <p:cNvSpPr/>
          <p:nvPr/>
        </p:nvSpPr>
        <p:spPr>
          <a:xfrm>
            <a:off x="1541910" y="3658136"/>
            <a:ext cx="206801" cy="20680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8-cell329"/>
          <p:cNvSpPr/>
          <p:nvPr/>
        </p:nvSpPr>
        <p:spPr>
          <a:xfrm>
            <a:off x="1801978" y="3604870"/>
            <a:ext cx="313334" cy="313334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8-dot330"/>
          <p:cNvSpPr/>
          <p:nvPr/>
        </p:nvSpPr>
        <p:spPr>
          <a:xfrm>
            <a:off x="1855244" y="3658136"/>
            <a:ext cx="206801" cy="20680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8-cell331"/>
          <p:cNvSpPr/>
          <p:nvPr/>
        </p:nvSpPr>
        <p:spPr>
          <a:xfrm>
            <a:off x="548640" y="3918204"/>
            <a:ext cx="313334" cy="313334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8-dot332"/>
          <p:cNvSpPr/>
          <p:nvPr/>
        </p:nvSpPr>
        <p:spPr>
          <a:xfrm>
            <a:off x="601907" y="3971471"/>
            <a:ext cx="206801" cy="20680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08-cell333"/>
          <p:cNvSpPr/>
          <p:nvPr/>
        </p:nvSpPr>
        <p:spPr>
          <a:xfrm>
            <a:off x="861974" y="3918204"/>
            <a:ext cx="313334" cy="313334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8-dot334"/>
          <p:cNvSpPr/>
          <p:nvPr/>
        </p:nvSpPr>
        <p:spPr>
          <a:xfrm>
            <a:off x="915241" y="3971471"/>
            <a:ext cx="206801" cy="20680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8-cell335"/>
          <p:cNvSpPr/>
          <p:nvPr/>
        </p:nvSpPr>
        <p:spPr>
          <a:xfrm>
            <a:off x="1175309" y="3918204"/>
            <a:ext cx="313334" cy="313334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8-dot336"/>
          <p:cNvSpPr/>
          <p:nvPr/>
        </p:nvSpPr>
        <p:spPr>
          <a:xfrm>
            <a:off x="1228576" y="3971471"/>
            <a:ext cx="206801" cy="20680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08-cell337"/>
          <p:cNvSpPr/>
          <p:nvPr/>
        </p:nvSpPr>
        <p:spPr>
          <a:xfrm>
            <a:off x="1488643" y="3918204"/>
            <a:ext cx="313334" cy="313334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8-dot338"/>
          <p:cNvSpPr/>
          <p:nvPr/>
        </p:nvSpPr>
        <p:spPr>
          <a:xfrm>
            <a:off x="1541910" y="3971471"/>
            <a:ext cx="206801" cy="20680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8-cell339"/>
          <p:cNvSpPr/>
          <p:nvPr/>
        </p:nvSpPr>
        <p:spPr>
          <a:xfrm>
            <a:off x="1801978" y="3918204"/>
            <a:ext cx="313334" cy="313334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8-dot340"/>
          <p:cNvSpPr/>
          <p:nvPr/>
        </p:nvSpPr>
        <p:spPr>
          <a:xfrm>
            <a:off x="1855244" y="3971471"/>
            <a:ext cx="206801" cy="20680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08-figure341" descr="1개의 십 칸 틀 중 1번째: 모두 10개"/>
          <p:cNvSpPr/>
          <p:nvPr/>
        </p:nvSpPr>
        <p:spPr>
          <a:xfrm>
            <a:off x="548640" y="3604870"/>
            <a:ext cx="1566672" cy="626669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8" name="S08-cell342"/>
          <p:cNvSpPr/>
          <p:nvPr/>
        </p:nvSpPr>
        <p:spPr>
          <a:xfrm>
            <a:off x="2435352" y="3604870"/>
            <a:ext cx="313334" cy="313334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8-dot343"/>
          <p:cNvSpPr/>
          <p:nvPr/>
        </p:nvSpPr>
        <p:spPr>
          <a:xfrm>
            <a:off x="2488619" y="3658136"/>
            <a:ext cx="206801" cy="20680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08-cell344"/>
          <p:cNvSpPr/>
          <p:nvPr/>
        </p:nvSpPr>
        <p:spPr>
          <a:xfrm>
            <a:off x="2748686" y="3604870"/>
            <a:ext cx="313334" cy="313334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08-dot345"/>
          <p:cNvSpPr/>
          <p:nvPr/>
        </p:nvSpPr>
        <p:spPr>
          <a:xfrm>
            <a:off x="2801953" y="3658136"/>
            <a:ext cx="206801" cy="20680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S08-cell346"/>
          <p:cNvSpPr/>
          <p:nvPr/>
        </p:nvSpPr>
        <p:spPr>
          <a:xfrm>
            <a:off x="3062021" y="3604870"/>
            <a:ext cx="313334" cy="313334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08-dot347"/>
          <p:cNvSpPr/>
          <p:nvPr/>
        </p:nvSpPr>
        <p:spPr>
          <a:xfrm>
            <a:off x="3115288" y="3658136"/>
            <a:ext cx="206801" cy="20680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S08-cell348"/>
          <p:cNvSpPr/>
          <p:nvPr/>
        </p:nvSpPr>
        <p:spPr>
          <a:xfrm>
            <a:off x="3375355" y="3604870"/>
            <a:ext cx="313334" cy="313334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8-dot349"/>
          <p:cNvSpPr/>
          <p:nvPr/>
        </p:nvSpPr>
        <p:spPr>
          <a:xfrm>
            <a:off x="3428622" y="3658136"/>
            <a:ext cx="206801" cy="20680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6" name="S08-cell350"/>
          <p:cNvSpPr/>
          <p:nvPr/>
        </p:nvSpPr>
        <p:spPr>
          <a:xfrm>
            <a:off x="3688690" y="3604870"/>
            <a:ext cx="313334" cy="313334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08-dot351"/>
          <p:cNvSpPr/>
          <p:nvPr/>
        </p:nvSpPr>
        <p:spPr>
          <a:xfrm>
            <a:off x="3741956" y="3658136"/>
            <a:ext cx="206801" cy="20680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8" name="S08-cell352"/>
          <p:cNvSpPr/>
          <p:nvPr/>
        </p:nvSpPr>
        <p:spPr>
          <a:xfrm>
            <a:off x="2435352" y="3918204"/>
            <a:ext cx="313334" cy="313334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08-cell353"/>
          <p:cNvSpPr/>
          <p:nvPr/>
        </p:nvSpPr>
        <p:spPr>
          <a:xfrm>
            <a:off x="2748686" y="3918204"/>
            <a:ext cx="313334" cy="313334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0" name="S08-cell354"/>
          <p:cNvSpPr/>
          <p:nvPr/>
        </p:nvSpPr>
        <p:spPr>
          <a:xfrm>
            <a:off x="3062021" y="3918204"/>
            <a:ext cx="313334" cy="313334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1" name="S08-cell355"/>
          <p:cNvSpPr/>
          <p:nvPr/>
        </p:nvSpPr>
        <p:spPr>
          <a:xfrm>
            <a:off x="3375355" y="3918204"/>
            <a:ext cx="313334" cy="313334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2" name="S08-cell356"/>
          <p:cNvSpPr/>
          <p:nvPr/>
        </p:nvSpPr>
        <p:spPr>
          <a:xfrm>
            <a:off x="3688690" y="3918204"/>
            <a:ext cx="313334" cy="313334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3" name="S08-figure357" descr="1개의 십 칸 틀 중 1번째: 모두 5개"/>
          <p:cNvSpPr/>
          <p:nvPr/>
        </p:nvSpPr>
        <p:spPr>
          <a:xfrm>
            <a:off x="2435352" y="3604870"/>
            <a:ext cx="1566672" cy="626669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4" name="S08-chip358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45" name="S08-rod359"/>
          <p:cNvSpPr/>
          <p:nvPr/>
        </p:nvSpPr>
        <p:spPr>
          <a:xfrm>
            <a:off x="5423887" y="2762016"/>
            <a:ext cx="231238" cy="2312377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6" name="S08-line360"/>
          <p:cNvSpPr/>
          <p:nvPr/>
        </p:nvSpPr>
        <p:spPr>
          <a:xfrm>
            <a:off x="5423887" y="2993253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8-line361"/>
          <p:cNvSpPr/>
          <p:nvPr/>
        </p:nvSpPr>
        <p:spPr>
          <a:xfrm>
            <a:off x="5423887" y="3224491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8-line362"/>
          <p:cNvSpPr/>
          <p:nvPr/>
        </p:nvSpPr>
        <p:spPr>
          <a:xfrm>
            <a:off x="5423887" y="3455729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8-line363"/>
          <p:cNvSpPr/>
          <p:nvPr/>
        </p:nvSpPr>
        <p:spPr>
          <a:xfrm>
            <a:off x="5423887" y="3686966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8-line364"/>
          <p:cNvSpPr/>
          <p:nvPr/>
        </p:nvSpPr>
        <p:spPr>
          <a:xfrm>
            <a:off x="5423887" y="3918204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8-line365"/>
          <p:cNvSpPr/>
          <p:nvPr/>
        </p:nvSpPr>
        <p:spPr>
          <a:xfrm>
            <a:off x="5423887" y="4149442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8-line366"/>
          <p:cNvSpPr/>
          <p:nvPr/>
        </p:nvSpPr>
        <p:spPr>
          <a:xfrm>
            <a:off x="5423887" y="4380679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8-line367"/>
          <p:cNvSpPr/>
          <p:nvPr/>
        </p:nvSpPr>
        <p:spPr>
          <a:xfrm>
            <a:off x="5423887" y="4611917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8-line368"/>
          <p:cNvSpPr/>
          <p:nvPr/>
        </p:nvSpPr>
        <p:spPr>
          <a:xfrm>
            <a:off x="5423887" y="4843155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8-rod369"/>
          <p:cNvSpPr/>
          <p:nvPr/>
        </p:nvSpPr>
        <p:spPr>
          <a:xfrm>
            <a:off x="5793867" y="2762016"/>
            <a:ext cx="231238" cy="2312377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6" name="S08-line370"/>
          <p:cNvSpPr/>
          <p:nvPr/>
        </p:nvSpPr>
        <p:spPr>
          <a:xfrm>
            <a:off x="5793867" y="2993253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8-line371"/>
          <p:cNvSpPr/>
          <p:nvPr/>
        </p:nvSpPr>
        <p:spPr>
          <a:xfrm>
            <a:off x="5793867" y="3224491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8-line372"/>
          <p:cNvSpPr/>
          <p:nvPr/>
        </p:nvSpPr>
        <p:spPr>
          <a:xfrm>
            <a:off x="5793867" y="3455729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8-line373"/>
          <p:cNvSpPr/>
          <p:nvPr/>
        </p:nvSpPr>
        <p:spPr>
          <a:xfrm>
            <a:off x="5793867" y="3686966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8-line374"/>
          <p:cNvSpPr/>
          <p:nvPr/>
        </p:nvSpPr>
        <p:spPr>
          <a:xfrm>
            <a:off x="5793867" y="3918204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08-line375"/>
          <p:cNvSpPr/>
          <p:nvPr/>
        </p:nvSpPr>
        <p:spPr>
          <a:xfrm>
            <a:off x="5793867" y="4149442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8-line376"/>
          <p:cNvSpPr/>
          <p:nvPr/>
        </p:nvSpPr>
        <p:spPr>
          <a:xfrm>
            <a:off x="5793867" y="4380679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8-line377"/>
          <p:cNvSpPr/>
          <p:nvPr/>
        </p:nvSpPr>
        <p:spPr>
          <a:xfrm>
            <a:off x="5793867" y="4611917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8-line378"/>
          <p:cNvSpPr/>
          <p:nvPr/>
        </p:nvSpPr>
        <p:spPr>
          <a:xfrm>
            <a:off x="5793867" y="4843155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8-unit379"/>
          <p:cNvSpPr/>
          <p:nvPr/>
        </p:nvSpPr>
        <p:spPr>
          <a:xfrm>
            <a:off x="6163847" y="4785345"/>
            <a:ext cx="231238" cy="23123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6" name="S08-unit380"/>
          <p:cNvSpPr/>
          <p:nvPr/>
        </p:nvSpPr>
        <p:spPr>
          <a:xfrm>
            <a:off x="6163847" y="4496298"/>
            <a:ext cx="231238" cy="23123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7" name="S08-unit381"/>
          <p:cNvSpPr/>
          <p:nvPr/>
        </p:nvSpPr>
        <p:spPr>
          <a:xfrm>
            <a:off x="6163847" y="4207251"/>
            <a:ext cx="231238" cy="23123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8" name="S08-unit382"/>
          <p:cNvSpPr/>
          <p:nvPr/>
        </p:nvSpPr>
        <p:spPr>
          <a:xfrm>
            <a:off x="6163847" y="3918204"/>
            <a:ext cx="231238" cy="23123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9" name="S08-unit383"/>
          <p:cNvSpPr/>
          <p:nvPr/>
        </p:nvSpPr>
        <p:spPr>
          <a:xfrm>
            <a:off x="6163847" y="3629157"/>
            <a:ext cx="231238" cy="23123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0" name="S08-unit384"/>
          <p:cNvSpPr/>
          <p:nvPr/>
        </p:nvSpPr>
        <p:spPr>
          <a:xfrm>
            <a:off x="6464456" y="4785345"/>
            <a:ext cx="231238" cy="23123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1" name="S08-figure385" descr="10개 막대 2개와 낱개 6개"/>
          <p:cNvSpPr/>
          <p:nvPr/>
        </p:nvSpPr>
        <p:spPr>
          <a:xfrm>
            <a:off x="4367784" y="2762016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08-chip386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73" name="S08-rod387"/>
          <p:cNvSpPr/>
          <p:nvPr/>
        </p:nvSpPr>
        <p:spPr>
          <a:xfrm>
            <a:off x="9023355" y="2762016"/>
            <a:ext cx="231238" cy="2312377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4" name="S08-line388"/>
          <p:cNvSpPr/>
          <p:nvPr/>
        </p:nvSpPr>
        <p:spPr>
          <a:xfrm>
            <a:off x="9023355" y="2993253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5" name="S08-line389"/>
          <p:cNvSpPr/>
          <p:nvPr/>
        </p:nvSpPr>
        <p:spPr>
          <a:xfrm>
            <a:off x="9023355" y="3224491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6" name="S08-line390"/>
          <p:cNvSpPr/>
          <p:nvPr/>
        </p:nvSpPr>
        <p:spPr>
          <a:xfrm>
            <a:off x="9023355" y="3455729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7" name="S08-line391"/>
          <p:cNvSpPr/>
          <p:nvPr/>
        </p:nvSpPr>
        <p:spPr>
          <a:xfrm>
            <a:off x="9023355" y="3686966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8" name="S08-line392"/>
          <p:cNvSpPr/>
          <p:nvPr/>
        </p:nvSpPr>
        <p:spPr>
          <a:xfrm>
            <a:off x="9023355" y="3918204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9" name="S08-line393"/>
          <p:cNvSpPr/>
          <p:nvPr/>
        </p:nvSpPr>
        <p:spPr>
          <a:xfrm>
            <a:off x="9023355" y="4149442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0" name="S08-line394"/>
          <p:cNvSpPr/>
          <p:nvPr/>
        </p:nvSpPr>
        <p:spPr>
          <a:xfrm>
            <a:off x="9023355" y="4380679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1" name="S08-line395"/>
          <p:cNvSpPr/>
          <p:nvPr/>
        </p:nvSpPr>
        <p:spPr>
          <a:xfrm>
            <a:off x="9023355" y="4611917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2" name="S08-line396"/>
          <p:cNvSpPr/>
          <p:nvPr/>
        </p:nvSpPr>
        <p:spPr>
          <a:xfrm>
            <a:off x="9023355" y="4843155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3" name="S08-rod397"/>
          <p:cNvSpPr/>
          <p:nvPr/>
        </p:nvSpPr>
        <p:spPr>
          <a:xfrm>
            <a:off x="9393335" y="2762016"/>
            <a:ext cx="231238" cy="2312377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4" name="S08-line398"/>
          <p:cNvSpPr/>
          <p:nvPr/>
        </p:nvSpPr>
        <p:spPr>
          <a:xfrm>
            <a:off x="9393335" y="2993253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5" name="S08-line399"/>
          <p:cNvSpPr/>
          <p:nvPr/>
        </p:nvSpPr>
        <p:spPr>
          <a:xfrm>
            <a:off x="9393335" y="3224491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6" name="S08-line400"/>
          <p:cNvSpPr/>
          <p:nvPr/>
        </p:nvSpPr>
        <p:spPr>
          <a:xfrm>
            <a:off x="9393335" y="3455729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08-line401"/>
          <p:cNvSpPr/>
          <p:nvPr/>
        </p:nvSpPr>
        <p:spPr>
          <a:xfrm>
            <a:off x="9393335" y="3686966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8" name="S08-line402"/>
          <p:cNvSpPr/>
          <p:nvPr/>
        </p:nvSpPr>
        <p:spPr>
          <a:xfrm>
            <a:off x="9393335" y="3918204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9" name="S08-line403"/>
          <p:cNvSpPr/>
          <p:nvPr/>
        </p:nvSpPr>
        <p:spPr>
          <a:xfrm>
            <a:off x="9393335" y="4149442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0" name="S08-line404"/>
          <p:cNvSpPr/>
          <p:nvPr/>
        </p:nvSpPr>
        <p:spPr>
          <a:xfrm>
            <a:off x="9393335" y="4380679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1" name="S08-line405"/>
          <p:cNvSpPr/>
          <p:nvPr/>
        </p:nvSpPr>
        <p:spPr>
          <a:xfrm>
            <a:off x="9393335" y="4611917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2" name="S08-line406"/>
          <p:cNvSpPr/>
          <p:nvPr/>
        </p:nvSpPr>
        <p:spPr>
          <a:xfrm>
            <a:off x="9393335" y="4843155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3" name="S08-rod407"/>
          <p:cNvSpPr/>
          <p:nvPr/>
        </p:nvSpPr>
        <p:spPr>
          <a:xfrm>
            <a:off x="9763316" y="2762016"/>
            <a:ext cx="231238" cy="2312377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4" name="S08-line408"/>
          <p:cNvSpPr/>
          <p:nvPr/>
        </p:nvSpPr>
        <p:spPr>
          <a:xfrm>
            <a:off x="9763316" y="2993253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5" name="S08-line409"/>
          <p:cNvSpPr/>
          <p:nvPr/>
        </p:nvSpPr>
        <p:spPr>
          <a:xfrm>
            <a:off x="9763316" y="3224491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6" name="S08-line410"/>
          <p:cNvSpPr/>
          <p:nvPr/>
        </p:nvSpPr>
        <p:spPr>
          <a:xfrm>
            <a:off x="9763316" y="3455729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08-line411"/>
          <p:cNvSpPr/>
          <p:nvPr/>
        </p:nvSpPr>
        <p:spPr>
          <a:xfrm>
            <a:off x="9763316" y="3686966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8" name="S08-line412"/>
          <p:cNvSpPr/>
          <p:nvPr/>
        </p:nvSpPr>
        <p:spPr>
          <a:xfrm>
            <a:off x="9763316" y="3918204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9" name="S08-line413"/>
          <p:cNvSpPr/>
          <p:nvPr/>
        </p:nvSpPr>
        <p:spPr>
          <a:xfrm>
            <a:off x="9763316" y="4149442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0" name="S08-line414"/>
          <p:cNvSpPr/>
          <p:nvPr/>
        </p:nvSpPr>
        <p:spPr>
          <a:xfrm>
            <a:off x="9763316" y="4380679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1" name="S08-line415"/>
          <p:cNvSpPr/>
          <p:nvPr/>
        </p:nvSpPr>
        <p:spPr>
          <a:xfrm>
            <a:off x="9763316" y="4611917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2" name="S08-line416"/>
          <p:cNvSpPr/>
          <p:nvPr/>
        </p:nvSpPr>
        <p:spPr>
          <a:xfrm>
            <a:off x="9763316" y="4843155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3" name="S08-rod417"/>
          <p:cNvSpPr/>
          <p:nvPr/>
        </p:nvSpPr>
        <p:spPr>
          <a:xfrm>
            <a:off x="10133296" y="2762016"/>
            <a:ext cx="231238" cy="2312377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4" name="S08-line418"/>
          <p:cNvSpPr/>
          <p:nvPr/>
        </p:nvSpPr>
        <p:spPr>
          <a:xfrm>
            <a:off x="10133296" y="2993253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5" name="S08-line419"/>
          <p:cNvSpPr/>
          <p:nvPr/>
        </p:nvSpPr>
        <p:spPr>
          <a:xfrm>
            <a:off x="10133296" y="3224491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6" name="S08-line420"/>
          <p:cNvSpPr/>
          <p:nvPr/>
        </p:nvSpPr>
        <p:spPr>
          <a:xfrm>
            <a:off x="10133296" y="3455729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7" name="S08-line421"/>
          <p:cNvSpPr/>
          <p:nvPr/>
        </p:nvSpPr>
        <p:spPr>
          <a:xfrm>
            <a:off x="10133296" y="3686966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8" name="S08-line422"/>
          <p:cNvSpPr/>
          <p:nvPr/>
        </p:nvSpPr>
        <p:spPr>
          <a:xfrm>
            <a:off x="10133296" y="3918204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9" name="S08-line423"/>
          <p:cNvSpPr/>
          <p:nvPr/>
        </p:nvSpPr>
        <p:spPr>
          <a:xfrm>
            <a:off x="10133296" y="4149442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0" name="S08-line424"/>
          <p:cNvSpPr/>
          <p:nvPr/>
        </p:nvSpPr>
        <p:spPr>
          <a:xfrm>
            <a:off x="10133296" y="4380679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1" name="S08-line425"/>
          <p:cNvSpPr/>
          <p:nvPr/>
        </p:nvSpPr>
        <p:spPr>
          <a:xfrm>
            <a:off x="10133296" y="4611917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2" name="S08-line426"/>
          <p:cNvSpPr/>
          <p:nvPr/>
        </p:nvSpPr>
        <p:spPr>
          <a:xfrm>
            <a:off x="10133296" y="4843155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3" name="S08-unit427"/>
          <p:cNvSpPr/>
          <p:nvPr/>
        </p:nvSpPr>
        <p:spPr>
          <a:xfrm>
            <a:off x="10503276" y="4785345"/>
            <a:ext cx="231238" cy="23123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4" name="S08-figure428" descr="10개 막대 4개와 낱개 1개"/>
          <p:cNvSpPr/>
          <p:nvPr/>
        </p:nvSpPr>
        <p:spPr>
          <a:xfrm>
            <a:off x="8186928" y="2762016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말하고 써 봐요</a:t>
            </a:r>
            <a:endParaRPr lang="ko-KR" sz="4400" dirty="0"/>
          </a:p>
        </p:txBody>
      </p:sp>
      <p:sp>
        <p:nvSpPr>
          <p:cNvPr id="3" name="S09-card42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9-cardtext43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묶음의 수를 먼저, 낱개의 수를 뒤에 써요.</a:t>
            </a:r>
            <a:endParaRPr lang="ko-KR" sz="3200" dirty="0"/>
          </a:p>
        </p:txBody>
      </p:sp>
      <p:sp>
        <p:nvSpPr>
          <p:cNvPr id="5" name="S09-chip431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6" name="S09-text432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묶음 4개, 낱개 7개는?</a:t>
            </a:r>
            <a:endParaRPr lang="ko-KR" sz="3200" dirty="0"/>
          </a:p>
        </p:txBody>
      </p:sp>
      <p:sp>
        <p:nvSpPr>
          <p:cNvPr id="7" name="S09-chip433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8" name="S09-text434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38을 두 가지로 읽어요.</a:t>
            </a:r>
            <a:endParaRPr lang="ko-KR" sz="3200" dirty="0"/>
          </a:p>
        </p:txBody>
      </p:sp>
      <p:sp>
        <p:nvSpPr>
          <p:cNvPr id="9" name="S09-chip435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0" name="S09-text436"/>
          <p:cNvSpPr txBox="1"/>
          <p:nvPr/>
        </p:nvSpPr>
        <p:spPr>
          <a:xfrm>
            <a:off x="1344168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열다섯을 숫자로 써요.</a:t>
            </a:r>
            <a:endParaRPr lang="ko-KR" sz="3200" dirty="0"/>
          </a:p>
        </p:txBody>
      </p:sp>
      <p:sp>
        <p:nvSpPr>
          <p:cNvPr id="11" name="S09-chip437"/>
          <p:cNvSpPr txBox="1"/>
          <p:nvPr/>
        </p:nvSpPr>
        <p:spPr>
          <a:xfrm>
            <a:off x="6277356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2" name="S09-text438"/>
          <p:cNvSpPr txBox="1"/>
          <p:nvPr/>
        </p:nvSpPr>
        <p:spPr>
          <a:xfrm>
            <a:off x="7072884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50은 묶음 몇 개?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400" dirty="0"/>
          </a:p>
        </p:txBody>
      </p:sp>
      <p:sp>
        <p:nvSpPr>
          <p:cNvPr id="3" name="S10-card43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44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‘서른넷’을 숫자로 썼어요.</a:t>
            </a:r>
            <a:endParaRPr lang="ko-KR" sz="3200" dirty="0"/>
          </a:p>
        </p:txBody>
      </p:sp>
      <p:sp>
        <p:nvSpPr>
          <p:cNvPr id="5" name="S10-card44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0-cardtext44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왜 그럴까요?</a:t>
            </a:r>
            <a:endParaRPr lang="ko-KR" sz="3200" dirty="0"/>
          </a:p>
        </p:txBody>
      </p:sp>
      <p:sp>
        <p:nvSpPr>
          <p:cNvPr id="7" name="S10-chip443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600" dirty="0"/>
          </a:p>
        </p:txBody>
      </p:sp>
      <p:sp>
        <p:nvSpPr>
          <p:cNvPr id="8" name="S10-eqtext444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304</a:t>
            </a:r>
            <a:endParaRPr lang="ko-KR" sz="3600" dirty="0"/>
          </a:p>
        </p:txBody>
      </p:sp>
      <p:sp>
        <p:nvSpPr>
          <p:cNvPr id="9" name="S10-chip445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600" dirty="0"/>
          </a:p>
        </p:txBody>
      </p:sp>
      <p:sp>
        <p:nvSpPr>
          <p:cNvPr id="10" name="S10-eqtext446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1-text44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풀고, 어떻게 알았는지 말해요.</a:t>
            </a:r>
            <a:endParaRPr lang="ko-KR" sz="3200" dirty="0"/>
          </a:p>
        </p:txBody>
      </p:sp>
      <p:sp>
        <p:nvSpPr>
          <p:cNvPr id="4" name="S11-chip448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11-text449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묶음 1개, 낱개 8개는?</a:t>
            </a:r>
            <a:endParaRPr lang="ko-KR" sz="3200" dirty="0"/>
          </a:p>
        </p:txBody>
      </p:sp>
      <p:sp>
        <p:nvSpPr>
          <p:cNvPr id="6" name="S11-chip450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11-text451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45를 두 가지로 읽어요.</a:t>
            </a:r>
            <a:endParaRPr lang="ko-KR" sz="3200" dirty="0"/>
          </a:p>
        </p:txBody>
      </p:sp>
      <p:sp>
        <p:nvSpPr>
          <p:cNvPr id="8" name="S11-chip452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11-text453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서른둘을 숫자로 써요.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400" dirty="0"/>
          </a:p>
        </p:txBody>
      </p:sp>
      <p:sp>
        <p:nvSpPr>
          <p:cNvPr id="3" name="S12-card45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45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문제는 콩 봉지와 낱개로 다시 놓아 보게 하세요.</a:t>
            </a:r>
            <a:endParaRPr lang="ko-KR" sz="3200" dirty="0"/>
          </a:p>
        </p:txBody>
      </p:sp>
      <p:sp>
        <p:nvSpPr>
          <p:cNvPr id="5" name="S12-chip456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600" dirty="0"/>
          </a:p>
        </p:txBody>
      </p:sp>
      <p:sp>
        <p:nvSpPr>
          <p:cNvPr id="6" name="S12-text457"/>
          <p:cNvSpPr txBox="1"/>
          <p:nvPr/>
        </p:nvSpPr>
        <p:spPr>
          <a:xfrm>
            <a:off x="548640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18</a:t>
            </a:r>
            <a:endParaRPr lang="ko-KR" sz="3200" dirty="0"/>
          </a:p>
        </p:txBody>
      </p:sp>
      <p:sp>
        <p:nvSpPr>
          <p:cNvPr id="7" name="S12-text458"/>
          <p:cNvSpPr txBox="1"/>
          <p:nvPr/>
        </p:nvSpPr>
        <p:spPr>
          <a:xfrm>
            <a:off x="3367278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묶음 1, 낱개 8</a:t>
            </a:r>
            <a:endParaRPr lang="ko-KR" sz="2600" dirty="0"/>
          </a:p>
        </p:txBody>
      </p:sp>
      <p:sp>
        <p:nvSpPr>
          <p:cNvPr id="8" name="S12-text459"/>
          <p:cNvSpPr txBox="1"/>
          <p:nvPr/>
        </p:nvSpPr>
        <p:spPr>
          <a:xfrm>
            <a:off x="548640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사십오</a:t>
            </a:r>
            <a:endParaRPr lang="ko-KR" sz="3200" dirty="0"/>
          </a:p>
        </p:txBody>
      </p:sp>
      <p:sp>
        <p:nvSpPr>
          <p:cNvPr id="9" name="S12-text460"/>
          <p:cNvSpPr txBox="1"/>
          <p:nvPr/>
        </p:nvSpPr>
        <p:spPr>
          <a:xfrm>
            <a:off x="3367278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또는 마흔다섯</a:t>
            </a:r>
            <a:endParaRPr lang="ko-KR" sz="2600" dirty="0"/>
          </a:p>
        </p:txBody>
      </p:sp>
      <p:sp>
        <p:nvSpPr>
          <p:cNvPr id="10" name="S12-text461"/>
          <p:cNvSpPr txBox="1"/>
          <p:nvPr/>
        </p:nvSpPr>
        <p:spPr>
          <a:xfrm>
            <a:off x="548640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32</a:t>
            </a:r>
            <a:endParaRPr lang="ko-KR" sz="3200" dirty="0"/>
          </a:p>
        </p:txBody>
      </p:sp>
      <p:sp>
        <p:nvSpPr>
          <p:cNvPr id="11" name="S12-text462"/>
          <p:cNvSpPr txBox="1"/>
          <p:nvPr/>
        </p:nvSpPr>
        <p:spPr>
          <a:xfrm>
            <a:off x="3367278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묶음 3, 낱개 2</a:t>
            </a:r>
            <a:endParaRPr lang="ko-KR" sz="2600" dirty="0"/>
          </a:p>
        </p:txBody>
      </p:sp>
      <p:sp>
        <p:nvSpPr>
          <p:cNvPr id="12" name="S12-chip463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600" dirty="0"/>
          </a:p>
        </p:txBody>
      </p:sp>
      <p:sp>
        <p:nvSpPr>
          <p:cNvPr id="13" name="S12-text464"/>
          <p:cNvSpPr txBox="1"/>
          <p:nvPr/>
        </p:nvSpPr>
        <p:spPr>
          <a:xfrm>
            <a:off x="6277356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81</a:t>
            </a:r>
            <a:endParaRPr lang="ko-KR" sz="3200" dirty="0"/>
          </a:p>
        </p:txBody>
      </p:sp>
      <p:sp>
        <p:nvSpPr>
          <p:cNvPr id="14" name="S12-text465"/>
          <p:cNvSpPr txBox="1"/>
          <p:nvPr/>
        </p:nvSpPr>
        <p:spPr>
          <a:xfrm>
            <a:off x="9095994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묶음·낱개 바꿈</a:t>
            </a:r>
            <a:endParaRPr lang="ko-KR" sz="2600" dirty="0"/>
          </a:p>
        </p:txBody>
      </p:sp>
      <p:sp>
        <p:nvSpPr>
          <p:cNvPr id="15" name="S12-text466"/>
          <p:cNvSpPr txBox="1"/>
          <p:nvPr/>
        </p:nvSpPr>
        <p:spPr>
          <a:xfrm>
            <a:off x="6277356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사십다섯</a:t>
            </a:r>
            <a:endParaRPr lang="ko-KR" sz="3200" dirty="0"/>
          </a:p>
        </p:txBody>
      </p:sp>
      <p:sp>
        <p:nvSpPr>
          <p:cNvPr id="16" name="S12-text467"/>
          <p:cNvSpPr txBox="1"/>
          <p:nvPr/>
        </p:nvSpPr>
        <p:spPr>
          <a:xfrm>
            <a:off x="9095994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읽기를 섞음</a:t>
            </a:r>
            <a:endParaRPr lang="ko-KR" sz="2600" dirty="0"/>
          </a:p>
        </p:txBody>
      </p:sp>
      <p:sp>
        <p:nvSpPr>
          <p:cNvPr id="17" name="S12-text468"/>
          <p:cNvSpPr txBox="1"/>
          <p:nvPr/>
        </p:nvSpPr>
        <p:spPr>
          <a:xfrm>
            <a:off x="6277356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302</a:t>
            </a:r>
            <a:endParaRPr lang="ko-KR" sz="3200" dirty="0"/>
          </a:p>
        </p:txBody>
      </p:sp>
      <p:sp>
        <p:nvSpPr>
          <p:cNvPr id="18" name="S12-text469"/>
          <p:cNvSpPr txBox="1"/>
          <p:nvPr/>
        </p:nvSpPr>
        <p:spPr>
          <a:xfrm>
            <a:off x="9095994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30과 2를 붙임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34를 나타내는 것은?</a:t>
            </a:r>
            <a:endParaRPr lang="ko-KR" sz="4400" dirty="0"/>
          </a:p>
        </p:txBody>
      </p:sp>
      <p:sp>
        <p:nvSpPr>
          <p:cNvPr id="3" name="S13-card47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47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알았는지 말해 보세요.</a:t>
            </a:r>
            <a:endParaRPr lang="ko-KR" sz="3200" dirty="0"/>
          </a:p>
        </p:txBody>
      </p:sp>
      <p:sp>
        <p:nvSpPr>
          <p:cNvPr id="5" name="S13-chip472"/>
          <p:cNvSpPr txBox="1"/>
          <p:nvPr/>
        </p:nvSpPr>
        <p:spPr>
          <a:xfrm>
            <a:off x="1991868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6" name="S13-rod473"/>
          <p:cNvSpPr/>
          <p:nvPr/>
        </p:nvSpPr>
        <p:spPr>
          <a:xfrm>
            <a:off x="1131189" y="2089404"/>
            <a:ext cx="297180" cy="297180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13-line474"/>
          <p:cNvSpPr/>
          <p:nvPr/>
        </p:nvSpPr>
        <p:spPr>
          <a:xfrm>
            <a:off x="1131189" y="238658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13-line475"/>
          <p:cNvSpPr/>
          <p:nvPr/>
        </p:nvSpPr>
        <p:spPr>
          <a:xfrm>
            <a:off x="1131189" y="268376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13-line476"/>
          <p:cNvSpPr/>
          <p:nvPr/>
        </p:nvSpPr>
        <p:spPr>
          <a:xfrm>
            <a:off x="1131189" y="298094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13-line477"/>
          <p:cNvSpPr/>
          <p:nvPr/>
        </p:nvSpPr>
        <p:spPr>
          <a:xfrm>
            <a:off x="1131189" y="327812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13-line478"/>
          <p:cNvSpPr/>
          <p:nvPr/>
        </p:nvSpPr>
        <p:spPr>
          <a:xfrm>
            <a:off x="1131189" y="357530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13-line479"/>
          <p:cNvSpPr/>
          <p:nvPr/>
        </p:nvSpPr>
        <p:spPr>
          <a:xfrm>
            <a:off x="1131189" y="387248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13-line480"/>
          <p:cNvSpPr/>
          <p:nvPr/>
        </p:nvSpPr>
        <p:spPr>
          <a:xfrm>
            <a:off x="1131189" y="416966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13-line481"/>
          <p:cNvSpPr/>
          <p:nvPr/>
        </p:nvSpPr>
        <p:spPr>
          <a:xfrm>
            <a:off x="1131189" y="446684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13-line482"/>
          <p:cNvSpPr/>
          <p:nvPr/>
        </p:nvSpPr>
        <p:spPr>
          <a:xfrm>
            <a:off x="1131189" y="476402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13-rod483"/>
          <p:cNvSpPr/>
          <p:nvPr/>
        </p:nvSpPr>
        <p:spPr>
          <a:xfrm>
            <a:off x="1606677" y="2089404"/>
            <a:ext cx="297180" cy="297180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13-line484"/>
          <p:cNvSpPr/>
          <p:nvPr/>
        </p:nvSpPr>
        <p:spPr>
          <a:xfrm>
            <a:off x="1606677" y="238658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13-line485"/>
          <p:cNvSpPr/>
          <p:nvPr/>
        </p:nvSpPr>
        <p:spPr>
          <a:xfrm>
            <a:off x="1606677" y="268376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13-line486"/>
          <p:cNvSpPr/>
          <p:nvPr/>
        </p:nvSpPr>
        <p:spPr>
          <a:xfrm>
            <a:off x="1606677" y="298094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13-line487"/>
          <p:cNvSpPr/>
          <p:nvPr/>
        </p:nvSpPr>
        <p:spPr>
          <a:xfrm>
            <a:off x="1606677" y="327812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13-line488"/>
          <p:cNvSpPr/>
          <p:nvPr/>
        </p:nvSpPr>
        <p:spPr>
          <a:xfrm>
            <a:off x="1606677" y="357530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13-line489"/>
          <p:cNvSpPr/>
          <p:nvPr/>
        </p:nvSpPr>
        <p:spPr>
          <a:xfrm>
            <a:off x="1606677" y="387248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13-line490"/>
          <p:cNvSpPr/>
          <p:nvPr/>
        </p:nvSpPr>
        <p:spPr>
          <a:xfrm>
            <a:off x="1606677" y="416966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13-line491"/>
          <p:cNvSpPr/>
          <p:nvPr/>
        </p:nvSpPr>
        <p:spPr>
          <a:xfrm>
            <a:off x="1606677" y="446684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13-line492"/>
          <p:cNvSpPr/>
          <p:nvPr/>
        </p:nvSpPr>
        <p:spPr>
          <a:xfrm>
            <a:off x="1606677" y="476402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13-rod493"/>
          <p:cNvSpPr/>
          <p:nvPr/>
        </p:nvSpPr>
        <p:spPr>
          <a:xfrm>
            <a:off x="2082165" y="2089404"/>
            <a:ext cx="297180" cy="297180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13-line494"/>
          <p:cNvSpPr/>
          <p:nvPr/>
        </p:nvSpPr>
        <p:spPr>
          <a:xfrm>
            <a:off x="2082165" y="238658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13-line495"/>
          <p:cNvSpPr/>
          <p:nvPr/>
        </p:nvSpPr>
        <p:spPr>
          <a:xfrm>
            <a:off x="2082165" y="268376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13-line496"/>
          <p:cNvSpPr/>
          <p:nvPr/>
        </p:nvSpPr>
        <p:spPr>
          <a:xfrm>
            <a:off x="2082165" y="298094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13-line497"/>
          <p:cNvSpPr/>
          <p:nvPr/>
        </p:nvSpPr>
        <p:spPr>
          <a:xfrm>
            <a:off x="2082165" y="327812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13-line498"/>
          <p:cNvSpPr/>
          <p:nvPr/>
        </p:nvSpPr>
        <p:spPr>
          <a:xfrm>
            <a:off x="2082165" y="357530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13-line499"/>
          <p:cNvSpPr/>
          <p:nvPr/>
        </p:nvSpPr>
        <p:spPr>
          <a:xfrm>
            <a:off x="2082165" y="387248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13-line500"/>
          <p:cNvSpPr/>
          <p:nvPr/>
        </p:nvSpPr>
        <p:spPr>
          <a:xfrm>
            <a:off x="2082165" y="416966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13-line501"/>
          <p:cNvSpPr/>
          <p:nvPr/>
        </p:nvSpPr>
        <p:spPr>
          <a:xfrm>
            <a:off x="2082165" y="446684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13-line502"/>
          <p:cNvSpPr/>
          <p:nvPr/>
        </p:nvSpPr>
        <p:spPr>
          <a:xfrm>
            <a:off x="2082165" y="476402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13-rod503"/>
          <p:cNvSpPr/>
          <p:nvPr/>
        </p:nvSpPr>
        <p:spPr>
          <a:xfrm>
            <a:off x="2557653" y="2089404"/>
            <a:ext cx="297180" cy="297180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13-line504"/>
          <p:cNvSpPr/>
          <p:nvPr/>
        </p:nvSpPr>
        <p:spPr>
          <a:xfrm>
            <a:off x="2557653" y="238658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13-line505"/>
          <p:cNvSpPr/>
          <p:nvPr/>
        </p:nvSpPr>
        <p:spPr>
          <a:xfrm>
            <a:off x="2557653" y="268376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13-line506"/>
          <p:cNvSpPr/>
          <p:nvPr/>
        </p:nvSpPr>
        <p:spPr>
          <a:xfrm>
            <a:off x="2557653" y="298094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13-line507"/>
          <p:cNvSpPr/>
          <p:nvPr/>
        </p:nvSpPr>
        <p:spPr>
          <a:xfrm>
            <a:off x="2557653" y="327812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13-line508"/>
          <p:cNvSpPr/>
          <p:nvPr/>
        </p:nvSpPr>
        <p:spPr>
          <a:xfrm>
            <a:off x="2557653" y="357530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13-line509"/>
          <p:cNvSpPr/>
          <p:nvPr/>
        </p:nvSpPr>
        <p:spPr>
          <a:xfrm>
            <a:off x="2557653" y="387248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13-line510"/>
          <p:cNvSpPr/>
          <p:nvPr/>
        </p:nvSpPr>
        <p:spPr>
          <a:xfrm>
            <a:off x="2557653" y="416966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13-line511"/>
          <p:cNvSpPr/>
          <p:nvPr/>
        </p:nvSpPr>
        <p:spPr>
          <a:xfrm>
            <a:off x="2557653" y="446684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13-line512"/>
          <p:cNvSpPr/>
          <p:nvPr/>
        </p:nvSpPr>
        <p:spPr>
          <a:xfrm>
            <a:off x="2557653" y="476402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13-unit513"/>
          <p:cNvSpPr/>
          <p:nvPr/>
        </p:nvSpPr>
        <p:spPr>
          <a:xfrm>
            <a:off x="3033141" y="4689729"/>
            <a:ext cx="297180" cy="2971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7" name="S13-unit514"/>
          <p:cNvSpPr/>
          <p:nvPr/>
        </p:nvSpPr>
        <p:spPr>
          <a:xfrm>
            <a:off x="3033141" y="4318254"/>
            <a:ext cx="297180" cy="2971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8" name="S13-unit515"/>
          <p:cNvSpPr/>
          <p:nvPr/>
        </p:nvSpPr>
        <p:spPr>
          <a:xfrm>
            <a:off x="3033141" y="3946779"/>
            <a:ext cx="297180" cy="2971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9" name="S13-figure516" descr="10개 막대 4개와 낱개 3개"/>
          <p:cNvSpPr/>
          <p:nvPr/>
        </p:nvSpPr>
        <p:spPr>
          <a:xfrm>
            <a:off x="548640" y="2089404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13-chip517"/>
          <p:cNvSpPr txBox="1"/>
          <p:nvPr/>
        </p:nvSpPr>
        <p:spPr>
          <a:xfrm>
            <a:off x="5811012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51" name="S13-rod518"/>
          <p:cNvSpPr/>
          <p:nvPr/>
        </p:nvSpPr>
        <p:spPr>
          <a:xfrm>
            <a:off x="5188077" y="2089404"/>
            <a:ext cx="297180" cy="297180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2" name="S13-line519"/>
          <p:cNvSpPr/>
          <p:nvPr/>
        </p:nvSpPr>
        <p:spPr>
          <a:xfrm>
            <a:off x="5188077" y="238658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13-line520"/>
          <p:cNvSpPr/>
          <p:nvPr/>
        </p:nvSpPr>
        <p:spPr>
          <a:xfrm>
            <a:off x="5188077" y="268376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13-line521"/>
          <p:cNvSpPr/>
          <p:nvPr/>
        </p:nvSpPr>
        <p:spPr>
          <a:xfrm>
            <a:off x="5188077" y="298094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13-line522"/>
          <p:cNvSpPr/>
          <p:nvPr/>
        </p:nvSpPr>
        <p:spPr>
          <a:xfrm>
            <a:off x="5188077" y="327812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13-line523"/>
          <p:cNvSpPr/>
          <p:nvPr/>
        </p:nvSpPr>
        <p:spPr>
          <a:xfrm>
            <a:off x="5188077" y="357530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13-line524"/>
          <p:cNvSpPr/>
          <p:nvPr/>
        </p:nvSpPr>
        <p:spPr>
          <a:xfrm>
            <a:off x="5188077" y="387248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13-line525"/>
          <p:cNvSpPr/>
          <p:nvPr/>
        </p:nvSpPr>
        <p:spPr>
          <a:xfrm>
            <a:off x="5188077" y="416966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13-line526"/>
          <p:cNvSpPr/>
          <p:nvPr/>
        </p:nvSpPr>
        <p:spPr>
          <a:xfrm>
            <a:off x="5188077" y="446684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13-line527"/>
          <p:cNvSpPr/>
          <p:nvPr/>
        </p:nvSpPr>
        <p:spPr>
          <a:xfrm>
            <a:off x="5188077" y="476402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13-rod528"/>
          <p:cNvSpPr/>
          <p:nvPr/>
        </p:nvSpPr>
        <p:spPr>
          <a:xfrm>
            <a:off x="5663565" y="2089404"/>
            <a:ext cx="297180" cy="297180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2" name="S13-line529"/>
          <p:cNvSpPr/>
          <p:nvPr/>
        </p:nvSpPr>
        <p:spPr>
          <a:xfrm>
            <a:off x="5663565" y="238658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13-line530"/>
          <p:cNvSpPr/>
          <p:nvPr/>
        </p:nvSpPr>
        <p:spPr>
          <a:xfrm>
            <a:off x="5663565" y="268376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13-line531"/>
          <p:cNvSpPr/>
          <p:nvPr/>
        </p:nvSpPr>
        <p:spPr>
          <a:xfrm>
            <a:off x="5663565" y="298094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13-line532"/>
          <p:cNvSpPr/>
          <p:nvPr/>
        </p:nvSpPr>
        <p:spPr>
          <a:xfrm>
            <a:off x="5663565" y="327812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13-line533"/>
          <p:cNvSpPr/>
          <p:nvPr/>
        </p:nvSpPr>
        <p:spPr>
          <a:xfrm>
            <a:off x="5663565" y="357530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13-line534"/>
          <p:cNvSpPr/>
          <p:nvPr/>
        </p:nvSpPr>
        <p:spPr>
          <a:xfrm>
            <a:off x="5663565" y="387248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8" name="S13-line535"/>
          <p:cNvSpPr/>
          <p:nvPr/>
        </p:nvSpPr>
        <p:spPr>
          <a:xfrm>
            <a:off x="5663565" y="416966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9" name="S13-line536"/>
          <p:cNvSpPr/>
          <p:nvPr/>
        </p:nvSpPr>
        <p:spPr>
          <a:xfrm>
            <a:off x="5663565" y="446684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0" name="S13-line537"/>
          <p:cNvSpPr/>
          <p:nvPr/>
        </p:nvSpPr>
        <p:spPr>
          <a:xfrm>
            <a:off x="5663565" y="476402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1" name="S13-rod538"/>
          <p:cNvSpPr/>
          <p:nvPr/>
        </p:nvSpPr>
        <p:spPr>
          <a:xfrm>
            <a:off x="6139053" y="2089404"/>
            <a:ext cx="297180" cy="297180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2" name="S13-line539"/>
          <p:cNvSpPr/>
          <p:nvPr/>
        </p:nvSpPr>
        <p:spPr>
          <a:xfrm>
            <a:off x="6139053" y="238658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3" name="S13-line540"/>
          <p:cNvSpPr/>
          <p:nvPr/>
        </p:nvSpPr>
        <p:spPr>
          <a:xfrm>
            <a:off x="6139053" y="268376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4" name="S13-line541"/>
          <p:cNvSpPr/>
          <p:nvPr/>
        </p:nvSpPr>
        <p:spPr>
          <a:xfrm>
            <a:off x="6139053" y="298094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5" name="S13-line542"/>
          <p:cNvSpPr/>
          <p:nvPr/>
        </p:nvSpPr>
        <p:spPr>
          <a:xfrm>
            <a:off x="6139053" y="327812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6" name="S13-line543"/>
          <p:cNvSpPr/>
          <p:nvPr/>
        </p:nvSpPr>
        <p:spPr>
          <a:xfrm>
            <a:off x="6139053" y="357530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7" name="S13-line544"/>
          <p:cNvSpPr/>
          <p:nvPr/>
        </p:nvSpPr>
        <p:spPr>
          <a:xfrm>
            <a:off x="6139053" y="387248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8" name="S13-line545"/>
          <p:cNvSpPr/>
          <p:nvPr/>
        </p:nvSpPr>
        <p:spPr>
          <a:xfrm>
            <a:off x="6139053" y="416966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9" name="S13-line546"/>
          <p:cNvSpPr/>
          <p:nvPr/>
        </p:nvSpPr>
        <p:spPr>
          <a:xfrm>
            <a:off x="6139053" y="446684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0" name="S13-line547"/>
          <p:cNvSpPr/>
          <p:nvPr/>
        </p:nvSpPr>
        <p:spPr>
          <a:xfrm>
            <a:off x="6139053" y="476402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1" name="S13-unit548"/>
          <p:cNvSpPr/>
          <p:nvPr/>
        </p:nvSpPr>
        <p:spPr>
          <a:xfrm>
            <a:off x="6614541" y="4689729"/>
            <a:ext cx="297180" cy="2971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2" name="S13-unit549"/>
          <p:cNvSpPr/>
          <p:nvPr/>
        </p:nvSpPr>
        <p:spPr>
          <a:xfrm>
            <a:off x="6614541" y="4318254"/>
            <a:ext cx="297180" cy="2971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3" name="S13-unit550"/>
          <p:cNvSpPr/>
          <p:nvPr/>
        </p:nvSpPr>
        <p:spPr>
          <a:xfrm>
            <a:off x="6614541" y="3946779"/>
            <a:ext cx="297180" cy="2971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4" name="S13-unit551"/>
          <p:cNvSpPr/>
          <p:nvPr/>
        </p:nvSpPr>
        <p:spPr>
          <a:xfrm>
            <a:off x="6614541" y="3575304"/>
            <a:ext cx="297180" cy="2971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5" name="S13-figure552" descr="10개 막대 3개와 낱개 4개"/>
          <p:cNvSpPr/>
          <p:nvPr/>
        </p:nvSpPr>
        <p:spPr>
          <a:xfrm>
            <a:off x="4367784" y="2089404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" name="S13-chip553"/>
          <p:cNvSpPr txBox="1"/>
          <p:nvPr/>
        </p:nvSpPr>
        <p:spPr>
          <a:xfrm>
            <a:off x="9630156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87" name="S13-rod554"/>
          <p:cNvSpPr/>
          <p:nvPr/>
        </p:nvSpPr>
        <p:spPr>
          <a:xfrm>
            <a:off x="9007221" y="2089404"/>
            <a:ext cx="297180" cy="297180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8" name="S13-line555"/>
          <p:cNvSpPr/>
          <p:nvPr/>
        </p:nvSpPr>
        <p:spPr>
          <a:xfrm>
            <a:off x="9007221" y="238658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9" name="S13-line556"/>
          <p:cNvSpPr/>
          <p:nvPr/>
        </p:nvSpPr>
        <p:spPr>
          <a:xfrm>
            <a:off x="9007221" y="268376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0" name="S13-line557"/>
          <p:cNvSpPr/>
          <p:nvPr/>
        </p:nvSpPr>
        <p:spPr>
          <a:xfrm>
            <a:off x="9007221" y="298094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1" name="S13-line558"/>
          <p:cNvSpPr/>
          <p:nvPr/>
        </p:nvSpPr>
        <p:spPr>
          <a:xfrm>
            <a:off x="9007221" y="327812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2" name="S13-line559"/>
          <p:cNvSpPr/>
          <p:nvPr/>
        </p:nvSpPr>
        <p:spPr>
          <a:xfrm>
            <a:off x="9007221" y="357530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3" name="S13-line560"/>
          <p:cNvSpPr/>
          <p:nvPr/>
        </p:nvSpPr>
        <p:spPr>
          <a:xfrm>
            <a:off x="9007221" y="387248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4" name="S13-line561"/>
          <p:cNvSpPr/>
          <p:nvPr/>
        </p:nvSpPr>
        <p:spPr>
          <a:xfrm>
            <a:off x="9007221" y="416966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5" name="S13-line562"/>
          <p:cNvSpPr/>
          <p:nvPr/>
        </p:nvSpPr>
        <p:spPr>
          <a:xfrm>
            <a:off x="9007221" y="446684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6" name="S13-line563"/>
          <p:cNvSpPr/>
          <p:nvPr/>
        </p:nvSpPr>
        <p:spPr>
          <a:xfrm>
            <a:off x="9007221" y="476402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13-rod564"/>
          <p:cNvSpPr/>
          <p:nvPr/>
        </p:nvSpPr>
        <p:spPr>
          <a:xfrm>
            <a:off x="9482709" y="2089404"/>
            <a:ext cx="297180" cy="297180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8" name="S13-line565"/>
          <p:cNvSpPr/>
          <p:nvPr/>
        </p:nvSpPr>
        <p:spPr>
          <a:xfrm>
            <a:off x="9482709" y="238658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9" name="S13-line566"/>
          <p:cNvSpPr/>
          <p:nvPr/>
        </p:nvSpPr>
        <p:spPr>
          <a:xfrm>
            <a:off x="9482709" y="268376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0" name="S13-line567"/>
          <p:cNvSpPr/>
          <p:nvPr/>
        </p:nvSpPr>
        <p:spPr>
          <a:xfrm>
            <a:off x="9482709" y="298094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1" name="S13-line568"/>
          <p:cNvSpPr/>
          <p:nvPr/>
        </p:nvSpPr>
        <p:spPr>
          <a:xfrm>
            <a:off x="9482709" y="327812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2" name="S13-line569"/>
          <p:cNvSpPr/>
          <p:nvPr/>
        </p:nvSpPr>
        <p:spPr>
          <a:xfrm>
            <a:off x="9482709" y="357530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3" name="S13-line570"/>
          <p:cNvSpPr/>
          <p:nvPr/>
        </p:nvSpPr>
        <p:spPr>
          <a:xfrm>
            <a:off x="9482709" y="387248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4" name="S13-line571"/>
          <p:cNvSpPr/>
          <p:nvPr/>
        </p:nvSpPr>
        <p:spPr>
          <a:xfrm>
            <a:off x="9482709" y="416966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5" name="S13-line572"/>
          <p:cNvSpPr/>
          <p:nvPr/>
        </p:nvSpPr>
        <p:spPr>
          <a:xfrm>
            <a:off x="9482709" y="446684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6" name="S13-line573"/>
          <p:cNvSpPr/>
          <p:nvPr/>
        </p:nvSpPr>
        <p:spPr>
          <a:xfrm>
            <a:off x="9482709" y="476402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7" name="S13-rod574"/>
          <p:cNvSpPr/>
          <p:nvPr/>
        </p:nvSpPr>
        <p:spPr>
          <a:xfrm>
            <a:off x="9958197" y="2089404"/>
            <a:ext cx="297180" cy="297180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8" name="S13-line575"/>
          <p:cNvSpPr/>
          <p:nvPr/>
        </p:nvSpPr>
        <p:spPr>
          <a:xfrm>
            <a:off x="9958197" y="238658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9" name="S13-line576"/>
          <p:cNvSpPr/>
          <p:nvPr/>
        </p:nvSpPr>
        <p:spPr>
          <a:xfrm>
            <a:off x="9958197" y="268376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0" name="S13-line577"/>
          <p:cNvSpPr/>
          <p:nvPr/>
        </p:nvSpPr>
        <p:spPr>
          <a:xfrm>
            <a:off x="9958197" y="298094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1" name="S13-line578"/>
          <p:cNvSpPr/>
          <p:nvPr/>
        </p:nvSpPr>
        <p:spPr>
          <a:xfrm>
            <a:off x="9958197" y="327812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2" name="S13-line579"/>
          <p:cNvSpPr/>
          <p:nvPr/>
        </p:nvSpPr>
        <p:spPr>
          <a:xfrm>
            <a:off x="9958197" y="357530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3" name="S13-line580"/>
          <p:cNvSpPr/>
          <p:nvPr/>
        </p:nvSpPr>
        <p:spPr>
          <a:xfrm>
            <a:off x="9958197" y="387248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4" name="S13-line581"/>
          <p:cNvSpPr/>
          <p:nvPr/>
        </p:nvSpPr>
        <p:spPr>
          <a:xfrm>
            <a:off x="9958197" y="416966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5" name="S13-line582"/>
          <p:cNvSpPr/>
          <p:nvPr/>
        </p:nvSpPr>
        <p:spPr>
          <a:xfrm>
            <a:off x="9958197" y="446684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6" name="S13-line583"/>
          <p:cNvSpPr/>
          <p:nvPr/>
        </p:nvSpPr>
        <p:spPr>
          <a:xfrm>
            <a:off x="9958197" y="476402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7" name="S13-unit584"/>
          <p:cNvSpPr/>
          <p:nvPr/>
        </p:nvSpPr>
        <p:spPr>
          <a:xfrm>
            <a:off x="10433685" y="4689729"/>
            <a:ext cx="297180" cy="2971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8" name="S13-unit585"/>
          <p:cNvSpPr/>
          <p:nvPr/>
        </p:nvSpPr>
        <p:spPr>
          <a:xfrm>
            <a:off x="10433685" y="4318254"/>
            <a:ext cx="297180" cy="2971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9" name="S13-unit586"/>
          <p:cNvSpPr/>
          <p:nvPr/>
        </p:nvSpPr>
        <p:spPr>
          <a:xfrm>
            <a:off x="10433685" y="3946779"/>
            <a:ext cx="297180" cy="2971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0" name="S13-unit587"/>
          <p:cNvSpPr/>
          <p:nvPr/>
        </p:nvSpPr>
        <p:spPr>
          <a:xfrm>
            <a:off x="10433685" y="3575304"/>
            <a:ext cx="297180" cy="2971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1" name="S13-unit588"/>
          <p:cNvSpPr/>
          <p:nvPr/>
        </p:nvSpPr>
        <p:spPr>
          <a:xfrm>
            <a:off x="10433685" y="3203829"/>
            <a:ext cx="297180" cy="2971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2" name="S13-figure589" descr="10개 막대 3개와 낱개 5개"/>
          <p:cNvSpPr/>
          <p:nvPr/>
        </p:nvSpPr>
        <p:spPr>
          <a:xfrm>
            <a:off x="8186928" y="2089404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4-card59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59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10개씩 묶음 3개와 낱개 4개는 34예요.</a:t>
            </a:r>
            <a:endParaRPr lang="ko-KR" sz="3200" dirty="0"/>
          </a:p>
        </p:txBody>
      </p:sp>
      <p:sp>
        <p:nvSpPr>
          <p:cNvPr id="5" name="S14-chip592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묶음 먼저, 낱개 나중</a:t>
            </a:r>
            <a:endParaRPr lang="ko-KR" sz="2600" dirty="0"/>
          </a:p>
        </p:txBody>
      </p:sp>
      <p:sp>
        <p:nvSpPr>
          <p:cNvPr id="6" name="S14-chip593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30과 4를 붙여 304</a:t>
            </a:r>
            <a:endParaRPr lang="ko-KR" sz="2600" dirty="0"/>
          </a:p>
        </p:txBody>
      </p:sp>
      <p:sp>
        <p:nvSpPr>
          <p:cNvPr id="7" name="S14-text594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4-text595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묶음 2개와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낱개 9개는?</a:t>
            </a:r>
            <a:endParaRPr lang="ko-KR" sz="2600" dirty="0"/>
          </a:p>
        </p:txBody>
      </p:sp>
      <p:sp>
        <p:nvSpPr>
          <p:cNvPr id="9" name="S14-text596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41을 두 가지로 읽기</a:t>
            </a:r>
            <a:endParaRPr lang="ko-KR" sz="2600" dirty="0"/>
          </a:p>
        </p:txBody>
      </p:sp>
      <p:sp>
        <p:nvSpPr>
          <p:cNvPr id="10" name="S14-text597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마흔을 숫자로 쓰기</a:t>
            </a:r>
            <a:endParaRPr lang="ko-KR" sz="2600" dirty="0"/>
          </a:p>
        </p:txBody>
      </p:sp>
      <p:sp>
        <p:nvSpPr>
          <p:cNvPr id="11" name="S14-text598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100까지의 수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10개가 한 묶음</a:t>
            </a:r>
            <a:endParaRPr lang="ko-KR" sz="4400" dirty="0"/>
          </a:p>
        </p:txBody>
      </p:sp>
      <p:sp>
        <p:nvSpPr>
          <p:cNvPr id="3" name="S15-text59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콩을 하나씩 세어 10개를 채워요.</a:t>
            </a:r>
            <a:endParaRPr lang="ko-KR" sz="3200" dirty="0"/>
          </a:p>
        </p:txBody>
      </p:sp>
      <p:sp>
        <p:nvSpPr>
          <p:cNvPr id="4" name="S15-card60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60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10개를 모으면 한 묶음이에요.</a:t>
            </a:r>
            <a:endParaRPr lang="ko-KR" sz="3200" dirty="0"/>
          </a:p>
        </p:txBody>
      </p:sp>
      <p:sp>
        <p:nvSpPr>
          <p:cNvPr id="6" name="S15-card602"/>
          <p:cNvSpPr/>
          <p:nvPr/>
        </p:nvSpPr>
        <p:spPr>
          <a:xfrm>
            <a:off x="548640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5-cardtext603"/>
          <p:cNvSpPr txBox="1"/>
          <p:nvPr/>
        </p:nvSpPr>
        <p:spPr>
          <a:xfrm>
            <a:off x="822960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다음 수는 10</a:t>
            </a:r>
            <a:endParaRPr lang="ko-KR" sz="3200" dirty="0"/>
          </a:p>
        </p:txBody>
      </p:sp>
      <p:sp>
        <p:nvSpPr>
          <p:cNvPr id="8" name="S15-card604"/>
          <p:cNvSpPr/>
          <p:nvPr/>
        </p:nvSpPr>
        <p:spPr>
          <a:xfrm>
            <a:off x="6208776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15-cardtext605"/>
          <p:cNvSpPr txBox="1"/>
          <p:nvPr/>
        </p:nvSpPr>
        <p:spPr>
          <a:xfrm>
            <a:off x="6483096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10은 십 또는 열</a:t>
            </a:r>
            <a:endParaRPr lang="ko-KR" sz="3200" dirty="0"/>
          </a:p>
        </p:txBody>
      </p:sp>
      <p:sp>
        <p:nvSpPr>
          <p:cNvPr id="10" name="S15-cell606"/>
          <p:cNvSpPr/>
          <p:nvPr/>
        </p:nvSpPr>
        <p:spPr>
          <a:xfrm>
            <a:off x="4151376" y="224028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15-dot607"/>
          <p:cNvSpPr/>
          <p:nvPr/>
        </p:nvSpPr>
        <p:spPr>
          <a:xfrm>
            <a:off x="4283507" y="237241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15-cell608"/>
          <p:cNvSpPr/>
          <p:nvPr/>
        </p:nvSpPr>
        <p:spPr>
          <a:xfrm>
            <a:off x="4928616" y="224028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15-dot609"/>
          <p:cNvSpPr/>
          <p:nvPr/>
        </p:nvSpPr>
        <p:spPr>
          <a:xfrm>
            <a:off x="5060747" y="237241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15-cell610"/>
          <p:cNvSpPr/>
          <p:nvPr/>
        </p:nvSpPr>
        <p:spPr>
          <a:xfrm>
            <a:off x="5705856" y="224028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15-dot611"/>
          <p:cNvSpPr/>
          <p:nvPr/>
        </p:nvSpPr>
        <p:spPr>
          <a:xfrm>
            <a:off x="5837987" y="237241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15-cell612"/>
          <p:cNvSpPr/>
          <p:nvPr/>
        </p:nvSpPr>
        <p:spPr>
          <a:xfrm>
            <a:off x="6483096" y="224028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15-dot613"/>
          <p:cNvSpPr/>
          <p:nvPr/>
        </p:nvSpPr>
        <p:spPr>
          <a:xfrm>
            <a:off x="6615227" y="237241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15-cell614"/>
          <p:cNvSpPr/>
          <p:nvPr/>
        </p:nvSpPr>
        <p:spPr>
          <a:xfrm>
            <a:off x="7260336" y="224028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15-dot615"/>
          <p:cNvSpPr/>
          <p:nvPr/>
        </p:nvSpPr>
        <p:spPr>
          <a:xfrm>
            <a:off x="7392467" y="237241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15-cell616"/>
          <p:cNvSpPr/>
          <p:nvPr/>
        </p:nvSpPr>
        <p:spPr>
          <a:xfrm>
            <a:off x="4151376" y="301752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15-dot617"/>
          <p:cNvSpPr/>
          <p:nvPr/>
        </p:nvSpPr>
        <p:spPr>
          <a:xfrm>
            <a:off x="4283507" y="314965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15-cell618"/>
          <p:cNvSpPr/>
          <p:nvPr/>
        </p:nvSpPr>
        <p:spPr>
          <a:xfrm>
            <a:off x="4928616" y="301752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15-dot619"/>
          <p:cNvSpPr/>
          <p:nvPr/>
        </p:nvSpPr>
        <p:spPr>
          <a:xfrm>
            <a:off x="5060747" y="314965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15-cell620"/>
          <p:cNvSpPr/>
          <p:nvPr/>
        </p:nvSpPr>
        <p:spPr>
          <a:xfrm>
            <a:off x="5705856" y="301752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15-dot621"/>
          <p:cNvSpPr/>
          <p:nvPr/>
        </p:nvSpPr>
        <p:spPr>
          <a:xfrm>
            <a:off x="5837987" y="314965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15-cell622"/>
          <p:cNvSpPr/>
          <p:nvPr/>
        </p:nvSpPr>
        <p:spPr>
          <a:xfrm>
            <a:off x="6483096" y="301752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15-dot623"/>
          <p:cNvSpPr/>
          <p:nvPr/>
        </p:nvSpPr>
        <p:spPr>
          <a:xfrm>
            <a:off x="6615227" y="314965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15-cell624"/>
          <p:cNvSpPr/>
          <p:nvPr/>
        </p:nvSpPr>
        <p:spPr>
          <a:xfrm>
            <a:off x="7260336" y="301752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15-dot625"/>
          <p:cNvSpPr/>
          <p:nvPr/>
        </p:nvSpPr>
        <p:spPr>
          <a:xfrm>
            <a:off x="7392467" y="314965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15-figure626" descr="1개의 십 칸 틀 중 1번째: 모두 10개"/>
          <p:cNvSpPr/>
          <p:nvPr/>
        </p:nvSpPr>
        <p:spPr>
          <a:xfrm>
            <a:off x="4151376" y="2240280"/>
            <a:ext cx="3886200" cy="15544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수학 50까지의 수</dc:title>
  <dc:subject>KR22-G01-MAT-NUM50-L01</dc:subject>
  <dc:creator>education-ppt</dc:creator>
  <cp:lastModifiedBy>education-ppt</cp:lastModifiedBy>
  <cp:revision>1</cp:revision>
  <dcterms:created xsi:type="dcterms:W3CDTF">2026-10-26T07:13:21Z</dcterms:created>
  <dcterms:modified xsi:type="dcterms:W3CDTF">2026-10-26T07:13:21Z</dcterms:modified>
</cp:coreProperties>
</file>