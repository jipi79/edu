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b7005ff-bcb7-7b14-f36f-03d5d449b75c}">
          <p14:sldIdLst>
            <p14:sldId id="256"/>
            <p14:sldId id="257"/>
          </p14:sldIdLst>
        </p14:section>
        <p14:section name="개념" id="{1d41bf7e-2564-be0a-a6f3-4129a61dc039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df2e4151-8624-481c-2a0f-c44f8ba93f67}">
          <p14:sldIdLst>
            <p14:sldId id="263"/>
            <p14:sldId id="264"/>
            <p14:sldId id="265"/>
          </p14:sldIdLst>
        </p14:section>
        <p14:section name="확인" id="{18ba31d0-25cf-103a-bbb8-776dfdc2c169}">
          <p14:sldIdLst>
            <p14:sldId id="266"/>
            <p14:sldId id="267"/>
            <p14:sldId id="268"/>
          </p14:sldIdLst>
        </p14:section>
        <p14:section name="정리" id="{4c57b1cf-099b-24d6-43fe-5e8546a0c344}">
          <p14:sldIdLst>
            <p14:sldId id="269"/>
          </p14:sldIdLst>
        </p14:section>
        <p14:section name="보충" id="{abeafd41-41ed-fbbb-6269-577685e15ed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많은 물건을 10개씩 묶으면 세기 쉽다는 생각을 끌어냅니다.
시간: 약 2분
이렇게 말해 보세요
- “콩이 아주 많이 있으면 하나씩 세다가 헷갈리지? 오늘은 많은 것을 쉽게 세는 방법을 배울 거야.”
- “오른쪽 그림은 긴 막대 하나에 몇 개가 붙어 있을까?”
예상 답
- “모르겠어요.” / “10개요.”
막히면
- 막대 하나의 칸을 같이 세어 10개임을 확인합니다.
주의
- 콩이나 면봉 50개쯤과 고무줄(또는 작은 봉지)을 미리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 알기)]
목적: 오늘 공부의 바탕인 10(9보다 1만큼 더 큰 수, 십·열)을 아는지 확인합니다.
시간: 약 3분
이렇게 말해 보세요
- “①은 몇 개야? ②는 9보다 1만큼 더 큰 수, ③은 10을 두 가지로 읽어 볼래?”
정답
- ① 10개
- ② 10
- ③ 십, 열
막히면
- ①은 윗줄 5개, 아랫줄 5개를 따로 세고 “다섯과 다섯이면?”이라고 묻습니다.
- 두 문제 이상 틀리면 S15(보충)를 먼저 합니다. 10은 3차시 ‘가르기와 모으기’(KR22-G01-MAT-COMPOSE-L01)에서 배웠습니다.
주의
- 계획상 바로 앞 차시는 5차시 ‘뺄셈의 뜻’(KR22-G01-MAT-SUB-L01)입니다. 오늘 수업에 직접 필요한 것은 10을 아는 것이므로 덧셈·뺄셈이 아직 서툴러도 이 차시를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십몇 알아보기]
목적: 10개씩 묶음 1개와 낱개 몇 개를 ‘십몇’으로 나타내고 읽습니다.
시간: 약 3분
이렇게 말해 보세요
- “왼쪽 틀은 꽉 찼지? 10개야. 이걸 ‘10개씩 묶음 1개’라고 해. 오른쪽에 하나씩 남은 건 ‘낱개’라고 해.”
- “10개씩 묶음 1개와 낱개 3개는 13이야. ‘십삼’ 또는 ‘열셋’이라고 읽어.”
예상 답
- “십삼, 열셋.”
막히면
- 콩 10개를 봉지에 넣고 옆에 콩 3개를 놓습니다. 봉지 속 10에서 “열하나, 열둘, 열셋” 이어 셉니다.
주의
- ‘낱개’는 ‘묶지 않은 하나하나’라는 뜻입니다. 처음 듣는 말이니 여러 번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11~19 두 가지로 읽기]
목적: 11부터 19까지를 두 가지로 읽는 규칙을 압니다.
시간: 약 2분
이렇게 말해 보세요
- “‘십’으로 읽을 때는 뒤에 일, 이, 삼을 붙이고, ‘열’로 읽을 때는 하나, 둘, 셋을 붙여. 같이 읽어 볼까?”
- “16은 어떻게 읽을까? 표를 가리고 말해 봐.”
예상 답
- “십육, 열여섯.”
막히면
- 부모가 한 줄씩 먼저 읽고 아이가 따라 읽게 합니다. 표를 다 외울 필요는 없습니다.
주의
- ‘십넷’, ‘열사’처럼 섞어 읽으면 짝을 다시 알려 줍니다(M3). 생활에서는 나이를 ‘열한 살’, 날짜를 ‘십일 일’처럼 다르게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몇십 알아보기]
목적: 10개씩 묶음 2, 3, 4, 5개가 20, 30, 40, 50임을 알고 두 가지로 읽습니다.
시간: 약 3분
이렇게 말해 보세요
- “막대 하나가 10개야. 막대가 2개면 10, 20. 이십 또는 스물이라고 해.”
- “막대가 4개면? 10, 20, 30, 40. 뭐라고 읽을까?”
예상 답
- “사십, 마흔.”
막히면
- 콩 10개짜리 봉지를 하나씩 늘어놓으며 “십, 이십, 삼십…”으로 10씩 세어 봅니다.
주의
- ‘스물, 서른, 마흔, 쉰’은 아이에게 낯선 말입니다. 오늘은 들어 보고 따라 말하는 정도면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10개씩 묶어 세기]
목적: 많은 물건을 10개씩 묶고 남은 낱개를 세어 수로 나타냅니다.
시간: 약 2분
이렇게 말해 보세요
- “콩 23개를 하나씩 세면 힘들지? 10개씩 묶어 보자. 묶음이 몇 개, 낱개가 몇 개야?”
- “10개씩 묶음 2개와 낱개 3개는 23이야.”
예상 답
- “묶음 2개, 낱개 3개요.” “이십삼, 스물셋.”
막히면
- 실제 콩 23개를 아이가 직접 10개씩 세어 봉지에 넣게 합니다. 10개를 셀 때마다 봉지를 닫습니다(M4).
주의
- 낱개가 10개가 되면 다시 한 묶음으로 묶어야 한다는 것을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몇십몇 쓰고 읽기]
목적: 10개씩 묶음의 수를 앞에, 낱개의 수를 뒤에 써서 몇십몇을 나타내고 읽습니다.
시간: 약 3분
이렇게 말해 보세요
- “막대가 몇 개야? 낱개는? 묶음의 수 3을 먼저 쓰고, 낱개의 수 4를 뒤에 써. 34야.”
- “34는 삼십사 또는 서른넷이라고 읽어.”
예상 답
- “막대 3개, 낱개 4개요.” “삼십사, 서른넷.”
막히면
- 숫자 카드 3과 4를 표의 칸에 올려놓고, 두 카드를 붙여 34를 만듭니다.
주의
- 43으로 바꾸어 쓰면 “묶음이 4개야?”라고 그림을 다시 보게 합니다(M2).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연습(그림 보고 수 쓰기·읽기)]
목적: 도움을 받으며 그림을 10개씩 묶음과 낱개로 세어 수로 나타내고 읽습니다.
시간: 약 4분
이렇게 말해 보세요
- “가는 꽉 찬 틀 하나와 낱개 몇 개야? 그럼 얼마야?”
- “나와 다는 막대가 몇 개, 낱개가 몇 개야? 수로 쓰고 두 가지로 읽어 볼까?”
정답
- 가 15(십오, 열다섯)
- 나 26(이십육, 스물여섯)
- 다 41(사십일, 마흔하나)
막히면
- 막대는 “십, 이십…”으로 먼저 세고, 낱개를 이어 셉니다(나: 십, 이십, 이십일, 이십이 … 이십육).
- 종이에 ‘묶음 □개, 낱개 □개’를 쓰고 채운 뒤 수를 쓰게 합니다.
주의
- 이 장은 고르는 문제가 아니라, 가·나·다 세 그림의 수를 모두 말하는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연습(묶음·낱개, 읽기·쓰기)]
목적: 도움을 받으며 묶음·낱개와 수를 오가고, 수를 두 가지로 읽고 씁니다.
시간: 약 4분
이렇게 말해 보세요
- “①은 10개씩 묶음 4개와 낱개 7개야. 얼마일까? 종이에 써 볼래?”
- “④는 50이 10개씩 묶음 몇 개인지 묻는 거야.”
정답
- ① 47
- ② 삼십팔, 서른여덟
- ③ 15
- ④ 5개
막히면
- ①은 콩 봉지 4개와 낱개 7개를 놓고 “사십, 사십일 … 사십칠”로 셉니다.
- ③을 105로 쓰면 S10에서 함께 고칩니다.
주의
- 아이가 쓴 수를 소리 내어 읽게 하면 바꾸어 쓴 실수를 스스로 찾기도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비교(304로 쓰기)]
목적: 몇십몇을 들리는 대로 30과 4를 붙여 쓰는 실수를 바로잡습니다(M1).
시간: 약 3분
이렇게 말해 보세요
- “토끼는 서른(30) 쓰고 넷(4)을 붙여서 304라고 썼대. 곰은 34라고 썼어. 누가 맞았을까?”
- “서른넷은 10개씩 묶음이 몇 개, 낱개가 몇 개야?”
예상 답
- “곰이요. 묶음 3개, 낱개 4개니까 3이랑 4를 써요.”
정답
- 곰이 맞습니다. 서른넷은 10개씩 묶음 3개와 낱개 4개이므로 34입니다.
- 304는 아주 큰 수(삼백사)입니다. 1학년에서는 아직 배우지 않습니다.
막히면
- S07의 표에 숫자 카드 3과 4를 올려 34를 만들고, 0이 들어갈 칸이 없다는 것을 보여 줍니다.
주의
- 30은 묶음 3개, 낱개 0개라서 0을 씁니다. 34는 낱개가 4개이므로 0 대신 4를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묶음·낱개를 수로 나타내고, 수를 두 가지로 읽고 쓸 수 있는지 확인합니다.
시간: 약 5분
이렇게 말해 보세요
- “이번에는 혼자 해 볼래? 콩이나 종이를 써도 돼. 다 하면 어떻게 알았는지 말해 줘.”
정답
- ① 18
- ② 사십오, 마흔다섯
- ③ 32
막히면
- 바로 알려 주지 말고 “묶음이 몇 개야?”라고만 묻습니다.
- 도움을 받아 해결했다면 기록표에 ‘도움’으로 표시합니다.
주의
- ②에서 ‘사십다섯’처럼 섞어 읽으면 반만 맞은 것으로 보고 짝을 다시 알려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콩으로 다시 해 보자.”
정답
- ① 18 ② 사십오, 마흔다섯 ③ 32
막히면
- ①이 81이면 S07로, ③이 302면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확인(묶음과 낱개)]
목적: 처음 보는 그림에서 34를 10개씩 묶음 3개와 낱개 4개로 찾는지 확인합니다.
시간: 약 2분
이렇게 말해 보세요
- “34를 나타내는 그림은 어느 것일까? 어떻게 알았어?”
정답
- 나(막대 3개, 낱개 4개). 가는 43, 다는 35입니다.
막히면
- 각 그림의 막대와 낱개를 세어 수를 먼저 말하게 합니다.
주의
- 가를 고르면 묶음과 낱개를 바꾼 것입니다(M2).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콩이 많을 때 어떻게 세면 쉬워?”
예상 답
- “10개씩 묶어서 세요. 묶음이 몇 개, 낱개가 몇 개인지 봐요.”
정답
- ① 29 ② 사십일, 마흔하나 ③ 40
막히면
- S07의 그림과 표를 다시 보여 주고 ‘묶음 먼저, 낱개 나중’을 함께 말합니다.
주의
- 생활 속에서 계단 수, 달력 날짜, 나이 등을 두 가지로 읽어 보면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보충(10 알기)]
목적: S02에서 10을 잘 모르면, 십 칸 틀을 채우며 10과 ‘한 묶음’을 먼저 익힙니다.
시간: 약 5분
이렇게 말해 보세요
- “십 칸 틀에 콩을 하나씩 놓으며 세어 보자. 칸이 꽉 차면 몇 개야?”
- “꽉 찬 10개를 봉지에 넣으면 한 묶음이야. 봉지를 하나 더 만들어 볼까?”
정답
- 칸이 꽉 차면 10개입니다. 10은 십 또는 열이라고 읽습니다.
막히면
- 손가락 열 개를 하나씩 펴며 세어 10을 확인합니다.
주의
- 보충으로도 어려우면 3차시 ‘가르기와 모으기’(KR22-G01-MAT-COMPOSE-L01)의 10 알아보기와 1차시 ‘9까지의 수’를 먼저 다시 합니다. 계획상 바로 앞 차시인 5차시 ‘뺄셈의 뜻’(KR22-G01-MAT-SUB-L01)은 이 차시의 세기에 직접 쓰이지는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것을 쉽게 세려면?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unit21"/>
          <p:cNvSpPr/>
          <p:nvPr/>
        </p:nvSpPr>
        <p:spPr>
          <a:xfrm>
            <a:off x="9914206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unit22"/>
          <p:cNvSpPr/>
          <p:nvPr/>
        </p:nvSpPr>
        <p:spPr>
          <a:xfrm>
            <a:off x="9914206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unit23"/>
          <p:cNvSpPr/>
          <p:nvPr/>
        </p:nvSpPr>
        <p:spPr>
          <a:xfrm>
            <a:off x="9914206" y="2454812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figure24" descr="10개 막대 2개와 낱개 3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1-card2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9" name="S01-cardtext2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10개씩 묶어 세어요.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50까지의 수를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기억해요</a:t>
            </a:r>
            <a:endParaRPr lang="ko-KR" sz="4400" dirty="0"/>
          </a:p>
        </p:txBody>
      </p:sp>
      <p:sp>
        <p:nvSpPr>
          <p:cNvPr id="3" name="S02-chip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28"/>
          <p:cNvSpPr/>
          <p:nvPr/>
        </p:nvSpPr>
        <p:spPr>
          <a:xfrm>
            <a:off x="161848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29"/>
          <p:cNvSpPr/>
          <p:nvPr/>
        </p:nvSpPr>
        <p:spPr>
          <a:xfrm>
            <a:off x="174284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30"/>
          <p:cNvSpPr/>
          <p:nvPr/>
        </p:nvSpPr>
        <p:spPr>
          <a:xfrm>
            <a:off x="235000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31"/>
          <p:cNvSpPr/>
          <p:nvPr/>
        </p:nvSpPr>
        <p:spPr>
          <a:xfrm>
            <a:off x="247436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32"/>
          <p:cNvSpPr/>
          <p:nvPr/>
        </p:nvSpPr>
        <p:spPr>
          <a:xfrm>
            <a:off x="308152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33"/>
          <p:cNvSpPr/>
          <p:nvPr/>
        </p:nvSpPr>
        <p:spPr>
          <a:xfrm>
            <a:off x="320588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34"/>
          <p:cNvSpPr/>
          <p:nvPr/>
        </p:nvSpPr>
        <p:spPr>
          <a:xfrm>
            <a:off x="381304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35"/>
          <p:cNvSpPr/>
          <p:nvPr/>
        </p:nvSpPr>
        <p:spPr>
          <a:xfrm>
            <a:off x="393740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36"/>
          <p:cNvSpPr/>
          <p:nvPr/>
        </p:nvSpPr>
        <p:spPr>
          <a:xfrm>
            <a:off x="454456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37"/>
          <p:cNvSpPr/>
          <p:nvPr/>
        </p:nvSpPr>
        <p:spPr>
          <a:xfrm>
            <a:off x="466892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38"/>
          <p:cNvSpPr/>
          <p:nvPr/>
        </p:nvSpPr>
        <p:spPr>
          <a:xfrm>
            <a:off x="161848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39"/>
          <p:cNvSpPr/>
          <p:nvPr/>
        </p:nvSpPr>
        <p:spPr>
          <a:xfrm>
            <a:off x="174284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40"/>
          <p:cNvSpPr/>
          <p:nvPr/>
        </p:nvSpPr>
        <p:spPr>
          <a:xfrm>
            <a:off x="235000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41"/>
          <p:cNvSpPr/>
          <p:nvPr/>
        </p:nvSpPr>
        <p:spPr>
          <a:xfrm>
            <a:off x="247436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42"/>
          <p:cNvSpPr/>
          <p:nvPr/>
        </p:nvSpPr>
        <p:spPr>
          <a:xfrm>
            <a:off x="308152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43"/>
          <p:cNvSpPr/>
          <p:nvPr/>
        </p:nvSpPr>
        <p:spPr>
          <a:xfrm>
            <a:off x="320588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44"/>
          <p:cNvSpPr/>
          <p:nvPr/>
        </p:nvSpPr>
        <p:spPr>
          <a:xfrm>
            <a:off x="381304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45"/>
          <p:cNvSpPr/>
          <p:nvPr/>
        </p:nvSpPr>
        <p:spPr>
          <a:xfrm>
            <a:off x="393740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46"/>
          <p:cNvSpPr/>
          <p:nvPr/>
        </p:nvSpPr>
        <p:spPr>
          <a:xfrm>
            <a:off x="454456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47"/>
          <p:cNvSpPr/>
          <p:nvPr/>
        </p:nvSpPr>
        <p:spPr>
          <a:xfrm>
            <a:off x="466892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48" descr="십 칸 틀에 10개"/>
          <p:cNvSpPr/>
          <p:nvPr/>
        </p:nvSpPr>
        <p:spPr>
          <a:xfrm>
            <a:off x="1618488" y="1325880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hip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2-text5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수는?</a:t>
            </a:r>
            <a:endParaRPr lang="ko-KR" sz="3200" dirty="0"/>
          </a:p>
        </p:txBody>
      </p:sp>
      <p:sp>
        <p:nvSpPr>
          <p:cNvPr id="27" name="S02-chip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2-text5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3이면 13</a:t>
            </a:r>
            <a:endParaRPr lang="ko-KR" sz="4400" dirty="0"/>
          </a:p>
        </p:txBody>
      </p:sp>
      <p:sp>
        <p:nvSpPr>
          <p:cNvPr id="3" name="S03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십삼 또는 열셋이라고 읽어요.</a:t>
            </a:r>
            <a:endParaRPr lang="ko-KR" sz="3200" dirty="0"/>
          </a:p>
        </p:txBody>
      </p:sp>
      <p:sp>
        <p:nvSpPr>
          <p:cNvPr id="5" name="S03-cell55"/>
          <p:cNvSpPr/>
          <p:nvPr/>
        </p:nvSpPr>
        <p:spPr>
          <a:xfrm>
            <a:off x="129844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dot56"/>
          <p:cNvSpPr/>
          <p:nvPr/>
        </p:nvSpPr>
        <p:spPr>
          <a:xfrm>
            <a:off x="143057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cell57"/>
          <p:cNvSpPr/>
          <p:nvPr/>
        </p:nvSpPr>
        <p:spPr>
          <a:xfrm>
            <a:off x="207568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dot58"/>
          <p:cNvSpPr/>
          <p:nvPr/>
        </p:nvSpPr>
        <p:spPr>
          <a:xfrm>
            <a:off x="220781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cell59"/>
          <p:cNvSpPr/>
          <p:nvPr/>
        </p:nvSpPr>
        <p:spPr>
          <a:xfrm>
            <a:off x="285292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dot60"/>
          <p:cNvSpPr/>
          <p:nvPr/>
        </p:nvSpPr>
        <p:spPr>
          <a:xfrm>
            <a:off x="298505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cell61"/>
          <p:cNvSpPr/>
          <p:nvPr/>
        </p:nvSpPr>
        <p:spPr>
          <a:xfrm>
            <a:off x="363016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dot62"/>
          <p:cNvSpPr/>
          <p:nvPr/>
        </p:nvSpPr>
        <p:spPr>
          <a:xfrm>
            <a:off x="376229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cell63"/>
          <p:cNvSpPr/>
          <p:nvPr/>
        </p:nvSpPr>
        <p:spPr>
          <a:xfrm>
            <a:off x="440740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dot64"/>
          <p:cNvSpPr/>
          <p:nvPr/>
        </p:nvSpPr>
        <p:spPr>
          <a:xfrm>
            <a:off x="453953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cell65"/>
          <p:cNvSpPr/>
          <p:nvPr/>
        </p:nvSpPr>
        <p:spPr>
          <a:xfrm>
            <a:off x="129844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dot66"/>
          <p:cNvSpPr/>
          <p:nvPr/>
        </p:nvSpPr>
        <p:spPr>
          <a:xfrm>
            <a:off x="143057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cell67"/>
          <p:cNvSpPr/>
          <p:nvPr/>
        </p:nvSpPr>
        <p:spPr>
          <a:xfrm>
            <a:off x="207568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dot68"/>
          <p:cNvSpPr/>
          <p:nvPr/>
        </p:nvSpPr>
        <p:spPr>
          <a:xfrm>
            <a:off x="220781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cell69"/>
          <p:cNvSpPr/>
          <p:nvPr/>
        </p:nvSpPr>
        <p:spPr>
          <a:xfrm>
            <a:off x="285292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dot70"/>
          <p:cNvSpPr/>
          <p:nvPr/>
        </p:nvSpPr>
        <p:spPr>
          <a:xfrm>
            <a:off x="298505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cell71"/>
          <p:cNvSpPr/>
          <p:nvPr/>
        </p:nvSpPr>
        <p:spPr>
          <a:xfrm>
            <a:off x="363016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dot72"/>
          <p:cNvSpPr/>
          <p:nvPr/>
        </p:nvSpPr>
        <p:spPr>
          <a:xfrm>
            <a:off x="376229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cell73"/>
          <p:cNvSpPr/>
          <p:nvPr/>
        </p:nvSpPr>
        <p:spPr>
          <a:xfrm>
            <a:off x="440740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74"/>
          <p:cNvSpPr/>
          <p:nvPr/>
        </p:nvSpPr>
        <p:spPr>
          <a:xfrm>
            <a:off x="453953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75" descr="십 칸 틀에 10개"/>
          <p:cNvSpPr/>
          <p:nvPr/>
        </p:nvSpPr>
        <p:spPr>
          <a:xfrm>
            <a:off x="1298448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7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</a:t>
            </a:r>
            <a:endParaRPr lang="ko-KR" sz="2600" dirty="0"/>
          </a:p>
        </p:txBody>
      </p:sp>
      <p:sp>
        <p:nvSpPr>
          <p:cNvPr id="27" name="S03-cell77"/>
          <p:cNvSpPr/>
          <p:nvPr/>
        </p:nvSpPr>
        <p:spPr>
          <a:xfrm>
            <a:off x="700430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78"/>
          <p:cNvSpPr/>
          <p:nvPr/>
        </p:nvSpPr>
        <p:spPr>
          <a:xfrm>
            <a:off x="713643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79"/>
          <p:cNvSpPr/>
          <p:nvPr/>
        </p:nvSpPr>
        <p:spPr>
          <a:xfrm>
            <a:off x="778154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dot80"/>
          <p:cNvSpPr/>
          <p:nvPr/>
        </p:nvSpPr>
        <p:spPr>
          <a:xfrm>
            <a:off x="791367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cell81"/>
          <p:cNvSpPr/>
          <p:nvPr/>
        </p:nvSpPr>
        <p:spPr>
          <a:xfrm>
            <a:off x="855878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dot82"/>
          <p:cNvSpPr/>
          <p:nvPr/>
        </p:nvSpPr>
        <p:spPr>
          <a:xfrm>
            <a:off x="869091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cell83"/>
          <p:cNvSpPr/>
          <p:nvPr/>
        </p:nvSpPr>
        <p:spPr>
          <a:xfrm>
            <a:off x="933602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4"/>
          <p:cNvSpPr/>
          <p:nvPr/>
        </p:nvSpPr>
        <p:spPr>
          <a:xfrm>
            <a:off x="1011326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85"/>
          <p:cNvSpPr/>
          <p:nvPr/>
        </p:nvSpPr>
        <p:spPr>
          <a:xfrm>
            <a:off x="700430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86"/>
          <p:cNvSpPr/>
          <p:nvPr/>
        </p:nvSpPr>
        <p:spPr>
          <a:xfrm>
            <a:off x="778154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7"/>
          <p:cNvSpPr/>
          <p:nvPr/>
        </p:nvSpPr>
        <p:spPr>
          <a:xfrm>
            <a:off x="855878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8"/>
          <p:cNvSpPr/>
          <p:nvPr/>
        </p:nvSpPr>
        <p:spPr>
          <a:xfrm>
            <a:off x="933602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9"/>
          <p:cNvSpPr/>
          <p:nvPr/>
        </p:nvSpPr>
        <p:spPr>
          <a:xfrm>
            <a:off x="1011326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90" descr="십 칸 틀에 3개"/>
          <p:cNvSpPr/>
          <p:nvPr/>
        </p:nvSpPr>
        <p:spPr>
          <a:xfrm>
            <a:off x="7004304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label9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11부터 19까지</a:t>
            </a:r>
            <a:endParaRPr lang="ko-KR" sz="4400" dirty="0"/>
          </a:p>
        </p:txBody>
      </p:sp>
      <p:sp>
        <p:nvSpPr>
          <p:cNvPr id="3" name="S0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뒤에 일, 이, 삼… ‘열’ 뒤에 하나, 둘, 셋…</a:t>
            </a:r>
            <a:endParaRPr lang="ko-KR" sz="3200" dirty="0"/>
          </a:p>
        </p:txBody>
      </p:sp>
      <p:graphicFrame>
        <p:nvGraphicFramePr>
          <p:cNvPr id="5" name="S04-table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163830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열다섯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0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19024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열일곱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열여덟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열아홉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20, 30, 40, 50</a:t>
            </a:r>
            <a:endParaRPr lang="ko-KR" sz="4400" dirty="0"/>
          </a:p>
        </p:txBody>
      </p:sp>
      <p:sp>
        <p:nvSpPr>
          <p:cNvPr id="3" name="S0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하나는 10개예요.</a:t>
            </a:r>
            <a:endParaRPr lang="ko-KR" sz="3200" dirty="0"/>
          </a:p>
        </p:txBody>
      </p:sp>
      <p:sp>
        <p:nvSpPr>
          <p:cNvPr id="4" name="S0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2개는 20이에요.</a:t>
            </a:r>
            <a:endParaRPr lang="ko-KR" sz="3200" dirty="0"/>
          </a:p>
        </p:txBody>
      </p:sp>
      <p:sp>
        <p:nvSpPr>
          <p:cNvPr id="6" name="S05-rod99"/>
          <p:cNvSpPr/>
          <p:nvPr/>
        </p:nvSpPr>
        <p:spPr>
          <a:xfrm>
            <a:off x="141661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line100"/>
          <p:cNvSpPr/>
          <p:nvPr/>
        </p:nvSpPr>
        <p:spPr>
          <a:xfrm>
            <a:off x="141661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01"/>
          <p:cNvSpPr/>
          <p:nvPr/>
        </p:nvSpPr>
        <p:spPr>
          <a:xfrm>
            <a:off x="141661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02"/>
          <p:cNvSpPr/>
          <p:nvPr/>
        </p:nvSpPr>
        <p:spPr>
          <a:xfrm>
            <a:off x="141661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03"/>
          <p:cNvSpPr/>
          <p:nvPr/>
        </p:nvSpPr>
        <p:spPr>
          <a:xfrm>
            <a:off x="141661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04"/>
          <p:cNvSpPr/>
          <p:nvPr/>
        </p:nvSpPr>
        <p:spPr>
          <a:xfrm>
            <a:off x="141661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05"/>
          <p:cNvSpPr/>
          <p:nvPr/>
        </p:nvSpPr>
        <p:spPr>
          <a:xfrm>
            <a:off x="141661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06"/>
          <p:cNvSpPr/>
          <p:nvPr/>
        </p:nvSpPr>
        <p:spPr>
          <a:xfrm>
            <a:off x="141661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07"/>
          <p:cNvSpPr/>
          <p:nvPr/>
        </p:nvSpPr>
        <p:spPr>
          <a:xfrm>
            <a:off x="141661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08"/>
          <p:cNvSpPr/>
          <p:nvPr/>
        </p:nvSpPr>
        <p:spPr>
          <a:xfrm>
            <a:off x="141661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rod109"/>
          <p:cNvSpPr/>
          <p:nvPr/>
        </p:nvSpPr>
        <p:spPr>
          <a:xfrm>
            <a:off x="181508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line110"/>
          <p:cNvSpPr/>
          <p:nvPr/>
        </p:nvSpPr>
        <p:spPr>
          <a:xfrm>
            <a:off x="181508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11"/>
          <p:cNvSpPr/>
          <p:nvPr/>
        </p:nvSpPr>
        <p:spPr>
          <a:xfrm>
            <a:off x="181508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12"/>
          <p:cNvSpPr/>
          <p:nvPr/>
        </p:nvSpPr>
        <p:spPr>
          <a:xfrm>
            <a:off x="181508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13"/>
          <p:cNvSpPr/>
          <p:nvPr/>
        </p:nvSpPr>
        <p:spPr>
          <a:xfrm>
            <a:off x="181508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14"/>
          <p:cNvSpPr/>
          <p:nvPr/>
        </p:nvSpPr>
        <p:spPr>
          <a:xfrm>
            <a:off x="181508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15"/>
          <p:cNvSpPr/>
          <p:nvPr/>
        </p:nvSpPr>
        <p:spPr>
          <a:xfrm>
            <a:off x="181508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16"/>
          <p:cNvSpPr/>
          <p:nvPr/>
        </p:nvSpPr>
        <p:spPr>
          <a:xfrm>
            <a:off x="181508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17"/>
          <p:cNvSpPr/>
          <p:nvPr/>
        </p:nvSpPr>
        <p:spPr>
          <a:xfrm>
            <a:off x="181508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18"/>
          <p:cNvSpPr/>
          <p:nvPr/>
        </p:nvSpPr>
        <p:spPr>
          <a:xfrm>
            <a:off x="181508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figure119" descr="수 모형: 백 0개, 십 2개, 일 0개"/>
          <p:cNvSpPr/>
          <p:nvPr/>
        </p:nvSpPr>
        <p:spPr>
          <a:xfrm>
            <a:off x="548640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label1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이십 스물</a:t>
            </a:r>
            <a:endParaRPr lang="ko-KR" sz="2600" dirty="0"/>
          </a:p>
        </p:txBody>
      </p:sp>
      <p:sp>
        <p:nvSpPr>
          <p:cNvPr id="28" name="S05-rod121"/>
          <p:cNvSpPr/>
          <p:nvPr/>
        </p:nvSpPr>
        <p:spPr>
          <a:xfrm>
            <a:off x="4070311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line122"/>
          <p:cNvSpPr/>
          <p:nvPr/>
        </p:nvSpPr>
        <p:spPr>
          <a:xfrm>
            <a:off x="4070311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23"/>
          <p:cNvSpPr/>
          <p:nvPr/>
        </p:nvSpPr>
        <p:spPr>
          <a:xfrm>
            <a:off x="4070311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24"/>
          <p:cNvSpPr/>
          <p:nvPr/>
        </p:nvSpPr>
        <p:spPr>
          <a:xfrm>
            <a:off x="4070311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25"/>
          <p:cNvSpPr/>
          <p:nvPr/>
        </p:nvSpPr>
        <p:spPr>
          <a:xfrm>
            <a:off x="4070311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26"/>
          <p:cNvSpPr/>
          <p:nvPr/>
        </p:nvSpPr>
        <p:spPr>
          <a:xfrm>
            <a:off x="4070311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27"/>
          <p:cNvSpPr/>
          <p:nvPr/>
        </p:nvSpPr>
        <p:spPr>
          <a:xfrm>
            <a:off x="4070311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28"/>
          <p:cNvSpPr/>
          <p:nvPr/>
        </p:nvSpPr>
        <p:spPr>
          <a:xfrm>
            <a:off x="4070311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29"/>
          <p:cNvSpPr/>
          <p:nvPr/>
        </p:nvSpPr>
        <p:spPr>
          <a:xfrm>
            <a:off x="4070311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30"/>
          <p:cNvSpPr/>
          <p:nvPr/>
        </p:nvSpPr>
        <p:spPr>
          <a:xfrm>
            <a:off x="4070311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rod131"/>
          <p:cNvSpPr/>
          <p:nvPr/>
        </p:nvSpPr>
        <p:spPr>
          <a:xfrm>
            <a:off x="4468778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line132"/>
          <p:cNvSpPr/>
          <p:nvPr/>
        </p:nvSpPr>
        <p:spPr>
          <a:xfrm>
            <a:off x="4468778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33"/>
          <p:cNvSpPr/>
          <p:nvPr/>
        </p:nvSpPr>
        <p:spPr>
          <a:xfrm>
            <a:off x="4468778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34"/>
          <p:cNvSpPr/>
          <p:nvPr/>
        </p:nvSpPr>
        <p:spPr>
          <a:xfrm>
            <a:off x="4468778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35"/>
          <p:cNvSpPr/>
          <p:nvPr/>
        </p:nvSpPr>
        <p:spPr>
          <a:xfrm>
            <a:off x="4468778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36"/>
          <p:cNvSpPr/>
          <p:nvPr/>
        </p:nvSpPr>
        <p:spPr>
          <a:xfrm>
            <a:off x="4468778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37"/>
          <p:cNvSpPr/>
          <p:nvPr/>
        </p:nvSpPr>
        <p:spPr>
          <a:xfrm>
            <a:off x="4468778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38"/>
          <p:cNvSpPr/>
          <p:nvPr/>
        </p:nvSpPr>
        <p:spPr>
          <a:xfrm>
            <a:off x="4468778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39"/>
          <p:cNvSpPr/>
          <p:nvPr/>
        </p:nvSpPr>
        <p:spPr>
          <a:xfrm>
            <a:off x="4468778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40"/>
          <p:cNvSpPr/>
          <p:nvPr/>
        </p:nvSpPr>
        <p:spPr>
          <a:xfrm>
            <a:off x="4468778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rod141"/>
          <p:cNvSpPr/>
          <p:nvPr/>
        </p:nvSpPr>
        <p:spPr>
          <a:xfrm>
            <a:off x="4867246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line142"/>
          <p:cNvSpPr/>
          <p:nvPr/>
        </p:nvSpPr>
        <p:spPr>
          <a:xfrm>
            <a:off x="4867246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43"/>
          <p:cNvSpPr/>
          <p:nvPr/>
        </p:nvSpPr>
        <p:spPr>
          <a:xfrm>
            <a:off x="4867246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44"/>
          <p:cNvSpPr/>
          <p:nvPr/>
        </p:nvSpPr>
        <p:spPr>
          <a:xfrm>
            <a:off x="4867246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145"/>
          <p:cNvSpPr/>
          <p:nvPr/>
        </p:nvSpPr>
        <p:spPr>
          <a:xfrm>
            <a:off x="4867246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46"/>
          <p:cNvSpPr/>
          <p:nvPr/>
        </p:nvSpPr>
        <p:spPr>
          <a:xfrm>
            <a:off x="4867246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47"/>
          <p:cNvSpPr/>
          <p:nvPr/>
        </p:nvSpPr>
        <p:spPr>
          <a:xfrm>
            <a:off x="4867246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48"/>
          <p:cNvSpPr/>
          <p:nvPr/>
        </p:nvSpPr>
        <p:spPr>
          <a:xfrm>
            <a:off x="4867246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49"/>
          <p:cNvSpPr/>
          <p:nvPr/>
        </p:nvSpPr>
        <p:spPr>
          <a:xfrm>
            <a:off x="4867246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150"/>
          <p:cNvSpPr/>
          <p:nvPr/>
        </p:nvSpPr>
        <p:spPr>
          <a:xfrm>
            <a:off x="4867246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figure151" descr="수 모형: 백 0개, 십 3개, 일 0개"/>
          <p:cNvSpPr/>
          <p:nvPr/>
        </p:nvSpPr>
        <p:spPr>
          <a:xfrm>
            <a:off x="3401568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5-label15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삼십 서른</a:t>
            </a:r>
            <a:endParaRPr lang="ko-KR" sz="2600" dirty="0"/>
          </a:p>
        </p:txBody>
      </p:sp>
      <p:sp>
        <p:nvSpPr>
          <p:cNvPr id="60" name="S05-rod153"/>
          <p:cNvSpPr/>
          <p:nvPr/>
        </p:nvSpPr>
        <p:spPr>
          <a:xfrm>
            <a:off x="6724005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5-line154"/>
          <p:cNvSpPr/>
          <p:nvPr/>
        </p:nvSpPr>
        <p:spPr>
          <a:xfrm>
            <a:off x="6724005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155"/>
          <p:cNvSpPr/>
          <p:nvPr/>
        </p:nvSpPr>
        <p:spPr>
          <a:xfrm>
            <a:off x="6724005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56"/>
          <p:cNvSpPr/>
          <p:nvPr/>
        </p:nvSpPr>
        <p:spPr>
          <a:xfrm>
            <a:off x="6724005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57"/>
          <p:cNvSpPr/>
          <p:nvPr/>
        </p:nvSpPr>
        <p:spPr>
          <a:xfrm>
            <a:off x="6724005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58"/>
          <p:cNvSpPr/>
          <p:nvPr/>
        </p:nvSpPr>
        <p:spPr>
          <a:xfrm>
            <a:off x="6724005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159"/>
          <p:cNvSpPr/>
          <p:nvPr/>
        </p:nvSpPr>
        <p:spPr>
          <a:xfrm>
            <a:off x="6724005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160"/>
          <p:cNvSpPr/>
          <p:nvPr/>
        </p:nvSpPr>
        <p:spPr>
          <a:xfrm>
            <a:off x="6724005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161"/>
          <p:cNvSpPr/>
          <p:nvPr/>
        </p:nvSpPr>
        <p:spPr>
          <a:xfrm>
            <a:off x="6724005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162"/>
          <p:cNvSpPr/>
          <p:nvPr/>
        </p:nvSpPr>
        <p:spPr>
          <a:xfrm>
            <a:off x="6724005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rod163"/>
          <p:cNvSpPr/>
          <p:nvPr/>
        </p:nvSpPr>
        <p:spPr>
          <a:xfrm>
            <a:off x="7122473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line164"/>
          <p:cNvSpPr/>
          <p:nvPr/>
        </p:nvSpPr>
        <p:spPr>
          <a:xfrm>
            <a:off x="7122473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165"/>
          <p:cNvSpPr/>
          <p:nvPr/>
        </p:nvSpPr>
        <p:spPr>
          <a:xfrm>
            <a:off x="7122473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166"/>
          <p:cNvSpPr/>
          <p:nvPr/>
        </p:nvSpPr>
        <p:spPr>
          <a:xfrm>
            <a:off x="7122473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167"/>
          <p:cNvSpPr/>
          <p:nvPr/>
        </p:nvSpPr>
        <p:spPr>
          <a:xfrm>
            <a:off x="7122473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168"/>
          <p:cNvSpPr/>
          <p:nvPr/>
        </p:nvSpPr>
        <p:spPr>
          <a:xfrm>
            <a:off x="7122473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169"/>
          <p:cNvSpPr/>
          <p:nvPr/>
        </p:nvSpPr>
        <p:spPr>
          <a:xfrm>
            <a:off x="7122473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170"/>
          <p:cNvSpPr/>
          <p:nvPr/>
        </p:nvSpPr>
        <p:spPr>
          <a:xfrm>
            <a:off x="7122473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171"/>
          <p:cNvSpPr/>
          <p:nvPr/>
        </p:nvSpPr>
        <p:spPr>
          <a:xfrm>
            <a:off x="7122473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172"/>
          <p:cNvSpPr/>
          <p:nvPr/>
        </p:nvSpPr>
        <p:spPr>
          <a:xfrm>
            <a:off x="7122473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rod173"/>
          <p:cNvSpPr/>
          <p:nvPr/>
        </p:nvSpPr>
        <p:spPr>
          <a:xfrm>
            <a:off x="752094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line174"/>
          <p:cNvSpPr/>
          <p:nvPr/>
        </p:nvSpPr>
        <p:spPr>
          <a:xfrm>
            <a:off x="752094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175"/>
          <p:cNvSpPr/>
          <p:nvPr/>
        </p:nvSpPr>
        <p:spPr>
          <a:xfrm>
            <a:off x="752094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176"/>
          <p:cNvSpPr/>
          <p:nvPr/>
        </p:nvSpPr>
        <p:spPr>
          <a:xfrm>
            <a:off x="752094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177"/>
          <p:cNvSpPr/>
          <p:nvPr/>
        </p:nvSpPr>
        <p:spPr>
          <a:xfrm>
            <a:off x="752094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78"/>
          <p:cNvSpPr/>
          <p:nvPr/>
        </p:nvSpPr>
        <p:spPr>
          <a:xfrm>
            <a:off x="752094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79"/>
          <p:cNvSpPr/>
          <p:nvPr/>
        </p:nvSpPr>
        <p:spPr>
          <a:xfrm>
            <a:off x="752094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80"/>
          <p:cNvSpPr/>
          <p:nvPr/>
        </p:nvSpPr>
        <p:spPr>
          <a:xfrm>
            <a:off x="752094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81"/>
          <p:cNvSpPr/>
          <p:nvPr/>
        </p:nvSpPr>
        <p:spPr>
          <a:xfrm>
            <a:off x="752094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line182"/>
          <p:cNvSpPr/>
          <p:nvPr/>
        </p:nvSpPr>
        <p:spPr>
          <a:xfrm>
            <a:off x="752094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rod183"/>
          <p:cNvSpPr/>
          <p:nvPr/>
        </p:nvSpPr>
        <p:spPr>
          <a:xfrm>
            <a:off x="791940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5-line184"/>
          <p:cNvSpPr/>
          <p:nvPr/>
        </p:nvSpPr>
        <p:spPr>
          <a:xfrm>
            <a:off x="791940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85"/>
          <p:cNvSpPr/>
          <p:nvPr/>
        </p:nvSpPr>
        <p:spPr>
          <a:xfrm>
            <a:off x="791940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86"/>
          <p:cNvSpPr/>
          <p:nvPr/>
        </p:nvSpPr>
        <p:spPr>
          <a:xfrm>
            <a:off x="791940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187"/>
          <p:cNvSpPr/>
          <p:nvPr/>
        </p:nvSpPr>
        <p:spPr>
          <a:xfrm>
            <a:off x="791940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88"/>
          <p:cNvSpPr/>
          <p:nvPr/>
        </p:nvSpPr>
        <p:spPr>
          <a:xfrm>
            <a:off x="791940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189"/>
          <p:cNvSpPr/>
          <p:nvPr/>
        </p:nvSpPr>
        <p:spPr>
          <a:xfrm>
            <a:off x="791940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190"/>
          <p:cNvSpPr/>
          <p:nvPr/>
        </p:nvSpPr>
        <p:spPr>
          <a:xfrm>
            <a:off x="791940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191"/>
          <p:cNvSpPr/>
          <p:nvPr/>
        </p:nvSpPr>
        <p:spPr>
          <a:xfrm>
            <a:off x="791940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line192"/>
          <p:cNvSpPr/>
          <p:nvPr/>
        </p:nvSpPr>
        <p:spPr>
          <a:xfrm>
            <a:off x="791940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figure193" descr="수 모형: 백 0개, 십 4개, 일 0개"/>
          <p:cNvSpPr/>
          <p:nvPr/>
        </p:nvSpPr>
        <p:spPr>
          <a:xfrm>
            <a:off x="6254496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05-label19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사십 마흔</a:t>
            </a:r>
            <a:endParaRPr lang="ko-KR" sz="2600" dirty="0"/>
          </a:p>
        </p:txBody>
      </p:sp>
      <p:sp>
        <p:nvSpPr>
          <p:cNvPr id="102" name="S05-rod195"/>
          <p:cNvSpPr/>
          <p:nvPr/>
        </p:nvSpPr>
        <p:spPr>
          <a:xfrm>
            <a:off x="937770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5-line196"/>
          <p:cNvSpPr/>
          <p:nvPr/>
        </p:nvSpPr>
        <p:spPr>
          <a:xfrm>
            <a:off x="937770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197"/>
          <p:cNvSpPr/>
          <p:nvPr/>
        </p:nvSpPr>
        <p:spPr>
          <a:xfrm>
            <a:off x="937770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198"/>
          <p:cNvSpPr/>
          <p:nvPr/>
        </p:nvSpPr>
        <p:spPr>
          <a:xfrm>
            <a:off x="937770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199"/>
          <p:cNvSpPr/>
          <p:nvPr/>
        </p:nvSpPr>
        <p:spPr>
          <a:xfrm>
            <a:off x="937770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00"/>
          <p:cNvSpPr/>
          <p:nvPr/>
        </p:nvSpPr>
        <p:spPr>
          <a:xfrm>
            <a:off x="937770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01"/>
          <p:cNvSpPr/>
          <p:nvPr/>
        </p:nvSpPr>
        <p:spPr>
          <a:xfrm>
            <a:off x="937770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line202"/>
          <p:cNvSpPr/>
          <p:nvPr/>
        </p:nvSpPr>
        <p:spPr>
          <a:xfrm>
            <a:off x="937770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03"/>
          <p:cNvSpPr/>
          <p:nvPr/>
        </p:nvSpPr>
        <p:spPr>
          <a:xfrm>
            <a:off x="937770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04"/>
          <p:cNvSpPr/>
          <p:nvPr/>
        </p:nvSpPr>
        <p:spPr>
          <a:xfrm>
            <a:off x="937770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rod205"/>
          <p:cNvSpPr/>
          <p:nvPr/>
        </p:nvSpPr>
        <p:spPr>
          <a:xfrm>
            <a:off x="977616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5-line206"/>
          <p:cNvSpPr/>
          <p:nvPr/>
        </p:nvSpPr>
        <p:spPr>
          <a:xfrm>
            <a:off x="977616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line207"/>
          <p:cNvSpPr/>
          <p:nvPr/>
        </p:nvSpPr>
        <p:spPr>
          <a:xfrm>
            <a:off x="977616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08"/>
          <p:cNvSpPr/>
          <p:nvPr/>
        </p:nvSpPr>
        <p:spPr>
          <a:xfrm>
            <a:off x="977616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09"/>
          <p:cNvSpPr/>
          <p:nvPr/>
        </p:nvSpPr>
        <p:spPr>
          <a:xfrm>
            <a:off x="977616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10"/>
          <p:cNvSpPr/>
          <p:nvPr/>
        </p:nvSpPr>
        <p:spPr>
          <a:xfrm>
            <a:off x="977616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11"/>
          <p:cNvSpPr/>
          <p:nvPr/>
        </p:nvSpPr>
        <p:spPr>
          <a:xfrm>
            <a:off x="977616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line212"/>
          <p:cNvSpPr/>
          <p:nvPr/>
        </p:nvSpPr>
        <p:spPr>
          <a:xfrm>
            <a:off x="977616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13"/>
          <p:cNvSpPr/>
          <p:nvPr/>
        </p:nvSpPr>
        <p:spPr>
          <a:xfrm>
            <a:off x="977616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14"/>
          <p:cNvSpPr/>
          <p:nvPr/>
        </p:nvSpPr>
        <p:spPr>
          <a:xfrm>
            <a:off x="977616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rod215"/>
          <p:cNvSpPr/>
          <p:nvPr/>
        </p:nvSpPr>
        <p:spPr>
          <a:xfrm>
            <a:off x="1017463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5-line216"/>
          <p:cNvSpPr/>
          <p:nvPr/>
        </p:nvSpPr>
        <p:spPr>
          <a:xfrm>
            <a:off x="1017463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line217"/>
          <p:cNvSpPr/>
          <p:nvPr/>
        </p:nvSpPr>
        <p:spPr>
          <a:xfrm>
            <a:off x="1017463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18"/>
          <p:cNvSpPr/>
          <p:nvPr/>
        </p:nvSpPr>
        <p:spPr>
          <a:xfrm>
            <a:off x="1017463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19"/>
          <p:cNvSpPr/>
          <p:nvPr/>
        </p:nvSpPr>
        <p:spPr>
          <a:xfrm>
            <a:off x="1017463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20"/>
          <p:cNvSpPr/>
          <p:nvPr/>
        </p:nvSpPr>
        <p:spPr>
          <a:xfrm>
            <a:off x="1017463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21"/>
          <p:cNvSpPr/>
          <p:nvPr/>
        </p:nvSpPr>
        <p:spPr>
          <a:xfrm>
            <a:off x="1017463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line222"/>
          <p:cNvSpPr/>
          <p:nvPr/>
        </p:nvSpPr>
        <p:spPr>
          <a:xfrm>
            <a:off x="1017463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23"/>
          <p:cNvSpPr/>
          <p:nvPr/>
        </p:nvSpPr>
        <p:spPr>
          <a:xfrm>
            <a:off x="1017463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24"/>
          <p:cNvSpPr/>
          <p:nvPr/>
        </p:nvSpPr>
        <p:spPr>
          <a:xfrm>
            <a:off x="1017463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rod225"/>
          <p:cNvSpPr/>
          <p:nvPr/>
        </p:nvSpPr>
        <p:spPr>
          <a:xfrm>
            <a:off x="10573102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5-line226"/>
          <p:cNvSpPr/>
          <p:nvPr/>
        </p:nvSpPr>
        <p:spPr>
          <a:xfrm>
            <a:off x="10573102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line227"/>
          <p:cNvSpPr/>
          <p:nvPr/>
        </p:nvSpPr>
        <p:spPr>
          <a:xfrm>
            <a:off x="10573102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28"/>
          <p:cNvSpPr/>
          <p:nvPr/>
        </p:nvSpPr>
        <p:spPr>
          <a:xfrm>
            <a:off x="10573102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29"/>
          <p:cNvSpPr/>
          <p:nvPr/>
        </p:nvSpPr>
        <p:spPr>
          <a:xfrm>
            <a:off x="10573102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30"/>
          <p:cNvSpPr/>
          <p:nvPr/>
        </p:nvSpPr>
        <p:spPr>
          <a:xfrm>
            <a:off x="10573102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31"/>
          <p:cNvSpPr/>
          <p:nvPr/>
        </p:nvSpPr>
        <p:spPr>
          <a:xfrm>
            <a:off x="10573102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5-line232"/>
          <p:cNvSpPr/>
          <p:nvPr/>
        </p:nvSpPr>
        <p:spPr>
          <a:xfrm>
            <a:off x="10573102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33"/>
          <p:cNvSpPr/>
          <p:nvPr/>
        </p:nvSpPr>
        <p:spPr>
          <a:xfrm>
            <a:off x="10573102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34"/>
          <p:cNvSpPr/>
          <p:nvPr/>
        </p:nvSpPr>
        <p:spPr>
          <a:xfrm>
            <a:off x="10573102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rod235"/>
          <p:cNvSpPr/>
          <p:nvPr/>
        </p:nvSpPr>
        <p:spPr>
          <a:xfrm>
            <a:off x="10971569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5-line236"/>
          <p:cNvSpPr/>
          <p:nvPr/>
        </p:nvSpPr>
        <p:spPr>
          <a:xfrm>
            <a:off x="10971569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line237"/>
          <p:cNvSpPr/>
          <p:nvPr/>
        </p:nvSpPr>
        <p:spPr>
          <a:xfrm>
            <a:off x="10971569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line238"/>
          <p:cNvSpPr/>
          <p:nvPr/>
        </p:nvSpPr>
        <p:spPr>
          <a:xfrm>
            <a:off x="10971569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line239"/>
          <p:cNvSpPr/>
          <p:nvPr/>
        </p:nvSpPr>
        <p:spPr>
          <a:xfrm>
            <a:off x="10971569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line240"/>
          <p:cNvSpPr/>
          <p:nvPr/>
        </p:nvSpPr>
        <p:spPr>
          <a:xfrm>
            <a:off x="10971569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line241"/>
          <p:cNvSpPr/>
          <p:nvPr/>
        </p:nvSpPr>
        <p:spPr>
          <a:xfrm>
            <a:off x="10971569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5-line242"/>
          <p:cNvSpPr/>
          <p:nvPr/>
        </p:nvSpPr>
        <p:spPr>
          <a:xfrm>
            <a:off x="10971569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line243"/>
          <p:cNvSpPr/>
          <p:nvPr/>
        </p:nvSpPr>
        <p:spPr>
          <a:xfrm>
            <a:off x="10971569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5-line244"/>
          <p:cNvSpPr/>
          <p:nvPr/>
        </p:nvSpPr>
        <p:spPr>
          <a:xfrm>
            <a:off x="10971569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figure245" descr="수 모형: 백 0개, 십 5개, 일 0개"/>
          <p:cNvSpPr/>
          <p:nvPr/>
        </p:nvSpPr>
        <p:spPr>
          <a:xfrm>
            <a:off x="9107424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05-label24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오십 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묶어 세기</a:t>
            </a:r>
            <a:endParaRPr lang="ko-KR" sz="4400" dirty="0"/>
          </a:p>
        </p:txBody>
      </p:sp>
      <p:sp>
        <p:nvSpPr>
          <p:cNvPr id="3" name="S06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06-card24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4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이십삼 또는 스물셋이라고 읽어요.</a:t>
            </a:r>
            <a:endParaRPr lang="ko-KR" sz="3200" dirty="0"/>
          </a:p>
        </p:txBody>
      </p:sp>
      <p:sp>
        <p:nvSpPr>
          <p:cNvPr id="6" name="S06-dot250"/>
          <p:cNvSpPr/>
          <p:nvPr/>
        </p:nvSpPr>
        <p:spPr>
          <a:xfrm>
            <a:off x="650971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251"/>
          <p:cNvSpPr/>
          <p:nvPr/>
        </p:nvSpPr>
        <p:spPr>
          <a:xfrm>
            <a:off x="118955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252"/>
          <p:cNvSpPr/>
          <p:nvPr/>
        </p:nvSpPr>
        <p:spPr>
          <a:xfrm>
            <a:off x="1728134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253"/>
          <p:cNvSpPr/>
          <p:nvPr/>
        </p:nvSpPr>
        <p:spPr>
          <a:xfrm>
            <a:off x="226671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254"/>
          <p:cNvSpPr/>
          <p:nvPr/>
        </p:nvSpPr>
        <p:spPr>
          <a:xfrm>
            <a:off x="2805297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255"/>
          <p:cNvSpPr/>
          <p:nvPr/>
        </p:nvSpPr>
        <p:spPr>
          <a:xfrm>
            <a:off x="3343879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256"/>
          <p:cNvSpPr/>
          <p:nvPr/>
        </p:nvSpPr>
        <p:spPr>
          <a:xfrm>
            <a:off x="3882460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257"/>
          <p:cNvSpPr/>
          <p:nvPr/>
        </p:nvSpPr>
        <p:spPr>
          <a:xfrm>
            <a:off x="442104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258"/>
          <p:cNvSpPr/>
          <p:nvPr/>
        </p:nvSpPr>
        <p:spPr>
          <a:xfrm>
            <a:off x="4959623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259"/>
          <p:cNvSpPr/>
          <p:nvPr/>
        </p:nvSpPr>
        <p:spPr>
          <a:xfrm>
            <a:off x="549820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260"/>
          <p:cNvSpPr/>
          <p:nvPr/>
        </p:nvSpPr>
        <p:spPr>
          <a:xfrm>
            <a:off x="650971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261"/>
          <p:cNvSpPr/>
          <p:nvPr/>
        </p:nvSpPr>
        <p:spPr>
          <a:xfrm>
            <a:off x="118955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262"/>
          <p:cNvSpPr/>
          <p:nvPr/>
        </p:nvSpPr>
        <p:spPr>
          <a:xfrm>
            <a:off x="1728134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263"/>
          <p:cNvSpPr/>
          <p:nvPr/>
        </p:nvSpPr>
        <p:spPr>
          <a:xfrm>
            <a:off x="226671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264"/>
          <p:cNvSpPr/>
          <p:nvPr/>
        </p:nvSpPr>
        <p:spPr>
          <a:xfrm>
            <a:off x="2805297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265"/>
          <p:cNvSpPr/>
          <p:nvPr/>
        </p:nvSpPr>
        <p:spPr>
          <a:xfrm>
            <a:off x="3343879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266"/>
          <p:cNvSpPr/>
          <p:nvPr/>
        </p:nvSpPr>
        <p:spPr>
          <a:xfrm>
            <a:off x="3882460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267"/>
          <p:cNvSpPr/>
          <p:nvPr/>
        </p:nvSpPr>
        <p:spPr>
          <a:xfrm>
            <a:off x="442104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268"/>
          <p:cNvSpPr/>
          <p:nvPr/>
        </p:nvSpPr>
        <p:spPr>
          <a:xfrm>
            <a:off x="4959623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269"/>
          <p:cNvSpPr/>
          <p:nvPr/>
        </p:nvSpPr>
        <p:spPr>
          <a:xfrm>
            <a:off x="549820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group270"/>
          <p:cNvSpPr/>
          <p:nvPr/>
        </p:nvSpPr>
        <p:spPr>
          <a:xfrm>
            <a:off x="576072" y="258701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6-group271"/>
          <p:cNvSpPr/>
          <p:nvPr/>
        </p:nvSpPr>
        <p:spPr>
          <a:xfrm>
            <a:off x="576072" y="3125597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6-figure272" descr="10개씩 묶은 점 두 줄"/>
          <p:cNvSpPr/>
          <p:nvPr/>
        </p:nvSpPr>
        <p:spPr>
          <a:xfrm>
            <a:off x="548640" y="2550439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6-label27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06-dot274"/>
          <p:cNvSpPr/>
          <p:nvPr/>
        </p:nvSpPr>
        <p:spPr>
          <a:xfrm>
            <a:off x="6356827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75"/>
          <p:cNvSpPr/>
          <p:nvPr/>
        </p:nvSpPr>
        <p:spPr>
          <a:xfrm>
            <a:off x="6895408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76"/>
          <p:cNvSpPr/>
          <p:nvPr/>
        </p:nvSpPr>
        <p:spPr>
          <a:xfrm>
            <a:off x="7433990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figure277" descr="묶지 않은 점 3개"/>
          <p:cNvSpPr/>
          <p:nvPr/>
        </p:nvSpPr>
        <p:spPr>
          <a:xfrm>
            <a:off x="6254496" y="2819730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label27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먼저, 낱개 나중</a:t>
            </a:r>
            <a:endParaRPr lang="ko-KR" sz="4400" dirty="0"/>
          </a:p>
        </p:txBody>
      </p:sp>
      <p:sp>
        <p:nvSpPr>
          <p:cNvPr id="3" name="S07-card2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삼십사 또는 서른넷이라고 읽어요.</a:t>
            </a:r>
            <a:endParaRPr lang="ko-KR" sz="3200" dirty="0"/>
          </a:p>
        </p:txBody>
      </p:sp>
      <p:sp>
        <p:nvSpPr>
          <p:cNvPr id="5" name="S07-rod281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282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283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284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285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286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287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288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289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290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291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292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293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294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295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296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297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298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299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300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301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302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03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04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05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06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07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08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09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10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unit311"/>
          <p:cNvSpPr/>
          <p:nvPr/>
        </p:nvSpPr>
        <p:spPr>
          <a:xfrm>
            <a:off x="3806832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unit312"/>
          <p:cNvSpPr/>
          <p:nvPr/>
        </p:nvSpPr>
        <p:spPr>
          <a:xfrm>
            <a:off x="3806832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unit313"/>
          <p:cNvSpPr/>
          <p:nvPr/>
        </p:nvSpPr>
        <p:spPr>
          <a:xfrm>
            <a:off x="3806832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unit314"/>
          <p:cNvSpPr/>
          <p:nvPr/>
        </p:nvSpPr>
        <p:spPr>
          <a:xfrm>
            <a:off x="3806832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figure315" descr="10개 막대 3개와 낱개 4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얼마일까요?</a:t>
            </a:r>
            <a:endParaRPr lang="ko-KR" sz="4400" dirty="0"/>
          </a:p>
        </p:txBody>
      </p:sp>
      <p:sp>
        <p:nvSpPr>
          <p:cNvPr id="3" name="S08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낱개를 세어요.</a:t>
            </a:r>
            <a:endParaRPr lang="ko-KR" sz="3200" dirty="0"/>
          </a:p>
        </p:txBody>
      </p:sp>
      <p:sp>
        <p:nvSpPr>
          <p:cNvPr id="4" name="S08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얼마일까요? 두 가지로 읽어요.</a:t>
            </a:r>
            <a:endParaRPr lang="ko-KR" sz="3200" dirty="0"/>
          </a:p>
        </p:txBody>
      </p:sp>
      <p:sp>
        <p:nvSpPr>
          <p:cNvPr id="6" name="S08-chip32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ell321"/>
          <p:cNvSpPr/>
          <p:nvPr/>
        </p:nvSpPr>
        <p:spPr>
          <a:xfrm>
            <a:off x="54864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dot322"/>
          <p:cNvSpPr/>
          <p:nvPr/>
        </p:nvSpPr>
        <p:spPr>
          <a:xfrm>
            <a:off x="601907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cell323"/>
          <p:cNvSpPr/>
          <p:nvPr/>
        </p:nvSpPr>
        <p:spPr>
          <a:xfrm>
            <a:off x="861974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dot324"/>
          <p:cNvSpPr/>
          <p:nvPr/>
        </p:nvSpPr>
        <p:spPr>
          <a:xfrm>
            <a:off x="915241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cell325"/>
          <p:cNvSpPr/>
          <p:nvPr/>
        </p:nvSpPr>
        <p:spPr>
          <a:xfrm>
            <a:off x="1175309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dot326"/>
          <p:cNvSpPr/>
          <p:nvPr/>
        </p:nvSpPr>
        <p:spPr>
          <a:xfrm>
            <a:off x="122857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cell327"/>
          <p:cNvSpPr/>
          <p:nvPr/>
        </p:nvSpPr>
        <p:spPr>
          <a:xfrm>
            <a:off x="1488643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dot328"/>
          <p:cNvSpPr/>
          <p:nvPr/>
        </p:nvSpPr>
        <p:spPr>
          <a:xfrm>
            <a:off x="1541910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cell329"/>
          <p:cNvSpPr/>
          <p:nvPr/>
        </p:nvSpPr>
        <p:spPr>
          <a:xfrm>
            <a:off x="1801978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dot330"/>
          <p:cNvSpPr/>
          <p:nvPr/>
        </p:nvSpPr>
        <p:spPr>
          <a:xfrm>
            <a:off x="1855244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cell331"/>
          <p:cNvSpPr/>
          <p:nvPr/>
        </p:nvSpPr>
        <p:spPr>
          <a:xfrm>
            <a:off x="54864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dot332"/>
          <p:cNvSpPr/>
          <p:nvPr/>
        </p:nvSpPr>
        <p:spPr>
          <a:xfrm>
            <a:off x="601907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cell333"/>
          <p:cNvSpPr/>
          <p:nvPr/>
        </p:nvSpPr>
        <p:spPr>
          <a:xfrm>
            <a:off x="861974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dot334"/>
          <p:cNvSpPr/>
          <p:nvPr/>
        </p:nvSpPr>
        <p:spPr>
          <a:xfrm>
            <a:off x="915241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cell335"/>
          <p:cNvSpPr/>
          <p:nvPr/>
        </p:nvSpPr>
        <p:spPr>
          <a:xfrm>
            <a:off x="1175309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dot336"/>
          <p:cNvSpPr/>
          <p:nvPr/>
        </p:nvSpPr>
        <p:spPr>
          <a:xfrm>
            <a:off x="1228576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cell337"/>
          <p:cNvSpPr/>
          <p:nvPr/>
        </p:nvSpPr>
        <p:spPr>
          <a:xfrm>
            <a:off x="1488643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dot338"/>
          <p:cNvSpPr/>
          <p:nvPr/>
        </p:nvSpPr>
        <p:spPr>
          <a:xfrm>
            <a:off x="1541910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cell339"/>
          <p:cNvSpPr/>
          <p:nvPr/>
        </p:nvSpPr>
        <p:spPr>
          <a:xfrm>
            <a:off x="1801978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340"/>
          <p:cNvSpPr/>
          <p:nvPr/>
        </p:nvSpPr>
        <p:spPr>
          <a:xfrm>
            <a:off x="1855244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341" descr="꽉 찬 십 칸 틀(10개)"/>
          <p:cNvSpPr/>
          <p:nvPr/>
        </p:nvSpPr>
        <p:spPr>
          <a:xfrm>
            <a:off x="548640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8-cell342"/>
          <p:cNvSpPr/>
          <p:nvPr/>
        </p:nvSpPr>
        <p:spPr>
          <a:xfrm>
            <a:off x="2435352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343"/>
          <p:cNvSpPr/>
          <p:nvPr/>
        </p:nvSpPr>
        <p:spPr>
          <a:xfrm>
            <a:off x="2488619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344"/>
          <p:cNvSpPr/>
          <p:nvPr/>
        </p:nvSpPr>
        <p:spPr>
          <a:xfrm>
            <a:off x="2748686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345"/>
          <p:cNvSpPr/>
          <p:nvPr/>
        </p:nvSpPr>
        <p:spPr>
          <a:xfrm>
            <a:off x="2801953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346"/>
          <p:cNvSpPr/>
          <p:nvPr/>
        </p:nvSpPr>
        <p:spPr>
          <a:xfrm>
            <a:off x="3062021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347"/>
          <p:cNvSpPr/>
          <p:nvPr/>
        </p:nvSpPr>
        <p:spPr>
          <a:xfrm>
            <a:off x="3115288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348"/>
          <p:cNvSpPr/>
          <p:nvPr/>
        </p:nvSpPr>
        <p:spPr>
          <a:xfrm>
            <a:off x="3375355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dot349"/>
          <p:cNvSpPr/>
          <p:nvPr/>
        </p:nvSpPr>
        <p:spPr>
          <a:xfrm>
            <a:off x="3428622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cell350"/>
          <p:cNvSpPr/>
          <p:nvPr/>
        </p:nvSpPr>
        <p:spPr>
          <a:xfrm>
            <a:off x="368869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dot351"/>
          <p:cNvSpPr/>
          <p:nvPr/>
        </p:nvSpPr>
        <p:spPr>
          <a:xfrm>
            <a:off x="374195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8-cell352"/>
          <p:cNvSpPr/>
          <p:nvPr/>
        </p:nvSpPr>
        <p:spPr>
          <a:xfrm>
            <a:off x="2435352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353"/>
          <p:cNvSpPr/>
          <p:nvPr/>
        </p:nvSpPr>
        <p:spPr>
          <a:xfrm>
            <a:off x="2748686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354"/>
          <p:cNvSpPr/>
          <p:nvPr/>
        </p:nvSpPr>
        <p:spPr>
          <a:xfrm>
            <a:off x="3062021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355"/>
          <p:cNvSpPr/>
          <p:nvPr/>
        </p:nvSpPr>
        <p:spPr>
          <a:xfrm>
            <a:off x="3375355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356"/>
          <p:cNvSpPr/>
          <p:nvPr/>
        </p:nvSpPr>
        <p:spPr>
          <a:xfrm>
            <a:off x="368869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figure357" descr="십 칸 틀에 5개"/>
          <p:cNvSpPr/>
          <p:nvPr/>
        </p:nvSpPr>
        <p:spPr>
          <a:xfrm>
            <a:off x="2435352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8-chip3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5" name="S08-rod359"/>
          <p:cNvSpPr/>
          <p:nvPr/>
        </p:nvSpPr>
        <p:spPr>
          <a:xfrm>
            <a:off x="542388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line360"/>
          <p:cNvSpPr/>
          <p:nvPr/>
        </p:nvSpPr>
        <p:spPr>
          <a:xfrm>
            <a:off x="542388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361"/>
          <p:cNvSpPr/>
          <p:nvPr/>
        </p:nvSpPr>
        <p:spPr>
          <a:xfrm>
            <a:off x="542388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362"/>
          <p:cNvSpPr/>
          <p:nvPr/>
        </p:nvSpPr>
        <p:spPr>
          <a:xfrm>
            <a:off x="542388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363"/>
          <p:cNvSpPr/>
          <p:nvPr/>
        </p:nvSpPr>
        <p:spPr>
          <a:xfrm>
            <a:off x="542388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364"/>
          <p:cNvSpPr/>
          <p:nvPr/>
        </p:nvSpPr>
        <p:spPr>
          <a:xfrm>
            <a:off x="542388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365"/>
          <p:cNvSpPr/>
          <p:nvPr/>
        </p:nvSpPr>
        <p:spPr>
          <a:xfrm>
            <a:off x="542388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366"/>
          <p:cNvSpPr/>
          <p:nvPr/>
        </p:nvSpPr>
        <p:spPr>
          <a:xfrm>
            <a:off x="542388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367"/>
          <p:cNvSpPr/>
          <p:nvPr/>
        </p:nvSpPr>
        <p:spPr>
          <a:xfrm>
            <a:off x="542388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368"/>
          <p:cNvSpPr/>
          <p:nvPr/>
        </p:nvSpPr>
        <p:spPr>
          <a:xfrm>
            <a:off x="542388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rod369"/>
          <p:cNvSpPr/>
          <p:nvPr/>
        </p:nvSpPr>
        <p:spPr>
          <a:xfrm>
            <a:off x="579386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line370"/>
          <p:cNvSpPr/>
          <p:nvPr/>
        </p:nvSpPr>
        <p:spPr>
          <a:xfrm>
            <a:off x="579386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371"/>
          <p:cNvSpPr/>
          <p:nvPr/>
        </p:nvSpPr>
        <p:spPr>
          <a:xfrm>
            <a:off x="579386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372"/>
          <p:cNvSpPr/>
          <p:nvPr/>
        </p:nvSpPr>
        <p:spPr>
          <a:xfrm>
            <a:off x="579386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373"/>
          <p:cNvSpPr/>
          <p:nvPr/>
        </p:nvSpPr>
        <p:spPr>
          <a:xfrm>
            <a:off x="579386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374"/>
          <p:cNvSpPr/>
          <p:nvPr/>
        </p:nvSpPr>
        <p:spPr>
          <a:xfrm>
            <a:off x="579386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375"/>
          <p:cNvSpPr/>
          <p:nvPr/>
        </p:nvSpPr>
        <p:spPr>
          <a:xfrm>
            <a:off x="579386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376"/>
          <p:cNvSpPr/>
          <p:nvPr/>
        </p:nvSpPr>
        <p:spPr>
          <a:xfrm>
            <a:off x="579386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377"/>
          <p:cNvSpPr/>
          <p:nvPr/>
        </p:nvSpPr>
        <p:spPr>
          <a:xfrm>
            <a:off x="579386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378"/>
          <p:cNvSpPr/>
          <p:nvPr/>
        </p:nvSpPr>
        <p:spPr>
          <a:xfrm>
            <a:off x="579386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unit379"/>
          <p:cNvSpPr/>
          <p:nvPr/>
        </p:nvSpPr>
        <p:spPr>
          <a:xfrm>
            <a:off x="6163847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8-unit380"/>
          <p:cNvSpPr/>
          <p:nvPr/>
        </p:nvSpPr>
        <p:spPr>
          <a:xfrm>
            <a:off x="6163847" y="4496298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8-unit381"/>
          <p:cNvSpPr/>
          <p:nvPr/>
        </p:nvSpPr>
        <p:spPr>
          <a:xfrm>
            <a:off x="6163847" y="4207251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8-unit382"/>
          <p:cNvSpPr/>
          <p:nvPr/>
        </p:nvSpPr>
        <p:spPr>
          <a:xfrm>
            <a:off x="6163847" y="3918204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8-unit383"/>
          <p:cNvSpPr/>
          <p:nvPr/>
        </p:nvSpPr>
        <p:spPr>
          <a:xfrm>
            <a:off x="6163847" y="3629157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8-unit384"/>
          <p:cNvSpPr/>
          <p:nvPr/>
        </p:nvSpPr>
        <p:spPr>
          <a:xfrm>
            <a:off x="646445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8-figure385" descr="10개 막대 2개와 낱개 6개"/>
          <p:cNvSpPr/>
          <p:nvPr/>
        </p:nvSpPr>
        <p:spPr>
          <a:xfrm>
            <a:off x="4367784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8-chip3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73" name="S08-rod387"/>
          <p:cNvSpPr/>
          <p:nvPr/>
        </p:nvSpPr>
        <p:spPr>
          <a:xfrm>
            <a:off x="902335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8-line388"/>
          <p:cNvSpPr/>
          <p:nvPr/>
        </p:nvSpPr>
        <p:spPr>
          <a:xfrm>
            <a:off x="902335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8-line389"/>
          <p:cNvSpPr/>
          <p:nvPr/>
        </p:nvSpPr>
        <p:spPr>
          <a:xfrm>
            <a:off x="902335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8-line390"/>
          <p:cNvSpPr/>
          <p:nvPr/>
        </p:nvSpPr>
        <p:spPr>
          <a:xfrm>
            <a:off x="902335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8-line391"/>
          <p:cNvSpPr/>
          <p:nvPr/>
        </p:nvSpPr>
        <p:spPr>
          <a:xfrm>
            <a:off x="902335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8-line392"/>
          <p:cNvSpPr/>
          <p:nvPr/>
        </p:nvSpPr>
        <p:spPr>
          <a:xfrm>
            <a:off x="902335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8-line393"/>
          <p:cNvSpPr/>
          <p:nvPr/>
        </p:nvSpPr>
        <p:spPr>
          <a:xfrm>
            <a:off x="902335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8-line394"/>
          <p:cNvSpPr/>
          <p:nvPr/>
        </p:nvSpPr>
        <p:spPr>
          <a:xfrm>
            <a:off x="902335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8-line395"/>
          <p:cNvSpPr/>
          <p:nvPr/>
        </p:nvSpPr>
        <p:spPr>
          <a:xfrm>
            <a:off x="902335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8-line396"/>
          <p:cNvSpPr/>
          <p:nvPr/>
        </p:nvSpPr>
        <p:spPr>
          <a:xfrm>
            <a:off x="902335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8-rod397"/>
          <p:cNvSpPr/>
          <p:nvPr/>
        </p:nvSpPr>
        <p:spPr>
          <a:xfrm>
            <a:off x="939333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8-line398"/>
          <p:cNvSpPr/>
          <p:nvPr/>
        </p:nvSpPr>
        <p:spPr>
          <a:xfrm>
            <a:off x="939333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399"/>
          <p:cNvSpPr/>
          <p:nvPr/>
        </p:nvSpPr>
        <p:spPr>
          <a:xfrm>
            <a:off x="939333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00"/>
          <p:cNvSpPr/>
          <p:nvPr/>
        </p:nvSpPr>
        <p:spPr>
          <a:xfrm>
            <a:off x="939333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01"/>
          <p:cNvSpPr/>
          <p:nvPr/>
        </p:nvSpPr>
        <p:spPr>
          <a:xfrm>
            <a:off x="939333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02"/>
          <p:cNvSpPr/>
          <p:nvPr/>
        </p:nvSpPr>
        <p:spPr>
          <a:xfrm>
            <a:off x="939333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403"/>
          <p:cNvSpPr/>
          <p:nvPr/>
        </p:nvSpPr>
        <p:spPr>
          <a:xfrm>
            <a:off x="939333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04"/>
          <p:cNvSpPr/>
          <p:nvPr/>
        </p:nvSpPr>
        <p:spPr>
          <a:xfrm>
            <a:off x="939333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05"/>
          <p:cNvSpPr/>
          <p:nvPr/>
        </p:nvSpPr>
        <p:spPr>
          <a:xfrm>
            <a:off x="939333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06"/>
          <p:cNvSpPr/>
          <p:nvPr/>
        </p:nvSpPr>
        <p:spPr>
          <a:xfrm>
            <a:off x="939333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rod407"/>
          <p:cNvSpPr/>
          <p:nvPr/>
        </p:nvSpPr>
        <p:spPr>
          <a:xfrm>
            <a:off x="976331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8-line408"/>
          <p:cNvSpPr/>
          <p:nvPr/>
        </p:nvSpPr>
        <p:spPr>
          <a:xfrm>
            <a:off x="976331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09"/>
          <p:cNvSpPr/>
          <p:nvPr/>
        </p:nvSpPr>
        <p:spPr>
          <a:xfrm>
            <a:off x="976331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10"/>
          <p:cNvSpPr/>
          <p:nvPr/>
        </p:nvSpPr>
        <p:spPr>
          <a:xfrm>
            <a:off x="976331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11"/>
          <p:cNvSpPr/>
          <p:nvPr/>
        </p:nvSpPr>
        <p:spPr>
          <a:xfrm>
            <a:off x="976331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12"/>
          <p:cNvSpPr/>
          <p:nvPr/>
        </p:nvSpPr>
        <p:spPr>
          <a:xfrm>
            <a:off x="976331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413"/>
          <p:cNvSpPr/>
          <p:nvPr/>
        </p:nvSpPr>
        <p:spPr>
          <a:xfrm>
            <a:off x="976331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14"/>
          <p:cNvSpPr/>
          <p:nvPr/>
        </p:nvSpPr>
        <p:spPr>
          <a:xfrm>
            <a:off x="976331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15"/>
          <p:cNvSpPr/>
          <p:nvPr/>
        </p:nvSpPr>
        <p:spPr>
          <a:xfrm>
            <a:off x="976331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16"/>
          <p:cNvSpPr/>
          <p:nvPr/>
        </p:nvSpPr>
        <p:spPr>
          <a:xfrm>
            <a:off x="976331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rod417"/>
          <p:cNvSpPr/>
          <p:nvPr/>
        </p:nvSpPr>
        <p:spPr>
          <a:xfrm>
            <a:off x="1013329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8-line418"/>
          <p:cNvSpPr/>
          <p:nvPr/>
        </p:nvSpPr>
        <p:spPr>
          <a:xfrm>
            <a:off x="1013329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19"/>
          <p:cNvSpPr/>
          <p:nvPr/>
        </p:nvSpPr>
        <p:spPr>
          <a:xfrm>
            <a:off x="1013329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20"/>
          <p:cNvSpPr/>
          <p:nvPr/>
        </p:nvSpPr>
        <p:spPr>
          <a:xfrm>
            <a:off x="1013329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21"/>
          <p:cNvSpPr/>
          <p:nvPr/>
        </p:nvSpPr>
        <p:spPr>
          <a:xfrm>
            <a:off x="1013329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22"/>
          <p:cNvSpPr/>
          <p:nvPr/>
        </p:nvSpPr>
        <p:spPr>
          <a:xfrm>
            <a:off x="1013329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423"/>
          <p:cNvSpPr/>
          <p:nvPr/>
        </p:nvSpPr>
        <p:spPr>
          <a:xfrm>
            <a:off x="1013329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24"/>
          <p:cNvSpPr/>
          <p:nvPr/>
        </p:nvSpPr>
        <p:spPr>
          <a:xfrm>
            <a:off x="1013329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25"/>
          <p:cNvSpPr/>
          <p:nvPr/>
        </p:nvSpPr>
        <p:spPr>
          <a:xfrm>
            <a:off x="1013329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26"/>
          <p:cNvSpPr/>
          <p:nvPr/>
        </p:nvSpPr>
        <p:spPr>
          <a:xfrm>
            <a:off x="1013329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unit427"/>
          <p:cNvSpPr/>
          <p:nvPr/>
        </p:nvSpPr>
        <p:spPr>
          <a:xfrm>
            <a:off x="1050327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8-figure428" descr="10개 막대 4개와 낱개 1개"/>
          <p:cNvSpPr/>
          <p:nvPr/>
        </p:nvSpPr>
        <p:spPr>
          <a:xfrm>
            <a:off x="8186928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9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9-chip4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4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7개는?</a:t>
            </a:r>
            <a:endParaRPr lang="ko-KR" sz="3200" dirty="0"/>
          </a:p>
        </p:txBody>
      </p:sp>
      <p:sp>
        <p:nvSpPr>
          <p:cNvPr id="7" name="S09-chip4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4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38을 두 가지로 읽어요.</a:t>
            </a:r>
            <a:endParaRPr lang="ko-KR" sz="3200" dirty="0"/>
          </a:p>
        </p:txBody>
      </p:sp>
      <p:sp>
        <p:nvSpPr>
          <p:cNvPr id="9" name="S09-chip4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4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열다섯을 숫자로 써요.</a:t>
            </a:r>
            <a:endParaRPr lang="ko-KR" sz="3200" dirty="0"/>
          </a:p>
        </p:txBody>
      </p:sp>
      <p:sp>
        <p:nvSpPr>
          <p:cNvPr id="11" name="S09-chip4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4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50은 묶음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4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4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‘서른넷’을 숫자로 썼어요.</a:t>
            </a:r>
            <a:endParaRPr lang="ko-KR" sz="3200" dirty="0"/>
          </a:p>
        </p:txBody>
      </p:sp>
      <p:sp>
        <p:nvSpPr>
          <p:cNvPr id="5" name="S10-card4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4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4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10-eqtext4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</a:t>
            </a:r>
            <a:endParaRPr lang="ko-KR" sz="3600" dirty="0"/>
          </a:p>
        </p:txBody>
      </p:sp>
      <p:sp>
        <p:nvSpPr>
          <p:cNvPr id="9" name="S10-chip4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10-eqtext4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4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4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1개, 낱개 8개는?</a:t>
            </a:r>
            <a:endParaRPr lang="ko-KR" sz="3200" dirty="0"/>
          </a:p>
        </p:txBody>
      </p:sp>
      <p:sp>
        <p:nvSpPr>
          <p:cNvPr id="6" name="S11-chip4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4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45를 두 가지로 읽어요.</a:t>
            </a:r>
            <a:endParaRPr lang="ko-KR" sz="3200" dirty="0"/>
          </a:p>
        </p:txBody>
      </p:sp>
      <p:sp>
        <p:nvSpPr>
          <p:cNvPr id="8" name="S11-chip4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4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서른둘을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4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콩 봉지와 낱개로 다시 놓아 보게 하세요.</a:t>
            </a:r>
            <a:endParaRPr lang="ko-KR" sz="3200" dirty="0"/>
          </a:p>
        </p:txBody>
      </p:sp>
      <p:sp>
        <p:nvSpPr>
          <p:cNvPr id="5" name="S12-chip45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45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</a:t>
            </a:r>
            <a:endParaRPr lang="ko-KR" sz="3200" dirty="0"/>
          </a:p>
        </p:txBody>
      </p:sp>
      <p:sp>
        <p:nvSpPr>
          <p:cNvPr id="7" name="S12-text45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1, 낱개 8</a:t>
            </a:r>
            <a:endParaRPr lang="ko-KR" sz="2600" dirty="0"/>
          </a:p>
        </p:txBody>
      </p:sp>
      <p:sp>
        <p:nvSpPr>
          <p:cNvPr id="8" name="S12-text45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사십오</a:t>
            </a:r>
            <a:endParaRPr lang="ko-KR" sz="3200" dirty="0"/>
          </a:p>
        </p:txBody>
      </p:sp>
      <p:sp>
        <p:nvSpPr>
          <p:cNvPr id="9" name="S12-text46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마흔다섯</a:t>
            </a:r>
            <a:endParaRPr lang="ko-KR" sz="2600" dirty="0"/>
          </a:p>
        </p:txBody>
      </p:sp>
      <p:sp>
        <p:nvSpPr>
          <p:cNvPr id="10" name="S12-text46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</a:t>
            </a:r>
            <a:endParaRPr lang="ko-KR" sz="3200" dirty="0"/>
          </a:p>
        </p:txBody>
      </p:sp>
      <p:sp>
        <p:nvSpPr>
          <p:cNvPr id="11" name="S12-text46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3, 낱개 2</a:t>
            </a:r>
            <a:endParaRPr lang="ko-KR" sz="2600" dirty="0"/>
          </a:p>
        </p:txBody>
      </p:sp>
      <p:sp>
        <p:nvSpPr>
          <p:cNvPr id="12" name="S12-chip46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464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81</a:t>
            </a:r>
            <a:endParaRPr lang="ko-KR" sz="3200" dirty="0"/>
          </a:p>
        </p:txBody>
      </p:sp>
      <p:sp>
        <p:nvSpPr>
          <p:cNvPr id="14" name="S12-text465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묶음·낱개 바꿈</a:t>
            </a:r>
            <a:endParaRPr lang="ko-KR" sz="2600" dirty="0"/>
          </a:p>
        </p:txBody>
      </p:sp>
      <p:sp>
        <p:nvSpPr>
          <p:cNvPr id="15" name="S12-text466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사십다섯</a:t>
            </a:r>
            <a:endParaRPr lang="ko-KR" sz="3200" dirty="0"/>
          </a:p>
        </p:txBody>
      </p:sp>
      <p:sp>
        <p:nvSpPr>
          <p:cNvPr id="16" name="S12-text467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읽기를 섞음</a:t>
            </a:r>
            <a:endParaRPr lang="ko-KR" sz="2600" dirty="0"/>
          </a:p>
        </p:txBody>
      </p:sp>
      <p:sp>
        <p:nvSpPr>
          <p:cNvPr id="17" name="S12-text468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302</a:t>
            </a:r>
            <a:endParaRPr lang="ko-KR" sz="3200" dirty="0"/>
          </a:p>
        </p:txBody>
      </p:sp>
      <p:sp>
        <p:nvSpPr>
          <p:cNvPr id="18" name="S12-text469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30과 2를 붙임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34를 나타내는 것은?</a:t>
            </a:r>
            <a:endParaRPr lang="ko-KR" sz="4400" dirty="0"/>
          </a:p>
        </p:txBody>
      </p:sp>
      <p:sp>
        <p:nvSpPr>
          <p:cNvPr id="3" name="S13-card4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47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473"/>
          <p:cNvSpPr/>
          <p:nvPr/>
        </p:nvSpPr>
        <p:spPr>
          <a:xfrm>
            <a:off x="113118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474"/>
          <p:cNvSpPr/>
          <p:nvPr/>
        </p:nvSpPr>
        <p:spPr>
          <a:xfrm>
            <a:off x="113118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475"/>
          <p:cNvSpPr/>
          <p:nvPr/>
        </p:nvSpPr>
        <p:spPr>
          <a:xfrm>
            <a:off x="113118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476"/>
          <p:cNvSpPr/>
          <p:nvPr/>
        </p:nvSpPr>
        <p:spPr>
          <a:xfrm>
            <a:off x="113118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477"/>
          <p:cNvSpPr/>
          <p:nvPr/>
        </p:nvSpPr>
        <p:spPr>
          <a:xfrm>
            <a:off x="113118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478"/>
          <p:cNvSpPr/>
          <p:nvPr/>
        </p:nvSpPr>
        <p:spPr>
          <a:xfrm>
            <a:off x="113118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479"/>
          <p:cNvSpPr/>
          <p:nvPr/>
        </p:nvSpPr>
        <p:spPr>
          <a:xfrm>
            <a:off x="113118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480"/>
          <p:cNvSpPr/>
          <p:nvPr/>
        </p:nvSpPr>
        <p:spPr>
          <a:xfrm>
            <a:off x="113118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481"/>
          <p:cNvSpPr/>
          <p:nvPr/>
        </p:nvSpPr>
        <p:spPr>
          <a:xfrm>
            <a:off x="113118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482"/>
          <p:cNvSpPr/>
          <p:nvPr/>
        </p:nvSpPr>
        <p:spPr>
          <a:xfrm>
            <a:off x="113118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483"/>
          <p:cNvSpPr/>
          <p:nvPr/>
        </p:nvSpPr>
        <p:spPr>
          <a:xfrm>
            <a:off x="16066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484"/>
          <p:cNvSpPr/>
          <p:nvPr/>
        </p:nvSpPr>
        <p:spPr>
          <a:xfrm>
            <a:off x="16066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485"/>
          <p:cNvSpPr/>
          <p:nvPr/>
        </p:nvSpPr>
        <p:spPr>
          <a:xfrm>
            <a:off x="16066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486"/>
          <p:cNvSpPr/>
          <p:nvPr/>
        </p:nvSpPr>
        <p:spPr>
          <a:xfrm>
            <a:off x="16066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487"/>
          <p:cNvSpPr/>
          <p:nvPr/>
        </p:nvSpPr>
        <p:spPr>
          <a:xfrm>
            <a:off x="16066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488"/>
          <p:cNvSpPr/>
          <p:nvPr/>
        </p:nvSpPr>
        <p:spPr>
          <a:xfrm>
            <a:off x="16066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489"/>
          <p:cNvSpPr/>
          <p:nvPr/>
        </p:nvSpPr>
        <p:spPr>
          <a:xfrm>
            <a:off x="16066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490"/>
          <p:cNvSpPr/>
          <p:nvPr/>
        </p:nvSpPr>
        <p:spPr>
          <a:xfrm>
            <a:off x="16066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491"/>
          <p:cNvSpPr/>
          <p:nvPr/>
        </p:nvSpPr>
        <p:spPr>
          <a:xfrm>
            <a:off x="16066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492"/>
          <p:cNvSpPr/>
          <p:nvPr/>
        </p:nvSpPr>
        <p:spPr>
          <a:xfrm>
            <a:off x="16066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493"/>
          <p:cNvSpPr/>
          <p:nvPr/>
        </p:nvSpPr>
        <p:spPr>
          <a:xfrm>
            <a:off x="20821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494"/>
          <p:cNvSpPr/>
          <p:nvPr/>
        </p:nvSpPr>
        <p:spPr>
          <a:xfrm>
            <a:off x="20821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495"/>
          <p:cNvSpPr/>
          <p:nvPr/>
        </p:nvSpPr>
        <p:spPr>
          <a:xfrm>
            <a:off x="20821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496"/>
          <p:cNvSpPr/>
          <p:nvPr/>
        </p:nvSpPr>
        <p:spPr>
          <a:xfrm>
            <a:off x="20821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497"/>
          <p:cNvSpPr/>
          <p:nvPr/>
        </p:nvSpPr>
        <p:spPr>
          <a:xfrm>
            <a:off x="20821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498"/>
          <p:cNvSpPr/>
          <p:nvPr/>
        </p:nvSpPr>
        <p:spPr>
          <a:xfrm>
            <a:off x="20821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499"/>
          <p:cNvSpPr/>
          <p:nvPr/>
        </p:nvSpPr>
        <p:spPr>
          <a:xfrm>
            <a:off x="20821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500"/>
          <p:cNvSpPr/>
          <p:nvPr/>
        </p:nvSpPr>
        <p:spPr>
          <a:xfrm>
            <a:off x="20821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501"/>
          <p:cNvSpPr/>
          <p:nvPr/>
        </p:nvSpPr>
        <p:spPr>
          <a:xfrm>
            <a:off x="20821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502"/>
          <p:cNvSpPr/>
          <p:nvPr/>
        </p:nvSpPr>
        <p:spPr>
          <a:xfrm>
            <a:off x="20821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rod503"/>
          <p:cNvSpPr/>
          <p:nvPr/>
        </p:nvSpPr>
        <p:spPr>
          <a:xfrm>
            <a:off x="25576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line504"/>
          <p:cNvSpPr/>
          <p:nvPr/>
        </p:nvSpPr>
        <p:spPr>
          <a:xfrm>
            <a:off x="25576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3-line505"/>
          <p:cNvSpPr/>
          <p:nvPr/>
        </p:nvSpPr>
        <p:spPr>
          <a:xfrm>
            <a:off x="25576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506"/>
          <p:cNvSpPr/>
          <p:nvPr/>
        </p:nvSpPr>
        <p:spPr>
          <a:xfrm>
            <a:off x="25576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507"/>
          <p:cNvSpPr/>
          <p:nvPr/>
        </p:nvSpPr>
        <p:spPr>
          <a:xfrm>
            <a:off x="25576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508"/>
          <p:cNvSpPr/>
          <p:nvPr/>
        </p:nvSpPr>
        <p:spPr>
          <a:xfrm>
            <a:off x="25576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509"/>
          <p:cNvSpPr/>
          <p:nvPr/>
        </p:nvSpPr>
        <p:spPr>
          <a:xfrm>
            <a:off x="25576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3-line510"/>
          <p:cNvSpPr/>
          <p:nvPr/>
        </p:nvSpPr>
        <p:spPr>
          <a:xfrm>
            <a:off x="25576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511"/>
          <p:cNvSpPr/>
          <p:nvPr/>
        </p:nvSpPr>
        <p:spPr>
          <a:xfrm>
            <a:off x="25576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512"/>
          <p:cNvSpPr/>
          <p:nvPr/>
        </p:nvSpPr>
        <p:spPr>
          <a:xfrm>
            <a:off x="25576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unit513"/>
          <p:cNvSpPr/>
          <p:nvPr/>
        </p:nvSpPr>
        <p:spPr>
          <a:xfrm>
            <a:off x="30331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unit514"/>
          <p:cNvSpPr/>
          <p:nvPr/>
        </p:nvSpPr>
        <p:spPr>
          <a:xfrm>
            <a:off x="30331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unit515"/>
          <p:cNvSpPr/>
          <p:nvPr/>
        </p:nvSpPr>
        <p:spPr>
          <a:xfrm>
            <a:off x="30331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3-figure516" descr="10개 막대 4개와 낱개 3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13-chip51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51" name="S13-rod518"/>
          <p:cNvSpPr/>
          <p:nvPr/>
        </p:nvSpPr>
        <p:spPr>
          <a:xfrm>
            <a:off x="51880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3-line519"/>
          <p:cNvSpPr/>
          <p:nvPr/>
        </p:nvSpPr>
        <p:spPr>
          <a:xfrm>
            <a:off x="51880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520"/>
          <p:cNvSpPr/>
          <p:nvPr/>
        </p:nvSpPr>
        <p:spPr>
          <a:xfrm>
            <a:off x="51880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521"/>
          <p:cNvSpPr/>
          <p:nvPr/>
        </p:nvSpPr>
        <p:spPr>
          <a:xfrm>
            <a:off x="51880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522"/>
          <p:cNvSpPr/>
          <p:nvPr/>
        </p:nvSpPr>
        <p:spPr>
          <a:xfrm>
            <a:off x="51880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523"/>
          <p:cNvSpPr/>
          <p:nvPr/>
        </p:nvSpPr>
        <p:spPr>
          <a:xfrm>
            <a:off x="51880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524"/>
          <p:cNvSpPr/>
          <p:nvPr/>
        </p:nvSpPr>
        <p:spPr>
          <a:xfrm>
            <a:off x="51880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3-line525"/>
          <p:cNvSpPr/>
          <p:nvPr/>
        </p:nvSpPr>
        <p:spPr>
          <a:xfrm>
            <a:off x="51880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526"/>
          <p:cNvSpPr/>
          <p:nvPr/>
        </p:nvSpPr>
        <p:spPr>
          <a:xfrm>
            <a:off x="51880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527"/>
          <p:cNvSpPr/>
          <p:nvPr/>
        </p:nvSpPr>
        <p:spPr>
          <a:xfrm>
            <a:off x="51880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rod528"/>
          <p:cNvSpPr/>
          <p:nvPr/>
        </p:nvSpPr>
        <p:spPr>
          <a:xfrm>
            <a:off x="56635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3-line529"/>
          <p:cNvSpPr/>
          <p:nvPr/>
        </p:nvSpPr>
        <p:spPr>
          <a:xfrm>
            <a:off x="56635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530"/>
          <p:cNvSpPr/>
          <p:nvPr/>
        </p:nvSpPr>
        <p:spPr>
          <a:xfrm>
            <a:off x="56635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531"/>
          <p:cNvSpPr/>
          <p:nvPr/>
        </p:nvSpPr>
        <p:spPr>
          <a:xfrm>
            <a:off x="56635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532"/>
          <p:cNvSpPr/>
          <p:nvPr/>
        </p:nvSpPr>
        <p:spPr>
          <a:xfrm>
            <a:off x="56635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533"/>
          <p:cNvSpPr/>
          <p:nvPr/>
        </p:nvSpPr>
        <p:spPr>
          <a:xfrm>
            <a:off x="56635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ine534"/>
          <p:cNvSpPr/>
          <p:nvPr/>
        </p:nvSpPr>
        <p:spPr>
          <a:xfrm>
            <a:off x="56635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3-line535"/>
          <p:cNvSpPr/>
          <p:nvPr/>
        </p:nvSpPr>
        <p:spPr>
          <a:xfrm>
            <a:off x="56635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536"/>
          <p:cNvSpPr/>
          <p:nvPr/>
        </p:nvSpPr>
        <p:spPr>
          <a:xfrm>
            <a:off x="56635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537"/>
          <p:cNvSpPr/>
          <p:nvPr/>
        </p:nvSpPr>
        <p:spPr>
          <a:xfrm>
            <a:off x="56635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rod538"/>
          <p:cNvSpPr/>
          <p:nvPr/>
        </p:nvSpPr>
        <p:spPr>
          <a:xfrm>
            <a:off x="61390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3-line539"/>
          <p:cNvSpPr/>
          <p:nvPr/>
        </p:nvSpPr>
        <p:spPr>
          <a:xfrm>
            <a:off x="61390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540"/>
          <p:cNvSpPr/>
          <p:nvPr/>
        </p:nvSpPr>
        <p:spPr>
          <a:xfrm>
            <a:off x="61390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541"/>
          <p:cNvSpPr/>
          <p:nvPr/>
        </p:nvSpPr>
        <p:spPr>
          <a:xfrm>
            <a:off x="61390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542"/>
          <p:cNvSpPr/>
          <p:nvPr/>
        </p:nvSpPr>
        <p:spPr>
          <a:xfrm>
            <a:off x="61390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543"/>
          <p:cNvSpPr/>
          <p:nvPr/>
        </p:nvSpPr>
        <p:spPr>
          <a:xfrm>
            <a:off x="61390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line544"/>
          <p:cNvSpPr/>
          <p:nvPr/>
        </p:nvSpPr>
        <p:spPr>
          <a:xfrm>
            <a:off x="61390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3-line545"/>
          <p:cNvSpPr/>
          <p:nvPr/>
        </p:nvSpPr>
        <p:spPr>
          <a:xfrm>
            <a:off x="61390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546"/>
          <p:cNvSpPr/>
          <p:nvPr/>
        </p:nvSpPr>
        <p:spPr>
          <a:xfrm>
            <a:off x="61390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547"/>
          <p:cNvSpPr/>
          <p:nvPr/>
        </p:nvSpPr>
        <p:spPr>
          <a:xfrm>
            <a:off x="61390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unit548"/>
          <p:cNvSpPr/>
          <p:nvPr/>
        </p:nvSpPr>
        <p:spPr>
          <a:xfrm>
            <a:off x="66145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3-unit549"/>
          <p:cNvSpPr/>
          <p:nvPr/>
        </p:nvSpPr>
        <p:spPr>
          <a:xfrm>
            <a:off x="66145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3-unit550"/>
          <p:cNvSpPr/>
          <p:nvPr/>
        </p:nvSpPr>
        <p:spPr>
          <a:xfrm>
            <a:off x="66145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3-unit551"/>
          <p:cNvSpPr/>
          <p:nvPr/>
        </p:nvSpPr>
        <p:spPr>
          <a:xfrm>
            <a:off x="6614541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3-figure552" descr="10개 막대 3개와 낱개 4개"/>
          <p:cNvSpPr/>
          <p:nvPr/>
        </p:nvSpPr>
        <p:spPr>
          <a:xfrm>
            <a:off x="4367784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13-chip55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87" name="S13-rod554"/>
          <p:cNvSpPr/>
          <p:nvPr/>
        </p:nvSpPr>
        <p:spPr>
          <a:xfrm>
            <a:off x="900722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line555"/>
          <p:cNvSpPr/>
          <p:nvPr/>
        </p:nvSpPr>
        <p:spPr>
          <a:xfrm>
            <a:off x="900722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556"/>
          <p:cNvSpPr/>
          <p:nvPr/>
        </p:nvSpPr>
        <p:spPr>
          <a:xfrm>
            <a:off x="900722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3-line557"/>
          <p:cNvSpPr/>
          <p:nvPr/>
        </p:nvSpPr>
        <p:spPr>
          <a:xfrm>
            <a:off x="900722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558"/>
          <p:cNvSpPr/>
          <p:nvPr/>
        </p:nvSpPr>
        <p:spPr>
          <a:xfrm>
            <a:off x="900722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559"/>
          <p:cNvSpPr/>
          <p:nvPr/>
        </p:nvSpPr>
        <p:spPr>
          <a:xfrm>
            <a:off x="900722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560"/>
          <p:cNvSpPr/>
          <p:nvPr/>
        </p:nvSpPr>
        <p:spPr>
          <a:xfrm>
            <a:off x="900722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561"/>
          <p:cNvSpPr/>
          <p:nvPr/>
        </p:nvSpPr>
        <p:spPr>
          <a:xfrm>
            <a:off x="900722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3-line562"/>
          <p:cNvSpPr/>
          <p:nvPr/>
        </p:nvSpPr>
        <p:spPr>
          <a:xfrm>
            <a:off x="900722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563"/>
          <p:cNvSpPr/>
          <p:nvPr/>
        </p:nvSpPr>
        <p:spPr>
          <a:xfrm>
            <a:off x="900722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rod564"/>
          <p:cNvSpPr/>
          <p:nvPr/>
        </p:nvSpPr>
        <p:spPr>
          <a:xfrm>
            <a:off x="948270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13-line565"/>
          <p:cNvSpPr/>
          <p:nvPr/>
        </p:nvSpPr>
        <p:spPr>
          <a:xfrm>
            <a:off x="948270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566"/>
          <p:cNvSpPr/>
          <p:nvPr/>
        </p:nvSpPr>
        <p:spPr>
          <a:xfrm>
            <a:off x="948270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3-line567"/>
          <p:cNvSpPr/>
          <p:nvPr/>
        </p:nvSpPr>
        <p:spPr>
          <a:xfrm>
            <a:off x="948270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568"/>
          <p:cNvSpPr/>
          <p:nvPr/>
        </p:nvSpPr>
        <p:spPr>
          <a:xfrm>
            <a:off x="948270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569"/>
          <p:cNvSpPr/>
          <p:nvPr/>
        </p:nvSpPr>
        <p:spPr>
          <a:xfrm>
            <a:off x="948270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570"/>
          <p:cNvSpPr/>
          <p:nvPr/>
        </p:nvSpPr>
        <p:spPr>
          <a:xfrm>
            <a:off x="948270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571"/>
          <p:cNvSpPr/>
          <p:nvPr/>
        </p:nvSpPr>
        <p:spPr>
          <a:xfrm>
            <a:off x="948270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3-line572"/>
          <p:cNvSpPr/>
          <p:nvPr/>
        </p:nvSpPr>
        <p:spPr>
          <a:xfrm>
            <a:off x="948270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573"/>
          <p:cNvSpPr/>
          <p:nvPr/>
        </p:nvSpPr>
        <p:spPr>
          <a:xfrm>
            <a:off x="948270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rod574"/>
          <p:cNvSpPr/>
          <p:nvPr/>
        </p:nvSpPr>
        <p:spPr>
          <a:xfrm>
            <a:off x="995819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13-line575"/>
          <p:cNvSpPr/>
          <p:nvPr/>
        </p:nvSpPr>
        <p:spPr>
          <a:xfrm>
            <a:off x="995819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576"/>
          <p:cNvSpPr/>
          <p:nvPr/>
        </p:nvSpPr>
        <p:spPr>
          <a:xfrm>
            <a:off x="995819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3-line577"/>
          <p:cNvSpPr/>
          <p:nvPr/>
        </p:nvSpPr>
        <p:spPr>
          <a:xfrm>
            <a:off x="995819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578"/>
          <p:cNvSpPr/>
          <p:nvPr/>
        </p:nvSpPr>
        <p:spPr>
          <a:xfrm>
            <a:off x="995819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579"/>
          <p:cNvSpPr/>
          <p:nvPr/>
        </p:nvSpPr>
        <p:spPr>
          <a:xfrm>
            <a:off x="995819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580"/>
          <p:cNvSpPr/>
          <p:nvPr/>
        </p:nvSpPr>
        <p:spPr>
          <a:xfrm>
            <a:off x="995819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581"/>
          <p:cNvSpPr/>
          <p:nvPr/>
        </p:nvSpPr>
        <p:spPr>
          <a:xfrm>
            <a:off x="995819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3-line582"/>
          <p:cNvSpPr/>
          <p:nvPr/>
        </p:nvSpPr>
        <p:spPr>
          <a:xfrm>
            <a:off x="995819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583"/>
          <p:cNvSpPr/>
          <p:nvPr/>
        </p:nvSpPr>
        <p:spPr>
          <a:xfrm>
            <a:off x="995819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unit584"/>
          <p:cNvSpPr/>
          <p:nvPr/>
        </p:nvSpPr>
        <p:spPr>
          <a:xfrm>
            <a:off x="10433685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13-unit585"/>
          <p:cNvSpPr/>
          <p:nvPr/>
        </p:nvSpPr>
        <p:spPr>
          <a:xfrm>
            <a:off x="10433685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3-unit586"/>
          <p:cNvSpPr/>
          <p:nvPr/>
        </p:nvSpPr>
        <p:spPr>
          <a:xfrm>
            <a:off x="10433685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3-unit587"/>
          <p:cNvSpPr/>
          <p:nvPr/>
        </p:nvSpPr>
        <p:spPr>
          <a:xfrm>
            <a:off x="10433685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3-unit588"/>
          <p:cNvSpPr/>
          <p:nvPr/>
        </p:nvSpPr>
        <p:spPr>
          <a:xfrm>
            <a:off x="10433685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3-figure589" descr="10개 막대 3개와 낱개 5개"/>
          <p:cNvSpPr/>
          <p:nvPr/>
        </p:nvSpPr>
        <p:spPr>
          <a:xfrm>
            <a:off x="8186928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5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3개와 낱개 4개는 34예요.</a:t>
            </a:r>
            <a:endParaRPr lang="ko-KR" sz="3200" dirty="0"/>
          </a:p>
        </p:txBody>
      </p:sp>
      <p:sp>
        <p:nvSpPr>
          <p:cNvPr id="5" name="S14-chip59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먼저, 낱개 나중</a:t>
            </a:r>
            <a:endParaRPr lang="ko-KR" sz="2600" dirty="0"/>
          </a:p>
        </p:txBody>
      </p:sp>
      <p:sp>
        <p:nvSpPr>
          <p:cNvPr id="6" name="S14-chip59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30과 4를 붙여 304</a:t>
            </a:r>
            <a:endParaRPr lang="ko-KR" sz="2600" dirty="0"/>
          </a:p>
        </p:txBody>
      </p:sp>
      <p:sp>
        <p:nvSpPr>
          <p:cNvPr id="7" name="S14-text59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59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2개와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9개는?</a:t>
            </a:r>
            <a:endParaRPr lang="ko-KR" sz="2600" dirty="0"/>
          </a:p>
        </p:txBody>
      </p:sp>
      <p:sp>
        <p:nvSpPr>
          <p:cNvPr id="9" name="S14-text59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41을 두 가지로 읽기</a:t>
            </a:r>
            <a:endParaRPr lang="ko-KR" sz="2600" dirty="0"/>
          </a:p>
        </p:txBody>
      </p:sp>
      <p:sp>
        <p:nvSpPr>
          <p:cNvPr id="10" name="S14-text59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마흔을 숫자로 쓰기</a:t>
            </a:r>
            <a:endParaRPr lang="ko-KR" sz="2600" dirty="0"/>
          </a:p>
        </p:txBody>
      </p:sp>
      <p:sp>
        <p:nvSpPr>
          <p:cNvPr id="11" name="S14-text5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10개가 한 묶음</a:t>
            </a:r>
            <a:endParaRPr lang="ko-KR" sz="4400" dirty="0"/>
          </a:p>
        </p:txBody>
      </p:sp>
      <p:sp>
        <p:nvSpPr>
          <p:cNvPr id="3" name="S15-text5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하나씩 세어 10개를 채워요.</a:t>
            </a:r>
            <a:endParaRPr lang="ko-KR" sz="3200" dirty="0"/>
          </a:p>
        </p:txBody>
      </p:sp>
      <p:sp>
        <p:nvSpPr>
          <p:cNvPr id="4" name="S15-card6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10개를 모으면 한 묶음이에요.</a:t>
            </a:r>
            <a:endParaRPr lang="ko-KR" sz="3200" dirty="0"/>
          </a:p>
        </p:txBody>
      </p:sp>
      <p:sp>
        <p:nvSpPr>
          <p:cNvPr id="6" name="S15-card60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60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다음 수는 10</a:t>
            </a:r>
            <a:endParaRPr lang="ko-KR" sz="3200" dirty="0"/>
          </a:p>
        </p:txBody>
      </p:sp>
      <p:sp>
        <p:nvSpPr>
          <p:cNvPr id="8" name="S15-card60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60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십 또는 열</a:t>
            </a:r>
            <a:endParaRPr lang="ko-KR" sz="3200" dirty="0"/>
          </a:p>
        </p:txBody>
      </p:sp>
      <p:sp>
        <p:nvSpPr>
          <p:cNvPr id="10" name="S15-cell606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607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608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609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610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611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612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613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614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615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616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617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618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619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620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621"/>
          <p:cNvSpPr/>
          <p:nvPr/>
        </p:nvSpPr>
        <p:spPr>
          <a:xfrm>
            <a:off x="58379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622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623"/>
          <p:cNvSpPr/>
          <p:nvPr/>
        </p:nvSpPr>
        <p:spPr>
          <a:xfrm>
            <a:off x="66152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62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625"/>
          <p:cNvSpPr/>
          <p:nvPr/>
        </p:nvSpPr>
        <p:spPr>
          <a:xfrm>
            <a:off x="73924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626" descr="십 칸 틀에 10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50까지의 수</dc:title>
  <dc:subject>KR22-G01-MAT-NUM50-L01</dc:subject>
  <dc:creator>education-ppt</dc:creator>
  <cp:lastModifiedBy>education-ppt</cp:lastModifiedBy>
  <cp:revision>1</cp:revision>
  <dcterms:created xsi:type="dcterms:W3CDTF">2026-10-26T06:28:38Z</dcterms:created>
  <dcterms:modified xsi:type="dcterms:W3CDTF">2026-10-26T06:28:38Z</dcterms:modified>
</cp:coreProperties>
</file>