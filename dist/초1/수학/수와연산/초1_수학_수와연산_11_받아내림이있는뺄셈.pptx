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e8b36b7-e8ec-89d7-779c-dc7ae73f472a}">
          <p14:sldIdLst>
            <p14:sldId id="256"/>
            <p14:sldId id="257"/>
          </p14:sldIdLst>
        </p14:section>
        <p14:section name="개념" id="{1601f40b-be56-2b40-4a41-19792a5d8b1c}">
          <p14:sldIdLst>
            <p14:sldId id="258"/>
            <p14:sldId id="259"/>
            <p14:sldId id="260"/>
          </p14:sldIdLst>
        </p14:section>
        <p14:section name="연습" id="{8c77a3c9-d7b8-2a0a-aa2c-d9bd42794774}">
          <p14:sldIdLst>
            <p14:sldId id="261"/>
            <p14:sldId id="262"/>
            <p14:sldId id="263"/>
          </p14:sldIdLst>
        </p14:section>
        <p14:section name="확인" id="{6f31079b-8c38-5fd6-ce59-3e4123e67f0f}">
          <p14:sldIdLst>
            <p14:sldId id="264"/>
            <p14:sldId id="265"/>
            <p14:sldId id="266"/>
          </p14:sldIdLst>
        </p14:section>
        <p14:section name="정리" id="{aec13eea-e96f-0105-0596-7c3911d046be}">
          <p14:sldIdLst>
            <p14:sldId id="267"/>
          </p14:sldIdLst>
        </p14:section>
        <p14:section name="보충" id="{38c90acd-18ea-16e1-1025-4211542c6a2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낱개보다 많이 빼야 하는 뺄셈을 궁금하게 합니다.
시간: 약 2분
이렇게 말해 보세요
- “오른쪽 점은 모두 몇 개야? 10개와 3개, 13개지. 여기서 5개를 빼면 몇 개가 남을까?”
- “낱개는 3개뿐인데 5개를 빼야 해. 오늘은 지난 시간의 ‘10 만들기’로 이런 뺄셈을 하는 방법을 배울 거야.”
예상 답
- “8개요.” “모르겠어요.”
막히면
- 답을 확인하지 말고 넘어갑니다. S03부터 같은 그림으로 차근차근 합니다.
주의
- 종이 십 칸 틀 두 개와 바둑돌 13개를 미리 놓아 두면 바로 덜어 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확인(받아올림, 10 가르기, 십몇 가르기)]
목적: 지난 차시의 받아올림 덧셈과, 오늘 쓰는 ‘10 가르기(10에서 빼기)’, ‘십몇을 10과 낱개로 가르기’가 되는지 확인합니다.
시간: 약 3분
이렇게 말해 보세요
- “①은 지난 시간에 배운 덧셈이야. 10을 만들어 해 볼래?”
- “②는 10을 4와 몇으로 가를까? ③은 12를 10과 몇으로 가를까?”
정답
- ① 14
- ② 6
- ③ 2
막히면
- ②는 십 칸 틀에 바둑돌 4개를 놓고 빈칸을 세게 합니다.
- 두 문제 이상 틀리면 S13(보충)을 먼저 합니다. 보충으로도 어려우면 10차시 ‘받아올림이 있는 덧셈’(KR22-G01-MAT-CARRY-L01)을 다시 합니다.
주의
- ②가 오늘 두 번째 단계(10에서 빼기)에 바로 쓰입니다. ②가 흔들리면 9차시 ‘10이 되는 더하기’(KR22-G01-MAT-MAKE10-L01)의 표를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13을 10과 3으로 보기]
목적: 13을 10과 낱개 3으로 보고, 낱개만으로는 5를 뺄 수 없다는 것을 알아차립니다.
시간: 약 3분
이렇게 말해 보세요
- “13은 10개와 낱개 3개야. 5개를 빼야 하는데 낱개는 몇 개뿐이야?”
- “낱개 3개를 다 빼도 2개를 더 빼야 하지? 그럼 어디에서 뺄까?”
예상 답
- “3개뿐이에요.” “10개 있는 쪽에서 빼요.”
막히면
- 종이 십 칸 틀 하나를 꽉 채우고, 옆 틀에 바둑돌 3개를 놓아 13을 만듭니다. “낱개를 먼저 빼 보자.”라고 안내합니다.
주의
- 답 8은 아직 말하지 않아도 됩니다. 다음 장에서 실제로 덜어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낱개를 먼저 빼고 10에서 나머지 빼기]
목적: 5를 3과 2로 나누어, 낱개 3개를 먼저 빼서 10을 만들고 10에서 2를 빼면 8이 남는다는 것을 압니다.
시간: 약 4분
이렇게 말해 보세요
- “먼저 낱개 3개를 모두 빼자(①). 몇 개가 남았어? 10개!”
- “5개를 빼야 하는데 3개를 뺐으니, 몇 개를 더 빼야 해? 2개! 10개에서 2개를 빼면(②) 몇 개 남아?”
- “그래서 13 − 5 = 8이야.”
예상 답
- “10개 남았어요.” “2개 더 빼요. 8개 남아요.”
막히면
- 바둑돌 13개로 직접 합니다. 덜어 낸 돌을 따로 모아 5개인지 세어 확인합니다.
주의
- 그림의 ①을 먼저, ②를 나중에 합니다. 오른쪽 그림부터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빼는 수를 갈라 계산하기 시범]
목적: S04의 덜어 내기를 가르기 그림과 식으로 나타내는 방법을 시범으로 보여 줍니다.
시간: 약 4분
이렇게 말해 보세요
- “13의 낱개는 3이야. 그래서 빼는 수 5를 3과 2로 갈라.”
- “13에서 3을 빼면 10, 10에서 남은 2를 빼면 8. 13 − 5 = 8이야.”
- “지난 시간 덧셈에서도 10을 만들었지? 뺄셈도 10을 지나가게 하면 쉬워.”
예상 답
- “5를 3과 2로 갈라요. 13 − 3 = 10, 10 − 2 = 8이에요.”
막히면
- S04로 돌아가 바둑돌을 두 번 덜어 낸 뒤, 가르기 그림과 짝 지어 봅니다.
- 10 − 2에서 막히면 십 칸 틀에서 2칸을 가리고 남은 칸을 셉니다(M3).
주의
- 왜 3과 2로 가르는지가 중요합니다. ‘13의 낱개가 3이라서’라고 아이가 말하게 해 주세요.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연습(가르기 그림 채우고 계산)]
목적: 도움을 받으며 빼는 수를 갈라 10을 만들고 계산합니다.
시간: 약 5분
이렇게 말해 보세요
- “①은 12 − 5야. 12의 낱개는 2지? 그래서 5를 2와 몇으로 갈라?”
- “12 − 2 = 10, 10에서 남은 수를 빼면 얼마야? ②, ③도 같은 방법으로 해 보자.”
정답
- ① 5는 2와 3, 12 − 2 = 10, 10 − 3 = 7
- ② 8은 4와 4, 14 − 4 = 10, 10 − 4 = 6
- ③ 3은 1과 2, 11 − 1 = 10, 10 − 2 = 8
막히면
- 앞의 수를 십 칸 틀 하나와 낱개로 놓고, 낱개부터 덜어 내게 합니다.
- 가른 두 수를 다시 모아 빼는 수가 되는지 확인합니다.
주의
- 가르기 그림의 첫째 수(2, 4, 1)는 앞의 수의 낱개와 같습니다. 아이가 이 규칙을 스스로 말하면 크게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연습(계산)]
목적: 도움을 받으며 받아내림이 있는 뺄셈을 10을 이용해 계산합니다.
시간: 약 4분
이렇게 말해 보세요
- “①은 13 − 4야. 13의 낱개는 몇이야? 그럼 4를 어떻게 가를까?”
- “종이에 가르기 그림을 그려도 좋아. 답을 말하고 어떻게 했는지도 말해 줘.”
정답
- ① 9 (4를 3과 1로, 13 − 3 = 10, 10 − 1 = 9)
- ② 7 (8을 5와 3으로, 15 − 5 = 10, 10 − 3 = 7)
- ③ 5 (6을 1과 5로, 11 − 1 = 10, 10 − 5 = 5)
- ④ 8 (9를 7과 2로, 17 − 7 = 10, 10 − 2 = 8)
막히면
- 종이에 가르기 그림을 그려 주고 첫째 칸(낱개의 수)만 함께 채웁니다.
- 바둑돌로 직접 덜어 내 확인합니다.
주의
- 답이 12, 13처럼 처음 수와 비슷하게 크면 거꾸로 뺀 것입니다(M1). “많이 뺐는데 조금만 줄었네?”라고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비교(낱개를 거꾸로 빼기)]
목적: 낱개끼리 뺄 수 없을 때 거꾸로 빼는 실수를 찾고 바로잡습니다(M1).
시간: 약 3분
이렇게 말해 보세요
- “토끼는 12, 곰은 8이래. 13에서 5개나 뺐는데 12가 남을 수 있을까?”
- “바둑돌 13개에서 5개를 덜어 보자. 몇 개 남아?”
예상 답
- “곰이요. 돌로 해 보니 8개 남았어요.” “5개를 뺐는데 1개만 줄면 안 돼요.”
정답
- 곰이 맞습니다. 13 − 5 = 8입니다.
- 토끼는 빼는 수 5에서 낱개 3을 거꾸로 뺐습니다. 13에서 5를 빼면 1만 줄어든 12가 될 수 없습니다.
막히면
- 바둑돌 13개에서 5개를 하나씩 덜어 내며 셉니다. 덜어 낸 돌이 5개인지 꼭 확인합니다.
주의
- 답이 맞는지 ‘거꾸로 더해서’ 확인하는 방법도 좋습니다. 8 + 5 = 13이므로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받아내림이 있는 뺄셈을 계산하고, 이야기를 뺄셈식으로 나타낼 수 있는지 확인합니다.
시간: 약 5분
이렇게 말해 보세요
- “이번에는 혼자 해 볼래? 답을 말한 다음, 빼는 수를 어떻게 갈랐는지 말해 줘.”
- “③은 식을 종이에 쓰고 답을 말해 줘.”
정답
- ① 9 (5를 4와 1로, 14 − 4 = 10, 10 − 1 = 9)
- ② 5 (7을 2와 5로, 12 − 2 = 10, 10 − 5 = 5)
- ③ 13 − 6 = 7, 7개
막히면
- 바로 알려 주지 말고 “앞의 수의 낱개는 몇이야?”라고만 묻습니다.
- 도움을 받아 해결했다면 기록표에 ‘도움’으로 표시합니다.
주의
- ③을 13 + 6으로 쓰면 “귤이 늘어날까, 줄어들까?”라고 묻습니다(M4).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돌로 다시 해 보자.”
정답
- ① 9 ② 5 ③ 13 − 6 = 7, 7개
막히면
- ①이 11이면 S08로 돌아가 돌로 확인합니다(M1).
- 두 번째 단계(10에서 빼기)에서 틀리면 S13 보충을 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확인(10을 만들도록 가르기)]
목적: 처음 보는 문제에서 낱개만큼 먼저 빼도록 빼는 수를 가르고 계산하는지 확인합니다.
시간: 약 2분
이렇게 말해 보세요
- “세 그림 모두 4를 바르게 갈랐어. 그런데 11에서 먼저 빼서 10이 되려면 첫째 수가 몇이어야 할까?”
- “고른 그림으로 11 − 4를 계산해 볼래?”
정답
- 나(1과 3). 11의 낱개가 1이므로 11 − 1 = 10, 10 − 3 = 7입니다.
- 가는 11 − 2 = 9, 다는 11 − 3 = 8이 되어 10이 만들어지지 않습니다.
막히면
- 바둑돌로 11을 10개와 낱개 1개로 놓고, 낱개부터 덜어 내게 합니다(M2).
주의
- 가나 다를 고르고 끝까지 계산해 7을 구했다면 답은 맞지만 10을 이용하지 못한 것입니다.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배운 것을 말해 볼래? 13 − 5는 어떻게 계산했어?”
예상 답
- “5를 3과 2로 갈라서 13 − 3 = 10, 10 − 2 = 8이에요.”
정답
- ① 6 ② 8 ③ 5
막히면
- S04와 S05를 다시 보여 주며 ‘낱개 먼저, 그다음 10에서’를 함께 말합니다.
주의
- 다음 차시는 받아올림·받아내림이 없는 두 자리 수의 계산입니다. 오늘 배운 ‘10개씩 묶음과 낱개’ 생각이 계속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보충(10에서 빼기)]
목적: S02에서 10 가르기나 받아올림 덧셈이 흔들리면, 받아내림 전에 ‘10에서 빼기’를 바둑돌로 다시 익힙니다.
시간: 약 5분
이렇게 말해 보세요
- “점 10개 중 4개에 ×를 했어. 몇 개가 남았어? 10은 4와 몇으로 갈라지지?”
- “이번에는 10개에서 7개를 빼 볼까? 바둑돌로 해 보자.”
정답
- 10 − 4 = 6, 10 − 7 = 3
막히면
- 십 칸 틀에 바둑돌 10개를 채우고, 빼는 수만큼 손으로 가린 뒤 남은 돌을 셉니다.
주의
- 보충으로도 어려우면 10차시 ‘받아올림이 있는 덧셈’(KR22-G01-MAT-CARRY-L01)과 9차시 ‘10이 되는 더하기’(KR22-G01-MAT-MAKE10-L01)를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13 − 5는 얼마일까?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49586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110774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471962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833150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194338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7749586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110774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471962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833150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94338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figure11" descr="점 10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875566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236754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597942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figure15" descr="점 3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10을 이용해 빼는 방법을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13 − 5 같은 뺄셈을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= □</a:t>
            </a:r>
            <a:endParaRPr lang="ko-KR" sz="36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884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line21"/>
          <p:cNvSpPr/>
          <p:nvPr/>
        </p:nvSpPr>
        <p:spPr>
          <a:xfrm flipH="1">
            <a:off x="3207258" y="364617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2-line22"/>
          <p:cNvSpPr/>
          <p:nvPr/>
        </p:nvSpPr>
        <p:spPr>
          <a:xfrm>
            <a:off x="4087368" y="364617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2-figure23" descr="10을 4와 빈칸으로 가르기"/>
          <p:cNvSpPr txBox="1"/>
          <p:nvPr/>
        </p:nvSpPr>
        <p:spPr>
          <a:xfrm>
            <a:off x="3773043" y="3017520"/>
            <a:ext cx="628650" cy="62865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9" name="S02-bondpart24"/>
          <p:cNvSpPr txBox="1"/>
          <p:nvPr/>
        </p:nvSpPr>
        <p:spPr>
          <a:xfrm>
            <a:off x="2892933" y="389763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10" name="S02-bondpart25"/>
          <p:cNvSpPr txBox="1"/>
          <p:nvPr/>
        </p:nvSpPr>
        <p:spPr>
          <a:xfrm>
            <a:off x="4653153" y="3897630"/>
            <a:ext cx="628650" cy="62865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500" dirty="0"/>
          </a:p>
        </p:txBody>
      </p:sp>
      <p:sp>
        <p:nvSpPr>
          <p:cNvPr id="11" name="S02-chip26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line27"/>
          <p:cNvSpPr/>
          <p:nvPr/>
        </p:nvSpPr>
        <p:spPr>
          <a:xfrm flipH="1">
            <a:off x="320725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2-line28"/>
          <p:cNvSpPr/>
          <p:nvPr/>
        </p:nvSpPr>
        <p:spPr>
          <a:xfrm>
            <a:off x="408736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2-figure29" descr="12를 10과 빈칸으로 가르기"/>
          <p:cNvSpPr txBox="1"/>
          <p:nvPr/>
        </p:nvSpPr>
        <p:spPr>
          <a:xfrm>
            <a:off x="3773043" y="4709160"/>
            <a:ext cx="628650" cy="62865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15" name="S02-bondpart30"/>
          <p:cNvSpPr txBox="1"/>
          <p:nvPr/>
        </p:nvSpPr>
        <p:spPr>
          <a:xfrm>
            <a:off x="2892933" y="558927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16" name="S02-bondpart31"/>
          <p:cNvSpPr txBox="1"/>
          <p:nvPr/>
        </p:nvSpPr>
        <p:spPr>
          <a:xfrm>
            <a:off x="4653153" y="5589270"/>
            <a:ext cx="628650" cy="62865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해요</a:t>
            </a:r>
            <a:endParaRPr lang="ko-KR" sz="44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13은 10과 3이에요. 5를 빼 볼까요?</a:t>
            </a:r>
            <a:endParaRPr lang="ko-KR" sz="3200" dirty="0"/>
          </a:p>
        </p:txBody>
      </p:sp>
      <p:sp>
        <p:nvSpPr>
          <p:cNvPr id="4" name="S03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3개뿐이에요. 5개를 어떻게 뺄까요?</a:t>
            </a:r>
            <a:endParaRPr lang="ko-KR" sz="3200" dirty="0"/>
          </a:p>
        </p:txBody>
      </p:sp>
      <p:sp>
        <p:nvSpPr>
          <p:cNvPr id="6" name="S03-dot35"/>
          <p:cNvSpPr/>
          <p:nvPr/>
        </p:nvSpPr>
        <p:spPr>
          <a:xfrm>
            <a:off x="155173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6"/>
          <p:cNvSpPr/>
          <p:nvPr/>
        </p:nvSpPr>
        <p:spPr>
          <a:xfrm>
            <a:off x="228325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7"/>
          <p:cNvSpPr/>
          <p:nvPr/>
        </p:nvSpPr>
        <p:spPr>
          <a:xfrm>
            <a:off x="301477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8"/>
          <p:cNvSpPr/>
          <p:nvPr/>
        </p:nvSpPr>
        <p:spPr>
          <a:xfrm>
            <a:off x="374629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9"/>
          <p:cNvSpPr/>
          <p:nvPr/>
        </p:nvSpPr>
        <p:spPr>
          <a:xfrm>
            <a:off x="447781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0"/>
          <p:cNvSpPr/>
          <p:nvPr/>
        </p:nvSpPr>
        <p:spPr>
          <a:xfrm>
            <a:off x="155173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1"/>
          <p:cNvSpPr/>
          <p:nvPr/>
        </p:nvSpPr>
        <p:spPr>
          <a:xfrm>
            <a:off x="228325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2"/>
          <p:cNvSpPr/>
          <p:nvPr/>
        </p:nvSpPr>
        <p:spPr>
          <a:xfrm>
            <a:off x="301477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43"/>
          <p:cNvSpPr/>
          <p:nvPr/>
        </p:nvSpPr>
        <p:spPr>
          <a:xfrm>
            <a:off x="374629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44"/>
          <p:cNvSpPr/>
          <p:nvPr/>
        </p:nvSpPr>
        <p:spPr>
          <a:xfrm>
            <a:off x="447781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figure45" descr="점 10개"/>
          <p:cNvSpPr/>
          <p:nvPr/>
        </p:nvSpPr>
        <p:spPr>
          <a:xfrm>
            <a:off x="1412748" y="2575179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3-label4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8" name="S03-dot47"/>
          <p:cNvSpPr/>
          <p:nvPr/>
        </p:nvSpPr>
        <p:spPr>
          <a:xfrm>
            <a:off x="725759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48"/>
          <p:cNvSpPr/>
          <p:nvPr/>
        </p:nvSpPr>
        <p:spPr>
          <a:xfrm>
            <a:off x="798911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49"/>
          <p:cNvSpPr/>
          <p:nvPr/>
        </p:nvSpPr>
        <p:spPr>
          <a:xfrm>
            <a:off x="872063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figure50" descr="점 3개"/>
          <p:cNvSpPr/>
          <p:nvPr/>
        </p:nvSpPr>
        <p:spPr>
          <a:xfrm>
            <a:off x="7118604" y="2575179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51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빼고, 2 더 빼기</a:t>
            </a:r>
            <a:endParaRPr lang="ko-KR" sz="4400" dirty="0"/>
          </a:p>
        </p:txBody>
      </p:sp>
      <p:sp>
        <p:nvSpPr>
          <p:cNvPr id="3" name="S04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3개를 먼저 빼고, 10에서 2개를 더 빼요.</a:t>
            </a:r>
            <a:endParaRPr lang="ko-KR" sz="3200" dirty="0"/>
          </a:p>
        </p:txBody>
      </p:sp>
      <p:sp>
        <p:nvSpPr>
          <p:cNvPr id="4" name="S04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8</a:t>
            </a:r>
            <a:endParaRPr lang="ko-KR" sz="3200" dirty="0"/>
          </a:p>
        </p:txBody>
      </p:sp>
      <p:sp>
        <p:nvSpPr>
          <p:cNvPr id="6" name="S04-card5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</p:txBody>
      </p:sp>
      <p:sp>
        <p:nvSpPr>
          <p:cNvPr id="8" name="S04-card5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5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10" name="S04-dot59"/>
          <p:cNvSpPr/>
          <p:nvPr/>
        </p:nvSpPr>
        <p:spPr>
          <a:xfrm>
            <a:off x="176296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60"/>
          <p:cNvSpPr/>
          <p:nvPr/>
        </p:nvSpPr>
        <p:spPr>
          <a:xfrm>
            <a:off x="240304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61"/>
          <p:cNvSpPr/>
          <p:nvPr/>
        </p:nvSpPr>
        <p:spPr>
          <a:xfrm>
            <a:off x="304312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2"/>
          <p:cNvSpPr/>
          <p:nvPr/>
        </p:nvSpPr>
        <p:spPr>
          <a:xfrm>
            <a:off x="368320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3"/>
          <p:cNvSpPr/>
          <p:nvPr/>
        </p:nvSpPr>
        <p:spPr>
          <a:xfrm>
            <a:off x="432328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4"/>
          <p:cNvSpPr/>
          <p:nvPr/>
        </p:nvSpPr>
        <p:spPr>
          <a:xfrm>
            <a:off x="176296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65"/>
          <p:cNvSpPr/>
          <p:nvPr/>
        </p:nvSpPr>
        <p:spPr>
          <a:xfrm>
            <a:off x="240304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66"/>
          <p:cNvSpPr/>
          <p:nvPr/>
        </p:nvSpPr>
        <p:spPr>
          <a:xfrm>
            <a:off x="304312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67"/>
          <p:cNvSpPr/>
          <p:nvPr/>
        </p:nvSpPr>
        <p:spPr>
          <a:xfrm>
            <a:off x="368320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line68"/>
          <p:cNvSpPr/>
          <p:nvPr/>
        </p:nvSpPr>
        <p:spPr>
          <a:xfrm>
            <a:off x="363558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4-line69"/>
          <p:cNvSpPr/>
          <p:nvPr/>
        </p:nvSpPr>
        <p:spPr>
          <a:xfrm flipV="1">
            <a:off x="363558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4-dot70"/>
          <p:cNvSpPr/>
          <p:nvPr/>
        </p:nvSpPr>
        <p:spPr>
          <a:xfrm>
            <a:off x="432328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line71"/>
          <p:cNvSpPr/>
          <p:nvPr/>
        </p:nvSpPr>
        <p:spPr>
          <a:xfrm>
            <a:off x="427566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4-line72"/>
          <p:cNvSpPr/>
          <p:nvPr/>
        </p:nvSpPr>
        <p:spPr>
          <a:xfrm flipV="1">
            <a:off x="427566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4-figure73" descr="점 10개 중 2개에 × 표시"/>
          <p:cNvSpPr/>
          <p:nvPr/>
        </p:nvSpPr>
        <p:spPr>
          <a:xfrm>
            <a:off x="1641348" y="2117979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4-label74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10에서 2 빼기</a:t>
            </a:r>
            <a:endParaRPr lang="ko-KR" sz="2600" dirty="0"/>
          </a:p>
        </p:txBody>
      </p:sp>
      <p:sp>
        <p:nvSpPr>
          <p:cNvPr id="26" name="S04-dot75"/>
          <p:cNvSpPr/>
          <p:nvPr/>
        </p:nvSpPr>
        <p:spPr>
          <a:xfrm>
            <a:off x="746881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line76"/>
          <p:cNvSpPr/>
          <p:nvPr/>
        </p:nvSpPr>
        <p:spPr>
          <a:xfrm>
            <a:off x="742119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4-line77"/>
          <p:cNvSpPr/>
          <p:nvPr/>
        </p:nvSpPr>
        <p:spPr>
          <a:xfrm flipV="1">
            <a:off x="742119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4-dot78"/>
          <p:cNvSpPr/>
          <p:nvPr/>
        </p:nvSpPr>
        <p:spPr>
          <a:xfrm>
            <a:off x="810889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line79"/>
          <p:cNvSpPr/>
          <p:nvPr/>
        </p:nvSpPr>
        <p:spPr>
          <a:xfrm>
            <a:off x="806127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4-line80"/>
          <p:cNvSpPr/>
          <p:nvPr/>
        </p:nvSpPr>
        <p:spPr>
          <a:xfrm flipV="1">
            <a:off x="806127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4-dot81"/>
          <p:cNvSpPr/>
          <p:nvPr/>
        </p:nvSpPr>
        <p:spPr>
          <a:xfrm>
            <a:off x="874897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line82"/>
          <p:cNvSpPr/>
          <p:nvPr/>
        </p:nvSpPr>
        <p:spPr>
          <a:xfrm>
            <a:off x="870135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4" name="S04-line83"/>
          <p:cNvSpPr/>
          <p:nvPr/>
        </p:nvSpPr>
        <p:spPr>
          <a:xfrm flipV="1">
            <a:off x="870135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4-figure84" descr="점 3개 모두에 × 표시"/>
          <p:cNvSpPr/>
          <p:nvPr/>
        </p:nvSpPr>
        <p:spPr>
          <a:xfrm>
            <a:off x="7347204" y="2117979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4-label85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낱개 3 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수를 갈라요</a:t>
            </a:r>
            <a:endParaRPr lang="ko-KR" sz="4400" dirty="0"/>
          </a:p>
        </p:txBody>
      </p:sp>
      <p:sp>
        <p:nvSpPr>
          <p:cNvPr id="3" name="S05-eqtext8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□</a:t>
            </a:r>
            <a:endParaRPr lang="ko-KR" sz="3600" dirty="0"/>
          </a:p>
        </p:txBody>
      </p:sp>
      <p:sp>
        <p:nvSpPr>
          <p:cNvPr id="4" name="S05-line87"/>
          <p:cNvSpPr/>
          <p:nvPr/>
        </p:nvSpPr>
        <p:spPr>
          <a:xfrm flipH="1">
            <a:off x="7936443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5-line88"/>
          <p:cNvSpPr/>
          <p:nvPr/>
        </p:nvSpPr>
        <p:spPr>
          <a:xfrm>
            <a:off x="9280611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5-figure89" descr="5를 3과 2로 가르기"/>
          <p:cNvSpPr txBox="1"/>
          <p:nvPr/>
        </p:nvSpPr>
        <p:spPr>
          <a:xfrm>
            <a:off x="8800551" y="292379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7" name="S05-bondpart90"/>
          <p:cNvSpPr txBox="1"/>
          <p:nvPr/>
        </p:nvSpPr>
        <p:spPr>
          <a:xfrm>
            <a:off x="7456383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8" name="S05-bondpart91"/>
          <p:cNvSpPr txBox="1"/>
          <p:nvPr/>
        </p:nvSpPr>
        <p:spPr>
          <a:xfrm>
            <a:off x="10144719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9" name="S05-stepno92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5-text93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3과 2로 갈라요.</a:t>
            </a:r>
            <a:endParaRPr lang="ko-KR" sz="3200" dirty="0"/>
          </a:p>
        </p:txBody>
      </p:sp>
      <p:sp>
        <p:nvSpPr>
          <p:cNvPr id="11" name="S05-stepno94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5-text95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</p:txBody>
      </p:sp>
      <p:sp>
        <p:nvSpPr>
          <p:cNvPr id="13" name="S05-stepno96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5-text97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갈라서 빼요</a:t>
            </a:r>
            <a:endParaRPr lang="ko-KR" sz="4400" dirty="0"/>
          </a:p>
        </p:txBody>
      </p:sp>
      <p:sp>
        <p:nvSpPr>
          <p:cNvPr id="3" name="S06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수를 갈라 □를 채우고 계산해요.</a:t>
            </a:r>
            <a:endParaRPr lang="ko-KR" sz="3200" dirty="0"/>
          </a:p>
        </p:txBody>
      </p:sp>
      <p:sp>
        <p:nvSpPr>
          <p:cNvPr id="4" name="S06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낱개만큼 먼저 빼서 10을 만들고, 10에서 남은 수를 빼요.</a:t>
            </a:r>
            <a:endParaRPr lang="ko-KR" sz="3200" dirty="0"/>
          </a:p>
        </p:txBody>
      </p:sp>
      <p:sp>
        <p:nvSpPr>
          <p:cNvPr id="6" name="S06-line101"/>
          <p:cNvSpPr/>
          <p:nvPr/>
        </p:nvSpPr>
        <p:spPr>
          <a:xfrm flipH="1">
            <a:off x="102870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102"/>
          <p:cNvSpPr/>
          <p:nvPr/>
        </p:nvSpPr>
        <p:spPr>
          <a:xfrm>
            <a:off x="2290572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103" descr="12 − 5: 5를 2와 빈칸으로 가르기"/>
          <p:cNvSpPr txBox="1"/>
          <p:nvPr/>
        </p:nvSpPr>
        <p:spPr>
          <a:xfrm>
            <a:off x="1810512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9" name="S06-bondpart104"/>
          <p:cNvSpPr txBox="1"/>
          <p:nvPr/>
        </p:nvSpPr>
        <p:spPr>
          <a:xfrm>
            <a:off x="548640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0" name="S06-bondpart105"/>
          <p:cNvSpPr txBox="1"/>
          <p:nvPr/>
        </p:nvSpPr>
        <p:spPr>
          <a:xfrm>
            <a:off x="3072384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1" name="S06-label106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12 − 5 = □</a:t>
            </a:r>
            <a:endParaRPr lang="ko-KR" sz="2600" dirty="0"/>
          </a:p>
        </p:txBody>
      </p:sp>
      <p:sp>
        <p:nvSpPr>
          <p:cNvPr id="12" name="S06-line107"/>
          <p:cNvSpPr/>
          <p:nvPr/>
        </p:nvSpPr>
        <p:spPr>
          <a:xfrm flipH="1">
            <a:off x="4832604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6-line108"/>
          <p:cNvSpPr/>
          <p:nvPr/>
        </p:nvSpPr>
        <p:spPr>
          <a:xfrm>
            <a:off x="6094476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6-figure109" descr="14 − 8: 8을 4와 빈칸으로 가르기"/>
          <p:cNvSpPr txBox="1"/>
          <p:nvPr/>
        </p:nvSpPr>
        <p:spPr>
          <a:xfrm>
            <a:off x="5614416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15" name="S06-bondpart110"/>
          <p:cNvSpPr txBox="1"/>
          <p:nvPr/>
        </p:nvSpPr>
        <p:spPr>
          <a:xfrm>
            <a:off x="4352544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6" name="S06-bondpart111"/>
          <p:cNvSpPr txBox="1"/>
          <p:nvPr/>
        </p:nvSpPr>
        <p:spPr>
          <a:xfrm>
            <a:off x="6876288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7" name="S06-label11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14 − 8 = □</a:t>
            </a:r>
            <a:endParaRPr lang="ko-KR" sz="2600" dirty="0"/>
          </a:p>
        </p:txBody>
      </p:sp>
      <p:sp>
        <p:nvSpPr>
          <p:cNvPr id="18" name="S06-line113"/>
          <p:cNvSpPr/>
          <p:nvPr/>
        </p:nvSpPr>
        <p:spPr>
          <a:xfrm flipH="1">
            <a:off x="8636508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9" name="S06-line114"/>
          <p:cNvSpPr/>
          <p:nvPr/>
        </p:nvSpPr>
        <p:spPr>
          <a:xfrm>
            <a:off x="989838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06-figure115" descr="11 − 3: 3을 1과 빈칸으로 가르기"/>
          <p:cNvSpPr txBox="1"/>
          <p:nvPr/>
        </p:nvSpPr>
        <p:spPr>
          <a:xfrm>
            <a:off x="9418320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21" name="S06-bondpart116"/>
          <p:cNvSpPr txBox="1"/>
          <p:nvPr/>
        </p:nvSpPr>
        <p:spPr>
          <a:xfrm>
            <a:off x="8156448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2" name="S06-bondpart117"/>
          <p:cNvSpPr txBox="1"/>
          <p:nvPr/>
        </p:nvSpPr>
        <p:spPr>
          <a:xfrm>
            <a:off x="10680192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23" name="S06-label11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11 − 3 =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7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먼저 빼서 10을 만들어요.</a:t>
            </a:r>
            <a:endParaRPr lang="ko-KR" sz="3200" dirty="0"/>
          </a:p>
        </p:txBody>
      </p:sp>
      <p:sp>
        <p:nvSpPr>
          <p:cNvPr id="5" name="S07-chip1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13 − 4 = □</a:t>
            </a:r>
            <a:endParaRPr lang="ko-KR" sz="3600" dirty="0"/>
          </a:p>
        </p:txBody>
      </p:sp>
      <p:sp>
        <p:nvSpPr>
          <p:cNvPr id="7" name="S07-chip1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2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15 − 8 = □</a:t>
            </a:r>
            <a:endParaRPr lang="ko-KR" sz="3600" dirty="0"/>
          </a:p>
        </p:txBody>
      </p:sp>
      <p:sp>
        <p:nvSpPr>
          <p:cNvPr id="9" name="S07-chip12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2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11 − 6 = □</a:t>
            </a:r>
            <a:endParaRPr lang="ko-KR" sz="3600" dirty="0"/>
          </a:p>
        </p:txBody>
      </p:sp>
      <p:sp>
        <p:nvSpPr>
          <p:cNvPr id="11" name="S07-chip12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2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17 − 9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계산했어요.</a:t>
            </a:r>
            <a:endParaRPr lang="ko-KR" sz="3200" dirty="0"/>
          </a:p>
        </p:txBody>
      </p:sp>
      <p:sp>
        <p:nvSpPr>
          <p:cNvPr id="5" name="S08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돌로 확인해 봐요.</a:t>
            </a:r>
            <a:endParaRPr lang="ko-KR" sz="3200" dirty="0"/>
          </a:p>
        </p:txBody>
      </p:sp>
      <p:sp>
        <p:nvSpPr>
          <p:cNvPr id="7" name="S08-chip1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08-text1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5는 못 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5 − 3 = 2, 그래서 12</a:t>
            </a:r>
            <a:endParaRPr lang="ko-KR" sz="3200" dirty="0"/>
          </a:p>
        </p:txBody>
      </p:sp>
      <p:sp>
        <p:nvSpPr>
          <p:cNvPr id="9" name="S08-chip1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</a:t>
            </a:r>
            <a:endParaRPr lang="ko-KR" sz="2600" dirty="0"/>
          </a:p>
        </p:txBody>
      </p:sp>
      <p:sp>
        <p:nvSpPr>
          <p:cNvPr id="10" name="S08-text1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빼는 수를 어떻게 갈랐는지 말해요.</a:t>
            </a:r>
            <a:endParaRPr lang="ko-KR" sz="3200" dirty="0"/>
          </a:p>
        </p:txBody>
      </p:sp>
      <p:sp>
        <p:nvSpPr>
          <p:cNvPr id="4" name="S09-chip13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eqtext13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14 − 5 = □</a:t>
            </a:r>
            <a:endParaRPr lang="ko-KR" sz="3600" dirty="0"/>
          </a:p>
        </p:txBody>
      </p:sp>
      <p:sp>
        <p:nvSpPr>
          <p:cNvPr id="6" name="S09-chip1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eqtext14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□</a:t>
            </a:r>
            <a:endParaRPr lang="ko-KR" sz="3600" dirty="0"/>
          </a:p>
        </p:txBody>
      </p:sp>
      <p:sp>
        <p:nvSpPr>
          <p:cNvPr id="8" name="S09-chip1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14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13개 중 6개를 먹었어요.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귤은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0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직접 덜어 내 다시 해 보게 하세요.</a:t>
            </a:r>
            <a:endParaRPr lang="ko-KR" sz="3200" dirty="0"/>
          </a:p>
        </p:txBody>
      </p:sp>
      <p:sp>
        <p:nvSpPr>
          <p:cNvPr id="5" name="S10-chip14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14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</a:t>
            </a:r>
            <a:endParaRPr lang="ko-KR" sz="3200" dirty="0"/>
          </a:p>
        </p:txBody>
      </p:sp>
      <p:sp>
        <p:nvSpPr>
          <p:cNvPr id="7" name="S10-text14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4와 1로</a:t>
            </a:r>
            <a:endParaRPr lang="ko-KR" sz="2600" dirty="0"/>
          </a:p>
        </p:txBody>
      </p:sp>
      <p:sp>
        <p:nvSpPr>
          <p:cNvPr id="8" name="S10-text14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</a:t>
            </a:r>
            <a:endParaRPr lang="ko-KR" sz="3200" dirty="0"/>
          </a:p>
        </p:txBody>
      </p:sp>
      <p:sp>
        <p:nvSpPr>
          <p:cNvPr id="9" name="S10-text15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7을 2와 5로</a:t>
            </a:r>
            <a:endParaRPr lang="ko-KR" sz="2600" dirty="0"/>
          </a:p>
        </p:txBody>
      </p:sp>
      <p:sp>
        <p:nvSpPr>
          <p:cNvPr id="10" name="S10-text15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13 − 6 = 7</a:t>
            </a:r>
            <a:endParaRPr lang="ko-KR" sz="3200" dirty="0"/>
          </a:p>
        </p:txBody>
      </p:sp>
      <p:sp>
        <p:nvSpPr>
          <p:cNvPr id="11" name="S10-text15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</a:t>
            </a:r>
            <a:endParaRPr lang="ko-KR" sz="2600" dirty="0"/>
          </a:p>
        </p:txBody>
      </p:sp>
      <p:sp>
        <p:nvSpPr>
          <p:cNvPr id="12" name="S10-chip15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0-text15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11</a:t>
            </a:r>
            <a:endParaRPr lang="ko-KR" sz="3200" dirty="0"/>
          </a:p>
        </p:txBody>
      </p:sp>
      <p:sp>
        <p:nvSpPr>
          <p:cNvPr id="14" name="S10-text15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 뺌</a:t>
            </a:r>
            <a:endParaRPr lang="ko-KR" sz="2600" dirty="0"/>
          </a:p>
        </p:txBody>
      </p:sp>
      <p:sp>
        <p:nvSpPr>
          <p:cNvPr id="15" name="S10-text15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 + 6</a:t>
            </a:r>
            <a:endParaRPr lang="ko-KR" sz="3200" dirty="0"/>
          </a:p>
        </p:txBody>
      </p:sp>
      <p:sp>
        <p:nvSpPr>
          <p:cNvPr id="16" name="S10-text15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먹은 것을 더함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가를까요?</a:t>
            </a:r>
            <a:endParaRPr lang="ko-KR" sz="4400" dirty="0"/>
          </a:p>
        </p:txBody>
      </p:sp>
      <p:sp>
        <p:nvSpPr>
          <p:cNvPr id="3" name="S11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11 − 4를 계산하려고 4를 갈랐어요.</a:t>
            </a:r>
            <a:endParaRPr lang="ko-KR" sz="3200" dirty="0"/>
          </a:p>
        </p:txBody>
      </p:sp>
      <p:sp>
        <p:nvSpPr>
          <p:cNvPr id="4" name="S11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 수 있게 가른 것을 고르고, 계산해요.</a:t>
            </a:r>
            <a:endParaRPr lang="ko-KR" sz="3200" dirty="0"/>
          </a:p>
        </p:txBody>
      </p:sp>
      <p:sp>
        <p:nvSpPr>
          <p:cNvPr id="6" name="S11-chip16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line162"/>
          <p:cNvSpPr/>
          <p:nvPr/>
        </p:nvSpPr>
        <p:spPr>
          <a:xfrm flipH="1">
            <a:off x="102870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1-line163"/>
          <p:cNvSpPr/>
          <p:nvPr/>
        </p:nvSpPr>
        <p:spPr>
          <a:xfrm>
            <a:off x="2275332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1-figure164" descr="4를 2와 2로 가르기"/>
          <p:cNvSpPr txBox="1"/>
          <p:nvPr/>
        </p:nvSpPr>
        <p:spPr>
          <a:xfrm>
            <a:off x="1795272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0" name="S11-bondpart165"/>
          <p:cNvSpPr txBox="1"/>
          <p:nvPr/>
        </p:nvSpPr>
        <p:spPr>
          <a:xfrm>
            <a:off x="54864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1" name="S11-bondpart166"/>
          <p:cNvSpPr txBox="1"/>
          <p:nvPr/>
        </p:nvSpPr>
        <p:spPr>
          <a:xfrm>
            <a:off x="304190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2" name="S11-chip16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3" name="S11-line168"/>
          <p:cNvSpPr/>
          <p:nvPr/>
        </p:nvSpPr>
        <p:spPr>
          <a:xfrm flipH="1">
            <a:off x="4847844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line169"/>
          <p:cNvSpPr/>
          <p:nvPr/>
        </p:nvSpPr>
        <p:spPr>
          <a:xfrm>
            <a:off x="6094476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1-figure170" descr="4를 1과 3으로 가르기"/>
          <p:cNvSpPr txBox="1"/>
          <p:nvPr/>
        </p:nvSpPr>
        <p:spPr>
          <a:xfrm>
            <a:off x="5614416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6" name="S11-bondpart171"/>
          <p:cNvSpPr txBox="1"/>
          <p:nvPr/>
        </p:nvSpPr>
        <p:spPr>
          <a:xfrm>
            <a:off x="436778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17" name="S11-bondpart172"/>
          <p:cNvSpPr txBox="1"/>
          <p:nvPr/>
        </p:nvSpPr>
        <p:spPr>
          <a:xfrm>
            <a:off x="686104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8" name="S11-chip17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9" name="S11-line174"/>
          <p:cNvSpPr/>
          <p:nvPr/>
        </p:nvSpPr>
        <p:spPr>
          <a:xfrm flipH="1">
            <a:off x="8666988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ine175"/>
          <p:cNvSpPr/>
          <p:nvPr/>
        </p:nvSpPr>
        <p:spPr>
          <a:xfrm>
            <a:off x="991362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1-figure176" descr="4를 3과 1로 가르기"/>
          <p:cNvSpPr txBox="1"/>
          <p:nvPr/>
        </p:nvSpPr>
        <p:spPr>
          <a:xfrm>
            <a:off x="9433560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22" name="S11-bondpart177"/>
          <p:cNvSpPr txBox="1"/>
          <p:nvPr/>
        </p:nvSpPr>
        <p:spPr>
          <a:xfrm>
            <a:off x="818692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23" name="S11-bondpart178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먼저 빼서 10을 만들고, 10에서 남은 수를 빼요.</a:t>
            </a:r>
            <a:endParaRPr lang="ko-KR" sz="3200" dirty="0"/>
          </a:p>
        </p:txBody>
      </p:sp>
      <p:sp>
        <p:nvSpPr>
          <p:cNvPr id="5" name="S12-chip18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빼는 수를 갈라 10 만들기</a:t>
            </a:r>
            <a:endParaRPr lang="ko-KR" sz="2600" dirty="0"/>
          </a:p>
        </p:txBody>
      </p:sp>
      <p:sp>
        <p:nvSpPr>
          <p:cNvPr id="6" name="S12-chip18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작은 수에서 거꾸로 빼기</a:t>
            </a:r>
            <a:endParaRPr lang="ko-KR" sz="2600" dirty="0"/>
          </a:p>
        </p:txBody>
      </p:sp>
      <p:sp>
        <p:nvSpPr>
          <p:cNvPr id="7" name="S12-text18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eqtext18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12 − 6 = □</a:t>
            </a:r>
            <a:endParaRPr lang="ko-KR" sz="3000" dirty="0"/>
          </a:p>
        </p:txBody>
      </p:sp>
      <p:sp>
        <p:nvSpPr>
          <p:cNvPr id="9" name="S12-eqtext18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16 − 8 = □</a:t>
            </a:r>
            <a:endParaRPr lang="ko-KR" sz="3000" dirty="0"/>
          </a:p>
        </p:txBody>
      </p:sp>
      <p:sp>
        <p:nvSpPr>
          <p:cNvPr id="10" name="S12-eqtext18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13 − 8 = □</a:t>
            </a:r>
            <a:endParaRPr lang="ko-KR" sz="3000" dirty="0"/>
          </a:p>
        </p:txBody>
      </p:sp>
      <p:sp>
        <p:nvSpPr>
          <p:cNvPr id="11" name="S12-text1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두 자리 수의 덧셈과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10에서 빼기</a:t>
            </a:r>
            <a:endParaRPr lang="ko-KR" sz="4400" dirty="0"/>
          </a:p>
        </p:txBody>
      </p:sp>
      <p:sp>
        <p:nvSpPr>
          <p:cNvPr id="3" name="S13-text1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10개에서 4개를 빼요.</a:t>
            </a:r>
            <a:endParaRPr lang="ko-KR" sz="3200" dirty="0"/>
          </a:p>
        </p:txBody>
      </p:sp>
      <p:sp>
        <p:nvSpPr>
          <p:cNvPr id="4" name="S13-card1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가르는 짝을 알면 10에서 쉽게 빼요.</a:t>
            </a:r>
            <a:endParaRPr lang="ko-KR" sz="3200" dirty="0"/>
          </a:p>
        </p:txBody>
      </p:sp>
      <p:sp>
        <p:nvSpPr>
          <p:cNvPr id="6" name="S13-dot191"/>
          <p:cNvSpPr/>
          <p:nvPr/>
        </p:nvSpPr>
        <p:spPr>
          <a:xfrm>
            <a:off x="132908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192"/>
          <p:cNvSpPr/>
          <p:nvPr/>
        </p:nvSpPr>
        <p:spPr>
          <a:xfrm>
            <a:off x="215204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193"/>
          <p:cNvSpPr/>
          <p:nvPr/>
        </p:nvSpPr>
        <p:spPr>
          <a:xfrm>
            <a:off x="297500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194"/>
          <p:cNvSpPr/>
          <p:nvPr/>
        </p:nvSpPr>
        <p:spPr>
          <a:xfrm>
            <a:off x="379796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195"/>
          <p:cNvSpPr/>
          <p:nvPr/>
        </p:nvSpPr>
        <p:spPr>
          <a:xfrm>
            <a:off x="462092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196"/>
          <p:cNvSpPr/>
          <p:nvPr/>
        </p:nvSpPr>
        <p:spPr>
          <a:xfrm>
            <a:off x="132908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197"/>
          <p:cNvSpPr/>
          <p:nvPr/>
        </p:nvSpPr>
        <p:spPr>
          <a:xfrm>
            <a:off x="215204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line198"/>
          <p:cNvSpPr/>
          <p:nvPr/>
        </p:nvSpPr>
        <p:spPr>
          <a:xfrm>
            <a:off x="209081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13-line199"/>
          <p:cNvSpPr/>
          <p:nvPr/>
        </p:nvSpPr>
        <p:spPr>
          <a:xfrm flipV="1">
            <a:off x="209081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13-dot200"/>
          <p:cNvSpPr/>
          <p:nvPr/>
        </p:nvSpPr>
        <p:spPr>
          <a:xfrm>
            <a:off x="297500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line201"/>
          <p:cNvSpPr/>
          <p:nvPr/>
        </p:nvSpPr>
        <p:spPr>
          <a:xfrm>
            <a:off x="291377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13-line202"/>
          <p:cNvSpPr/>
          <p:nvPr/>
        </p:nvSpPr>
        <p:spPr>
          <a:xfrm flipV="1">
            <a:off x="291377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13-dot203"/>
          <p:cNvSpPr/>
          <p:nvPr/>
        </p:nvSpPr>
        <p:spPr>
          <a:xfrm>
            <a:off x="379796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line204"/>
          <p:cNvSpPr/>
          <p:nvPr/>
        </p:nvSpPr>
        <p:spPr>
          <a:xfrm>
            <a:off x="373673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13-line205"/>
          <p:cNvSpPr/>
          <p:nvPr/>
        </p:nvSpPr>
        <p:spPr>
          <a:xfrm flipV="1">
            <a:off x="373673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13-dot206"/>
          <p:cNvSpPr/>
          <p:nvPr/>
        </p:nvSpPr>
        <p:spPr>
          <a:xfrm>
            <a:off x="462092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line207"/>
          <p:cNvSpPr/>
          <p:nvPr/>
        </p:nvSpPr>
        <p:spPr>
          <a:xfrm>
            <a:off x="455969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3-line208"/>
          <p:cNvSpPr/>
          <p:nvPr/>
        </p:nvSpPr>
        <p:spPr>
          <a:xfrm flipV="1">
            <a:off x="455969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13-figure209" descr="점 10개 중 4개에 × 표시"/>
          <p:cNvSpPr/>
          <p:nvPr/>
        </p:nvSpPr>
        <p:spPr>
          <a:xfrm>
            <a:off x="1172718" y="2743200"/>
            <a:ext cx="4114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ard210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3-cardtext211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4와 6</a:t>
            </a:r>
            <a:endParaRPr lang="ko-KR" sz="3200" dirty="0"/>
          </a:p>
        </p:txBody>
      </p:sp>
      <p:sp>
        <p:nvSpPr>
          <p:cNvPr id="27" name="S13-card212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3-cardtext213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10 − 4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받아내림이 있는 뺄셈</dc:title>
  <dc:subject>KR22-G01-MAT-BORROW-L01</dc:subject>
  <dc:creator>education-ppt</dc:creator>
  <cp:lastModifiedBy>education-ppt</cp:lastModifiedBy>
  <cp:revision>1</cp:revision>
  <dcterms:created xsi:type="dcterms:W3CDTF">2026-10-26T07:45:15Z</dcterms:created>
  <dcterms:modified xsi:type="dcterms:W3CDTF">2026-10-26T07:45:15Z</dcterms:modified>
</cp:coreProperties>
</file>