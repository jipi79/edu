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96cd616-b566-4733-efb3-c46c44ecb7a1}">
          <p14:sldIdLst>
            <p14:sldId id="256"/>
            <p14:sldId id="257"/>
          </p14:sldIdLst>
        </p14:section>
        <p14:section name="개념" id="{b2df5848-b56e-162a-b7b9-7840d0d4f4b0}">
          <p14:sldIdLst>
            <p14:sldId id="258"/>
            <p14:sldId id="259"/>
            <p14:sldId id="260"/>
          </p14:sldIdLst>
        </p14:section>
        <p14:section name="연습" id="{97368a30-fc94-bd54-8c7f-c4d9fab4e5fa}">
          <p14:sldIdLst>
            <p14:sldId id="261"/>
            <p14:sldId id="262"/>
            <p14:sldId id="263"/>
          </p14:sldIdLst>
        </p14:section>
        <p14:section name="확인" id="{3546f829-c628-d93b-81c5-d660b597fbf8}">
          <p14:sldIdLst>
            <p14:sldId id="264"/>
            <p14:sldId id="265"/>
            <p14:sldId id="266"/>
          </p14:sldIdLst>
        </p14:section>
        <p14:section name="정리" id="{00fcec64-296b-24db-78ec-078f9dcc0217}">
          <p14:sldIdLst>
            <p14:sldId id="267"/>
          </p14:sldIdLst>
        </p14:section>
        <p14:section name="보충" id="{ff633cdc-4a5d-2c0a-f29c-471a7a23ec3b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낱개보다 많이 빼야 하는 뺄셈을 궁금하게 합니다.
시간: 약 2분
이렇게 말해 보세요
- “오른쪽 점은 모두 몇 개야? 10개와 3개, 13개지. 여기서 5개를 빼면 몇 개가 남을까?”
- “낱개는 3개뿐인데 5개를 빼야 해. 오늘은 지난 시간의 ‘10 만들기’로 이런 뺄셈을 하는 방법을 배울 거야.”
예상 답
- “8개요.” “모르겠어요.”
막히면
- 답을 확인하지 말고 넘어갑니다. S03부터 같은 그림으로 차근차근 합니다.
주의
- 종이 십 칸 틀 두 개와 바둑돌 13개를 미리 놓아 두면 바로 덜어 낼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확인(받아올림, 10 가르기, 십몇 가르기)]
목적: 지난 차시의 받아올림 덧셈과, 오늘 쓰는 ‘10 가르기(10에서 빼기)’, ‘십몇을 10과 낱개로 가르기’가 되는지 확인합니다.
시간: 약 3분
이렇게 말해 보세요
- “①은 지난 시간에 배운 덧셈이야. 10을 만들어 해 볼래?”
- “②는 10을 4와 몇으로 가를까? ③은 12를 10과 몇으로 가를까?”
정답
- ① 14
- ② 6
- ③ 2
막히면
- ②는 십 칸 틀에 바둑돌 4개를 놓고 빈칸을 세게 합니다.
- 두 문제 이상 틀리면 S13(보충)을 먼저 합니다. 보충으로도 어려우면 10차시 ‘받아올림이 있는 덧셈’(KR22-G01-MAT-CARRY-L01)을 다시 합니다.
주의
- ②가 오늘 두 번째 단계(10에서 빼기)에 바로 쓰입니다. ②가 흔들리면 9차시 ‘10이 되는 더하기’(KR22-G01-MAT-MAKE10-L01)의 표를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13을 10과 3으로 보기]
목적: 13을 10과 낱개 3으로 보고, 낱개만으로는 5를 뺄 수 없다는 것을 알아차립니다.
시간: 약 3분
이렇게 말해 보세요
- “13은 10개와 낱개 3개야. 5개를 빼야 하는데 낱개는 몇 개뿐이야?”
- “낱개 3개를 다 빼도 2개를 더 빼야 하지? 그럼 어디에서 뺄까?”
예상 답
- “3개뿐이에요.” “10개 있는 쪽에서 빼요.”
막히면
- 종이 십 칸 틀 하나를 꽉 채우고, 옆 틀에 바둑돌 3개를 놓아 13을 만듭니다. “낱개를 먼저 빼 보자.”라고 안내합니다.
주의
- 답 8은 아직 말하지 않아도 됩니다. 다음 장에서 실제로 덜어 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낱개를 먼저 빼고 10에서 나머지 빼기]
목적: 5를 3과 2로 나누어, 낱개 3개를 먼저 빼서 10을 만들고 10에서 2를 빼면 8이 남는다는 것을 압니다.
시간: 약 4분
이렇게 말해 보세요
- “먼저 낱개 3개를 모두 빼자(①). 몇 개가 남았어? 10개!”
- “5개를 빼야 하는데 3개를 뺐으니, 몇 개를 더 빼야 해? 2개! 10개에서 2개를 빼면(②) 몇 개 남아?”
- “그래서 13 − 5 = 8이야.”
예상 답
- “10개 남았어요.” “2개 더 빼요. 8개 남아요.”
막히면
- 바둑돌 13개로 직접 합니다. 덜어 낸 돌을 따로 모아 5개인지 세어 확인합니다.
주의
- 그림의 ①을 먼저, ②를 나중에 합니다. 오른쪽 그림부터 짚어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빼는 수를 갈라 계산하기 시범]
목적: S04의 덜어 내기를 가르기 그림과 식으로 나타내는 방법을 시범으로 보여 줍니다.
시간: 약 4분
이렇게 말해 보세요
- “13의 낱개는 3이야. 그래서 빼는 수 5를 3과 2로 갈라.”
- “13에서 3을 빼면 10, 10에서 남은 2를 빼면 8. 13 − 5 = 8이야.”
- “지난 시간 덧셈에서도 10을 만들었지? 뺄셈도 10을 지나가게 하면 쉬워.”
예상 답
- “5를 3과 2로 갈라요. 13 − 3 = 10, 10 − 2 = 8이에요.”
막히면
- S04로 돌아가 바둑돌을 두 번 덜어 낸 뒤, 가르기 그림과 짝 지어 봅니다.
- 10 − 2에서 막히면 십 칸 틀에서 2칸을 가리고 남은 칸을 셉니다(M3).
주의
- 왜 3과 2로 가르는지가 중요합니다. ‘13의 낱개가 3이라서’라고 아이가 말하게 해 주세요.
- 지치면 여기서 쉬고, 다음에 S06부터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안내받는 연습(가르기 그림 채우고 계산)]
목적: 도움을 받으며 빼는 수를 갈라 10을 만들고 계산합니다.
시간: 약 5분
이렇게 말해 보세요
- “①은 12 − 5야. 12의 낱개는 2지? 그래서 5를 2와 몇으로 갈라?”
- “12 − 2 = 10, 10에서 남은 수를 빼면 얼마야? ②, ③도 같은 방법으로 해 보자.”
정답
- ① 5는 2와 3, 12 − 2 = 10, 10 − 3 = 7
- ② 8은 4와 4, 14 − 4 = 10, 10 − 4 = 6
- ③ 3은 1과 2, 11 − 1 = 10, 10 − 2 = 8
막히면
- 앞의 수를 십 칸 틀 하나와 낱개로 놓고, 낱개부터 덜어 내게 합니다.
- 가른 두 수를 다시 모아 빼는 수가 되는지 확인합니다.
주의
- 가르기 그림의 첫째 수(2, 4, 1)는 앞의 수의 낱개와 같습니다. 아이가 이 규칙을 스스로 말하면 크게 칭찬해 주세요.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안내받는 연습(계산)]
목적: 도움을 받으며 받아내림이 있는 뺄셈을 10을 이용해 계산합니다.
시간: 약 4분
이렇게 말해 보세요
- “①은 13 − 4야. 13의 낱개는 몇이야? 그럼 4를 어떻게 가를까?”
- “종이에 가르기 그림을 그려도 좋아. 답을 말하고 어떻게 했는지도 말해 줘.”
정답
- ① 9 (4를 3과 1로, 13 − 3 = 10, 10 − 1 = 9)
- ② 7 (8을 5와 3으로, 15 − 5 = 10, 10 − 3 = 7)
- ③ 5 (6을 1과 5로, 11 − 1 = 10, 10 − 5 = 5)
- ④ 8 (9를 7과 2로, 17 − 7 = 10, 10 − 2 = 8)
막히면
- 종이에 가르기 그림을 그려 주고 첫째 칸(낱개의 수)만 함께 채웁니다.
- 바둑돌로 직접 덜어 내 확인합니다.
주의
- 답이 12, 13처럼 처음 수와 비슷하게 크면 거꾸로 뺀 것입니다(M1). “많이 뺐는데 조금만 줄었네?”라고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비교(낱개를 거꾸로 빼기)]
목적: 낱개끼리 뺄 수 없을 때 거꾸로 빼는 실수를 찾고 바로잡습니다(M1).
시간: 약 3분
이렇게 말해 보세요
- “토끼는 12, 곰은 8이래. 13에서 5개나 뺐는데 12가 남을 수 있을까?”
- “바둑돌 13개에서 5개를 덜어 보자. 몇 개 남아?”
예상 답
- “곰이요. 돌로 해 보니 8개 남았어요.” “5개를 뺐는데 1개만 줄면 안 돼요.”
정답
- 곰이 맞습니다. 13 − 5 = 8입니다.
- 토끼는 빼는 수 5에서 낱개 3을 거꾸로 뺐습니다. 13에서 5를 빼면 1만 줄어든 12가 될 수 없습니다.
막히면
- 바둑돌 13개에서 5개를 하나씩 덜어 내며 셉니다. 덜어 낸 돌이 5개인지 꼭 확인합니다.
주의
- 답이 맞는지 ‘거꾸로 더해서’ 확인하는 방법도 좋습니다. 8 + 5 = 13이므로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해결]
목적: 도움 없이 받아내림이 있는 뺄셈을 계산하고, 이야기를 뺄셈식으로 나타낼 수 있는지 확인합니다.
시간: 약 5분
이렇게 말해 보세요
- “이번에는 혼자 해 볼래? 답을 말한 다음, 빼는 수를 어떻게 갈랐는지 말해 줘.”
- “③은 식을 종이에 쓰고 답을 말해 줘.”
정답
- ① 9 (5를 4와 1로, 14 − 4 = 10, 10 − 1 = 9)
- ② 5 (7을 2와 5로, 12 − 2 = 10, 10 − 5 = 5)
- ③ 13 − 6 = 7, 7개
막히면
- 바로 알려 주지 말고 “앞의 수의 낱개는 몇이야?”라고만 묻습니다.
- 도움을 받아 해결했다면 기록표에 ‘도움’으로 표시합니다.
주의
- ③을 13 + 6으로 쓰면 “귤이 늘어날까, 줄어들까?”라고 묻습니다(M4).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정답과 피드백]
목적: 아이의 답을 함께 확인하고 흔한 실수를 바로잡습니다. 수업용에만 있는 장입니다.
시간: 약 2분
이렇게 말해 보세요
- “네 답과 같은지 볼까? 다르면 돌로 다시 해 보자.”
정답
- ① 9 ② 5 ③ 13 − 6 = 7, 7개
막히면
- ①이 11이면 S08로 돌아가 돌로 확인합니다(M1).
- 두 번째 단계(10에서 빼기)에서 틀리면 S13 보충을 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확인(10을 만들도록 가르기)]
목적: 처음 보는 문제에서 낱개만큼 먼저 빼도록 빼는 수를 가르고 계산하는지 확인합니다.
시간: 약 2분
이렇게 말해 보세요
- “세 그림 모두 4를 바르게 갈랐어. 그런데 11에서 먼저 빼서 10이 되려면 첫째 수가 몇이어야 할까?”
- “고른 그림으로 11 − 4를 계산해 볼래?”
정답
- 나(1과 3). 11의 낱개가 1이므로 11 − 1 = 10, 10 − 3 = 7입니다.
- 가는 11 − 2 = 9, 다는 11 − 3 = 8이 되어 10이 만들어지지 않습니다.
막히면
- 바둑돌로 11을 10개와 낱개 1개로 놓고, 낱개부터 덜어 내게 합니다(M2).
주의
- 가나 다를 고르고 끝까지 계산해 7을 구했다면 답은 맞지만 10을 이용하지 못한 것입니다.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정리와 다음 수업 복습]
목적: 핵심을 정리하고 다음 수업 첫 5분에 풀 복습 문제를 알려 줍니다.
시간: 약 2분
이렇게 말해 보세요
- “오늘 배운 것을 말해 볼래? 13 − 5는 어떻게 계산했어?”
예상 답
- “5를 3과 2로 갈라서 13 − 3 = 10, 10 − 2 = 8이에요.”
정답
- ① 6 ② 8 ③ 5
막히면
- S04와 S05를 다시 보여 주며 ‘낱개 먼저, 그다음 10에서’를 함께 말합니다.
주의
- 다음 차시는 받아올림·받아내림이 없는 두 자리 수의 계산입니다. 오늘 배운 ‘10개씩 묶음과 낱개’ 생각이 계속 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선수 학습 보충(10에서 빼기)]
목적: S02에서 10 가르기나 받아올림 덧셈이 흔들리면, 받아내림 전에 ‘10에서 빼기’를 바둑돌로 다시 익힙니다.
시간: 약 5분
이렇게 말해 보세요
- “점 10개 중 4개에 ×를 했어. 몇 개가 남았어? 10은 4와 몇으로 갈라지지?”
- “이번에는 10개에서 7개를 빼 볼까? 바둑돌로 해 보자.”
정답
- 10 − 4 = 6, 10 − 7 = 3
막히면
- 십 칸 틀에 바둑돌 10개를 채우고, 빼는 수만큼 손으로 가린 뒤 남은 돌을 셉니다.
주의
- 보충으로도 어려우면 10차시 ‘받아올림이 있는 덧셈’(KR22-G01-MAT-CARRY-L01)과 9차시 ‘10이 되는 더하기’(KR22-G01-MAT-MAKE10-L01)를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수와연산 · 11차시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받아내림이 있는 뺄셈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받아내림이 있는 뺄셈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13 − 5는 얼마일까?</a:t>
            </a:r>
            <a:endParaRPr lang="ko-KR" sz="3200" dirty="0"/>
          </a:p>
        </p:txBody>
      </p:sp>
      <p:sp>
        <p:nvSpPr>
          <p:cNvPr id="4" name="S01-dot1"/>
          <p:cNvSpPr/>
          <p:nvPr/>
        </p:nvSpPr>
        <p:spPr>
          <a:xfrm>
            <a:off x="7749586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5" name="S01-dot2"/>
          <p:cNvSpPr/>
          <p:nvPr/>
        </p:nvSpPr>
        <p:spPr>
          <a:xfrm>
            <a:off x="8110774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6" name="S01-dot3"/>
          <p:cNvSpPr/>
          <p:nvPr/>
        </p:nvSpPr>
        <p:spPr>
          <a:xfrm>
            <a:off x="8471962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1-dot4"/>
          <p:cNvSpPr/>
          <p:nvPr/>
        </p:nvSpPr>
        <p:spPr>
          <a:xfrm>
            <a:off x="8833150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1-dot5"/>
          <p:cNvSpPr/>
          <p:nvPr/>
        </p:nvSpPr>
        <p:spPr>
          <a:xfrm>
            <a:off x="9194338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1-dot6"/>
          <p:cNvSpPr/>
          <p:nvPr/>
        </p:nvSpPr>
        <p:spPr>
          <a:xfrm>
            <a:off x="7749586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1-dot7"/>
          <p:cNvSpPr/>
          <p:nvPr/>
        </p:nvSpPr>
        <p:spPr>
          <a:xfrm>
            <a:off x="8110774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1-dot8"/>
          <p:cNvSpPr/>
          <p:nvPr/>
        </p:nvSpPr>
        <p:spPr>
          <a:xfrm>
            <a:off x="8471962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1-dot9"/>
          <p:cNvSpPr/>
          <p:nvPr/>
        </p:nvSpPr>
        <p:spPr>
          <a:xfrm>
            <a:off x="8833150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1-dot10"/>
          <p:cNvSpPr/>
          <p:nvPr/>
        </p:nvSpPr>
        <p:spPr>
          <a:xfrm>
            <a:off x="9194338" y="2171746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1-figure11" descr="점 10개"/>
          <p:cNvSpPr/>
          <p:nvPr/>
        </p:nvSpPr>
        <p:spPr>
          <a:xfrm>
            <a:off x="768096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S01-dot12"/>
          <p:cNvSpPr/>
          <p:nvPr/>
        </p:nvSpPr>
        <p:spPr>
          <a:xfrm>
            <a:off x="9875566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1-dot13"/>
          <p:cNvSpPr/>
          <p:nvPr/>
        </p:nvSpPr>
        <p:spPr>
          <a:xfrm>
            <a:off x="10236754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1-dot14"/>
          <p:cNvSpPr/>
          <p:nvPr/>
        </p:nvSpPr>
        <p:spPr>
          <a:xfrm>
            <a:off x="10597942" y="1810558"/>
            <a:ext cx="223937" cy="223937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1-figure15" descr="점 3개"/>
          <p:cNvSpPr/>
          <p:nvPr/>
        </p:nvSpPr>
        <p:spPr>
          <a:xfrm>
            <a:off x="9806940" y="1741932"/>
            <a:ext cx="1805940" cy="722376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S01-card1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20" name="S01-cardtext1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10을 이용해 빼는 방법을 말해요.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13 − 5 같은 뺄셈을 해요.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1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1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+ 6 = □</a:t>
            </a:r>
            <a:endParaRPr lang="ko-KR" sz="3600" dirty="0"/>
          </a:p>
        </p:txBody>
      </p:sp>
      <p:sp>
        <p:nvSpPr>
          <p:cNvPr id="5" name="S02-chip20"/>
          <p:cNvSpPr txBox="1"/>
          <p:nvPr/>
        </p:nvSpPr>
        <p:spPr>
          <a:xfrm>
            <a:off x="548640" y="34884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line21"/>
          <p:cNvSpPr/>
          <p:nvPr/>
        </p:nvSpPr>
        <p:spPr>
          <a:xfrm flipH="1">
            <a:off x="3207258" y="364617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2-line22"/>
          <p:cNvSpPr/>
          <p:nvPr/>
        </p:nvSpPr>
        <p:spPr>
          <a:xfrm>
            <a:off x="4087368" y="364617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2-figure23" descr="10을 4와 빈칸으로 가르기"/>
          <p:cNvSpPr txBox="1"/>
          <p:nvPr/>
        </p:nvSpPr>
        <p:spPr>
          <a:xfrm>
            <a:off x="3773043" y="3017520"/>
            <a:ext cx="628650" cy="62865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9" name="S02-bondpart24"/>
          <p:cNvSpPr txBox="1"/>
          <p:nvPr/>
        </p:nvSpPr>
        <p:spPr>
          <a:xfrm>
            <a:off x="2892933" y="389763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500" dirty="0"/>
          </a:p>
        </p:txBody>
      </p:sp>
      <p:sp>
        <p:nvSpPr>
          <p:cNvPr id="10" name="S02-bondpart25"/>
          <p:cNvSpPr txBox="1"/>
          <p:nvPr/>
        </p:nvSpPr>
        <p:spPr>
          <a:xfrm>
            <a:off x="4653153" y="389763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11" name="S02-chip26"/>
          <p:cNvSpPr txBox="1"/>
          <p:nvPr/>
        </p:nvSpPr>
        <p:spPr>
          <a:xfrm>
            <a:off x="548640" y="51800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2-line27"/>
          <p:cNvSpPr/>
          <p:nvPr/>
        </p:nvSpPr>
        <p:spPr>
          <a:xfrm flipH="1">
            <a:off x="320725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2-line28"/>
          <p:cNvSpPr/>
          <p:nvPr/>
        </p:nvSpPr>
        <p:spPr>
          <a:xfrm>
            <a:off x="4087368" y="5337810"/>
            <a:ext cx="880110" cy="251460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2-figure29" descr="12를 10과 빈칸으로 가르기"/>
          <p:cNvSpPr txBox="1"/>
          <p:nvPr/>
        </p:nvSpPr>
        <p:spPr>
          <a:xfrm>
            <a:off x="3773043" y="4709160"/>
            <a:ext cx="628650" cy="62865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500" dirty="0"/>
          </a:p>
        </p:txBody>
      </p:sp>
      <p:sp>
        <p:nvSpPr>
          <p:cNvPr id="15" name="S02-bondpart30"/>
          <p:cNvSpPr txBox="1"/>
          <p:nvPr/>
        </p:nvSpPr>
        <p:spPr>
          <a:xfrm>
            <a:off x="2892933" y="5589270"/>
            <a:ext cx="628650" cy="62865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5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500" dirty="0"/>
          </a:p>
        </p:txBody>
      </p:sp>
      <p:sp>
        <p:nvSpPr>
          <p:cNvPr id="16" name="S02-bondpart31"/>
          <p:cNvSpPr txBox="1"/>
          <p:nvPr/>
        </p:nvSpPr>
        <p:spPr>
          <a:xfrm>
            <a:off x="4653153" y="5589270"/>
            <a:ext cx="628650" cy="62865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2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해요</a:t>
            </a:r>
            <a:endParaRPr lang="ko-KR" sz="4400" dirty="0"/>
          </a:p>
        </p:txBody>
      </p:sp>
      <p:sp>
        <p:nvSpPr>
          <p:cNvPr id="3" name="S03-text3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13은 10과 3이에요. 5를 빼 볼까요?</a:t>
            </a:r>
            <a:endParaRPr lang="ko-KR" sz="3200" dirty="0"/>
          </a:p>
        </p:txBody>
      </p:sp>
      <p:sp>
        <p:nvSpPr>
          <p:cNvPr id="4" name="S03-card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3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낱개는 3개뿐이에요. 5개를 어떻게 뺄까요?</a:t>
            </a:r>
            <a:endParaRPr lang="ko-KR" sz="3200" dirty="0"/>
          </a:p>
        </p:txBody>
      </p:sp>
      <p:sp>
        <p:nvSpPr>
          <p:cNvPr id="6" name="S03-dot35"/>
          <p:cNvSpPr/>
          <p:nvPr/>
        </p:nvSpPr>
        <p:spPr>
          <a:xfrm>
            <a:off x="155173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03-dot36"/>
          <p:cNvSpPr/>
          <p:nvPr/>
        </p:nvSpPr>
        <p:spPr>
          <a:xfrm>
            <a:off x="228325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3-dot37"/>
          <p:cNvSpPr/>
          <p:nvPr/>
        </p:nvSpPr>
        <p:spPr>
          <a:xfrm>
            <a:off x="301477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3-dot38"/>
          <p:cNvSpPr/>
          <p:nvPr/>
        </p:nvSpPr>
        <p:spPr>
          <a:xfrm>
            <a:off x="374629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3-dot39"/>
          <p:cNvSpPr/>
          <p:nvPr/>
        </p:nvSpPr>
        <p:spPr>
          <a:xfrm>
            <a:off x="4477817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3-dot40"/>
          <p:cNvSpPr/>
          <p:nvPr/>
        </p:nvSpPr>
        <p:spPr>
          <a:xfrm>
            <a:off x="155173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3-dot41"/>
          <p:cNvSpPr/>
          <p:nvPr/>
        </p:nvSpPr>
        <p:spPr>
          <a:xfrm>
            <a:off x="228325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3-dot42"/>
          <p:cNvSpPr/>
          <p:nvPr/>
        </p:nvSpPr>
        <p:spPr>
          <a:xfrm>
            <a:off x="301477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3-dot43"/>
          <p:cNvSpPr/>
          <p:nvPr/>
        </p:nvSpPr>
        <p:spPr>
          <a:xfrm>
            <a:off x="374629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3-dot44"/>
          <p:cNvSpPr/>
          <p:nvPr/>
        </p:nvSpPr>
        <p:spPr>
          <a:xfrm>
            <a:off x="4477817" y="344568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3-figure45" descr="점 10개"/>
          <p:cNvSpPr/>
          <p:nvPr/>
        </p:nvSpPr>
        <p:spPr>
          <a:xfrm>
            <a:off x="1412748" y="2575179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S03-label46"/>
          <p:cNvSpPr txBox="1"/>
          <p:nvPr/>
        </p:nvSpPr>
        <p:spPr>
          <a:xfrm>
            <a:off x="548640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8" name="S03-dot47"/>
          <p:cNvSpPr/>
          <p:nvPr/>
        </p:nvSpPr>
        <p:spPr>
          <a:xfrm>
            <a:off x="725759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3-dot48"/>
          <p:cNvSpPr/>
          <p:nvPr/>
        </p:nvSpPr>
        <p:spPr>
          <a:xfrm>
            <a:off x="798911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3-dot49"/>
          <p:cNvSpPr/>
          <p:nvPr/>
        </p:nvSpPr>
        <p:spPr>
          <a:xfrm>
            <a:off x="8720633" y="2714168"/>
            <a:ext cx="453542" cy="453542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3-figure50" descr="점 3개"/>
          <p:cNvSpPr/>
          <p:nvPr/>
        </p:nvSpPr>
        <p:spPr>
          <a:xfrm>
            <a:off x="7118604" y="2575179"/>
            <a:ext cx="3657600" cy="146304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S03-label51"/>
          <p:cNvSpPr txBox="1"/>
          <p:nvPr/>
        </p:nvSpPr>
        <p:spPr>
          <a:xfrm>
            <a:off x="6254496" y="467487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빼고, 2 더 빼기</a:t>
            </a:r>
            <a:endParaRPr lang="ko-KR" sz="4400" dirty="0"/>
          </a:p>
        </p:txBody>
      </p:sp>
      <p:sp>
        <p:nvSpPr>
          <p:cNvPr id="3" name="S04-text5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 3개를 먼저 빼고, 10에서 2개를 더 빼요.</a:t>
            </a:r>
            <a:endParaRPr lang="ko-KR" sz="3200" dirty="0"/>
          </a:p>
        </p:txBody>
      </p:sp>
      <p:sp>
        <p:nvSpPr>
          <p:cNvPr id="4" name="S04-card5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5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8</a:t>
            </a:r>
            <a:endParaRPr lang="ko-KR" sz="3200" dirty="0"/>
          </a:p>
        </p:txBody>
      </p:sp>
      <p:sp>
        <p:nvSpPr>
          <p:cNvPr id="6" name="S04-card55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56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</p:txBody>
      </p:sp>
      <p:sp>
        <p:nvSpPr>
          <p:cNvPr id="8" name="S04-card57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4-cardtext58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10" name="S04-dot59"/>
          <p:cNvSpPr/>
          <p:nvPr/>
        </p:nvSpPr>
        <p:spPr>
          <a:xfrm>
            <a:off x="176296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4-dot60"/>
          <p:cNvSpPr/>
          <p:nvPr/>
        </p:nvSpPr>
        <p:spPr>
          <a:xfrm>
            <a:off x="240304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4-dot61"/>
          <p:cNvSpPr/>
          <p:nvPr/>
        </p:nvSpPr>
        <p:spPr>
          <a:xfrm>
            <a:off x="304312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4-dot62"/>
          <p:cNvSpPr/>
          <p:nvPr/>
        </p:nvSpPr>
        <p:spPr>
          <a:xfrm>
            <a:off x="368320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4-dot63"/>
          <p:cNvSpPr/>
          <p:nvPr/>
        </p:nvSpPr>
        <p:spPr>
          <a:xfrm>
            <a:off x="4323283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4-dot64"/>
          <p:cNvSpPr/>
          <p:nvPr/>
        </p:nvSpPr>
        <p:spPr>
          <a:xfrm>
            <a:off x="176296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4-dot65"/>
          <p:cNvSpPr/>
          <p:nvPr/>
        </p:nvSpPr>
        <p:spPr>
          <a:xfrm>
            <a:off x="240304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4-dot66"/>
          <p:cNvSpPr/>
          <p:nvPr/>
        </p:nvSpPr>
        <p:spPr>
          <a:xfrm>
            <a:off x="304312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4-dot67"/>
          <p:cNvSpPr/>
          <p:nvPr/>
        </p:nvSpPr>
        <p:spPr>
          <a:xfrm>
            <a:off x="368320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4-line68"/>
          <p:cNvSpPr/>
          <p:nvPr/>
        </p:nvSpPr>
        <p:spPr>
          <a:xfrm>
            <a:off x="363558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04-line69"/>
          <p:cNvSpPr/>
          <p:nvPr/>
        </p:nvSpPr>
        <p:spPr>
          <a:xfrm flipV="1">
            <a:off x="363558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04-dot70"/>
          <p:cNvSpPr/>
          <p:nvPr/>
        </p:nvSpPr>
        <p:spPr>
          <a:xfrm>
            <a:off x="4323283" y="287967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04-line71"/>
          <p:cNvSpPr/>
          <p:nvPr/>
        </p:nvSpPr>
        <p:spPr>
          <a:xfrm>
            <a:off x="427566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04-line72"/>
          <p:cNvSpPr/>
          <p:nvPr/>
        </p:nvSpPr>
        <p:spPr>
          <a:xfrm flipV="1">
            <a:off x="4275661" y="283205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04-figure73" descr="점 10개 중 2개에 × 표시"/>
          <p:cNvSpPr/>
          <p:nvPr/>
        </p:nvSpPr>
        <p:spPr>
          <a:xfrm>
            <a:off x="1641348" y="2117979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4-label74"/>
          <p:cNvSpPr txBox="1"/>
          <p:nvPr/>
        </p:nvSpPr>
        <p:spPr>
          <a:xfrm>
            <a:off x="548640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10에서 2 빼기</a:t>
            </a:r>
            <a:endParaRPr lang="ko-KR" sz="2600" dirty="0"/>
          </a:p>
        </p:txBody>
      </p:sp>
      <p:sp>
        <p:nvSpPr>
          <p:cNvPr id="26" name="S04-dot75"/>
          <p:cNvSpPr/>
          <p:nvPr/>
        </p:nvSpPr>
        <p:spPr>
          <a:xfrm>
            <a:off x="746881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7" name="S04-line76"/>
          <p:cNvSpPr/>
          <p:nvPr/>
        </p:nvSpPr>
        <p:spPr>
          <a:xfrm>
            <a:off x="742119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8" name="S04-line77"/>
          <p:cNvSpPr/>
          <p:nvPr/>
        </p:nvSpPr>
        <p:spPr>
          <a:xfrm flipV="1">
            <a:off x="742119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9" name="S04-dot78"/>
          <p:cNvSpPr/>
          <p:nvPr/>
        </p:nvSpPr>
        <p:spPr>
          <a:xfrm>
            <a:off x="810889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0" name="S04-line79"/>
          <p:cNvSpPr/>
          <p:nvPr/>
        </p:nvSpPr>
        <p:spPr>
          <a:xfrm>
            <a:off x="806127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1" name="S04-line80"/>
          <p:cNvSpPr/>
          <p:nvPr/>
        </p:nvSpPr>
        <p:spPr>
          <a:xfrm flipV="1">
            <a:off x="806127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2" name="S04-dot81"/>
          <p:cNvSpPr/>
          <p:nvPr/>
        </p:nvSpPr>
        <p:spPr>
          <a:xfrm>
            <a:off x="8748979" y="2239594"/>
            <a:ext cx="396850" cy="39685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33" name="S04-line82"/>
          <p:cNvSpPr/>
          <p:nvPr/>
        </p:nvSpPr>
        <p:spPr>
          <a:xfrm>
            <a:off x="870135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4" name="S04-line83"/>
          <p:cNvSpPr/>
          <p:nvPr/>
        </p:nvSpPr>
        <p:spPr>
          <a:xfrm flipV="1">
            <a:off x="8701357" y="2191972"/>
            <a:ext cx="492094" cy="492094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35" name="S04-figure84" descr="점 3개 모두에 × 표시"/>
          <p:cNvSpPr/>
          <p:nvPr/>
        </p:nvSpPr>
        <p:spPr>
          <a:xfrm>
            <a:off x="7347204" y="2117979"/>
            <a:ext cx="3200400" cy="12801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04-label85"/>
          <p:cNvSpPr txBox="1"/>
          <p:nvPr/>
        </p:nvSpPr>
        <p:spPr>
          <a:xfrm>
            <a:off x="6254496" y="357759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낱개 3 빼기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수를 갈라요</a:t>
            </a:r>
            <a:endParaRPr lang="ko-KR" sz="4400" dirty="0"/>
          </a:p>
        </p:txBody>
      </p:sp>
      <p:sp>
        <p:nvSpPr>
          <p:cNvPr id="3" name="S05-eqtext86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 = □</a:t>
            </a:r>
            <a:endParaRPr lang="ko-KR" sz="3600" dirty="0"/>
          </a:p>
        </p:txBody>
      </p:sp>
      <p:sp>
        <p:nvSpPr>
          <p:cNvPr id="4" name="S05-line87"/>
          <p:cNvSpPr/>
          <p:nvPr/>
        </p:nvSpPr>
        <p:spPr>
          <a:xfrm flipH="1">
            <a:off x="7936443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5" name="S05-line88"/>
          <p:cNvSpPr/>
          <p:nvPr/>
        </p:nvSpPr>
        <p:spPr>
          <a:xfrm>
            <a:off x="9280611" y="3883914"/>
            <a:ext cx="1344168" cy="10561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6" name="S05-figure89" descr="5를 3과 2로 가르기"/>
          <p:cNvSpPr txBox="1"/>
          <p:nvPr/>
        </p:nvSpPr>
        <p:spPr>
          <a:xfrm>
            <a:off x="8800551" y="2923794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7" name="S05-bondpart90"/>
          <p:cNvSpPr txBox="1"/>
          <p:nvPr/>
        </p:nvSpPr>
        <p:spPr>
          <a:xfrm>
            <a:off x="7456383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8" name="S05-bondpart91"/>
          <p:cNvSpPr txBox="1"/>
          <p:nvPr/>
        </p:nvSpPr>
        <p:spPr>
          <a:xfrm>
            <a:off x="10144719" y="4940046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9" name="S05-stepno92"/>
          <p:cNvSpPr txBox="1"/>
          <p:nvPr/>
        </p:nvSpPr>
        <p:spPr>
          <a:xfrm>
            <a:off x="548640" y="3424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10" name="S05-text93"/>
          <p:cNvSpPr txBox="1"/>
          <p:nvPr/>
        </p:nvSpPr>
        <p:spPr>
          <a:xfrm>
            <a:off x="1325880" y="3424428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3과 2로 갈라요.</a:t>
            </a:r>
            <a:endParaRPr lang="ko-KR" sz="3200" dirty="0"/>
          </a:p>
        </p:txBody>
      </p:sp>
      <p:sp>
        <p:nvSpPr>
          <p:cNvPr id="11" name="S05-stepno94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12" name="S05-text95"/>
          <p:cNvSpPr txBox="1"/>
          <p:nvPr/>
        </p:nvSpPr>
        <p:spPr>
          <a:xfrm>
            <a:off x="1325880" y="4137660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</p:txBody>
      </p:sp>
      <p:sp>
        <p:nvSpPr>
          <p:cNvPr id="13" name="S05-stepno96"/>
          <p:cNvSpPr txBox="1"/>
          <p:nvPr/>
        </p:nvSpPr>
        <p:spPr>
          <a:xfrm>
            <a:off x="548640" y="4850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4" name="S05-text97"/>
          <p:cNvSpPr txBox="1"/>
          <p:nvPr/>
        </p:nvSpPr>
        <p:spPr>
          <a:xfrm>
            <a:off x="1325880" y="485089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갈라서 빼요</a:t>
            </a:r>
            <a:endParaRPr lang="ko-KR" sz="4400" dirty="0"/>
          </a:p>
        </p:txBody>
      </p:sp>
      <p:sp>
        <p:nvSpPr>
          <p:cNvPr id="3" name="S06-text9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빼는 수를 갈라 □를 채우고 계산해요.</a:t>
            </a:r>
            <a:endParaRPr lang="ko-KR" sz="3200" dirty="0"/>
          </a:p>
        </p:txBody>
      </p:sp>
      <p:sp>
        <p:nvSpPr>
          <p:cNvPr id="4" name="S06-card9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10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낱개만큼 먼저 빼서 10을 만들고, 10에서 남은 수를 빼요.</a:t>
            </a:r>
            <a:endParaRPr lang="ko-KR" sz="3200" dirty="0"/>
          </a:p>
        </p:txBody>
      </p:sp>
      <p:sp>
        <p:nvSpPr>
          <p:cNvPr id="6" name="S06-line101"/>
          <p:cNvSpPr/>
          <p:nvPr/>
        </p:nvSpPr>
        <p:spPr>
          <a:xfrm flipH="1">
            <a:off x="102870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7" name="S06-line102"/>
          <p:cNvSpPr/>
          <p:nvPr/>
        </p:nvSpPr>
        <p:spPr>
          <a:xfrm>
            <a:off x="2290572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06-figure103" descr="12 − 5: 5를 2와 빈칸으로 가르기"/>
          <p:cNvSpPr txBox="1"/>
          <p:nvPr/>
        </p:nvSpPr>
        <p:spPr>
          <a:xfrm>
            <a:off x="1810512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3800" dirty="0"/>
          </a:p>
        </p:txBody>
      </p:sp>
      <p:sp>
        <p:nvSpPr>
          <p:cNvPr id="9" name="S06-bondpart104"/>
          <p:cNvSpPr txBox="1"/>
          <p:nvPr/>
        </p:nvSpPr>
        <p:spPr>
          <a:xfrm>
            <a:off x="548640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0" name="S06-bondpart105"/>
          <p:cNvSpPr txBox="1"/>
          <p:nvPr/>
        </p:nvSpPr>
        <p:spPr>
          <a:xfrm>
            <a:off x="3072384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1" name="S06-label106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12 − 5 = □</a:t>
            </a:r>
            <a:endParaRPr lang="ko-KR" sz="2600" dirty="0"/>
          </a:p>
        </p:txBody>
      </p:sp>
      <p:sp>
        <p:nvSpPr>
          <p:cNvPr id="12" name="S06-line107"/>
          <p:cNvSpPr/>
          <p:nvPr/>
        </p:nvSpPr>
        <p:spPr>
          <a:xfrm flipH="1">
            <a:off x="4832604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3" name="S06-line108"/>
          <p:cNvSpPr/>
          <p:nvPr/>
        </p:nvSpPr>
        <p:spPr>
          <a:xfrm>
            <a:off x="6094476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06-figure109" descr="14 − 8: 8을 4와 빈칸으로 가르기"/>
          <p:cNvSpPr txBox="1"/>
          <p:nvPr/>
        </p:nvSpPr>
        <p:spPr>
          <a:xfrm>
            <a:off x="5614416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3800" dirty="0"/>
          </a:p>
        </p:txBody>
      </p:sp>
      <p:sp>
        <p:nvSpPr>
          <p:cNvPr id="15" name="S06-bondpart110"/>
          <p:cNvSpPr txBox="1"/>
          <p:nvPr/>
        </p:nvSpPr>
        <p:spPr>
          <a:xfrm>
            <a:off x="4352544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6" name="S06-bondpart111"/>
          <p:cNvSpPr txBox="1"/>
          <p:nvPr/>
        </p:nvSpPr>
        <p:spPr>
          <a:xfrm>
            <a:off x="6876288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17" name="S06-label11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14 − 8 = □</a:t>
            </a:r>
            <a:endParaRPr lang="ko-KR" sz="2600" dirty="0"/>
          </a:p>
        </p:txBody>
      </p:sp>
      <p:sp>
        <p:nvSpPr>
          <p:cNvPr id="18" name="S06-line113"/>
          <p:cNvSpPr/>
          <p:nvPr/>
        </p:nvSpPr>
        <p:spPr>
          <a:xfrm flipH="1">
            <a:off x="8636508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9" name="S06-line114"/>
          <p:cNvSpPr/>
          <p:nvPr/>
        </p:nvSpPr>
        <p:spPr>
          <a:xfrm>
            <a:off x="9898380" y="2971800"/>
            <a:ext cx="1261872" cy="669798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06-figure115" descr="11 − 3: 3을 1과 빈칸으로 가르기"/>
          <p:cNvSpPr txBox="1"/>
          <p:nvPr/>
        </p:nvSpPr>
        <p:spPr>
          <a:xfrm>
            <a:off x="9418320" y="2011680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21" name="S06-bondpart116"/>
          <p:cNvSpPr txBox="1"/>
          <p:nvPr/>
        </p:nvSpPr>
        <p:spPr>
          <a:xfrm>
            <a:off x="8156448" y="3641598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2" name="S06-bondpart117"/>
          <p:cNvSpPr txBox="1"/>
          <p:nvPr/>
        </p:nvSpPr>
        <p:spPr>
          <a:xfrm>
            <a:off x="10680192" y="3641598"/>
            <a:ext cx="960120" cy="960120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64653"/>
            </a:solidFill>
            <a:prstDash val="dash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endParaRPr lang="ko-KR" sz="3800" dirty="0"/>
          </a:p>
        </p:txBody>
      </p:sp>
      <p:sp>
        <p:nvSpPr>
          <p:cNvPr id="23" name="S06-label11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11 − 3 = □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뺄셈을 해 봐요</a:t>
            </a:r>
            <a:endParaRPr lang="ko-KR" sz="4400" dirty="0"/>
          </a:p>
        </p:txBody>
      </p:sp>
      <p:sp>
        <p:nvSpPr>
          <p:cNvPr id="3" name="S07-card1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먼저 빼서 10을 만들어요.</a:t>
            </a:r>
            <a:endParaRPr lang="ko-KR" sz="3200" dirty="0"/>
          </a:p>
        </p:txBody>
      </p:sp>
      <p:sp>
        <p:nvSpPr>
          <p:cNvPr id="5" name="S07-chip12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07-eqtext122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13 − 4 = □</a:t>
            </a:r>
            <a:endParaRPr lang="ko-KR" sz="3600" dirty="0"/>
          </a:p>
        </p:txBody>
      </p:sp>
      <p:sp>
        <p:nvSpPr>
          <p:cNvPr id="7" name="S07-chip123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07-eqtext124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15 − 8 = □</a:t>
            </a:r>
            <a:endParaRPr lang="ko-KR" sz="3600" dirty="0"/>
          </a:p>
        </p:txBody>
      </p:sp>
      <p:sp>
        <p:nvSpPr>
          <p:cNvPr id="9" name="S07-chip125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07-eqtext126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11 − 6 = □</a:t>
            </a:r>
            <a:endParaRPr lang="ko-KR" sz="3600" dirty="0"/>
          </a:p>
        </p:txBody>
      </p:sp>
      <p:sp>
        <p:nvSpPr>
          <p:cNvPr id="11" name="S07-chip127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07-eqtext128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17 − 9 = □</a:t>
            </a:r>
            <a:endParaRPr lang="ko-KR" sz="3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8-card12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3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13 − 5를 계산했어요.</a:t>
            </a:r>
            <a:endParaRPr lang="ko-KR" sz="3200" dirty="0"/>
          </a:p>
        </p:txBody>
      </p:sp>
      <p:sp>
        <p:nvSpPr>
          <p:cNvPr id="5" name="S08-card13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3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돌로 확인해 봐요.</a:t>
            </a:r>
            <a:endParaRPr lang="ko-KR" sz="3200" dirty="0"/>
          </a:p>
        </p:txBody>
      </p:sp>
      <p:sp>
        <p:nvSpPr>
          <p:cNvPr id="7" name="S08-chip133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12</a:t>
            </a:r>
            <a:endParaRPr lang="ko-KR" sz="2600" dirty="0"/>
          </a:p>
        </p:txBody>
      </p:sp>
      <p:sp>
        <p:nvSpPr>
          <p:cNvPr id="8" name="S08-text134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3에서 5는 못 빼니까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5 − 3 = 2, 그래서 12</a:t>
            </a:r>
            <a:endParaRPr lang="ko-KR" sz="3200" dirty="0"/>
          </a:p>
        </p:txBody>
      </p:sp>
      <p:sp>
        <p:nvSpPr>
          <p:cNvPr id="9" name="S08-chip135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8</a:t>
            </a:r>
            <a:endParaRPr lang="ko-KR" sz="2600" dirty="0"/>
          </a:p>
        </p:txBody>
      </p:sp>
      <p:sp>
        <p:nvSpPr>
          <p:cNvPr id="10" name="S08-text136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13 − 3 = 10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10 − 2 = 8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09-text13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빼는 수를 어떻게 갈랐는지 말해요.</a:t>
            </a:r>
            <a:endParaRPr lang="ko-KR" sz="3200" dirty="0"/>
          </a:p>
        </p:txBody>
      </p:sp>
      <p:sp>
        <p:nvSpPr>
          <p:cNvPr id="4" name="S09-chip138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5" name="S09-eqtext139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14 − 5 = □</a:t>
            </a:r>
            <a:endParaRPr lang="ko-KR" sz="3600" dirty="0"/>
          </a:p>
        </p:txBody>
      </p:sp>
      <p:sp>
        <p:nvSpPr>
          <p:cNvPr id="6" name="S09-chip140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7" name="S09-eqtext141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12 − 7 = □</a:t>
            </a:r>
            <a:endParaRPr lang="ko-KR" sz="3600" dirty="0"/>
          </a:p>
        </p:txBody>
      </p:sp>
      <p:sp>
        <p:nvSpPr>
          <p:cNvPr id="8" name="S09-chip142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9" name="S09-text143"/>
          <p:cNvSpPr txBox="1"/>
          <p:nvPr/>
        </p:nvSpPr>
        <p:spPr>
          <a:xfrm>
            <a:off x="1344168" y="493776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귤 13개 중 6개를 먹었어요.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귤은 몇 개?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0-card1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문제는 바둑돌로 직접 덜어 내 다시 해 보게 하세요.</a:t>
            </a:r>
            <a:endParaRPr lang="ko-KR" sz="3200" dirty="0"/>
          </a:p>
        </p:txBody>
      </p:sp>
      <p:sp>
        <p:nvSpPr>
          <p:cNvPr id="5" name="S10-chip146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147"/>
          <p:cNvSpPr txBox="1"/>
          <p:nvPr/>
        </p:nvSpPr>
        <p:spPr>
          <a:xfrm>
            <a:off x="548640" y="20574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</a:t>
            </a:r>
            <a:endParaRPr lang="ko-KR" sz="3200" dirty="0"/>
          </a:p>
        </p:txBody>
      </p:sp>
      <p:sp>
        <p:nvSpPr>
          <p:cNvPr id="7" name="S10-text148"/>
          <p:cNvSpPr txBox="1"/>
          <p:nvPr/>
        </p:nvSpPr>
        <p:spPr>
          <a:xfrm>
            <a:off x="3367278" y="20574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5를 4와 1로</a:t>
            </a:r>
            <a:endParaRPr lang="ko-KR" sz="2600" dirty="0"/>
          </a:p>
        </p:txBody>
      </p:sp>
      <p:sp>
        <p:nvSpPr>
          <p:cNvPr id="8" name="S10-text149"/>
          <p:cNvSpPr txBox="1"/>
          <p:nvPr/>
        </p:nvSpPr>
        <p:spPr>
          <a:xfrm>
            <a:off x="548640" y="31242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5</a:t>
            </a:r>
            <a:endParaRPr lang="ko-KR" sz="3200" dirty="0"/>
          </a:p>
        </p:txBody>
      </p:sp>
      <p:sp>
        <p:nvSpPr>
          <p:cNvPr id="9" name="S10-text150"/>
          <p:cNvSpPr txBox="1"/>
          <p:nvPr/>
        </p:nvSpPr>
        <p:spPr>
          <a:xfrm>
            <a:off x="3367278" y="31242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7을 2와 5로</a:t>
            </a:r>
            <a:endParaRPr lang="ko-KR" sz="2600" dirty="0"/>
          </a:p>
        </p:txBody>
      </p:sp>
      <p:sp>
        <p:nvSpPr>
          <p:cNvPr id="10" name="S10-text151"/>
          <p:cNvSpPr txBox="1"/>
          <p:nvPr/>
        </p:nvSpPr>
        <p:spPr>
          <a:xfrm>
            <a:off x="548640" y="4191000"/>
            <a:ext cx="268147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13 − 6 = 7</a:t>
            </a:r>
            <a:endParaRPr lang="ko-KR" sz="3200" dirty="0"/>
          </a:p>
        </p:txBody>
      </p:sp>
      <p:sp>
        <p:nvSpPr>
          <p:cNvPr id="11" name="S10-text152"/>
          <p:cNvSpPr txBox="1"/>
          <p:nvPr/>
        </p:nvSpPr>
        <p:spPr>
          <a:xfrm>
            <a:off x="3367278" y="4191000"/>
            <a:ext cx="2544318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7개</a:t>
            </a:r>
            <a:endParaRPr lang="ko-KR" sz="2600" dirty="0"/>
          </a:p>
        </p:txBody>
      </p:sp>
      <p:sp>
        <p:nvSpPr>
          <p:cNvPr id="12" name="S10-chip153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0-text154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11</a:t>
            </a:r>
            <a:endParaRPr lang="ko-KR" sz="3200" dirty="0"/>
          </a:p>
        </p:txBody>
      </p:sp>
      <p:sp>
        <p:nvSpPr>
          <p:cNvPr id="14" name="S10-text155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거꾸로 뺌</a:t>
            </a:r>
            <a:endParaRPr lang="ko-KR" sz="2600" dirty="0"/>
          </a:p>
        </p:txBody>
      </p:sp>
      <p:sp>
        <p:nvSpPr>
          <p:cNvPr id="15" name="S10-text156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 + 6</a:t>
            </a:r>
            <a:endParaRPr lang="ko-KR" sz="3200" dirty="0"/>
          </a:p>
        </p:txBody>
      </p:sp>
      <p:sp>
        <p:nvSpPr>
          <p:cNvPr id="16" name="S10-text157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먹은 것을 더함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가를까요?</a:t>
            </a:r>
            <a:endParaRPr lang="ko-KR" sz="4400" dirty="0"/>
          </a:p>
        </p:txBody>
      </p:sp>
      <p:sp>
        <p:nvSpPr>
          <p:cNvPr id="3" name="S11-text1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11 − 4를 계산하려고 4를 갈랐어요.</a:t>
            </a:r>
            <a:endParaRPr lang="ko-KR" sz="3200" dirty="0"/>
          </a:p>
        </p:txBody>
      </p:sp>
      <p:sp>
        <p:nvSpPr>
          <p:cNvPr id="4" name="S11-card15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16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만들 수 있게 가른 것을 고르고, 계산해요.</a:t>
            </a:r>
            <a:endParaRPr lang="ko-KR" sz="3200" dirty="0"/>
          </a:p>
        </p:txBody>
      </p:sp>
      <p:sp>
        <p:nvSpPr>
          <p:cNvPr id="6" name="S11-chip161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line162"/>
          <p:cNvSpPr/>
          <p:nvPr/>
        </p:nvSpPr>
        <p:spPr>
          <a:xfrm flipH="1">
            <a:off x="102870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8" name="S11-line163"/>
          <p:cNvSpPr/>
          <p:nvPr/>
        </p:nvSpPr>
        <p:spPr>
          <a:xfrm>
            <a:off x="2275332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9" name="S11-figure164" descr="4를 2와 2로 가르기"/>
          <p:cNvSpPr txBox="1"/>
          <p:nvPr/>
        </p:nvSpPr>
        <p:spPr>
          <a:xfrm>
            <a:off x="1795272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0" name="S11-bondpart165"/>
          <p:cNvSpPr txBox="1"/>
          <p:nvPr/>
        </p:nvSpPr>
        <p:spPr>
          <a:xfrm>
            <a:off x="548640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1" name="S11-bondpart166"/>
          <p:cNvSpPr txBox="1"/>
          <p:nvPr/>
        </p:nvSpPr>
        <p:spPr>
          <a:xfrm>
            <a:off x="304190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3800" dirty="0"/>
          </a:p>
        </p:txBody>
      </p:sp>
      <p:sp>
        <p:nvSpPr>
          <p:cNvPr id="12" name="S11-chip167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3" name="S11-line168"/>
          <p:cNvSpPr/>
          <p:nvPr/>
        </p:nvSpPr>
        <p:spPr>
          <a:xfrm flipH="1">
            <a:off x="4847844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4" name="S11-line169"/>
          <p:cNvSpPr/>
          <p:nvPr/>
        </p:nvSpPr>
        <p:spPr>
          <a:xfrm>
            <a:off x="6094476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15" name="S11-figure170" descr="4를 1과 3으로 가르기"/>
          <p:cNvSpPr txBox="1"/>
          <p:nvPr/>
        </p:nvSpPr>
        <p:spPr>
          <a:xfrm>
            <a:off x="5614416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16" name="S11-bondpart171"/>
          <p:cNvSpPr txBox="1"/>
          <p:nvPr/>
        </p:nvSpPr>
        <p:spPr>
          <a:xfrm>
            <a:off x="4367784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17" name="S11-bondpart172"/>
          <p:cNvSpPr txBox="1"/>
          <p:nvPr/>
        </p:nvSpPr>
        <p:spPr>
          <a:xfrm>
            <a:off x="686104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18" name="S11-chip173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9" name="S11-line174"/>
          <p:cNvSpPr/>
          <p:nvPr/>
        </p:nvSpPr>
        <p:spPr>
          <a:xfrm flipH="1">
            <a:off x="8666988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0" name="S11-line175"/>
          <p:cNvSpPr/>
          <p:nvPr/>
        </p:nvSpPr>
        <p:spPr>
          <a:xfrm>
            <a:off x="9913620" y="3675888"/>
            <a:ext cx="1246632" cy="484632"/>
          </a:xfrm>
          <a:prstGeom prst="line">
            <a:avLst/>
          </a:prstGeom>
          <a:noFill/>
          <a:ln w="31750">
            <a:solidFill>
              <a:srgbClr val="1F2937"/>
            </a:solidFill>
            <a:prstDash val="solid"/>
          </a:ln>
        </p:spPr>
      </p:sp>
      <p:sp>
        <p:nvSpPr>
          <p:cNvPr id="21" name="S11-figure176" descr="4를 3과 1로 가르기"/>
          <p:cNvSpPr txBox="1"/>
          <p:nvPr/>
        </p:nvSpPr>
        <p:spPr>
          <a:xfrm>
            <a:off x="9433560" y="2715768"/>
            <a:ext cx="960120" cy="960120"/>
          </a:xfrm>
          <a:prstGeom prst="ellipse">
            <a:avLst/>
          </a:prstGeom>
          <a:solidFill>
            <a:srgbClr val="FDEBDD"/>
          </a:solidFill>
          <a:ln w="31750">
            <a:solidFill>
              <a:srgbClr val="E976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3800" dirty="0"/>
          </a:p>
        </p:txBody>
      </p:sp>
      <p:sp>
        <p:nvSpPr>
          <p:cNvPr id="22" name="S11-bondpart177"/>
          <p:cNvSpPr txBox="1"/>
          <p:nvPr/>
        </p:nvSpPr>
        <p:spPr>
          <a:xfrm>
            <a:off x="8186928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3800" dirty="0"/>
          </a:p>
        </p:txBody>
      </p:sp>
      <p:sp>
        <p:nvSpPr>
          <p:cNvPr id="23" name="S11-bondpart178"/>
          <p:cNvSpPr txBox="1"/>
          <p:nvPr/>
        </p:nvSpPr>
        <p:spPr>
          <a:xfrm>
            <a:off x="10680192" y="4160520"/>
            <a:ext cx="960120" cy="960120"/>
          </a:xfrm>
          <a:prstGeom prst="ellipse">
            <a:avLst/>
          </a:prstGeom>
          <a:solidFill>
            <a:srgbClr val="EAF3F1"/>
          </a:solidFill>
          <a:ln w="31750">
            <a:solidFill>
              <a:srgbClr val="26465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3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17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18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낱개를 먼저 빼서 10을 만들고, 10에서 남은 수를 빼요.</a:t>
            </a:r>
            <a:endParaRPr lang="ko-KR" sz="3200" dirty="0"/>
          </a:p>
        </p:txBody>
      </p:sp>
      <p:sp>
        <p:nvSpPr>
          <p:cNvPr id="5" name="S12-chip18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빼는 수를 갈라 10 만들기</a:t>
            </a:r>
            <a:endParaRPr lang="ko-KR" sz="2600" dirty="0"/>
          </a:p>
        </p:txBody>
      </p:sp>
      <p:sp>
        <p:nvSpPr>
          <p:cNvPr id="6" name="S12-chip18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작은 수에서 거꾸로 빼기</a:t>
            </a:r>
            <a:endParaRPr lang="ko-KR" sz="2600" dirty="0"/>
          </a:p>
        </p:txBody>
      </p:sp>
      <p:sp>
        <p:nvSpPr>
          <p:cNvPr id="7" name="S12-text18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eqtext18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12 − 6 = □</a:t>
            </a:r>
            <a:endParaRPr lang="ko-KR" sz="3000" dirty="0"/>
          </a:p>
        </p:txBody>
      </p:sp>
      <p:sp>
        <p:nvSpPr>
          <p:cNvPr id="9" name="S12-eqtext18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16 − 8 = □</a:t>
            </a:r>
            <a:endParaRPr lang="ko-KR" sz="3000" dirty="0"/>
          </a:p>
        </p:txBody>
      </p:sp>
      <p:sp>
        <p:nvSpPr>
          <p:cNvPr id="10" name="S12-eqtext18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13 − 8 = □</a:t>
            </a:r>
            <a:endParaRPr lang="ko-KR" sz="3000" dirty="0"/>
          </a:p>
        </p:txBody>
      </p:sp>
      <p:sp>
        <p:nvSpPr>
          <p:cNvPr id="11" name="S12-text18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두 자리 수의 덧셈과 뺄셈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10에서 빼기</a:t>
            </a:r>
            <a:endParaRPr lang="ko-KR" sz="4400" dirty="0"/>
          </a:p>
        </p:txBody>
      </p:sp>
      <p:sp>
        <p:nvSpPr>
          <p:cNvPr id="3" name="S13-text18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 10개에서 4개를 빼요.</a:t>
            </a:r>
            <a:endParaRPr lang="ko-KR" sz="3200" dirty="0"/>
          </a:p>
        </p:txBody>
      </p:sp>
      <p:sp>
        <p:nvSpPr>
          <p:cNvPr id="4" name="S13-card18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3-cardtext19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10을 가르는 짝을 알면 10에서 쉽게 빼요.</a:t>
            </a:r>
            <a:endParaRPr lang="ko-KR" sz="3200" dirty="0"/>
          </a:p>
        </p:txBody>
      </p:sp>
      <p:sp>
        <p:nvSpPr>
          <p:cNvPr id="6" name="S13-dot191"/>
          <p:cNvSpPr/>
          <p:nvPr/>
        </p:nvSpPr>
        <p:spPr>
          <a:xfrm>
            <a:off x="132908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7" name="S13-dot192"/>
          <p:cNvSpPr/>
          <p:nvPr/>
        </p:nvSpPr>
        <p:spPr>
          <a:xfrm>
            <a:off x="215204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13-dot193"/>
          <p:cNvSpPr/>
          <p:nvPr/>
        </p:nvSpPr>
        <p:spPr>
          <a:xfrm>
            <a:off x="297500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13-dot194"/>
          <p:cNvSpPr/>
          <p:nvPr/>
        </p:nvSpPr>
        <p:spPr>
          <a:xfrm>
            <a:off x="379796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13-dot195"/>
          <p:cNvSpPr/>
          <p:nvPr/>
        </p:nvSpPr>
        <p:spPr>
          <a:xfrm>
            <a:off x="4620920" y="289956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13-dot196"/>
          <p:cNvSpPr/>
          <p:nvPr/>
        </p:nvSpPr>
        <p:spPr>
          <a:xfrm>
            <a:off x="132908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13-dot197"/>
          <p:cNvSpPr/>
          <p:nvPr/>
        </p:nvSpPr>
        <p:spPr>
          <a:xfrm>
            <a:off x="215204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13-line198"/>
          <p:cNvSpPr/>
          <p:nvPr/>
        </p:nvSpPr>
        <p:spPr>
          <a:xfrm>
            <a:off x="209081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4" name="S13-line199"/>
          <p:cNvSpPr/>
          <p:nvPr/>
        </p:nvSpPr>
        <p:spPr>
          <a:xfrm flipV="1">
            <a:off x="209081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5" name="S13-dot200"/>
          <p:cNvSpPr/>
          <p:nvPr/>
        </p:nvSpPr>
        <p:spPr>
          <a:xfrm>
            <a:off x="297500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13-line201"/>
          <p:cNvSpPr/>
          <p:nvPr/>
        </p:nvSpPr>
        <p:spPr>
          <a:xfrm>
            <a:off x="291377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7" name="S13-line202"/>
          <p:cNvSpPr/>
          <p:nvPr/>
        </p:nvSpPr>
        <p:spPr>
          <a:xfrm flipV="1">
            <a:off x="291377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18" name="S13-dot203"/>
          <p:cNvSpPr/>
          <p:nvPr/>
        </p:nvSpPr>
        <p:spPr>
          <a:xfrm>
            <a:off x="379796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13-line204"/>
          <p:cNvSpPr/>
          <p:nvPr/>
        </p:nvSpPr>
        <p:spPr>
          <a:xfrm>
            <a:off x="373673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0" name="S13-line205"/>
          <p:cNvSpPr/>
          <p:nvPr/>
        </p:nvSpPr>
        <p:spPr>
          <a:xfrm flipV="1">
            <a:off x="373673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1" name="S13-dot206"/>
          <p:cNvSpPr/>
          <p:nvPr/>
        </p:nvSpPr>
        <p:spPr>
          <a:xfrm>
            <a:off x="4620920" y="3722522"/>
            <a:ext cx="510235" cy="510235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2" name="S13-line207"/>
          <p:cNvSpPr/>
          <p:nvPr/>
        </p:nvSpPr>
        <p:spPr>
          <a:xfrm>
            <a:off x="455969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3" name="S13-line208"/>
          <p:cNvSpPr/>
          <p:nvPr/>
        </p:nvSpPr>
        <p:spPr>
          <a:xfrm flipV="1">
            <a:off x="4559692" y="3661294"/>
            <a:ext cx="632692" cy="632692"/>
          </a:xfrm>
          <a:prstGeom prst="line">
            <a:avLst/>
          </a:prstGeom>
          <a:noFill/>
          <a:ln w="44450">
            <a:solidFill>
              <a:srgbClr val="C8434E"/>
            </a:solidFill>
            <a:prstDash val="solid"/>
          </a:ln>
        </p:spPr>
      </p:sp>
      <p:sp>
        <p:nvSpPr>
          <p:cNvPr id="24" name="S13-figure209" descr="점 10개 중 4개에 × 표시"/>
          <p:cNvSpPr/>
          <p:nvPr/>
        </p:nvSpPr>
        <p:spPr>
          <a:xfrm>
            <a:off x="1172718" y="2743200"/>
            <a:ext cx="4114800" cy="164592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13-card210"/>
          <p:cNvSpPr/>
          <p:nvPr/>
        </p:nvSpPr>
        <p:spPr>
          <a:xfrm>
            <a:off x="6277356" y="258318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6" name="S13-cardtext211"/>
          <p:cNvSpPr txBox="1"/>
          <p:nvPr/>
        </p:nvSpPr>
        <p:spPr>
          <a:xfrm>
            <a:off x="6551676" y="272034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10은 4와 6</a:t>
            </a:r>
            <a:endParaRPr lang="ko-KR" sz="3200" dirty="0"/>
          </a:p>
        </p:txBody>
      </p:sp>
      <p:sp>
        <p:nvSpPr>
          <p:cNvPr id="27" name="S13-card212"/>
          <p:cNvSpPr/>
          <p:nvPr/>
        </p:nvSpPr>
        <p:spPr>
          <a:xfrm>
            <a:off x="6277356" y="3680460"/>
            <a:ext cx="536295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8" name="S13-cardtext213"/>
          <p:cNvSpPr txBox="1"/>
          <p:nvPr/>
        </p:nvSpPr>
        <p:spPr>
          <a:xfrm>
            <a:off x="6551676" y="3817620"/>
            <a:ext cx="48143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10 − 4 = 6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받아내림이 있는 뺄셈</dc:title>
  <dc:subject>KR22-G01-MAT-BORROW-L01</dc:subject>
  <dc:creator>education-ppt</dc:creator>
  <cp:lastModifiedBy>education-ppt</cp:lastModifiedBy>
  <cp:revision>1</cp:revision>
  <dcterms:created xsi:type="dcterms:W3CDTF">2026-10-26T07:13:08Z</dcterms:created>
  <dcterms:modified xsi:type="dcterms:W3CDTF">2026-10-26T07:13:08Z</dcterms:modified>
</cp:coreProperties>
</file>