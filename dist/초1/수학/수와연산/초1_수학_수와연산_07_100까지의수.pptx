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d3ab864-a7ab-5bb4-c4e5-bd21a18e0aa9}">
          <p14:sldIdLst>
            <p14:sldId id="256"/>
            <p14:sldId id="257"/>
          </p14:sldIdLst>
        </p14:section>
        <p14:section name="개념" id="{1efc6dfb-75f6-29e3-a36f-0511e540bc74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dbec8505-b449-832d-9a1b-3ebef109ef6e}">
          <p14:sldIdLst>
            <p14:sldId id="263"/>
            <p14:sldId id="264"/>
            <p14:sldId id="265"/>
          </p14:sldIdLst>
        </p14:section>
        <p14:section name="확인" id="{ce20caa1-33dc-526d-54cc-a497b2247782}">
          <p14:sldIdLst>
            <p14:sldId id="266"/>
            <p14:sldId id="267"/>
            <p14:sldId id="268"/>
          </p14:sldIdLst>
        </p14:section>
        <p14:section name="정리" id="{187e17e8-a5c7-c146-1b17-8c7bbf725493}">
          <p14:sldIdLst>
            <p14:sldId id="269"/>
          </p14:sldIdLst>
        </p14:section>
        <p14:section name="보충" id="{6f1b2c63-9f31-8f35-c98a-f836ae6819d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지난 시간의 ‘10개씩 묶음과 낱개’를 100까지 넓힌다는 것을 알려 줍니다.
시간: 약 2분
이렇게 말해 보세요
- “지난 시간에는 50까지 셌지? 오늘은 100까지 세고, 두 수 중 어느 수가 더 큰지 알아볼 거야.”
- “오른쪽 그림은 막대가 몇 개, 낱개가 몇 개야?”
예상 답
- “막대 6개, 낱개 2개요.”
막히면
- 막대를 하나씩 짚으며 “십, 이십, 삼십…”으로 함께 셉니다.
주의
- 수를 몰라도 괜찮습니다. S03에서 60의 이름을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확인(50까지의 수)]
목적: 지난 차시(50까지의 수)의 묶음·낱개와 두 가지 읽기가 되는지 확인합니다.
시간: 약 3분
이렇게 말해 보세요
- “①은 10개씩 묶음 3개와 낱개 6개야. 얼마일까?”
- “②는 47을 두 가지로 읽고, ③은 마흔다섯을 숫자로 써 볼래?”
정답
- ① 36
- ② 사십칠, 마흔일곱
- ③ 45
막히면
- 콩 봉지와 낱개로 놓아 보게 합니다.
- 두 문제 이상 틀리면 S15(보충)를 먼저 합니다. 보충으로도 어려우면 6차시 ‘50까지의 수’(KR22-G01-MAT-NUM50-L01)를 다시 합니다.
주의
- ③을 405로 쓰면 지난 차시의 실수(30과 4를 붙여 쓰기)가 남아 있는 것입니다. S15에서 표로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60, 70, 80, 90 읽기]
목적: 10개씩 묶음 6~9개가 60, 70, 80, 90임을 알고 두 가지로 읽습니다.
시간: 약 3분
이렇게 말해 보세요
- “50은 묶음 5개였지? 묶음이 6개면 60, 육십 또는 예순이야.”
- “같이 10씩 세어 보자. 열, 스물, 서른, 마흔, 쉰, 예순, 일흔, 여든, 아흔!”
예상 답
- “육십, 예순. 칠십, 일흔. 팔십, 여든. 구십, 아흔.”
막히면
- ‘육십, 칠십, 팔십, 구십’을 먼저 익히고, ‘예순, 일흔, 여든, 아흔’은 부모가 말하고 따라 하게 합니다(M2).
주의
- 할머니 연세(예순, 일흔)처럼 생활에서 들을 수 있는 말이라고 알려 주면 기억에 도움이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몇십몇(99까지) 쓰고 읽기]
목적: 50보다 큰 몇십몇도 묶음 먼저, 낱개 나중으로 쓰고 두 가지로 읽습니다.
시간: 약 3분
이렇게 말해 보세요
- “막대가 몇 개야? 낱개는? 그럼 얼마일까?”
- “75는 칠십오 또는 일흔다섯이라고 읽어.”
예상 답
- “막대 7개, 낱개 5개. 75요.” “칠십오, 일흔다섯.”
막히면
- 막대를 “십, 이십 … 칠십”으로 센 뒤 낱개를 “칠십일, 칠십이 … 칠십오”로 이어 셉니다.
주의
- 57로 바꾸어 쓰면 “묶음이 5개야?”라고 다시 그림을 보게 합니다(M4).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100 알아보기]
목적: 99보다 1만큼 더 큰 수가 100이고, 10개씩 묶음 10개와 같다는 것을 압니다.
시간: 약 2분
이렇게 말해 보세요
- “99는 묶음 9개, 낱개 9개야. 낱개를 하나 더 놓으면 낱개가 몇 개가 돼?”
- “낱개 10개는 한 묶음이 되지? 그러면 묶음이 10개, 이 수가 100이야. ‘백’이라고 읽어.”
예상 답
- “낱개가 10개요. 묶음이 10개가 돼요.” “백.”
막히면
- 막대를 “십, 이십 … 구십, 백”으로 10개까지 함께 셉니다(M3).
주의
- 100은 ‘백’ 한 가지로 읽습니다.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묶음의 수로 크기 비교]
목적: 두 수의 크기는 10개씩 묶음의 수부터 비교한다는 것을 압니다.
시간: 약 3분
이렇게 말해 보세요
- “64와 58 중 어느 수가 더 클까? 막대가 몇 개씩이야?”
- “막대 하나가 10개라서, 막대가 많은 쪽이 더 커. 낱개는 10개도 안 되거든.”
- “‘64는 58보다 커요’, 거꾸로 ‘58은 64보다 작아요’라고 말해 볼래?”
예상 답
- “64요. 막대가 6개라서요.” “64는 58보다 커요. 58은 64보다 작아요.”
막히면
- 58의 낱개 8개를 64의 막대 하나 옆에 놓고 “낱개 8개가 막대 하나(10개)보다 많아?”라고 묻습니다.
주의
- 58의 낱개(8)가 64의 낱개(4)보다 많아서 헷갈릴 수 있습니다. 이 실수는 S10에서 다시 다룹니다(M1).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묶음이 같을 때 낱개로 비교]
목적: 10개씩 묶음의 수가 같으면 낱개의 수로 크기를 비교한다는 것을 압니다.
시간: 약 3분
이렇게 말해 보세요
- “이번에는 막대가 둘 다 7개야. 그러면 무엇을 비교할까?”
- “낱개가 3개, 6개야. 76은 73보다 커요.”
예상 답
- “낱개요. 76이 더 커요.”
막히면
- 막대는 손으로 가리고 낱개만 보며 3과 6을 비교하게 합니다.
주의
- 비교 순서를 ‘① 묶음 → ② 묶음이 같으면 낱개’로 정리해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연습(읽기·쓰기)]
목적: 도움을 받으며 100까지의 수를 묶음·낱개로 나타내고 읽고 씁니다.
시간: 약 4분
이렇게 말해 보세요
- “①은 얼마일까? 종이에 써 볼래?”
- “②는 69를 두 가지로 읽어 봐. ‘예순’ 다음에 무엇을 붙일까?”
정답
- ① 82
- ② 육십구, 예순아홉
- ③ 95
- ④ 100(백)
막히면
- ③을 905로 쓰면 묶음과 낱개 표를 그려 9와 5를 차례로 쓰게 합니다.
- ④는 S05로 돌아가 낱개 10개가 한 묶음이 되는 것을 다시 봅니다(M3).
주의
- 아이가 쓴 수를 소리 내어 읽게 하면 바꾸어 쓴 실수를 스스로 찾기도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연습(크기 비교)]
목적: 도움을 받으며 묶음부터 비교하고, 같으면 낱개를 비교해 큰 수를 찾습니다.
시간: 약 4분
이렇게 말해 보세요
- “①은 57과 75야. 오른쪽 표처럼 묶음과 낱개로 나누어 보자. 묶음은 어느 쪽이 많아?”
- “‘75는 57보다 커요’라고 말해 볼래? ②, ③도 해 보자.”
정답
- ① 75(75는 57보다 커요. 57은 75보다 작아요.)
- ② 86(묶음이 8개로 같고, 낱개 6이 3보다 많아요.)
- ③ 90(묶음 9개가 4개보다 많아요.)
막히면
- 두 수를 콩 봉지와 낱개로 놓고 봉지 수부터 비교합니다.
- ②는 S07처럼 묶음을 손으로 가리고 낱개만 비교합니다.
주의
- ③에서 49의 9가 커 보여 49를 고르기 쉽습니다. 묶음이 9개인 90이 더 큽니다(M1).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비교(낱개만 보고 비교)]
목적: 낱개만 보고 크기를 비교하는 실수를 바로잡습니다(M1).
시간: 약 3분
이렇게 말해 보세요
- “토끼는 낱개를 보고, 곰은 묶음을 봤어. 누가 맞았을까?”
- “49는 묶음 4개, 52는 묶음 5개야. 묶음 하나가 몇 개였지?”
예상 답
- “곰이요. 묶음이 더 많으니까요.”
정답
- 곰이 맞습니다. 52는 49보다 큽니다.
- 묶음 하나는 10개라서 낱개 몇 개보다 많습니다. 그래서 묶음부터 비교합니다.
막히면
- 콩 봉지 4개와 낱개 9개, 봉지 5개와 낱개 2개를 놓고 49에 콩을 하나씩 더하며 “오십, 오십일, 오십이”까지 세어 봅니다.
주의
- 토끼처럼 생각하는 아이가 많습니다. 틀려도 “좋은 생각이었는데 묶음을 먼저 봐야 해.”라고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100까지의 수를 쓰고, 두 수의 크기를 비교할 수 있는지 확인합니다.
시간: 약 5분
이렇게 말해 보세요
- “이번에는 혼자 해 볼래? ③, ④는 왜 그렇게 생각했는지도 말해 줘.”
정답
- ① 67
- ② 90
- ③ 71(묶음 7개가 6개보다 많아요.)
- ④ 42(묶음이 4개로 같고, 낱개 2가 5보다 적어요.)
막히면
- 바로 알려 주지 말고 “묶음이 몇 개야?”라고만 묻습니다.
- 도움을 받아 해결했다면 기록표에 ‘도움’으로 표시합니다.
주의
- ④는 ‘작은 수’를 묻습니다. 큰 수(45)를 답하면 질문을 다시 읽어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콩으로 다시 해 보자.”
정답
- ① 67 ② 90 ③ 71 ④ 42
막히면
- ③이 68이면 S10으로, ①이 76이면 S04로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확인(그림 보고 비교)]
목적: 처음 보는 그림에서 수를 읽고, 묶음부터 비교해 더 큰 수를 고르는지 확인합니다.
시간: 약 2분
이렇게 말해 보세요
- “가와 나는 각각 얼마야? 어느 쪽이 더 커? 어떻게 알았어?”
정답
- 가 39, 나 41. 나(41)가 더 큽니다. 묶음 4개가 3개보다 많습니다.
막히면
- 각 그림의 막대와 낱개를 세어 수를 먼저 말하게 합니다.
주의
- 가(39)를 고르면 낱개만 보고 비교한 것입니다(M1). 기록표에 적어 두고 다음 수업 복습에서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배운 것을 말해 볼래? 두 수 중 어느 수가 큰지 어떻게 알 수 있어?”
예상 답
- “묶음이 많은 수가 커요. 묶음이 같으면 낱개가 많은 수가 커요.”
정답
- ① 93 ② 64(64는 46보다 커요) ③ 80
막히면
- S06과 S07의 그림을 다시 보여 주며 비교 순서를 함께 말합니다.
주의
- 다음 차시(세 수의 덧셈과 뺄셈)는 한 자리 수 계산입니다. 4·5차시의 덧셈·뺄셈을 2~3문제 복습하고 시작하면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보충(묶음과 낱개)]
목적: S02에서 50까지의 수가 흔들리면, 콩을 10개씩 묶어 세며 묶음과 낱개를 다시 익힙니다.
시간: 약 5분
이렇게 말해 보세요
- “콩을 10개씩 세어 봉지에 넣어 보자. 봉지는 몇 개, 남은 콩은 몇 개야?”
- “봉지 2개와 낱개 5개는 얼마야? 두 가지로 읽어 볼까?”
정답
- 25(이십오, 스물다섯)
막히면
- 봉지를 “십, 이십”으로 센 뒤 낱개를 “이십일 … 이십오”로 이어 셉니다.
주의
- 보충으로도 어려우면 6차시 ‘50까지의 수’(KR22-G01-MAT-NUM50-L01)를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100까지의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100까지의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100까지의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100까지의 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수가 더 클까?</a:t>
            </a:r>
            <a:endParaRPr lang="ko-KR" sz="3200" dirty="0"/>
          </a:p>
        </p:txBody>
      </p:sp>
      <p:sp>
        <p:nvSpPr>
          <p:cNvPr id="4" name="S01-rod1"/>
          <p:cNvSpPr/>
          <p:nvPr/>
        </p:nvSpPr>
        <p:spPr>
          <a:xfrm>
            <a:off x="8113542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8113542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>
            <a:off x="8113542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>
            <a:off x="8113542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>
            <a:off x="8113542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>
            <a:off x="8113542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>
            <a:off x="8113542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>
            <a:off x="8113542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>
            <a:off x="8113542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>
            <a:off x="8113542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rod11"/>
          <p:cNvSpPr/>
          <p:nvPr/>
        </p:nvSpPr>
        <p:spPr>
          <a:xfrm>
            <a:off x="8563708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>
            <a:off x="8563708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>
            <a:off x="8563708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>
            <a:off x="8563708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>
            <a:off x="8563708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>
            <a:off x="8563708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>
            <a:off x="8563708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>
            <a:off x="8563708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>
            <a:off x="8563708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>
            <a:off x="8563708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rod21"/>
          <p:cNvSpPr/>
          <p:nvPr/>
        </p:nvSpPr>
        <p:spPr>
          <a:xfrm>
            <a:off x="9013874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>
            <a:off x="9013874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>
            <a:off x="9013874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>
            <a:off x="9013874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>
            <a:off x="9013874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>
            <a:off x="9013874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>
            <a:off x="9013874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>
            <a:off x="9013874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>
            <a:off x="9013874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>
            <a:off x="9013874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rod31"/>
          <p:cNvSpPr/>
          <p:nvPr/>
        </p:nvSpPr>
        <p:spPr>
          <a:xfrm>
            <a:off x="9464040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>
            <a:off x="9464040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>
            <a:off x="9464040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>
            <a:off x="9464040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>
            <a:off x="9464040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>
            <a:off x="9464040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>
            <a:off x="9464040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>
            <a:off x="9464040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line39"/>
          <p:cNvSpPr/>
          <p:nvPr/>
        </p:nvSpPr>
        <p:spPr>
          <a:xfrm>
            <a:off x="9464040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>
            <a:off x="9464040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rod41"/>
          <p:cNvSpPr/>
          <p:nvPr/>
        </p:nvSpPr>
        <p:spPr>
          <a:xfrm>
            <a:off x="9914206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>
            <a:off x="9914206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>
            <a:off x="9914206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>
            <a:off x="9914206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>
            <a:off x="9914206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>
            <a:off x="9914206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9914206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9914206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line49"/>
          <p:cNvSpPr/>
          <p:nvPr/>
        </p:nvSpPr>
        <p:spPr>
          <a:xfrm>
            <a:off x="9914206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9914206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rod51"/>
          <p:cNvSpPr/>
          <p:nvPr/>
        </p:nvSpPr>
        <p:spPr>
          <a:xfrm>
            <a:off x="10364372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10364372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10364372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10364372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10364372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10364372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10364372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10364372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line59"/>
          <p:cNvSpPr/>
          <p:nvPr/>
        </p:nvSpPr>
        <p:spPr>
          <a:xfrm>
            <a:off x="10364372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10364372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unit61"/>
          <p:cNvSpPr/>
          <p:nvPr/>
        </p:nvSpPr>
        <p:spPr>
          <a:xfrm>
            <a:off x="10814538" y="3158197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1-unit62"/>
          <p:cNvSpPr/>
          <p:nvPr/>
        </p:nvSpPr>
        <p:spPr>
          <a:xfrm>
            <a:off x="10814538" y="2806505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1-figure63" descr="10개 막대 6개와 낱개 2개"/>
          <p:cNvSpPr/>
          <p:nvPr/>
        </p:nvSpPr>
        <p:spPr>
          <a:xfrm>
            <a:off x="7680960" y="696351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01-card64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8" name="S01-cardtext65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100까지의 수를 읽고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수의 크기를 비교해요.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6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6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3개, 낱개 6개는?</a:t>
            </a:r>
            <a:endParaRPr lang="ko-KR" sz="3200" dirty="0"/>
          </a:p>
        </p:txBody>
      </p:sp>
      <p:sp>
        <p:nvSpPr>
          <p:cNvPr id="5" name="S02-chip6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69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47을 두 가지로 읽어요.</a:t>
            </a:r>
            <a:endParaRPr lang="ko-KR" sz="3200" dirty="0"/>
          </a:p>
        </p:txBody>
      </p:sp>
      <p:sp>
        <p:nvSpPr>
          <p:cNvPr id="7" name="S02-chip7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71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마흔다섯을 숫자로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60, 70, 80, 90</a:t>
            </a:r>
            <a:endParaRPr lang="ko-KR" sz="4400" dirty="0"/>
          </a:p>
        </p:txBody>
      </p:sp>
      <p:sp>
        <p:nvSpPr>
          <p:cNvPr id="3" name="S03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묶음이 늘어나요.</a:t>
            </a:r>
            <a:endParaRPr lang="ko-KR" sz="3200" dirty="0"/>
          </a:p>
        </p:txBody>
      </p:sp>
      <p:sp>
        <p:nvSpPr>
          <p:cNvPr id="4" name="S03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예순, 일흔, 여든, 아흔도 기억해요.</a:t>
            </a:r>
            <a:endParaRPr lang="ko-KR" sz="3200" dirty="0"/>
          </a:p>
        </p:txBody>
      </p:sp>
      <p:graphicFrame>
        <p:nvGraphicFramePr>
          <p:cNvPr id="4" name="S03-table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042160"/>
          <a:ext cx="9144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2103120"/>
                <a:gridCol w="2103120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10개씩 묶음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육십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칠십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여든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7개, 낱개 5개</a:t>
            </a:r>
            <a:endParaRPr lang="ko-KR" sz="4400" dirty="0"/>
          </a:p>
        </p:txBody>
      </p:sp>
      <p:sp>
        <p:nvSpPr>
          <p:cNvPr id="3" name="S04-card7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7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칠십오 또는 일흔다섯이라고 읽어요.</a:t>
            </a:r>
            <a:endParaRPr lang="ko-KR" sz="3200" dirty="0"/>
          </a:p>
        </p:txBody>
      </p:sp>
      <p:sp>
        <p:nvSpPr>
          <p:cNvPr id="5" name="S04-rod78"/>
          <p:cNvSpPr/>
          <p:nvPr/>
        </p:nvSpPr>
        <p:spPr>
          <a:xfrm>
            <a:off x="1222675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line79"/>
          <p:cNvSpPr/>
          <p:nvPr/>
        </p:nvSpPr>
        <p:spPr>
          <a:xfrm>
            <a:off x="1222675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4-line80"/>
          <p:cNvSpPr/>
          <p:nvPr/>
        </p:nvSpPr>
        <p:spPr>
          <a:xfrm>
            <a:off x="1222675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81"/>
          <p:cNvSpPr/>
          <p:nvPr/>
        </p:nvSpPr>
        <p:spPr>
          <a:xfrm>
            <a:off x="1222675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82"/>
          <p:cNvSpPr/>
          <p:nvPr/>
        </p:nvSpPr>
        <p:spPr>
          <a:xfrm>
            <a:off x="1222675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83"/>
          <p:cNvSpPr/>
          <p:nvPr/>
        </p:nvSpPr>
        <p:spPr>
          <a:xfrm>
            <a:off x="1222675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84"/>
          <p:cNvSpPr/>
          <p:nvPr/>
        </p:nvSpPr>
        <p:spPr>
          <a:xfrm>
            <a:off x="1222675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85"/>
          <p:cNvSpPr/>
          <p:nvPr/>
        </p:nvSpPr>
        <p:spPr>
          <a:xfrm>
            <a:off x="1222675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86"/>
          <p:cNvSpPr/>
          <p:nvPr/>
        </p:nvSpPr>
        <p:spPr>
          <a:xfrm>
            <a:off x="1222675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87"/>
          <p:cNvSpPr/>
          <p:nvPr/>
        </p:nvSpPr>
        <p:spPr>
          <a:xfrm>
            <a:off x="1222675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rod88"/>
          <p:cNvSpPr/>
          <p:nvPr/>
        </p:nvSpPr>
        <p:spPr>
          <a:xfrm>
            <a:off x="1739507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line89"/>
          <p:cNvSpPr/>
          <p:nvPr/>
        </p:nvSpPr>
        <p:spPr>
          <a:xfrm>
            <a:off x="1739507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line90"/>
          <p:cNvSpPr/>
          <p:nvPr/>
        </p:nvSpPr>
        <p:spPr>
          <a:xfrm>
            <a:off x="1739507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91"/>
          <p:cNvSpPr/>
          <p:nvPr/>
        </p:nvSpPr>
        <p:spPr>
          <a:xfrm>
            <a:off x="1739507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92"/>
          <p:cNvSpPr/>
          <p:nvPr/>
        </p:nvSpPr>
        <p:spPr>
          <a:xfrm>
            <a:off x="1739507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93"/>
          <p:cNvSpPr/>
          <p:nvPr/>
        </p:nvSpPr>
        <p:spPr>
          <a:xfrm>
            <a:off x="1739507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94"/>
          <p:cNvSpPr/>
          <p:nvPr/>
        </p:nvSpPr>
        <p:spPr>
          <a:xfrm>
            <a:off x="1739507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95"/>
          <p:cNvSpPr/>
          <p:nvPr/>
        </p:nvSpPr>
        <p:spPr>
          <a:xfrm>
            <a:off x="1739507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96"/>
          <p:cNvSpPr/>
          <p:nvPr/>
        </p:nvSpPr>
        <p:spPr>
          <a:xfrm>
            <a:off x="1739507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97"/>
          <p:cNvSpPr/>
          <p:nvPr/>
        </p:nvSpPr>
        <p:spPr>
          <a:xfrm>
            <a:off x="1739507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rod98"/>
          <p:cNvSpPr/>
          <p:nvPr/>
        </p:nvSpPr>
        <p:spPr>
          <a:xfrm>
            <a:off x="2256338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4-line99"/>
          <p:cNvSpPr/>
          <p:nvPr/>
        </p:nvSpPr>
        <p:spPr>
          <a:xfrm>
            <a:off x="2256338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line100"/>
          <p:cNvSpPr/>
          <p:nvPr/>
        </p:nvSpPr>
        <p:spPr>
          <a:xfrm>
            <a:off x="2256338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101"/>
          <p:cNvSpPr/>
          <p:nvPr/>
        </p:nvSpPr>
        <p:spPr>
          <a:xfrm>
            <a:off x="2256338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102"/>
          <p:cNvSpPr/>
          <p:nvPr/>
        </p:nvSpPr>
        <p:spPr>
          <a:xfrm>
            <a:off x="2256338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line103"/>
          <p:cNvSpPr/>
          <p:nvPr/>
        </p:nvSpPr>
        <p:spPr>
          <a:xfrm>
            <a:off x="2256338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line104"/>
          <p:cNvSpPr/>
          <p:nvPr/>
        </p:nvSpPr>
        <p:spPr>
          <a:xfrm>
            <a:off x="2256338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line105"/>
          <p:cNvSpPr/>
          <p:nvPr/>
        </p:nvSpPr>
        <p:spPr>
          <a:xfrm>
            <a:off x="2256338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106"/>
          <p:cNvSpPr/>
          <p:nvPr/>
        </p:nvSpPr>
        <p:spPr>
          <a:xfrm>
            <a:off x="2256338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107"/>
          <p:cNvSpPr/>
          <p:nvPr/>
        </p:nvSpPr>
        <p:spPr>
          <a:xfrm>
            <a:off x="2256338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rod108"/>
          <p:cNvSpPr/>
          <p:nvPr/>
        </p:nvSpPr>
        <p:spPr>
          <a:xfrm>
            <a:off x="2773170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4-line109"/>
          <p:cNvSpPr/>
          <p:nvPr/>
        </p:nvSpPr>
        <p:spPr>
          <a:xfrm>
            <a:off x="2773170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line110"/>
          <p:cNvSpPr/>
          <p:nvPr/>
        </p:nvSpPr>
        <p:spPr>
          <a:xfrm>
            <a:off x="2773170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111"/>
          <p:cNvSpPr/>
          <p:nvPr/>
        </p:nvSpPr>
        <p:spPr>
          <a:xfrm>
            <a:off x="2773170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112"/>
          <p:cNvSpPr/>
          <p:nvPr/>
        </p:nvSpPr>
        <p:spPr>
          <a:xfrm>
            <a:off x="2773170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113"/>
          <p:cNvSpPr/>
          <p:nvPr/>
        </p:nvSpPr>
        <p:spPr>
          <a:xfrm>
            <a:off x="2773170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114"/>
          <p:cNvSpPr/>
          <p:nvPr/>
        </p:nvSpPr>
        <p:spPr>
          <a:xfrm>
            <a:off x="2773170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line115"/>
          <p:cNvSpPr/>
          <p:nvPr/>
        </p:nvSpPr>
        <p:spPr>
          <a:xfrm>
            <a:off x="2773170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116"/>
          <p:cNvSpPr/>
          <p:nvPr/>
        </p:nvSpPr>
        <p:spPr>
          <a:xfrm>
            <a:off x="2773170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117"/>
          <p:cNvSpPr/>
          <p:nvPr/>
        </p:nvSpPr>
        <p:spPr>
          <a:xfrm>
            <a:off x="2773170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rod118"/>
          <p:cNvSpPr/>
          <p:nvPr/>
        </p:nvSpPr>
        <p:spPr>
          <a:xfrm>
            <a:off x="3290001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4-line119"/>
          <p:cNvSpPr/>
          <p:nvPr/>
        </p:nvSpPr>
        <p:spPr>
          <a:xfrm>
            <a:off x="3290001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4-line120"/>
          <p:cNvSpPr/>
          <p:nvPr/>
        </p:nvSpPr>
        <p:spPr>
          <a:xfrm>
            <a:off x="3290001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121"/>
          <p:cNvSpPr/>
          <p:nvPr/>
        </p:nvSpPr>
        <p:spPr>
          <a:xfrm>
            <a:off x="3290001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122"/>
          <p:cNvSpPr/>
          <p:nvPr/>
        </p:nvSpPr>
        <p:spPr>
          <a:xfrm>
            <a:off x="3290001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line123"/>
          <p:cNvSpPr/>
          <p:nvPr/>
        </p:nvSpPr>
        <p:spPr>
          <a:xfrm>
            <a:off x="3290001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line124"/>
          <p:cNvSpPr/>
          <p:nvPr/>
        </p:nvSpPr>
        <p:spPr>
          <a:xfrm>
            <a:off x="3290001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line125"/>
          <p:cNvSpPr/>
          <p:nvPr/>
        </p:nvSpPr>
        <p:spPr>
          <a:xfrm>
            <a:off x="3290001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126"/>
          <p:cNvSpPr/>
          <p:nvPr/>
        </p:nvSpPr>
        <p:spPr>
          <a:xfrm>
            <a:off x="3290001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line127"/>
          <p:cNvSpPr/>
          <p:nvPr/>
        </p:nvSpPr>
        <p:spPr>
          <a:xfrm>
            <a:off x="3290001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rod128"/>
          <p:cNvSpPr/>
          <p:nvPr/>
        </p:nvSpPr>
        <p:spPr>
          <a:xfrm>
            <a:off x="3806832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4-line129"/>
          <p:cNvSpPr/>
          <p:nvPr/>
        </p:nvSpPr>
        <p:spPr>
          <a:xfrm>
            <a:off x="3806832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4-line130"/>
          <p:cNvSpPr/>
          <p:nvPr/>
        </p:nvSpPr>
        <p:spPr>
          <a:xfrm>
            <a:off x="3806832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line131"/>
          <p:cNvSpPr/>
          <p:nvPr/>
        </p:nvSpPr>
        <p:spPr>
          <a:xfrm>
            <a:off x="3806832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line132"/>
          <p:cNvSpPr/>
          <p:nvPr/>
        </p:nvSpPr>
        <p:spPr>
          <a:xfrm>
            <a:off x="3806832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line133"/>
          <p:cNvSpPr/>
          <p:nvPr/>
        </p:nvSpPr>
        <p:spPr>
          <a:xfrm>
            <a:off x="3806832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line134"/>
          <p:cNvSpPr/>
          <p:nvPr/>
        </p:nvSpPr>
        <p:spPr>
          <a:xfrm>
            <a:off x="3806832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line135"/>
          <p:cNvSpPr/>
          <p:nvPr/>
        </p:nvSpPr>
        <p:spPr>
          <a:xfrm>
            <a:off x="3806832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136"/>
          <p:cNvSpPr/>
          <p:nvPr/>
        </p:nvSpPr>
        <p:spPr>
          <a:xfrm>
            <a:off x="3806832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137"/>
          <p:cNvSpPr/>
          <p:nvPr/>
        </p:nvSpPr>
        <p:spPr>
          <a:xfrm>
            <a:off x="3806832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rod138"/>
          <p:cNvSpPr/>
          <p:nvPr/>
        </p:nvSpPr>
        <p:spPr>
          <a:xfrm>
            <a:off x="4323664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4-line139"/>
          <p:cNvSpPr/>
          <p:nvPr/>
        </p:nvSpPr>
        <p:spPr>
          <a:xfrm>
            <a:off x="4323664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4-line140"/>
          <p:cNvSpPr/>
          <p:nvPr/>
        </p:nvSpPr>
        <p:spPr>
          <a:xfrm>
            <a:off x="4323664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4-line141"/>
          <p:cNvSpPr/>
          <p:nvPr/>
        </p:nvSpPr>
        <p:spPr>
          <a:xfrm>
            <a:off x="4323664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4-line142"/>
          <p:cNvSpPr/>
          <p:nvPr/>
        </p:nvSpPr>
        <p:spPr>
          <a:xfrm>
            <a:off x="4323664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line143"/>
          <p:cNvSpPr/>
          <p:nvPr/>
        </p:nvSpPr>
        <p:spPr>
          <a:xfrm>
            <a:off x="4323664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4-line144"/>
          <p:cNvSpPr/>
          <p:nvPr/>
        </p:nvSpPr>
        <p:spPr>
          <a:xfrm>
            <a:off x="4323664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4-line145"/>
          <p:cNvSpPr/>
          <p:nvPr/>
        </p:nvSpPr>
        <p:spPr>
          <a:xfrm>
            <a:off x="4323664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4-line146"/>
          <p:cNvSpPr/>
          <p:nvPr/>
        </p:nvSpPr>
        <p:spPr>
          <a:xfrm>
            <a:off x="4323664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line147"/>
          <p:cNvSpPr/>
          <p:nvPr/>
        </p:nvSpPr>
        <p:spPr>
          <a:xfrm>
            <a:off x="4323664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unit148"/>
          <p:cNvSpPr/>
          <p:nvPr/>
        </p:nvSpPr>
        <p:spPr>
          <a:xfrm>
            <a:off x="4840495" y="4216906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4-unit149"/>
          <p:cNvSpPr/>
          <p:nvPr/>
        </p:nvSpPr>
        <p:spPr>
          <a:xfrm>
            <a:off x="4840495" y="3813131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4-unit150"/>
          <p:cNvSpPr/>
          <p:nvPr/>
        </p:nvSpPr>
        <p:spPr>
          <a:xfrm>
            <a:off x="4840495" y="3409357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4-unit151"/>
          <p:cNvSpPr/>
          <p:nvPr/>
        </p:nvSpPr>
        <p:spPr>
          <a:xfrm>
            <a:off x="4840495" y="3005582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4-unit152"/>
          <p:cNvSpPr/>
          <p:nvPr/>
        </p:nvSpPr>
        <p:spPr>
          <a:xfrm>
            <a:off x="4840495" y="2601807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4-figure153" descr="10개 막대 7개와 낱개 5개"/>
          <p:cNvSpPr/>
          <p:nvPr/>
        </p:nvSpPr>
        <p:spPr>
          <a:xfrm>
            <a:off x="548640" y="139048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5" name="S04-table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8524" y="2355342"/>
          <a:ext cx="4937760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1975104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10개씩 묶음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 다음은 100</a:t>
            </a:r>
            <a:endParaRPr lang="ko-KR" sz="4400" dirty="0"/>
          </a:p>
        </p:txBody>
      </p:sp>
      <p:sp>
        <p:nvSpPr>
          <p:cNvPr id="3" name="S05-card15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5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백이라고 읽어요.</a:t>
            </a:r>
            <a:endParaRPr lang="ko-KR" sz="3200" dirty="0"/>
          </a:p>
        </p:txBody>
      </p:sp>
      <p:sp>
        <p:nvSpPr>
          <p:cNvPr id="5" name="S05-card157"/>
          <p:cNvSpPr/>
          <p:nvPr/>
        </p:nvSpPr>
        <p:spPr>
          <a:xfrm>
            <a:off x="548640" y="3816604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158"/>
          <p:cNvSpPr txBox="1"/>
          <p:nvPr/>
        </p:nvSpPr>
        <p:spPr>
          <a:xfrm>
            <a:off x="822960" y="3953764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99보다 1만큼 더 큰 수</a:t>
            </a:r>
            <a:endParaRPr lang="ko-KR" sz="3200" dirty="0"/>
          </a:p>
        </p:txBody>
      </p:sp>
      <p:sp>
        <p:nvSpPr>
          <p:cNvPr id="7" name="S05-card159"/>
          <p:cNvSpPr/>
          <p:nvPr/>
        </p:nvSpPr>
        <p:spPr>
          <a:xfrm>
            <a:off x="6208776" y="3816604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160"/>
          <p:cNvSpPr txBox="1"/>
          <p:nvPr/>
        </p:nvSpPr>
        <p:spPr>
          <a:xfrm>
            <a:off x="6483096" y="3953764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10개</a:t>
            </a:r>
            <a:endParaRPr lang="ko-KR" sz="3200" dirty="0"/>
          </a:p>
        </p:txBody>
      </p:sp>
      <p:sp>
        <p:nvSpPr>
          <p:cNvPr id="9" name="S05-rod161"/>
          <p:cNvSpPr/>
          <p:nvPr/>
        </p:nvSpPr>
        <p:spPr>
          <a:xfrm>
            <a:off x="4354381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line162"/>
          <p:cNvSpPr/>
          <p:nvPr/>
        </p:nvSpPr>
        <p:spPr>
          <a:xfrm>
            <a:off x="4354381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163"/>
          <p:cNvSpPr/>
          <p:nvPr/>
        </p:nvSpPr>
        <p:spPr>
          <a:xfrm>
            <a:off x="4354381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line164"/>
          <p:cNvSpPr/>
          <p:nvPr/>
        </p:nvSpPr>
        <p:spPr>
          <a:xfrm>
            <a:off x="4354381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line165"/>
          <p:cNvSpPr/>
          <p:nvPr/>
        </p:nvSpPr>
        <p:spPr>
          <a:xfrm>
            <a:off x="4354381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166"/>
          <p:cNvSpPr/>
          <p:nvPr/>
        </p:nvSpPr>
        <p:spPr>
          <a:xfrm>
            <a:off x="4354381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167"/>
          <p:cNvSpPr/>
          <p:nvPr/>
        </p:nvSpPr>
        <p:spPr>
          <a:xfrm>
            <a:off x="4354381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line168"/>
          <p:cNvSpPr/>
          <p:nvPr/>
        </p:nvSpPr>
        <p:spPr>
          <a:xfrm>
            <a:off x="4354381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line169"/>
          <p:cNvSpPr/>
          <p:nvPr/>
        </p:nvSpPr>
        <p:spPr>
          <a:xfrm>
            <a:off x="4354381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line170"/>
          <p:cNvSpPr/>
          <p:nvPr/>
        </p:nvSpPr>
        <p:spPr>
          <a:xfrm>
            <a:off x="4354381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rod171"/>
          <p:cNvSpPr/>
          <p:nvPr/>
        </p:nvSpPr>
        <p:spPr>
          <a:xfrm>
            <a:off x="4702400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line172"/>
          <p:cNvSpPr/>
          <p:nvPr/>
        </p:nvSpPr>
        <p:spPr>
          <a:xfrm>
            <a:off x="4702400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173"/>
          <p:cNvSpPr/>
          <p:nvPr/>
        </p:nvSpPr>
        <p:spPr>
          <a:xfrm>
            <a:off x="4702400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line174"/>
          <p:cNvSpPr/>
          <p:nvPr/>
        </p:nvSpPr>
        <p:spPr>
          <a:xfrm>
            <a:off x="4702400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line175"/>
          <p:cNvSpPr/>
          <p:nvPr/>
        </p:nvSpPr>
        <p:spPr>
          <a:xfrm>
            <a:off x="4702400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176"/>
          <p:cNvSpPr/>
          <p:nvPr/>
        </p:nvSpPr>
        <p:spPr>
          <a:xfrm>
            <a:off x="4702400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177"/>
          <p:cNvSpPr/>
          <p:nvPr/>
        </p:nvSpPr>
        <p:spPr>
          <a:xfrm>
            <a:off x="4702400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line178"/>
          <p:cNvSpPr/>
          <p:nvPr/>
        </p:nvSpPr>
        <p:spPr>
          <a:xfrm>
            <a:off x="4702400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line179"/>
          <p:cNvSpPr/>
          <p:nvPr/>
        </p:nvSpPr>
        <p:spPr>
          <a:xfrm>
            <a:off x="4702400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line180"/>
          <p:cNvSpPr/>
          <p:nvPr/>
        </p:nvSpPr>
        <p:spPr>
          <a:xfrm>
            <a:off x="4702400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rod181"/>
          <p:cNvSpPr/>
          <p:nvPr/>
        </p:nvSpPr>
        <p:spPr>
          <a:xfrm>
            <a:off x="5050419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5-line182"/>
          <p:cNvSpPr/>
          <p:nvPr/>
        </p:nvSpPr>
        <p:spPr>
          <a:xfrm>
            <a:off x="5050419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183"/>
          <p:cNvSpPr/>
          <p:nvPr/>
        </p:nvSpPr>
        <p:spPr>
          <a:xfrm>
            <a:off x="5050419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line184"/>
          <p:cNvSpPr/>
          <p:nvPr/>
        </p:nvSpPr>
        <p:spPr>
          <a:xfrm>
            <a:off x="5050419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line185"/>
          <p:cNvSpPr/>
          <p:nvPr/>
        </p:nvSpPr>
        <p:spPr>
          <a:xfrm>
            <a:off x="5050419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186"/>
          <p:cNvSpPr/>
          <p:nvPr/>
        </p:nvSpPr>
        <p:spPr>
          <a:xfrm>
            <a:off x="5050419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187"/>
          <p:cNvSpPr/>
          <p:nvPr/>
        </p:nvSpPr>
        <p:spPr>
          <a:xfrm>
            <a:off x="5050419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188"/>
          <p:cNvSpPr/>
          <p:nvPr/>
        </p:nvSpPr>
        <p:spPr>
          <a:xfrm>
            <a:off x="5050419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line189"/>
          <p:cNvSpPr/>
          <p:nvPr/>
        </p:nvSpPr>
        <p:spPr>
          <a:xfrm>
            <a:off x="5050419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line190"/>
          <p:cNvSpPr/>
          <p:nvPr/>
        </p:nvSpPr>
        <p:spPr>
          <a:xfrm>
            <a:off x="5050419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rod191"/>
          <p:cNvSpPr/>
          <p:nvPr/>
        </p:nvSpPr>
        <p:spPr>
          <a:xfrm>
            <a:off x="5398438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5-line192"/>
          <p:cNvSpPr/>
          <p:nvPr/>
        </p:nvSpPr>
        <p:spPr>
          <a:xfrm>
            <a:off x="5398438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193"/>
          <p:cNvSpPr/>
          <p:nvPr/>
        </p:nvSpPr>
        <p:spPr>
          <a:xfrm>
            <a:off x="5398438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line194"/>
          <p:cNvSpPr/>
          <p:nvPr/>
        </p:nvSpPr>
        <p:spPr>
          <a:xfrm>
            <a:off x="5398438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line195"/>
          <p:cNvSpPr/>
          <p:nvPr/>
        </p:nvSpPr>
        <p:spPr>
          <a:xfrm>
            <a:off x="5398438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196"/>
          <p:cNvSpPr/>
          <p:nvPr/>
        </p:nvSpPr>
        <p:spPr>
          <a:xfrm>
            <a:off x="5398438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197"/>
          <p:cNvSpPr/>
          <p:nvPr/>
        </p:nvSpPr>
        <p:spPr>
          <a:xfrm>
            <a:off x="5398438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198"/>
          <p:cNvSpPr/>
          <p:nvPr/>
        </p:nvSpPr>
        <p:spPr>
          <a:xfrm>
            <a:off x="5398438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line199"/>
          <p:cNvSpPr/>
          <p:nvPr/>
        </p:nvSpPr>
        <p:spPr>
          <a:xfrm>
            <a:off x="5398438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line200"/>
          <p:cNvSpPr/>
          <p:nvPr/>
        </p:nvSpPr>
        <p:spPr>
          <a:xfrm>
            <a:off x="5398438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rod201"/>
          <p:cNvSpPr/>
          <p:nvPr/>
        </p:nvSpPr>
        <p:spPr>
          <a:xfrm>
            <a:off x="5746457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5-line202"/>
          <p:cNvSpPr/>
          <p:nvPr/>
        </p:nvSpPr>
        <p:spPr>
          <a:xfrm>
            <a:off x="5746457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203"/>
          <p:cNvSpPr/>
          <p:nvPr/>
        </p:nvSpPr>
        <p:spPr>
          <a:xfrm>
            <a:off x="5746457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line204"/>
          <p:cNvSpPr/>
          <p:nvPr/>
        </p:nvSpPr>
        <p:spPr>
          <a:xfrm>
            <a:off x="5746457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5-line205"/>
          <p:cNvSpPr/>
          <p:nvPr/>
        </p:nvSpPr>
        <p:spPr>
          <a:xfrm>
            <a:off x="5746457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206"/>
          <p:cNvSpPr/>
          <p:nvPr/>
        </p:nvSpPr>
        <p:spPr>
          <a:xfrm>
            <a:off x="5746457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207"/>
          <p:cNvSpPr/>
          <p:nvPr/>
        </p:nvSpPr>
        <p:spPr>
          <a:xfrm>
            <a:off x="5746457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208"/>
          <p:cNvSpPr/>
          <p:nvPr/>
        </p:nvSpPr>
        <p:spPr>
          <a:xfrm>
            <a:off x="5746457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line209"/>
          <p:cNvSpPr/>
          <p:nvPr/>
        </p:nvSpPr>
        <p:spPr>
          <a:xfrm>
            <a:off x="5746457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line210"/>
          <p:cNvSpPr/>
          <p:nvPr/>
        </p:nvSpPr>
        <p:spPr>
          <a:xfrm>
            <a:off x="5746457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rod211"/>
          <p:cNvSpPr/>
          <p:nvPr/>
        </p:nvSpPr>
        <p:spPr>
          <a:xfrm>
            <a:off x="6094476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5-line212"/>
          <p:cNvSpPr/>
          <p:nvPr/>
        </p:nvSpPr>
        <p:spPr>
          <a:xfrm>
            <a:off x="6094476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line213"/>
          <p:cNvSpPr/>
          <p:nvPr/>
        </p:nvSpPr>
        <p:spPr>
          <a:xfrm>
            <a:off x="6094476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line214"/>
          <p:cNvSpPr/>
          <p:nvPr/>
        </p:nvSpPr>
        <p:spPr>
          <a:xfrm>
            <a:off x="6094476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line215"/>
          <p:cNvSpPr/>
          <p:nvPr/>
        </p:nvSpPr>
        <p:spPr>
          <a:xfrm>
            <a:off x="6094476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216"/>
          <p:cNvSpPr/>
          <p:nvPr/>
        </p:nvSpPr>
        <p:spPr>
          <a:xfrm>
            <a:off x="6094476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217"/>
          <p:cNvSpPr/>
          <p:nvPr/>
        </p:nvSpPr>
        <p:spPr>
          <a:xfrm>
            <a:off x="6094476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ine218"/>
          <p:cNvSpPr/>
          <p:nvPr/>
        </p:nvSpPr>
        <p:spPr>
          <a:xfrm>
            <a:off x="6094476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5-line219"/>
          <p:cNvSpPr/>
          <p:nvPr/>
        </p:nvSpPr>
        <p:spPr>
          <a:xfrm>
            <a:off x="6094476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5-line220"/>
          <p:cNvSpPr/>
          <p:nvPr/>
        </p:nvSpPr>
        <p:spPr>
          <a:xfrm>
            <a:off x="6094476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5-rod221"/>
          <p:cNvSpPr/>
          <p:nvPr/>
        </p:nvSpPr>
        <p:spPr>
          <a:xfrm>
            <a:off x="6442495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5-line222"/>
          <p:cNvSpPr/>
          <p:nvPr/>
        </p:nvSpPr>
        <p:spPr>
          <a:xfrm>
            <a:off x="6442495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5-line223"/>
          <p:cNvSpPr/>
          <p:nvPr/>
        </p:nvSpPr>
        <p:spPr>
          <a:xfrm>
            <a:off x="6442495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5-line224"/>
          <p:cNvSpPr/>
          <p:nvPr/>
        </p:nvSpPr>
        <p:spPr>
          <a:xfrm>
            <a:off x="6442495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5-line225"/>
          <p:cNvSpPr/>
          <p:nvPr/>
        </p:nvSpPr>
        <p:spPr>
          <a:xfrm>
            <a:off x="6442495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5-line226"/>
          <p:cNvSpPr/>
          <p:nvPr/>
        </p:nvSpPr>
        <p:spPr>
          <a:xfrm>
            <a:off x="6442495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5-line227"/>
          <p:cNvSpPr/>
          <p:nvPr/>
        </p:nvSpPr>
        <p:spPr>
          <a:xfrm>
            <a:off x="6442495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5-line228"/>
          <p:cNvSpPr/>
          <p:nvPr/>
        </p:nvSpPr>
        <p:spPr>
          <a:xfrm>
            <a:off x="6442495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5-line229"/>
          <p:cNvSpPr/>
          <p:nvPr/>
        </p:nvSpPr>
        <p:spPr>
          <a:xfrm>
            <a:off x="6442495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5-line230"/>
          <p:cNvSpPr/>
          <p:nvPr/>
        </p:nvSpPr>
        <p:spPr>
          <a:xfrm>
            <a:off x="6442495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5-rod231"/>
          <p:cNvSpPr/>
          <p:nvPr/>
        </p:nvSpPr>
        <p:spPr>
          <a:xfrm>
            <a:off x="6790514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5-line232"/>
          <p:cNvSpPr/>
          <p:nvPr/>
        </p:nvSpPr>
        <p:spPr>
          <a:xfrm>
            <a:off x="6790514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5-line233"/>
          <p:cNvSpPr/>
          <p:nvPr/>
        </p:nvSpPr>
        <p:spPr>
          <a:xfrm>
            <a:off x="6790514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5-line234"/>
          <p:cNvSpPr/>
          <p:nvPr/>
        </p:nvSpPr>
        <p:spPr>
          <a:xfrm>
            <a:off x="6790514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5-line235"/>
          <p:cNvSpPr/>
          <p:nvPr/>
        </p:nvSpPr>
        <p:spPr>
          <a:xfrm>
            <a:off x="6790514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5-line236"/>
          <p:cNvSpPr/>
          <p:nvPr/>
        </p:nvSpPr>
        <p:spPr>
          <a:xfrm>
            <a:off x="6790514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5-line237"/>
          <p:cNvSpPr/>
          <p:nvPr/>
        </p:nvSpPr>
        <p:spPr>
          <a:xfrm>
            <a:off x="6790514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5-line238"/>
          <p:cNvSpPr/>
          <p:nvPr/>
        </p:nvSpPr>
        <p:spPr>
          <a:xfrm>
            <a:off x="6790514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5-line239"/>
          <p:cNvSpPr/>
          <p:nvPr/>
        </p:nvSpPr>
        <p:spPr>
          <a:xfrm>
            <a:off x="6790514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5-line240"/>
          <p:cNvSpPr/>
          <p:nvPr/>
        </p:nvSpPr>
        <p:spPr>
          <a:xfrm>
            <a:off x="6790514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5-rod241"/>
          <p:cNvSpPr/>
          <p:nvPr/>
        </p:nvSpPr>
        <p:spPr>
          <a:xfrm>
            <a:off x="7138533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5-line242"/>
          <p:cNvSpPr/>
          <p:nvPr/>
        </p:nvSpPr>
        <p:spPr>
          <a:xfrm>
            <a:off x="7138533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5-line243"/>
          <p:cNvSpPr/>
          <p:nvPr/>
        </p:nvSpPr>
        <p:spPr>
          <a:xfrm>
            <a:off x="7138533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5-line244"/>
          <p:cNvSpPr/>
          <p:nvPr/>
        </p:nvSpPr>
        <p:spPr>
          <a:xfrm>
            <a:off x="7138533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5-line245"/>
          <p:cNvSpPr/>
          <p:nvPr/>
        </p:nvSpPr>
        <p:spPr>
          <a:xfrm>
            <a:off x="7138533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5-line246"/>
          <p:cNvSpPr/>
          <p:nvPr/>
        </p:nvSpPr>
        <p:spPr>
          <a:xfrm>
            <a:off x="7138533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5-line247"/>
          <p:cNvSpPr/>
          <p:nvPr/>
        </p:nvSpPr>
        <p:spPr>
          <a:xfrm>
            <a:off x="7138533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5-line248"/>
          <p:cNvSpPr/>
          <p:nvPr/>
        </p:nvSpPr>
        <p:spPr>
          <a:xfrm>
            <a:off x="7138533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5-line249"/>
          <p:cNvSpPr/>
          <p:nvPr/>
        </p:nvSpPr>
        <p:spPr>
          <a:xfrm>
            <a:off x="7138533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5-line250"/>
          <p:cNvSpPr/>
          <p:nvPr/>
        </p:nvSpPr>
        <p:spPr>
          <a:xfrm>
            <a:off x="7138533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5-rod251"/>
          <p:cNvSpPr/>
          <p:nvPr/>
        </p:nvSpPr>
        <p:spPr>
          <a:xfrm>
            <a:off x="7486552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5-line252"/>
          <p:cNvSpPr/>
          <p:nvPr/>
        </p:nvSpPr>
        <p:spPr>
          <a:xfrm>
            <a:off x="7486552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5-line253"/>
          <p:cNvSpPr/>
          <p:nvPr/>
        </p:nvSpPr>
        <p:spPr>
          <a:xfrm>
            <a:off x="7486552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5-line254"/>
          <p:cNvSpPr/>
          <p:nvPr/>
        </p:nvSpPr>
        <p:spPr>
          <a:xfrm>
            <a:off x="7486552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5-line255"/>
          <p:cNvSpPr/>
          <p:nvPr/>
        </p:nvSpPr>
        <p:spPr>
          <a:xfrm>
            <a:off x="7486552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5-line256"/>
          <p:cNvSpPr/>
          <p:nvPr/>
        </p:nvSpPr>
        <p:spPr>
          <a:xfrm>
            <a:off x="7486552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5-line257"/>
          <p:cNvSpPr/>
          <p:nvPr/>
        </p:nvSpPr>
        <p:spPr>
          <a:xfrm>
            <a:off x="7486552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5-line258"/>
          <p:cNvSpPr/>
          <p:nvPr/>
        </p:nvSpPr>
        <p:spPr>
          <a:xfrm>
            <a:off x="7486552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5-line259"/>
          <p:cNvSpPr/>
          <p:nvPr/>
        </p:nvSpPr>
        <p:spPr>
          <a:xfrm>
            <a:off x="7486552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5-line260"/>
          <p:cNvSpPr/>
          <p:nvPr/>
        </p:nvSpPr>
        <p:spPr>
          <a:xfrm>
            <a:off x="7486552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5-figure261" descr="10개 막대 10개"/>
          <p:cNvSpPr/>
          <p:nvPr/>
        </p:nvSpPr>
        <p:spPr>
          <a:xfrm>
            <a:off x="548640" y="1369382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묶음부터 비교해요</a:t>
            </a:r>
            <a:endParaRPr lang="ko-KR" sz="4400" dirty="0"/>
          </a:p>
        </p:txBody>
      </p:sp>
      <p:sp>
        <p:nvSpPr>
          <p:cNvPr id="3" name="S06-card2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더 많은 64가 커요. 64는 58보다 커요.</a:t>
            </a:r>
            <a:endParaRPr lang="ko-KR" sz="3200" dirty="0"/>
          </a:p>
        </p:txBody>
      </p:sp>
      <p:sp>
        <p:nvSpPr>
          <p:cNvPr id="5" name="S06-rod264"/>
          <p:cNvSpPr/>
          <p:nvPr/>
        </p:nvSpPr>
        <p:spPr>
          <a:xfrm>
            <a:off x="1524883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line265"/>
          <p:cNvSpPr/>
          <p:nvPr/>
        </p:nvSpPr>
        <p:spPr>
          <a:xfrm>
            <a:off x="1524883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6-line266"/>
          <p:cNvSpPr/>
          <p:nvPr/>
        </p:nvSpPr>
        <p:spPr>
          <a:xfrm>
            <a:off x="1524883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6-line267"/>
          <p:cNvSpPr/>
          <p:nvPr/>
        </p:nvSpPr>
        <p:spPr>
          <a:xfrm>
            <a:off x="1524883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6-line268"/>
          <p:cNvSpPr/>
          <p:nvPr/>
        </p:nvSpPr>
        <p:spPr>
          <a:xfrm>
            <a:off x="1524883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6-line269"/>
          <p:cNvSpPr/>
          <p:nvPr/>
        </p:nvSpPr>
        <p:spPr>
          <a:xfrm>
            <a:off x="1524883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6-line270"/>
          <p:cNvSpPr/>
          <p:nvPr/>
        </p:nvSpPr>
        <p:spPr>
          <a:xfrm>
            <a:off x="1524883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6-line271"/>
          <p:cNvSpPr/>
          <p:nvPr/>
        </p:nvSpPr>
        <p:spPr>
          <a:xfrm>
            <a:off x="1524883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6-line272"/>
          <p:cNvSpPr/>
          <p:nvPr/>
        </p:nvSpPr>
        <p:spPr>
          <a:xfrm>
            <a:off x="1524883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6-line273"/>
          <p:cNvSpPr/>
          <p:nvPr/>
        </p:nvSpPr>
        <p:spPr>
          <a:xfrm>
            <a:off x="1524883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6-rod274"/>
          <p:cNvSpPr/>
          <p:nvPr/>
        </p:nvSpPr>
        <p:spPr>
          <a:xfrm>
            <a:off x="2028858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line275"/>
          <p:cNvSpPr/>
          <p:nvPr/>
        </p:nvSpPr>
        <p:spPr>
          <a:xfrm>
            <a:off x="2028858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6-line276"/>
          <p:cNvSpPr/>
          <p:nvPr/>
        </p:nvSpPr>
        <p:spPr>
          <a:xfrm>
            <a:off x="2028858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6-line277"/>
          <p:cNvSpPr/>
          <p:nvPr/>
        </p:nvSpPr>
        <p:spPr>
          <a:xfrm>
            <a:off x="2028858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6-line278"/>
          <p:cNvSpPr/>
          <p:nvPr/>
        </p:nvSpPr>
        <p:spPr>
          <a:xfrm>
            <a:off x="2028858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6-line279"/>
          <p:cNvSpPr/>
          <p:nvPr/>
        </p:nvSpPr>
        <p:spPr>
          <a:xfrm>
            <a:off x="2028858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6-line280"/>
          <p:cNvSpPr/>
          <p:nvPr/>
        </p:nvSpPr>
        <p:spPr>
          <a:xfrm>
            <a:off x="2028858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6-line281"/>
          <p:cNvSpPr/>
          <p:nvPr/>
        </p:nvSpPr>
        <p:spPr>
          <a:xfrm>
            <a:off x="2028858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6-line282"/>
          <p:cNvSpPr/>
          <p:nvPr/>
        </p:nvSpPr>
        <p:spPr>
          <a:xfrm>
            <a:off x="2028858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6-line283"/>
          <p:cNvSpPr/>
          <p:nvPr/>
        </p:nvSpPr>
        <p:spPr>
          <a:xfrm>
            <a:off x="2028858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6-rod284"/>
          <p:cNvSpPr/>
          <p:nvPr/>
        </p:nvSpPr>
        <p:spPr>
          <a:xfrm>
            <a:off x="2532833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line285"/>
          <p:cNvSpPr/>
          <p:nvPr/>
        </p:nvSpPr>
        <p:spPr>
          <a:xfrm>
            <a:off x="2532833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6-line286"/>
          <p:cNvSpPr/>
          <p:nvPr/>
        </p:nvSpPr>
        <p:spPr>
          <a:xfrm>
            <a:off x="2532833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6-line287"/>
          <p:cNvSpPr/>
          <p:nvPr/>
        </p:nvSpPr>
        <p:spPr>
          <a:xfrm>
            <a:off x="2532833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6-line288"/>
          <p:cNvSpPr/>
          <p:nvPr/>
        </p:nvSpPr>
        <p:spPr>
          <a:xfrm>
            <a:off x="2532833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6-line289"/>
          <p:cNvSpPr/>
          <p:nvPr/>
        </p:nvSpPr>
        <p:spPr>
          <a:xfrm>
            <a:off x="2532833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6-line290"/>
          <p:cNvSpPr/>
          <p:nvPr/>
        </p:nvSpPr>
        <p:spPr>
          <a:xfrm>
            <a:off x="2532833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6-line291"/>
          <p:cNvSpPr/>
          <p:nvPr/>
        </p:nvSpPr>
        <p:spPr>
          <a:xfrm>
            <a:off x="2532833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6-line292"/>
          <p:cNvSpPr/>
          <p:nvPr/>
        </p:nvSpPr>
        <p:spPr>
          <a:xfrm>
            <a:off x="2532833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6-line293"/>
          <p:cNvSpPr/>
          <p:nvPr/>
        </p:nvSpPr>
        <p:spPr>
          <a:xfrm>
            <a:off x="2532833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6-rod294"/>
          <p:cNvSpPr/>
          <p:nvPr/>
        </p:nvSpPr>
        <p:spPr>
          <a:xfrm>
            <a:off x="3036808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6-line295"/>
          <p:cNvSpPr/>
          <p:nvPr/>
        </p:nvSpPr>
        <p:spPr>
          <a:xfrm>
            <a:off x="3036808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6-line296"/>
          <p:cNvSpPr/>
          <p:nvPr/>
        </p:nvSpPr>
        <p:spPr>
          <a:xfrm>
            <a:off x="3036808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6-line297"/>
          <p:cNvSpPr/>
          <p:nvPr/>
        </p:nvSpPr>
        <p:spPr>
          <a:xfrm>
            <a:off x="3036808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6-line298"/>
          <p:cNvSpPr/>
          <p:nvPr/>
        </p:nvSpPr>
        <p:spPr>
          <a:xfrm>
            <a:off x="3036808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6-line299"/>
          <p:cNvSpPr/>
          <p:nvPr/>
        </p:nvSpPr>
        <p:spPr>
          <a:xfrm>
            <a:off x="3036808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6-line300"/>
          <p:cNvSpPr/>
          <p:nvPr/>
        </p:nvSpPr>
        <p:spPr>
          <a:xfrm>
            <a:off x="3036808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6-line301"/>
          <p:cNvSpPr/>
          <p:nvPr/>
        </p:nvSpPr>
        <p:spPr>
          <a:xfrm>
            <a:off x="3036808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6-line302"/>
          <p:cNvSpPr/>
          <p:nvPr/>
        </p:nvSpPr>
        <p:spPr>
          <a:xfrm>
            <a:off x="3036808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6-line303"/>
          <p:cNvSpPr/>
          <p:nvPr/>
        </p:nvSpPr>
        <p:spPr>
          <a:xfrm>
            <a:off x="3036808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6-rod304"/>
          <p:cNvSpPr/>
          <p:nvPr/>
        </p:nvSpPr>
        <p:spPr>
          <a:xfrm>
            <a:off x="3540783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6-line305"/>
          <p:cNvSpPr/>
          <p:nvPr/>
        </p:nvSpPr>
        <p:spPr>
          <a:xfrm>
            <a:off x="3540783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6-line306"/>
          <p:cNvSpPr/>
          <p:nvPr/>
        </p:nvSpPr>
        <p:spPr>
          <a:xfrm>
            <a:off x="3540783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6-line307"/>
          <p:cNvSpPr/>
          <p:nvPr/>
        </p:nvSpPr>
        <p:spPr>
          <a:xfrm>
            <a:off x="3540783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6-line308"/>
          <p:cNvSpPr/>
          <p:nvPr/>
        </p:nvSpPr>
        <p:spPr>
          <a:xfrm>
            <a:off x="3540783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6-line309"/>
          <p:cNvSpPr/>
          <p:nvPr/>
        </p:nvSpPr>
        <p:spPr>
          <a:xfrm>
            <a:off x="3540783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6-line310"/>
          <p:cNvSpPr/>
          <p:nvPr/>
        </p:nvSpPr>
        <p:spPr>
          <a:xfrm>
            <a:off x="3540783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6-line311"/>
          <p:cNvSpPr/>
          <p:nvPr/>
        </p:nvSpPr>
        <p:spPr>
          <a:xfrm>
            <a:off x="3540783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6-line312"/>
          <p:cNvSpPr/>
          <p:nvPr/>
        </p:nvSpPr>
        <p:spPr>
          <a:xfrm>
            <a:off x="3540783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6-line313"/>
          <p:cNvSpPr/>
          <p:nvPr/>
        </p:nvSpPr>
        <p:spPr>
          <a:xfrm>
            <a:off x="3540783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6-rod314"/>
          <p:cNvSpPr/>
          <p:nvPr/>
        </p:nvSpPr>
        <p:spPr>
          <a:xfrm>
            <a:off x="4044758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6-line315"/>
          <p:cNvSpPr/>
          <p:nvPr/>
        </p:nvSpPr>
        <p:spPr>
          <a:xfrm>
            <a:off x="4044758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6-line316"/>
          <p:cNvSpPr/>
          <p:nvPr/>
        </p:nvSpPr>
        <p:spPr>
          <a:xfrm>
            <a:off x="4044758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6-line317"/>
          <p:cNvSpPr/>
          <p:nvPr/>
        </p:nvSpPr>
        <p:spPr>
          <a:xfrm>
            <a:off x="4044758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6-line318"/>
          <p:cNvSpPr/>
          <p:nvPr/>
        </p:nvSpPr>
        <p:spPr>
          <a:xfrm>
            <a:off x="4044758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6-line319"/>
          <p:cNvSpPr/>
          <p:nvPr/>
        </p:nvSpPr>
        <p:spPr>
          <a:xfrm>
            <a:off x="4044758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6-line320"/>
          <p:cNvSpPr/>
          <p:nvPr/>
        </p:nvSpPr>
        <p:spPr>
          <a:xfrm>
            <a:off x="4044758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6-line321"/>
          <p:cNvSpPr/>
          <p:nvPr/>
        </p:nvSpPr>
        <p:spPr>
          <a:xfrm>
            <a:off x="4044758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6-line322"/>
          <p:cNvSpPr/>
          <p:nvPr/>
        </p:nvSpPr>
        <p:spPr>
          <a:xfrm>
            <a:off x="4044758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6-line323"/>
          <p:cNvSpPr/>
          <p:nvPr/>
        </p:nvSpPr>
        <p:spPr>
          <a:xfrm>
            <a:off x="4044758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6-unit324"/>
          <p:cNvSpPr/>
          <p:nvPr/>
        </p:nvSpPr>
        <p:spPr>
          <a:xfrm>
            <a:off x="4548733" y="4144991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6-unit325"/>
          <p:cNvSpPr/>
          <p:nvPr/>
        </p:nvSpPr>
        <p:spPr>
          <a:xfrm>
            <a:off x="4548733" y="375126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6-unit326"/>
          <p:cNvSpPr/>
          <p:nvPr/>
        </p:nvSpPr>
        <p:spPr>
          <a:xfrm>
            <a:off x="4548733" y="335753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6-unit327"/>
          <p:cNvSpPr/>
          <p:nvPr/>
        </p:nvSpPr>
        <p:spPr>
          <a:xfrm>
            <a:off x="4548733" y="2963799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6-figure328" descr="10개 막대 6개와 낱개 4개"/>
          <p:cNvSpPr/>
          <p:nvPr/>
        </p:nvSpPr>
        <p:spPr>
          <a:xfrm>
            <a:off x="548640" y="138887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06-label329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</a:t>
            </a:r>
            <a:endParaRPr lang="ko-KR" sz="2600" dirty="0"/>
          </a:p>
        </p:txBody>
      </p:sp>
      <p:sp>
        <p:nvSpPr>
          <p:cNvPr id="71" name="S06-rod330"/>
          <p:cNvSpPr/>
          <p:nvPr/>
        </p:nvSpPr>
        <p:spPr>
          <a:xfrm>
            <a:off x="7277987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6-line331"/>
          <p:cNvSpPr/>
          <p:nvPr/>
        </p:nvSpPr>
        <p:spPr>
          <a:xfrm>
            <a:off x="7277987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6-line332"/>
          <p:cNvSpPr/>
          <p:nvPr/>
        </p:nvSpPr>
        <p:spPr>
          <a:xfrm>
            <a:off x="7277987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6-line333"/>
          <p:cNvSpPr/>
          <p:nvPr/>
        </p:nvSpPr>
        <p:spPr>
          <a:xfrm>
            <a:off x="7277987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6-line334"/>
          <p:cNvSpPr/>
          <p:nvPr/>
        </p:nvSpPr>
        <p:spPr>
          <a:xfrm>
            <a:off x="7277987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6-line335"/>
          <p:cNvSpPr/>
          <p:nvPr/>
        </p:nvSpPr>
        <p:spPr>
          <a:xfrm>
            <a:off x="7277987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6-line336"/>
          <p:cNvSpPr/>
          <p:nvPr/>
        </p:nvSpPr>
        <p:spPr>
          <a:xfrm>
            <a:off x="7277987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6-line337"/>
          <p:cNvSpPr/>
          <p:nvPr/>
        </p:nvSpPr>
        <p:spPr>
          <a:xfrm>
            <a:off x="7277987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6-line338"/>
          <p:cNvSpPr/>
          <p:nvPr/>
        </p:nvSpPr>
        <p:spPr>
          <a:xfrm>
            <a:off x="7277987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6-line339"/>
          <p:cNvSpPr/>
          <p:nvPr/>
        </p:nvSpPr>
        <p:spPr>
          <a:xfrm>
            <a:off x="7277987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6-rod340"/>
          <p:cNvSpPr/>
          <p:nvPr/>
        </p:nvSpPr>
        <p:spPr>
          <a:xfrm>
            <a:off x="7781962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6-line341"/>
          <p:cNvSpPr/>
          <p:nvPr/>
        </p:nvSpPr>
        <p:spPr>
          <a:xfrm>
            <a:off x="7781962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6-line342"/>
          <p:cNvSpPr/>
          <p:nvPr/>
        </p:nvSpPr>
        <p:spPr>
          <a:xfrm>
            <a:off x="7781962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6-line343"/>
          <p:cNvSpPr/>
          <p:nvPr/>
        </p:nvSpPr>
        <p:spPr>
          <a:xfrm>
            <a:off x="7781962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6-line344"/>
          <p:cNvSpPr/>
          <p:nvPr/>
        </p:nvSpPr>
        <p:spPr>
          <a:xfrm>
            <a:off x="7781962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6-line345"/>
          <p:cNvSpPr/>
          <p:nvPr/>
        </p:nvSpPr>
        <p:spPr>
          <a:xfrm>
            <a:off x="7781962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6-line346"/>
          <p:cNvSpPr/>
          <p:nvPr/>
        </p:nvSpPr>
        <p:spPr>
          <a:xfrm>
            <a:off x="7781962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6-line347"/>
          <p:cNvSpPr/>
          <p:nvPr/>
        </p:nvSpPr>
        <p:spPr>
          <a:xfrm>
            <a:off x="7781962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6-line348"/>
          <p:cNvSpPr/>
          <p:nvPr/>
        </p:nvSpPr>
        <p:spPr>
          <a:xfrm>
            <a:off x="7781962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6-line349"/>
          <p:cNvSpPr/>
          <p:nvPr/>
        </p:nvSpPr>
        <p:spPr>
          <a:xfrm>
            <a:off x="7781962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6-rod350"/>
          <p:cNvSpPr/>
          <p:nvPr/>
        </p:nvSpPr>
        <p:spPr>
          <a:xfrm>
            <a:off x="8285937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6-line351"/>
          <p:cNvSpPr/>
          <p:nvPr/>
        </p:nvSpPr>
        <p:spPr>
          <a:xfrm>
            <a:off x="8285937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6-line352"/>
          <p:cNvSpPr/>
          <p:nvPr/>
        </p:nvSpPr>
        <p:spPr>
          <a:xfrm>
            <a:off x="8285937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6-line353"/>
          <p:cNvSpPr/>
          <p:nvPr/>
        </p:nvSpPr>
        <p:spPr>
          <a:xfrm>
            <a:off x="8285937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6-line354"/>
          <p:cNvSpPr/>
          <p:nvPr/>
        </p:nvSpPr>
        <p:spPr>
          <a:xfrm>
            <a:off x="8285937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6-line355"/>
          <p:cNvSpPr/>
          <p:nvPr/>
        </p:nvSpPr>
        <p:spPr>
          <a:xfrm>
            <a:off x="8285937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6-line356"/>
          <p:cNvSpPr/>
          <p:nvPr/>
        </p:nvSpPr>
        <p:spPr>
          <a:xfrm>
            <a:off x="8285937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6-line357"/>
          <p:cNvSpPr/>
          <p:nvPr/>
        </p:nvSpPr>
        <p:spPr>
          <a:xfrm>
            <a:off x="8285937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6-line358"/>
          <p:cNvSpPr/>
          <p:nvPr/>
        </p:nvSpPr>
        <p:spPr>
          <a:xfrm>
            <a:off x="8285937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6-line359"/>
          <p:cNvSpPr/>
          <p:nvPr/>
        </p:nvSpPr>
        <p:spPr>
          <a:xfrm>
            <a:off x="8285937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6-rod360"/>
          <p:cNvSpPr/>
          <p:nvPr/>
        </p:nvSpPr>
        <p:spPr>
          <a:xfrm>
            <a:off x="8789912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6-line361"/>
          <p:cNvSpPr/>
          <p:nvPr/>
        </p:nvSpPr>
        <p:spPr>
          <a:xfrm>
            <a:off x="8789912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6-line362"/>
          <p:cNvSpPr/>
          <p:nvPr/>
        </p:nvSpPr>
        <p:spPr>
          <a:xfrm>
            <a:off x="8789912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6-line363"/>
          <p:cNvSpPr/>
          <p:nvPr/>
        </p:nvSpPr>
        <p:spPr>
          <a:xfrm>
            <a:off x="8789912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6-line364"/>
          <p:cNvSpPr/>
          <p:nvPr/>
        </p:nvSpPr>
        <p:spPr>
          <a:xfrm>
            <a:off x="8789912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6-line365"/>
          <p:cNvSpPr/>
          <p:nvPr/>
        </p:nvSpPr>
        <p:spPr>
          <a:xfrm>
            <a:off x="8789912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6-line366"/>
          <p:cNvSpPr/>
          <p:nvPr/>
        </p:nvSpPr>
        <p:spPr>
          <a:xfrm>
            <a:off x="8789912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6-line367"/>
          <p:cNvSpPr/>
          <p:nvPr/>
        </p:nvSpPr>
        <p:spPr>
          <a:xfrm>
            <a:off x="8789912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6-line368"/>
          <p:cNvSpPr/>
          <p:nvPr/>
        </p:nvSpPr>
        <p:spPr>
          <a:xfrm>
            <a:off x="8789912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6-line369"/>
          <p:cNvSpPr/>
          <p:nvPr/>
        </p:nvSpPr>
        <p:spPr>
          <a:xfrm>
            <a:off x="8789912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6-rod370"/>
          <p:cNvSpPr/>
          <p:nvPr/>
        </p:nvSpPr>
        <p:spPr>
          <a:xfrm>
            <a:off x="9293887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2" name="S06-line371"/>
          <p:cNvSpPr/>
          <p:nvPr/>
        </p:nvSpPr>
        <p:spPr>
          <a:xfrm>
            <a:off x="9293887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6-line372"/>
          <p:cNvSpPr/>
          <p:nvPr/>
        </p:nvSpPr>
        <p:spPr>
          <a:xfrm>
            <a:off x="9293887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6-line373"/>
          <p:cNvSpPr/>
          <p:nvPr/>
        </p:nvSpPr>
        <p:spPr>
          <a:xfrm>
            <a:off x="9293887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6-line374"/>
          <p:cNvSpPr/>
          <p:nvPr/>
        </p:nvSpPr>
        <p:spPr>
          <a:xfrm>
            <a:off x="9293887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6-line375"/>
          <p:cNvSpPr/>
          <p:nvPr/>
        </p:nvSpPr>
        <p:spPr>
          <a:xfrm>
            <a:off x="9293887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6-line376"/>
          <p:cNvSpPr/>
          <p:nvPr/>
        </p:nvSpPr>
        <p:spPr>
          <a:xfrm>
            <a:off x="9293887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6-line377"/>
          <p:cNvSpPr/>
          <p:nvPr/>
        </p:nvSpPr>
        <p:spPr>
          <a:xfrm>
            <a:off x="9293887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6-line378"/>
          <p:cNvSpPr/>
          <p:nvPr/>
        </p:nvSpPr>
        <p:spPr>
          <a:xfrm>
            <a:off x="9293887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6-line379"/>
          <p:cNvSpPr/>
          <p:nvPr/>
        </p:nvSpPr>
        <p:spPr>
          <a:xfrm>
            <a:off x="9293887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6-unit380"/>
          <p:cNvSpPr/>
          <p:nvPr/>
        </p:nvSpPr>
        <p:spPr>
          <a:xfrm>
            <a:off x="9797862" y="4144991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06-unit381"/>
          <p:cNvSpPr/>
          <p:nvPr/>
        </p:nvSpPr>
        <p:spPr>
          <a:xfrm>
            <a:off x="9797862" y="375126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3" name="S06-unit382"/>
          <p:cNvSpPr/>
          <p:nvPr/>
        </p:nvSpPr>
        <p:spPr>
          <a:xfrm>
            <a:off x="9797862" y="335753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4" name="S06-unit383"/>
          <p:cNvSpPr/>
          <p:nvPr/>
        </p:nvSpPr>
        <p:spPr>
          <a:xfrm>
            <a:off x="9797862" y="2963799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5" name="S06-unit384"/>
          <p:cNvSpPr/>
          <p:nvPr/>
        </p:nvSpPr>
        <p:spPr>
          <a:xfrm>
            <a:off x="9797862" y="2570068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6" name="S06-unit385"/>
          <p:cNvSpPr/>
          <p:nvPr/>
        </p:nvSpPr>
        <p:spPr>
          <a:xfrm>
            <a:off x="10207342" y="4144991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7" name="S06-unit386"/>
          <p:cNvSpPr/>
          <p:nvPr/>
        </p:nvSpPr>
        <p:spPr>
          <a:xfrm>
            <a:off x="10207342" y="375126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8" name="S06-unit387"/>
          <p:cNvSpPr/>
          <p:nvPr/>
        </p:nvSpPr>
        <p:spPr>
          <a:xfrm>
            <a:off x="10207342" y="335753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9" name="S06-figure388" descr="10개 막대 5개와 낱개 8개"/>
          <p:cNvSpPr/>
          <p:nvPr/>
        </p:nvSpPr>
        <p:spPr>
          <a:xfrm>
            <a:off x="6254496" y="138887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06-label389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같으면 낱개</a:t>
            </a:r>
            <a:endParaRPr lang="ko-KR" sz="4400" dirty="0"/>
          </a:p>
        </p:txBody>
      </p:sp>
      <p:sp>
        <p:nvSpPr>
          <p:cNvPr id="3" name="S07-card3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같으니 낱개를 봐요. 76은 73보다 커요.</a:t>
            </a:r>
            <a:endParaRPr lang="ko-KR" sz="3200" dirty="0"/>
          </a:p>
        </p:txBody>
      </p:sp>
      <p:sp>
        <p:nvSpPr>
          <p:cNvPr id="5" name="S07-rod392"/>
          <p:cNvSpPr/>
          <p:nvPr/>
        </p:nvSpPr>
        <p:spPr>
          <a:xfrm>
            <a:off x="1272895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line393"/>
          <p:cNvSpPr/>
          <p:nvPr/>
        </p:nvSpPr>
        <p:spPr>
          <a:xfrm>
            <a:off x="1272895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7-line394"/>
          <p:cNvSpPr/>
          <p:nvPr/>
        </p:nvSpPr>
        <p:spPr>
          <a:xfrm>
            <a:off x="1272895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7-line395"/>
          <p:cNvSpPr/>
          <p:nvPr/>
        </p:nvSpPr>
        <p:spPr>
          <a:xfrm>
            <a:off x="1272895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396"/>
          <p:cNvSpPr/>
          <p:nvPr/>
        </p:nvSpPr>
        <p:spPr>
          <a:xfrm>
            <a:off x="1272895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397"/>
          <p:cNvSpPr/>
          <p:nvPr/>
        </p:nvSpPr>
        <p:spPr>
          <a:xfrm>
            <a:off x="1272895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398"/>
          <p:cNvSpPr/>
          <p:nvPr/>
        </p:nvSpPr>
        <p:spPr>
          <a:xfrm>
            <a:off x="1272895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399"/>
          <p:cNvSpPr/>
          <p:nvPr/>
        </p:nvSpPr>
        <p:spPr>
          <a:xfrm>
            <a:off x="1272895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7-line400"/>
          <p:cNvSpPr/>
          <p:nvPr/>
        </p:nvSpPr>
        <p:spPr>
          <a:xfrm>
            <a:off x="1272895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401"/>
          <p:cNvSpPr/>
          <p:nvPr/>
        </p:nvSpPr>
        <p:spPr>
          <a:xfrm>
            <a:off x="1272895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rod402"/>
          <p:cNvSpPr/>
          <p:nvPr/>
        </p:nvSpPr>
        <p:spPr>
          <a:xfrm>
            <a:off x="1776870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line403"/>
          <p:cNvSpPr/>
          <p:nvPr/>
        </p:nvSpPr>
        <p:spPr>
          <a:xfrm>
            <a:off x="1776870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7-line404"/>
          <p:cNvSpPr/>
          <p:nvPr/>
        </p:nvSpPr>
        <p:spPr>
          <a:xfrm>
            <a:off x="1776870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7-line405"/>
          <p:cNvSpPr/>
          <p:nvPr/>
        </p:nvSpPr>
        <p:spPr>
          <a:xfrm>
            <a:off x="1776870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406"/>
          <p:cNvSpPr/>
          <p:nvPr/>
        </p:nvSpPr>
        <p:spPr>
          <a:xfrm>
            <a:off x="1776870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7-line407"/>
          <p:cNvSpPr/>
          <p:nvPr/>
        </p:nvSpPr>
        <p:spPr>
          <a:xfrm>
            <a:off x="1776870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408"/>
          <p:cNvSpPr/>
          <p:nvPr/>
        </p:nvSpPr>
        <p:spPr>
          <a:xfrm>
            <a:off x="1776870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7-line409"/>
          <p:cNvSpPr/>
          <p:nvPr/>
        </p:nvSpPr>
        <p:spPr>
          <a:xfrm>
            <a:off x="1776870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7-line410"/>
          <p:cNvSpPr/>
          <p:nvPr/>
        </p:nvSpPr>
        <p:spPr>
          <a:xfrm>
            <a:off x="1776870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411"/>
          <p:cNvSpPr/>
          <p:nvPr/>
        </p:nvSpPr>
        <p:spPr>
          <a:xfrm>
            <a:off x="1776870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7-rod412"/>
          <p:cNvSpPr/>
          <p:nvPr/>
        </p:nvSpPr>
        <p:spPr>
          <a:xfrm>
            <a:off x="2280846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line413"/>
          <p:cNvSpPr/>
          <p:nvPr/>
        </p:nvSpPr>
        <p:spPr>
          <a:xfrm>
            <a:off x="2280846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414"/>
          <p:cNvSpPr/>
          <p:nvPr/>
        </p:nvSpPr>
        <p:spPr>
          <a:xfrm>
            <a:off x="2280846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7-line415"/>
          <p:cNvSpPr/>
          <p:nvPr/>
        </p:nvSpPr>
        <p:spPr>
          <a:xfrm>
            <a:off x="2280846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416"/>
          <p:cNvSpPr/>
          <p:nvPr/>
        </p:nvSpPr>
        <p:spPr>
          <a:xfrm>
            <a:off x="2280846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417"/>
          <p:cNvSpPr/>
          <p:nvPr/>
        </p:nvSpPr>
        <p:spPr>
          <a:xfrm>
            <a:off x="2280846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418"/>
          <p:cNvSpPr/>
          <p:nvPr/>
        </p:nvSpPr>
        <p:spPr>
          <a:xfrm>
            <a:off x="2280846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line419"/>
          <p:cNvSpPr/>
          <p:nvPr/>
        </p:nvSpPr>
        <p:spPr>
          <a:xfrm>
            <a:off x="2280846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7-line420"/>
          <p:cNvSpPr/>
          <p:nvPr/>
        </p:nvSpPr>
        <p:spPr>
          <a:xfrm>
            <a:off x="2280846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421"/>
          <p:cNvSpPr/>
          <p:nvPr/>
        </p:nvSpPr>
        <p:spPr>
          <a:xfrm>
            <a:off x="2280846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7-rod422"/>
          <p:cNvSpPr/>
          <p:nvPr/>
        </p:nvSpPr>
        <p:spPr>
          <a:xfrm>
            <a:off x="2784821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7-line423"/>
          <p:cNvSpPr/>
          <p:nvPr/>
        </p:nvSpPr>
        <p:spPr>
          <a:xfrm>
            <a:off x="2784821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7-line424"/>
          <p:cNvSpPr/>
          <p:nvPr/>
        </p:nvSpPr>
        <p:spPr>
          <a:xfrm>
            <a:off x="2784821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7-line425"/>
          <p:cNvSpPr/>
          <p:nvPr/>
        </p:nvSpPr>
        <p:spPr>
          <a:xfrm>
            <a:off x="2784821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7-line426"/>
          <p:cNvSpPr/>
          <p:nvPr/>
        </p:nvSpPr>
        <p:spPr>
          <a:xfrm>
            <a:off x="2784821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7-line427"/>
          <p:cNvSpPr/>
          <p:nvPr/>
        </p:nvSpPr>
        <p:spPr>
          <a:xfrm>
            <a:off x="2784821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428"/>
          <p:cNvSpPr/>
          <p:nvPr/>
        </p:nvSpPr>
        <p:spPr>
          <a:xfrm>
            <a:off x="2784821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7-line429"/>
          <p:cNvSpPr/>
          <p:nvPr/>
        </p:nvSpPr>
        <p:spPr>
          <a:xfrm>
            <a:off x="2784821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7-line430"/>
          <p:cNvSpPr/>
          <p:nvPr/>
        </p:nvSpPr>
        <p:spPr>
          <a:xfrm>
            <a:off x="2784821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7-line431"/>
          <p:cNvSpPr/>
          <p:nvPr/>
        </p:nvSpPr>
        <p:spPr>
          <a:xfrm>
            <a:off x="2784821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7-rod432"/>
          <p:cNvSpPr/>
          <p:nvPr/>
        </p:nvSpPr>
        <p:spPr>
          <a:xfrm>
            <a:off x="3288796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7-line433"/>
          <p:cNvSpPr/>
          <p:nvPr/>
        </p:nvSpPr>
        <p:spPr>
          <a:xfrm>
            <a:off x="3288796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7-line434"/>
          <p:cNvSpPr/>
          <p:nvPr/>
        </p:nvSpPr>
        <p:spPr>
          <a:xfrm>
            <a:off x="3288796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7-line435"/>
          <p:cNvSpPr/>
          <p:nvPr/>
        </p:nvSpPr>
        <p:spPr>
          <a:xfrm>
            <a:off x="3288796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7-line436"/>
          <p:cNvSpPr/>
          <p:nvPr/>
        </p:nvSpPr>
        <p:spPr>
          <a:xfrm>
            <a:off x="3288796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7-line437"/>
          <p:cNvSpPr/>
          <p:nvPr/>
        </p:nvSpPr>
        <p:spPr>
          <a:xfrm>
            <a:off x="3288796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7-line438"/>
          <p:cNvSpPr/>
          <p:nvPr/>
        </p:nvSpPr>
        <p:spPr>
          <a:xfrm>
            <a:off x="3288796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7-line439"/>
          <p:cNvSpPr/>
          <p:nvPr/>
        </p:nvSpPr>
        <p:spPr>
          <a:xfrm>
            <a:off x="3288796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7-line440"/>
          <p:cNvSpPr/>
          <p:nvPr/>
        </p:nvSpPr>
        <p:spPr>
          <a:xfrm>
            <a:off x="3288796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7-line441"/>
          <p:cNvSpPr/>
          <p:nvPr/>
        </p:nvSpPr>
        <p:spPr>
          <a:xfrm>
            <a:off x="3288796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7-rod442"/>
          <p:cNvSpPr/>
          <p:nvPr/>
        </p:nvSpPr>
        <p:spPr>
          <a:xfrm>
            <a:off x="3792771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7-line443"/>
          <p:cNvSpPr/>
          <p:nvPr/>
        </p:nvSpPr>
        <p:spPr>
          <a:xfrm>
            <a:off x="3792771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7-line444"/>
          <p:cNvSpPr/>
          <p:nvPr/>
        </p:nvSpPr>
        <p:spPr>
          <a:xfrm>
            <a:off x="3792771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7-line445"/>
          <p:cNvSpPr/>
          <p:nvPr/>
        </p:nvSpPr>
        <p:spPr>
          <a:xfrm>
            <a:off x="3792771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446"/>
          <p:cNvSpPr/>
          <p:nvPr/>
        </p:nvSpPr>
        <p:spPr>
          <a:xfrm>
            <a:off x="3792771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7-line447"/>
          <p:cNvSpPr/>
          <p:nvPr/>
        </p:nvSpPr>
        <p:spPr>
          <a:xfrm>
            <a:off x="3792771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448"/>
          <p:cNvSpPr/>
          <p:nvPr/>
        </p:nvSpPr>
        <p:spPr>
          <a:xfrm>
            <a:off x="3792771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7-line449"/>
          <p:cNvSpPr/>
          <p:nvPr/>
        </p:nvSpPr>
        <p:spPr>
          <a:xfrm>
            <a:off x="3792771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7-line450"/>
          <p:cNvSpPr/>
          <p:nvPr/>
        </p:nvSpPr>
        <p:spPr>
          <a:xfrm>
            <a:off x="3792771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7-line451"/>
          <p:cNvSpPr/>
          <p:nvPr/>
        </p:nvSpPr>
        <p:spPr>
          <a:xfrm>
            <a:off x="3792771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7-rod452"/>
          <p:cNvSpPr/>
          <p:nvPr/>
        </p:nvSpPr>
        <p:spPr>
          <a:xfrm>
            <a:off x="4296746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7-line453"/>
          <p:cNvSpPr/>
          <p:nvPr/>
        </p:nvSpPr>
        <p:spPr>
          <a:xfrm>
            <a:off x="4296746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7-line454"/>
          <p:cNvSpPr/>
          <p:nvPr/>
        </p:nvSpPr>
        <p:spPr>
          <a:xfrm>
            <a:off x="4296746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7-line455"/>
          <p:cNvSpPr/>
          <p:nvPr/>
        </p:nvSpPr>
        <p:spPr>
          <a:xfrm>
            <a:off x="4296746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7-line456"/>
          <p:cNvSpPr/>
          <p:nvPr/>
        </p:nvSpPr>
        <p:spPr>
          <a:xfrm>
            <a:off x="4296746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7-line457"/>
          <p:cNvSpPr/>
          <p:nvPr/>
        </p:nvSpPr>
        <p:spPr>
          <a:xfrm>
            <a:off x="4296746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7-line458"/>
          <p:cNvSpPr/>
          <p:nvPr/>
        </p:nvSpPr>
        <p:spPr>
          <a:xfrm>
            <a:off x="4296746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7-line459"/>
          <p:cNvSpPr/>
          <p:nvPr/>
        </p:nvSpPr>
        <p:spPr>
          <a:xfrm>
            <a:off x="4296746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7-line460"/>
          <p:cNvSpPr/>
          <p:nvPr/>
        </p:nvSpPr>
        <p:spPr>
          <a:xfrm>
            <a:off x="4296746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7-line461"/>
          <p:cNvSpPr/>
          <p:nvPr/>
        </p:nvSpPr>
        <p:spPr>
          <a:xfrm>
            <a:off x="4296746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7-unit462"/>
          <p:cNvSpPr/>
          <p:nvPr/>
        </p:nvSpPr>
        <p:spPr>
          <a:xfrm>
            <a:off x="4800721" y="4144991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7-unit463"/>
          <p:cNvSpPr/>
          <p:nvPr/>
        </p:nvSpPr>
        <p:spPr>
          <a:xfrm>
            <a:off x="4800721" y="375126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7-unit464"/>
          <p:cNvSpPr/>
          <p:nvPr/>
        </p:nvSpPr>
        <p:spPr>
          <a:xfrm>
            <a:off x="4800721" y="335753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7-figure465" descr="10개 막대 7개와 낱개 3개"/>
          <p:cNvSpPr/>
          <p:nvPr/>
        </p:nvSpPr>
        <p:spPr>
          <a:xfrm>
            <a:off x="548640" y="138887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07-label466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</a:t>
            </a:r>
            <a:endParaRPr lang="ko-KR" sz="2600" dirty="0"/>
          </a:p>
        </p:txBody>
      </p:sp>
      <p:sp>
        <p:nvSpPr>
          <p:cNvPr id="80" name="S07-rod467"/>
          <p:cNvSpPr/>
          <p:nvPr/>
        </p:nvSpPr>
        <p:spPr>
          <a:xfrm>
            <a:off x="6774011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7-line468"/>
          <p:cNvSpPr/>
          <p:nvPr/>
        </p:nvSpPr>
        <p:spPr>
          <a:xfrm>
            <a:off x="6774011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7-line469"/>
          <p:cNvSpPr/>
          <p:nvPr/>
        </p:nvSpPr>
        <p:spPr>
          <a:xfrm>
            <a:off x="6774011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7-line470"/>
          <p:cNvSpPr/>
          <p:nvPr/>
        </p:nvSpPr>
        <p:spPr>
          <a:xfrm>
            <a:off x="6774011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7-line471"/>
          <p:cNvSpPr/>
          <p:nvPr/>
        </p:nvSpPr>
        <p:spPr>
          <a:xfrm>
            <a:off x="6774011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7-line472"/>
          <p:cNvSpPr/>
          <p:nvPr/>
        </p:nvSpPr>
        <p:spPr>
          <a:xfrm>
            <a:off x="6774011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7-line473"/>
          <p:cNvSpPr/>
          <p:nvPr/>
        </p:nvSpPr>
        <p:spPr>
          <a:xfrm>
            <a:off x="6774011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7-line474"/>
          <p:cNvSpPr/>
          <p:nvPr/>
        </p:nvSpPr>
        <p:spPr>
          <a:xfrm>
            <a:off x="6774011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7-line475"/>
          <p:cNvSpPr/>
          <p:nvPr/>
        </p:nvSpPr>
        <p:spPr>
          <a:xfrm>
            <a:off x="6774011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7-line476"/>
          <p:cNvSpPr/>
          <p:nvPr/>
        </p:nvSpPr>
        <p:spPr>
          <a:xfrm>
            <a:off x="6774011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7-rod477"/>
          <p:cNvSpPr/>
          <p:nvPr/>
        </p:nvSpPr>
        <p:spPr>
          <a:xfrm>
            <a:off x="7277987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7-line478"/>
          <p:cNvSpPr/>
          <p:nvPr/>
        </p:nvSpPr>
        <p:spPr>
          <a:xfrm>
            <a:off x="7277987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7-line479"/>
          <p:cNvSpPr/>
          <p:nvPr/>
        </p:nvSpPr>
        <p:spPr>
          <a:xfrm>
            <a:off x="7277987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7-line480"/>
          <p:cNvSpPr/>
          <p:nvPr/>
        </p:nvSpPr>
        <p:spPr>
          <a:xfrm>
            <a:off x="7277987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7-line481"/>
          <p:cNvSpPr/>
          <p:nvPr/>
        </p:nvSpPr>
        <p:spPr>
          <a:xfrm>
            <a:off x="7277987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7-line482"/>
          <p:cNvSpPr/>
          <p:nvPr/>
        </p:nvSpPr>
        <p:spPr>
          <a:xfrm>
            <a:off x="7277987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7-line483"/>
          <p:cNvSpPr/>
          <p:nvPr/>
        </p:nvSpPr>
        <p:spPr>
          <a:xfrm>
            <a:off x="7277987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7-line484"/>
          <p:cNvSpPr/>
          <p:nvPr/>
        </p:nvSpPr>
        <p:spPr>
          <a:xfrm>
            <a:off x="7277987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7-line485"/>
          <p:cNvSpPr/>
          <p:nvPr/>
        </p:nvSpPr>
        <p:spPr>
          <a:xfrm>
            <a:off x="7277987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7-line486"/>
          <p:cNvSpPr/>
          <p:nvPr/>
        </p:nvSpPr>
        <p:spPr>
          <a:xfrm>
            <a:off x="7277987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7-rod487"/>
          <p:cNvSpPr/>
          <p:nvPr/>
        </p:nvSpPr>
        <p:spPr>
          <a:xfrm>
            <a:off x="7781962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7-line488"/>
          <p:cNvSpPr/>
          <p:nvPr/>
        </p:nvSpPr>
        <p:spPr>
          <a:xfrm>
            <a:off x="7781962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7-line489"/>
          <p:cNvSpPr/>
          <p:nvPr/>
        </p:nvSpPr>
        <p:spPr>
          <a:xfrm>
            <a:off x="7781962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7-line490"/>
          <p:cNvSpPr/>
          <p:nvPr/>
        </p:nvSpPr>
        <p:spPr>
          <a:xfrm>
            <a:off x="7781962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7-line491"/>
          <p:cNvSpPr/>
          <p:nvPr/>
        </p:nvSpPr>
        <p:spPr>
          <a:xfrm>
            <a:off x="7781962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7-line492"/>
          <p:cNvSpPr/>
          <p:nvPr/>
        </p:nvSpPr>
        <p:spPr>
          <a:xfrm>
            <a:off x="7781962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7-line493"/>
          <p:cNvSpPr/>
          <p:nvPr/>
        </p:nvSpPr>
        <p:spPr>
          <a:xfrm>
            <a:off x="7781962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7-line494"/>
          <p:cNvSpPr/>
          <p:nvPr/>
        </p:nvSpPr>
        <p:spPr>
          <a:xfrm>
            <a:off x="7781962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7-line495"/>
          <p:cNvSpPr/>
          <p:nvPr/>
        </p:nvSpPr>
        <p:spPr>
          <a:xfrm>
            <a:off x="7781962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7-line496"/>
          <p:cNvSpPr/>
          <p:nvPr/>
        </p:nvSpPr>
        <p:spPr>
          <a:xfrm>
            <a:off x="7781962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7-rod497"/>
          <p:cNvSpPr/>
          <p:nvPr/>
        </p:nvSpPr>
        <p:spPr>
          <a:xfrm>
            <a:off x="8285937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1" name="S07-line498"/>
          <p:cNvSpPr/>
          <p:nvPr/>
        </p:nvSpPr>
        <p:spPr>
          <a:xfrm>
            <a:off x="8285937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7-line499"/>
          <p:cNvSpPr/>
          <p:nvPr/>
        </p:nvSpPr>
        <p:spPr>
          <a:xfrm>
            <a:off x="8285937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7-line500"/>
          <p:cNvSpPr/>
          <p:nvPr/>
        </p:nvSpPr>
        <p:spPr>
          <a:xfrm>
            <a:off x="8285937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7-line501"/>
          <p:cNvSpPr/>
          <p:nvPr/>
        </p:nvSpPr>
        <p:spPr>
          <a:xfrm>
            <a:off x="8285937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7-line502"/>
          <p:cNvSpPr/>
          <p:nvPr/>
        </p:nvSpPr>
        <p:spPr>
          <a:xfrm>
            <a:off x="8285937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7-line503"/>
          <p:cNvSpPr/>
          <p:nvPr/>
        </p:nvSpPr>
        <p:spPr>
          <a:xfrm>
            <a:off x="8285937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7-line504"/>
          <p:cNvSpPr/>
          <p:nvPr/>
        </p:nvSpPr>
        <p:spPr>
          <a:xfrm>
            <a:off x="8285937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7-line505"/>
          <p:cNvSpPr/>
          <p:nvPr/>
        </p:nvSpPr>
        <p:spPr>
          <a:xfrm>
            <a:off x="8285937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7-line506"/>
          <p:cNvSpPr/>
          <p:nvPr/>
        </p:nvSpPr>
        <p:spPr>
          <a:xfrm>
            <a:off x="8285937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7-rod507"/>
          <p:cNvSpPr/>
          <p:nvPr/>
        </p:nvSpPr>
        <p:spPr>
          <a:xfrm>
            <a:off x="8789912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07-line508"/>
          <p:cNvSpPr/>
          <p:nvPr/>
        </p:nvSpPr>
        <p:spPr>
          <a:xfrm>
            <a:off x="8789912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7-line509"/>
          <p:cNvSpPr/>
          <p:nvPr/>
        </p:nvSpPr>
        <p:spPr>
          <a:xfrm>
            <a:off x="8789912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7-line510"/>
          <p:cNvSpPr/>
          <p:nvPr/>
        </p:nvSpPr>
        <p:spPr>
          <a:xfrm>
            <a:off x="8789912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7-line511"/>
          <p:cNvSpPr/>
          <p:nvPr/>
        </p:nvSpPr>
        <p:spPr>
          <a:xfrm>
            <a:off x="8789912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7-line512"/>
          <p:cNvSpPr/>
          <p:nvPr/>
        </p:nvSpPr>
        <p:spPr>
          <a:xfrm>
            <a:off x="8789912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7-line513"/>
          <p:cNvSpPr/>
          <p:nvPr/>
        </p:nvSpPr>
        <p:spPr>
          <a:xfrm>
            <a:off x="8789912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7-line514"/>
          <p:cNvSpPr/>
          <p:nvPr/>
        </p:nvSpPr>
        <p:spPr>
          <a:xfrm>
            <a:off x="8789912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7-line515"/>
          <p:cNvSpPr/>
          <p:nvPr/>
        </p:nvSpPr>
        <p:spPr>
          <a:xfrm>
            <a:off x="8789912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7-line516"/>
          <p:cNvSpPr/>
          <p:nvPr/>
        </p:nvSpPr>
        <p:spPr>
          <a:xfrm>
            <a:off x="8789912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7-rod517"/>
          <p:cNvSpPr/>
          <p:nvPr/>
        </p:nvSpPr>
        <p:spPr>
          <a:xfrm>
            <a:off x="9293887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1" name="S07-line518"/>
          <p:cNvSpPr/>
          <p:nvPr/>
        </p:nvSpPr>
        <p:spPr>
          <a:xfrm>
            <a:off x="9293887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7-line519"/>
          <p:cNvSpPr/>
          <p:nvPr/>
        </p:nvSpPr>
        <p:spPr>
          <a:xfrm>
            <a:off x="9293887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7-line520"/>
          <p:cNvSpPr/>
          <p:nvPr/>
        </p:nvSpPr>
        <p:spPr>
          <a:xfrm>
            <a:off x="9293887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7-line521"/>
          <p:cNvSpPr/>
          <p:nvPr/>
        </p:nvSpPr>
        <p:spPr>
          <a:xfrm>
            <a:off x="9293887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7-line522"/>
          <p:cNvSpPr/>
          <p:nvPr/>
        </p:nvSpPr>
        <p:spPr>
          <a:xfrm>
            <a:off x="9293887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7-line523"/>
          <p:cNvSpPr/>
          <p:nvPr/>
        </p:nvSpPr>
        <p:spPr>
          <a:xfrm>
            <a:off x="9293887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7-line524"/>
          <p:cNvSpPr/>
          <p:nvPr/>
        </p:nvSpPr>
        <p:spPr>
          <a:xfrm>
            <a:off x="9293887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7-line525"/>
          <p:cNvSpPr/>
          <p:nvPr/>
        </p:nvSpPr>
        <p:spPr>
          <a:xfrm>
            <a:off x="9293887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7-line526"/>
          <p:cNvSpPr/>
          <p:nvPr/>
        </p:nvSpPr>
        <p:spPr>
          <a:xfrm>
            <a:off x="9293887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7-rod527"/>
          <p:cNvSpPr/>
          <p:nvPr/>
        </p:nvSpPr>
        <p:spPr>
          <a:xfrm>
            <a:off x="9797862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1" name="S07-line528"/>
          <p:cNvSpPr/>
          <p:nvPr/>
        </p:nvSpPr>
        <p:spPr>
          <a:xfrm>
            <a:off x="9797862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7-line529"/>
          <p:cNvSpPr/>
          <p:nvPr/>
        </p:nvSpPr>
        <p:spPr>
          <a:xfrm>
            <a:off x="9797862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7-line530"/>
          <p:cNvSpPr/>
          <p:nvPr/>
        </p:nvSpPr>
        <p:spPr>
          <a:xfrm>
            <a:off x="9797862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7-line531"/>
          <p:cNvSpPr/>
          <p:nvPr/>
        </p:nvSpPr>
        <p:spPr>
          <a:xfrm>
            <a:off x="9797862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7-line532"/>
          <p:cNvSpPr/>
          <p:nvPr/>
        </p:nvSpPr>
        <p:spPr>
          <a:xfrm>
            <a:off x="9797862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7-line533"/>
          <p:cNvSpPr/>
          <p:nvPr/>
        </p:nvSpPr>
        <p:spPr>
          <a:xfrm>
            <a:off x="9797862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7-line534"/>
          <p:cNvSpPr/>
          <p:nvPr/>
        </p:nvSpPr>
        <p:spPr>
          <a:xfrm>
            <a:off x="9797862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7-line535"/>
          <p:cNvSpPr/>
          <p:nvPr/>
        </p:nvSpPr>
        <p:spPr>
          <a:xfrm>
            <a:off x="9797862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07-line536"/>
          <p:cNvSpPr/>
          <p:nvPr/>
        </p:nvSpPr>
        <p:spPr>
          <a:xfrm>
            <a:off x="9797862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7-unit537"/>
          <p:cNvSpPr/>
          <p:nvPr/>
        </p:nvSpPr>
        <p:spPr>
          <a:xfrm>
            <a:off x="10301837" y="4144991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1" name="S07-unit538"/>
          <p:cNvSpPr/>
          <p:nvPr/>
        </p:nvSpPr>
        <p:spPr>
          <a:xfrm>
            <a:off x="10301837" y="375126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2" name="S07-unit539"/>
          <p:cNvSpPr/>
          <p:nvPr/>
        </p:nvSpPr>
        <p:spPr>
          <a:xfrm>
            <a:off x="10301837" y="335753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3" name="S07-unit540"/>
          <p:cNvSpPr/>
          <p:nvPr/>
        </p:nvSpPr>
        <p:spPr>
          <a:xfrm>
            <a:off x="10301837" y="2963799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4" name="S07-unit541"/>
          <p:cNvSpPr/>
          <p:nvPr/>
        </p:nvSpPr>
        <p:spPr>
          <a:xfrm>
            <a:off x="10301837" y="2570068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5" name="S07-unit542"/>
          <p:cNvSpPr/>
          <p:nvPr/>
        </p:nvSpPr>
        <p:spPr>
          <a:xfrm>
            <a:off x="10711317" y="4144991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6" name="S07-figure543" descr="10개 막대 7개와 낱개 6개"/>
          <p:cNvSpPr/>
          <p:nvPr/>
        </p:nvSpPr>
        <p:spPr>
          <a:xfrm>
            <a:off x="6254496" y="138887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07-label544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말하고 써 봐요</a:t>
            </a:r>
            <a:endParaRPr lang="ko-KR" sz="4400" dirty="0"/>
          </a:p>
        </p:txBody>
      </p:sp>
      <p:sp>
        <p:nvSpPr>
          <p:cNvPr id="3" name="S08-card5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5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묶음의 수를 먼저, 낱개의 수를 뒤에 써요.</a:t>
            </a:r>
            <a:endParaRPr lang="ko-KR" sz="3200" dirty="0"/>
          </a:p>
        </p:txBody>
      </p:sp>
      <p:sp>
        <p:nvSpPr>
          <p:cNvPr id="5" name="S08-chip54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text54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8개, 낱개 2개는?</a:t>
            </a:r>
            <a:endParaRPr lang="ko-KR" sz="3200" dirty="0"/>
          </a:p>
        </p:txBody>
      </p:sp>
      <p:sp>
        <p:nvSpPr>
          <p:cNvPr id="7" name="S08-chip54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text55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69를 두 가지로 읽어요.</a:t>
            </a:r>
            <a:endParaRPr lang="ko-KR" sz="3200" dirty="0"/>
          </a:p>
        </p:txBody>
      </p:sp>
      <p:sp>
        <p:nvSpPr>
          <p:cNvPr id="9" name="S08-chip551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text552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아흔다섯을 숫자로 써요.</a:t>
            </a:r>
            <a:endParaRPr lang="ko-KR" sz="3200" dirty="0"/>
          </a:p>
        </p:txBody>
      </p:sp>
      <p:sp>
        <p:nvSpPr>
          <p:cNvPr id="11" name="S08-chip553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text554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 다음 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수는?</a:t>
            </a:r>
            <a:endParaRPr lang="ko-KR" sz="4400" dirty="0"/>
          </a:p>
        </p:txBody>
      </p:sp>
      <p:sp>
        <p:nvSpPr>
          <p:cNvPr id="3" name="S09-text5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수를 찾아 문장으로 말해요.</a:t>
            </a:r>
            <a:endParaRPr lang="ko-KR" sz="3200" dirty="0"/>
          </a:p>
        </p:txBody>
      </p:sp>
      <p:sp>
        <p:nvSpPr>
          <p:cNvPr id="4" name="S09-card5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묶음부터 보고, 같으면 낱개를 봐요.</a:t>
            </a:r>
            <a:endParaRPr lang="ko-KR" sz="3200" dirty="0"/>
          </a:p>
        </p:txBody>
      </p:sp>
      <p:sp>
        <p:nvSpPr>
          <p:cNvPr id="6" name="S09-card558"/>
          <p:cNvSpPr/>
          <p:nvPr/>
        </p:nvSpPr>
        <p:spPr>
          <a:xfrm>
            <a:off x="6277356" y="2011680"/>
            <a:ext cx="5362956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559"/>
          <p:cNvSpPr txBox="1"/>
          <p:nvPr/>
        </p:nvSpPr>
        <p:spPr>
          <a:xfrm>
            <a:off x="6551676" y="2148840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표로 보면</a:t>
            </a:r>
            <a:endParaRPr lang="ko-KR" sz="3200" dirty="0"/>
          </a:p>
        </p:txBody>
      </p:sp>
      <p:graphicFrame>
        <p:nvGraphicFramePr>
          <p:cNvPr id="10" name="S09-table5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1676" y="2903220"/>
          <a:ext cx="4814316" cy="914400"/>
        </p:xfrm>
        <a:graphic>
          <a:graphicData uri="http://schemas.openxmlformats.org/drawingml/2006/table">
            <a:tbl>
              <a:tblPr/>
              <a:tblGrid>
                <a:gridCol w="1604772"/>
                <a:gridCol w="1604772"/>
                <a:gridCol w="1604772"/>
              </a:tblGrid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09-chip56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0" name="S09-text562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57과 75</a:t>
            </a:r>
            <a:endParaRPr lang="ko-KR" sz="3200" dirty="0"/>
          </a:p>
        </p:txBody>
      </p:sp>
      <p:sp>
        <p:nvSpPr>
          <p:cNvPr id="11" name="S09-chip56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2" name="S09-text564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83과 86</a:t>
            </a:r>
            <a:endParaRPr lang="ko-KR" sz="3200" dirty="0"/>
          </a:p>
        </p:txBody>
      </p:sp>
      <p:sp>
        <p:nvSpPr>
          <p:cNvPr id="13" name="S09-chip56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4" name="S09-text566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90과 49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56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6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49와 52 중 어느 수가 더 클까요?</a:t>
            </a:r>
            <a:endParaRPr lang="ko-KR" sz="3200" dirty="0"/>
          </a:p>
        </p:txBody>
      </p:sp>
      <p:sp>
        <p:nvSpPr>
          <p:cNvPr id="5" name="S10-card5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5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0-chip57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49</a:t>
            </a:r>
            <a:endParaRPr lang="ko-KR" sz="2600" dirty="0"/>
          </a:p>
        </p:txBody>
      </p:sp>
      <p:sp>
        <p:nvSpPr>
          <p:cNvPr id="8" name="S10-text57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9가 2보다 크니까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49가 커요.</a:t>
            </a:r>
            <a:endParaRPr lang="ko-KR" sz="3200" dirty="0"/>
          </a:p>
        </p:txBody>
      </p:sp>
      <p:sp>
        <p:nvSpPr>
          <p:cNvPr id="9" name="S10-chip57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52</a:t>
            </a:r>
            <a:endParaRPr lang="ko-KR" sz="2600" dirty="0"/>
          </a:p>
        </p:txBody>
      </p:sp>
      <p:sp>
        <p:nvSpPr>
          <p:cNvPr id="10" name="S10-text57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5개가 4개보다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많으니까 52가 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5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1-chip57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57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6개, 낱개 7개는?</a:t>
            </a:r>
            <a:endParaRPr lang="ko-KR" sz="3200" dirty="0"/>
          </a:p>
        </p:txBody>
      </p:sp>
      <p:sp>
        <p:nvSpPr>
          <p:cNvPr id="6" name="S11-chip57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text57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아흔을 숫자로 써요.</a:t>
            </a:r>
            <a:endParaRPr lang="ko-KR" sz="3200" dirty="0"/>
          </a:p>
        </p:txBody>
      </p:sp>
      <p:sp>
        <p:nvSpPr>
          <p:cNvPr id="8" name="S11-chip58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58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68과 71 중 큰 수는?</a:t>
            </a:r>
            <a:endParaRPr lang="ko-KR" sz="3200" dirty="0"/>
          </a:p>
        </p:txBody>
      </p:sp>
      <p:sp>
        <p:nvSpPr>
          <p:cNvPr id="10" name="S11-chip58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text58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45와 42 중 작은 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5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5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콩 봉지와 낱개로 다시 놓아 비교하게 하세요.</a:t>
            </a:r>
            <a:endParaRPr lang="ko-KR" sz="3200" dirty="0"/>
          </a:p>
        </p:txBody>
      </p:sp>
      <p:sp>
        <p:nvSpPr>
          <p:cNvPr id="5" name="S12-chip58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587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67</a:t>
            </a:r>
            <a:endParaRPr lang="ko-KR" sz="3200" dirty="0"/>
          </a:p>
        </p:txBody>
      </p:sp>
      <p:sp>
        <p:nvSpPr>
          <p:cNvPr id="7" name="S12-text588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6, 낱개 7</a:t>
            </a:r>
            <a:endParaRPr lang="ko-KR" sz="2600" dirty="0"/>
          </a:p>
        </p:txBody>
      </p:sp>
      <p:sp>
        <p:nvSpPr>
          <p:cNvPr id="8" name="S12-text589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90</a:t>
            </a:r>
            <a:endParaRPr lang="ko-KR" sz="3200" dirty="0"/>
          </a:p>
        </p:txBody>
      </p:sp>
      <p:sp>
        <p:nvSpPr>
          <p:cNvPr id="9" name="S12-text590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아흔 = 묶음 9</a:t>
            </a:r>
            <a:endParaRPr lang="ko-KR" sz="2600" dirty="0"/>
          </a:p>
        </p:txBody>
      </p:sp>
      <p:sp>
        <p:nvSpPr>
          <p:cNvPr id="10" name="S12-text591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71</a:t>
            </a:r>
            <a:endParaRPr lang="ko-KR" sz="3200" dirty="0"/>
          </a:p>
        </p:txBody>
      </p:sp>
      <p:sp>
        <p:nvSpPr>
          <p:cNvPr id="11" name="S12-text592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7이 더 많음</a:t>
            </a:r>
            <a:endParaRPr lang="ko-KR" sz="2600" dirty="0"/>
          </a:p>
        </p:txBody>
      </p:sp>
      <p:sp>
        <p:nvSpPr>
          <p:cNvPr id="12" name="S12-text593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42</a:t>
            </a:r>
            <a:endParaRPr lang="ko-KR" sz="3200" dirty="0"/>
          </a:p>
        </p:txBody>
      </p:sp>
      <p:sp>
        <p:nvSpPr>
          <p:cNvPr id="13" name="S12-text594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2가 더 적음</a:t>
            </a:r>
            <a:endParaRPr lang="ko-KR" sz="2600" dirty="0"/>
          </a:p>
        </p:txBody>
      </p:sp>
      <p:sp>
        <p:nvSpPr>
          <p:cNvPr id="14" name="S12-chip59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2-text59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68</a:t>
            </a:r>
            <a:endParaRPr lang="ko-KR" sz="3200" dirty="0"/>
          </a:p>
        </p:txBody>
      </p:sp>
      <p:sp>
        <p:nvSpPr>
          <p:cNvPr id="16" name="S12-text59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낱개만 비교함</a:t>
            </a:r>
            <a:endParaRPr lang="ko-KR" sz="2600" dirty="0"/>
          </a:p>
        </p:txBody>
      </p:sp>
      <p:sp>
        <p:nvSpPr>
          <p:cNvPr id="17" name="S12-text59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45</a:t>
            </a:r>
            <a:endParaRPr lang="ko-KR" sz="3200" dirty="0"/>
          </a:p>
        </p:txBody>
      </p:sp>
      <p:sp>
        <p:nvSpPr>
          <p:cNvPr id="18" name="S12-text59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수를 고름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수는?</a:t>
            </a:r>
            <a:endParaRPr lang="ko-KR" sz="4400" dirty="0"/>
          </a:p>
        </p:txBody>
      </p:sp>
      <p:sp>
        <p:nvSpPr>
          <p:cNvPr id="3" name="S13-card6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6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수를 말하고, 어떻게 알았는지 말해요.</a:t>
            </a:r>
            <a:endParaRPr lang="ko-KR" sz="3200" dirty="0"/>
          </a:p>
        </p:txBody>
      </p:sp>
      <p:sp>
        <p:nvSpPr>
          <p:cNvPr id="5" name="S13-chip602"/>
          <p:cNvSpPr txBox="1"/>
          <p:nvPr/>
        </p:nvSpPr>
        <p:spPr>
          <a:xfrm>
            <a:off x="2946654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3-rod603"/>
          <p:cNvSpPr/>
          <p:nvPr/>
        </p:nvSpPr>
        <p:spPr>
          <a:xfrm>
            <a:off x="2130552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3-line604"/>
          <p:cNvSpPr/>
          <p:nvPr/>
        </p:nvSpPr>
        <p:spPr>
          <a:xfrm>
            <a:off x="2130552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3-line605"/>
          <p:cNvSpPr/>
          <p:nvPr/>
        </p:nvSpPr>
        <p:spPr>
          <a:xfrm>
            <a:off x="2130552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3-line606"/>
          <p:cNvSpPr/>
          <p:nvPr/>
        </p:nvSpPr>
        <p:spPr>
          <a:xfrm>
            <a:off x="2130552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3-line607"/>
          <p:cNvSpPr/>
          <p:nvPr/>
        </p:nvSpPr>
        <p:spPr>
          <a:xfrm>
            <a:off x="2130552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3-line608"/>
          <p:cNvSpPr/>
          <p:nvPr/>
        </p:nvSpPr>
        <p:spPr>
          <a:xfrm>
            <a:off x="2130552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3-line609"/>
          <p:cNvSpPr/>
          <p:nvPr/>
        </p:nvSpPr>
        <p:spPr>
          <a:xfrm>
            <a:off x="2130552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3-line610"/>
          <p:cNvSpPr/>
          <p:nvPr/>
        </p:nvSpPr>
        <p:spPr>
          <a:xfrm>
            <a:off x="2130552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3-line611"/>
          <p:cNvSpPr/>
          <p:nvPr/>
        </p:nvSpPr>
        <p:spPr>
          <a:xfrm>
            <a:off x="2130552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3-line612"/>
          <p:cNvSpPr/>
          <p:nvPr/>
        </p:nvSpPr>
        <p:spPr>
          <a:xfrm>
            <a:off x="2130552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3-rod613"/>
          <p:cNvSpPr/>
          <p:nvPr/>
        </p:nvSpPr>
        <p:spPr>
          <a:xfrm>
            <a:off x="2606040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line614"/>
          <p:cNvSpPr/>
          <p:nvPr/>
        </p:nvSpPr>
        <p:spPr>
          <a:xfrm>
            <a:off x="2606040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3-line615"/>
          <p:cNvSpPr/>
          <p:nvPr/>
        </p:nvSpPr>
        <p:spPr>
          <a:xfrm>
            <a:off x="2606040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3-line616"/>
          <p:cNvSpPr/>
          <p:nvPr/>
        </p:nvSpPr>
        <p:spPr>
          <a:xfrm>
            <a:off x="2606040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3-line617"/>
          <p:cNvSpPr/>
          <p:nvPr/>
        </p:nvSpPr>
        <p:spPr>
          <a:xfrm>
            <a:off x="2606040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3-line618"/>
          <p:cNvSpPr/>
          <p:nvPr/>
        </p:nvSpPr>
        <p:spPr>
          <a:xfrm>
            <a:off x="2606040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3-line619"/>
          <p:cNvSpPr/>
          <p:nvPr/>
        </p:nvSpPr>
        <p:spPr>
          <a:xfrm>
            <a:off x="2606040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3-line620"/>
          <p:cNvSpPr/>
          <p:nvPr/>
        </p:nvSpPr>
        <p:spPr>
          <a:xfrm>
            <a:off x="2606040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3-line621"/>
          <p:cNvSpPr/>
          <p:nvPr/>
        </p:nvSpPr>
        <p:spPr>
          <a:xfrm>
            <a:off x="2606040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3-line622"/>
          <p:cNvSpPr/>
          <p:nvPr/>
        </p:nvSpPr>
        <p:spPr>
          <a:xfrm>
            <a:off x="2606040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3-rod623"/>
          <p:cNvSpPr/>
          <p:nvPr/>
        </p:nvSpPr>
        <p:spPr>
          <a:xfrm>
            <a:off x="3081528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3-line624"/>
          <p:cNvSpPr/>
          <p:nvPr/>
        </p:nvSpPr>
        <p:spPr>
          <a:xfrm>
            <a:off x="3081528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3-line625"/>
          <p:cNvSpPr/>
          <p:nvPr/>
        </p:nvSpPr>
        <p:spPr>
          <a:xfrm>
            <a:off x="3081528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3-line626"/>
          <p:cNvSpPr/>
          <p:nvPr/>
        </p:nvSpPr>
        <p:spPr>
          <a:xfrm>
            <a:off x="3081528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3-line627"/>
          <p:cNvSpPr/>
          <p:nvPr/>
        </p:nvSpPr>
        <p:spPr>
          <a:xfrm>
            <a:off x="3081528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3-line628"/>
          <p:cNvSpPr/>
          <p:nvPr/>
        </p:nvSpPr>
        <p:spPr>
          <a:xfrm>
            <a:off x="3081528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3-line629"/>
          <p:cNvSpPr/>
          <p:nvPr/>
        </p:nvSpPr>
        <p:spPr>
          <a:xfrm>
            <a:off x="3081528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3-line630"/>
          <p:cNvSpPr/>
          <p:nvPr/>
        </p:nvSpPr>
        <p:spPr>
          <a:xfrm>
            <a:off x="3081528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3-line631"/>
          <p:cNvSpPr/>
          <p:nvPr/>
        </p:nvSpPr>
        <p:spPr>
          <a:xfrm>
            <a:off x="3081528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3-line632"/>
          <p:cNvSpPr/>
          <p:nvPr/>
        </p:nvSpPr>
        <p:spPr>
          <a:xfrm>
            <a:off x="3081528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3-unit633"/>
          <p:cNvSpPr/>
          <p:nvPr/>
        </p:nvSpPr>
        <p:spPr>
          <a:xfrm>
            <a:off x="3557016" y="46897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3-unit634"/>
          <p:cNvSpPr/>
          <p:nvPr/>
        </p:nvSpPr>
        <p:spPr>
          <a:xfrm>
            <a:off x="3557016" y="431825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3-unit635"/>
          <p:cNvSpPr/>
          <p:nvPr/>
        </p:nvSpPr>
        <p:spPr>
          <a:xfrm>
            <a:off x="3557016" y="394677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3-unit636"/>
          <p:cNvSpPr/>
          <p:nvPr/>
        </p:nvSpPr>
        <p:spPr>
          <a:xfrm>
            <a:off x="3557016" y="357530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3-unit637"/>
          <p:cNvSpPr/>
          <p:nvPr/>
        </p:nvSpPr>
        <p:spPr>
          <a:xfrm>
            <a:off x="3557016" y="32038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3-unit638"/>
          <p:cNvSpPr/>
          <p:nvPr/>
        </p:nvSpPr>
        <p:spPr>
          <a:xfrm>
            <a:off x="3943350" y="46897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3-unit639"/>
          <p:cNvSpPr/>
          <p:nvPr/>
        </p:nvSpPr>
        <p:spPr>
          <a:xfrm>
            <a:off x="3943350" y="431825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3-unit640"/>
          <p:cNvSpPr/>
          <p:nvPr/>
        </p:nvSpPr>
        <p:spPr>
          <a:xfrm>
            <a:off x="3943350" y="394677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3-unit641"/>
          <p:cNvSpPr/>
          <p:nvPr/>
        </p:nvSpPr>
        <p:spPr>
          <a:xfrm>
            <a:off x="3943350" y="357530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3-figure642" descr="10개 막대 3개와 낱개 9개"/>
          <p:cNvSpPr/>
          <p:nvPr/>
        </p:nvSpPr>
        <p:spPr>
          <a:xfrm>
            <a:off x="548640" y="208940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13-chip643"/>
          <p:cNvSpPr txBox="1"/>
          <p:nvPr/>
        </p:nvSpPr>
        <p:spPr>
          <a:xfrm>
            <a:off x="8675370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47" name="S13-rod644"/>
          <p:cNvSpPr/>
          <p:nvPr/>
        </p:nvSpPr>
        <p:spPr>
          <a:xfrm>
            <a:off x="7814691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3-line645"/>
          <p:cNvSpPr/>
          <p:nvPr/>
        </p:nvSpPr>
        <p:spPr>
          <a:xfrm>
            <a:off x="7814691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3-line646"/>
          <p:cNvSpPr/>
          <p:nvPr/>
        </p:nvSpPr>
        <p:spPr>
          <a:xfrm>
            <a:off x="7814691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3-line647"/>
          <p:cNvSpPr/>
          <p:nvPr/>
        </p:nvSpPr>
        <p:spPr>
          <a:xfrm>
            <a:off x="7814691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3-line648"/>
          <p:cNvSpPr/>
          <p:nvPr/>
        </p:nvSpPr>
        <p:spPr>
          <a:xfrm>
            <a:off x="7814691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3-line649"/>
          <p:cNvSpPr/>
          <p:nvPr/>
        </p:nvSpPr>
        <p:spPr>
          <a:xfrm>
            <a:off x="7814691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3-line650"/>
          <p:cNvSpPr/>
          <p:nvPr/>
        </p:nvSpPr>
        <p:spPr>
          <a:xfrm>
            <a:off x="7814691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3-line651"/>
          <p:cNvSpPr/>
          <p:nvPr/>
        </p:nvSpPr>
        <p:spPr>
          <a:xfrm>
            <a:off x="7814691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3-line652"/>
          <p:cNvSpPr/>
          <p:nvPr/>
        </p:nvSpPr>
        <p:spPr>
          <a:xfrm>
            <a:off x="7814691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3-line653"/>
          <p:cNvSpPr/>
          <p:nvPr/>
        </p:nvSpPr>
        <p:spPr>
          <a:xfrm>
            <a:off x="7814691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3-rod654"/>
          <p:cNvSpPr/>
          <p:nvPr/>
        </p:nvSpPr>
        <p:spPr>
          <a:xfrm>
            <a:off x="8290179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13-line655"/>
          <p:cNvSpPr/>
          <p:nvPr/>
        </p:nvSpPr>
        <p:spPr>
          <a:xfrm>
            <a:off x="8290179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3-line656"/>
          <p:cNvSpPr/>
          <p:nvPr/>
        </p:nvSpPr>
        <p:spPr>
          <a:xfrm>
            <a:off x="8290179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3-line657"/>
          <p:cNvSpPr/>
          <p:nvPr/>
        </p:nvSpPr>
        <p:spPr>
          <a:xfrm>
            <a:off x="8290179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3-line658"/>
          <p:cNvSpPr/>
          <p:nvPr/>
        </p:nvSpPr>
        <p:spPr>
          <a:xfrm>
            <a:off x="8290179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3-line659"/>
          <p:cNvSpPr/>
          <p:nvPr/>
        </p:nvSpPr>
        <p:spPr>
          <a:xfrm>
            <a:off x="8290179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3-line660"/>
          <p:cNvSpPr/>
          <p:nvPr/>
        </p:nvSpPr>
        <p:spPr>
          <a:xfrm>
            <a:off x="8290179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3-line661"/>
          <p:cNvSpPr/>
          <p:nvPr/>
        </p:nvSpPr>
        <p:spPr>
          <a:xfrm>
            <a:off x="8290179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3-line662"/>
          <p:cNvSpPr/>
          <p:nvPr/>
        </p:nvSpPr>
        <p:spPr>
          <a:xfrm>
            <a:off x="8290179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3-line663"/>
          <p:cNvSpPr/>
          <p:nvPr/>
        </p:nvSpPr>
        <p:spPr>
          <a:xfrm>
            <a:off x="8290179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3-rod664"/>
          <p:cNvSpPr/>
          <p:nvPr/>
        </p:nvSpPr>
        <p:spPr>
          <a:xfrm>
            <a:off x="8765667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13-line665"/>
          <p:cNvSpPr/>
          <p:nvPr/>
        </p:nvSpPr>
        <p:spPr>
          <a:xfrm>
            <a:off x="8765667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3-line666"/>
          <p:cNvSpPr/>
          <p:nvPr/>
        </p:nvSpPr>
        <p:spPr>
          <a:xfrm>
            <a:off x="8765667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3-line667"/>
          <p:cNvSpPr/>
          <p:nvPr/>
        </p:nvSpPr>
        <p:spPr>
          <a:xfrm>
            <a:off x="8765667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3-line668"/>
          <p:cNvSpPr/>
          <p:nvPr/>
        </p:nvSpPr>
        <p:spPr>
          <a:xfrm>
            <a:off x="8765667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3-line669"/>
          <p:cNvSpPr/>
          <p:nvPr/>
        </p:nvSpPr>
        <p:spPr>
          <a:xfrm>
            <a:off x="8765667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3-line670"/>
          <p:cNvSpPr/>
          <p:nvPr/>
        </p:nvSpPr>
        <p:spPr>
          <a:xfrm>
            <a:off x="8765667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13-line671"/>
          <p:cNvSpPr/>
          <p:nvPr/>
        </p:nvSpPr>
        <p:spPr>
          <a:xfrm>
            <a:off x="8765667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3-line672"/>
          <p:cNvSpPr/>
          <p:nvPr/>
        </p:nvSpPr>
        <p:spPr>
          <a:xfrm>
            <a:off x="8765667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3-line673"/>
          <p:cNvSpPr/>
          <p:nvPr/>
        </p:nvSpPr>
        <p:spPr>
          <a:xfrm>
            <a:off x="8765667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3-rod674"/>
          <p:cNvSpPr/>
          <p:nvPr/>
        </p:nvSpPr>
        <p:spPr>
          <a:xfrm>
            <a:off x="9241155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13-line675"/>
          <p:cNvSpPr/>
          <p:nvPr/>
        </p:nvSpPr>
        <p:spPr>
          <a:xfrm>
            <a:off x="9241155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13-line676"/>
          <p:cNvSpPr/>
          <p:nvPr/>
        </p:nvSpPr>
        <p:spPr>
          <a:xfrm>
            <a:off x="9241155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3-line677"/>
          <p:cNvSpPr/>
          <p:nvPr/>
        </p:nvSpPr>
        <p:spPr>
          <a:xfrm>
            <a:off x="9241155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13-line678"/>
          <p:cNvSpPr/>
          <p:nvPr/>
        </p:nvSpPr>
        <p:spPr>
          <a:xfrm>
            <a:off x="9241155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3-line679"/>
          <p:cNvSpPr/>
          <p:nvPr/>
        </p:nvSpPr>
        <p:spPr>
          <a:xfrm>
            <a:off x="9241155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3-line680"/>
          <p:cNvSpPr/>
          <p:nvPr/>
        </p:nvSpPr>
        <p:spPr>
          <a:xfrm>
            <a:off x="9241155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3-line681"/>
          <p:cNvSpPr/>
          <p:nvPr/>
        </p:nvSpPr>
        <p:spPr>
          <a:xfrm>
            <a:off x="9241155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3-line682"/>
          <p:cNvSpPr/>
          <p:nvPr/>
        </p:nvSpPr>
        <p:spPr>
          <a:xfrm>
            <a:off x="9241155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3-line683"/>
          <p:cNvSpPr/>
          <p:nvPr/>
        </p:nvSpPr>
        <p:spPr>
          <a:xfrm>
            <a:off x="9241155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3-unit684"/>
          <p:cNvSpPr/>
          <p:nvPr/>
        </p:nvSpPr>
        <p:spPr>
          <a:xfrm>
            <a:off x="9716643" y="46897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13-figure685" descr="10개 막대 4개와 낱개 1개"/>
          <p:cNvSpPr/>
          <p:nvPr/>
        </p:nvSpPr>
        <p:spPr>
          <a:xfrm>
            <a:off x="6277356" y="208940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68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68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묶음부터 비교하고, 묶음이 같으면 낱개를 비교해요.</a:t>
            </a:r>
            <a:endParaRPr lang="ko-KR" sz="3200" dirty="0"/>
          </a:p>
        </p:txBody>
      </p:sp>
      <p:sp>
        <p:nvSpPr>
          <p:cNvPr id="5" name="S14-chip68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묶음 먼저 비교하기</a:t>
            </a:r>
            <a:endParaRPr lang="ko-KR" sz="2600" dirty="0"/>
          </a:p>
        </p:txBody>
      </p:sp>
      <p:sp>
        <p:nvSpPr>
          <p:cNvPr id="6" name="S14-chip68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낱개만 보고 비교하기</a:t>
            </a:r>
            <a:endParaRPr lang="ko-KR" sz="2600" dirty="0"/>
          </a:p>
        </p:txBody>
      </p:sp>
      <p:sp>
        <p:nvSpPr>
          <p:cNvPr id="7" name="S14-text69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69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묶음 9개와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3개는?</a:t>
            </a:r>
            <a:endParaRPr lang="ko-KR" sz="2600" dirty="0"/>
          </a:p>
        </p:txBody>
      </p:sp>
      <p:sp>
        <p:nvSpPr>
          <p:cNvPr id="9" name="S14-text69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64와 46 중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수는?</a:t>
            </a:r>
            <a:endParaRPr lang="ko-KR" sz="2600" dirty="0"/>
          </a:p>
        </p:txBody>
      </p:sp>
      <p:sp>
        <p:nvSpPr>
          <p:cNvPr id="10" name="S14-text69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여든을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쓰기</a:t>
            </a:r>
            <a:endParaRPr lang="ko-KR" sz="2600" dirty="0"/>
          </a:p>
        </p:txBody>
      </p:sp>
      <p:sp>
        <p:nvSpPr>
          <p:cNvPr id="11" name="S14-text69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 수의 덧셈과 뺄셈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묶음과 낱개</a:t>
            </a:r>
            <a:endParaRPr lang="ko-KR" sz="4400" dirty="0"/>
          </a:p>
        </p:txBody>
      </p:sp>
      <p:sp>
        <p:nvSpPr>
          <p:cNvPr id="3" name="S15-text6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콩을 10개씩 묶었어요.</a:t>
            </a:r>
            <a:endParaRPr lang="ko-KR" sz="3200" dirty="0"/>
          </a:p>
        </p:txBody>
      </p:sp>
      <p:sp>
        <p:nvSpPr>
          <p:cNvPr id="4" name="S15-card6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6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2개, 낱개 5개는 25예요.</a:t>
            </a:r>
            <a:endParaRPr lang="ko-KR" sz="3200" dirty="0"/>
          </a:p>
        </p:txBody>
      </p:sp>
      <p:sp>
        <p:nvSpPr>
          <p:cNvPr id="6" name="S15-dot698"/>
          <p:cNvSpPr/>
          <p:nvPr/>
        </p:nvSpPr>
        <p:spPr>
          <a:xfrm>
            <a:off x="650971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5-dot699"/>
          <p:cNvSpPr/>
          <p:nvPr/>
        </p:nvSpPr>
        <p:spPr>
          <a:xfrm>
            <a:off x="1189552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5-dot700"/>
          <p:cNvSpPr/>
          <p:nvPr/>
        </p:nvSpPr>
        <p:spPr>
          <a:xfrm>
            <a:off x="1728134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701"/>
          <p:cNvSpPr/>
          <p:nvPr/>
        </p:nvSpPr>
        <p:spPr>
          <a:xfrm>
            <a:off x="2266715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702"/>
          <p:cNvSpPr/>
          <p:nvPr/>
        </p:nvSpPr>
        <p:spPr>
          <a:xfrm>
            <a:off x="2805297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703"/>
          <p:cNvSpPr/>
          <p:nvPr/>
        </p:nvSpPr>
        <p:spPr>
          <a:xfrm>
            <a:off x="3343879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dot704"/>
          <p:cNvSpPr/>
          <p:nvPr/>
        </p:nvSpPr>
        <p:spPr>
          <a:xfrm>
            <a:off x="3882460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5-dot705"/>
          <p:cNvSpPr/>
          <p:nvPr/>
        </p:nvSpPr>
        <p:spPr>
          <a:xfrm>
            <a:off x="4421042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dot706"/>
          <p:cNvSpPr/>
          <p:nvPr/>
        </p:nvSpPr>
        <p:spPr>
          <a:xfrm>
            <a:off x="4959623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5-dot707"/>
          <p:cNvSpPr/>
          <p:nvPr/>
        </p:nvSpPr>
        <p:spPr>
          <a:xfrm>
            <a:off x="5498205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dot708"/>
          <p:cNvSpPr/>
          <p:nvPr/>
        </p:nvSpPr>
        <p:spPr>
          <a:xfrm>
            <a:off x="650971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5-dot709"/>
          <p:cNvSpPr/>
          <p:nvPr/>
        </p:nvSpPr>
        <p:spPr>
          <a:xfrm>
            <a:off x="1189552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dot710"/>
          <p:cNvSpPr/>
          <p:nvPr/>
        </p:nvSpPr>
        <p:spPr>
          <a:xfrm>
            <a:off x="1728134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5-dot711"/>
          <p:cNvSpPr/>
          <p:nvPr/>
        </p:nvSpPr>
        <p:spPr>
          <a:xfrm>
            <a:off x="2266715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dot712"/>
          <p:cNvSpPr/>
          <p:nvPr/>
        </p:nvSpPr>
        <p:spPr>
          <a:xfrm>
            <a:off x="2805297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5-dot713"/>
          <p:cNvSpPr/>
          <p:nvPr/>
        </p:nvSpPr>
        <p:spPr>
          <a:xfrm>
            <a:off x="3343879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5-dot714"/>
          <p:cNvSpPr/>
          <p:nvPr/>
        </p:nvSpPr>
        <p:spPr>
          <a:xfrm>
            <a:off x="3882460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5-dot715"/>
          <p:cNvSpPr/>
          <p:nvPr/>
        </p:nvSpPr>
        <p:spPr>
          <a:xfrm>
            <a:off x="4421042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5-dot716"/>
          <p:cNvSpPr/>
          <p:nvPr/>
        </p:nvSpPr>
        <p:spPr>
          <a:xfrm>
            <a:off x="4959623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5-dot717"/>
          <p:cNvSpPr/>
          <p:nvPr/>
        </p:nvSpPr>
        <p:spPr>
          <a:xfrm>
            <a:off x="5498205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5-group718"/>
          <p:cNvSpPr/>
          <p:nvPr/>
        </p:nvSpPr>
        <p:spPr>
          <a:xfrm>
            <a:off x="576072" y="2804693"/>
            <a:ext cx="5330952" cy="465430"/>
          </a:xfrm>
          <a:prstGeom prst="roundRect">
            <a:avLst>
              <a:gd name="adj" fmla="val 2357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15-group719"/>
          <p:cNvSpPr/>
          <p:nvPr/>
        </p:nvSpPr>
        <p:spPr>
          <a:xfrm>
            <a:off x="576072" y="3343275"/>
            <a:ext cx="5330952" cy="465430"/>
          </a:xfrm>
          <a:prstGeom prst="roundRect">
            <a:avLst>
              <a:gd name="adj" fmla="val 2357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15-figure720" descr="10개씩 묶은 점 두 줄"/>
          <p:cNvSpPr/>
          <p:nvPr/>
        </p:nvSpPr>
        <p:spPr>
          <a:xfrm>
            <a:off x="548640" y="2768117"/>
            <a:ext cx="5385816" cy="10771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15-label721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2개</a:t>
            </a:r>
            <a:endParaRPr lang="ko-KR" sz="2600" dirty="0"/>
          </a:p>
        </p:txBody>
      </p:sp>
      <p:sp>
        <p:nvSpPr>
          <p:cNvPr id="30" name="S15-dot722"/>
          <p:cNvSpPr/>
          <p:nvPr/>
        </p:nvSpPr>
        <p:spPr>
          <a:xfrm>
            <a:off x="6356827" y="3139739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5-dot723"/>
          <p:cNvSpPr/>
          <p:nvPr/>
        </p:nvSpPr>
        <p:spPr>
          <a:xfrm>
            <a:off x="6895408" y="3139739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5-dot724"/>
          <p:cNvSpPr/>
          <p:nvPr/>
        </p:nvSpPr>
        <p:spPr>
          <a:xfrm>
            <a:off x="7433990" y="3139739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5-dot725"/>
          <p:cNvSpPr/>
          <p:nvPr/>
        </p:nvSpPr>
        <p:spPr>
          <a:xfrm>
            <a:off x="7972571" y="3139739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5-dot726"/>
          <p:cNvSpPr/>
          <p:nvPr/>
        </p:nvSpPr>
        <p:spPr>
          <a:xfrm>
            <a:off x="8511153" y="3139739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5-figure727" descr="묶지 않은 점 5개"/>
          <p:cNvSpPr/>
          <p:nvPr/>
        </p:nvSpPr>
        <p:spPr>
          <a:xfrm>
            <a:off x="6254496" y="3037408"/>
            <a:ext cx="5385816" cy="5385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15-label728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5개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100까지의 수</dc:title>
  <dc:subject>KR22-G01-MAT-NUM100-L01</dc:subject>
  <dc:creator>education-ppt</dc:creator>
  <cp:lastModifiedBy>education-ppt</cp:lastModifiedBy>
  <cp:revision>1</cp:revision>
  <dcterms:created xsi:type="dcterms:W3CDTF">2026-10-26T06:38:06Z</dcterms:created>
  <dcterms:modified xsi:type="dcterms:W3CDTF">2026-10-26T06:38:06Z</dcterms:modified>
</cp:coreProperties>
</file>