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16301213-95f8-71d0-c07b-3a8a83a4e653}">
          <p14:sldIdLst>
            <p14:sldId id="256"/>
            <p14:sldId id="257"/>
          </p14:sldIdLst>
        </p14:section>
        <p14:section name="개념" id="{892a1eaa-03ca-76bf-dfba-51e5d7ae4630}">
          <p14:sldIdLst>
            <p14:sldId id="258"/>
            <p14:sldId id="259"/>
            <p14:sldId id="260"/>
            <p14:sldId id="261"/>
            <p14:sldId id="262"/>
          </p14:sldIdLst>
        </p14:section>
        <p14:section name="연습" id="{5279aa58-dc03-f62a-ff1a-6547c38985b5}">
          <p14:sldIdLst>
            <p14:sldId id="263"/>
            <p14:sldId id="264"/>
            <p14:sldId id="265"/>
          </p14:sldIdLst>
        </p14:section>
        <p14:section name="확인" id="{80331c4d-5370-c9c1-396b-1ab64f926976}">
          <p14:sldIdLst>
            <p14:sldId id="266"/>
            <p14:sldId id="267"/>
            <p14:sldId id="268"/>
          </p14:sldIdLst>
        </p14:section>
        <p14:section name="정리" id="{7c747952-2108-6eed-75c2-e11391d300a4}">
          <p14:sldIdLst>
            <p14:sldId id="269"/>
          </p14:sldIdLst>
        </p14:section>
        <p14:section name="보충" id="{d995964d-3df4-43ce-81b8-2e2f190e47f4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지난 시간의 ‘10개씩 묶음과 낱개’를 100까지 넓힌다는 것을 알려 줍니다.
시간: 약 2분
이렇게 말해 보세요
- “지난 시간에는 50까지 셌지? 오늘은 100까지 세고, 두 수 중 어느 수가 더 큰지 알아볼 거야.”
- “오른쪽 그림은 막대가 몇 개, 낱개가 몇 개야?”
예상 답
- “막대 6개, 낱개 2개요.”
막히면
- 막대를 하나씩 짚으며 “십, 이십, 삼십…”으로 함께 셉니다.
주의
- 수를 몰라도 괜찮습니다. S03에서 60의 이름을 배웁니다.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확인(50까지의 수)]
목적: 지난 차시(50까지의 수)의 묶음·낱개와 두 가지 읽기가 되는지 확인합니다.
시간: 약 3분
이렇게 말해 보세요
- “①은 10개씩 묶음 3개와 낱개 6개야. 얼마일까?”
- “②는 47을 두 가지로 읽고, ③은 마흔다섯을 숫자로 써 볼래?”
정답
- ① 36
- ② 사십칠, 마흔일곱
- ③ 45
막히면
- 콩 봉지와 낱개로 놓아 보게 합니다.
- 두 문제 이상 틀리면 S15(보충)를 먼저 합니다. 보충으로도 어려우면 6차시 ‘50까지의 수’(KR22-G01-MAT-NUM50-L01)를 다시 합니다.
주의
- ③을 405로 쓰면 지난 차시의 실수(30과 4를 붙여 쓰기)가 남아 있는 것입니다. S15에서 표로 다시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60, 70, 80, 90 읽기]
목적: 10개씩 묶음 6~9개가 60, 70, 80, 90임을 알고 두 가지로 읽습니다.
시간: 약 3분
이렇게 말해 보세요
- “50은 묶음 5개였지? 묶음이 6개면 60, 육십 또는 예순이야.”
- “같이 10씩 세어 보자. 열, 스물, 서른, 마흔, 쉰, 예순, 일흔, 여든, 아흔!”
예상 답
- “육십, 예순. 칠십, 일흔. 팔십, 여든. 구십, 아흔.”
막히면
- ‘육십, 칠십, 팔십, 구십’을 먼저 익히고, ‘예순, 일흔, 여든, 아흔’은 부모가 말하고 따라 하게 합니다(M2).
주의
- 할머니 연세(예순, 일흔)처럼 생활에서 들을 수 있는 말이라고 알려 주면 기억에 도움이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몇십몇(99까지) 쓰고 읽기]
목적: 50보다 큰 몇십몇도 묶음 먼저, 낱개 나중으로 쓰고 두 가지로 읽습니다.
시간: 약 3분
이렇게 말해 보세요
- “막대가 몇 개야? 낱개는? 그럼 얼마일까?”
- “75는 칠십오 또는 일흔다섯이라고 읽어.”
예상 답
- “막대 7개, 낱개 5개. 75요.” “칠십오, 일흔다섯.”
막히면
- 막대를 “십, 이십 … 칠십”으로 센 뒤 낱개를 “칠십일, 칠십이 … 칠십오”로 이어 셉니다.
주의
- 57로 바꾸어 쓰면 “묶음이 5개야?”라고 다시 그림을 보게 합니다(M4).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100 알아보기]
목적: 99보다 1만큼 더 큰 수가 100이고, 10개씩 묶음 10개와 같다는 것을 압니다.
시간: 약 2분
이렇게 말해 보세요
- “99는 묶음 9개, 낱개 9개야. 낱개를 하나 더 놓으면 낱개가 몇 개가 돼?”
- “낱개 10개는 한 묶음이 되지? 그러면 묶음이 10개, 이 수가 100이야. ‘백’이라고 읽어.”
예상 답
- “낱개가 10개요. 묶음이 10개가 돼요.” “백.”
막히면
- 막대를 “십, 이십 … 구십, 백”으로 10개까지 함께 셉니다(M3).
주의
- 100은 ‘백’ 한 가지로 읽습니다. 지치면 여기서 쉬고, 다음에 S06부터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묶음의 수로 크기 비교]
목적: 두 수의 크기는 10개씩 묶음의 수부터 비교한다는 것을 압니다.
시간: 약 3분
이렇게 말해 보세요
- “64와 58 중 어느 수가 더 클까? 막대가 몇 개씩이야?”
- “막대 하나가 10개라서, 막대가 많은 쪽이 더 커. 낱개는 10개도 안 되거든.”
- “‘64는 58보다 커요’, 거꾸로 ‘58은 64보다 작아요’라고 말해 볼래?”
예상 답
- “64요. 막대가 6개라서요.” “64는 58보다 커요. 58은 64보다 작아요.”
막히면
- 58의 낱개 8개를 64의 막대 하나 옆에 놓고 “낱개 8개가 막대 하나(10개)보다 많아?”라고 묻습니다.
주의
- 58의 낱개(8)가 64의 낱개(4)보다 많아서 헷갈릴 수 있습니다. 이 실수는 S10에서 다시 다룹니다(M1).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묶음이 같을 때 낱개로 비교]
목적: 10개씩 묶음의 수가 같으면 낱개의 수로 크기를 비교한다는 것을 압니다.
시간: 약 3분
이렇게 말해 보세요
- “이번에는 막대가 둘 다 7개야. 그러면 무엇을 비교할까?”
- “낱개가 3개, 6개야. 76은 73보다 커요.”
예상 답
- “낱개요. 76이 더 커요.”
막히면
- 막대는 손으로 가리고 낱개만 보며 3과 6을 비교하게 합니다.
주의
- 비교 순서를 ‘① 묶음 → ② 묶음이 같으면 낱개’로 정리해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안내받는 연습(읽기·쓰기)]
목적: 도움을 받으며 100까지의 수를 묶음·낱개로 나타내고 읽고 씁니다.
시간: 약 4분
이렇게 말해 보세요
- “①은 얼마일까? 종이에 써 볼래?”
- “②는 69를 두 가지로 읽어 봐. ‘예순’ 다음에 무엇을 붙일까?”
정답
- ① 82
- ② 육십구, 예순아홉
- ③ 95
- ④ 100(백)
막히면
- ③을 905로 쓰면 묶음과 낱개 표를 그려 9와 5를 차례로 쓰게 합니다.
- ④는 S05로 돌아가 낱개 10개가 한 묶음이 되는 것을 다시 봅니다(M3).
주의
- 아이가 쓴 수를 소리 내어 읽게 하면 바꾸어 쓴 실수를 스스로 찾기도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안내받는 연습(크기 비교)]
목적: 도움을 받으며 묶음부터 비교하고, 같으면 낱개를 비교해 큰 수를 찾습니다.
시간: 약 4분
이렇게 말해 보세요
- “①은 57과 75야. 오른쪽 표처럼 묶음과 낱개로 나누어 보자. 묶음은 어느 쪽이 많아?”
- “‘75는 57보다 커요’라고 말해 볼래? ②, ③도 해 보자.”
정답
- ① 75(75는 57보다 커요. 57은 75보다 작아요.)
- ② 86(묶음이 8개로 같고, 낱개 6이 3보다 많아요.)
- ③ 90(묶음 9개가 4개보다 많아요.)
막히면
- 두 수를 콩 봉지와 낱개로 놓고 봉지 수부터 비교합니다.
- ②는 S07처럼 묶음을 손으로 가리고 낱개만 비교합니다.
주의
- ③에서 49의 9가 커 보여 49를 고르기 쉽습니다. 묶음이 9개인 90이 더 큽니다(M1).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오개념 비교(낱개만 보고 비교)]
목적: 낱개만 보고 크기를 비교하는 실수를 바로잡습니다(M1).
시간: 약 3분
이렇게 말해 보세요
- “토끼는 낱개를 보고, 곰은 묶음을 봤어. 누가 맞았을까?”
- “49는 묶음 4개, 52는 묶음 5개야. 묶음 하나가 몇 개였지?”
예상 답
- “곰이요. 묶음이 더 많으니까요.”
정답
- 곰이 맞습니다. 52는 49보다 큽니다.
- 묶음 하나는 10개라서 낱개 몇 개보다 많습니다. 그래서 묶음부터 비교합니다.
막히면
- 콩 봉지 4개와 낱개 9개, 봉지 5개와 낱개 2개를 놓고 49에 콩을 하나씩 더하며 “오십, 오십일, 오십이”까지 세어 봅니다.
주의
- 토끼처럼 생각하는 아이가 많습니다. 틀려도 “좋은 생각이었는데 묶음을 먼저 봐야 해.”라고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해결]
목적: 도움 없이 100까지의 수를 쓰고, 두 수의 크기를 비교할 수 있는지 확인합니다.
시간: 약 5분
이렇게 말해 보세요
- “이번에는 혼자 해 볼래? ③, ④는 왜 그렇게 생각했는지도 말해 줘.”
정답
- ① 67
- ② 90
- ③ 71(묶음 7개가 6개보다 많아요.)
- ④ 42(묶음이 4개로 같고, 낱개 2가 5보다 적어요.)
막히면
- 바로 알려 주지 말고 “묶음이 몇 개야?”라고만 묻습니다.
- 도움을 받아 해결했다면 기록표에 ‘도움’으로 표시합니다.
주의
- ④는 ‘작은 수’를 묻습니다. 큰 수(45)를 답하면 질문을 다시 읽어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아이의 답을 함께 확인하고 흔한 실수를 바로잡습니다. 수업용에만 있는 장입니다.
시간: 약 2분
이렇게 말해 보세요
- “네 답과 같은지 볼까? 다르면 콩으로 다시 해 보자.”
정답
- ① 67 ② 90 ③ 71 ④ 42
막히면
- ③이 68이면 S10으로, ①이 76이면 S04로 돌아갑니다.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확인(그림 보고 비교)]
목적: 처음 보는 그림에서 수를 읽고, 묶음부터 비교해 더 큰 수를 고르는지 확인합니다.
시간: 약 2분
이렇게 말해 보세요
- “가와 나는 각각 얼마야? 어느 쪽이 더 커? 어떻게 알았어?”
정답
- 가 39, 나 41. 나(41)가 더 큽니다. 묶음 4개가 3개보다 많습니다.
막히면
- 각 그림의 막대와 낱개를 세어 수를 먼저 말하게 합니다.
주의
- 가(39)를 고르면 낱개만 보고 비교한 것입니다(M1). 기록표에 적어 두고 다음 수업 복습에서 다시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정리와 다음 수업 복습]
목적: 핵심을 정리하고 다음 수업 첫 5분에 풀 복습 문제를 알려 줍니다.
시간: 약 2분
이렇게 말해 보세요
- “오늘 배운 것을 말해 볼래? 두 수 중 어느 수가 큰지 어떻게 알 수 있어?”
예상 답
- “묶음이 많은 수가 커요. 묶음이 같으면 낱개가 많은 수가 커요.”
정답
- ① 93 ② 64(64는 46보다 커요) ③ 80
막히면
- S06과 S07의 그림을 다시 보여 주며 비교 순서를 함께 말합니다.
주의
- 다음 차시(세 수의 덧셈과 뺄셈)는 한 자리 수 계산입니다. 4·5차시의 덧셈·뺄셈을 2~3문제 복습하고 시작하면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선수 학습 보충(묶음과 낱개)]
목적: S02에서 50까지의 수가 흔들리면, 콩을 10개씩 묶어 세며 묶음과 낱개를 다시 익힙니다.
시간: 약 5분
이렇게 말해 보세요
- “콩을 10개씩 세어 봉지에 넣어 보자. 봉지는 몇 개, 남은 콩은 몇 개야?”
- “봉지 2개와 낱개 5개는 얼마야? 두 가지로 읽어 볼까?”
정답
- 25(이십오, 스물다섯)
막히면
- 봉지를 “십, 이십”으로 센 뒤 낱개를 “이십일 … 이십오”로 이어 셉니다.
주의
- 보충으로도 어려우면 6차시 ‘50까지의 수’(KR22-G01-MAT-NUM50-L01)를 먼저 다시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수와연산 · 7차시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100까지의 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100까지의 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100까지의 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100까지의 수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수가 더 클까?</a:t>
            </a:r>
            <a:endParaRPr lang="ko-KR" sz="3200" dirty="0"/>
          </a:p>
        </p:txBody>
      </p:sp>
      <p:sp>
        <p:nvSpPr>
          <p:cNvPr id="4" name="S01-rod1"/>
          <p:cNvSpPr/>
          <p:nvPr/>
        </p:nvSpPr>
        <p:spPr>
          <a:xfrm>
            <a:off x="8113542" y="696351"/>
            <a:ext cx="281354" cy="28135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1-line2"/>
          <p:cNvSpPr/>
          <p:nvPr/>
        </p:nvSpPr>
        <p:spPr>
          <a:xfrm>
            <a:off x="8113542" y="97770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" name="S01-line3"/>
          <p:cNvSpPr/>
          <p:nvPr/>
        </p:nvSpPr>
        <p:spPr>
          <a:xfrm>
            <a:off x="8113542" y="125905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1-line4"/>
          <p:cNvSpPr/>
          <p:nvPr/>
        </p:nvSpPr>
        <p:spPr>
          <a:xfrm>
            <a:off x="8113542" y="154041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1-line5"/>
          <p:cNvSpPr/>
          <p:nvPr/>
        </p:nvSpPr>
        <p:spPr>
          <a:xfrm>
            <a:off x="8113542" y="1821766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1-line6"/>
          <p:cNvSpPr/>
          <p:nvPr/>
        </p:nvSpPr>
        <p:spPr>
          <a:xfrm>
            <a:off x="8113542" y="2103120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1-line7"/>
          <p:cNvSpPr/>
          <p:nvPr/>
        </p:nvSpPr>
        <p:spPr>
          <a:xfrm>
            <a:off x="8113542" y="2384474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1-line8"/>
          <p:cNvSpPr/>
          <p:nvPr/>
        </p:nvSpPr>
        <p:spPr>
          <a:xfrm>
            <a:off x="8113542" y="266582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1-line9"/>
          <p:cNvSpPr/>
          <p:nvPr/>
        </p:nvSpPr>
        <p:spPr>
          <a:xfrm>
            <a:off x="8113542" y="294718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1-line10"/>
          <p:cNvSpPr/>
          <p:nvPr/>
        </p:nvSpPr>
        <p:spPr>
          <a:xfrm>
            <a:off x="8113542" y="322853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1-rod11"/>
          <p:cNvSpPr/>
          <p:nvPr/>
        </p:nvSpPr>
        <p:spPr>
          <a:xfrm>
            <a:off x="8563708" y="696351"/>
            <a:ext cx="281354" cy="28135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1-line12"/>
          <p:cNvSpPr/>
          <p:nvPr/>
        </p:nvSpPr>
        <p:spPr>
          <a:xfrm>
            <a:off x="8563708" y="97770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1-line13"/>
          <p:cNvSpPr/>
          <p:nvPr/>
        </p:nvSpPr>
        <p:spPr>
          <a:xfrm>
            <a:off x="8563708" y="125905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1-line14"/>
          <p:cNvSpPr/>
          <p:nvPr/>
        </p:nvSpPr>
        <p:spPr>
          <a:xfrm>
            <a:off x="8563708" y="154041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1-line15"/>
          <p:cNvSpPr/>
          <p:nvPr/>
        </p:nvSpPr>
        <p:spPr>
          <a:xfrm>
            <a:off x="8563708" y="1821766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1-line16"/>
          <p:cNvSpPr/>
          <p:nvPr/>
        </p:nvSpPr>
        <p:spPr>
          <a:xfrm>
            <a:off x="8563708" y="2103120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1-line17"/>
          <p:cNvSpPr/>
          <p:nvPr/>
        </p:nvSpPr>
        <p:spPr>
          <a:xfrm>
            <a:off x="8563708" y="2384474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1-line18"/>
          <p:cNvSpPr/>
          <p:nvPr/>
        </p:nvSpPr>
        <p:spPr>
          <a:xfrm>
            <a:off x="8563708" y="266582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1-line19"/>
          <p:cNvSpPr/>
          <p:nvPr/>
        </p:nvSpPr>
        <p:spPr>
          <a:xfrm>
            <a:off x="8563708" y="294718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1-line20"/>
          <p:cNvSpPr/>
          <p:nvPr/>
        </p:nvSpPr>
        <p:spPr>
          <a:xfrm>
            <a:off x="8563708" y="322853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1-rod21"/>
          <p:cNvSpPr/>
          <p:nvPr/>
        </p:nvSpPr>
        <p:spPr>
          <a:xfrm>
            <a:off x="9013874" y="696351"/>
            <a:ext cx="281354" cy="28135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1-line22"/>
          <p:cNvSpPr/>
          <p:nvPr/>
        </p:nvSpPr>
        <p:spPr>
          <a:xfrm>
            <a:off x="9013874" y="97770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1-line23"/>
          <p:cNvSpPr/>
          <p:nvPr/>
        </p:nvSpPr>
        <p:spPr>
          <a:xfrm>
            <a:off x="9013874" y="125905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1-line24"/>
          <p:cNvSpPr/>
          <p:nvPr/>
        </p:nvSpPr>
        <p:spPr>
          <a:xfrm>
            <a:off x="9013874" y="154041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1-line25"/>
          <p:cNvSpPr/>
          <p:nvPr/>
        </p:nvSpPr>
        <p:spPr>
          <a:xfrm>
            <a:off x="9013874" y="1821766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1-line26"/>
          <p:cNvSpPr/>
          <p:nvPr/>
        </p:nvSpPr>
        <p:spPr>
          <a:xfrm>
            <a:off x="9013874" y="2103120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1-line27"/>
          <p:cNvSpPr/>
          <p:nvPr/>
        </p:nvSpPr>
        <p:spPr>
          <a:xfrm>
            <a:off x="9013874" y="2384474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1-line28"/>
          <p:cNvSpPr/>
          <p:nvPr/>
        </p:nvSpPr>
        <p:spPr>
          <a:xfrm>
            <a:off x="9013874" y="266582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1-line29"/>
          <p:cNvSpPr/>
          <p:nvPr/>
        </p:nvSpPr>
        <p:spPr>
          <a:xfrm>
            <a:off x="9013874" y="294718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1-line30"/>
          <p:cNvSpPr/>
          <p:nvPr/>
        </p:nvSpPr>
        <p:spPr>
          <a:xfrm>
            <a:off x="9013874" y="322853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1-rod31"/>
          <p:cNvSpPr/>
          <p:nvPr/>
        </p:nvSpPr>
        <p:spPr>
          <a:xfrm>
            <a:off x="9464040" y="696351"/>
            <a:ext cx="281354" cy="28135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1-line32"/>
          <p:cNvSpPr/>
          <p:nvPr/>
        </p:nvSpPr>
        <p:spPr>
          <a:xfrm>
            <a:off x="9464040" y="97770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1-line33"/>
          <p:cNvSpPr/>
          <p:nvPr/>
        </p:nvSpPr>
        <p:spPr>
          <a:xfrm>
            <a:off x="9464040" y="125905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1-line34"/>
          <p:cNvSpPr/>
          <p:nvPr/>
        </p:nvSpPr>
        <p:spPr>
          <a:xfrm>
            <a:off x="9464040" y="154041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1-line35"/>
          <p:cNvSpPr/>
          <p:nvPr/>
        </p:nvSpPr>
        <p:spPr>
          <a:xfrm>
            <a:off x="9464040" y="1821766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1-line36"/>
          <p:cNvSpPr/>
          <p:nvPr/>
        </p:nvSpPr>
        <p:spPr>
          <a:xfrm>
            <a:off x="9464040" y="2103120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1-line37"/>
          <p:cNvSpPr/>
          <p:nvPr/>
        </p:nvSpPr>
        <p:spPr>
          <a:xfrm>
            <a:off x="9464040" y="2384474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1-line38"/>
          <p:cNvSpPr/>
          <p:nvPr/>
        </p:nvSpPr>
        <p:spPr>
          <a:xfrm>
            <a:off x="9464040" y="266582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1-line39"/>
          <p:cNvSpPr/>
          <p:nvPr/>
        </p:nvSpPr>
        <p:spPr>
          <a:xfrm>
            <a:off x="9464040" y="294718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1-line40"/>
          <p:cNvSpPr/>
          <p:nvPr/>
        </p:nvSpPr>
        <p:spPr>
          <a:xfrm>
            <a:off x="9464040" y="322853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1-rod41"/>
          <p:cNvSpPr/>
          <p:nvPr/>
        </p:nvSpPr>
        <p:spPr>
          <a:xfrm>
            <a:off x="9914206" y="696351"/>
            <a:ext cx="281354" cy="28135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01-line42"/>
          <p:cNvSpPr/>
          <p:nvPr/>
        </p:nvSpPr>
        <p:spPr>
          <a:xfrm>
            <a:off x="9914206" y="97770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1-line43"/>
          <p:cNvSpPr/>
          <p:nvPr/>
        </p:nvSpPr>
        <p:spPr>
          <a:xfrm>
            <a:off x="9914206" y="125905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1-line44"/>
          <p:cNvSpPr/>
          <p:nvPr/>
        </p:nvSpPr>
        <p:spPr>
          <a:xfrm>
            <a:off x="9914206" y="154041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1-line45"/>
          <p:cNvSpPr/>
          <p:nvPr/>
        </p:nvSpPr>
        <p:spPr>
          <a:xfrm>
            <a:off x="9914206" y="1821766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1-line46"/>
          <p:cNvSpPr/>
          <p:nvPr/>
        </p:nvSpPr>
        <p:spPr>
          <a:xfrm>
            <a:off x="9914206" y="2103120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1-line47"/>
          <p:cNvSpPr/>
          <p:nvPr/>
        </p:nvSpPr>
        <p:spPr>
          <a:xfrm>
            <a:off x="9914206" y="2384474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1-line48"/>
          <p:cNvSpPr/>
          <p:nvPr/>
        </p:nvSpPr>
        <p:spPr>
          <a:xfrm>
            <a:off x="9914206" y="266582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1-line49"/>
          <p:cNvSpPr/>
          <p:nvPr/>
        </p:nvSpPr>
        <p:spPr>
          <a:xfrm>
            <a:off x="9914206" y="294718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1-line50"/>
          <p:cNvSpPr/>
          <p:nvPr/>
        </p:nvSpPr>
        <p:spPr>
          <a:xfrm>
            <a:off x="9914206" y="322853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1-rod51"/>
          <p:cNvSpPr/>
          <p:nvPr/>
        </p:nvSpPr>
        <p:spPr>
          <a:xfrm>
            <a:off x="10364372" y="696351"/>
            <a:ext cx="281354" cy="28135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5" name="S01-line52"/>
          <p:cNvSpPr/>
          <p:nvPr/>
        </p:nvSpPr>
        <p:spPr>
          <a:xfrm>
            <a:off x="10364372" y="97770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1-line53"/>
          <p:cNvSpPr/>
          <p:nvPr/>
        </p:nvSpPr>
        <p:spPr>
          <a:xfrm>
            <a:off x="10364372" y="125905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1-line54"/>
          <p:cNvSpPr/>
          <p:nvPr/>
        </p:nvSpPr>
        <p:spPr>
          <a:xfrm>
            <a:off x="10364372" y="154041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1-line55"/>
          <p:cNvSpPr/>
          <p:nvPr/>
        </p:nvSpPr>
        <p:spPr>
          <a:xfrm>
            <a:off x="10364372" y="1821766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1-line56"/>
          <p:cNvSpPr/>
          <p:nvPr/>
        </p:nvSpPr>
        <p:spPr>
          <a:xfrm>
            <a:off x="10364372" y="2103120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1-line57"/>
          <p:cNvSpPr/>
          <p:nvPr/>
        </p:nvSpPr>
        <p:spPr>
          <a:xfrm>
            <a:off x="10364372" y="2384474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1-line58"/>
          <p:cNvSpPr/>
          <p:nvPr/>
        </p:nvSpPr>
        <p:spPr>
          <a:xfrm>
            <a:off x="10364372" y="266582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1-line59"/>
          <p:cNvSpPr/>
          <p:nvPr/>
        </p:nvSpPr>
        <p:spPr>
          <a:xfrm>
            <a:off x="10364372" y="294718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1-line60"/>
          <p:cNvSpPr/>
          <p:nvPr/>
        </p:nvSpPr>
        <p:spPr>
          <a:xfrm>
            <a:off x="10364372" y="322853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1-unit61"/>
          <p:cNvSpPr/>
          <p:nvPr/>
        </p:nvSpPr>
        <p:spPr>
          <a:xfrm>
            <a:off x="10814538" y="3158197"/>
            <a:ext cx="281354" cy="28135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5" name="S01-unit62"/>
          <p:cNvSpPr/>
          <p:nvPr/>
        </p:nvSpPr>
        <p:spPr>
          <a:xfrm>
            <a:off x="10814538" y="2806505"/>
            <a:ext cx="281354" cy="28135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6" name="S01-figure63" descr="10개 막대 6개와 낱개 2개"/>
          <p:cNvSpPr/>
          <p:nvPr/>
        </p:nvSpPr>
        <p:spPr>
          <a:xfrm>
            <a:off x="7680960" y="696351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01-card64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68" name="S01-cardtext65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100까지의 수를 읽고 써요.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두 수의 크기를 비교해요.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chip66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text67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 3개, 낱개 6개는?</a:t>
            </a:r>
            <a:endParaRPr lang="ko-KR" sz="3200" dirty="0"/>
          </a:p>
        </p:txBody>
      </p:sp>
      <p:sp>
        <p:nvSpPr>
          <p:cNvPr id="5" name="S02-chip68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text69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47을 두 가지로 읽어요.</a:t>
            </a:r>
            <a:endParaRPr lang="ko-KR" sz="3200" dirty="0"/>
          </a:p>
        </p:txBody>
      </p:sp>
      <p:sp>
        <p:nvSpPr>
          <p:cNvPr id="7" name="S02-chip70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02-text71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마흔다섯을 숫자로 써요.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60, 70, 80, 90</a:t>
            </a:r>
            <a:endParaRPr lang="ko-KR" sz="4400" dirty="0"/>
          </a:p>
        </p:txBody>
      </p:sp>
      <p:sp>
        <p:nvSpPr>
          <p:cNvPr id="3" name="S03-text7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10개씩 묶음이 늘어나요.</a:t>
            </a:r>
            <a:endParaRPr lang="ko-KR" sz="3200" dirty="0"/>
          </a:p>
        </p:txBody>
      </p:sp>
      <p:sp>
        <p:nvSpPr>
          <p:cNvPr id="4" name="S03-card7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7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예순, 일흔, 여든, 아흔도 기억해요.</a:t>
            </a:r>
            <a:endParaRPr lang="ko-KR" sz="3200" dirty="0"/>
          </a:p>
        </p:txBody>
      </p:sp>
      <p:graphicFrame>
        <p:nvGraphicFramePr>
          <p:cNvPr id="4" name="S03-table7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522476" y="2089785"/>
          <a:ext cx="91440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828800"/>
                <a:gridCol w="2103120"/>
                <a:gridCol w="2103120"/>
              </a:tblGrid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10개씩 묶음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읽기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읽기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육십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예순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7개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칠십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일흔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8개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팔십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여든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9개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구십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아흔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 7개, 낱개 5개</a:t>
            </a:r>
            <a:endParaRPr lang="ko-KR" sz="4400" dirty="0"/>
          </a:p>
        </p:txBody>
      </p:sp>
      <p:sp>
        <p:nvSpPr>
          <p:cNvPr id="3" name="S04-card76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77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75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칠십오 또는 일흔다섯이라고 읽어요.</a:t>
            </a:r>
            <a:endParaRPr lang="ko-KR" sz="3200" dirty="0"/>
          </a:p>
        </p:txBody>
      </p:sp>
      <p:sp>
        <p:nvSpPr>
          <p:cNvPr id="5" name="S04-rod78"/>
          <p:cNvSpPr/>
          <p:nvPr/>
        </p:nvSpPr>
        <p:spPr>
          <a:xfrm>
            <a:off x="1222675" y="1390484"/>
            <a:ext cx="323020" cy="323019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4-line79"/>
          <p:cNvSpPr/>
          <p:nvPr/>
        </p:nvSpPr>
        <p:spPr>
          <a:xfrm>
            <a:off x="1222675" y="1713504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4-line80"/>
          <p:cNvSpPr/>
          <p:nvPr/>
        </p:nvSpPr>
        <p:spPr>
          <a:xfrm>
            <a:off x="1222675" y="203652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4-line81"/>
          <p:cNvSpPr/>
          <p:nvPr/>
        </p:nvSpPr>
        <p:spPr>
          <a:xfrm>
            <a:off x="1222675" y="235954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4-line82"/>
          <p:cNvSpPr/>
          <p:nvPr/>
        </p:nvSpPr>
        <p:spPr>
          <a:xfrm>
            <a:off x="1222675" y="268256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4-line83"/>
          <p:cNvSpPr/>
          <p:nvPr/>
        </p:nvSpPr>
        <p:spPr>
          <a:xfrm>
            <a:off x="1222675" y="300558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4-line84"/>
          <p:cNvSpPr/>
          <p:nvPr/>
        </p:nvSpPr>
        <p:spPr>
          <a:xfrm>
            <a:off x="1222675" y="332860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4-line85"/>
          <p:cNvSpPr/>
          <p:nvPr/>
        </p:nvSpPr>
        <p:spPr>
          <a:xfrm>
            <a:off x="1222675" y="365162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4-line86"/>
          <p:cNvSpPr/>
          <p:nvPr/>
        </p:nvSpPr>
        <p:spPr>
          <a:xfrm>
            <a:off x="1222675" y="397464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4-line87"/>
          <p:cNvSpPr/>
          <p:nvPr/>
        </p:nvSpPr>
        <p:spPr>
          <a:xfrm>
            <a:off x="1222675" y="4297660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4-rod88"/>
          <p:cNvSpPr/>
          <p:nvPr/>
        </p:nvSpPr>
        <p:spPr>
          <a:xfrm>
            <a:off x="1739507" y="1390484"/>
            <a:ext cx="323020" cy="323019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4-line89"/>
          <p:cNvSpPr/>
          <p:nvPr/>
        </p:nvSpPr>
        <p:spPr>
          <a:xfrm>
            <a:off x="1739507" y="1713504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4-line90"/>
          <p:cNvSpPr/>
          <p:nvPr/>
        </p:nvSpPr>
        <p:spPr>
          <a:xfrm>
            <a:off x="1739507" y="203652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4-line91"/>
          <p:cNvSpPr/>
          <p:nvPr/>
        </p:nvSpPr>
        <p:spPr>
          <a:xfrm>
            <a:off x="1739507" y="235954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4-line92"/>
          <p:cNvSpPr/>
          <p:nvPr/>
        </p:nvSpPr>
        <p:spPr>
          <a:xfrm>
            <a:off x="1739507" y="268256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4-line93"/>
          <p:cNvSpPr/>
          <p:nvPr/>
        </p:nvSpPr>
        <p:spPr>
          <a:xfrm>
            <a:off x="1739507" y="300558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4-line94"/>
          <p:cNvSpPr/>
          <p:nvPr/>
        </p:nvSpPr>
        <p:spPr>
          <a:xfrm>
            <a:off x="1739507" y="332860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4-line95"/>
          <p:cNvSpPr/>
          <p:nvPr/>
        </p:nvSpPr>
        <p:spPr>
          <a:xfrm>
            <a:off x="1739507" y="365162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4-line96"/>
          <p:cNvSpPr/>
          <p:nvPr/>
        </p:nvSpPr>
        <p:spPr>
          <a:xfrm>
            <a:off x="1739507" y="397464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4-line97"/>
          <p:cNvSpPr/>
          <p:nvPr/>
        </p:nvSpPr>
        <p:spPr>
          <a:xfrm>
            <a:off x="1739507" y="4297660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4-rod98"/>
          <p:cNvSpPr/>
          <p:nvPr/>
        </p:nvSpPr>
        <p:spPr>
          <a:xfrm>
            <a:off x="2256338" y="1390484"/>
            <a:ext cx="323020" cy="323019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4-line99"/>
          <p:cNvSpPr/>
          <p:nvPr/>
        </p:nvSpPr>
        <p:spPr>
          <a:xfrm>
            <a:off x="2256338" y="1713504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4-line100"/>
          <p:cNvSpPr/>
          <p:nvPr/>
        </p:nvSpPr>
        <p:spPr>
          <a:xfrm>
            <a:off x="2256338" y="203652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4-line101"/>
          <p:cNvSpPr/>
          <p:nvPr/>
        </p:nvSpPr>
        <p:spPr>
          <a:xfrm>
            <a:off x="2256338" y="235954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4-line102"/>
          <p:cNvSpPr/>
          <p:nvPr/>
        </p:nvSpPr>
        <p:spPr>
          <a:xfrm>
            <a:off x="2256338" y="268256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4-line103"/>
          <p:cNvSpPr/>
          <p:nvPr/>
        </p:nvSpPr>
        <p:spPr>
          <a:xfrm>
            <a:off x="2256338" y="300558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4-line104"/>
          <p:cNvSpPr/>
          <p:nvPr/>
        </p:nvSpPr>
        <p:spPr>
          <a:xfrm>
            <a:off x="2256338" y="332860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4-line105"/>
          <p:cNvSpPr/>
          <p:nvPr/>
        </p:nvSpPr>
        <p:spPr>
          <a:xfrm>
            <a:off x="2256338" y="365162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4-line106"/>
          <p:cNvSpPr/>
          <p:nvPr/>
        </p:nvSpPr>
        <p:spPr>
          <a:xfrm>
            <a:off x="2256338" y="397464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4-line107"/>
          <p:cNvSpPr/>
          <p:nvPr/>
        </p:nvSpPr>
        <p:spPr>
          <a:xfrm>
            <a:off x="2256338" y="4297660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4-rod108"/>
          <p:cNvSpPr/>
          <p:nvPr/>
        </p:nvSpPr>
        <p:spPr>
          <a:xfrm>
            <a:off x="2773170" y="1390484"/>
            <a:ext cx="323020" cy="323019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4-line109"/>
          <p:cNvSpPr/>
          <p:nvPr/>
        </p:nvSpPr>
        <p:spPr>
          <a:xfrm>
            <a:off x="2773170" y="1713504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4-line110"/>
          <p:cNvSpPr/>
          <p:nvPr/>
        </p:nvSpPr>
        <p:spPr>
          <a:xfrm>
            <a:off x="2773170" y="203652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4-line111"/>
          <p:cNvSpPr/>
          <p:nvPr/>
        </p:nvSpPr>
        <p:spPr>
          <a:xfrm>
            <a:off x="2773170" y="235954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4-line112"/>
          <p:cNvSpPr/>
          <p:nvPr/>
        </p:nvSpPr>
        <p:spPr>
          <a:xfrm>
            <a:off x="2773170" y="268256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4-line113"/>
          <p:cNvSpPr/>
          <p:nvPr/>
        </p:nvSpPr>
        <p:spPr>
          <a:xfrm>
            <a:off x="2773170" y="300558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4-line114"/>
          <p:cNvSpPr/>
          <p:nvPr/>
        </p:nvSpPr>
        <p:spPr>
          <a:xfrm>
            <a:off x="2773170" y="332860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4-line115"/>
          <p:cNvSpPr/>
          <p:nvPr/>
        </p:nvSpPr>
        <p:spPr>
          <a:xfrm>
            <a:off x="2773170" y="365162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4-line116"/>
          <p:cNvSpPr/>
          <p:nvPr/>
        </p:nvSpPr>
        <p:spPr>
          <a:xfrm>
            <a:off x="2773170" y="397464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4-line117"/>
          <p:cNvSpPr/>
          <p:nvPr/>
        </p:nvSpPr>
        <p:spPr>
          <a:xfrm>
            <a:off x="2773170" y="4297660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4-rod118"/>
          <p:cNvSpPr/>
          <p:nvPr/>
        </p:nvSpPr>
        <p:spPr>
          <a:xfrm>
            <a:off x="3290001" y="1390484"/>
            <a:ext cx="323020" cy="323019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6" name="S04-line119"/>
          <p:cNvSpPr/>
          <p:nvPr/>
        </p:nvSpPr>
        <p:spPr>
          <a:xfrm>
            <a:off x="3290001" y="1713504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4-line120"/>
          <p:cNvSpPr/>
          <p:nvPr/>
        </p:nvSpPr>
        <p:spPr>
          <a:xfrm>
            <a:off x="3290001" y="203652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4-line121"/>
          <p:cNvSpPr/>
          <p:nvPr/>
        </p:nvSpPr>
        <p:spPr>
          <a:xfrm>
            <a:off x="3290001" y="235954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4-line122"/>
          <p:cNvSpPr/>
          <p:nvPr/>
        </p:nvSpPr>
        <p:spPr>
          <a:xfrm>
            <a:off x="3290001" y="268256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4-line123"/>
          <p:cNvSpPr/>
          <p:nvPr/>
        </p:nvSpPr>
        <p:spPr>
          <a:xfrm>
            <a:off x="3290001" y="300558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4-line124"/>
          <p:cNvSpPr/>
          <p:nvPr/>
        </p:nvSpPr>
        <p:spPr>
          <a:xfrm>
            <a:off x="3290001" y="332860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4-line125"/>
          <p:cNvSpPr/>
          <p:nvPr/>
        </p:nvSpPr>
        <p:spPr>
          <a:xfrm>
            <a:off x="3290001" y="365162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4-line126"/>
          <p:cNvSpPr/>
          <p:nvPr/>
        </p:nvSpPr>
        <p:spPr>
          <a:xfrm>
            <a:off x="3290001" y="397464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4-line127"/>
          <p:cNvSpPr/>
          <p:nvPr/>
        </p:nvSpPr>
        <p:spPr>
          <a:xfrm>
            <a:off x="3290001" y="4297660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4-rod128"/>
          <p:cNvSpPr/>
          <p:nvPr/>
        </p:nvSpPr>
        <p:spPr>
          <a:xfrm>
            <a:off x="3806832" y="1390484"/>
            <a:ext cx="323020" cy="323019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6" name="S04-line129"/>
          <p:cNvSpPr/>
          <p:nvPr/>
        </p:nvSpPr>
        <p:spPr>
          <a:xfrm>
            <a:off x="3806832" y="1713504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4-line130"/>
          <p:cNvSpPr/>
          <p:nvPr/>
        </p:nvSpPr>
        <p:spPr>
          <a:xfrm>
            <a:off x="3806832" y="203652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4-line131"/>
          <p:cNvSpPr/>
          <p:nvPr/>
        </p:nvSpPr>
        <p:spPr>
          <a:xfrm>
            <a:off x="3806832" y="235954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4-line132"/>
          <p:cNvSpPr/>
          <p:nvPr/>
        </p:nvSpPr>
        <p:spPr>
          <a:xfrm>
            <a:off x="3806832" y="268256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4-line133"/>
          <p:cNvSpPr/>
          <p:nvPr/>
        </p:nvSpPr>
        <p:spPr>
          <a:xfrm>
            <a:off x="3806832" y="300558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4-line134"/>
          <p:cNvSpPr/>
          <p:nvPr/>
        </p:nvSpPr>
        <p:spPr>
          <a:xfrm>
            <a:off x="3806832" y="332860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4-line135"/>
          <p:cNvSpPr/>
          <p:nvPr/>
        </p:nvSpPr>
        <p:spPr>
          <a:xfrm>
            <a:off x="3806832" y="365162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4-line136"/>
          <p:cNvSpPr/>
          <p:nvPr/>
        </p:nvSpPr>
        <p:spPr>
          <a:xfrm>
            <a:off x="3806832" y="397464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4-line137"/>
          <p:cNvSpPr/>
          <p:nvPr/>
        </p:nvSpPr>
        <p:spPr>
          <a:xfrm>
            <a:off x="3806832" y="4297660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4-rod138"/>
          <p:cNvSpPr/>
          <p:nvPr/>
        </p:nvSpPr>
        <p:spPr>
          <a:xfrm>
            <a:off x="4323664" y="1390484"/>
            <a:ext cx="323020" cy="323019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6" name="S04-line139"/>
          <p:cNvSpPr/>
          <p:nvPr/>
        </p:nvSpPr>
        <p:spPr>
          <a:xfrm>
            <a:off x="4323664" y="1713504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04-line140"/>
          <p:cNvSpPr/>
          <p:nvPr/>
        </p:nvSpPr>
        <p:spPr>
          <a:xfrm>
            <a:off x="4323664" y="203652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8" name="S04-line141"/>
          <p:cNvSpPr/>
          <p:nvPr/>
        </p:nvSpPr>
        <p:spPr>
          <a:xfrm>
            <a:off x="4323664" y="235954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9" name="S04-line142"/>
          <p:cNvSpPr/>
          <p:nvPr/>
        </p:nvSpPr>
        <p:spPr>
          <a:xfrm>
            <a:off x="4323664" y="268256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0" name="S04-line143"/>
          <p:cNvSpPr/>
          <p:nvPr/>
        </p:nvSpPr>
        <p:spPr>
          <a:xfrm>
            <a:off x="4323664" y="300558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1" name="S04-line144"/>
          <p:cNvSpPr/>
          <p:nvPr/>
        </p:nvSpPr>
        <p:spPr>
          <a:xfrm>
            <a:off x="4323664" y="332860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2" name="S04-line145"/>
          <p:cNvSpPr/>
          <p:nvPr/>
        </p:nvSpPr>
        <p:spPr>
          <a:xfrm>
            <a:off x="4323664" y="365162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3" name="S04-line146"/>
          <p:cNvSpPr/>
          <p:nvPr/>
        </p:nvSpPr>
        <p:spPr>
          <a:xfrm>
            <a:off x="4323664" y="397464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4" name="S04-line147"/>
          <p:cNvSpPr/>
          <p:nvPr/>
        </p:nvSpPr>
        <p:spPr>
          <a:xfrm>
            <a:off x="4323664" y="4297660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5" name="S04-unit148"/>
          <p:cNvSpPr/>
          <p:nvPr/>
        </p:nvSpPr>
        <p:spPr>
          <a:xfrm>
            <a:off x="4840495" y="4216906"/>
            <a:ext cx="323020" cy="32302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6" name="S04-unit149"/>
          <p:cNvSpPr/>
          <p:nvPr/>
        </p:nvSpPr>
        <p:spPr>
          <a:xfrm>
            <a:off x="4840495" y="3813131"/>
            <a:ext cx="323020" cy="32302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7" name="S04-unit150"/>
          <p:cNvSpPr/>
          <p:nvPr/>
        </p:nvSpPr>
        <p:spPr>
          <a:xfrm>
            <a:off x="4840495" y="3409357"/>
            <a:ext cx="323020" cy="32302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8" name="S04-unit151"/>
          <p:cNvSpPr/>
          <p:nvPr/>
        </p:nvSpPr>
        <p:spPr>
          <a:xfrm>
            <a:off x="4840495" y="3005582"/>
            <a:ext cx="323020" cy="32302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9" name="S04-unit152"/>
          <p:cNvSpPr/>
          <p:nvPr/>
        </p:nvSpPr>
        <p:spPr>
          <a:xfrm>
            <a:off x="4840495" y="2601807"/>
            <a:ext cx="323020" cy="32302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0" name="S04-figure153" descr="10개 막대 7개와 낱개 5개"/>
          <p:cNvSpPr/>
          <p:nvPr/>
        </p:nvSpPr>
        <p:spPr>
          <a:xfrm>
            <a:off x="548640" y="1390484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graphicFrame>
        <p:nvGraphicFramePr>
          <p:cNvPr id="5" name="S04-table15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78524" y="2375662"/>
          <a:ext cx="4937760" cy="914400"/>
        </p:xfrm>
        <a:graphic>
          <a:graphicData uri="http://schemas.openxmlformats.org/drawingml/2006/table">
            <a:tbl>
              <a:tblPr/>
              <a:tblGrid>
                <a:gridCol w="2962656"/>
                <a:gridCol w="1975104"/>
              </a:tblGrid>
              <a:tr h="6299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10개씩 묶음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낱개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299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99 다음은 100</a:t>
            </a:r>
            <a:endParaRPr lang="ko-KR" sz="4400" dirty="0"/>
          </a:p>
        </p:txBody>
      </p:sp>
      <p:sp>
        <p:nvSpPr>
          <p:cNvPr id="3" name="S05-card155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156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백이라고 읽어요.</a:t>
            </a:r>
            <a:endParaRPr lang="ko-KR" sz="3200" dirty="0"/>
          </a:p>
        </p:txBody>
      </p:sp>
      <p:sp>
        <p:nvSpPr>
          <p:cNvPr id="5" name="S05-card157"/>
          <p:cNvSpPr/>
          <p:nvPr/>
        </p:nvSpPr>
        <p:spPr>
          <a:xfrm>
            <a:off x="548640" y="3816604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5-cardtext158"/>
          <p:cNvSpPr txBox="1"/>
          <p:nvPr/>
        </p:nvSpPr>
        <p:spPr>
          <a:xfrm>
            <a:off x="822960" y="3953764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99보다 1만큼 더 큰 수</a:t>
            </a:r>
            <a:endParaRPr lang="ko-KR" sz="3200" dirty="0"/>
          </a:p>
        </p:txBody>
      </p:sp>
      <p:sp>
        <p:nvSpPr>
          <p:cNvPr id="7" name="S05-card159"/>
          <p:cNvSpPr/>
          <p:nvPr/>
        </p:nvSpPr>
        <p:spPr>
          <a:xfrm>
            <a:off x="6208776" y="3816604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5-cardtext160"/>
          <p:cNvSpPr txBox="1"/>
          <p:nvPr/>
        </p:nvSpPr>
        <p:spPr>
          <a:xfrm>
            <a:off x="6483096" y="3953764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10개씩 묶음 10개</a:t>
            </a:r>
            <a:endParaRPr lang="ko-KR" sz="3200" dirty="0"/>
          </a:p>
        </p:txBody>
      </p:sp>
      <p:sp>
        <p:nvSpPr>
          <p:cNvPr id="9" name="S05-rod161"/>
          <p:cNvSpPr/>
          <p:nvPr/>
        </p:nvSpPr>
        <p:spPr>
          <a:xfrm>
            <a:off x="4354381" y="1369382"/>
            <a:ext cx="217512" cy="2175119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5-line162"/>
          <p:cNvSpPr/>
          <p:nvPr/>
        </p:nvSpPr>
        <p:spPr>
          <a:xfrm>
            <a:off x="4354381" y="158689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5-line163"/>
          <p:cNvSpPr/>
          <p:nvPr/>
        </p:nvSpPr>
        <p:spPr>
          <a:xfrm>
            <a:off x="4354381" y="180440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5-line164"/>
          <p:cNvSpPr/>
          <p:nvPr/>
        </p:nvSpPr>
        <p:spPr>
          <a:xfrm>
            <a:off x="4354381" y="202191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5-line165"/>
          <p:cNvSpPr/>
          <p:nvPr/>
        </p:nvSpPr>
        <p:spPr>
          <a:xfrm>
            <a:off x="4354381" y="223943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5-line166"/>
          <p:cNvSpPr/>
          <p:nvPr/>
        </p:nvSpPr>
        <p:spPr>
          <a:xfrm>
            <a:off x="4354381" y="2456942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5-line167"/>
          <p:cNvSpPr/>
          <p:nvPr/>
        </p:nvSpPr>
        <p:spPr>
          <a:xfrm>
            <a:off x="4354381" y="267445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5-line168"/>
          <p:cNvSpPr/>
          <p:nvPr/>
        </p:nvSpPr>
        <p:spPr>
          <a:xfrm>
            <a:off x="4354381" y="289196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5-line169"/>
          <p:cNvSpPr/>
          <p:nvPr/>
        </p:nvSpPr>
        <p:spPr>
          <a:xfrm>
            <a:off x="4354381" y="310947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5-line170"/>
          <p:cNvSpPr/>
          <p:nvPr/>
        </p:nvSpPr>
        <p:spPr>
          <a:xfrm>
            <a:off x="4354381" y="332699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5-rod171"/>
          <p:cNvSpPr/>
          <p:nvPr/>
        </p:nvSpPr>
        <p:spPr>
          <a:xfrm>
            <a:off x="4702400" y="1369382"/>
            <a:ext cx="217512" cy="2175119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5-line172"/>
          <p:cNvSpPr/>
          <p:nvPr/>
        </p:nvSpPr>
        <p:spPr>
          <a:xfrm>
            <a:off x="4702400" y="158689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5-line173"/>
          <p:cNvSpPr/>
          <p:nvPr/>
        </p:nvSpPr>
        <p:spPr>
          <a:xfrm>
            <a:off x="4702400" y="180440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5-line174"/>
          <p:cNvSpPr/>
          <p:nvPr/>
        </p:nvSpPr>
        <p:spPr>
          <a:xfrm>
            <a:off x="4702400" y="202191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5-line175"/>
          <p:cNvSpPr/>
          <p:nvPr/>
        </p:nvSpPr>
        <p:spPr>
          <a:xfrm>
            <a:off x="4702400" y="223943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5-line176"/>
          <p:cNvSpPr/>
          <p:nvPr/>
        </p:nvSpPr>
        <p:spPr>
          <a:xfrm>
            <a:off x="4702400" y="2456942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5-line177"/>
          <p:cNvSpPr/>
          <p:nvPr/>
        </p:nvSpPr>
        <p:spPr>
          <a:xfrm>
            <a:off x="4702400" y="267445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5-line178"/>
          <p:cNvSpPr/>
          <p:nvPr/>
        </p:nvSpPr>
        <p:spPr>
          <a:xfrm>
            <a:off x="4702400" y="289196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5-line179"/>
          <p:cNvSpPr/>
          <p:nvPr/>
        </p:nvSpPr>
        <p:spPr>
          <a:xfrm>
            <a:off x="4702400" y="310947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5-line180"/>
          <p:cNvSpPr/>
          <p:nvPr/>
        </p:nvSpPr>
        <p:spPr>
          <a:xfrm>
            <a:off x="4702400" y="332699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5-rod181"/>
          <p:cNvSpPr/>
          <p:nvPr/>
        </p:nvSpPr>
        <p:spPr>
          <a:xfrm>
            <a:off x="5050419" y="1369382"/>
            <a:ext cx="217512" cy="2175119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5-line182"/>
          <p:cNvSpPr/>
          <p:nvPr/>
        </p:nvSpPr>
        <p:spPr>
          <a:xfrm>
            <a:off x="5050419" y="158689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5-line183"/>
          <p:cNvSpPr/>
          <p:nvPr/>
        </p:nvSpPr>
        <p:spPr>
          <a:xfrm>
            <a:off x="5050419" y="180440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5-line184"/>
          <p:cNvSpPr/>
          <p:nvPr/>
        </p:nvSpPr>
        <p:spPr>
          <a:xfrm>
            <a:off x="5050419" y="202191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5-line185"/>
          <p:cNvSpPr/>
          <p:nvPr/>
        </p:nvSpPr>
        <p:spPr>
          <a:xfrm>
            <a:off x="5050419" y="223943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5-line186"/>
          <p:cNvSpPr/>
          <p:nvPr/>
        </p:nvSpPr>
        <p:spPr>
          <a:xfrm>
            <a:off x="5050419" y="2456942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5-line187"/>
          <p:cNvSpPr/>
          <p:nvPr/>
        </p:nvSpPr>
        <p:spPr>
          <a:xfrm>
            <a:off x="5050419" y="267445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5-line188"/>
          <p:cNvSpPr/>
          <p:nvPr/>
        </p:nvSpPr>
        <p:spPr>
          <a:xfrm>
            <a:off x="5050419" y="289196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5-line189"/>
          <p:cNvSpPr/>
          <p:nvPr/>
        </p:nvSpPr>
        <p:spPr>
          <a:xfrm>
            <a:off x="5050419" y="310947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5-line190"/>
          <p:cNvSpPr/>
          <p:nvPr/>
        </p:nvSpPr>
        <p:spPr>
          <a:xfrm>
            <a:off x="5050419" y="332699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5-rod191"/>
          <p:cNvSpPr/>
          <p:nvPr/>
        </p:nvSpPr>
        <p:spPr>
          <a:xfrm>
            <a:off x="5398438" y="1369382"/>
            <a:ext cx="217512" cy="2175119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05-line192"/>
          <p:cNvSpPr/>
          <p:nvPr/>
        </p:nvSpPr>
        <p:spPr>
          <a:xfrm>
            <a:off x="5398438" y="158689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5-line193"/>
          <p:cNvSpPr/>
          <p:nvPr/>
        </p:nvSpPr>
        <p:spPr>
          <a:xfrm>
            <a:off x="5398438" y="180440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5-line194"/>
          <p:cNvSpPr/>
          <p:nvPr/>
        </p:nvSpPr>
        <p:spPr>
          <a:xfrm>
            <a:off x="5398438" y="202191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5-line195"/>
          <p:cNvSpPr/>
          <p:nvPr/>
        </p:nvSpPr>
        <p:spPr>
          <a:xfrm>
            <a:off x="5398438" y="223943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5-line196"/>
          <p:cNvSpPr/>
          <p:nvPr/>
        </p:nvSpPr>
        <p:spPr>
          <a:xfrm>
            <a:off x="5398438" y="2456942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5-line197"/>
          <p:cNvSpPr/>
          <p:nvPr/>
        </p:nvSpPr>
        <p:spPr>
          <a:xfrm>
            <a:off x="5398438" y="267445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5-line198"/>
          <p:cNvSpPr/>
          <p:nvPr/>
        </p:nvSpPr>
        <p:spPr>
          <a:xfrm>
            <a:off x="5398438" y="289196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5-line199"/>
          <p:cNvSpPr/>
          <p:nvPr/>
        </p:nvSpPr>
        <p:spPr>
          <a:xfrm>
            <a:off x="5398438" y="310947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5-line200"/>
          <p:cNvSpPr/>
          <p:nvPr/>
        </p:nvSpPr>
        <p:spPr>
          <a:xfrm>
            <a:off x="5398438" y="332699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5-rod201"/>
          <p:cNvSpPr/>
          <p:nvPr/>
        </p:nvSpPr>
        <p:spPr>
          <a:xfrm>
            <a:off x="5746457" y="1369382"/>
            <a:ext cx="217512" cy="2175119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0" name="S05-line202"/>
          <p:cNvSpPr/>
          <p:nvPr/>
        </p:nvSpPr>
        <p:spPr>
          <a:xfrm>
            <a:off x="5746457" y="158689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5-line203"/>
          <p:cNvSpPr/>
          <p:nvPr/>
        </p:nvSpPr>
        <p:spPr>
          <a:xfrm>
            <a:off x="5746457" y="180440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5-line204"/>
          <p:cNvSpPr/>
          <p:nvPr/>
        </p:nvSpPr>
        <p:spPr>
          <a:xfrm>
            <a:off x="5746457" y="202191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5-line205"/>
          <p:cNvSpPr/>
          <p:nvPr/>
        </p:nvSpPr>
        <p:spPr>
          <a:xfrm>
            <a:off x="5746457" y="223943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5-line206"/>
          <p:cNvSpPr/>
          <p:nvPr/>
        </p:nvSpPr>
        <p:spPr>
          <a:xfrm>
            <a:off x="5746457" y="2456942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5-line207"/>
          <p:cNvSpPr/>
          <p:nvPr/>
        </p:nvSpPr>
        <p:spPr>
          <a:xfrm>
            <a:off x="5746457" y="267445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5-line208"/>
          <p:cNvSpPr/>
          <p:nvPr/>
        </p:nvSpPr>
        <p:spPr>
          <a:xfrm>
            <a:off x="5746457" y="289196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5-line209"/>
          <p:cNvSpPr/>
          <p:nvPr/>
        </p:nvSpPr>
        <p:spPr>
          <a:xfrm>
            <a:off x="5746457" y="310947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5-line210"/>
          <p:cNvSpPr/>
          <p:nvPr/>
        </p:nvSpPr>
        <p:spPr>
          <a:xfrm>
            <a:off x="5746457" y="332699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5-rod211"/>
          <p:cNvSpPr/>
          <p:nvPr/>
        </p:nvSpPr>
        <p:spPr>
          <a:xfrm>
            <a:off x="6094476" y="1369382"/>
            <a:ext cx="217512" cy="2175119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0" name="S05-line212"/>
          <p:cNvSpPr/>
          <p:nvPr/>
        </p:nvSpPr>
        <p:spPr>
          <a:xfrm>
            <a:off x="6094476" y="158689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5-line213"/>
          <p:cNvSpPr/>
          <p:nvPr/>
        </p:nvSpPr>
        <p:spPr>
          <a:xfrm>
            <a:off x="6094476" y="180440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5-line214"/>
          <p:cNvSpPr/>
          <p:nvPr/>
        </p:nvSpPr>
        <p:spPr>
          <a:xfrm>
            <a:off x="6094476" y="202191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5-line215"/>
          <p:cNvSpPr/>
          <p:nvPr/>
        </p:nvSpPr>
        <p:spPr>
          <a:xfrm>
            <a:off x="6094476" y="223943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5-line216"/>
          <p:cNvSpPr/>
          <p:nvPr/>
        </p:nvSpPr>
        <p:spPr>
          <a:xfrm>
            <a:off x="6094476" y="2456942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5-line217"/>
          <p:cNvSpPr/>
          <p:nvPr/>
        </p:nvSpPr>
        <p:spPr>
          <a:xfrm>
            <a:off x="6094476" y="267445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5-line218"/>
          <p:cNvSpPr/>
          <p:nvPr/>
        </p:nvSpPr>
        <p:spPr>
          <a:xfrm>
            <a:off x="6094476" y="289196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05-line219"/>
          <p:cNvSpPr/>
          <p:nvPr/>
        </p:nvSpPr>
        <p:spPr>
          <a:xfrm>
            <a:off x="6094476" y="310947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8" name="S05-line220"/>
          <p:cNvSpPr/>
          <p:nvPr/>
        </p:nvSpPr>
        <p:spPr>
          <a:xfrm>
            <a:off x="6094476" y="332699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9" name="S05-rod221"/>
          <p:cNvSpPr/>
          <p:nvPr/>
        </p:nvSpPr>
        <p:spPr>
          <a:xfrm>
            <a:off x="6442495" y="1369382"/>
            <a:ext cx="217512" cy="2175119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0" name="S05-line222"/>
          <p:cNvSpPr/>
          <p:nvPr/>
        </p:nvSpPr>
        <p:spPr>
          <a:xfrm>
            <a:off x="6442495" y="158689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1" name="S05-line223"/>
          <p:cNvSpPr/>
          <p:nvPr/>
        </p:nvSpPr>
        <p:spPr>
          <a:xfrm>
            <a:off x="6442495" y="180440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2" name="S05-line224"/>
          <p:cNvSpPr/>
          <p:nvPr/>
        </p:nvSpPr>
        <p:spPr>
          <a:xfrm>
            <a:off x="6442495" y="202191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3" name="S05-line225"/>
          <p:cNvSpPr/>
          <p:nvPr/>
        </p:nvSpPr>
        <p:spPr>
          <a:xfrm>
            <a:off x="6442495" y="223943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4" name="S05-line226"/>
          <p:cNvSpPr/>
          <p:nvPr/>
        </p:nvSpPr>
        <p:spPr>
          <a:xfrm>
            <a:off x="6442495" y="2456942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5" name="S05-line227"/>
          <p:cNvSpPr/>
          <p:nvPr/>
        </p:nvSpPr>
        <p:spPr>
          <a:xfrm>
            <a:off x="6442495" y="267445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6" name="S05-line228"/>
          <p:cNvSpPr/>
          <p:nvPr/>
        </p:nvSpPr>
        <p:spPr>
          <a:xfrm>
            <a:off x="6442495" y="289196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7" name="S05-line229"/>
          <p:cNvSpPr/>
          <p:nvPr/>
        </p:nvSpPr>
        <p:spPr>
          <a:xfrm>
            <a:off x="6442495" y="310947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8" name="S05-line230"/>
          <p:cNvSpPr/>
          <p:nvPr/>
        </p:nvSpPr>
        <p:spPr>
          <a:xfrm>
            <a:off x="6442495" y="332699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9" name="S05-rod231"/>
          <p:cNvSpPr/>
          <p:nvPr/>
        </p:nvSpPr>
        <p:spPr>
          <a:xfrm>
            <a:off x="6790514" y="1369382"/>
            <a:ext cx="217512" cy="2175119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0" name="S05-line232"/>
          <p:cNvSpPr/>
          <p:nvPr/>
        </p:nvSpPr>
        <p:spPr>
          <a:xfrm>
            <a:off x="6790514" y="158689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1" name="S05-line233"/>
          <p:cNvSpPr/>
          <p:nvPr/>
        </p:nvSpPr>
        <p:spPr>
          <a:xfrm>
            <a:off x="6790514" y="180440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2" name="S05-line234"/>
          <p:cNvSpPr/>
          <p:nvPr/>
        </p:nvSpPr>
        <p:spPr>
          <a:xfrm>
            <a:off x="6790514" y="202191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3" name="S05-line235"/>
          <p:cNvSpPr/>
          <p:nvPr/>
        </p:nvSpPr>
        <p:spPr>
          <a:xfrm>
            <a:off x="6790514" y="223943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4" name="S05-line236"/>
          <p:cNvSpPr/>
          <p:nvPr/>
        </p:nvSpPr>
        <p:spPr>
          <a:xfrm>
            <a:off x="6790514" y="2456942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05-line237"/>
          <p:cNvSpPr/>
          <p:nvPr/>
        </p:nvSpPr>
        <p:spPr>
          <a:xfrm>
            <a:off x="6790514" y="267445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05-line238"/>
          <p:cNvSpPr/>
          <p:nvPr/>
        </p:nvSpPr>
        <p:spPr>
          <a:xfrm>
            <a:off x="6790514" y="289196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05-line239"/>
          <p:cNvSpPr/>
          <p:nvPr/>
        </p:nvSpPr>
        <p:spPr>
          <a:xfrm>
            <a:off x="6790514" y="310947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05-line240"/>
          <p:cNvSpPr/>
          <p:nvPr/>
        </p:nvSpPr>
        <p:spPr>
          <a:xfrm>
            <a:off x="6790514" y="332699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05-rod241"/>
          <p:cNvSpPr/>
          <p:nvPr/>
        </p:nvSpPr>
        <p:spPr>
          <a:xfrm>
            <a:off x="7138533" y="1369382"/>
            <a:ext cx="217512" cy="2175119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0" name="S05-line242"/>
          <p:cNvSpPr/>
          <p:nvPr/>
        </p:nvSpPr>
        <p:spPr>
          <a:xfrm>
            <a:off x="7138533" y="158689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05-line243"/>
          <p:cNvSpPr/>
          <p:nvPr/>
        </p:nvSpPr>
        <p:spPr>
          <a:xfrm>
            <a:off x="7138533" y="180440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05-line244"/>
          <p:cNvSpPr/>
          <p:nvPr/>
        </p:nvSpPr>
        <p:spPr>
          <a:xfrm>
            <a:off x="7138533" y="202191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05-line245"/>
          <p:cNvSpPr/>
          <p:nvPr/>
        </p:nvSpPr>
        <p:spPr>
          <a:xfrm>
            <a:off x="7138533" y="223943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05-line246"/>
          <p:cNvSpPr/>
          <p:nvPr/>
        </p:nvSpPr>
        <p:spPr>
          <a:xfrm>
            <a:off x="7138533" y="2456942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05-line247"/>
          <p:cNvSpPr/>
          <p:nvPr/>
        </p:nvSpPr>
        <p:spPr>
          <a:xfrm>
            <a:off x="7138533" y="267445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05-line248"/>
          <p:cNvSpPr/>
          <p:nvPr/>
        </p:nvSpPr>
        <p:spPr>
          <a:xfrm>
            <a:off x="7138533" y="289196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05-line249"/>
          <p:cNvSpPr/>
          <p:nvPr/>
        </p:nvSpPr>
        <p:spPr>
          <a:xfrm>
            <a:off x="7138533" y="310947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05-line250"/>
          <p:cNvSpPr/>
          <p:nvPr/>
        </p:nvSpPr>
        <p:spPr>
          <a:xfrm>
            <a:off x="7138533" y="332699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05-rod251"/>
          <p:cNvSpPr/>
          <p:nvPr/>
        </p:nvSpPr>
        <p:spPr>
          <a:xfrm>
            <a:off x="7486552" y="1369382"/>
            <a:ext cx="217512" cy="2175119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0" name="S05-line252"/>
          <p:cNvSpPr/>
          <p:nvPr/>
        </p:nvSpPr>
        <p:spPr>
          <a:xfrm>
            <a:off x="7486552" y="158689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05-line253"/>
          <p:cNvSpPr/>
          <p:nvPr/>
        </p:nvSpPr>
        <p:spPr>
          <a:xfrm>
            <a:off x="7486552" y="180440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05-line254"/>
          <p:cNvSpPr/>
          <p:nvPr/>
        </p:nvSpPr>
        <p:spPr>
          <a:xfrm>
            <a:off x="7486552" y="202191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05-line255"/>
          <p:cNvSpPr/>
          <p:nvPr/>
        </p:nvSpPr>
        <p:spPr>
          <a:xfrm>
            <a:off x="7486552" y="223943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05-line256"/>
          <p:cNvSpPr/>
          <p:nvPr/>
        </p:nvSpPr>
        <p:spPr>
          <a:xfrm>
            <a:off x="7486552" y="2456942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05-line257"/>
          <p:cNvSpPr/>
          <p:nvPr/>
        </p:nvSpPr>
        <p:spPr>
          <a:xfrm>
            <a:off x="7486552" y="2674454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05-line258"/>
          <p:cNvSpPr/>
          <p:nvPr/>
        </p:nvSpPr>
        <p:spPr>
          <a:xfrm>
            <a:off x="7486552" y="2891966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05-line259"/>
          <p:cNvSpPr/>
          <p:nvPr/>
        </p:nvSpPr>
        <p:spPr>
          <a:xfrm>
            <a:off x="7486552" y="3109478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05-line260"/>
          <p:cNvSpPr/>
          <p:nvPr/>
        </p:nvSpPr>
        <p:spPr>
          <a:xfrm>
            <a:off x="7486552" y="3326990"/>
            <a:ext cx="21751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05-figure261" descr="10개 막대 10개"/>
          <p:cNvSpPr/>
          <p:nvPr/>
        </p:nvSpPr>
        <p:spPr>
          <a:xfrm>
            <a:off x="548640" y="1369382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묶음부터 비교해요</a:t>
            </a:r>
            <a:endParaRPr lang="ko-KR" sz="4400" dirty="0"/>
          </a:p>
        </p:txBody>
      </p:sp>
      <p:sp>
        <p:nvSpPr>
          <p:cNvPr id="3" name="S06-card26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26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묶음이 더 많은 64가 커요. 64는 58보다 커요.</a:t>
            </a:r>
            <a:endParaRPr lang="ko-KR" sz="3200" dirty="0"/>
          </a:p>
        </p:txBody>
      </p:sp>
      <p:sp>
        <p:nvSpPr>
          <p:cNvPr id="5" name="S06-rod264"/>
          <p:cNvSpPr/>
          <p:nvPr/>
        </p:nvSpPr>
        <p:spPr>
          <a:xfrm>
            <a:off x="1524883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6-line265"/>
          <p:cNvSpPr/>
          <p:nvPr/>
        </p:nvSpPr>
        <p:spPr>
          <a:xfrm>
            <a:off x="1524883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6-line266"/>
          <p:cNvSpPr/>
          <p:nvPr/>
        </p:nvSpPr>
        <p:spPr>
          <a:xfrm>
            <a:off x="1524883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6-line267"/>
          <p:cNvSpPr/>
          <p:nvPr/>
        </p:nvSpPr>
        <p:spPr>
          <a:xfrm>
            <a:off x="1524883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6-line268"/>
          <p:cNvSpPr/>
          <p:nvPr/>
        </p:nvSpPr>
        <p:spPr>
          <a:xfrm>
            <a:off x="1524883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6-line269"/>
          <p:cNvSpPr/>
          <p:nvPr/>
        </p:nvSpPr>
        <p:spPr>
          <a:xfrm>
            <a:off x="1524883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6-line270"/>
          <p:cNvSpPr/>
          <p:nvPr/>
        </p:nvSpPr>
        <p:spPr>
          <a:xfrm>
            <a:off x="1524883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6-line271"/>
          <p:cNvSpPr/>
          <p:nvPr/>
        </p:nvSpPr>
        <p:spPr>
          <a:xfrm>
            <a:off x="1524883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6-line272"/>
          <p:cNvSpPr/>
          <p:nvPr/>
        </p:nvSpPr>
        <p:spPr>
          <a:xfrm>
            <a:off x="1524883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6-line273"/>
          <p:cNvSpPr/>
          <p:nvPr/>
        </p:nvSpPr>
        <p:spPr>
          <a:xfrm>
            <a:off x="1524883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6-rod274"/>
          <p:cNvSpPr/>
          <p:nvPr/>
        </p:nvSpPr>
        <p:spPr>
          <a:xfrm>
            <a:off x="2028858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6-line275"/>
          <p:cNvSpPr/>
          <p:nvPr/>
        </p:nvSpPr>
        <p:spPr>
          <a:xfrm>
            <a:off x="2028858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6-line276"/>
          <p:cNvSpPr/>
          <p:nvPr/>
        </p:nvSpPr>
        <p:spPr>
          <a:xfrm>
            <a:off x="2028858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6-line277"/>
          <p:cNvSpPr/>
          <p:nvPr/>
        </p:nvSpPr>
        <p:spPr>
          <a:xfrm>
            <a:off x="2028858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6-line278"/>
          <p:cNvSpPr/>
          <p:nvPr/>
        </p:nvSpPr>
        <p:spPr>
          <a:xfrm>
            <a:off x="2028858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6-line279"/>
          <p:cNvSpPr/>
          <p:nvPr/>
        </p:nvSpPr>
        <p:spPr>
          <a:xfrm>
            <a:off x="2028858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6-line280"/>
          <p:cNvSpPr/>
          <p:nvPr/>
        </p:nvSpPr>
        <p:spPr>
          <a:xfrm>
            <a:off x="2028858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6-line281"/>
          <p:cNvSpPr/>
          <p:nvPr/>
        </p:nvSpPr>
        <p:spPr>
          <a:xfrm>
            <a:off x="2028858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6-line282"/>
          <p:cNvSpPr/>
          <p:nvPr/>
        </p:nvSpPr>
        <p:spPr>
          <a:xfrm>
            <a:off x="2028858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6-line283"/>
          <p:cNvSpPr/>
          <p:nvPr/>
        </p:nvSpPr>
        <p:spPr>
          <a:xfrm>
            <a:off x="2028858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6-rod284"/>
          <p:cNvSpPr/>
          <p:nvPr/>
        </p:nvSpPr>
        <p:spPr>
          <a:xfrm>
            <a:off x="2532833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6-line285"/>
          <p:cNvSpPr/>
          <p:nvPr/>
        </p:nvSpPr>
        <p:spPr>
          <a:xfrm>
            <a:off x="2532833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6-line286"/>
          <p:cNvSpPr/>
          <p:nvPr/>
        </p:nvSpPr>
        <p:spPr>
          <a:xfrm>
            <a:off x="2532833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6-line287"/>
          <p:cNvSpPr/>
          <p:nvPr/>
        </p:nvSpPr>
        <p:spPr>
          <a:xfrm>
            <a:off x="2532833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6-line288"/>
          <p:cNvSpPr/>
          <p:nvPr/>
        </p:nvSpPr>
        <p:spPr>
          <a:xfrm>
            <a:off x="2532833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6-line289"/>
          <p:cNvSpPr/>
          <p:nvPr/>
        </p:nvSpPr>
        <p:spPr>
          <a:xfrm>
            <a:off x="2532833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6-line290"/>
          <p:cNvSpPr/>
          <p:nvPr/>
        </p:nvSpPr>
        <p:spPr>
          <a:xfrm>
            <a:off x="2532833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6-line291"/>
          <p:cNvSpPr/>
          <p:nvPr/>
        </p:nvSpPr>
        <p:spPr>
          <a:xfrm>
            <a:off x="2532833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6-line292"/>
          <p:cNvSpPr/>
          <p:nvPr/>
        </p:nvSpPr>
        <p:spPr>
          <a:xfrm>
            <a:off x="2532833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6-line293"/>
          <p:cNvSpPr/>
          <p:nvPr/>
        </p:nvSpPr>
        <p:spPr>
          <a:xfrm>
            <a:off x="2532833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6-rod294"/>
          <p:cNvSpPr/>
          <p:nvPr/>
        </p:nvSpPr>
        <p:spPr>
          <a:xfrm>
            <a:off x="3036808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6-line295"/>
          <p:cNvSpPr/>
          <p:nvPr/>
        </p:nvSpPr>
        <p:spPr>
          <a:xfrm>
            <a:off x="3036808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6-line296"/>
          <p:cNvSpPr/>
          <p:nvPr/>
        </p:nvSpPr>
        <p:spPr>
          <a:xfrm>
            <a:off x="3036808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6-line297"/>
          <p:cNvSpPr/>
          <p:nvPr/>
        </p:nvSpPr>
        <p:spPr>
          <a:xfrm>
            <a:off x="3036808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6-line298"/>
          <p:cNvSpPr/>
          <p:nvPr/>
        </p:nvSpPr>
        <p:spPr>
          <a:xfrm>
            <a:off x="3036808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6-line299"/>
          <p:cNvSpPr/>
          <p:nvPr/>
        </p:nvSpPr>
        <p:spPr>
          <a:xfrm>
            <a:off x="3036808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6-line300"/>
          <p:cNvSpPr/>
          <p:nvPr/>
        </p:nvSpPr>
        <p:spPr>
          <a:xfrm>
            <a:off x="3036808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6-line301"/>
          <p:cNvSpPr/>
          <p:nvPr/>
        </p:nvSpPr>
        <p:spPr>
          <a:xfrm>
            <a:off x="3036808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6-line302"/>
          <p:cNvSpPr/>
          <p:nvPr/>
        </p:nvSpPr>
        <p:spPr>
          <a:xfrm>
            <a:off x="3036808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6-line303"/>
          <p:cNvSpPr/>
          <p:nvPr/>
        </p:nvSpPr>
        <p:spPr>
          <a:xfrm>
            <a:off x="3036808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6-rod304"/>
          <p:cNvSpPr/>
          <p:nvPr/>
        </p:nvSpPr>
        <p:spPr>
          <a:xfrm>
            <a:off x="3540783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6" name="S06-line305"/>
          <p:cNvSpPr/>
          <p:nvPr/>
        </p:nvSpPr>
        <p:spPr>
          <a:xfrm>
            <a:off x="3540783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6-line306"/>
          <p:cNvSpPr/>
          <p:nvPr/>
        </p:nvSpPr>
        <p:spPr>
          <a:xfrm>
            <a:off x="3540783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6-line307"/>
          <p:cNvSpPr/>
          <p:nvPr/>
        </p:nvSpPr>
        <p:spPr>
          <a:xfrm>
            <a:off x="3540783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6-line308"/>
          <p:cNvSpPr/>
          <p:nvPr/>
        </p:nvSpPr>
        <p:spPr>
          <a:xfrm>
            <a:off x="3540783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6-line309"/>
          <p:cNvSpPr/>
          <p:nvPr/>
        </p:nvSpPr>
        <p:spPr>
          <a:xfrm>
            <a:off x="3540783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6-line310"/>
          <p:cNvSpPr/>
          <p:nvPr/>
        </p:nvSpPr>
        <p:spPr>
          <a:xfrm>
            <a:off x="3540783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6-line311"/>
          <p:cNvSpPr/>
          <p:nvPr/>
        </p:nvSpPr>
        <p:spPr>
          <a:xfrm>
            <a:off x="3540783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6-line312"/>
          <p:cNvSpPr/>
          <p:nvPr/>
        </p:nvSpPr>
        <p:spPr>
          <a:xfrm>
            <a:off x="3540783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6-line313"/>
          <p:cNvSpPr/>
          <p:nvPr/>
        </p:nvSpPr>
        <p:spPr>
          <a:xfrm>
            <a:off x="3540783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6-rod314"/>
          <p:cNvSpPr/>
          <p:nvPr/>
        </p:nvSpPr>
        <p:spPr>
          <a:xfrm>
            <a:off x="4044758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6" name="S06-line315"/>
          <p:cNvSpPr/>
          <p:nvPr/>
        </p:nvSpPr>
        <p:spPr>
          <a:xfrm>
            <a:off x="4044758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6-line316"/>
          <p:cNvSpPr/>
          <p:nvPr/>
        </p:nvSpPr>
        <p:spPr>
          <a:xfrm>
            <a:off x="4044758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6-line317"/>
          <p:cNvSpPr/>
          <p:nvPr/>
        </p:nvSpPr>
        <p:spPr>
          <a:xfrm>
            <a:off x="4044758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6-line318"/>
          <p:cNvSpPr/>
          <p:nvPr/>
        </p:nvSpPr>
        <p:spPr>
          <a:xfrm>
            <a:off x="4044758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6-line319"/>
          <p:cNvSpPr/>
          <p:nvPr/>
        </p:nvSpPr>
        <p:spPr>
          <a:xfrm>
            <a:off x="4044758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6-line320"/>
          <p:cNvSpPr/>
          <p:nvPr/>
        </p:nvSpPr>
        <p:spPr>
          <a:xfrm>
            <a:off x="4044758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6-line321"/>
          <p:cNvSpPr/>
          <p:nvPr/>
        </p:nvSpPr>
        <p:spPr>
          <a:xfrm>
            <a:off x="4044758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6-line322"/>
          <p:cNvSpPr/>
          <p:nvPr/>
        </p:nvSpPr>
        <p:spPr>
          <a:xfrm>
            <a:off x="4044758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6-line323"/>
          <p:cNvSpPr/>
          <p:nvPr/>
        </p:nvSpPr>
        <p:spPr>
          <a:xfrm>
            <a:off x="4044758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6-unit324"/>
          <p:cNvSpPr/>
          <p:nvPr/>
        </p:nvSpPr>
        <p:spPr>
          <a:xfrm>
            <a:off x="4548733" y="4144991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6" name="S06-unit325"/>
          <p:cNvSpPr/>
          <p:nvPr/>
        </p:nvSpPr>
        <p:spPr>
          <a:xfrm>
            <a:off x="4548733" y="3751260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7" name="S06-unit326"/>
          <p:cNvSpPr/>
          <p:nvPr/>
        </p:nvSpPr>
        <p:spPr>
          <a:xfrm>
            <a:off x="4548733" y="3357530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8" name="S06-unit327"/>
          <p:cNvSpPr/>
          <p:nvPr/>
        </p:nvSpPr>
        <p:spPr>
          <a:xfrm>
            <a:off x="4548733" y="2963799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9" name="S06-figure328" descr="10개 막대 6개와 낱개 4개"/>
          <p:cNvSpPr/>
          <p:nvPr/>
        </p:nvSpPr>
        <p:spPr>
          <a:xfrm>
            <a:off x="548640" y="1388877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06-label329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64</a:t>
            </a:r>
            <a:endParaRPr lang="ko-KR" sz="2600" dirty="0"/>
          </a:p>
        </p:txBody>
      </p:sp>
      <p:sp>
        <p:nvSpPr>
          <p:cNvPr id="71" name="S06-rod330"/>
          <p:cNvSpPr/>
          <p:nvPr/>
        </p:nvSpPr>
        <p:spPr>
          <a:xfrm>
            <a:off x="7277987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2" name="S06-line331"/>
          <p:cNvSpPr/>
          <p:nvPr/>
        </p:nvSpPr>
        <p:spPr>
          <a:xfrm>
            <a:off x="7277987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3" name="S06-line332"/>
          <p:cNvSpPr/>
          <p:nvPr/>
        </p:nvSpPr>
        <p:spPr>
          <a:xfrm>
            <a:off x="7277987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4" name="S06-line333"/>
          <p:cNvSpPr/>
          <p:nvPr/>
        </p:nvSpPr>
        <p:spPr>
          <a:xfrm>
            <a:off x="7277987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5" name="S06-line334"/>
          <p:cNvSpPr/>
          <p:nvPr/>
        </p:nvSpPr>
        <p:spPr>
          <a:xfrm>
            <a:off x="7277987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6" name="S06-line335"/>
          <p:cNvSpPr/>
          <p:nvPr/>
        </p:nvSpPr>
        <p:spPr>
          <a:xfrm>
            <a:off x="7277987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7" name="S06-line336"/>
          <p:cNvSpPr/>
          <p:nvPr/>
        </p:nvSpPr>
        <p:spPr>
          <a:xfrm>
            <a:off x="7277987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8" name="S06-line337"/>
          <p:cNvSpPr/>
          <p:nvPr/>
        </p:nvSpPr>
        <p:spPr>
          <a:xfrm>
            <a:off x="7277987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9" name="S06-line338"/>
          <p:cNvSpPr/>
          <p:nvPr/>
        </p:nvSpPr>
        <p:spPr>
          <a:xfrm>
            <a:off x="7277987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0" name="S06-line339"/>
          <p:cNvSpPr/>
          <p:nvPr/>
        </p:nvSpPr>
        <p:spPr>
          <a:xfrm>
            <a:off x="7277987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1" name="S06-rod340"/>
          <p:cNvSpPr/>
          <p:nvPr/>
        </p:nvSpPr>
        <p:spPr>
          <a:xfrm>
            <a:off x="7781962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2" name="S06-line341"/>
          <p:cNvSpPr/>
          <p:nvPr/>
        </p:nvSpPr>
        <p:spPr>
          <a:xfrm>
            <a:off x="7781962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3" name="S06-line342"/>
          <p:cNvSpPr/>
          <p:nvPr/>
        </p:nvSpPr>
        <p:spPr>
          <a:xfrm>
            <a:off x="7781962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4" name="S06-line343"/>
          <p:cNvSpPr/>
          <p:nvPr/>
        </p:nvSpPr>
        <p:spPr>
          <a:xfrm>
            <a:off x="7781962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06-line344"/>
          <p:cNvSpPr/>
          <p:nvPr/>
        </p:nvSpPr>
        <p:spPr>
          <a:xfrm>
            <a:off x="7781962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06-line345"/>
          <p:cNvSpPr/>
          <p:nvPr/>
        </p:nvSpPr>
        <p:spPr>
          <a:xfrm>
            <a:off x="7781962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06-line346"/>
          <p:cNvSpPr/>
          <p:nvPr/>
        </p:nvSpPr>
        <p:spPr>
          <a:xfrm>
            <a:off x="7781962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06-line347"/>
          <p:cNvSpPr/>
          <p:nvPr/>
        </p:nvSpPr>
        <p:spPr>
          <a:xfrm>
            <a:off x="7781962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06-line348"/>
          <p:cNvSpPr/>
          <p:nvPr/>
        </p:nvSpPr>
        <p:spPr>
          <a:xfrm>
            <a:off x="7781962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06-line349"/>
          <p:cNvSpPr/>
          <p:nvPr/>
        </p:nvSpPr>
        <p:spPr>
          <a:xfrm>
            <a:off x="7781962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06-rod350"/>
          <p:cNvSpPr/>
          <p:nvPr/>
        </p:nvSpPr>
        <p:spPr>
          <a:xfrm>
            <a:off x="8285937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2" name="S06-line351"/>
          <p:cNvSpPr/>
          <p:nvPr/>
        </p:nvSpPr>
        <p:spPr>
          <a:xfrm>
            <a:off x="8285937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06-line352"/>
          <p:cNvSpPr/>
          <p:nvPr/>
        </p:nvSpPr>
        <p:spPr>
          <a:xfrm>
            <a:off x="8285937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06-line353"/>
          <p:cNvSpPr/>
          <p:nvPr/>
        </p:nvSpPr>
        <p:spPr>
          <a:xfrm>
            <a:off x="8285937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06-line354"/>
          <p:cNvSpPr/>
          <p:nvPr/>
        </p:nvSpPr>
        <p:spPr>
          <a:xfrm>
            <a:off x="8285937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06-line355"/>
          <p:cNvSpPr/>
          <p:nvPr/>
        </p:nvSpPr>
        <p:spPr>
          <a:xfrm>
            <a:off x="8285937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06-line356"/>
          <p:cNvSpPr/>
          <p:nvPr/>
        </p:nvSpPr>
        <p:spPr>
          <a:xfrm>
            <a:off x="8285937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06-line357"/>
          <p:cNvSpPr/>
          <p:nvPr/>
        </p:nvSpPr>
        <p:spPr>
          <a:xfrm>
            <a:off x="8285937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06-line358"/>
          <p:cNvSpPr/>
          <p:nvPr/>
        </p:nvSpPr>
        <p:spPr>
          <a:xfrm>
            <a:off x="8285937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06-line359"/>
          <p:cNvSpPr/>
          <p:nvPr/>
        </p:nvSpPr>
        <p:spPr>
          <a:xfrm>
            <a:off x="8285937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06-rod360"/>
          <p:cNvSpPr/>
          <p:nvPr/>
        </p:nvSpPr>
        <p:spPr>
          <a:xfrm>
            <a:off x="8789912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2" name="S06-line361"/>
          <p:cNvSpPr/>
          <p:nvPr/>
        </p:nvSpPr>
        <p:spPr>
          <a:xfrm>
            <a:off x="8789912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06-line362"/>
          <p:cNvSpPr/>
          <p:nvPr/>
        </p:nvSpPr>
        <p:spPr>
          <a:xfrm>
            <a:off x="8789912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06-line363"/>
          <p:cNvSpPr/>
          <p:nvPr/>
        </p:nvSpPr>
        <p:spPr>
          <a:xfrm>
            <a:off x="8789912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06-line364"/>
          <p:cNvSpPr/>
          <p:nvPr/>
        </p:nvSpPr>
        <p:spPr>
          <a:xfrm>
            <a:off x="8789912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06-line365"/>
          <p:cNvSpPr/>
          <p:nvPr/>
        </p:nvSpPr>
        <p:spPr>
          <a:xfrm>
            <a:off x="8789912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06-line366"/>
          <p:cNvSpPr/>
          <p:nvPr/>
        </p:nvSpPr>
        <p:spPr>
          <a:xfrm>
            <a:off x="8789912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06-line367"/>
          <p:cNvSpPr/>
          <p:nvPr/>
        </p:nvSpPr>
        <p:spPr>
          <a:xfrm>
            <a:off x="8789912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06-line368"/>
          <p:cNvSpPr/>
          <p:nvPr/>
        </p:nvSpPr>
        <p:spPr>
          <a:xfrm>
            <a:off x="8789912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06-line369"/>
          <p:cNvSpPr/>
          <p:nvPr/>
        </p:nvSpPr>
        <p:spPr>
          <a:xfrm>
            <a:off x="8789912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06-rod370"/>
          <p:cNvSpPr/>
          <p:nvPr/>
        </p:nvSpPr>
        <p:spPr>
          <a:xfrm>
            <a:off x="9293887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2" name="S06-line371"/>
          <p:cNvSpPr/>
          <p:nvPr/>
        </p:nvSpPr>
        <p:spPr>
          <a:xfrm>
            <a:off x="9293887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06-line372"/>
          <p:cNvSpPr/>
          <p:nvPr/>
        </p:nvSpPr>
        <p:spPr>
          <a:xfrm>
            <a:off x="9293887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06-line373"/>
          <p:cNvSpPr/>
          <p:nvPr/>
        </p:nvSpPr>
        <p:spPr>
          <a:xfrm>
            <a:off x="9293887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06-line374"/>
          <p:cNvSpPr/>
          <p:nvPr/>
        </p:nvSpPr>
        <p:spPr>
          <a:xfrm>
            <a:off x="9293887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06-line375"/>
          <p:cNvSpPr/>
          <p:nvPr/>
        </p:nvSpPr>
        <p:spPr>
          <a:xfrm>
            <a:off x="9293887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06-line376"/>
          <p:cNvSpPr/>
          <p:nvPr/>
        </p:nvSpPr>
        <p:spPr>
          <a:xfrm>
            <a:off x="9293887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06-line377"/>
          <p:cNvSpPr/>
          <p:nvPr/>
        </p:nvSpPr>
        <p:spPr>
          <a:xfrm>
            <a:off x="9293887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9" name="S06-line378"/>
          <p:cNvSpPr/>
          <p:nvPr/>
        </p:nvSpPr>
        <p:spPr>
          <a:xfrm>
            <a:off x="9293887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06-line379"/>
          <p:cNvSpPr/>
          <p:nvPr/>
        </p:nvSpPr>
        <p:spPr>
          <a:xfrm>
            <a:off x="9293887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1" name="S06-unit380"/>
          <p:cNvSpPr/>
          <p:nvPr/>
        </p:nvSpPr>
        <p:spPr>
          <a:xfrm>
            <a:off x="9797862" y="4144991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2" name="S06-unit381"/>
          <p:cNvSpPr/>
          <p:nvPr/>
        </p:nvSpPr>
        <p:spPr>
          <a:xfrm>
            <a:off x="9797862" y="3751260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3" name="S06-unit382"/>
          <p:cNvSpPr/>
          <p:nvPr/>
        </p:nvSpPr>
        <p:spPr>
          <a:xfrm>
            <a:off x="9797862" y="3357530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4" name="S06-unit383"/>
          <p:cNvSpPr/>
          <p:nvPr/>
        </p:nvSpPr>
        <p:spPr>
          <a:xfrm>
            <a:off x="9797862" y="2963799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5" name="S06-unit384"/>
          <p:cNvSpPr/>
          <p:nvPr/>
        </p:nvSpPr>
        <p:spPr>
          <a:xfrm>
            <a:off x="9797862" y="2570068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6" name="S06-unit385"/>
          <p:cNvSpPr/>
          <p:nvPr/>
        </p:nvSpPr>
        <p:spPr>
          <a:xfrm>
            <a:off x="10207342" y="4144991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7" name="S06-unit386"/>
          <p:cNvSpPr/>
          <p:nvPr/>
        </p:nvSpPr>
        <p:spPr>
          <a:xfrm>
            <a:off x="10207342" y="3751260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8" name="S06-unit387"/>
          <p:cNvSpPr/>
          <p:nvPr/>
        </p:nvSpPr>
        <p:spPr>
          <a:xfrm>
            <a:off x="10207342" y="3357530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9" name="S06-figure388" descr="10개 막대 5개와 낱개 8개"/>
          <p:cNvSpPr/>
          <p:nvPr/>
        </p:nvSpPr>
        <p:spPr>
          <a:xfrm>
            <a:off x="6254496" y="1388877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0" name="S06-label389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58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묶음이 같으면 낱개</a:t>
            </a:r>
            <a:endParaRPr lang="ko-KR" sz="4400" dirty="0"/>
          </a:p>
        </p:txBody>
      </p:sp>
      <p:sp>
        <p:nvSpPr>
          <p:cNvPr id="3" name="S07-card39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39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묶음이 같으니 낱개를 봐요. 76은 73보다 커요.</a:t>
            </a:r>
            <a:endParaRPr lang="ko-KR" sz="3200" dirty="0"/>
          </a:p>
        </p:txBody>
      </p:sp>
      <p:sp>
        <p:nvSpPr>
          <p:cNvPr id="5" name="S07-rod392"/>
          <p:cNvSpPr/>
          <p:nvPr/>
        </p:nvSpPr>
        <p:spPr>
          <a:xfrm>
            <a:off x="1272895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7-line393"/>
          <p:cNvSpPr/>
          <p:nvPr/>
        </p:nvSpPr>
        <p:spPr>
          <a:xfrm>
            <a:off x="1272895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7-line394"/>
          <p:cNvSpPr/>
          <p:nvPr/>
        </p:nvSpPr>
        <p:spPr>
          <a:xfrm>
            <a:off x="1272895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7-line395"/>
          <p:cNvSpPr/>
          <p:nvPr/>
        </p:nvSpPr>
        <p:spPr>
          <a:xfrm>
            <a:off x="1272895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7-line396"/>
          <p:cNvSpPr/>
          <p:nvPr/>
        </p:nvSpPr>
        <p:spPr>
          <a:xfrm>
            <a:off x="1272895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7-line397"/>
          <p:cNvSpPr/>
          <p:nvPr/>
        </p:nvSpPr>
        <p:spPr>
          <a:xfrm>
            <a:off x="1272895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7-line398"/>
          <p:cNvSpPr/>
          <p:nvPr/>
        </p:nvSpPr>
        <p:spPr>
          <a:xfrm>
            <a:off x="1272895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7-line399"/>
          <p:cNvSpPr/>
          <p:nvPr/>
        </p:nvSpPr>
        <p:spPr>
          <a:xfrm>
            <a:off x="1272895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7-line400"/>
          <p:cNvSpPr/>
          <p:nvPr/>
        </p:nvSpPr>
        <p:spPr>
          <a:xfrm>
            <a:off x="1272895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7-line401"/>
          <p:cNvSpPr/>
          <p:nvPr/>
        </p:nvSpPr>
        <p:spPr>
          <a:xfrm>
            <a:off x="1272895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7-rod402"/>
          <p:cNvSpPr/>
          <p:nvPr/>
        </p:nvSpPr>
        <p:spPr>
          <a:xfrm>
            <a:off x="1776870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7-line403"/>
          <p:cNvSpPr/>
          <p:nvPr/>
        </p:nvSpPr>
        <p:spPr>
          <a:xfrm>
            <a:off x="1776870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7-line404"/>
          <p:cNvSpPr/>
          <p:nvPr/>
        </p:nvSpPr>
        <p:spPr>
          <a:xfrm>
            <a:off x="1776870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7-line405"/>
          <p:cNvSpPr/>
          <p:nvPr/>
        </p:nvSpPr>
        <p:spPr>
          <a:xfrm>
            <a:off x="1776870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7-line406"/>
          <p:cNvSpPr/>
          <p:nvPr/>
        </p:nvSpPr>
        <p:spPr>
          <a:xfrm>
            <a:off x="1776870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7-line407"/>
          <p:cNvSpPr/>
          <p:nvPr/>
        </p:nvSpPr>
        <p:spPr>
          <a:xfrm>
            <a:off x="1776870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7-line408"/>
          <p:cNvSpPr/>
          <p:nvPr/>
        </p:nvSpPr>
        <p:spPr>
          <a:xfrm>
            <a:off x="1776870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7-line409"/>
          <p:cNvSpPr/>
          <p:nvPr/>
        </p:nvSpPr>
        <p:spPr>
          <a:xfrm>
            <a:off x="1776870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7-line410"/>
          <p:cNvSpPr/>
          <p:nvPr/>
        </p:nvSpPr>
        <p:spPr>
          <a:xfrm>
            <a:off x="1776870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7-line411"/>
          <p:cNvSpPr/>
          <p:nvPr/>
        </p:nvSpPr>
        <p:spPr>
          <a:xfrm>
            <a:off x="1776870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7-rod412"/>
          <p:cNvSpPr/>
          <p:nvPr/>
        </p:nvSpPr>
        <p:spPr>
          <a:xfrm>
            <a:off x="2280846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7-line413"/>
          <p:cNvSpPr/>
          <p:nvPr/>
        </p:nvSpPr>
        <p:spPr>
          <a:xfrm>
            <a:off x="2280846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7-line414"/>
          <p:cNvSpPr/>
          <p:nvPr/>
        </p:nvSpPr>
        <p:spPr>
          <a:xfrm>
            <a:off x="2280846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7-line415"/>
          <p:cNvSpPr/>
          <p:nvPr/>
        </p:nvSpPr>
        <p:spPr>
          <a:xfrm>
            <a:off x="2280846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7-line416"/>
          <p:cNvSpPr/>
          <p:nvPr/>
        </p:nvSpPr>
        <p:spPr>
          <a:xfrm>
            <a:off x="2280846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7-line417"/>
          <p:cNvSpPr/>
          <p:nvPr/>
        </p:nvSpPr>
        <p:spPr>
          <a:xfrm>
            <a:off x="2280846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7-line418"/>
          <p:cNvSpPr/>
          <p:nvPr/>
        </p:nvSpPr>
        <p:spPr>
          <a:xfrm>
            <a:off x="2280846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7-line419"/>
          <p:cNvSpPr/>
          <p:nvPr/>
        </p:nvSpPr>
        <p:spPr>
          <a:xfrm>
            <a:off x="2280846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7-line420"/>
          <p:cNvSpPr/>
          <p:nvPr/>
        </p:nvSpPr>
        <p:spPr>
          <a:xfrm>
            <a:off x="2280846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7-line421"/>
          <p:cNvSpPr/>
          <p:nvPr/>
        </p:nvSpPr>
        <p:spPr>
          <a:xfrm>
            <a:off x="2280846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7-rod422"/>
          <p:cNvSpPr/>
          <p:nvPr/>
        </p:nvSpPr>
        <p:spPr>
          <a:xfrm>
            <a:off x="2784821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7-line423"/>
          <p:cNvSpPr/>
          <p:nvPr/>
        </p:nvSpPr>
        <p:spPr>
          <a:xfrm>
            <a:off x="2784821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7-line424"/>
          <p:cNvSpPr/>
          <p:nvPr/>
        </p:nvSpPr>
        <p:spPr>
          <a:xfrm>
            <a:off x="2784821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7-line425"/>
          <p:cNvSpPr/>
          <p:nvPr/>
        </p:nvSpPr>
        <p:spPr>
          <a:xfrm>
            <a:off x="2784821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7-line426"/>
          <p:cNvSpPr/>
          <p:nvPr/>
        </p:nvSpPr>
        <p:spPr>
          <a:xfrm>
            <a:off x="2784821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7-line427"/>
          <p:cNvSpPr/>
          <p:nvPr/>
        </p:nvSpPr>
        <p:spPr>
          <a:xfrm>
            <a:off x="2784821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7-line428"/>
          <p:cNvSpPr/>
          <p:nvPr/>
        </p:nvSpPr>
        <p:spPr>
          <a:xfrm>
            <a:off x="2784821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7-line429"/>
          <p:cNvSpPr/>
          <p:nvPr/>
        </p:nvSpPr>
        <p:spPr>
          <a:xfrm>
            <a:off x="2784821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7-line430"/>
          <p:cNvSpPr/>
          <p:nvPr/>
        </p:nvSpPr>
        <p:spPr>
          <a:xfrm>
            <a:off x="2784821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7-line431"/>
          <p:cNvSpPr/>
          <p:nvPr/>
        </p:nvSpPr>
        <p:spPr>
          <a:xfrm>
            <a:off x="2784821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7-rod432"/>
          <p:cNvSpPr/>
          <p:nvPr/>
        </p:nvSpPr>
        <p:spPr>
          <a:xfrm>
            <a:off x="3288796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6" name="S07-line433"/>
          <p:cNvSpPr/>
          <p:nvPr/>
        </p:nvSpPr>
        <p:spPr>
          <a:xfrm>
            <a:off x="3288796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7-line434"/>
          <p:cNvSpPr/>
          <p:nvPr/>
        </p:nvSpPr>
        <p:spPr>
          <a:xfrm>
            <a:off x="3288796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7-line435"/>
          <p:cNvSpPr/>
          <p:nvPr/>
        </p:nvSpPr>
        <p:spPr>
          <a:xfrm>
            <a:off x="3288796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7-line436"/>
          <p:cNvSpPr/>
          <p:nvPr/>
        </p:nvSpPr>
        <p:spPr>
          <a:xfrm>
            <a:off x="3288796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7-line437"/>
          <p:cNvSpPr/>
          <p:nvPr/>
        </p:nvSpPr>
        <p:spPr>
          <a:xfrm>
            <a:off x="3288796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7-line438"/>
          <p:cNvSpPr/>
          <p:nvPr/>
        </p:nvSpPr>
        <p:spPr>
          <a:xfrm>
            <a:off x="3288796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7-line439"/>
          <p:cNvSpPr/>
          <p:nvPr/>
        </p:nvSpPr>
        <p:spPr>
          <a:xfrm>
            <a:off x="3288796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7-line440"/>
          <p:cNvSpPr/>
          <p:nvPr/>
        </p:nvSpPr>
        <p:spPr>
          <a:xfrm>
            <a:off x="3288796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7-line441"/>
          <p:cNvSpPr/>
          <p:nvPr/>
        </p:nvSpPr>
        <p:spPr>
          <a:xfrm>
            <a:off x="3288796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7-rod442"/>
          <p:cNvSpPr/>
          <p:nvPr/>
        </p:nvSpPr>
        <p:spPr>
          <a:xfrm>
            <a:off x="3792771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6" name="S07-line443"/>
          <p:cNvSpPr/>
          <p:nvPr/>
        </p:nvSpPr>
        <p:spPr>
          <a:xfrm>
            <a:off x="3792771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7-line444"/>
          <p:cNvSpPr/>
          <p:nvPr/>
        </p:nvSpPr>
        <p:spPr>
          <a:xfrm>
            <a:off x="3792771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7-line445"/>
          <p:cNvSpPr/>
          <p:nvPr/>
        </p:nvSpPr>
        <p:spPr>
          <a:xfrm>
            <a:off x="3792771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7-line446"/>
          <p:cNvSpPr/>
          <p:nvPr/>
        </p:nvSpPr>
        <p:spPr>
          <a:xfrm>
            <a:off x="3792771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7-line447"/>
          <p:cNvSpPr/>
          <p:nvPr/>
        </p:nvSpPr>
        <p:spPr>
          <a:xfrm>
            <a:off x="3792771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7-line448"/>
          <p:cNvSpPr/>
          <p:nvPr/>
        </p:nvSpPr>
        <p:spPr>
          <a:xfrm>
            <a:off x="3792771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7-line449"/>
          <p:cNvSpPr/>
          <p:nvPr/>
        </p:nvSpPr>
        <p:spPr>
          <a:xfrm>
            <a:off x="3792771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7-line450"/>
          <p:cNvSpPr/>
          <p:nvPr/>
        </p:nvSpPr>
        <p:spPr>
          <a:xfrm>
            <a:off x="3792771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7-line451"/>
          <p:cNvSpPr/>
          <p:nvPr/>
        </p:nvSpPr>
        <p:spPr>
          <a:xfrm>
            <a:off x="3792771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7-rod452"/>
          <p:cNvSpPr/>
          <p:nvPr/>
        </p:nvSpPr>
        <p:spPr>
          <a:xfrm>
            <a:off x="4296746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6" name="S07-line453"/>
          <p:cNvSpPr/>
          <p:nvPr/>
        </p:nvSpPr>
        <p:spPr>
          <a:xfrm>
            <a:off x="4296746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07-line454"/>
          <p:cNvSpPr/>
          <p:nvPr/>
        </p:nvSpPr>
        <p:spPr>
          <a:xfrm>
            <a:off x="4296746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8" name="S07-line455"/>
          <p:cNvSpPr/>
          <p:nvPr/>
        </p:nvSpPr>
        <p:spPr>
          <a:xfrm>
            <a:off x="4296746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9" name="S07-line456"/>
          <p:cNvSpPr/>
          <p:nvPr/>
        </p:nvSpPr>
        <p:spPr>
          <a:xfrm>
            <a:off x="4296746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0" name="S07-line457"/>
          <p:cNvSpPr/>
          <p:nvPr/>
        </p:nvSpPr>
        <p:spPr>
          <a:xfrm>
            <a:off x="4296746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1" name="S07-line458"/>
          <p:cNvSpPr/>
          <p:nvPr/>
        </p:nvSpPr>
        <p:spPr>
          <a:xfrm>
            <a:off x="4296746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2" name="S07-line459"/>
          <p:cNvSpPr/>
          <p:nvPr/>
        </p:nvSpPr>
        <p:spPr>
          <a:xfrm>
            <a:off x="4296746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3" name="S07-line460"/>
          <p:cNvSpPr/>
          <p:nvPr/>
        </p:nvSpPr>
        <p:spPr>
          <a:xfrm>
            <a:off x="4296746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4" name="S07-line461"/>
          <p:cNvSpPr/>
          <p:nvPr/>
        </p:nvSpPr>
        <p:spPr>
          <a:xfrm>
            <a:off x="4296746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5" name="S07-unit462"/>
          <p:cNvSpPr/>
          <p:nvPr/>
        </p:nvSpPr>
        <p:spPr>
          <a:xfrm>
            <a:off x="4800721" y="4144991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6" name="S07-unit463"/>
          <p:cNvSpPr/>
          <p:nvPr/>
        </p:nvSpPr>
        <p:spPr>
          <a:xfrm>
            <a:off x="4800721" y="3751260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7" name="S07-unit464"/>
          <p:cNvSpPr/>
          <p:nvPr/>
        </p:nvSpPr>
        <p:spPr>
          <a:xfrm>
            <a:off x="4800721" y="3357530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8" name="S07-figure465" descr="10개 막대 7개와 낱개 3개"/>
          <p:cNvSpPr/>
          <p:nvPr/>
        </p:nvSpPr>
        <p:spPr>
          <a:xfrm>
            <a:off x="548640" y="1388877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9" name="S07-label466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73</a:t>
            </a:r>
            <a:endParaRPr lang="ko-KR" sz="2600" dirty="0"/>
          </a:p>
        </p:txBody>
      </p:sp>
      <p:sp>
        <p:nvSpPr>
          <p:cNvPr id="80" name="S07-rod467"/>
          <p:cNvSpPr/>
          <p:nvPr/>
        </p:nvSpPr>
        <p:spPr>
          <a:xfrm>
            <a:off x="6774011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1" name="S07-line468"/>
          <p:cNvSpPr/>
          <p:nvPr/>
        </p:nvSpPr>
        <p:spPr>
          <a:xfrm>
            <a:off x="6774011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2" name="S07-line469"/>
          <p:cNvSpPr/>
          <p:nvPr/>
        </p:nvSpPr>
        <p:spPr>
          <a:xfrm>
            <a:off x="6774011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3" name="S07-line470"/>
          <p:cNvSpPr/>
          <p:nvPr/>
        </p:nvSpPr>
        <p:spPr>
          <a:xfrm>
            <a:off x="6774011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4" name="S07-line471"/>
          <p:cNvSpPr/>
          <p:nvPr/>
        </p:nvSpPr>
        <p:spPr>
          <a:xfrm>
            <a:off x="6774011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07-line472"/>
          <p:cNvSpPr/>
          <p:nvPr/>
        </p:nvSpPr>
        <p:spPr>
          <a:xfrm>
            <a:off x="6774011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07-line473"/>
          <p:cNvSpPr/>
          <p:nvPr/>
        </p:nvSpPr>
        <p:spPr>
          <a:xfrm>
            <a:off x="6774011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07-line474"/>
          <p:cNvSpPr/>
          <p:nvPr/>
        </p:nvSpPr>
        <p:spPr>
          <a:xfrm>
            <a:off x="6774011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07-line475"/>
          <p:cNvSpPr/>
          <p:nvPr/>
        </p:nvSpPr>
        <p:spPr>
          <a:xfrm>
            <a:off x="6774011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07-line476"/>
          <p:cNvSpPr/>
          <p:nvPr/>
        </p:nvSpPr>
        <p:spPr>
          <a:xfrm>
            <a:off x="6774011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07-rod477"/>
          <p:cNvSpPr/>
          <p:nvPr/>
        </p:nvSpPr>
        <p:spPr>
          <a:xfrm>
            <a:off x="7277987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1" name="S07-line478"/>
          <p:cNvSpPr/>
          <p:nvPr/>
        </p:nvSpPr>
        <p:spPr>
          <a:xfrm>
            <a:off x="7277987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07-line479"/>
          <p:cNvSpPr/>
          <p:nvPr/>
        </p:nvSpPr>
        <p:spPr>
          <a:xfrm>
            <a:off x="7277987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07-line480"/>
          <p:cNvSpPr/>
          <p:nvPr/>
        </p:nvSpPr>
        <p:spPr>
          <a:xfrm>
            <a:off x="7277987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07-line481"/>
          <p:cNvSpPr/>
          <p:nvPr/>
        </p:nvSpPr>
        <p:spPr>
          <a:xfrm>
            <a:off x="7277987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07-line482"/>
          <p:cNvSpPr/>
          <p:nvPr/>
        </p:nvSpPr>
        <p:spPr>
          <a:xfrm>
            <a:off x="7277987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07-line483"/>
          <p:cNvSpPr/>
          <p:nvPr/>
        </p:nvSpPr>
        <p:spPr>
          <a:xfrm>
            <a:off x="7277987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07-line484"/>
          <p:cNvSpPr/>
          <p:nvPr/>
        </p:nvSpPr>
        <p:spPr>
          <a:xfrm>
            <a:off x="7277987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07-line485"/>
          <p:cNvSpPr/>
          <p:nvPr/>
        </p:nvSpPr>
        <p:spPr>
          <a:xfrm>
            <a:off x="7277987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07-line486"/>
          <p:cNvSpPr/>
          <p:nvPr/>
        </p:nvSpPr>
        <p:spPr>
          <a:xfrm>
            <a:off x="7277987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07-rod487"/>
          <p:cNvSpPr/>
          <p:nvPr/>
        </p:nvSpPr>
        <p:spPr>
          <a:xfrm>
            <a:off x="7781962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1" name="S07-line488"/>
          <p:cNvSpPr/>
          <p:nvPr/>
        </p:nvSpPr>
        <p:spPr>
          <a:xfrm>
            <a:off x="7781962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07-line489"/>
          <p:cNvSpPr/>
          <p:nvPr/>
        </p:nvSpPr>
        <p:spPr>
          <a:xfrm>
            <a:off x="7781962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07-line490"/>
          <p:cNvSpPr/>
          <p:nvPr/>
        </p:nvSpPr>
        <p:spPr>
          <a:xfrm>
            <a:off x="7781962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07-line491"/>
          <p:cNvSpPr/>
          <p:nvPr/>
        </p:nvSpPr>
        <p:spPr>
          <a:xfrm>
            <a:off x="7781962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07-line492"/>
          <p:cNvSpPr/>
          <p:nvPr/>
        </p:nvSpPr>
        <p:spPr>
          <a:xfrm>
            <a:off x="7781962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07-line493"/>
          <p:cNvSpPr/>
          <p:nvPr/>
        </p:nvSpPr>
        <p:spPr>
          <a:xfrm>
            <a:off x="7781962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07-line494"/>
          <p:cNvSpPr/>
          <p:nvPr/>
        </p:nvSpPr>
        <p:spPr>
          <a:xfrm>
            <a:off x="7781962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07-line495"/>
          <p:cNvSpPr/>
          <p:nvPr/>
        </p:nvSpPr>
        <p:spPr>
          <a:xfrm>
            <a:off x="7781962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07-line496"/>
          <p:cNvSpPr/>
          <p:nvPr/>
        </p:nvSpPr>
        <p:spPr>
          <a:xfrm>
            <a:off x="7781962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07-rod497"/>
          <p:cNvSpPr/>
          <p:nvPr/>
        </p:nvSpPr>
        <p:spPr>
          <a:xfrm>
            <a:off x="8285937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1" name="S07-line498"/>
          <p:cNvSpPr/>
          <p:nvPr/>
        </p:nvSpPr>
        <p:spPr>
          <a:xfrm>
            <a:off x="8285937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07-line499"/>
          <p:cNvSpPr/>
          <p:nvPr/>
        </p:nvSpPr>
        <p:spPr>
          <a:xfrm>
            <a:off x="8285937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07-line500"/>
          <p:cNvSpPr/>
          <p:nvPr/>
        </p:nvSpPr>
        <p:spPr>
          <a:xfrm>
            <a:off x="8285937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07-line501"/>
          <p:cNvSpPr/>
          <p:nvPr/>
        </p:nvSpPr>
        <p:spPr>
          <a:xfrm>
            <a:off x="8285937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07-line502"/>
          <p:cNvSpPr/>
          <p:nvPr/>
        </p:nvSpPr>
        <p:spPr>
          <a:xfrm>
            <a:off x="8285937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07-line503"/>
          <p:cNvSpPr/>
          <p:nvPr/>
        </p:nvSpPr>
        <p:spPr>
          <a:xfrm>
            <a:off x="8285937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07-line504"/>
          <p:cNvSpPr/>
          <p:nvPr/>
        </p:nvSpPr>
        <p:spPr>
          <a:xfrm>
            <a:off x="8285937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07-line505"/>
          <p:cNvSpPr/>
          <p:nvPr/>
        </p:nvSpPr>
        <p:spPr>
          <a:xfrm>
            <a:off x="8285937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9" name="S07-line506"/>
          <p:cNvSpPr/>
          <p:nvPr/>
        </p:nvSpPr>
        <p:spPr>
          <a:xfrm>
            <a:off x="8285937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07-rod507"/>
          <p:cNvSpPr/>
          <p:nvPr/>
        </p:nvSpPr>
        <p:spPr>
          <a:xfrm>
            <a:off x="8789912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1" name="S07-line508"/>
          <p:cNvSpPr/>
          <p:nvPr/>
        </p:nvSpPr>
        <p:spPr>
          <a:xfrm>
            <a:off x="8789912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07-line509"/>
          <p:cNvSpPr/>
          <p:nvPr/>
        </p:nvSpPr>
        <p:spPr>
          <a:xfrm>
            <a:off x="8789912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07-line510"/>
          <p:cNvSpPr/>
          <p:nvPr/>
        </p:nvSpPr>
        <p:spPr>
          <a:xfrm>
            <a:off x="8789912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4" name="S07-line511"/>
          <p:cNvSpPr/>
          <p:nvPr/>
        </p:nvSpPr>
        <p:spPr>
          <a:xfrm>
            <a:off x="8789912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07-line512"/>
          <p:cNvSpPr/>
          <p:nvPr/>
        </p:nvSpPr>
        <p:spPr>
          <a:xfrm>
            <a:off x="8789912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07-line513"/>
          <p:cNvSpPr/>
          <p:nvPr/>
        </p:nvSpPr>
        <p:spPr>
          <a:xfrm>
            <a:off x="8789912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07-line514"/>
          <p:cNvSpPr/>
          <p:nvPr/>
        </p:nvSpPr>
        <p:spPr>
          <a:xfrm>
            <a:off x="8789912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07-line515"/>
          <p:cNvSpPr/>
          <p:nvPr/>
        </p:nvSpPr>
        <p:spPr>
          <a:xfrm>
            <a:off x="8789912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9" name="S07-line516"/>
          <p:cNvSpPr/>
          <p:nvPr/>
        </p:nvSpPr>
        <p:spPr>
          <a:xfrm>
            <a:off x="8789912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07-rod517"/>
          <p:cNvSpPr/>
          <p:nvPr/>
        </p:nvSpPr>
        <p:spPr>
          <a:xfrm>
            <a:off x="9293887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1" name="S07-line518"/>
          <p:cNvSpPr/>
          <p:nvPr/>
        </p:nvSpPr>
        <p:spPr>
          <a:xfrm>
            <a:off x="9293887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07-line519"/>
          <p:cNvSpPr/>
          <p:nvPr/>
        </p:nvSpPr>
        <p:spPr>
          <a:xfrm>
            <a:off x="9293887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07-line520"/>
          <p:cNvSpPr/>
          <p:nvPr/>
        </p:nvSpPr>
        <p:spPr>
          <a:xfrm>
            <a:off x="9293887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4" name="S07-line521"/>
          <p:cNvSpPr/>
          <p:nvPr/>
        </p:nvSpPr>
        <p:spPr>
          <a:xfrm>
            <a:off x="9293887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07-line522"/>
          <p:cNvSpPr/>
          <p:nvPr/>
        </p:nvSpPr>
        <p:spPr>
          <a:xfrm>
            <a:off x="9293887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6" name="S07-line523"/>
          <p:cNvSpPr/>
          <p:nvPr/>
        </p:nvSpPr>
        <p:spPr>
          <a:xfrm>
            <a:off x="9293887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07-line524"/>
          <p:cNvSpPr/>
          <p:nvPr/>
        </p:nvSpPr>
        <p:spPr>
          <a:xfrm>
            <a:off x="9293887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07-line525"/>
          <p:cNvSpPr/>
          <p:nvPr/>
        </p:nvSpPr>
        <p:spPr>
          <a:xfrm>
            <a:off x="9293887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9" name="S07-line526"/>
          <p:cNvSpPr/>
          <p:nvPr/>
        </p:nvSpPr>
        <p:spPr>
          <a:xfrm>
            <a:off x="9293887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07-rod527"/>
          <p:cNvSpPr/>
          <p:nvPr/>
        </p:nvSpPr>
        <p:spPr>
          <a:xfrm>
            <a:off x="9797862" y="1388877"/>
            <a:ext cx="314984" cy="314984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1" name="S07-line528"/>
          <p:cNvSpPr/>
          <p:nvPr/>
        </p:nvSpPr>
        <p:spPr>
          <a:xfrm>
            <a:off x="9797862" y="1703861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07-line529"/>
          <p:cNvSpPr/>
          <p:nvPr/>
        </p:nvSpPr>
        <p:spPr>
          <a:xfrm>
            <a:off x="9797862" y="2018846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07-line530"/>
          <p:cNvSpPr/>
          <p:nvPr/>
        </p:nvSpPr>
        <p:spPr>
          <a:xfrm>
            <a:off x="9797862" y="2333830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4" name="S07-line531"/>
          <p:cNvSpPr/>
          <p:nvPr/>
        </p:nvSpPr>
        <p:spPr>
          <a:xfrm>
            <a:off x="9797862" y="2648815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5" name="S07-line532"/>
          <p:cNvSpPr/>
          <p:nvPr/>
        </p:nvSpPr>
        <p:spPr>
          <a:xfrm>
            <a:off x="9797862" y="2963799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6" name="S07-line533"/>
          <p:cNvSpPr/>
          <p:nvPr/>
        </p:nvSpPr>
        <p:spPr>
          <a:xfrm>
            <a:off x="9797862" y="3278783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7" name="S07-line534"/>
          <p:cNvSpPr/>
          <p:nvPr/>
        </p:nvSpPr>
        <p:spPr>
          <a:xfrm>
            <a:off x="9797862" y="3593768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8" name="S07-line535"/>
          <p:cNvSpPr/>
          <p:nvPr/>
        </p:nvSpPr>
        <p:spPr>
          <a:xfrm>
            <a:off x="9797862" y="3908752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9" name="S07-line536"/>
          <p:cNvSpPr/>
          <p:nvPr/>
        </p:nvSpPr>
        <p:spPr>
          <a:xfrm>
            <a:off x="9797862" y="4223737"/>
            <a:ext cx="31498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0" name="S07-unit537"/>
          <p:cNvSpPr/>
          <p:nvPr/>
        </p:nvSpPr>
        <p:spPr>
          <a:xfrm>
            <a:off x="10301837" y="4144991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1" name="S07-unit538"/>
          <p:cNvSpPr/>
          <p:nvPr/>
        </p:nvSpPr>
        <p:spPr>
          <a:xfrm>
            <a:off x="10301837" y="3751260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2" name="S07-unit539"/>
          <p:cNvSpPr/>
          <p:nvPr/>
        </p:nvSpPr>
        <p:spPr>
          <a:xfrm>
            <a:off x="10301837" y="3357530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3" name="S07-unit540"/>
          <p:cNvSpPr/>
          <p:nvPr/>
        </p:nvSpPr>
        <p:spPr>
          <a:xfrm>
            <a:off x="10301837" y="2963799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4" name="S07-unit541"/>
          <p:cNvSpPr/>
          <p:nvPr/>
        </p:nvSpPr>
        <p:spPr>
          <a:xfrm>
            <a:off x="10301837" y="2570068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5" name="S07-unit542"/>
          <p:cNvSpPr/>
          <p:nvPr/>
        </p:nvSpPr>
        <p:spPr>
          <a:xfrm>
            <a:off x="10711317" y="4144991"/>
            <a:ext cx="314984" cy="31498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6" name="S07-figure543" descr="10개 막대 7개와 낱개 6개"/>
          <p:cNvSpPr/>
          <p:nvPr/>
        </p:nvSpPr>
        <p:spPr>
          <a:xfrm>
            <a:off x="6254496" y="1388877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7" name="S07-label544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76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말하고 써 봐요</a:t>
            </a:r>
            <a:endParaRPr lang="ko-KR" sz="4400" dirty="0"/>
          </a:p>
        </p:txBody>
      </p:sp>
      <p:sp>
        <p:nvSpPr>
          <p:cNvPr id="3" name="S08-card54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8-cardtext54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묶음의 수를 먼저, 낱개의 수를 뒤에 써요.</a:t>
            </a:r>
            <a:endParaRPr lang="ko-KR" sz="3200" dirty="0"/>
          </a:p>
        </p:txBody>
      </p:sp>
      <p:sp>
        <p:nvSpPr>
          <p:cNvPr id="5" name="S08-chip547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8-text548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 8개, 낱개 2개는?</a:t>
            </a:r>
            <a:endParaRPr lang="ko-KR" sz="3200" dirty="0"/>
          </a:p>
        </p:txBody>
      </p:sp>
      <p:sp>
        <p:nvSpPr>
          <p:cNvPr id="7" name="S08-chip549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8-text550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69를 두 가지로 읽어요.</a:t>
            </a:r>
            <a:endParaRPr lang="ko-KR" sz="3200" dirty="0"/>
          </a:p>
        </p:txBody>
      </p:sp>
      <p:sp>
        <p:nvSpPr>
          <p:cNvPr id="9" name="S08-chip551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08-text552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아흔다섯을 숫자로 써요.</a:t>
            </a:r>
            <a:endParaRPr lang="ko-KR" sz="3200" dirty="0"/>
          </a:p>
        </p:txBody>
      </p:sp>
      <p:sp>
        <p:nvSpPr>
          <p:cNvPr id="11" name="S08-chip553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2" name="S08-text554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99 다음 수는?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큰 수는?</a:t>
            </a:r>
            <a:endParaRPr lang="ko-KR" sz="4400" dirty="0"/>
          </a:p>
        </p:txBody>
      </p:sp>
      <p:sp>
        <p:nvSpPr>
          <p:cNvPr id="3" name="S09-text55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큰 수를 찾아 문장으로 말해요.</a:t>
            </a:r>
            <a:endParaRPr lang="ko-KR" sz="3200" dirty="0"/>
          </a:p>
        </p:txBody>
      </p:sp>
      <p:sp>
        <p:nvSpPr>
          <p:cNvPr id="4" name="S09-card55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55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묶음부터 보고, 같으면 낱개를 봐요.</a:t>
            </a:r>
            <a:endParaRPr lang="ko-KR" sz="3200" dirty="0"/>
          </a:p>
        </p:txBody>
      </p:sp>
      <p:sp>
        <p:nvSpPr>
          <p:cNvPr id="6" name="S09-card558"/>
          <p:cNvSpPr/>
          <p:nvPr/>
        </p:nvSpPr>
        <p:spPr>
          <a:xfrm>
            <a:off x="6277356" y="2011680"/>
            <a:ext cx="5362956" cy="3108960"/>
          </a:xfrm>
          <a:prstGeom prst="roundRect">
            <a:avLst>
              <a:gd name="adj" fmla="val 35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9-cardtext559"/>
          <p:cNvSpPr txBox="1"/>
          <p:nvPr/>
        </p:nvSpPr>
        <p:spPr>
          <a:xfrm>
            <a:off x="6551676" y="2148840"/>
            <a:ext cx="481431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①을 표로 보면</a:t>
            </a:r>
            <a:endParaRPr lang="ko-KR" sz="3200" dirty="0"/>
          </a:p>
        </p:txBody>
      </p:sp>
      <p:graphicFrame>
        <p:nvGraphicFramePr>
          <p:cNvPr id="10" name="S09-table56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51676" y="2931795"/>
          <a:ext cx="4814316" cy="914400"/>
        </p:xfrm>
        <a:graphic>
          <a:graphicData uri="http://schemas.openxmlformats.org/drawingml/2006/table">
            <a:tbl>
              <a:tblPr/>
              <a:tblGrid>
                <a:gridCol w="1604772"/>
                <a:gridCol w="1604772"/>
                <a:gridCol w="1604772"/>
              </a:tblGrid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묶음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낱개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57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09-chip561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10" name="S09-text562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57과 75</a:t>
            </a:r>
            <a:endParaRPr lang="ko-KR" sz="3200" dirty="0"/>
          </a:p>
        </p:txBody>
      </p:sp>
      <p:sp>
        <p:nvSpPr>
          <p:cNvPr id="11" name="S09-chip563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2" name="S09-text564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83과 86</a:t>
            </a:r>
            <a:endParaRPr lang="ko-KR" sz="3200" dirty="0"/>
          </a:p>
        </p:txBody>
      </p:sp>
      <p:sp>
        <p:nvSpPr>
          <p:cNvPr id="13" name="S09-chip565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4" name="S09-text566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90과 49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10-card56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56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49와 52 중 어느 수가 더 클까요?</a:t>
            </a:r>
            <a:endParaRPr lang="ko-KR" sz="3200" dirty="0"/>
          </a:p>
        </p:txBody>
      </p:sp>
      <p:sp>
        <p:nvSpPr>
          <p:cNvPr id="5" name="S10-card56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0-cardtext57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200" dirty="0"/>
          </a:p>
        </p:txBody>
      </p:sp>
      <p:sp>
        <p:nvSpPr>
          <p:cNvPr id="7" name="S10-chip571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49</a:t>
            </a:r>
            <a:endParaRPr lang="ko-KR" sz="2600" dirty="0"/>
          </a:p>
        </p:txBody>
      </p:sp>
      <p:sp>
        <p:nvSpPr>
          <p:cNvPr id="8" name="S10-text572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 9가 2보다 크니까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49가 커요.</a:t>
            </a:r>
            <a:endParaRPr lang="ko-KR" sz="3200" dirty="0"/>
          </a:p>
        </p:txBody>
      </p:sp>
      <p:sp>
        <p:nvSpPr>
          <p:cNvPr id="9" name="S10-chip573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52</a:t>
            </a:r>
            <a:endParaRPr lang="ko-KR" sz="2600" dirty="0"/>
          </a:p>
        </p:txBody>
      </p:sp>
      <p:sp>
        <p:nvSpPr>
          <p:cNvPr id="10" name="S10-text574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 5개가 4개보다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많으니까 52가 커요.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1-text57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풀고, 어떻게 알았는지 말해요.</a:t>
            </a:r>
            <a:endParaRPr lang="ko-KR" sz="3200" dirty="0"/>
          </a:p>
        </p:txBody>
      </p:sp>
      <p:sp>
        <p:nvSpPr>
          <p:cNvPr id="4" name="S11-chip57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1-text577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 6개, 낱개 7개는?</a:t>
            </a:r>
            <a:endParaRPr lang="ko-KR" sz="3200" dirty="0"/>
          </a:p>
        </p:txBody>
      </p:sp>
      <p:sp>
        <p:nvSpPr>
          <p:cNvPr id="6" name="S11-chip578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1-text579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아흔을 숫자로 써요.</a:t>
            </a:r>
            <a:endParaRPr lang="ko-KR" sz="3200" dirty="0"/>
          </a:p>
        </p:txBody>
      </p:sp>
      <p:sp>
        <p:nvSpPr>
          <p:cNvPr id="8" name="S11-chip580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1-text581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68과 71 중 큰 수는?</a:t>
            </a:r>
            <a:endParaRPr lang="ko-KR" sz="3200" dirty="0"/>
          </a:p>
        </p:txBody>
      </p:sp>
      <p:sp>
        <p:nvSpPr>
          <p:cNvPr id="10" name="S11-chip582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1" name="S11-text583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45와 42 중 작은 수는?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400" dirty="0"/>
          </a:p>
        </p:txBody>
      </p:sp>
      <p:sp>
        <p:nvSpPr>
          <p:cNvPr id="3" name="S12-card58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58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콩 봉지와 낱개로 다시 놓아 비교하게 하세요.</a:t>
            </a:r>
            <a:endParaRPr lang="ko-KR" sz="3200" dirty="0"/>
          </a:p>
        </p:txBody>
      </p:sp>
      <p:sp>
        <p:nvSpPr>
          <p:cNvPr id="5" name="S12-chip586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2-text587"/>
          <p:cNvSpPr txBox="1"/>
          <p:nvPr/>
        </p:nvSpPr>
        <p:spPr>
          <a:xfrm>
            <a:off x="548640" y="20574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67</a:t>
            </a:r>
            <a:endParaRPr lang="ko-KR" sz="3200" dirty="0"/>
          </a:p>
        </p:txBody>
      </p:sp>
      <p:sp>
        <p:nvSpPr>
          <p:cNvPr id="7" name="S12-text588"/>
          <p:cNvSpPr txBox="1"/>
          <p:nvPr/>
        </p:nvSpPr>
        <p:spPr>
          <a:xfrm>
            <a:off x="3367278" y="20574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 6, 낱개 7</a:t>
            </a:r>
            <a:endParaRPr lang="ko-KR" sz="2600" dirty="0"/>
          </a:p>
        </p:txBody>
      </p:sp>
      <p:sp>
        <p:nvSpPr>
          <p:cNvPr id="8" name="S12-text589"/>
          <p:cNvSpPr txBox="1"/>
          <p:nvPr/>
        </p:nvSpPr>
        <p:spPr>
          <a:xfrm>
            <a:off x="548640" y="28575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90</a:t>
            </a:r>
            <a:endParaRPr lang="ko-KR" sz="3200" dirty="0"/>
          </a:p>
        </p:txBody>
      </p:sp>
      <p:sp>
        <p:nvSpPr>
          <p:cNvPr id="9" name="S12-text590"/>
          <p:cNvSpPr txBox="1"/>
          <p:nvPr/>
        </p:nvSpPr>
        <p:spPr>
          <a:xfrm>
            <a:off x="3367278" y="28575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아흔 = 묶음 9</a:t>
            </a:r>
            <a:endParaRPr lang="ko-KR" sz="2600" dirty="0"/>
          </a:p>
        </p:txBody>
      </p:sp>
      <p:sp>
        <p:nvSpPr>
          <p:cNvPr id="10" name="S12-text591"/>
          <p:cNvSpPr txBox="1"/>
          <p:nvPr/>
        </p:nvSpPr>
        <p:spPr>
          <a:xfrm>
            <a:off x="548640" y="36576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71</a:t>
            </a:r>
            <a:endParaRPr lang="ko-KR" sz="3200" dirty="0"/>
          </a:p>
        </p:txBody>
      </p:sp>
      <p:sp>
        <p:nvSpPr>
          <p:cNvPr id="11" name="S12-text592"/>
          <p:cNvSpPr txBox="1"/>
          <p:nvPr/>
        </p:nvSpPr>
        <p:spPr>
          <a:xfrm>
            <a:off x="3367278" y="36576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 7이 더 많음</a:t>
            </a:r>
            <a:endParaRPr lang="ko-KR" sz="2600" dirty="0"/>
          </a:p>
        </p:txBody>
      </p:sp>
      <p:sp>
        <p:nvSpPr>
          <p:cNvPr id="12" name="S12-text593"/>
          <p:cNvSpPr txBox="1"/>
          <p:nvPr/>
        </p:nvSpPr>
        <p:spPr>
          <a:xfrm>
            <a:off x="548640" y="44577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42</a:t>
            </a:r>
            <a:endParaRPr lang="ko-KR" sz="3200" dirty="0"/>
          </a:p>
        </p:txBody>
      </p:sp>
      <p:sp>
        <p:nvSpPr>
          <p:cNvPr id="13" name="S12-text594"/>
          <p:cNvSpPr txBox="1"/>
          <p:nvPr/>
        </p:nvSpPr>
        <p:spPr>
          <a:xfrm>
            <a:off x="3367278" y="44577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 2가 더 적음</a:t>
            </a:r>
            <a:endParaRPr lang="ko-KR" sz="2600" dirty="0"/>
          </a:p>
        </p:txBody>
      </p:sp>
      <p:sp>
        <p:nvSpPr>
          <p:cNvPr id="14" name="S12-chip595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5" name="S12-text596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68</a:t>
            </a:r>
            <a:endParaRPr lang="ko-KR" sz="3200" dirty="0"/>
          </a:p>
        </p:txBody>
      </p:sp>
      <p:sp>
        <p:nvSpPr>
          <p:cNvPr id="16" name="S12-text597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낱개만 비교함</a:t>
            </a:r>
            <a:endParaRPr lang="ko-KR" sz="2600" dirty="0"/>
          </a:p>
        </p:txBody>
      </p:sp>
      <p:sp>
        <p:nvSpPr>
          <p:cNvPr id="17" name="S12-text598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45</a:t>
            </a:r>
            <a:endParaRPr lang="ko-KR" sz="3200" dirty="0"/>
          </a:p>
        </p:txBody>
      </p:sp>
      <p:sp>
        <p:nvSpPr>
          <p:cNvPr id="18" name="S12-text599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수를 고름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큰 수는?</a:t>
            </a:r>
            <a:endParaRPr lang="ko-KR" sz="4400" dirty="0"/>
          </a:p>
        </p:txBody>
      </p:sp>
      <p:sp>
        <p:nvSpPr>
          <p:cNvPr id="3" name="S13-card60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60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수를 말하고, 어떻게 알았는지 말해요.</a:t>
            </a:r>
            <a:endParaRPr lang="ko-KR" sz="3200" dirty="0"/>
          </a:p>
        </p:txBody>
      </p:sp>
      <p:sp>
        <p:nvSpPr>
          <p:cNvPr id="5" name="S13-chip602"/>
          <p:cNvSpPr txBox="1"/>
          <p:nvPr/>
        </p:nvSpPr>
        <p:spPr>
          <a:xfrm>
            <a:off x="2946654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6" name="S13-rod603"/>
          <p:cNvSpPr/>
          <p:nvPr/>
        </p:nvSpPr>
        <p:spPr>
          <a:xfrm>
            <a:off x="2130552" y="2089404"/>
            <a:ext cx="297180" cy="2971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13-line604"/>
          <p:cNvSpPr/>
          <p:nvPr/>
        </p:nvSpPr>
        <p:spPr>
          <a:xfrm>
            <a:off x="2130552" y="23865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13-line605"/>
          <p:cNvSpPr/>
          <p:nvPr/>
        </p:nvSpPr>
        <p:spPr>
          <a:xfrm>
            <a:off x="2130552" y="26837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13-line606"/>
          <p:cNvSpPr/>
          <p:nvPr/>
        </p:nvSpPr>
        <p:spPr>
          <a:xfrm>
            <a:off x="2130552" y="29809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13-line607"/>
          <p:cNvSpPr/>
          <p:nvPr/>
        </p:nvSpPr>
        <p:spPr>
          <a:xfrm>
            <a:off x="2130552" y="32781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13-line608"/>
          <p:cNvSpPr/>
          <p:nvPr/>
        </p:nvSpPr>
        <p:spPr>
          <a:xfrm>
            <a:off x="2130552" y="357530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13-line609"/>
          <p:cNvSpPr/>
          <p:nvPr/>
        </p:nvSpPr>
        <p:spPr>
          <a:xfrm>
            <a:off x="2130552" y="38724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13-line610"/>
          <p:cNvSpPr/>
          <p:nvPr/>
        </p:nvSpPr>
        <p:spPr>
          <a:xfrm>
            <a:off x="2130552" y="41696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13-line611"/>
          <p:cNvSpPr/>
          <p:nvPr/>
        </p:nvSpPr>
        <p:spPr>
          <a:xfrm>
            <a:off x="2130552" y="44668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13-line612"/>
          <p:cNvSpPr/>
          <p:nvPr/>
        </p:nvSpPr>
        <p:spPr>
          <a:xfrm>
            <a:off x="2130552" y="47640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13-rod613"/>
          <p:cNvSpPr/>
          <p:nvPr/>
        </p:nvSpPr>
        <p:spPr>
          <a:xfrm>
            <a:off x="2606040" y="2089404"/>
            <a:ext cx="297180" cy="2971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3-line614"/>
          <p:cNvSpPr/>
          <p:nvPr/>
        </p:nvSpPr>
        <p:spPr>
          <a:xfrm>
            <a:off x="2606040" y="23865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13-line615"/>
          <p:cNvSpPr/>
          <p:nvPr/>
        </p:nvSpPr>
        <p:spPr>
          <a:xfrm>
            <a:off x="2606040" y="26837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13-line616"/>
          <p:cNvSpPr/>
          <p:nvPr/>
        </p:nvSpPr>
        <p:spPr>
          <a:xfrm>
            <a:off x="2606040" y="29809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13-line617"/>
          <p:cNvSpPr/>
          <p:nvPr/>
        </p:nvSpPr>
        <p:spPr>
          <a:xfrm>
            <a:off x="2606040" y="32781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13-line618"/>
          <p:cNvSpPr/>
          <p:nvPr/>
        </p:nvSpPr>
        <p:spPr>
          <a:xfrm>
            <a:off x="2606040" y="357530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13-line619"/>
          <p:cNvSpPr/>
          <p:nvPr/>
        </p:nvSpPr>
        <p:spPr>
          <a:xfrm>
            <a:off x="2606040" y="38724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13-line620"/>
          <p:cNvSpPr/>
          <p:nvPr/>
        </p:nvSpPr>
        <p:spPr>
          <a:xfrm>
            <a:off x="2606040" y="41696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13-line621"/>
          <p:cNvSpPr/>
          <p:nvPr/>
        </p:nvSpPr>
        <p:spPr>
          <a:xfrm>
            <a:off x="2606040" y="44668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13-line622"/>
          <p:cNvSpPr/>
          <p:nvPr/>
        </p:nvSpPr>
        <p:spPr>
          <a:xfrm>
            <a:off x="2606040" y="47640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13-rod623"/>
          <p:cNvSpPr/>
          <p:nvPr/>
        </p:nvSpPr>
        <p:spPr>
          <a:xfrm>
            <a:off x="3081528" y="2089404"/>
            <a:ext cx="297180" cy="2971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3-line624"/>
          <p:cNvSpPr/>
          <p:nvPr/>
        </p:nvSpPr>
        <p:spPr>
          <a:xfrm>
            <a:off x="3081528" y="23865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13-line625"/>
          <p:cNvSpPr/>
          <p:nvPr/>
        </p:nvSpPr>
        <p:spPr>
          <a:xfrm>
            <a:off x="3081528" y="26837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13-line626"/>
          <p:cNvSpPr/>
          <p:nvPr/>
        </p:nvSpPr>
        <p:spPr>
          <a:xfrm>
            <a:off x="3081528" y="29809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13-line627"/>
          <p:cNvSpPr/>
          <p:nvPr/>
        </p:nvSpPr>
        <p:spPr>
          <a:xfrm>
            <a:off x="3081528" y="32781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13-line628"/>
          <p:cNvSpPr/>
          <p:nvPr/>
        </p:nvSpPr>
        <p:spPr>
          <a:xfrm>
            <a:off x="3081528" y="357530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13-line629"/>
          <p:cNvSpPr/>
          <p:nvPr/>
        </p:nvSpPr>
        <p:spPr>
          <a:xfrm>
            <a:off x="3081528" y="38724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13-line630"/>
          <p:cNvSpPr/>
          <p:nvPr/>
        </p:nvSpPr>
        <p:spPr>
          <a:xfrm>
            <a:off x="3081528" y="41696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13-line631"/>
          <p:cNvSpPr/>
          <p:nvPr/>
        </p:nvSpPr>
        <p:spPr>
          <a:xfrm>
            <a:off x="3081528" y="44668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13-line632"/>
          <p:cNvSpPr/>
          <p:nvPr/>
        </p:nvSpPr>
        <p:spPr>
          <a:xfrm>
            <a:off x="3081528" y="47640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13-unit633"/>
          <p:cNvSpPr/>
          <p:nvPr/>
        </p:nvSpPr>
        <p:spPr>
          <a:xfrm>
            <a:off x="3557016" y="4689729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13-unit634"/>
          <p:cNvSpPr/>
          <p:nvPr/>
        </p:nvSpPr>
        <p:spPr>
          <a:xfrm>
            <a:off x="3557016" y="4318254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13-unit635"/>
          <p:cNvSpPr/>
          <p:nvPr/>
        </p:nvSpPr>
        <p:spPr>
          <a:xfrm>
            <a:off x="3557016" y="3946779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13-unit636"/>
          <p:cNvSpPr/>
          <p:nvPr/>
        </p:nvSpPr>
        <p:spPr>
          <a:xfrm>
            <a:off x="3557016" y="3575304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13-unit637"/>
          <p:cNvSpPr/>
          <p:nvPr/>
        </p:nvSpPr>
        <p:spPr>
          <a:xfrm>
            <a:off x="3557016" y="3203829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13-unit638"/>
          <p:cNvSpPr/>
          <p:nvPr/>
        </p:nvSpPr>
        <p:spPr>
          <a:xfrm>
            <a:off x="3943350" y="4689729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13-unit639"/>
          <p:cNvSpPr/>
          <p:nvPr/>
        </p:nvSpPr>
        <p:spPr>
          <a:xfrm>
            <a:off x="3943350" y="4318254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13-unit640"/>
          <p:cNvSpPr/>
          <p:nvPr/>
        </p:nvSpPr>
        <p:spPr>
          <a:xfrm>
            <a:off x="3943350" y="3946779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4" name="S13-unit641"/>
          <p:cNvSpPr/>
          <p:nvPr/>
        </p:nvSpPr>
        <p:spPr>
          <a:xfrm>
            <a:off x="3943350" y="3575304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13-figure642" descr="10개 막대 3개와 낱개 9개"/>
          <p:cNvSpPr/>
          <p:nvPr/>
        </p:nvSpPr>
        <p:spPr>
          <a:xfrm>
            <a:off x="548640" y="2089404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13-chip643"/>
          <p:cNvSpPr txBox="1"/>
          <p:nvPr/>
        </p:nvSpPr>
        <p:spPr>
          <a:xfrm>
            <a:off x="8675370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47" name="S13-rod644"/>
          <p:cNvSpPr/>
          <p:nvPr/>
        </p:nvSpPr>
        <p:spPr>
          <a:xfrm>
            <a:off x="7814691" y="2089404"/>
            <a:ext cx="297180" cy="2971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8" name="S13-line645"/>
          <p:cNvSpPr/>
          <p:nvPr/>
        </p:nvSpPr>
        <p:spPr>
          <a:xfrm>
            <a:off x="7814691" y="23865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13-line646"/>
          <p:cNvSpPr/>
          <p:nvPr/>
        </p:nvSpPr>
        <p:spPr>
          <a:xfrm>
            <a:off x="7814691" y="26837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13-line647"/>
          <p:cNvSpPr/>
          <p:nvPr/>
        </p:nvSpPr>
        <p:spPr>
          <a:xfrm>
            <a:off x="7814691" y="29809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13-line648"/>
          <p:cNvSpPr/>
          <p:nvPr/>
        </p:nvSpPr>
        <p:spPr>
          <a:xfrm>
            <a:off x="7814691" y="32781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13-line649"/>
          <p:cNvSpPr/>
          <p:nvPr/>
        </p:nvSpPr>
        <p:spPr>
          <a:xfrm>
            <a:off x="7814691" y="357530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13-line650"/>
          <p:cNvSpPr/>
          <p:nvPr/>
        </p:nvSpPr>
        <p:spPr>
          <a:xfrm>
            <a:off x="7814691" y="38724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13-line651"/>
          <p:cNvSpPr/>
          <p:nvPr/>
        </p:nvSpPr>
        <p:spPr>
          <a:xfrm>
            <a:off x="7814691" y="41696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13-line652"/>
          <p:cNvSpPr/>
          <p:nvPr/>
        </p:nvSpPr>
        <p:spPr>
          <a:xfrm>
            <a:off x="7814691" y="44668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13-line653"/>
          <p:cNvSpPr/>
          <p:nvPr/>
        </p:nvSpPr>
        <p:spPr>
          <a:xfrm>
            <a:off x="7814691" y="47640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13-rod654"/>
          <p:cNvSpPr/>
          <p:nvPr/>
        </p:nvSpPr>
        <p:spPr>
          <a:xfrm>
            <a:off x="8290179" y="2089404"/>
            <a:ext cx="297180" cy="2971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8" name="S13-line655"/>
          <p:cNvSpPr/>
          <p:nvPr/>
        </p:nvSpPr>
        <p:spPr>
          <a:xfrm>
            <a:off x="8290179" y="23865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13-line656"/>
          <p:cNvSpPr/>
          <p:nvPr/>
        </p:nvSpPr>
        <p:spPr>
          <a:xfrm>
            <a:off x="8290179" y="26837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13-line657"/>
          <p:cNvSpPr/>
          <p:nvPr/>
        </p:nvSpPr>
        <p:spPr>
          <a:xfrm>
            <a:off x="8290179" y="29809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13-line658"/>
          <p:cNvSpPr/>
          <p:nvPr/>
        </p:nvSpPr>
        <p:spPr>
          <a:xfrm>
            <a:off x="8290179" y="32781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13-line659"/>
          <p:cNvSpPr/>
          <p:nvPr/>
        </p:nvSpPr>
        <p:spPr>
          <a:xfrm>
            <a:off x="8290179" y="357530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13-line660"/>
          <p:cNvSpPr/>
          <p:nvPr/>
        </p:nvSpPr>
        <p:spPr>
          <a:xfrm>
            <a:off x="8290179" y="38724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13-line661"/>
          <p:cNvSpPr/>
          <p:nvPr/>
        </p:nvSpPr>
        <p:spPr>
          <a:xfrm>
            <a:off x="8290179" y="41696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13-line662"/>
          <p:cNvSpPr/>
          <p:nvPr/>
        </p:nvSpPr>
        <p:spPr>
          <a:xfrm>
            <a:off x="8290179" y="44668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13-line663"/>
          <p:cNvSpPr/>
          <p:nvPr/>
        </p:nvSpPr>
        <p:spPr>
          <a:xfrm>
            <a:off x="8290179" y="47640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13-rod664"/>
          <p:cNvSpPr/>
          <p:nvPr/>
        </p:nvSpPr>
        <p:spPr>
          <a:xfrm>
            <a:off x="8765667" y="2089404"/>
            <a:ext cx="297180" cy="2971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8" name="S13-line665"/>
          <p:cNvSpPr/>
          <p:nvPr/>
        </p:nvSpPr>
        <p:spPr>
          <a:xfrm>
            <a:off x="8765667" y="23865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9" name="S13-line666"/>
          <p:cNvSpPr/>
          <p:nvPr/>
        </p:nvSpPr>
        <p:spPr>
          <a:xfrm>
            <a:off x="8765667" y="26837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0" name="S13-line667"/>
          <p:cNvSpPr/>
          <p:nvPr/>
        </p:nvSpPr>
        <p:spPr>
          <a:xfrm>
            <a:off x="8765667" y="29809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1" name="S13-line668"/>
          <p:cNvSpPr/>
          <p:nvPr/>
        </p:nvSpPr>
        <p:spPr>
          <a:xfrm>
            <a:off x="8765667" y="32781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2" name="S13-line669"/>
          <p:cNvSpPr/>
          <p:nvPr/>
        </p:nvSpPr>
        <p:spPr>
          <a:xfrm>
            <a:off x="8765667" y="357530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3" name="S13-line670"/>
          <p:cNvSpPr/>
          <p:nvPr/>
        </p:nvSpPr>
        <p:spPr>
          <a:xfrm>
            <a:off x="8765667" y="38724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4" name="S13-line671"/>
          <p:cNvSpPr/>
          <p:nvPr/>
        </p:nvSpPr>
        <p:spPr>
          <a:xfrm>
            <a:off x="8765667" y="41696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5" name="S13-line672"/>
          <p:cNvSpPr/>
          <p:nvPr/>
        </p:nvSpPr>
        <p:spPr>
          <a:xfrm>
            <a:off x="8765667" y="44668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6" name="S13-line673"/>
          <p:cNvSpPr/>
          <p:nvPr/>
        </p:nvSpPr>
        <p:spPr>
          <a:xfrm>
            <a:off x="8765667" y="47640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7" name="S13-rod674"/>
          <p:cNvSpPr/>
          <p:nvPr/>
        </p:nvSpPr>
        <p:spPr>
          <a:xfrm>
            <a:off x="9241155" y="2089404"/>
            <a:ext cx="297180" cy="2971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8" name="S13-line675"/>
          <p:cNvSpPr/>
          <p:nvPr/>
        </p:nvSpPr>
        <p:spPr>
          <a:xfrm>
            <a:off x="9241155" y="23865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9" name="S13-line676"/>
          <p:cNvSpPr/>
          <p:nvPr/>
        </p:nvSpPr>
        <p:spPr>
          <a:xfrm>
            <a:off x="9241155" y="26837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0" name="S13-line677"/>
          <p:cNvSpPr/>
          <p:nvPr/>
        </p:nvSpPr>
        <p:spPr>
          <a:xfrm>
            <a:off x="9241155" y="29809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1" name="S13-line678"/>
          <p:cNvSpPr/>
          <p:nvPr/>
        </p:nvSpPr>
        <p:spPr>
          <a:xfrm>
            <a:off x="9241155" y="32781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2" name="S13-line679"/>
          <p:cNvSpPr/>
          <p:nvPr/>
        </p:nvSpPr>
        <p:spPr>
          <a:xfrm>
            <a:off x="9241155" y="357530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3" name="S13-line680"/>
          <p:cNvSpPr/>
          <p:nvPr/>
        </p:nvSpPr>
        <p:spPr>
          <a:xfrm>
            <a:off x="9241155" y="38724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4" name="S13-line681"/>
          <p:cNvSpPr/>
          <p:nvPr/>
        </p:nvSpPr>
        <p:spPr>
          <a:xfrm>
            <a:off x="9241155" y="41696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13-line682"/>
          <p:cNvSpPr/>
          <p:nvPr/>
        </p:nvSpPr>
        <p:spPr>
          <a:xfrm>
            <a:off x="9241155" y="44668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13-line683"/>
          <p:cNvSpPr/>
          <p:nvPr/>
        </p:nvSpPr>
        <p:spPr>
          <a:xfrm>
            <a:off x="9241155" y="47640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13-unit684"/>
          <p:cNvSpPr/>
          <p:nvPr/>
        </p:nvSpPr>
        <p:spPr>
          <a:xfrm>
            <a:off x="9716643" y="4689729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8" name="S13-figure685" descr="10개 막대 4개와 낱개 1개"/>
          <p:cNvSpPr/>
          <p:nvPr/>
        </p:nvSpPr>
        <p:spPr>
          <a:xfrm>
            <a:off x="6277356" y="2089404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4-card686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687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묶음부터 비교하고, 묶음이 같으면 낱개를 비교해요.</a:t>
            </a:r>
            <a:endParaRPr lang="ko-KR" sz="3200" dirty="0"/>
          </a:p>
        </p:txBody>
      </p:sp>
      <p:sp>
        <p:nvSpPr>
          <p:cNvPr id="5" name="S14-chip688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묶음 먼저 비교하기</a:t>
            </a:r>
            <a:endParaRPr lang="ko-KR" sz="2600" dirty="0"/>
          </a:p>
        </p:txBody>
      </p:sp>
      <p:sp>
        <p:nvSpPr>
          <p:cNvPr id="6" name="S14-chip689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낱개만 보고 비교하기</a:t>
            </a:r>
            <a:endParaRPr lang="ko-KR" sz="2600" dirty="0"/>
          </a:p>
        </p:txBody>
      </p:sp>
      <p:sp>
        <p:nvSpPr>
          <p:cNvPr id="7" name="S14-text690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4-text691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묶음 9개와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 3개는?</a:t>
            </a:r>
            <a:endParaRPr lang="ko-KR" sz="2600" dirty="0"/>
          </a:p>
        </p:txBody>
      </p:sp>
      <p:sp>
        <p:nvSpPr>
          <p:cNvPr id="9" name="S14-text692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64와 46 중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수는?</a:t>
            </a:r>
            <a:endParaRPr lang="ko-KR" sz="2600" dirty="0"/>
          </a:p>
        </p:txBody>
      </p:sp>
      <p:sp>
        <p:nvSpPr>
          <p:cNvPr id="10" name="S14-text693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여든을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숫자로 쓰기</a:t>
            </a:r>
            <a:endParaRPr lang="ko-KR" sz="2600" dirty="0"/>
          </a:p>
        </p:txBody>
      </p:sp>
      <p:sp>
        <p:nvSpPr>
          <p:cNvPr id="11" name="S14-text694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세 수의 덧셈과 뺄셈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묶음과 낱개</a:t>
            </a:r>
            <a:endParaRPr lang="ko-KR" sz="4400" dirty="0"/>
          </a:p>
        </p:txBody>
      </p:sp>
      <p:sp>
        <p:nvSpPr>
          <p:cNvPr id="3" name="S15-text69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콩을 10개씩 묶었어요.</a:t>
            </a:r>
            <a:endParaRPr lang="ko-KR" sz="3200" dirty="0"/>
          </a:p>
        </p:txBody>
      </p:sp>
      <p:sp>
        <p:nvSpPr>
          <p:cNvPr id="4" name="S15-card69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69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 2개, 낱개 5개는 25예요.</a:t>
            </a:r>
            <a:endParaRPr lang="ko-KR" sz="3200" dirty="0"/>
          </a:p>
        </p:txBody>
      </p:sp>
      <p:sp>
        <p:nvSpPr>
          <p:cNvPr id="6" name="S15-dot698"/>
          <p:cNvSpPr/>
          <p:nvPr/>
        </p:nvSpPr>
        <p:spPr>
          <a:xfrm>
            <a:off x="650971" y="2870448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15-dot699"/>
          <p:cNvSpPr/>
          <p:nvPr/>
        </p:nvSpPr>
        <p:spPr>
          <a:xfrm>
            <a:off x="1189552" y="2870448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5-dot700"/>
          <p:cNvSpPr/>
          <p:nvPr/>
        </p:nvSpPr>
        <p:spPr>
          <a:xfrm>
            <a:off x="1728134" y="2870448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5-dot701"/>
          <p:cNvSpPr/>
          <p:nvPr/>
        </p:nvSpPr>
        <p:spPr>
          <a:xfrm>
            <a:off x="2266715" y="2870448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5-dot702"/>
          <p:cNvSpPr/>
          <p:nvPr/>
        </p:nvSpPr>
        <p:spPr>
          <a:xfrm>
            <a:off x="2805297" y="2870448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15-dot703"/>
          <p:cNvSpPr/>
          <p:nvPr/>
        </p:nvSpPr>
        <p:spPr>
          <a:xfrm>
            <a:off x="3343879" y="2870448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5-dot704"/>
          <p:cNvSpPr/>
          <p:nvPr/>
        </p:nvSpPr>
        <p:spPr>
          <a:xfrm>
            <a:off x="3882460" y="2870448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5-dot705"/>
          <p:cNvSpPr/>
          <p:nvPr/>
        </p:nvSpPr>
        <p:spPr>
          <a:xfrm>
            <a:off x="4421042" y="2870448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5-dot706"/>
          <p:cNvSpPr/>
          <p:nvPr/>
        </p:nvSpPr>
        <p:spPr>
          <a:xfrm>
            <a:off x="4959623" y="2870448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15-dot707"/>
          <p:cNvSpPr/>
          <p:nvPr/>
        </p:nvSpPr>
        <p:spPr>
          <a:xfrm>
            <a:off x="5498205" y="2870448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5-dot708"/>
          <p:cNvSpPr/>
          <p:nvPr/>
        </p:nvSpPr>
        <p:spPr>
          <a:xfrm>
            <a:off x="650971" y="340903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15-dot709"/>
          <p:cNvSpPr/>
          <p:nvPr/>
        </p:nvSpPr>
        <p:spPr>
          <a:xfrm>
            <a:off x="1189552" y="340903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5-dot710"/>
          <p:cNvSpPr/>
          <p:nvPr/>
        </p:nvSpPr>
        <p:spPr>
          <a:xfrm>
            <a:off x="1728134" y="340903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15-dot711"/>
          <p:cNvSpPr/>
          <p:nvPr/>
        </p:nvSpPr>
        <p:spPr>
          <a:xfrm>
            <a:off x="2266715" y="340903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15-dot712"/>
          <p:cNvSpPr/>
          <p:nvPr/>
        </p:nvSpPr>
        <p:spPr>
          <a:xfrm>
            <a:off x="2805297" y="340903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15-dot713"/>
          <p:cNvSpPr/>
          <p:nvPr/>
        </p:nvSpPr>
        <p:spPr>
          <a:xfrm>
            <a:off x="3343879" y="340903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15-dot714"/>
          <p:cNvSpPr/>
          <p:nvPr/>
        </p:nvSpPr>
        <p:spPr>
          <a:xfrm>
            <a:off x="3882460" y="340903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15-dot715"/>
          <p:cNvSpPr/>
          <p:nvPr/>
        </p:nvSpPr>
        <p:spPr>
          <a:xfrm>
            <a:off x="4421042" y="340903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15-dot716"/>
          <p:cNvSpPr/>
          <p:nvPr/>
        </p:nvSpPr>
        <p:spPr>
          <a:xfrm>
            <a:off x="4959623" y="340903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15-dot717"/>
          <p:cNvSpPr/>
          <p:nvPr/>
        </p:nvSpPr>
        <p:spPr>
          <a:xfrm>
            <a:off x="5498205" y="340903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15-group718"/>
          <p:cNvSpPr/>
          <p:nvPr/>
        </p:nvSpPr>
        <p:spPr>
          <a:xfrm>
            <a:off x="576072" y="2804693"/>
            <a:ext cx="5330952" cy="465430"/>
          </a:xfrm>
          <a:prstGeom prst="roundRect">
            <a:avLst>
              <a:gd name="adj" fmla="val 23576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7" name="S15-group719"/>
          <p:cNvSpPr/>
          <p:nvPr/>
        </p:nvSpPr>
        <p:spPr>
          <a:xfrm>
            <a:off x="576072" y="3343275"/>
            <a:ext cx="5330952" cy="465430"/>
          </a:xfrm>
          <a:prstGeom prst="roundRect">
            <a:avLst>
              <a:gd name="adj" fmla="val 23576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8" name="S15-figure720" descr="10개씩 묶은 점 두 줄"/>
          <p:cNvSpPr/>
          <p:nvPr/>
        </p:nvSpPr>
        <p:spPr>
          <a:xfrm>
            <a:off x="548640" y="2768117"/>
            <a:ext cx="5385816" cy="1077163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15-label721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10개씩 묶음 2개</a:t>
            </a:r>
            <a:endParaRPr lang="ko-KR" sz="2600" dirty="0"/>
          </a:p>
        </p:txBody>
      </p:sp>
      <p:sp>
        <p:nvSpPr>
          <p:cNvPr id="30" name="S15-dot722"/>
          <p:cNvSpPr/>
          <p:nvPr/>
        </p:nvSpPr>
        <p:spPr>
          <a:xfrm>
            <a:off x="6356827" y="3139739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15-dot723"/>
          <p:cNvSpPr/>
          <p:nvPr/>
        </p:nvSpPr>
        <p:spPr>
          <a:xfrm>
            <a:off x="6895408" y="3139739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15-dot724"/>
          <p:cNvSpPr/>
          <p:nvPr/>
        </p:nvSpPr>
        <p:spPr>
          <a:xfrm>
            <a:off x="7433990" y="3139739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15-dot725"/>
          <p:cNvSpPr/>
          <p:nvPr/>
        </p:nvSpPr>
        <p:spPr>
          <a:xfrm>
            <a:off x="7972571" y="3139739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15-dot726"/>
          <p:cNvSpPr/>
          <p:nvPr/>
        </p:nvSpPr>
        <p:spPr>
          <a:xfrm>
            <a:off x="8511153" y="3139739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15-figure727" descr="묶지 않은 점 5개"/>
          <p:cNvSpPr/>
          <p:nvPr/>
        </p:nvSpPr>
        <p:spPr>
          <a:xfrm>
            <a:off x="6254496" y="3037408"/>
            <a:ext cx="5385816" cy="53858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15-label728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 5개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100까지의 수</dc:title>
  <dc:subject>KR22-G01-MAT-NUM100-L01</dc:subject>
  <dc:creator>education-ppt</dc:creator>
  <cp:lastModifiedBy>education-ppt</cp:lastModifiedBy>
  <cp:revision>1</cp:revision>
  <dcterms:created xsi:type="dcterms:W3CDTF">2026-10-26T07:45:25Z</dcterms:created>
  <dcterms:modified xsi:type="dcterms:W3CDTF">2026-10-26T07:45:25Z</dcterms:modified>
</cp:coreProperties>
</file>