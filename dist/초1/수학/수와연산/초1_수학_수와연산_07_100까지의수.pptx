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c33aaac-945a-4898-1e1d-7c0c4ccd2568}">
          <p14:sldIdLst>
            <p14:sldId id="256"/>
            <p14:sldId id="257"/>
          </p14:sldIdLst>
        </p14:section>
        <p14:section name="개념" id="{95466fc1-bbed-a854-4d41-f075b45eb4c9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c075ff0d-8c7e-bd83-4ab2-71c92c532311}">
          <p14:sldIdLst>
            <p14:sldId id="263"/>
            <p14:sldId id="264"/>
            <p14:sldId id="265"/>
          </p14:sldIdLst>
        </p14:section>
        <p14:section name="확인" id="{86bf8cd9-5f06-cb36-7078-0cae4b5810a3}">
          <p14:sldIdLst>
            <p14:sldId id="266"/>
            <p14:sldId id="267"/>
            <p14:sldId id="268"/>
          </p14:sldIdLst>
        </p14:section>
        <p14:section name="정리" id="{67d7ca7a-8579-24ff-a2eb-12f1806b0b14}">
          <p14:sldIdLst>
            <p14:sldId id="269"/>
          </p14:sldIdLst>
        </p14:section>
        <p14:section name="보충" id="{6f3c04a5-591a-6b1e-d837-9f942d3bc6e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‘10개씩 묶음과 낱개’를 100까지 넓힌다는 것을 알려 줍니다.
시간: 약 2분
이렇게 말해 보세요
- “지난 시간에는 50까지 셌지? 오늘은 100까지 세고, 두 수 중 어느 수가 더 큰지 알아볼 거야.”
- “오른쪽 그림은 막대가 몇 개, 낱개가 몇 개야?”
예상 답
- “막대 6개, 낱개 2개요.”
막히면
- 막대를 하나씩 짚으며 “십, 이십, 삼십…”으로 함께 셉니다.
주의
- 수를 몰라도 괜찮습니다. S03에서 60의 이름을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확인(50까지의 수)]
목적: 지난 차시(50까지의 수)의 묶음·낱개와 두 가지 읽기가 되는지 확인합니다.
시간: 약 3분
이렇게 말해 보세요
- “①은 10개씩 묶음 3개와 낱개 6개야. 얼마일까?”
- “②는 47을 두 가지로 읽고, ③은 마흔다섯을 숫자로 써 볼래?”
정답
- ① 36
- ② 사십칠, 마흔일곱
- ③ 45
막히면
- 콩 봉지와 낱개로 놓아 보게 합니다.
- 두 문제 이상 틀리면 S15(보충)를 먼저 합니다. 보충으로도 어려우면 6차시 ‘50까지의 수’(KR22-G01-MAT-NUM50-L01)를 다시 합니다.
주의
- ③을 405로 쓰면 지난 차시의 실수(30과 4를 붙여 쓰기)가 남아 있는 것입니다. S15에서 표로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60, 70, 80, 90 읽기]
목적: 10개씩 묶음 6~9개가 60, 70, 80, 90임을 알고 두 가지로 읽습니다.
시간: 약 3분
이렇게 말해 보세요
- “50은 묶음 5개였지? 묶음이 6개면 60, 육십 또는 예순이야.”
- “같이 10씩 세어 보자. 열, 스물, 서른, 마흔, 쉰, 예순, 일흔, 여든, 아흔!”
예상 답
- “육십, 예순. 칠십, 일흔. 팔십, 여든. 구십, 아흔.”
막히면
- ‘육십, 칠십, 팔십, 구십’을 먼저 익히고, ‘예순, 일흔, 여든, 아흔’은 부모가 말하고 따라 하게 합니다(M2).
주의
- 할머니 연세(예순, 일흔)처럼 생활에서 들을 수 있는 말이라고 알려 주면 기억에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몇십몇(99까지) 쓰고 읽기]
목적: 50보다 큰 몇십몇도 묶음 먼저, 낱개 나중으로 쓰고 두 가지로 읽습니다.
시간: 약 3분
이렇게 말해 보세요
- “막대가 몇 개야? 낱개는? 그럼 얼마일까?”
- “75는 칠십오 또는 일흔다섯이라고 읽어.”
예상 답
- “막대 7개, 낱개 5개. 75요.” “칠십오, 일흔다섯.”
막히면
- 막대를 “십, 이십 … 칠십”으로 센 뒤 낱개를 “칠십일, 칠십이 … 칠십오”로 이어 셉니다.
주의
- 57로 바꾸어 쓰면 “묶음이 5개야?”라고 다시 그림을 보게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100 알아보기]
목적: 99보다 1만큼 더 큰 수가 100이고, 10개씩 묶음 10개와 같다는 것을 압니다.
시간: 약 2분
이렇게 말해 보세요
- “99는 묶음 9개, 낱개 9개야. 낱개를 하나 더 놓으면 낱개가 몇 개가 돼?”
- “낱개 10개는 한 묶음이 되지? 그러면 묶음이 10개, 이 수가 100이야. ‘백’이라고 읽어.”
예상 답
- “낱개가 10개요. 묶음이 10개가 돼요.” “백.”
막히면
- 막대를 “십, 이십 … 구십, 백”으로 10개까지 함께 셉니다(M3).
주의
- 100은 ‘백’ 한 가지로 읽습니다.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묶음의 수로 크기 비교]
목적: 두 수의 크기는 10개씩 묶음의 수부터 비교한다는 것을 압니다.
시간: 약 3분
이렇게 말해 보세요
- “64와 58 중 어느 수가 더 클까? 막대가 몇 개씩이야?”
- “막대 하나가 10개라서, 막대가 많은 쪽이 더 커. 낱개는 10개도 안 되거든.”
- “‘64는 58보다 커요’, 거꾸로 ‘58은 64보다 작아요’라고 말해 볼래?”
예상 답
- “64요. 막대가 6개라서요.” “64는 58보다 커요. 58은 64보다 작아요.”
막히면
- 58의 낱개 8개를 64의 막대 하나 옆에 놓고 “낱개 8개가 막대 하나(10개)보다 많아?”라고 묻습니다.
주의
- 58의 낱개(8)가 64의 낱개(4)보다 많아서 헷갈릴 수 있습니다. 이 실수는 S10에서 다시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묶음이 같을 때 낱개로 비교]
목적: 10개씩 묶음의 수가 같으면 낱개의 수로 크기를 비교한다는 것을 압니다.
시간: 약 3분
이렇게 말해 보세요
- “이번에는 막대가 둘 다 7개야. 그러면 무엇을 비교할까?”
- “낱개가 3개, 6개야. 76은 73보다 커요.”
예상 답
- “낱개요. 76이 더 커요.”
막히면
- 막대는 손으로 가리고 낱개만 보며 3과 6을 비교하게 합니다.
주의
- 비교 순서를 ‘① 묶음 → ② 묶음이 같으면 낱개’로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연습(읽기·쓰기)]
목적: 도움을 받으며 100까지의 수를 묶음·낱개로 나타내고 읽고 씁니다.
시간: 약 4분
이렇게 말해 보세요
- “①은 얼마일까? 종이에 써 볼래?”
- “②는 69를 두 가지로 읽어 봐. ‘예순’ 다음에 무엇을 붙일까?”
정답
- ① 82
- ② 육십구, 예순아홉
- ③ 95
- ④ 100(백)
막히면
- ③을 905로 쓰면 묶음과 낱개 표를 그려 9와 5를 차례로 쓰게 합니다.
- ④는 S05로 돌아가 낱개 10개가 한 묶음이 되는 것을 다시 봅니다(M3).
주의
- 아이가 쓴 수를 소리 내어 읽게 하면 바꾸어 쓴 실수를 스스로 찾기도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연습(크기 비교)]
목적: 도움을 받으며 묶음부터 비교하고, 같으면 낱개를 비교해 큰 수를 찾습니다.
시간: 약 4분
이렇게 말해 보세요
- “①은 57과 75야. 오른쪽 표처럼 묶음과 낱개로 나누어 보자. 묶음은 어느 쪽이 많아?”
- “‘75는 57보다 커요’라고 말해 볼래? ②, ③도 해 보자.”
정답
- ① 75(75는 57보다 커요. 57은 75보다 작아요.)
- ② 86(묶음이 8개로 같고, 낱개 6이 3보다 많아요.)
- ③ 90(묶음 9개가 4개보다 많아요.)
막히면
- 두 수를 콩 봉지와 낱개로 놓고 봉지 수부터 비교합니다.
- ②는 S07처럼 묶음을 손으로 가리고 낱개만 비교합니다.
주의
- ③에서 49의 9가 커 보여 49를 고르기 쉽습니다. 묶음이 9개인 90이 더 큽니다(M1).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비교(낱개만 보고 비교)]
목적: 낱개만 보고 크기를 비교하는 실수를 바로잡습니다(M1).
시간: 약 3분
이렇게 말해 보세요
- “토끼는 낱개를 보고, 곰은 묶음을 봤어. 누가 맞았을까?”
- “49는 묶음 4개, 52는 묶음 5개야. 묶음 하나가 몇 개였지?”
예상 답
- “곰이요. 묶음이 더 많으니까요.”
정답
- 곰이 맞습니다. 52는 49보다 큽니다.
- 묶음 하나는 10개라서 낱개 몇 개보다 많습니다. 그래서 묶음부터 비교합니다.
막히면
- 콩 봉지 4개와 낱개 9개, 봉지 5개와 낱개 2개를 놓고 49에 콩을 하나씩 더하며 “오십, 오십일, 오십이”까지 세어 봅니다.
주의
- 토끼처럼 생각하는 아이가 많습니다. 틀려도 “좋은 생각이었는데 묶음을 먼저 봐야 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100까지의 수를 쓰고, 두 수의 크기를 비교할 수 있는지 확인합니다.
시간: 약 5분
이렇게 말해 보세요
- “이번에는 혼자 해 볼래? ③, ④는 왜 그렇게 생각했는지도 말해 줘.”
정답
- ① 67
- ② 90
- ③ 71(묶음 7개가 6개보다 많아요.)
- ④ 42(묶음이 4개로 같고, 낱개 2가 5보다 적어요.)
막히면
- 바로 알려 주지 말고 “묶음이 몇 개야?”라고만 묻습니다.
- 도움을 받아 해결했다면 기록표에 ‘도움’으로 표시합니다.
주의
- ④는 ‘작은 수’를 묻습니다. 큰 수(45)를 답하면 질문을 다시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콩으로 다시 해 보자.”
정답
- ① 67 ② 90 ③ 71 ④ 42
막히면
- ③이 68이면 S10으로, ①이 76이면 S04로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확인(그림 보고 비교)]
목적: 처음 보는 그림에서 수를 읽고, 묶음부터 비교해 더 큰 수를 고르는지 확인합니다.
시간: 약 2분
이렇게 말해 보세요
- “가와 나는 각각 얼마야? 어느 쪽이 더 커? 어떻게 알았어?”
정답
- 가 39, 나 41. 나(41)가 더 큽니다. 묶음 4개가 3개보다 많습니다.
막히면
- 각 그림의 막대와 낱개를 세어 수를 먼저 말하게 합니다.
주의
- 가(39)를 고르면 낱개만 보고 비교한 것입니다(M1).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두 수 중 어느 수가 큰지 어떻게 알 수 있어?”
예상 답
- “묶음이 많은 수가 커요. 묶음이 같으면 낱개가 많은 수가 커요.”
정답
- ① 93 ② 64(64는 46보다 커요) ③ 80
막히면
- S06과 S07의 그림을 다시 보여 주며 비교 순서를 함께 말합니다.
주의
- 다음 차시(세 수의 덧셈과 뺄셈)는 한 자리 수 계산입니다. 4·5차시의 덧셈·뺄셈을 2~3문제 복습하고 시작하면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보충(묶음과 낱개)]
목적: S02에서 50까지의 수가 흔들리면, 콩을 10개씩 묶어 세며 묶음과 낱개를 다시 익힙니다.
시간: 약 5분
이렇게 말해 보세요
- “콩을 10개씩 세어 봉지에 넣어 보자. 봉지는 몇 개, 남은 콩은 몇 개야?”
- “봉지 2개와 낱개 5개는 얼마야? 두 가지로 읽어 볼까?”
정답
- 25(이십오, 스물다섯)
막히면
- 봉지를 “십, 이십”으로 센 뒤 낱개를 “이십일 … 이십오”로 이어 셉니다.
주의
- 보충으로도 어려우면 6차시 ‘50까지의 수’(KR22-G01-MAT-NUM50-L01)를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11354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11354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11354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11354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11354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1354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11354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11354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11354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11354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8563708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63708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8563708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563708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8563708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563708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8563708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563708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8563708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8563708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rod3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rod41"/>
          <p:cNvSpPr/>
          <p:nvPr/>
        </p:nvSpPr>
        <p:spPr>
          <a:xfrm>
            <a:off x="9914206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9914206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9914206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9914206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9914206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9914206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9914206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9914206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9914206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9914206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rod51"/>
          <p:cNvSpPr/>
          <p:nvPr/>
        </p:nvSpPr>
        <p:spPr>
          <a:xfrm>
            <a:off x="1036437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36437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36437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36437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36437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36437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36437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36437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1036437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036437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unit61"/>
          <p:cNvSpPr/>
          <p:nvPr/>
        </p:nvSpPr>
        <p:spPr>
          <a:xfrm>
            <a:off x="10814538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unit62"/>
          <p:cNvSpPr/>
          <p:nvPr/>
        </p:nvSpPr>
        <p:spPr>
          <a:xfrm>
            <a:off x="10814538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figure63" descr="10개 막대 6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01-card6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8" name="S01-cardtext6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100까지의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3개, 낱개 6개는?</a:t>
            </a:r>
            <a:endParaRPr lang="ko-KR" sz="3200" dirty="0"/>
          </a:p>
        </p:txBody>
      </p:sp>
      <p:sp>
        <p:nvSpPr>
          <p:cNvPr id="5" name="S02-chip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47을 두 가지로 읽어요.</a:t>
            </a:r>
            <a:endParaRPr lang="ko-KR" sz="3200" dirty="0"/>
          </a:p>
        </p:txBody>
      </p:sp>
      <p:sp>
        <p:nvSpPr>
          <p:cNvPr id="7" name="S02-chip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7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마흔다섯을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60, 70, 80, 90</a:t>
            </a:r>
            <a:endParaRPr lang="ko-KR" sz="4400" dirty="0"/>
          </a:p>
        </p:txBody>
      </p:sp>
      <p:sp>
        <p:nvSpPr>
          <p:cNvPr id="3" name="S0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묶음이 늘어나요.</a:t>
            </a:r>
            <a:endParaRPr lang="ko-KR" sz="3200" dirty="0"/>
          </a:p>
        </p:txBody>
      </p:sp>
      <p:sp>
        <p:nvSpPr>
          <p:cNvPr id="4" name="S0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예순, 일흔, 여든, 아흔도 기억해요.</a:t>
            </a:r>
            <a:endParaRPr lang="ko-KR" sz="3200" dirty="0"/>
          </a:p>
        </p:txBody>
      </p:sp>
      <p:graphicFrame>
        <p:nvGraphicFramePr>
          <p:cNvPr id="4" name="S03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2103120"/>
                <a:gridCol w="210312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칠십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5개</a:t>
            </a:r>
            <a:endParaRPr lang="ko-KR" sz="4400" dirty="0"/>
          </a:p>
        </p:txBody>
      </p:sp>
      <p:sp>
        <p:nvSpPr>
          <p:cNvPr id="3" name="S04-card7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7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칠십오 또는 일흔다섯이라고 읽어요.</a:t>
            </a:r>
            <a:endParaRPr lang="ko-KR" sz="3200" dirty="0"/>
          </a:p>
        </p:txBody>
      </p:sp>
      <p:sp>
        <p:nvSpPr>
          <p:cNvPr id="5" name="S04-rod78"/>
          <p:cNvSpPr/>
          <p:nvPr/>
        </p:nvSpPr>
        <p:spPr>
          <a:xfrm>
            <a:off x="1222675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79"/>
          <p:cNvSpPr/>
          <p:nvPr/>
        </p:nvSpPr>
        <p:spPr>
          <a:xfrm>
            <a:off x="1222675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80"/>
          <p:cNvSpPr/>
          <p:nvPr/>
        </p:nvSpPr>
        <p:spPr>
          <a:xfrm>
            <a:off x="1222675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1"/>
          <p:cNvSpPr/>
          <p:nvPr/>
        </p:nvSpPr>
        <p:spPr>
          <a:xfrm>
            <a:off x="1222675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2"/>
          <p:cNvSpPr/>
          <p:nvPr/>
        </p:nvSpPr>
        <p:spPr>
          <a:xfrm>
            <a:off x="1222675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3"/>
          <p:cNvSpPr/>
          <p:nvPr/>
        </p:nvSpPr>
        <p:spPr>
          <a:xfrm>
            <a:off x="1222675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4"/>
          <p:cNvSpPr/>
          <p:nvPr/>
        </p:nvSpPr>
        <p:spPr>
          <a:xfrm>
            <a:off x="1222675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5"/>
          <p:cNvSpPr/>
          <p:nvPr/>
        </p:nvSpPr>
        <p:spPr>
          <a:xfrm>
            <a:off x="1222675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6"/>
          <p:cNvSpPr/>
          <p:nvPr/>
        </p:nvSpPr>
        <p:spPr>
          <a:xfrm>
            <a:off x="1222675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87"/>
          <p:cNvSpPr/>
          <p:nvPr/>
        </p:nvSpPr>
        <p:spPr>
          <a:xfrm>
            <a:off x="1222675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88"/>
          <p:cNvSpPr/>
          <p:nvPr/>
        </p:nvSpPr>
        <p:spPr>
          <a:xfrm>
            <a:off x="1739507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89"/>
          <p:cNvSpPr/>
          <p:nvPr/>
        </p:nvSpPr>
        <p:spPr>
          <a:xfrm>
            <a:off x="1739507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90"/>
          <p:cNvSpPr/>
          <p:nvPr/>
        </p:nvSpPr>
        <p:spPr>
          <a:xfrm>
            <a:off x="1739507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1"/>
          <p:cNvSpPr/>
          <p:nvPr/>
        </p:nvSpPr>
        <p:spPr>
          <a:xfrm>
            <a:off x="1739507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2"/>
          <p:cNvSpPr/>
          <p:nvPr/>
        </p:nvSpPr>
        <p:spPr>
          <a:xfrm>
            <a:off x="1739507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3"/>
          <p:cNvSpPr/>
          <p:nvPr/>
        </p:nvSpPr>
        <p:spPr>
          <a:xfrm>
            <a:off x="1739507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4"/>
          <p:cNvSpPr/>
          <p:nvPr/>
        </p:nvSpPr>
        <p:spPr>
          <a:xfrm>
            <a:off x="1739507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5"/>
          <p:cNvSpPr/>
          <p:nvPr/>
        </p:nvSpPr>
        <p:spPr>
          <a:xfrm>
            <a:off x="1739507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6"/>
          <p:cNvSpPr/>
          <p:nvPr/>
        </p:nvSpPr>
        <p:spPr>
          <a:xfrm>
            <a:off x="1739507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97"/>
          <p:cNvSpPr/>
          <p:nvPr/>
        </p:nvSpPr>
        <p:spPr>
          <a:xfrm>
            <a:off x="1739507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rod98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line99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00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1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2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3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4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05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06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07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rod108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line109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0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1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2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3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4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5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6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17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rod118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ine119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0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1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2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3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4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5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6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27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rod128"/>
          <p:cNvSpPr/>
          <p:nvPr/>
        </p:nvSpPr>
        <p:spPr>
          <a:xfrm>
            <a:off x="3806832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ine129"/>
          <p:cNvSpPr/>
          <p:nvPr/>
        </p:nvSpPr>
        <p:spPr>
          <a:xfrm>
            <a:off x="3806832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30"/>
          <p:cNvSpPr/>
          <p:nvPr/>
        </p:nvSpPr>
        <p:spPr>
          <a:xfrm>
            <a:off x="3806832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1"/>
          <p:cNvSpPr/>
          <p:nvPr/>
        </p:nvSpPr>
        <p:spPr>
          <a:xfrm>
            <a:off x="3806832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2"/>
          <p:cNvSpPr/>
          <p:nvPr/>
        </p:nvSpPr>
        <p:spPr>
          <a:xfrm>
            <a:off x="3806832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33"/>
          <p:cNvSpPr/>
          <p:nvPr/>
        </p:nvSpPr>
        <p:spPr>
          <a:xfrm>
            <a:off x="3806832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34"/>
          <p:cNvSpPr/>
          <p:nvPr/>
        </p:nvSpPr>
        <p:spPr>
          <a:xfrm>
            <a:off x="3806832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35"/>
          <p:cNvSpPr/>
          <p:nvPr/>
        </p:nvSpPr>
        <p:spPr>
          <a:xfrm>
            <a:off x="3806832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36"/>
          <p:cNvSpPr/>
          <p:nvPr/>
        </p:nvSpPr>
        <p:spPr>
          <a:xfrm>
            <a:off x="3806832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37"/>
          <p:cNvSpPr/>
          <p:nvPr/>
        </p:nvSpPr>
        <p:spPr>
          <a:xfrm>
            <a:off x="3806832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rod138"/>
          <p:cNvSpPr/>
          <p:nvPr/>
        </p:nvSpPr>
        <p:spPr>
          <a:xfrm>
            <a:off x="4323664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4-line139"/>
          <p:cNvSpPr/>
          <p:nvPr/>
        </p:nvSpPr>
        <p:spPr>
          <a:xfrm>
            <a:off x="4323664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0"/>
          <p:cNvSpPr/>
          <p:nvPr/>
        </p:nvSpPr>
        <p:spPr>
          <a:xfrm>
            <a:off x="4323664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1"/>
          <p:cNvSpPr/>
          <p:nvPr/>
        </p:nvSpPr>
        <p:spPr>
          <a:xfrm>
            <a:off x="4323664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2"/>
          <p:cNvSpPr/>
          <p:nvPr/>
        </p:nvSpPr>
        <p:spPr>
          <a:xfrm>
            <a:off x="4323664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3"/>
          <p:cNvSpPr/>
          <p:nvPr/>
        </p:nvSpPr>
        <p:spPr>
          <a:xfrm>
            <a:off x="4323664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4"/>
          <p:cNvSpPr/>
          <p:nvPr/>
        </p:nvSpPr>
        <p:spPr>
          <a:xfrm>
            <a:off x="4323664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45"/>
          <p:cNvSpPr/>
          <p:nvPr/>
        </p:nvSpPr>
        <p:spPr>
          <a:xfrm>
            <a:off x="4323664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46"/>
          <p:cNvSpPr/>
          <p:nvPr/>
        </p:nvSpPr>
        <p:spPr>
          <a:xfrm>
            <a:off x="4323664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47"/>
          <p:cNvSpPr/>
          <p:nvPr/>
        </p:nvSpPr>
        <p:spPr>
          <a:xfrm>
            <a:off x="4323664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unit148"/>
          <p:cNvSpPr/>
          <p:nvPr/>
        </p:nvSpPr>
        <p:spPr>
          <a:xfrm>
            <a:off x="4840495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4-unit149"/>
          <p:cNvSpPr/>
          <p:nvPr/>
        </p:nvSpPr>
        <p:spPr>
          <a:xfrm>
            <a:off x="4840495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0"/>
          <p:cNvSpPr/>
          <p:nvPr/>
        </p:nvSpPr>
        <p:spPr>
          <a:xfrm>
            <a:off x="4840495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1"/>
          <p:cNvSpPr/>
          <p:nvPr/>
        </p:nvSpPr>
        <p:spPr>
          <a:xfrm>
            <a:off x="4840495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2"/>
          <p:cNvSpPr/>
          <p:nvPr/>
        </p:nvSpPr>
        <p:spPr>
          <a:xfrm>
            <a:off x="4840495" y="260180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figure153" descr="10개 막대 7개와 낱개 5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5" name="S04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다음은 100</a:t>
            </a:r>
            <a:endParaRPr lang="ko-KR" sz="4400" dirty="0"/>
          </a:p>
        </p:txBody>
      </p:sp>
      <p:sp>
        <p:nvSpPr>
          <p:cNvPr id="3" name="S05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5-card15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99보다 1만큼 더 큰 수</a:t>
            </a:r>
            <a:endParaRPr lang="ko-KR" sz="3200" dirty="0"/>
          </a:p>
        </p:txBody>
      </p:sp>
      <p:sp>
        <p:nvSpPr>
          <p:cNvPr id="7" name="S05-card15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6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10개</a:t>
            </a:r>
            <a:endParaRPr lang="ko-KR" sz="3200" dirty="0"/>
          </a:p>
        </p:txBody>
      </p:sp>
      <p:sp>
        <p:nvSpPr>
          <p:cNvPr id="9" name="S05-rod161"/>
          <p:cNvSpPr/>
          <p:nvPr/>
        </p:nvSpPr>
        <p:spPr>
          <a:xfrm>
            <a:off x="4354381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line162"/>
          <p:cNvSpPr/>
          <p:nvPr/>
        </p:nvSpPr>
        <p:spPr>
          <a:xfrm>
            <a:off x="4354381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63"/>
          <p:cNvSpPr/>
          <p:nvPr/>
        </p:nvSpPr>
        <p:spPr>
          <a:xfrm>
            <a:off x="4354381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64"/>
          <p:cNvSpPr/>
          <p:nvPr/>
        </p:nvSpPr>
        <p:spPr>
          <a:xfrm>
            <a:off x="4354381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65"/>
          <p:cNvSpPr/>
          <p:nvPr/>
        </p:nvSpPr>
        <p:spPr>
          <a:xfrm>
            <a:off x="4354381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66"/>
          <p:cNvSpPr/>
          <p:nvPr/>
        </p:nvSpPr>
        <p:spPr>
          <a:xfrm>
            <a:off x="4354381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67"/>
          <p:cNvSpPr/>
          <p:nvPr/>
        </p:nvSpPr>
        <p:spPr>
          <a:xfrm>
            <a:off x="4354381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68"/>
          <p:cNvSpPr/>
          <p:nvPr/>
        </p:nvSpPr>
        <p:spPr>
          <a:xfrm>
            <a:off x="4354381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69"/>
          <p:cNvSpPr/>
          <p:nvPr/>
        </p:nvSpPr>
        <p:spPr>
          <a:xfrm>
            <a:off x="4354381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70"/>
          <p:cNvSpPr/>
          <p:nvPr/>
        </p:nvSpPr>
        <p:spPr>
          <a:xfrm>
            <a:off x="4354381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rod171"/>
          <p:cNvSpPr/>
          <p:nvPr/>
        </p:nvSpPr>
        <p:spPr>
          <a:xfrm>
            <a:off x="4702400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ine172"/>
          <p:cNvSpPr/>
          <p:nvPr/>
        </p:nvSpPr>
        <p:spPr>
          <a:xfrm>
            <a:off x="4702400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73"/>
          <p:cNvSpPr/>
          <p:nvPr/>
        </p:nvSpPr>
        <p:spPr>
          <a:xfrm>
            <a:off x="4702400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74"/>
          <p:cNvSpPr/>
          <p:nvPr/>
        </p:nvSpPr>
        <p:spPr>
          <a:xfrm>
            <a:off x="4702400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75"/>
          <p:cNvSpPr/>
          <p:nvPr/>
        </p:nvSpPr>
        <p:spPr>
          <a:xfrm>
            <a:off x="4702400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76"/>
          <p:cNvSpPr/>
          <p:nvPr/>
        </p:nvSpPr>
        <p:spPr>
          <a:xfrm>
            <a:off x="4702400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77"/>
          <p:cNvSpPr/>
          <p:nvPr/>
        </p:nvSpPr>
        <p:spPr>
          <a:xfrm>
            <a:off x="4702400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78"/>
          <p:cNvSpPr/>
          <p:nvPr/>
        </p:nvSpPr>
        <p:spPr>
          <a:xfrm>
            <a:off x="4702400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179"/>
          <p:cNvSpPr/>
          <p:nvPr/>
        </p:nvSpPr>
        <p:spPr>
          <a:xfrm>
            <a:off x="4702400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80"/>
          <p:cNvSpPr/>
          <p:nvPr/>
        </p:nvSpPr>
        <p:spPr>
          <a:xfrm>
            <a:off x="4702400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rod181"/>
          <p:cNvSpPr/>
          <p:nvPr/>
        </p:nvSpPr>
        <p:spPr>
          <a:xfrm>
            <a:off x="5050419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line182"/>
          <p:cNvSpPr/>
          <p:nvPr/>
        </p:nvSpPr>
        <p:spPr>
          <a:xfrm>
            <a:off x="5050419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83"/>
          <p:cNvSpPr/>
          <p:nvPr/>
        </p:nvSpPr>
        <p:spPr>
          <a:xfrm>
            <a:off x="5050419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84"/>
          <p:cNvSpPr/>
          <p:nvPr/>
        </p:nvSpPr>
        <p:spPr>
          <a:xfrm>
            <a:off x="5050419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85"/>
          <p:cNvSpPr/>
          <p:nvPr/>
        </p:nvSpPr>
        <p:spPr>
          <a:xfrm>
            <a:off x="5050419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86"/>
          <p:cNvSpPr/>
          <p:nvPr/>
        </p:nvSpPr>
        <p:spPr>
          <a:xfrm>
            <a:off x="5050419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87"/>
          <p:cNvSpPr/>
          <p:nvPr/>
        </p:nvSpPr>
        <p:spPr>
          <a:xfrm>
            <a:off x="5050419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88"/>
          <p:cNvSpPr/>
          <p:nvPr/>
        </p:nvSpPr>
        <p:spPr>
          <a:xfrm>
            <a:off x="5050419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89"/>
          <p:cNvSpPr/>
          <p:nvPr/>
        </p:nvSpPr>
        <p:spPr>
          <a:xfrm>
            <a:off x="5050419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90"/>
          <p:cNvSpPr/>
          <p:nvPr/>
        </p:nvSpPr>
        <p:spPr>
          <a:xfrm>
            <a:off x="5050419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rod191"/>
          <p:cNvSpPr/>
          <p:nvPr/>
        </p:nvSpPr>
        <p:spPr>
          <a:xfrm>
            <a:off x="5398438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line192"/>
          <p:cNvSpPr/>
          <p:nvPr/>
        </p:nvSpPr>
        <p:spPr>
          <a:xfrm>
            <a:off x="5398438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93"/>
          <p:cNvSpPr/>
          <p:nvPr/>
        </p:nvSpPr>
        <p:spPr>
          <a:xfrm>
            <a:off x="5398438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94"/>
          <p:cNvSpPr/>
          <p:nvPr/>
        </p:nvSpPr>
        <p:spPr>
          <a:xfrm>
            <a:off x="5398438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95"/>
          <p:cNvSpPr/>
          <p:nvPr/>
        </p:nvSpPr>
        <p:spPr>
          <a:xfrm>
            <a:off x="5398438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96"/>
          <p:cNvSpPr/>
          <p:nvPr/>
        </p:nvSpPr>
        <p:spPr>
          <a:xfrm>
            <a:off x="5398438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97"/>
          <p:cNvSpPr/>
          <p:nvPr/>
        </p:nvSpPr>
        <p:spPr>
          <a:xfrm>
            <a:off x="5398438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98"/>
          <p:cNvSpPr/>
          <p:nvPr/>
        </p:nvSpPr>
        <p:spPr>
          <a:xfrm>
            <a:off x="5398438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99"/>
          <p:cNvSpPr/>
          <p:nvPr/>
        </p:nvSpPr>
        <p:spPr>
          <a:xfrm>
            <a:off x="5398438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00"/>
          <p:cNvSpPr/>
          <p:nvPr/>
        </p:nvSpPr>
        <p:spPr>
          <a:xfrm>
            <a:off x="5398438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rod201"/>
          <p:cNvSpPr/>
          <p:nvPr/>
        </p:nvSpPr>
        <p:spPr>
          <a:xfrm>
            <a:off x="5746457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5-line202"/>
          <p:cNvSpPr/>
          <p:nvPr/>
        </p:nvSpPr>
        <p:spPr>
          <a:xfrm>
            <a:off x="5746457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03"/>
          <p:cNvSpPr/>
          <p:nvPr/>
        </p:nvSpPr>
        <p:spPr>
          <a:xfrm>
            <a:off x="5746457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04"/>
          <p:cNvSpPr/>
          <p:nvPr/>
        </p:nvSpPr>
        <p:spPr>
          <a:xfrm>
            <a:off x="5746457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205"/>
          <p:cNvSpPr/>
          <p:nvPr/>
        </p:nvSpPr>
        <p:spPr>
          <a:xfrm>
            <a:off x="5746457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06"/>
          <p:cNvSpPr/>
          <p:nvPr/>
        </p:nvSpPr>
        <p:spPr>
          <a:xfrm>
            <a:off x="5746457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07"/>
          <p:cNvSpPr/>
          <p:nvPr/>
        </p:nvSpPr>
        <p:spPr>
          <a:xfrm>
            <a:off x="5746457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08"/>
          <p:cNvSpPr/>
          <p:nvPr/>
        </p:nvSpPr>
        <p:spPr>
          <a:xfrm>
            <a:off x="5746457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09"/>
          <p:cNvSpPr/>
          <p:nvPr/>
        </p:nvSpPr>
        <p:spPr>
          <a:xfrm>
            <a:off x="5746457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10"/>
          <p:cNvSpPr/>
          <p:nvPr/>
        </p:nvSpPr>
        <p:spPr>
          <a:xfrm>
            <a:off x="5746457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rod211"/>
          <p:cNvSpPr/>
          <p:nvPr/>
        </p:nvSpPr>
        <p:spPr>
          <a:xfrm>
            <a:off x="6094476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line212"/>
          <p:cNvSpPr/>
          <p:nvPr/>
        </p:nvSpPr>
        <p:spPr>
          <a:xfrm>
            <a:off x="6094476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13"/>
          <p:cNvSpPr/>
          <p:nvPr/>
        </p:nvSpPr>
        <p:spPr>
          <a:xfrm>
            <a:off x="6094476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14"/>
          <p:cNvSpPr/>
          <p:nvPr/>
        </p:nvSpPr>
        <p:spPr>
          <a:xfrm>
            <a:off x="6094476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215"/>
          <p:cNvSpPr/>
          <p:nvPr/>
        </p:nvSpPr>
        <p:spPr>
          <a:xfrm>
            <a:off x="6094476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16"/>
          <p:cNvSpPr/>
          <p:nvPr/>
        </p:nvSpPr>
        <p:spPr>
          <a:xfrm>
            <a:off x="6094476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17"/>
          <p:cNvSpPr/>
          <p:nvPr/>
        </p:nvSpPr>
        <p:spPr>
          <a:xfrm>
            <a:off x="6094476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18"/>
          <p:cNvSpPr/>
          <p:nvPr/>
        </p:nvSpPr>
        <p:spPr>
          <a:xfrm>
            <a:off x="6094476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19"/>
          <p:cNvSpPr/>
          <p:nvPr/>
        </p:nvSpPr>
        <p:spPr>
          <a:xfrm>
            <a:off x="6094476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20"/>
          <p:cNvSpPr/>
          <p:nvPr/>
        </p:nvSpPr>
        <p:spPr>
          <a:xfrm>
            <a:off x="6094476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rod221"/>
          <p:cNvSpPr/>
          <p:nvPr/>
        </p:nvSpPr>
        <p:spPr>
          <a:xfrm>
            <a:off x="6442495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5-line222"/>
          <p:cNvSpPr/>
          <p:nvPr/>
        </p:nvSpPr>
        <p:spPr>
          <a:xfrm>
            <a:off x="6442495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23"/>
          <p:cNvSpPr/>
          <p:nvPr/>
        </p:nvSpPr>
        <p:spPr>
          <a:xfrm>
            <a:off x="6442495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24"/>
          <p:cNvSpPr/>
          <p:nvPr/>
        </p:nvSpPr>
        <p:spPr>
          <a:xfrm>
            <a:off x="6442495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225"/>
          <p:cNvSpPr/>
          <p:nvPr/>
        </p:nvSpPr>
        <p:spPr>
          <a:xfrm>
            <a:off x="6442495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226"/>
          <p:cNvSpPr/>
          <p:nvPr/>
        </p:nvSpPr>
        <p:spPr>
          <a:xfrm>
            <a:off x="6442495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27"/>
          <p:cNvSpPr/>
          <p:nvPr/>
        </p:nvSpPr>
        <p:spPr>
          <a:xfrm>
            <a:off x="6442495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28"/>
          <p:cNvSpPr/>
          <p:nvPr/>
        </p:nvSpPr>
        <p:spPr>
          <a:xfrm>
            <a:off x="6442495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29"/>
          <p:cNvSpPr/>
          <p:nvPr/>
        </p:nvSpPr>
        <p:spPr>
          <a:xfrm>
            <a:off x="6442495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30"/>
          <p:cNvSpPr/>
          <p:nvPr/>
        </p:nvSpPr>
        <p:spPr>
          <a:xfrm>
            <a:off x="6442495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rod231"/>
          <p:cNvSpPr/>
          <p:nvPr/>
        </p:nvSpPr>
        <p:spPr>
          <a:xfrm>
            <a:off x="6790514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5-line232"/>
          <p:cNvSpPr/>
          <p:nvPr/>
        </p:nvSpPr>
        <p:spPr>
          <a:xfrm>
            <a:off x="6790514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33"/>
          <p:cNvSpPr/>
          <p:nvPr/>
        </p:nvSpPr>
        <p:spPr>
          <a:xfrm>
            <a:off x="6790514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34"/>
          <p:cNvSpPr/>
          <p:nvPr/>
        </p:nvSpPr>
        <p:spPr>
          <a:xfrm>
            <a:off x="6790514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235"/>
          <p:cNvSpPr/>
          <p:nvPr/>
        </p:nvSpPr>
        <p:spPr>
          <a:xfrm>
            <a:off x="6790514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236"/>
          <p:cNvSpPr/>
          <p:nvPr/>
        </p:nvSpPr>
        <p:spPr>
          <a:xfrm>
            <a:off x="6790514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237"/>
          <p:cNvSpPr/>
          <p:nvPr/>
        </p:nvSpPr>
        <p:spPr>
          <a:xfrm>
            <a:off x="6790514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238"/>
          <p:cNvSpPr/>
          <p:nvPr/>
        </p:nvSpPr>
        <p:spPr>
          <a:xfrm>
            <a:off x="6790514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239"/>
          <p:cNvSpPr/>
          <p:nvPr/>
        </p:nvSpPr>
        <p:spPr>
          <a:xfrm>
            <a:off x="6790514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240"/>
          <p:cNvSpPr/>
          <p:nvPr/>
        </p:nvSpPr>
        <p:spPr>
          <a:xfrm>
            <a:off x="6790514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rod241"/>
          <p:cNvSpPr/>
          <p:nvPr/>
        </p:nvSpPr>
        <p:spPr>
          <a:xfrm>
            <a:off x="7138533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line242"/>
          <p:cNvSpPr/>
          <p:nvPr/>
        </p:nvSpPr>
        <p:spPr>
          <a:xfrm>
            <a:off x="7138533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243"/>
          <p:cNvSpPr/>
          <p:nvPr/>
        </p:nvSpPr>
        <p:spPr>
          <a:xfrm>
            <a:off x="7138533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244"/>
          <p:cNvSpPr/>
          <p:nvPr/>
        </p:nvSpPr>
        <p:spPr>
          <a:xfrm>
            <a:off x="7138533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245"/>
          <p:cNvSpPr/>
          <p:nvPr/>
        </p:nvSpPr>
        <p:spPr>
          <a:xfrm>
            <a:off x="7138533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246"/>
          <p:cNvSpPr/>
          <p:nvPr/>
        </p:nvSpPr>
        <p:spPr>
          <a:xfrm>
            <a:off x="7138533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247"/>
          <p:cNvSpPr/>
          <p:nvPr/>
        </p:nvSpPr>
        <p:spPr>
          <a:xfrm>
            <a:off x="7138533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48"/>
          <p:cNvSpPr/>
          <p:nvPr/>
        </p:nvSpPr>
        <p:spPr>
          <a:xfrm>
            <a:off x="7138533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49"/>
          <p:cNvSpPr/>
          <p:nvPr/>
        </p:nvSpPr>
        <p:spPr>
          <a:xfrm>
            <a:off x="7138533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50"/>
          <p:cNvSpPr/>
          <p:nvPr/>
        </p:nvSpPr>
        <p:spPr>
          <a:xfrm>
            <a:off x="7138533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rod251"/>
          <p:cNvSpPr/>
          <p:nvPr/>
        </p:nvSpPr>
        <p:spPr>
          <a:xfrm>
            <a:off x="7486552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5-line252"/>
          <p:cNvSpPr/>
          <p:nvPr/>
        </p:nvSpPr>
        <p:spPr>
          <a:xfrm>
            <a:off x="7486552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53"/>
          <p:cNvSpPr/>
          <p:nvPr/>
        </p:nvSpPr>
        <p:spPr>
          <a:xfrm>
            <a:off x="7486552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54"/>
          <p:cNvSpPr/>
          <p:nvPr/>
        </p:nvSpPr>
        <p:spPr>
          <a:xfrm>
            <a:off x="7486552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55"/>
          <p:cNvSpPr/>
          <p:nvPr/>
        </p:nvSpPr>
        <p:spPr>
          <a:xfrm>
            <a:off x="7486552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256"/>
          <p:cNvSpPr/>
          <p:nvPr/>
        </p:nvSpPr>
        <p:spPr>
          <a:xfrm>
            <a:off x="7486552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57"/>
          <p:cNvSpPr/>
          <p:nvPr/>
        </p:nvSpPr>
        <p:spPr>
          <a:xfrm>
            <a:off x="7486552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58"/>
          <p:cNvSpPr/>
          <p:nvPr/>
        </p:nvSpPr>
        <p:spPr>
          <a:xfrm>
            <a:off x="7486552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59"/>
          <p:cNvSpPr/>
          <p:nvPr/>
        </p:nvSpPr>
        <p:spPr>
          <a:xfrm>
            <a:off x="7486552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60"/>
          <p:cNvSpPr/>
          <p:nvPr/>
        </p:nvSpPr>
        <p:spPr>
          <a:xfrm>
            <a:off x="7486552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figure261" descr="10개 막대 10개"/>
          <p:cNvSpPr/>
          <p:nvPr/>
        </p:nvSpPr>
        <p:spPr>
          <a:xfrm>
            <a:off x="548640" y="13693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비교해요</a:t>
            </a:r>
            <a:endParaRPr lang="ko-KR" sz="4400" dirty="0"/>
          </a:p>
        </p:txBody>
      </p:sp>
      <p:sp>
        <p:nvSpPr>
          <p:cNvPr id="3" name="S06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더 많은 64가 커요. 64는 58보다 커요.</a:t>
            </a:r>
            <a:endParaRPr lang="ko-KR" sz="3200" dirty="0"/>
          </a:p>
        </p:txBody>
      </p:sp>
      <p:sp>
        <p:nvSpPr>
          <p:cNvPr id="5" name="S06-rod264"/>
          <p:cNvSpPr/>
          <p:nvPr/>
        </p:nvSpPr>
        <p:spPr>
          <a:xfrm>
            <a:off x="15248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line265"/>
          <p:cNvSpPr/>
          <p:nvPr/>
        </p:nvSpPr>
        <p:spPr>
          <a:xfrm>
            <a:off x="15248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6"/>
          <p:cNvSpPr/>
          <p:nvPr/>
        </p:nvSpPr>
        <p:spPr>
          <a:xfrm>
            <a:off x="15248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7"/>
          <p:cNvSpPr/>
          <p:nvPr/>
        </p:nvSpPr>
        <p:spPr>
          <a:xfrm>
            <a:off x="15248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8"/>
          <p:cNvSpPr/>
          <p:nvPr/>
        </p:nvSpPr>
        <p:spPr>
          <a:xfrm>
            <a:off x="15248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69"/>
          <p:cNvSpPr/>
          <p:nvPr/>
        </p:nvSpPr>
        <p:spPr>
          <a:xfrm>
            <a:off x="15248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270"/>
          <p:cNvSpPr/>
          <p:nvPr/>
        </p:nvSpPr>
        <p:spPr>
          <a:xfrm>
            <a:off x="15248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1"/>
          <p:cNvSpPr/>
          <p:nvPr/>
        </p:nvSpPr>
        <p:spPr>
          <a:xfrm>
            <a:off x="15248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2"/>
          <p:cNvSpPr/>
          <p:nvPr/>
        </p:nvSpPr>
        <p:spPr>
          <a:xfrm>
            <a:off x="15248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3"/>
          <p:cNvSpPr/>
          <p:nvPr/>
        </p:nvSpPr>
        <p:spPr>
          <a:xfrm>
            <a:off x="15248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rod274"/>
          <p:cNvSpPr/>
          <p:nvPr/>
        </p:nvSpPr>
        <p:spPr>
          <a:xfrm>
            <a:off x="20288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line275"/>
          <p:cNvSpPr/>
          <p:nvPr/>
        </p:nvSpPr>
        <p:spPr>
          <a:xfrm>
            <a:off x="20288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6"/>
          <p:cNvSpPr/>
          <p:nvPr/>
        </p:nvSpPr>
        <p:spPr>
          <a:xfrm>
            <a:off x="20288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7"/>
          <p:cNvSpPr/>
          <p:nvPr/>
        </p:nvSpPr>
        <p:spPr>
          <a:xfrm>
            <a:off x="20288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8"/>
          <p:cNvSpPr/>
          <p:nvPr/>
        </p:nvSpPr>
        <p:spPr>
          <a:xfrm>
            <a:off x="20288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79"/>
          <p:cNvSpPr/>
          <p:nvPr/>
        </p:nvSpPr>
        <p:spPr>
          <a:xfrm>
            <a:off x="20288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280"/>
          <p:cNvSpPr/>
          <p:nvPr/>
        </p:nvSpPr>
        <p:spPr>
          <a:xfrm>
            <a:off x="20288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1"/>
          <p:cNvSpPr/>
          <p:nvPr/>
        </p:nvSpPr>
        <p:spPr>
          <a:xfrm>
            <a:off x="20288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2"/>
          <p:cNvSpPr/>
          <p:nvPr/>
        </p:nvSpPr>
        <p:spPr>
          <a:xfrm>
            <a:off x="20288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3"/>
          <p:cNvSpPr/>
          <p:nvPr/>
        </p:nvSpPr>
        <p:spPr>
          <a:xfrm>
            <a:off x="20288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rod284"/>
          <p:cNvSpPr/>
          <p:nvPr/>
        </p:nvSpPr>
        <p:spPr>
          <a:xfrm>
            <a:off x="253283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line285"/>
          <p:cNvSpPr/>
          <p:nvPr/>
        </p:nvSpPr>
        <p:spPr>
          <a:xfrm>
            <a:off x="253283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6"/>
          <p:cNvSpPr/>
          <p:nvPr/>
        </p:nvSpPr>
        <p:spPr>
          <a:xfrm>
            <a:off x="253283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7"/>
          <p:cNvSpPr/>
          <p:nvPr/>
        </p:nvSpPr>
        <p:spPr>
          <a:xfrm>
            <a:off x="253283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8"/>
          <p:cNvSpPr/>
          <p:nvPr/>
        </p:nvSpPr>
        <p:spPr>
          <a:xfrm>
            <a:off x="253283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89"/>
          <p:cNvSpPr/>
          <p:nvPr/>
        </p:nvSpPr>
        <p:spPr>
          <a:xfrm>
            <a:off x="253283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290"/>
          <p:cNvSpPr/>
          <p:nvPr/>
        </p:nvSpPr>
        <p:spPr>
          <a:xfrm>
            <a:off x="253283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1"/>
          <p:cNvSpPr/>
          <p:nvPr/>
        </p:nvSpPr>
        <p:spPr>
          <a:xfrm>
            <a:off x="253283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2"/>
          <p:cNvSpPr/>
          <p:nvPr/>
        </p:nvSpPr>
        <p:spPr>
          <a:xfrm>
            <a:off x="253283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3"/>
          <p:cNvSpPr/>
          <p:nvPr/>
        </p:nvSpPr>
        <p:spPr>
          <a:xfrm>
            <a:off x="253283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rod294"/>
          <p:cNvSpPr/>
          <p:nvPr/>
        </p:nvSpPr>
        <p:spPr>
          <a:xfrm>
            <a:off x="303680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line295"/>
          <p:cNvSpPr/>
          <p:nvPr/>
        </p:nvSpPr>
        <p:spPr>
          <a:xfrm>
            <a:off x="303680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6"/>
          <p:cNvSpPr/>
          <p:nvPr/>
        </p:nvSpPr>
        <p:spPr>
          <a:xfrm>
            <a:off x="303680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7"/>
          <p:cNvSpPr/>
          <p:nvPr/>
        </p:nvSpPr>
        <p:spPr>
          <a:xfrm>
            <a:off x="303680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8"/>
          <p:cNvSpPr/>
          <p:nvPr/>
        </p:nvSpPr>
        <p:spPr>
          <a:xfrm>
            <a:off x="303680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299"/>
          <p:cNvSpPr/>
          <p:nvPr/>
        </p:nvSpPr>
        <p:spPr>
          <a:xfrm>
            <a:off x="303680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300"/>
          <p:cNvSpPr/>
          <p:nvPr/>
        </p:nvSpPr>
        <p:spPr>
          <a:xfrm>
            <a:off x="303680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1"/>
          <p:cNvSpPr/>
          <p:nvPr/>
        </p:nvSpPr>
        <p:spPr>
          <a:xfrm>
            <a:off x="303680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2"/>
          <p:cNvSpPr/>
          <p:nvPr/>
        </p:nvSpPr>
        <p:spPr>
          <a:xfrm>
            <a:off x="303680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3"/>
          <p:cNvSpPr/>
          <p:nvPr/>
        </p:nvSpPr>
        <p:spPr>
          <a:xfrm>
            <a:off x="303680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rod304"/>
          <p:cNvSpPr/>
          <p:nvPr/>
        </p:nvSpPr>
        <p:spPr>
          <a:xfrm>
            <a:off x="35407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line305"/>
          <p:cNvSpPr/>
          <p:nvPr/>
        </p:nvSpPr>
        <p:spPr>
          <a:xfrm>
            <a:off x="35407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6"/>
          <p:cNvSpPr/>
          <p:nvPr/>
        </p:nvSpPr>
        <p:spPr>
          <a:xfrm>
            <a:off x="35407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7"/>
          <p:cNvSpPr/>
          <p:nvPr/>
        </p:nvSpPr>
        <p:spPr>
          <a:xfrm>
            <a:off x="35407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8"/>
          <p:cNvSpPr/>
          <p:nvPr/>
        </p:nvSpPr>
        <p:spPr>
          <a:xfrm>
            <a:off x="35407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09"/>
          <p:cNvSpPr/>
          <p:nvPr/>
        </p:nvSpPr>
        <p:spPr>
          <a:xfrm>
            <a:off x="35407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310"/>
          <p:cNvSpPr/>
          <p:nvPr/>
        </p:nvSpPr>
        <p:spPr>
          <a:xfrm>
            <a:off x="35407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1"/>
          <p:cNvSpPr/>
          <p:nvPr/>
        </p:nvSpPr>
        <p:spPr>
          <a:xfrm>
            <a:off x="35407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2"/>
          <p:cNvSpPr/>
          <p:nvPr/>
        </p:nvSpPr>
        <p:spPr>
          <a:xfrm>
            <a:off x="35407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3"/>
          <p:cNvSpPr/>
          <p:nvPr/>
        </p:nvSpPr>
        <p:spPr>
          <a:xfrm>
            <a:off x="35407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rod314"/>
          <p:cNvSpPr/>
          <p:nvPr/>
        </p:nvSpPr>
        <p:spPr>
          <a:xfrm>
            <a:off x="40447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line315"/>
          <p:cNvSpPr/>
          <p:nvPr/>
        </p:nvSpPr>
        <p:spPr>
          <a:xfrm>
            <a:off x="40447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6"/>
          <p:cNvSpPr/>
          <p:nvPr/>
        </p:nvSpPr>
        <p:spPr>
          <a:xfrm>
            <a:off x="40447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7"/>
          <p:cNvSpPr/>
          <p:nvPr/>
        </p:nvSpPr>
        <p:spPr>
          <a:xfrm>
            <a:off x="40447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8"/>
          <p:cNvSpPr/>
          <p:nvPr/>
        </p:nvSpPr>
        <p:spPr>
          <a:xfrm>
            <a:off x="40447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19"/>
          <p:cNvSpPr/>
          <p:nvPr/>
        </p:nvSpPr>
        <p:spPr>
          <a:xfrm>
            <a:off x="40447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320"/>
          <p:cNvSpPr/>
          <p:nvPr/>
        </p:nvSpPr>
        <p:spPr>
          <a:xfrm>
            <a:off x="40447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1"/>
          <p:cNvSpPr/>
          <p:nvPr/>
        </p:nvSpPr>
        <p:spPr>
          <a:xfrm>
            <a:off x="40447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2"/>
          <p:cNvSpPr/>
          <p:nvPr/>
        </p:nvSpPr>
        <p:spPr>
          <a:xfrm>
            <a:off x="40447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3"/>
          <p:cNvSpPr/>
          <p:nvPr/>
        </p:nvSpPr>
        <p:spPr>
          <a:xfrm>
            <a:off x="40447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unit324"/>
          <p:cNvSpPr/>
          <p:nvPr/>
        </p:nvSpPr>
        <p:spPr>
          <a:xfrm>
            <a:off x="4548733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unit325"/>
          <p:cNvSpPr/>
          <p:nvPr/>
        </p:nvSpPr>
        <p:spPr>
          <a:xfrm>
            <a:off x="4548733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unit326"/>
          <p:cNvSpPr/>
          <p:nvPr/>
        </p:nvSpPr>
        <p:spPr>
          <a:xfrm>
            <a:off x="4548733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unit327"/>
          <p:cNvSpPr/>
          <p:nvPr/>
        </p:nvSpPr>
        <p:spPr>
          <a:xfrm>
            <a:off x="4548733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figure328" descr="10개 막대 6개와 낱개 4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06-label3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71" name="S06-rod330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line331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6-line332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6-line333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6-line334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6-line335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6-line336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6-line337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6-line338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6-line339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6-rod340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line341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6-line342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3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4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5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6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347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8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49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rod350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line351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352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3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4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5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6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357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8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59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rod360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line361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362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3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4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5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6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367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8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69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rod370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line371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372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3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4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5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6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377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8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79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unit380"/>
          <p:cNvSpPr/>
          <p:nvPr/>
        </p:nvSpPr>
        <p:spPr>
          <a:xfrm>
            <a:off x="979786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unit381"/>
          <p:cNvSpPr/>
          <p:nvPr/>
        </p:nvSpPr>
        <p:spPr>
          <a:xfrm>
            <a:off x="979786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unit382"/>
          <p:cNvSpPr/>
          <p:nvPr/>
        </p:nvSpPr>
        <p:spPr>
          <a:xfrm>
            <a:off x="979786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unit383"/>
          <p:cNvSpPr/>
          <p:nvPr/>
        </p:nvSpPr>
        <p:spPr>
          <a:xfrm>
            <a:off x="9797862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unit384"/>
          <p:cNvSpPr/>
          <p:nvPr/>
        </p:nvSpPr>
        <p:spPr>
          <a:xfrm>
            <a:off x="9797862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unit385"/>
          <p:cNvSpPr/>
          <p:nvPr/>
        </p:nvSpPr>
        <p:spPr>
          <a:xfrm>
            <a:off x="1020734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unit386"/>
          <p:cNvSpPr/>
          <p:nvPr/>
        </p:nvSpPr>
        <p:spPr>
          <a:xfrm>
            <a:off x="1020734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unit387"/>
          <p:cNvSpPr/>
          <p:nvPr/>
        </p:nvSpPr>
        <p:spPr>
          <a:xfrm>
            <a:off x="1020734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figure388" descr="10개 막대 5개와 낱개 8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S06-label38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같으면 낱개</a:t>
            </a:r>
            <a:endParaRPr lang="ko-KR" sz="4400" dirty="0"/>
          </a:p>
        </p:txBody>
      </p:sp>
      <p:sp>
        <p:nvSpPr>
          <p:cNvPr id="3" name="S07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같으니 낱개를 봐요. 76은 73보다 커요.</a:t>
            </a:r>
            <a:endParaRPr lang="ko-KR" sz="3200" dirty="0"/>
          </a:p>
        </p:txBody>
      </p:sp>
      <p:sp>
        <p:nvSpPr>
          <p:cNvPr id="5" name="S07-rod392"/>
          <p:cNvSpPr/>
          <p:nvPr/>
        </p:nvSpPr>
        <p:spPr>
          <a:xfrm>
            <a:off x="1272895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93"/>
          <p:cNvSpPr/>
          <p:nvPr/>
        </p:nvSpPr>
        <p:spPr>
          <a:xfrm>
            <a:off x="1272895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94"/>
          <p:cNvSpPr/>
          <p:nvPr/>
        </p:nvSpPr>
        <p:spPr>
          <a:xfrm>
            <a:off x="1272895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95"/>
          <p:cNvSpPr/>
          <p:nvPr/>
        </p:nvSpPr>
        <p:spPr>
          <a:xfrm>
            <a:off x="1272895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96"/>
          <p:cNvSpPr/>
          <p:nvPr/>
        </p:nvSpPr>
        <p:spPr>
          <a:xfrm>
            <a:off x="1272895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97"/>
          <p:cNvSpPr/>
          <p:nvPr/>
        </p:nvSpPr>
        <p:spPr>
          <a:xfrm>
            <a:off x="1272895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98"/>
          <p:cNvSpPr/>
          <p:nvPr/>
        </p:nvSpPr>
        <p:spPr>
          <a:xfrm>
            <a:off x="1272895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99"/>
          <p:cNvSpPr/>
          <p:nvPr/>
        </p:nvSpPr>
        <p:spPr>
          <a:xfrm>
            <a:off x="1272895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400"/>
          <p:cNvSpPr/>
          <p:nvPr/>
        </p:nvSpPr>
        <p:spPr>
          <a:xfrm>
            <a:off x="1272895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401"/>
          <p:cNvSpPr/>
          <p:nvPr/>
        </p:nvSpPr>
        <p:spPr>
          <a:xfrm>
            <a:off x="1272895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402"/>
          <p:cNvSpPr/>
          <p:nvPr/>
        </p:nvSpPr>
        <p:spPr>
          <a:xfrm>
            <a:off x="1776870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403"/>
          <p:cNvSpPr/>
          <p:nvPr/>
        </p:nvSpPr>
        <p:spPr>
          <a:xfrm>
            <a:off x="1776870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404"/>
          <p:cNvSpPr/>
          <p:nvPr/>
        </p:nvSpPr>
        <p:spPr>
          <a:xfrm>
            <a:off x="1776870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405"/>
          <p:cNvSpPr/>
          <p:nvPr/>
        </p:nvSpPr>
        <p:spPr>
          <a:xfrm>
            <a:off x="1776870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406"/>
          <p:cNvSpPr/>
          <p:nvPr/>
        </p:nvSpPr>
        <p:spPr>
          <a:xfrm>
            <a:off x="1776870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407"/>
          <p:cNvSpPr/>
          <p:nvPr/>
        </p:nvSpPr>
        <p:spPr>
          <a:xfrm>
            <a:off x="1776870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408"/>
          <p:cNvSpPr/>
          <p:nvPr/>
        </p:nvSpPr>
        <p:spPr>
          <a:xfrm>
            <a:off x="1776870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409"/>
          <p:cNvSpPr/>
          <p:nvPr/>
        </p:nvSpPr>
        <p:spPr>
          <a:xfrm>
            <a:off x="1776870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410"/>
          <p:cNvSpPr/>
          <p:nvPr/>
        </p:nvSpPr>
        <p:spPr>
          <a:xfrm>
            <a:off x="1776870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411"/>
          <p:cNvSpPr/>
          <p:nvPr/>
        </p:nvSpPr>
        <p:spPr>
          <a:xfrm>
            <a:off x="1776870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412"/>
          <p:cNvSpPr/>
          <p:nvPr/>
        </p:nvSpPr>
        <p:spPr>
          <a:xfrm>
            <a:off x="22808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413"/>
          <p:cNvSpPr/>
          <p:nvPr/>
        </p:nvSpPr>
        <p:spPr>
          <a:xfrm>
            <a:off x="22808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414"/>
          <p:cNvSpPr/>
          <p:nvPr/>
        </p:nvSpPr>
        <p:spPr>
          <a:xfrm>
            <a:off x="22808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415"/>
          <p:cNvSpPr/>
          <p:nvPr/>
        </p:nvSpPr>
        <p:spPr>
          <a:xfrm>
            <a:off x="22808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416"/>
          <p:cNvSpPr/>
          <p:nvPr/>
        </p:nvSpPr>
        <p:spPr>
          <a:xfrm>
            <a:off x="22808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417"/>
          <p:cNvSpPr/>
          <p:nvPr/>
        </p:nvSpPr>
        <p:spPr>
          <a:xfrm>
            <a:off x="22808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418"/>
          <p:cNvSpPr/>
          <p:nvPr/>
        </p:nvSpPr>
        <p:spPr>
          <a:xfrm>
            <a:off x="22808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419"/>
          <p:cNvSpPr/>
          <p:nvPr/>
        </p:nvSpPr>
        <p:spPr>
          <a:xfrm>
            <a:off x="22808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420"/>
          <p:cNvSpPr/>
          <p:nvPr/>
        </p:nvSpPr>
        <p:spPr>
          <a:xfrm>
            <a:off x="22808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421"/>
          <p:cNvSpPr/>
          <p:nvPr/>
        </p:nvSpPr>
        <p:spPr>
          <a:xfrm>
            <a:off x="22808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rod422"/>
          <p:cNvSpPr/>
          <p:nvPr/>
        </p:nvSpPr>
        <p:spPr>
          <a:xfrm>
            <a:off x="278482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line423"/>
          <p:cNvSpPr/>
          <p:nvPr/>
        </p:nvSpPr>
        <p:spPr>
          <a:xfrm>
            <a:off x="278482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424"/>
          <p:cNvSpPr/>
          <p:nvPr/>
        </p:nvSpPr>
        <p:spPr>
          <a:xfrm>
            <a:off x="278482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425"/>
          <p:cNvSpPr/>
          <p:nvPr/>
        </p:nvSpPr>
        <p:spPr>
          <a:xfrm>
            <a:off x="278482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426"/>
          <p:cNvSpPr/>
          <p:nvPr/>
        </p:nvSpPr>
        <p:spPr>
          <a:xfrm>
            <a:off x="278482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427"/>
          <p:cNvSpPr/>
          <p:nvPr/>
        </p:nvSpPr>
        <p:spPr>
          <a:xfrm>
            <a:off x="278482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428"/>
          <p:cNvSpPr/>
          <p:nvPr/>
        </p:nvSpPr>
        <p:spPr>
          <a:xfrm>
            <a:off x="278482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429"/>
          <p:cNvSpPr/>
          <p:nvPr/>
        </p:nvSpPr>
        <p:spPr>
          <a:xfrm>
            <a:off x="278482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430"/>
          <p:cNvSpPr/>
          <p:nvPr/>
        </p:nvSpPr>
        <p:spPr>
          <a:xfrm>
            <a:off x="278482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431"/>
          <p:cNvSpPr/>
          <p:nvPr/>
        </p:nvSpPr>
        <p:spPr>
          <a:xfrm>
            <a:off x="278482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rod432"/>
          <p:cNvSpPr/>
          <p:nvPr/>
        </p:nvSpPr>
        <p:spPr>
          <a:xfrm>
            <a:off x="328879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line433"/>
          <p:cNvSpPr/>
          <p:nvPr/>
        </p:nvSpPr>
        <p:spPr>
          <a:xfrm>
            <a:off x="328879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434"/>
          <p:cNvSpPr/>
          <p:nvPr/>
        </p:nvSpPr>
        <p:spPr>
          <a:xfrm>
            <a:off x="328879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435"/>
          <p:cNvSpPr/>
          <p:nvPr/>
        </p:nvSpPr>
        <p:spPr>
          <a:xfrm>
            <a:off x="328879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436"/>
          <p:cNvSpPr/>
          <p:nvPr/>
        </p:nvSpPr>
        <p:spPr>
          <a:xfrm>
            <a:off x="328879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437"/>
          <p:cNvSpPr/>
          <p:nvPr/>
        </p:nvSpPr>
        <p:spPr>
          <a:xfrm>
            <a:off x="328879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438"/>
          <p:cNvSpPr/>
          <p:nvPr/>
        </p:nvSpPr>
        <p:spPr>
          <a:xfrm>
            <a:off x="328879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439"/>
          <p:cNvSpPr/>
          <p:nvPr/>
        </p:nvSpPr>
        <p:spPr>
          <a:xfrm>
            <a:off x="328879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440"/>
          <p:cNvSpPr/>
          <p:nvPr/>
        </p:nvSpPr>
        <p:spPr>
          <a:xfrm>
            <a:off x="328879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441"/>
          <p:cNvSpPr/>
          <p:nvPr/>
        </p:nvSpPr>
        <p:spPr>
          <a:xfrm>
            <a:off x="328879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rod442"/>
          <p:cNvSpPr/>
          <p:nvPr/>
        </p:nvSpPr>
        <p:spPr>
          <a:xfrm>
            <a:off x="379277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line443"/>
          <p:cNvSpPr/>
          <p:nvPr/>
        </p:nvSpPr>
        <p:spPr>
          <a:xfrm>
            <a:off x="379277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444"/>
          <p:cNvSpPr/>
          <p:nvPr/>
        </p:nvSpPr>
        <p:spPr>
          <a:xfrm>
            <a:off x="379277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445"/>
          <p:cNvSpPr/>
          <p:nvPr/>
        </p:nvSpPr>
        <p:spPr>
          <a:xfrm>
            <a:off x="379277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446"/>
          <p:cNvSpPr/>
          <p:nvPr/>
        </p:nvSpPr>
        <p:spPr>
          <a:xfrm>
            <a:off x="379277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447"/>
          <p:cNvSpPr/>
          <p:nvPr/>
        </p:nvSpPr>
        <p:spPr>
          <a:xfrm>
            <a:off x="379277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448"/>
          <p:cNvSpPr/>
          <p:nvPr/>
        </p:nvSpPr>
        <p:spPr>
          <a:xfrm>
            <a:off x="379277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449"/>
          <p:cNvSpPr/>
          <p:nvPr/>
        </p:nvSpPr>
        <p:spPr>
          <a:xfrm>
            <a:off x="379277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450"/>
          <p:cNvSpPr/>
          <p:nvPr/>
        </p:nvSpPr>
        <p:spPr>
          <a:xfrm>
            <a:off x="379277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451"/>
          <p:cNvSpPr/>
          <p:nvPr/>
        </p:nvSpPr>
        <p:spPr>
          <a:xfrm>
            <a:off x="379277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rod452"/>
          <p:cNvSpPr/>
          <p:nvPr/>
        </p:nvSpPr>
        <p:spPr>
          <a:xfrm>
            <a:off x="42967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line453"/>
          <p:cNvSpPr/>
          <p:nvPr/>
        </p:nvSpPr>
        <p:spPr>
          <a:xfrm>
            <a:off x="42967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454"/>
          <p:cNvSpPr/>
          <p:nvPr/>
        </p:nvSpPr>
        <p:spPr>
          <a:xfrm>
            <a:off x="42967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455"/>
          <p:cNvSpPr/>
          <p:nvPr/>
        </p:nvSpPr>
        <p:spPr>
          <a:xfrm>
            <a:off x="42967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ine456"/>
          <p:cNvSpPr/>
          <p:nvPr/>
        </p:nvSpPr>
        <p:spPr>
          <a:xfrm>
            <a:off x="42967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7-line457"/>
          <p:cNvSpPr/>
          <p:nvPr/>
        </p:nvSpPr>
        <p:spPr>
          <a:xfrm>
            <a:off x="42967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7-line458"/>
          <p:cNvSpPr/>
          <p:nvPr/>
        </p:nvSpPr>
        <p:spPr>
          <a:xfrm>
            <a:off x="42967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7-line459"/>
          <p:cNvSpPr/>
          <p:nvPr/>
        </p:nvSpPr>
        <p:spPr>
          <a:xfrm>
            <a:off x="42967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7-line460"/>
          <p:cNvSpPr/>
          <p:nvPr/>
        </p:nvSpPr>
        <p:spPr>
          <a:xfrm>
            <a:off x="42967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7-line461"/>
          <p:cNvSpPr/>
          <p:nvPr/>
        </p:nvSpPr>
        <p:spPr>
          <a:xfrm>
            <a:off x="42967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7-unit462"/>
          <p:cNvSpPr/>
          <p:nvPr/>
        </p:nvSpPr>
        <p:spPr>
          <a:xfrm>
            <a:off x="4800721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unit463"/>
          <p:cNvSpPr/>
          <p:nvPr/>
        </p:nvSpPr>
        <p:spPr>
          <a:xfrm>
            <a:off x="4800721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unit464"/>
          <p:cNvSpPr/>
          <p:nvPr/>
        </p:nvSpPr>
        <p:spPr>
          <a:xfrm>
            <a:off x="4800721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465" descr="10개 막대 7개와 낱개 3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7-label4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2600" dirty="0"/>
          </a:p>
        </p:txBody>
      </p:sp>
      <p:sp>
        <p:nvSpPr>
          <p:cNvPr id="80" name="S07-rod467"/>
          <p:cNvSpPr/>
          <p:nvPr/>
        </p:nvSpPr>
        <p:spPr>
          <a:xfrm>
            <a:off x="677401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line468"/>
          <p:cNvSpPr/>
          <p:nvPr/>
        </p:nvSpPr>
        <p:spPr>
          <a:xfrm>
            <a:off x="677401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7-line469"/>
          <p:cNvSpPr/>
          <p:nvPr/>
        </p:nvSpPr>
        <p:spPr>
          <a:xfrm>
            <a:off x="677401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7-line470"/>
          <p:cNvSpPr/>
          <p:nvPr/>
        </p:nvSpPr>
        <p:spPr>
          <a:xfrm>
            <a:off x="677401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7-line471"/>
          <p:cNvSpPr/>
          <p:nvPr/>
        </p:nvSpPr>
        <p:spPr>
          <a:xfrm>
            <a:off x="677401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7-line472"/>
          <p:cNvSpPr/>
          <p:nvPr/>
        </p:nvSpPr>
        <p:spPr>
          <a:xfrm>
            <a:off x="677401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7-line473"/>
          <p:cNvSpPr/>
          <p:nvPr/>
        </p:nvSpPr>
        <p:spPr>
          <a:xfrm>
            <a:off x="677401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474"/>
          <p:cNvSpPr/>
          <p:nvPr/>
        </p:nvSpPr>
        <p:spPr>
          <a:xfrm>
            <a:off x="677401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475"/>
          <p:cNvSpPr/>
          <p:nvPr/>
        </p:nvSpPr>
        <p:spPr>
          <a:xfrm>
            <a:off x="677401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476"/>
          <p:cNvSpPr/>
          <p:nvPr/>
        </p:nvSpPr>
        <p:spPr>
          <a:xfrm>
            <a:off x="677401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rod477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line478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479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480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481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482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483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484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485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486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rod487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line488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489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490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491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492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493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494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495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496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rod497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line498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499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500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501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502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503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504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505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506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rod507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line508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509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510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511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512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513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514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515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516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rod517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line518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519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520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521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522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523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524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525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526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rod527"/>
          <p:cNvSpPr/>
          <p:nvPr/>
        </p:nvSpPr>
        <p:spPr>
          <a:xfrm>
            <a:off x="97978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line528"/>
          <p:cNvSpPr/>
          <p:nvPr/>
        </p:nvSpPr>
        <p:spPr>
          <a:xfrm>
            <a:off x="97978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529"/>
          <p:cNvSpPr/>
          <p:nvPr/>
        </p:nvSpPr>
        <p:spPr>
          <a:xfrm>
            <a:off x="97978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530"/>
          <p:cNvSpPr/>
          <p:nvPr/>
        </p:nvSpPr>
        <p:spPr>
          <a:xfrm>
            <a:off x="97978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531"/>
          <p:cNvSpPr/>
          <p:nvPr/>
        </p:nvSpPr>
        <p:spPr>
          <a:xfrm>
            <a:off x="97978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532"/>
          <p:cNvSpPr/>
          <p:nvPr/>
        </p:nvSpPr>
        <p:spPr>
          <a:xfrm>
            <a:off x="97978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ine533"/>
          <p:cNvSpPr/>
          <p:nvPr/>
        </p:nvSpPr>
        <p:spPr>
          <a:xfrm>
            <a:off x="97978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7-line534"/>
          <p:cNvSpPr/>
          <p:nvPr/>
        </p:nvSpPr>
        <p:spPr>
          <a:xfrm>
            <a:off x="97978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7-line535"/>
          <p:cNvSpPr/>
          <p:nvPr/>
        </p:nvSpPr>
        <p:spPr>
          <a:xfrm>
            <a:off x="97978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7-line536"/>
          <p:cNvSpPr/>
          <p:nvPr/>
        </p:nvSpPr>
        <p:spPr>
          <a:xfrm>
            <a:off x="97978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7-unit537"/>
          <p:cNvSpPr/>
          <p:nvPr/>
        </p:nvSpPr>
        <p:spPr>
          <a:xfrm>
            <a:off x="1030183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unit538"/>
          <p:cNvSpPr/>
          <p:nvPr/>
        </p:nvSpPr>
        <p:spPr>
          <a:xfrm>
            <a:off x="10301837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unit539"/>
          <p:cNvSpPr/>
          <p:nvPr/>
        </p:nvSpPr>
        <p:spPr>
          <a:xfrm>
            <a:off x="10301837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unit540"/>
          <p:cNvSpPr/>
          <p:nvPr/>
        </p:nvSpPr>
        <p:spPr>
          <a:xfrm>
            <a:off x="10301837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unit541"/>
          <p:cNvSpPr/>
          <p:nvPr/>
        </p:nvSpPr>
        <p:spPr>
          <a:xfrm>
            <a:off x="10301837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unit542"/>
          <p:cNvSpPr/>
          <p:nvPr/>
        </p:nvSpPr>
        <p:spPr>
          <a:xfrm>
            <a:off x="1071131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figure543" descr="10개 막대 7개와 낱개 6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7" name="S07-label54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8-card5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8-chip5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5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8개, 낱개 2개는?</a:t>
            </a:r>
            <a:endParaRPr lang="ko-KR" sz="3200" dirty="0"/>
          </a:p>
        </p:txBody>
      </p:sp>
      <p:sp>
        <p:nvSpPr>
          <p:cNvPr id="7" name="S08-chip5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5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69를 두 가지로 읽어요.</a:t>
            </a:r>
            <a:endParaRPr lang="ko-KR" sz="3200" dirty="0"/>
          </a:p>
        </p:txBody>
      </p:sp>
      <p:sp>
        <p:nvSpPr>
          <p:cNvPr id="9" name="S08-chip5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5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아흔다섯을 숫자로 써요.</a:t>
            </a:r>
            <a:endParaRPr lang="ko-KR" sz="3200" dirty="0"/>
          </a:p>
        </p:txBody>
      </p:sp>
      <p:sp>
        <p:nvSpPr>
          <p:cNvPr id="11" name="S08-chip5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5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5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문장으로 말해요.</a:t>
            </a:r>
            <a:endParaRPr lang="ko-KR" sz="3200" dirty="0"/>
          </a:p>
        </p:txBody>
      </p:sp>
      <p:sp>
        <p:nvSpPr>
          <p:cNvPr id="4" name="S09-card5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보고, 같으면 낱개를 봐요.</a:t>
            </a:r>
            <a:endParaRPr lang="ko-KR" sz="3200" dirty="0"/>
          </a:p>
        </p:txBody>
      </p:sp>
      <p:sp>
        <p:nvSpPr>
          <p:cNvPr id="6" name="S09-card558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59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표로 보면</a:t>
            </a:r>
            <a:endParaRPr lang="ko-KR" sz="3200" dirty="0"/>
          </a:p>
        </p:txBody>
      </p:sp>
      <p:graphicFrame>
        <p:nvGraphicFramePr>
          <p:cNvPr id="10" name="S09-table5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903220"/>
          <a:ext cx="4814316" cy="914400"/>
        </p:xfrm>
        <a:graphic>
          <a:graphicData uri="http://schemas.openxmlformats.org/drawingml/2006/table">
            <a:tbl>
              <a:tblPr/>
              <a:tblGrid>
                <a:gridCol w="1604772"/>
                <a:gridCol w="1604772"/>
                <a:gridCol w="1604772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chip5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9-text56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57과 75</a:t>
            </a:r>
            <a:endParaRPr lang="ko-KR" sz="3200" dirty="0"/>
          </a:p>
        </p:txBody>
      </p:sp>
      <p:sp>
        <p:nvSpPr>
          <p:cNvPr id="11" name="S09-chip5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9-text5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83과 86</a:t>
            </a:r>
            <a:endParaRPr lang="ko-KR" sz="3200" dirty="0"/>
          </a:p>
        </p:txBody>
      </p:sp>
      <p:sp>
        <p:nvSpPr>
          <p:cNvPr id="13" name="S09-chip5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9-text56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90과 49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5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49와 52 중 어느 수가 더 클까요?</a:t>
            </a:r>
            <a:endParaRPr lang="ko-KR" sz="3200" dirty="0"/>
          </a:p>
        </p:txBody>
      </p:sp>
      <p:sp>
        <p:nvSpPr>
          <p:cNvPr id="5" name="S10-card5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5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49</a:t>
            </a:r>
            <a:endParaRPr lang="ko-KR" sz="2600" dirty="0"/>
          </a:p>
        </p:txBody>
      </p:sp>
      <p:sp>
        <p:nvSpPr>
          <p:cNvPr id="8" name="S10-text5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9가 2보다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49가 커요.</a:t>
            </a:r>
            <a:endParaRPr lang="ko-KR" sz="3200" dirty="0"/>
          </a:p>
        </p:txBody>
      </p:sp>
      <p:sp>
        <p:nvSpPr>
          <p:cNvPr id="9" name="S10-chip5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</a:t>
            </a:r>
            <a:endParaRPr lang="ko-KR" sz="2600" dirty="0"/>
          </a:p>
        </p:txBody>
      </p:sp>
      <p:sp>
        <p:nvSpPr>
          <p:cNvPr id="10" name="S10-text5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5개가 4개보다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많으니까 52가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5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5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5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6개, 낱개 7개는?</a:t>
            </a:r>
            <a:endParaRPr lang="ko-KR" sz="3200" dirty="0"/>
          </a:p>
        </p:txBody>
      </p:sp>
      <p:sp>
        <p:nvSpPr>
          <p:cNvPr id="6" name="S11-chip5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5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아흔을 숫자로 써요.</a:t>
            </a:r>
            <a:endParaRPr lang="ko-KR" sz="3200" dirty="0"/>
          </a:p>
        </p:txBody>
      </p:sp>
      <p:sp>
        <p:nvSpPr>
          <p:cNvPr id="8" name="S11-chip58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58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71 중 큰 수는?</a:t>
            </a:r>
            <a:endParaRPr lang="ko-KR" sz="3200" dirty="0"/>
          </a:p>
        </p:txBody>
      </p:sp>
      <p:sp>
        <p:nvSpPr>
          <p:cNvPr id="10" name="S11-chip58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58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45와 42 중 작은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콩 봉지와 낱개로 다시 놓아 비교하게 하세요.</a:t>
            </a:r>
            <a:endParaRPr lang="ko-KR" sz="3200" dirty="0"/>
          </a:p>
        </p:txBody>
      </p:sp>
      <p:sp>
        <p:nvSpPr>
          <p:cNvPr id="5" name="S12-chip58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58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67</a:t>
            </a:r>
            <a:endParaRPr lang="ko-KR" sz="3200" dirty="0"/>
          </a:p>
        </p:txBody>
      </p:sp>
      <p:sp>
        <p:nvSpPr>
          <p:cNvPr id="7" name="S12-text58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6, 낱개 7</a:t>
            </a:r>
            <a:endParaRPr lang="ko-KR" sz="2600" dirty="0"/>
          </a:p>
        </p:txBody>
      </p:sp>
      <p:sp>
        <p:nvSpPr>
          <p:cNvPr id="8" name="S12-text58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90</a:t>
            </a:r>
            <a:endParaRPr lang="ko-KR" sz="3200" dirty="0"/>
          </a:p>
        </p:txBody>
      </p:sp>
      <p:sp>
        <p:nvSpPr>
          <p:cNvPr id="9" name="S12-text59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 = 묶음 9</a:t>
            </a:r>
            <a:endParaRPr lang="ko-KR" sz="2600" dirty="0"/>
          </a:p>
        </p:txBody>
      </p:sp>
      <p:sp>
        <p:nvSpPr>
          <p:cNvPr id="10" name="S12-text59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71</a:t>
            </a:r>
            <a:endParaRPr lang="ko-KR" sz="3200" dirty="0"/>
          </a:p>
        </p:txBody>
      </p:sp>
      <p:sp>
        <p:nvSpPr>
          <p:cNvPr id="11" name="S12-text59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7이 더 많음</a:t>
            </a:r>
            <a:endParaRPr lang="ko-KR" sz="2600" dirty="0"/>
          </a:p>
        </p:txBody>
      </p:sp>
      <p:sp>
        <p:nvSpPr>
          <p:cNvPr id="12" name="S12-text59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42</a:t>
            </a:r>
            <a:endParaRPr lang="ko-KR" sz="3200" dirty="0"/>
          </a:p>
        </p:txBody>
      </p:sp>
      <p:sp>
        <p:nvSpPr>
          <p:cNvPr id="13" name="S12-text59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2가 더 적음</a:t>
            </a:r>
            <a:endParaRPr lang="ko-KR" sz="2600" dirty="0"/>
          </a:p>
        </p:txBody>
      </p:sp>
      <p:sp>
        <p:nvSpPr>
          <p:cNvPr id="14" name="S12-chip59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59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68</a:t>
            </a:r>
            <a:endParaRPr lang="ko-KR" sz="3200" dirty="0"/>
          </a:p>
        </p:txBody>
      </p:sp>
      <p:sp>
        <p:nvSpPr>
          <p:cNvPr id="16" name="S12-text59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 비교함</a:t>
            </a:r>
            <a:endParaRPr lang="ko-KR" sz="2600" dirty="0"/>
          </a:p>
        </p:txBody>
      </p:sp>
      <p:sp>
        <p:nvSpPr>
          <p:cNvPr id="17" name="S12-text59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45</a:t>
            </a:r>
            <a:endParaRPr lang="ko-KR" sz="3200" dirty="0"/>
          </a:p>
        </p:txBody>
      </p:sp>
      <p:sp>
        <p:nvSpPr>
          <p:cNvPr id="18" name="S12-text59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수를 고름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13-card6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말하고, 어떻게 알았는지 말해요.</a:t>
            </a:r>
            <a:endParaRPr lang="ko-KR" sz="3200" dirty="0"/>
          </a:p>
        </p:txBody>
      </p:sp>
      <p:sp>
        <p:nvSpPr>
          <p:cNvPr id="5" name="S13-chip602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603"/>
          <p:cNvSpPr/>
          <p:nvPr/>
        </p:nvSpPr>
        <p:spPr>
          <a:xfrm>
            <a:off x="2130552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604"/>
          <p:cNvSpPr/>
          <p:nvPr/>
        </p:nvSpPr>
        <p:spPr>
          <a:xfrm>
            <a:off x="2130552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605"/>
          <p:cNvSpPr/>
          <p:nvPr/>
        </p:nvSpPr>
        <p:spPr>
          <a:xfrm>
            <a:off x="2130552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606"/>
          <p:cNvSpPr/>
          <p:nvPr/>
        </p:nvSpPr>
        <p:spPr>
          <a:xfrm>
            <a:off x="2130552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607"/>
          <p:cNvSpPr/>
          <p:nvPr/>
        </p:nvSpPr>
        <p:spPr>
          <a:xfrm>
            <a:off x="2130552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608"/>
          <p:cNvSpPr/>
          <p:nvPr/>
        </p:nvSpPr>
        <p:spPr>
          <a:xfrm>
            <a:off x="2130552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609"/>
          <p:cNvSpPr/>
          <p:nvPr/>
        </p:nvSpPr>
        <p:spPr>
          <a:xfrm>
            <a:off x="2130552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610"/>
          <p:cNvSpPr/>
          <p:nvPr/>
        </p:nvSpPr>
        <p:spPr>
          <a:xfrm>
            <a:off x="2130552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611"/>
          <p:cNvSpPr/>
          <p:nvPr/>
        </p:nvSpPr>
        <p:spPr>
          <a:xfrm>
            <a:off x="2130552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612"/>
          <p:cNvSpPr/>
          <p:nvPr/>
        </p:nvSpPr>
        <p:spPr>
          <a:xfrm>
            <a:off x="2130552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613"/>
          <p:cNvSpPr/>
          <p:nvPr/>
        </p:nvSpPr>
        <p:spPr>
          <a:xfrm>
            <a:off x="2606040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614"/>
          <p:cNvSpPr/>
          <p:nvPr/>
        </p:nvSpPr>
        <p:spPr>
          <a:xfrm>
            <a:off x="2606040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615"/>
          <p:cNvSpPr/>
          <p:nvPr/>
        </p:nvSpPr>
        <p:spPr>
          <a:xfrm>
            <a:off x="2606040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616"/>
          <p:cNvSpPr/>
          <p:nvPr/>
        </p:nvSpPr>
        <p:spPr>
          <a:xfrm>
            <a:off x="2606040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617"/>
          <p:cNvSpPr/>
          <p:nvPr/>
        </p:nvSpPr>
        <p:spPr>
          <a:xfrm>
            <a:off x="2606040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618"/>
          <p:cNvSpPr/>
          <p:nvPr/>
        </p:nvSpPr>
        <p:spPr>
          <a:xfrm>
            <a:off x="2606040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619"/>
          <p:cNvSpPr/>
          <p:nvPr/>
        </p:nvSpPr>
        <p:spPr>
          <a:xfrm>
            <a:off x="2606040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620"/>
          <p:cNvSpPr/>
          <p:nvPr/>
        </p:nvSpPr>
        <p:spPr>
          <a:xfrm>
            <a:off x="2606040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621"/>
          <p:cNvSpPr/>
          <p:nvPr/>
        </p:nvSpPr>
        <p:spPr>
          <a:xfrm>
            <a:off x="2606040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622"/>
          <p:cNvSpPr/>
          <p:nvPr/>
        </p:nvSpPr>
        <p:spPr>
          <a:xfrm>
            <a:off x="2606040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623"/>
          <p:cNvSpPr/>
          <p:nvPr/>
        </p:nvSpPr>
        <p:spPr>
          <a:xfrm>
            <a:off x="3081528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624"/>
          <p:cNvSpPr/>
          <p:nvPr/>
        </p:nvSpPr>
        <p:spPr>
          <a:xfrm>
            <a:off x="3081528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625"/>
          <p:cNvSpPr/>
          <p:nvPr/>
        </p:nvSpPr>
        <p:spPr>
          <a:xfrm>
            <a:off x="3081528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626"/>
          <p:cNvSpPr/>
          <p:nvPr/>
        </p:nvSpPr>
        <p:spPr>
          <a:xfrm>
            <a:off x="3081528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627"/>
          <p:cNvSpPr/>
          <p:nvPr/>
        </p:nvSpPr>
        <p:spPr>
          <a:xfrm>
            <a:off x="3081528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628"/>
          <p:cNvSpPr/>
          <p:nvPr/>
        </p:nvSpPr>
        <p:spPr>
          <a:xfrm>
            <a:off x="3081528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629"/>
          <p:cNvSpPr/>
          <p:nvPr/>
        </p:nvSpPr>
        <p:spPr>
          <a:xfrm>
            <a:off x="3081528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630"/>
          <p:cNvSpPr/>
          <p:nvPr/>
        </p:nvSpPr>
        <p:spPr>
          <a:xfrm>
            <a:off x="3081528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631"/>
          <p:cNvSpPr/>
          <p:nvPr/>
        </p:nvSpPr>
        <p:spPr>
          <a:xfrm>
            <a:off x="3081528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632"/>
          <p:cNvSpPr/>
          <p:nvPr/>
        </p:nvSpPr>
        <p:spPr>
          <a:xfrm>
            <a:off x="3081528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unit633"/>
          <p:cNvSpPr/>
          <p:nvPr/>
        </p:nvSpPr>
        <p:spPr>
          <a:xfrm>
            <a:off x="3557016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unit634"/>
          <p:cNvSpPr/>
          <p:nvPr/>
        </p:nvSpPr>
        <p:spPr>
          <a:xfrm>
            <a:off x="3557016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unit635"/>
          <p:cNvSpPr/>
          <p:nvPr/>
        </p:nvSpPr>
        <p:spPr>
          <a:xfrm>
            <a:off x="3557016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unit636"/>
          <p:cNvSpPr/>
          <p:nvPr/>
        </p:nvSpPr>
        <p:spPr>
          <a:xfrm>
            <a:off x="3557016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unit637"/>
          <p:cNvSpPr/>
          <p:nvPr/>
        </p:nvSpPr>
        <p:spPr>
          <a:xfrm>
            <a:off x="3557016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unit638"/>
          <p:cNvSpPr/>
          <p:nvPr/>
        </p:nvSpPr>
        <p:spPr>
          <a:xfrm>
            <a:off x="3943350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unit639"/>
          <p:cNvSpPr/>
          <p:nvPr/>
        </p:nvSpPr>
        <p:spPr>
          <a:xfrm>
            <a:off x="3943350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unit640"/>
          <p:cNvSpPr/>
          <p:nvPr/>
        </p:nvSpPr>
        <p:spPr>
          <a:xfrm>
            <a:off x="3943350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unit641"/>
          <p:cNvSpPr/>
          <p:nvPr/>
        </p:nvSpPr>
        <p:spPr>
          <a:xfrm>
            <a:off x="3943350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figure642" descr="10개 막대 3개와 낱개 9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13-chip643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7" name="S13-rod644"/>
          <p:cNvSpPr/>
          <p:nvPr/>
        </p:nvSpPr>
        <p:spPr>
          <a:xfrm>
            <a:off x="781469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line645"/>
          <p:cNvSpPr/>
          <p:nvPr/>
        </p:nvSpPr>
        <p:spPr>
          <a:xfrm>
            <a:off x="781469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646"/>
          <p:cNvSpPr/>
          <p:nvPr/>
        </p:nvSpPr>
        <p:spPr>
          <a:xfrm>
            <a:off x="781469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647"/>
          <p:cNvSpPr/>
          <p:nvPr/>
        </p:nvSpPr>
        <p:spPr>
          <a:xfrm>
            <a:off x="781469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648"/>
          <p:cNvSpPr/>
          <p:nvPr/>
        </p:nvSpPr>
        <p:spPr>
          <a:xfrm>
            <a:off x="781469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649"/>
          <p:cNvSpPr/>
          <p:nvPr/>
        </p:nvSpPr>
        <p:spPr>
          <a:xfrm>
            <a:off x="781469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650"/>
          <p:cNvSpPr/>
          <p:nvPr/>
        </p:nvSpPr>
        <p:spPr>
          <a:xfrm>
            <a:off x="781469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651"/>
          <p:cNvSpPr/>
          <p:nvPr/>
        </p:nvSpPr>
        <p:spPr>
          <a:xfrm>
            <a:off x="781469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652"/>
          <p:cNvSpPr/>
          <p:nvPr/>
        </p:nvSpPr>
        <p:spPr>
          <a:xfrm>
            <a:off x="781469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653"/>
          <p:cNvSpPr/>
          <p:nvPr/>
        </p:nvSpPr>
        <p:spPr>
          <a:xfrm>
            <a:off x="781469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rod654"/>
          <p:cNvSpPr/>
          <p:nvPr/>
        </p:nvSpPr>
        <p:spPr>
          <a:xfrm>
            <a:off x="829017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3-line655"/>
          <p:cNvSpPr/>
          <p:nvPr/>
        </p:nvSpPr>
        <p:spPr>
          <a:xfrm>
            <a:off x="829017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656"/>
          <p:cNvSpPr/>
          <p:nvPr/>
        </p:nvSpPr>
        <p:spPr>
          <a:xfrm>
            <a:off x="829017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657"/>
          <p:cNvSpPr/>
          <p:nvPr/>
        </p:nvSpPr>
        <p:spPr>
          <a:xfrm>
            <a:off x="829017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658"/>
          <p:cNvSpPr/>
          <p:nvPr/>
        </p:nvSpPr>
        <p:spPr>
          <a:xfrm>
            <a:off x="829017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659"/>
          <p:cNvSpPr/>
          <p:nvPr/>
        </p:nvSpPr>
        <p:spPr>
          <a:xfrm>
            <a:off x="829017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660"/>
          <p:cNvSpPr/>
          <p:nvPr/>
        </p:nvSpPr>
        <p:spPr>
          <a:xfrm>
            <a:off x="829017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661"/>
          <p:cNvSpPr/>
          <p:nvPr/>
        </p:nvSpPr>
        <p:spPr>
          <a:xfrm>
            <a:off x="829017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662"/>
          <p:cNvSpPr/>
          <p:nvPr/>
        </p:nvSpPr>
        <p:spPr>
          <a:xfrm>
            <a:off x="829017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663"/>
          <p:cNvSpPr/>
          <p:nvPr/>
        </p:nvSpPr>
        <p:spPr>
          <a:xfrm>
            <a:off x="829017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rod664"/>
          <p:cNvSpPr/>
          <p:nvPr/>
        </p:nvSpPr>
        <p:spPr>
          <a:xfrm>
            <a:off x="876566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3-line665"/>
          <p:cNvSpPr/>
          <p:nvPr/>
        </p:nvSpPr>
        <p:spPr>
          <a:xfrm>
            <a:off x="876566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666"/>
          <p:cNvSpPr/>
          <p:nvPr/>
        </p:nvSpPr>
        <p:spPr>
          <a:xfrm>
            <a:off x="876566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667"/>
          <p:cNvSpPr/>
          <p:nvPr/>
        </p:nvSpPr>
        <p:spPr>
          <a:xfrm>
            <a:off x="876566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line668"/>
          <p:cNvSpPr/>
          <p:nvPr/>
        </p:nvSpPr>
        <p:spPr>
          <a:xfrm>
            <a:off x="876566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3-line669"/>
          <p:cNvSpPr/>
          <p:nvPr/>
        </p:nvSpPr>
        <p:spPr>
          <a:xfrm>
            <a:off x="876566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670"/>
          <p:cNvSpPr/>
          <p:nvPr/>
        </p:nvSpPr>
        <p:spPr>
          <a:xfrm>
            <a:off x="876566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671"/>
          <p:cNvSpPr/>
          <p:nvPr/>
        </p:nvSpPr>
        <p:spPr>
          <a:xfrm>
            <a:off x="876566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672"/>
          <p:cNvSpPr/>
          <p:nvPr/>
        </p:nvSpPr>
        <p:spPr>
          <a:xfrm>
            <a:off x="876566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673"/>
          <p:cNvSpPr/>
          <p:nvPr/>
        </p:nvSpPr>
        <p:spPr>
          <a:xfrm>
            <a:off x="876566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rod674"/>
          <p:cNvSpPr/>
          <p:nvPr/>
        </p:nvSpPr>
        <p:spPr>
          <a:xfrm>
            <a:off x="924115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3-line675"/>
          <p:cNvSpPr/>
          <p:nvPr/>
        </p:nvSpPr>
        <p:spPr>
          <a:xfrm>
            <a:off x="924115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676"/>
          <p:cNvSpPr/>
          <p:nvPr/>
        </p:nvSpPr>
        <p:spPr>
          <a:xfrm>
            <a:off x="924115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677"/>
          <p:cNvSpPr/>
          <p:nvPr/>
        </p:nvSpPr>
        <p:spPr>
          <a:xfrm>
            <a:off x="924115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line678"/>
          <p:cNvSpPr/>
          <p:nvPr/>
        </p:nvSpPr>
        <p:spPr>
          <a:xfrm>
            <a:off x="924115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3-line679"/>
          <p:cNvSpPr/>
          <p:nvPr/>
        </p:nvSpPr>
        <p:spPr>
          <a:xfrm>
            <a:off x="924115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3-line680"/>
          <p:cNvSpPr/>
          <p:nvPr/>
        </p:nvSpPr>
        <p:spPr>
          <a:xfrm>
            <a:off x="924115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3-line681"/>
          <p:cNvSpPr/>
          <p:nvPr/>
        </p:nvSpPr>
        <p:spPr>
          <a:xfrm>
            <a:off x="924115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3-line682"/>
          <p:cNvSpPr/>
          <p:nvPr/>
        </p:nvSpPr>
        <p:spPr>
          <a:xfrm>
            <a:off x="924115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683"/>
          <p:cNvSpPr/>
          <p:nvPr/>
        </p:nvSpPr>
        <p:spPr>
          <a:xfrm>
            <a:off x="924115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unit684"/>
          <p:cNvSpPr/>
          <p:nvPr/>
        </p:nvSpPr>
        <p:spPr>
          <a:xfrm>
            <a:off x="9716643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figure685" descr="10개 막대 4개와 낱개 1개"/>
          <p:cNvSpPr/>
          <p:nvPr/>
        </p:nvSpPr>
        <p:spPr>
          <a:xfrm>
            <a:off x="6277356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6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비교하고, 묶음이 같으면 낱개를 비교해요.</a:t>
            </a:r>
            <a:endParaRPr lang="ko-KR" sz="3200" dirty="0"/>
          </a:p>
        </p:txBody>
      </p:sp>
      <p:sp>
        <p:nvSpPr>
          <p:cNvPr id="5" name="S14-chip68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 비교하기</a:t>
            </a:r>
            <a:endParaRPr lang="ko-KR" sz="2600" dirty="0"/>
          </a:p>
        </p:txBody>
      </p:sp>
      <p:sp>
        <p:nvSpPr>
          <p:cNvPr id="6" name="S14-chip68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낱개만 보고 비교하기</a:t>
            </a:r>
            <a:endParaRPr lang="ko-KR" sz="2600" dirty="0"/>
          </a:p>
        </p:txBody>
      </p:sp>
      <p:sp>
        <p:nvSpPr>
          <p:cNvPr id="7" name="S14-text69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69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9개와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3개는?</a:t>
            </a:r>
            <a:endParaRPr lang="ko-KR" sz="2600" dirty="0"/>
          </a:p>
        </p:txBody>
      </p:sp>
      <p:sp>
        <p:nvSpPr>
          <p:cNvPr id="9" name="S14-text69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64와 46 중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수는?</a:t>
            </a:r>
            <a:endParaRPr lang="ko-KR" sz="2600" dirty="0"/>
          </a:p>
        </p:txBody>
      </p:sp>
      <p:sp>
        <p:nvSpPr>
          <p:cNvPr id="10" name="S14-text69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여든을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1" name="S14-text6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6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15-card6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2개, 낱개 5개는 25예요.</a:t>
            </a:r>
            <a:endParaRPr lang="ko-KR" sz="3200" dirty="0"/>
          </a:p>
        </p:txBody>
      </p:sp>
      <p:sp>
        <p:nvSpPr>
          <p:cNvPr id="6" name="S15-dot698"/>
          <p:cNvSpPr/>
          <p:nvPr/>
        </p:nvSpPr>
        <p:spPr>
          <a:xfrm>
            <a:off x="650971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699"/>
          <p:cNvSpPr/>
          <p:nvPr/>
        </p:nvSpPr>
        <p:spPr>
          <a:xfrm>
            <a:off x="118955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700"/>
          <p:cNvSpPr/>
          <p:nvPr/>
        </p:nvSpPr>
        <p:spPr>
          <a:xfrm>
            <a:off x="1728134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701"/>
          <p:cNvSpPr/>
          <p:nvPr/>
        </p:nvSpPr>
        <p:spPr>
          <a:xfrm>
            <a:off x="226671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702"/>
          <p:cNvSpPr/>
          <p:nvPr/>
        </p:nvSpPr>
        <p:spPr>
          <a:xfrm>
            <a:off x="2805297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703"/>
          <p:cNvSpPr/>
          <p:nvPr/>
        </p:nvSpPr>
        <p:spPr>
          <a:xfrm>
            <a:off x="3343879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704"/>
          <p:cNvSpPr/>
          <p:nvPr/>
        </p:nvSpPr>
        <p:spPr>
          <a:xfrm>
            <a:off x="3882460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705"/>
          <p:cNvSpPr/>
          <p:nvPr/>
        </p:nvSpPr>
        <p:spPr>
          <a:xfrm>
            <a:off x="442104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706"/>
          <p:cNvSpPr/>
          <p:nvPr/>
        </p:nvSpPr>
        <p:spPr>
          <a:xfrm>
            <a:off x="4959623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707"/>
          <p:cNvSpPr/>
          <p:nvPr/>
        </p:nvSpPr>
        <p:spPr>
          <a:xfrm>
            <a:off x="549820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708"/>
          <p:cNvSpPr/>
          <p:nvPr/>
        </p:nvSpPr>
        <p:spPr>
          <a:xfrm>
            <a:off x="650971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709"/>
          <p:cNvSpPr/>
          <p:nvPr/>
        </p:nvSpPr>
        <p:spPr>
          <a:xfrm>
            <a:off x="118955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710"/>
          <p:cNvSpPr/>
          <p:nvPr/>
        </p:nvSpPr>
        <p:spPr>
          <a:xfrm>
            <a:off x="1728134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711"/>
          <p:cNvSpPr/>
          <p:nvPr/>
        </p:nvSpPr>
        <p:spPr>
          <a:xfrm>
            <a:off x="226671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712"/>
          <p:cNvSpPr/>
          <p:nvPr/>
        </p:nvSpPr>
        <p:spPr>
          <a:xfrm>
            <a:off x="2805297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713"/>
          <p:cNvSpPr/>
          <p:nvPr/>
        </p:nvSpPr>
        <p:spPr>
          <a:xfrm>
            <a:off x="3343879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714"/>
          <p:cNvSpPr/>
          <p:nvPr/>
        </p:nvSpPr>
        <p:spPr>
          <a:xfrm>
            <a:off x="3882460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715"/>
          <p:cNvSpPr/>
          <p:nvPr/>
        </p:nvSpPr>
        <p:spPr>
          <a:xfrm>
            <a:off x="442104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dot716"/>
          <p:cNvSpPr/>
          <p:nvPr/>
        </p:nvSpPr>
        <p:spPr>
          <a:xfrm>
            <a:off x="4959623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5-dot717"/>
          <p:cNvSpPr/>
          <p:nvPr/>
        </p:nvSpPr>
        <p:spPr>
          <a:xfrm>
            <a:off x="549820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group718"/>
          <p:cNvSpPr/>
          <p:nvPr/>
        </p:nvSpPr>
        <p:spPr>
          <a:xfrm>
            <a:off x="576072" y="2804693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719"/>
          <p:cNvSpPr/>
          <p:nvPr/>
        </p:nvSpPr>
        <p:spPr>
          <a:xfrm>
            <a:off x="576072" y="334327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figure720" descr="10개씩 묶은 점 두 줄"/>
          <p:cNvSpPr/>
          <p:nvPr/>
        </p:nvSpPr>
        <p:spPr>
          <a:xfrm>
            <a:off x="548640" y="2768117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5-label721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15-dot722"/>
          <p:cNvSpPr/>
          <p:nvPr/>
        </p:nvSpPr>
        <p:spPr>
          <a:xfrm>
            <a:off x="6356827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723"/>
          <p:cNvSpPr/>
          <p:nvPr/>
        </p:nvSpPr>
        <p:spPr>
          <a:xfrm>
            <a:off x="6895408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724"/>
          <p:cNvSpPr/>
          <p:nvPr/>
        </p:nvSpPr>
        <p:spPr>
          <a:xfrm>
            <a:off x="7433990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725"/>
          <p:cNvSpPr/>
          <p:nvPr/>
        </p:nvSpPr>
        <p:spPr>
          <a:xfrm>
            <a:off x="7972571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726"/>
          <p:cNvSpPr/>
          <p:nvPr/>
        </p:nvSpPr>
        <p:spPr>
          <a:xfrm>
            <a:off x="8511153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figure727" descr="묶지 않은 점 5개"/>
          <p:cNvSpPr/>
          <p:nvPr/>
        </p:nvSpPr>
        <p:spPr>
          <a:xfrm>
            <a:off x="6254496" y="3037408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15-label72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100까지의 수</dc:title>
  <dc:subject>KR22-G01-MAT-NUM100-L01</dc:subject>
  <dc:creator>education-ppt</dc:creator>
  <cp:lastModifiedBy>education-ppt</cp:lastModifiedBy>
  <cp:revision>1</cp:revision>
  <dcterms:created xsi:type="dcterms:W3CDTF">2026-10-26T07:13:18Z</dcterms:created>
  <dcterms:modified xsi:type="dcterms:W3CDTF">2026-10-26T07:13:18Z</dcterms:modified>
</cp:coreProperties>
</file>