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ddbfdc5-b286-306f-bafc-5788e0482e35}">
          <p14:sldIdLst>
            <p14:sldId id="256"/>
            <p14:sldId id="257"/>
          </p14:sldIdLst>
        </p14:section>
        <p14:section name="개념" id="{8f45c898-94aa-6082-60fa-16d3cd97821f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b31c8210-fffc-e84a-ffd9-74cf72efeef9}">
          <p14:sldIdLst>
            <p14:sldId id="263"/>
            <p14:sldId id="264"/>
            <p14:sldId id="265"/>
          </p14:sldIdLst>
        </p14:section>
        <p14:section name="확인" id="{98abbb2a-5a3c-fb32-77da-5313ee2fe68b}">
          <p14:sldIdLst>
            <p14:sldId id="266"/>
            <p14:sldId id="267"/>
          </p14:sldIdLst>
        </p14:section>
        <p14:section name="정리" id="{c0d0d9b3-7edc-7ebf-abb8-e94b2d9b7ad2}">
          <p14:sldIdLst>
            <p14:sldId id="268"/>
          </p14:sldIdLst>
        </p14:section>
        <p14:section name="보충" id="{87cde719-f761-120a-cc9b-41852319a41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가르기와 모으기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 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0284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7142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89813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92131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52329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112527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3개"/>
          <p:cNvSpPr/>
          <p:nvPr/>
        </p:nvSpPr>
        <p:spPr>
          <a:xfrm>
            <a:off x="980694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수를 두 수로 갈라요.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수를 모아 하나의 수로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1"/>
          <p:cNvSpPr/>
          <p:nvPr/>
        </p:nvSpPr>
        <p:spPr>
          <a:xfrm>
            <a:off x="220141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2"/>
          <p:cNvSpPr/>
          <p:nvPr/>
        </p:nvSpPr>
        <p:spPr>
          <a:xfrm>
            <a:off x="232966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95579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4"/>
          <p:cNvSpPr/>
          <p:nvPr/>
        </p:nvSpPr>
        <p:spPr>
          <a:xfrm>
            <a:off x="308404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371017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16"/>
          <p:cNvSpPr/>
          <p:nvPr/>
        </p:nvSpPr>
        <p:spPr>
          <a:xfrm>
            <a:off x="383842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17"/>
          <p:cNvSpPr/>
          <p:nvPr/>
        </p:nvSpPr>
        <p:spPr>
          <a:xfrm>
            <a:off x="446455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18"/>
          <p:cNvSpPr/>
          <p:nvPr/>
        </p:nvSpPr>
        <p:spPr>
          <a:xfrm>
            <a:off x="459280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521893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0"/>
          <p:cNvSpPr/>
          <p:nvPr/>
        </p:nvSpPr>
        <p:spPr>
          <a:xfrm>
            <a:off x="534718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220141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2"/>
          <p:cNvSpPr/>
          <p:nvPr/>
        </p:nvSpPr>
        <p:spPr>
          <a:xfrm>
            <a:off x="232966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3"/>
          <p:cNvSpPr/>
          <p:nvPr/>
        </p:nvSpPr>
        <p:spPr>
          <a:xfrm>
            <a:off x="295579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4"/>
          <p:cNvSpPr/>
          <p:nvPr/>
        </p:nvSpPr>
        <p:spPr>
          <a:xfrm>
            <a:off x="308404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71017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26"/>
          <p:cNvSpPr/>
          <p:nvPr/>
        </p:nvSpPr>
        <p:spPr>
          <a:xfrm>
            <a:off x="383842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27"/>
          <p:cNvSpPr/>
          <p:nvPr/>
        </p:nvSpPr>
        <p:spPr>
          <a:xfrm>
            <a:off x="446455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28"/>
          <p:cNvSpPr/>
          <p:nvPr/>
        </p:nvSpPr>
        <p:spPr>
          <a:xfrm>
            <a:off x="521893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29" descr="1개의 십 칸 틀 중 1번째: 모두 8개"/>
          <p:cNvSpPr/>
          <p:nvPr/>
        </p:nvSpPr>
        <p:spPr>
          <a:xfrm>
            <a:off x="2201418" y="1325880"/>
            <a:ext cx="37719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text3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6보다 1만큼 더 큰 수</a:t>
            </a:r>
            <a:endParaRPr lang="ko-KR" sz="3200" dirty="0"/>
          </a:p>
        </p:txBody>
      </p:sp>
      <p:sp>
        <p:nvSpPr>
          <p:cNvPr id="25" name="S02-chip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2-eqtext3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둘로 갈라요</a:t>
            </a:r>
            <a:endParaRPr lang="ko-KR" sz="44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나누어요.</a:t>
            </a:r>
            <a:endParaRPr lang="ko-KR" sz="3200" dirty="0"/>
          </a:p>
        </p:txBody>
      </p:sp>
      <p:sp>
        <p:nvSpPr>
          <p:cNvPr id="4" name="S03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2와 3으로 가를 수 있어요.</a:t>
            </a:r>
            <a:endParaRPr lang="ko-KR" sz="3200" dirty="0"/>
          </a:p>
        </p:txBody>
      </p:sp>
      <p:sp>
        <p:nvSpPr>
          <p:cNvPr id="6" name="S03-dot37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8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39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4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41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2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3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44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4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가지로 갈라요</a:t>
            </a:r>
            <a:endParaRPr lang="ko-KR" sz="4400" dirty="0"/>
          </a:p>
        </p:txBody>
      </p:sp>
      <p:sp>
        <p:nvSpPr>
          <p:cNvPr id="3" name="S04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가르는 방법은 여러 가지예요.</a:t>
            </a:r>
            <a:endParaRPr lang="ko-KR" sz="3200" dirty="0"/>
          </a:p>
        </p:txBody>
      </p:sp>
      <p:sp>
        <p:nvSpPr>
          <p:cNvPr id="4" name="S04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한쪽이 1 커지면 다른 쪽은 1 작아져요.</a:t>
            </a:r>
            <a:endParaRPr lang="ko-KR" sz="3200" dirty="0"/>
          </a:p>
        </p:txBody>
      </p:sp>
      <p:graphicFrame>
        <p:nvGraphicFramePr>
          <p:cNvPr id="5" name="S04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590800"/>
          <a:ext cx="82296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1481328"/>
                <a:gridCol w="1481328"/>
                <a:gridCol w="1481328"/>
                <a:gridCol w="1481328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모아요</a:t>
            </a:r>
            <a:endParaRPr lang="ko-KR" sz="4400" dirty="0"/>
          </a:p>
        </p:txBody>
      </p:sp>
      <p:sp>
        <p:nvSpPr>
          <p:cNvPr id="3" name="S05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한곳에 모아요.</a:t>
            </a:r>
            <a:endParaRPr lang="ko-KR" sz="3200" dirty="0"/>
          </a:p>
        </p:txBody>
      </p:sp>
      <p:sp>
        <p:nvSpPr>
          <p:cNvPr id="4" name="S05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모으면 7이에요.</a:t>
            </a:r>
            <a:endParaRPr lang="ko-KR" sz="3200" dirty="0"/>
          </a:p>
        </p:txBody>
      </p:sp>
      <p:sp>
        <p:nvSpPr>
          <p:cNvPr id="6" name="S05-dot53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4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5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figure56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5-label5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5-dot58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59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60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61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figure62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5-label63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나타내요</a:t>
            </a:r>
            <a:endParaRPr lang="ko-KR" sz="4400" dirty="0"/>
          </a:p>
        </p:txBody>
      </p:sp>
      <p:sp>
        <p:nvSpPr>
          <p:cNvPr id="3" name="S06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2와 4로 가르고, 2와 4를 모으면 6이에요.</a:t>
            </a:r>
            <a:endParaRPr lang="ko-KR" sz="3200" dirty="0"/>
          </a:p>
        </p:txBody>
      </p:sp>
      <p:sp>
        <p:nvSpPr>
          <p:cNvPr id="5" name="S06-eqtext66"/>
          <p:cNvSpPr txBox="1"/>
          <p:nvPr/>
        </p:nvSpPr>
        <p:spPr>
          <a:xfrm>
            <a:off x="548640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</p:txBody>
      </p:sp>
      <p:sp>
        <p:nvSpPr>
          <p:cNvPr id="6" name="S06-label6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</a:t>
            </a:r>
            <a:endParaRPr lang="ko-KR" sz="2600" dirty="0"/>
          </a:p>
        </p:txBody>
      </p:sp>
      <p:sp>
        <p:nvSpPr>
          <p:cNvPr id="7" name="S06-eqtext68"/>
          <p:cNvSpPr txBox="1"/>
          <p:nvPr/>
        </p:nvSpPr>
        <p:spPr>
          <a:xfrm>
            <a:off x="6254496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</p:txBody>
      </p:sp>
      <p:sp>
        <p:nvSpPr>
          <p:cNvPr id="8" name="S06-label6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알아봐요</a:t>
            </a:r>
            <a:endParaRPr lang="ko-KR" sz="4400" dirty="0"/>
          </a:p>
        </p:txBody>
      </p:sp>
      <p:sp>
        <p:nvSpPr>
          <p:cNvPr id="3" name="S07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칸이 꽉 차면 10이에요.</a:t>
            </a:r>
            <a:endParaRPr lang="ko-KR" sz="3200" dirty="0"/>
          </a:p>
        </p:txBody>
      </p:sp>
      <p:sp>
        <p:nvSpPr>
          <p:cNvPr id="5" name="S07-card7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</a:t>
            </a:r>
            <a:endParaRPr lang="ko-KR" sz="3200" dirty="0"/>
          </a:p>
        </p:txBody>
      </p:sp>
      <p:sp>
        <p:nvSpPr>
          <p:cNvPr id="7" name="S07-card7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또는 ‘열’로 읽어요</a:t>
            </a:r>
            <a:endParaRPr lang="ko-KR" sz="3200" dirty="0"/>
          </a:p>
        </p:txBody>
      </p:sp>
      <p:sp>
        <p:nvSpPr>
          <p:cNvPr id="9" name="S07-cell76"/>
          <p:cNvSpPr/>
          <p:nvPr/>
        </p:nvSpPr>
        <p:spPr>
          <a:xfrm>
            <a:off x="415137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77"/>
          <p:cNvSpPr/>
          <p:nvPr/>
        </p:nvSpPr>
        <p:spPr>
          <a:xfrm>
            <a:off x="428350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78"/>
          <p:cNvSpPr/>
          <p:nvPr/>
        </p:nvSpPr>
        <p:spPr>
          <a:xfrm>
            <a:off x="492861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dot79"/>
          <p:cNvSpPr/>
          <p:nvPr/>
        </p:nvSpPr>
        <p:spPr>
          <a:xfrm>
            <a:off x="506074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cell80"/>
          <p:cNvSpPr/>
          <p:nvPr/>
        </p:nvSpPr>
        <p:spPr>
          <a:xfrm>
            <a:off x="570585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dot81"/>
          <p:cNvSpPr/>
          <p:nvPr/>
        </p:nvSpPr>
        <p:spPr>
          <a:xfrm>
            <a:off x="583798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cell82"/>
          <p:cNvSpPr/>
          <p:nvPr/>
        </p:nvSpPr>
        <p:spPr>
          <a:xfrm>
            <a:off x="648309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dot83"/>
          <p:cNvSpPr/>
          <p:nvPr/>
        </p:nvSpPr>
        <p:spPr>
          <a:xfrm>
            <a:off x="661522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cell84"/>
          <p:cNvSpPr/>
          <p:nvPr/>
        </p:nvSpPr>
        <p:spPr>
          <a:xfrm>
            <a:off x="726033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dot85"/>
          <p:cNvSpPr/>
          <p:nvPr/>
        </p:nvSpPr>
        <p:spPr>
          <a:xfrm>
            <a:off x="739246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cell86"/>
          <p:cNvSpPr/>
          <p:nvPr/>
        </p:nvSpPr>
        <p:spPr>
          <a:xfrm>
            <a:off x="415137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dot87"/>
          <p:cNvSpPr/>
          <p:nvPr/>
        </p:nvSpPr>
        <p:spPr>
          <a:xfrm>
            <a:off x="428350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cell88"/>
          <p:cNvSpPr/>
          <p:nvPr/>
        </p:nvSpPr>
        <p:spPr>
          <a:xfrm>
            <a:off x="492861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dot89"/>
          <p:cNvSpPr/>
          <p:nvPr/>
        </p:nvSpPr>
        <p:spPr>
          <a:xfrm>
            <a:off x="506074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cell90"/>
          <p:cNvSpPr/>
          <p:nvPr/>
        </p:nvSpPr>
        <p:spPr>
          <a:xfrm>
            <a:off x="570585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dot91"/>
          <p:cNvSpPr/>
          <p:nvPr/>
        </p:nvSpPr>
        <p:spPr>
          <a:xfrm>
            <a:off x="583798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cell92"/>
          <p:cNvSpPr/>
          <p:nvPr/>
        </p:nvSpPr>
        <p:spPr>
          <a:xfrm>
            <a:off x="648309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dot93"/>
          <p:cNvSpPr/>
          <p:nvPr/>
        </p:nvSpPr>
        <p:spPr>
          <a:xfrm>
            <a:off x="661522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cell94"/>
          <p:cNvSpPr/>
          <p:nvPr/>
        </p:nvSpPr>
        <p:spPr>
          <a:xfrm>
            <a:off x="726033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dot95"/>
          <p:cNvSpPr/>
          <p:nvPr/>
        </p:nvSpPr>
        <p:spPr>
          <a:xfrm>
            <a:off x="739246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7-figure96" descr="1개의 십 칸 틀 중 1번째: 모두 10개"/>
          <p:cNvSpPr/>
          <p:nvPr/>
        </p:nvSpPr>
        <p:spPr>
          <a:xfrm>
            <a:off x="4151376" y="18973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 보아요</a:t>
            </a:r>
            <a:endParaRPr lang="ko-KR" sz="4400" dirty="0"/>
          </a:p>
        </p:txBody>
      </p:sp>
      <p:sp>
        <p:nvSpPr>
          <p:cNvPr id="3" name="S08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놓고 둘로 나누어 봐요.</a:t>
            </a:r>
            <a:endParaRPr lang="ko-KR" sz="3200" dirty="0"/>
          </a:p>
        </p:txBody>
      </p:sp>
      <p:sp>
        <p:nvSpPr>
          <p:cNvPr id="5" name="S08-chip99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00"/>
          <p:cNvSpPr txBox="1"/>
          <p:nvPr/>
        </p:nvSpPr>
        <p:spPr>
          <a:xfrm>
            <a:off x="1344168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□</a:t>
            </a:r>
            <a:endParaRPr lang="ko-KR" sz="3600" dirty="0"/>
          </a:p>
        </p:txBody>
      </p:sp>
      <p:sp>
        <p:nvSpPr>
          <p:cNvPr id="7" name="S08-chip101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02"/>
          <p:cNvSpPr txBox="1"/>
          <p:nvPr/>
        </p:nvSpPr>
        <p:spPr>
          <a:xfrm>
            <a:off x="7072884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       5</a:t>
            </a:r>
            <a:endParaRPr lang="ko-KR" sz="3600" dirty="0"/>
          </a:p>
        </p:txBody>
      </p:sp>
      <p:sp>
        <p:nvSpPr>
          <p:cNvPr id="9" name="S08-chip103"/>
          <p:cNvSpPr txBox="1"/>
          <p:nvPr/>
        </p:nvSpPr>
        <p:spPr>
          <a:xfrm>
            <a:off x="548640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04"/>
          <p:cNvSpPr txBox="1"/>
          <p:nvPr/>
        </p:nvSpPr>
        <p:spPr>
          <a:xfrm>
            <a:off x="1344168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3600" dirty="0"/>
          </a:p>
        </p:txBody>
      </p:sp>
      <p:sp>
        <p:nvSpPr>
          <p:cNvPr id="11" name="S08-chip105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06"/>
          <p:cNvSpPr txBox="1"/>
          <p:nvPr/>
        </p:nvSpPr>
        <p:spPr>
          <a:xfrm>
            <a:off x="7072884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      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 보아요</a:t>
            </a:r>
            <a:endParaRPr lang="ko-KR" sz="4400" dirty="0"/>
          </a:p>
        </p:txBody>
      </p:sp>
      <p:sp>
        <p:nvSpPr>
          <p:cNvPr id="3" name="S09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수를 말하고 이어 세어요.</a:t>
            </a:r>
            <a:endParaRPr lang="ko-KR" sz="3200" dirty="0"/>
          </a:p>
        </p:txBody>
      </p:sp>
      <p:sp>
        <p:nvSpPr>
          <p:cNvPr id="5" name="S09-chip109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110"/>
          <p:cNvSpPr txBox="1"/>
          <p:nvPr/>
        </p:nvSpPr>
        <p:spPr>
          <a:xfrm>
            <a:off x="1344168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2        5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7" name="S09-chip111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112"/>
          <p:cNvSpPr txBox="1"/>
          <p:nvPr/>
        </p:nvSpPr>
        <p:spPr>
          <a:xfrm>
            <a:off x="7072884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4        4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9" name="S09-chip113"/>
          <p:cNvSpPr txBox="1"/>
          <p:nvPr/>
        </p:nvSpPr>
        <p:spPr>
          <a:xfrm>
            <a:off x="548640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114"/>
          <p:cNvSpPr txBox="1"/>
          <p:nvPr/>
        </p:nvSpPr>
        <p:spPr>
          <a:xfrm>
            <a:off x="1344168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6        3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11" name="S09-chip115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116"/>
          <p:cNvSpPr txBox="1"/>
          <p:nvPr/>
        </p:nvSpPr>
        <p:spPr>
          <a:xfrm>
            <a:off x="7072884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5        5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갈랐나요?</a:t>
            </a:r>
            <a:endParaRPr lang="ko-KR" sz="4400" dirty="0"/>
          </a:p>
        </p:txBody>
      </p:sp>
      <p:sp>
        <p:nvSpPr>
          <p:cNvPr id="3" name="S10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7개를 두 접시에 갈랐어요.</a:t>
            </a:r>
            <a:endParaRPr lang="ko-KR" sz="3200" dirty="0"/>
          </a:p>
        </p:txBody>
      </p:sp>
      <p:sp>
        <p:nvSpPr>
          <p:cNvPr id="5" name="S10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 수 있을까요?</a:t>
            </a:r>
            <a:endParaRPr lang="ko-KR" sz="3200" dirty="0"/>
          </a:p>
        </p:txBody>
      </p:sp>
      <p:sp>
        <p:nvSpPr>
          <p:cNvPr id="7" name="S10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3과 5</a:t>
            </a:r>
            <a:endParaRPr lang="ko-KR" sz="2600" dirty="0"/>
          </a:p>
        </p:txBody>
      </p:sp>
      <p:sp>
        <p:nvSpPr>
          <p:cNvPr id="8" name="S10-eq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3        5</a:t>
            </a:r>
            <a:endParaRPr lang="ko-KR" sz="3600" dirty="0"/>
          </a:p>
        </p:txBody>
      </p:sp>
      <p:sp>
        <p:nvSpPr>
          <p:cNvPr id="9" name="S10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3과 4</a:t>
            </a:r>
            <a:endParaRPr lang="ko-KR" sz="2600" dirty="0"/>
          </a:p>
        </p:txBody>
      </p:sp>
      <p:sp>
        <p:nvSpPr>
          <p:cNvPr id="10" name="S10-eq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12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12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6과 □로 갈라요.</a:t>
            </a:r>
            <a:endParaRPr lang="ko-KR" sz="3200" dirty="0"/>
          </a:p>
        </p:txBody>
      </p:sp>
      <p:sp>
        <p:nvSpPr>
          <p:cNvPr id="6" name="S11-chip1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1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6을 모으면 □예요.</a:t>
            </a:r>
            <a:endParaRPr lang="ko-KR" sz="3200" dirty="0"/>
          </a:p>
        </p:txBody>
      </p:sp>
      <p:sp>
        <p:nvSpPr>
          <p:cNvPr id="8" name="S11-chip1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1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두 가지로 갈라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바르게 가른 것은?</a:t>
            </a:r>
            <a:endParaRPr lang="ko-KR" sz="4400" dirty="0"/>
          </a:p>
        </p:txBody>
      </p:sp>
      <p:sp>
        <p:nvSpPr>
          <p:cNvPr id="3" name="S13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13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ard135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136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8" name="S13-chip13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3-card138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139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3</a:t>
            </a:r>
            <a:endParaRPr lang="ko-KR" sz="3200" dirty="0"/>
          </a:p>
        </p:txBody>
      </p:sp>
      <p:sp>
        <p:nvSpPr>
          <p:cNvPr id="11" name="S13-chip14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3-card141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142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가른 두 수를 다시 모으면 처음 수가 돼요.</a:t>
            </a:r>
            <a:endParaRPr lang="ko-KR" sz="3200" dirty="0"/>
          </a:p>
        </p:txBody>
      </p:sp>
      <p:sp>
        <p:nvSpPr>
          <p:cNvPr id="5" name="S14-chip14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모아서 확인하기</a:t>
            </a:r>
            <a:endParaRPr lang="ko-KR" sz="2600" dirty="0"/>
          </a:p>
        </p:txBody>
      </p:sp>
      <p:sp>
        <p:nvSpPr>
          <p:cNvPr id="6" name="S14-chip14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가르는 방법은 하나뿐</a:t>
            </a:r>
            <a:endParaRPr lang="ko-KR" sz="2600" dirty="0"/>
          </a:p>
        </p:txBody>
      </p:sp>
      <p:sp>
        <p:nvSpPr>
          <p:cNvPr id="7" name="S14-text14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4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7을 2와 □로 가르기</a:t>
            </a:r>
            <a:endParaRPr lang="ko-KR" sz="2600" dirty="0"/>
          </a:p>
        </p:txBody>
      </p:sp>
      <p:sp>
        <p:nvSpPr>
          <p:cNvPr id="9" name="S14-text14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4와 5를 모으면?</a:t>
            </a:r>
            <a:endParaRPr lang="ko-KR" sz="2600" dirty="0"/>
          </a:p>
        </p:txBody>
      </p:sp>
      <p:sp>
        <p:nvSpPr>
          <p:cNvPr id="10" name="S14-text15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10을 둘로 갈라 보기</a:t>
            </a:r>
            <a:endParaRPr lang="ko-KR" sz="2600" dirty="0"/>
          </a:p>
        </p:txBody>
      </p:sp>
      <p:sp>
        <p:nvSpPr>
          <p:cNvPr id="11" name="S14-text15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덧셈의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이어 세기</a:t>
            </a:r>
            <a:endParaRPr lang="ko-KR" sz="4400" dirty="0"/>
          </a:p>
        </p:txBody>
      </p:sp>
      <p:sp>
        <p:nvSpPr>
          <p:cNvPr id="3" name="S15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1개씩 더 놓으면?</a:t>
            </a:r>
            <a:endParaRPr lang="ko-KR" sz="3200" dirty="0"/>
          </a:p>
        </p:txBody>
      </p:sp>
      <p:sp>
        <p:nvSpPr>
          <p:cNvPr id="4" name="S15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셋! 넷, 다섯, 여섯. 이어 세면 6이에요.</a:t>
            </a:r>
            <a:endParaRPr lang="ko-KR" sz="3200" dirty="0"/>
          </a:p>
        </p:txBody>
      </p:sp>
      <p:sp>
        <p:nvSpPr>
          <p:cNvPr id="6" name="S15-line155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5-line156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5-label157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5-line158"/>
          <p:cNvSpPr/>
          <p:nvPr/>
        </p:nvSpPr>
        <p:spPr>
          <a:xfrm>
            <a:off x="210108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159"/>
          <p:cNvSpPr txBox="1"/>
          <p:nvPr/>
        </p:nvSpPr>
        <p:spPr>
          <a:xfrm>
            <a:off x="164388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15-line160"/>
          <p:cNvSpPr/>
          <p:nvPr/>
        </p:nvSpPr>
        <p:spPr>
          <a:xfrm>
            <a:off x="324205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161"/>
          <p:cNvSpPr txBox="1"/>
          <p:nvPr/>
        </p:nvSpPr>
        <p:spPr>
          <a:xfrm>
            <a:off x="278485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15-line162"/>
          <p:cNvSpPr/>
          <p:nvPr/>
        </p:nvSpPr>
        <p:spPr>
          <a:xfrm>
            <a:off x="438302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163"/>
          <p:cNvSpPr txBox="1"/>
          <p:nvPr/>
        </p:nvSpPr>
        <p:spPr>
          <a:xfrm>
            <a:off x="392582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15-line164"/>
          <p:cNvSpPr/>
          <p:nvPr/>
        </p:nvSpPr>
        <p:spPr>
          <a:xfrm>
            <a:off x="552399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165"/>
          <p:cNvSpPr txBox="1"/>
          <p:nvPr/>
        </p:nvSpPr>
        <p:spPr>
          <a:xfrm>
            <a:off x="506679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15-line166"/>
          <p:cNvSpPr/>
          <p:nvPr/>
        </p:nvSpPr>
        <p:spPr>
          <a:xfrm>
            <a:off x="666496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167"/>
          <p:cNvSpPr txBox="1"/>
          <p:nvPr/>
        </p:nvSpPr>
        <p:spPr>
          <a:xfrm>
            <a:off x="620776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15-line168"/>
          <p:cNvSpPr/>
          <p:nvPr/>
        </p:nvSpPr>
        <p:spPr>
          <a:xfrm>
            <a:off x="780592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169"/>
          <p:cNvSpPr txBox="1"/>
          <p:nvPr/>
        </p:nvSpPr>
        <p:spPr>
          <a:xfrm>
            <a:off x="734872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15-line170"/>
          <p:cNvSpPr/>
          <p:nvPr/>
        </p:nvSpPr>
        <p:spPr>
          <a:xfrm>
            <a:off x="894689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171"/>
          <p:cNvSpPr txBox="1"/>
          <p:nvPr/>
        </p:nvSpPr>
        <p:spPr>
          <a:xfrm>
            <a:off x="848969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15-line172"/>
          <p:cNvSpPr/>
          <p:nvPr/>
        </p:nvSpPr>
        <p:spPr>
          <a:xfrm>
            <a:off x="1008786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173"/>
          <p:cNvSpPr txBox="1"/>
          <p:nvPr/>
        </p:nvSpPr>
        <p:spPr>
          <a:xfrm>
            <a:off x="963066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15-line174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175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15-line176"/>
          <p:cNvSpPr/>
          <p:nvPr/>
        </p:nvSpPr>
        <p:spPr>
          <a:xfrm flipV="1">
            <a:off x="4383024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8" name="S15-line177"/>
          <p:cNvSpPr/>
          <p:nvPr/>
        </p:nvSpPr>
        <p:spPr>
          <a:xfrm>
            <a:off x="4383024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9" name="S15-label178"/>
          <p:cNvSpPr txBox="1"/>
          <p:nvPr/>
        </p:nvSpPr>
        <p:spPr>
          <a:xfrm>
            <a:off x="4383024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</a:t>
            </a:r>
            <a:endParaRPr lang="ko-KR" sz="2600" dirty="0"/>
          </a:p>
        </p:txBody>
      </p:sp>
      <p:sp>
        <p:nvSpPr>
          <p:cNvPr id="30" name="S15-line179"/>
          <p:cNvSpPr/>
          <p:nvPr/>
        </p:nvSpPr>
        <p:spPr>
          <a:xfrm flipV="1">
            <a:off x="552399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1" name="S15-line180"/>
          <p:cNvSpPr/>
          <p:nvPr/>
        </p:nvSpPr>
        <p:spPr>
          <a:xfrm>
            <a:off x="5523992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15-label181"/>
          <p:cNvSpPr txBox="1"/>
          <p:nvPr/>
        </p:nvSpPr>
        <p:spPr>
          <a:xfrm>
            <a:off x="5523992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</a:t>
            </a:r>
            <a:endParaRPr lang="ko-KR" sz="2600" dirty="0"/>
          </a:p>
        </p:txBody>
      </p:sp>
      <p:sp>
        <p:nvSpPr>
          <p:cNvPr id="33" name="S15-line182"/>
          <p:cNvSpPr/>
          <p:nvPr/>
        </p:nvSpPr>
        <p:spPr>
          <a:xfrm flipV="1">
            <a:off x="666496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15-line183"/>
          <p:cNvSpPr/>
          <p:nvPr/>
        </p:nvSpPr>
        <p:spPr>
          <a:xfrm>
            <a:off x="6664960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15-label184"/>
          <p:cNvSpPr txBox="1"/>
          <p:nvPr/>
        </p:nvSpPr>
        <p:spPr>
          <a:xfrm>
            <a:off x="6664960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</a:t>
            </a:r>
            <a:endParaRPr lang="ko-KR" sz="2600" dirty="0"/>
          </a:p>
        </p:txBody>
      </p:sp>
      <p:sp>
        <p:nvSpPr>
          <p:cNvPr id="36" name="S15-figure185" descr="0부터 9까지 수직선에서 3에서 4, 5, 6으로 한 칸씩 뛰어가는 화살표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가르기와 모으기</dc:title>
  <dc:subject>KR22-G01-MAT-COMPOSE-L01</dc:subject>
  <dc:creator>education-ppt</dc:creator>
  <cp:lastModifiedBy>education-ppt</cp:lastModifiedBy>
  <cp:revision>1</cp:revision>
  <dcterms:created xsi:type="dcterms:W3CDTF">2026-10-26T07:13:13Z</dcterms:created>
  <dcterms:modified xsi:type="dcterms:W3CDTF">2026-10-26T07:13:13Z</dcterms:modified>
</cp:coreProperties>
</file>