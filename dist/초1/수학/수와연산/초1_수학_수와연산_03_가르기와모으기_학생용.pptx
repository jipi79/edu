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df72ecc-e36a-32ad-5c68-ebdb6736a841}">
          <p14:sldIdLst>
            <p14:sldId id="256"/>
            <p14:sldId id="257"/>
          </p14:sldIdLst>
        </p14:section>
        <p14:section name="개념" id="{7d61c654-48a3-571a-29f5-26fe0d0033f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711a68d7-1765-2d42-4f5c-1848993b8526}">
          <p14:sldIdLst>
            <p14:sldId id="263"/>
            <p14:sldId id="264"/>
            <p14:sldId id="265"/>
          </p14:sldIdLst>
        </p14:section>
        <p14:section name="확인" id="{a1de9d88-a30b-b18a-2ff5-c62b963a18bc}">
          <p14:sldIdLst>
            <p14:sldId id="266"/>
            <p14:sldId id="267"/>
          </p14:sldIdLst>
        </p14:section>
        <p14:section name="정리" id="{4ab34a1a-04e4-b8b8-ef57-4311e96d1d3b}">
          <p14:sldIdLst>
            <p14:sldId id="268"/>
          </p14:sldIdLst>
        </p14:section>
        <p14:section name="보충" id="{b096471c-73b3-6aae-e3fc-a3dda9fcfa8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가르기와 모으기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가르기와 모으기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 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284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1423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89813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92131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52329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1125276" y="1916506"/>
            <a:ext cx="373228" cy="373228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3개"/>
          <p:cNvSpPr/>
          <p:nvPr/>
        </p:nvSpPr>
        <p:spPr>
          <a:xfrm>
            <a:off x="980694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수를 두 수로 갈라요.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수를 모아 하나의 수로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1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2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3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4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15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16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17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18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19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0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1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2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3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4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25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26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27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28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29" descr="1개의 십 칸 틀 중 1번째: 모두 8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text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6보다 1만큼 더 큰 수</a:t>
            </a:r>
            <a:endParaRPr lang="ko-KR" sz="3200" dirty="0"/>
          </a:p>
        </p:txBody>
      </p:sp>
      <p:sp>
        <p:nvSpPr>
          <p:cNvPr id="25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2-eqtext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 5, □, 7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둘로 갈라요</a:t>
            </a:r>
            <a:endParaRPr lang="ko-KR" sz="44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5개를 두 접시에 나누어요.</a:t>
            </a:r>
            <a:endParaRPr lang="ko-KR" sz="3200" dirty="0"/>
          </a:p>
        </p:txBody>
      </p:sp>
      <p:sp>
        <p:nvSpPr>
          <p:cNvPr id="4" name="S03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2와 3으로 가를 수 있어요.</a:t>
            </a:r>
            <a:endParaRPr lang="ko-KR" sz="3200" dirty="0"/>
          </a:p>
        </p:txBody>
      </p:sp>
      <p:sp>
        <p:nvSpPr>
          <p:cNvPr id="6" name="S03-dot37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8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39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40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41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2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3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44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45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가지로 갈라요</a:t>
            </a:r>
            <a:endParaRPr lang="ko-KR" sz="4400" dirty="0"/>
          </a:p>
        </p:txBody>
      </p:sp>
      <p:sp>
        <p:nvSpPr>
          <p:cNvPr id="3" name="S04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가르는 방법은 여러 가지예요.</a:t>
            </a:r>
            <a:endParaRPr lang="ko-KR" sz="3200" dirty="0"/>
          </a:p>
        </p:txBody>
      </p:sp>
      <p:sp>
        <p:nvSpPr>
          <p:cNvPr id="4" name="S04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한쪽이 1 커지면 다른 쪽은 1 작아져요.</a:t>
            </a:r>
            <a:endParaRPr lang="ko-KR" sz="3200" dirty="0"/>
          </a:p>
        </p:txBody>
      </p:sp>
      <p:graphicFrame>
        <p:nvGraphicFramePr>
          <p:cNvPr id="5" name="S04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90800"/>
          <a:ext cx="82296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1481328"/>
                <a:gridCol w="1481328"/>
                <a:gridCol w="1481328"/>
                <a:gridCol w="1481328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쪽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모아요</a:t>
            </a:r>
            <a:endParaRPr lang="ko-KR" sz="4400" dirty="0"/>
          </a:p>
        </p:txBody>
      </p:sp>
      <p:sp>
        <p:nvSpPr>
          <p:cNvPr id="3" name="S05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한곳에 모아요.</a:t>
            </a:r>
            <a:endParaRPr lang="ko-KR" sz="3200" dirty="0"/>
          </a:p>
        </p:txBody>
      </p:sp>
      <p:sp>
        <p:nvSpPr>
          <p:cNvPr id="4" name="S05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4를 모으면 7이에요.</a:t>
            </a:r>
            <a:endParaRPr lang="ko-KR" sz="3200" dirty="0"/>
          </a:p>
        </p:txBody>
      </p:sp>
      <p:sp>
        <p:nvSpPr>
          <p:cNvPr id="6" name="S05-dot53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4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5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figure56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5-label5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5-dot58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59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60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61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figure62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5-label6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나타내요</a:t>
            </a:r>
            <a:endParaRPr lang="ko-KR" sz="4400" dirty="0"/>
          </a:p>
        </p:txBody>
      </p:sp>
      <p:sp>
        <p:nvSpPr>
          <p:cNvPr id="3" name="S06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2와 4로 가르고, 2와 4를 모으면 6이에요.</a:t>
            </a:r>
            <a:endParaRPr lang="ko-KR" sz="3200" dirty="0"/>
          </a:p>
        </p:txBody>
      </p:sp>
      <p:sp>
        <p:nvSpPr>
          <p:cNvPr id="5" name="S06-eqtext66"/>
          <p:cNvSpPr txBox="1"/>
          <p:nvPr/>
        </p:nvSpPr>
        <p:spPr>
          <a:xfrm>
            <a:off x="548640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</p:txBody>
      </p:sp>
      <p:sp>
        <p:nvSpPr>
          <p:cNvPr id="6" name="S06-label6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</a:t>
            </a:r>
            <a:endParaRPr lang="ko-KR" sz="2600" dirty="0"/>
          </a:p>
        </p:txBody>
      </p:sp>
      <p:sp>
        <p:nvSpPr>
          <p:cNvPr id="7" name="S06-eqtext68"/>
          <p:cNvSpPr txBox="1"/>
          <p:nvPr/>
        </p:nvSpPr>
        <p:spPr>
          <a:xfrm>
            <a:off x="6254496" y="1325880"/>
            <a:ext cx="5385816" cy="3275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2        4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600" dirty="0"/>
          </a:p>
        </p:txBody>
      </p:sp>
      <p:sp>
        <p:nvSpPr>
          <p:cNvPr id="8" name="S06-label6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알아봐요</a:t>
            </a:r>
            <a:endParaRPr lang="ko-KR" sz="4400" dirty="0"/>
          </a:p>
        </p:txBody>
      </p:sp>
      <p:sp>
        <p:nvSpPr>
          <p:cNvPr id="3" name="S07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칸이 꽉 차면 10이에요.</a:t>
            </a:r>
            <a:endParaRPr lang="ko-KR" sz="3200" dirty="0"/>
          </a:p>
        </p:txBody>
      </p:sp>
      <p:sp>
        <p:nvSpPr>
          <p:cNvPr id="5" name="S07-card7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</a:t>
            </a:r>
            <a:endParaRPr lang="ko-KR" sz="3200" dirty="0"/>
          </a:p>
        </p:txBody>
      </p:sp>
      <p:sp>
        <p:nvSpPr>
          <p:cNvPr id="7" name="S07-card7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7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또는 ‘열’로 읽어요</a:t>
            </a:r>
            <a:endParaRPr lang="ko-KR" sz="3200" dirty="0"/>
          </a:p>
        </p:txBody>
      </p:sp>
      <p:sp>
        <p:nvSpPr>
          <p:cNvPr id="9" name="S07-cell76"/>
          <p:cNvSpPr/>
          <p:nvPr/>
        </p:nvSpPr>
        <p:spPr>
          <a:xfrm>
            <a:off x="415137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77"/>
          <p:cNvSpPr/>
          <p:nvPr/>
        </p:nvSpPr>
        <p:spPr>
          <a:xfrm>
            <a:off x="428350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78"/>
          <p:cNvSpPr/>
          <p:nvPr/>
        </p:nvSpPr>
        <p:spPr>
          <a:xfrm>
            <a:off x="492861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dot79"/>
          <p:cNvSpPr/>
          <p:nvPr/>
        </p:nvSpPr>
        <p:spPr>
          <a:xfrm>
            <a:off x="506074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cell80"/>
          <p:cNvSpPr/>
          <p:nvPr/>
        </p:nvSpPr>
        <p:spPr>
          <a:xfrm>
            <a:off x="570585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dot81"/>
          <p:cNvSpPr/>
          <p:nvPr/>
        </p:nvSpPr>
        <p:spPr>
          <a:xfrm>
            <a:off x="583798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cell82"/>
          <p:cNvSpPr/>
          <p:nvPr/>
        </p:nvSpPr>
        <p:spPr>
          <a:xfrm>
            <a:off x="648309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dot83"/>
          <p:cNvSpPr/>
          <p:nvPr/>
        </p:nvSpPr>
        <p:spPr>
          <a:xfrm>
            <a:off x="661522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cell84"/>
          <p:cNvSpPr/>
          <p:nvPr/>
        </p:nvSpPr>
        <p:spPr>
          <a:xfrm>
            <a:off x="7260336" y="18973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dot85"/>
          <p:cNvSpPr/>
          <p:nvPr/>
        </p:nvSpPr>
        <p:spPr>
          <a:xfrm>
            <a:off x="7392467" y="20295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cell86"/>
          <p:cNvSpPr/>
          <p:nvPr/>
        </p:nvSpPr>
        <p:spPr>
          <a:xfrm>
            <a:off x="415137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dot87"/>
          <p:cNvSpPr/>
          <p:nvPr/>
        </p:nvSpPr>
        <p:spPr>
          <a:xfrm>
            <a:off x="428350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cell88"/>
          <p:cNvSpPr/>
          <p:nvPr/>
        </p:nvSpPr>
        <p:spPr>
          <a:xfrm>
            <a:off x="492861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dot89"/>
          <p:cNvSpPr/>
          <p:nvPr/>
        </p:nvSpPr>
        <p:spPr>
          <a:xfrm>
            <a:off x="506074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cell90"/>
          <p:cNvSpPr/>
          <p:nvPr/>
        </p:nvSpPr>
        <p:spPr>
          <a:xfrm>
            <a:off x="570585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dot91"/>
          <p:cNvSpPr/>
          <p:nvPr/>
        </p:nvSpPr>
        <p:spPr>
          <a:xfrm>
            <a:off x="583798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cell92"/>
          <p:cNvSpPr/>
          <p:nvPr/>
        </p:nvSpPr>
        <p:spPr>
          <a:xfrm>
            <a:off x="648309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dot93"/>
          <p:cNvSpPr/>
          <p:nvPr/>
        </p:nvSpPr>
        <p:spPr>
          <a:xfrm>
            <a:off x="661522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cell94"/>
          <p:cNvSpPr/>
          <p:nvPr/>
        </p:nvSpPr>
        <p:spPr>
          <a:xfrm>
            <a:off x="7260336" y="26746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dot95"/>
          <p:cNvSpPr/>
          <p:nvPr/>
        </p:nvSpPr>
        <p:spPr>
          <a:xfrm>
            <a:off x="7392467" y="28067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7-figure96" descr="1개의 십 칸 틀 중 1번째: 모두 10개"/>
          <p:cNvSpPr/>
          <p:nvPr/>
        </p:nvSpPr>
        <p:spPr>
          <a:xfrm>
            <a:off x="4151376" y="18973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 보아요</a:t>
            </a:r>
            <a:endParaRPr lang="ko-KR" sz="4400" dirty="0"/>
          </a:p>
        </p:txBody>
      </p:sp>
      <p:sp>
        <p:nvSpPr>
          <p:cNvPr id="3" name="S08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놓고 둘로 나누어 봐요.</a:t>
            </a:r>
            <a:endParaRPr lang="ko-KR" sz="3200" dirty="0"/>
          </a:p>
        </p:txBody>
      </p:sp>
      <p:sp>
        <p:nvSpPr>
          <p:cNvPr id="5" name="S08-chip9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0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□</a:t>
            </a:r>
            <a:endParaRPr lang="ko-KR" sz="2600" dirty="0"/>
          </a:p>
        </p:txBody>
      </p:sp>
      <p:sp>
        <p:nvSpPr>
          <p:cNvPr id="7" name="S08-chip10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0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       5</a:t>
            </a:r>
            <a:endParaRPr lang="ko-KR" sz="2600" dirty="0"/>
          </a:p>
        </p:txBody>
      </p:sp>
      <p:sp>
        <p:nvSpPr>
          <p:cNvPr id="9" name="S08-chip10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0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2600" dirty="0"/>
          </a:p>
        </p:txBody>
      </p:sp>
      <p:sp>
        <p:nvSpPr>
          <p:cNvPr id="11" name="S08-chip10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0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모아 보아요</a:t>
            </a:r>
            <a:endParaRPr lang="ko-KR" sz="4400" dirty="0"/>
          </a:p>
        </p:txBody>
      </p:sp>
      <p:sp>
        <p:nvSpPr>
          <p:cNvPr id="3" name="S09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말하고 이어 세어요.</a:t>
            </a:r>
            <a:endParaRPr lang="ko-KR" sz="3200" dirty="0"/>
          </a:p>
        </p:txBody>
      </p:sp>
      <p:sp>
        <p:nvSpPr>
          <p:cNvPr id="5" name="S09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110"/>
          <p:cNvSpPr txBox="1"/>
          <p:nvPr/>
        </p:nvSpPr>
        <p:spPr>
          <a:xfrm>
            <a:off x="1344168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2        5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7" name="S09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112"/>
          <p:cNvSpPr txBox="1"/>
          <p:nvPr/>
        </p:nvSpPr>
        <p:spPr>
          <a:xfrm>
            <a:off x="7072884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4        4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9" name="S09-chip11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114"/>
          <p:cNvSpPr txBox="1"/>
          <p:nvPr/>
        </p:nvSpPr>
        <p:spPr>
          <a:xfrm>
            <a:off x="1344168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6        3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11" name="S09-chip11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116"/>
          <p:cNvSpPr txBox="1"/>
          <p:nvPr/>
        </p:nvSpPr>
        <p:spPr>
          <a:xfrm>
            <a:off x="7072884" y="33147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5        5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갈랐나요?</a:t>
            </a:r>
            <a:endParaRPr lang="ko-KR" sz="4400" dirty="0"/>
          </a:p>
        </p:txBody>
      </p:sp>
      <p:sp>
        <p:nvSpPr>
          <p:cNvPr id="3" name="S10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7개를 두 접시에 갈랐어요.</a:t>
            </a:r>
            <a:endParaRPr lang="ko-KR" sz="3200" dirty="0"/>
          </a:p>
        </p:txBody>
      </p:sp>
      <p:sp>
        <p:nvSpPr>
          <p:cNvPr id="5" name="S10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200" dirty="0"/>
          </a:p>
        </p:txBody>
      </p:sp>
      <p:sp>
        <p:nvSpPr>
          <p:cNvPr id="7" name="S10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3과 5</a:t>
            </a:r>
            <a:endParaRPr lang="ko-KR" sz="2600" dirty="0"/>
          </a:p>
        </p:txBody>
      </p:sp>
      <p:sp>
        <p:nvSpPr>
          <p:cNvPr id="8" name="S10-eq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3        5</a:t>
            </a:r>
            <a:endParaRPr lang="ko-KR" sz="3600" dirty="0"/>
          </a:p>
        </p:txBody>
      </p:sp>
      <p:sp>
        <p:nvSpPr>
          <p:cNvPr id="9" name="S10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3과 4</a:t>
            </a:r>
            <a:endParaRPr lang="ko-KR" sz="2600" dirty="0"/>
          </a:p>
        </p:txBody>
      </p:sp>
      <p:sp>
        <p:nvSpPr>
          <p:cNvPr id="10" name="S10-eq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12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12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9를 6과 □로 갈라요.</a:t>
            </a:r>
            <a:endParaRPr lang="ko-KR" sz="3200" dirty="0"/>
          </a:p>
        </p:txBody>
      </p:sp>
      <p:sp>
        <p:nvSpPr>
          <p:cNvPr id="6" name="S11-chip1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1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6을 모으면 □예요.</a:t>
            </a:r>
            <a:endParaRPr lang="ko-KR" sz="3200" dirty="0"/>
          </a:p>
        </p:txBody>
      </p:sp>
      <p:sp>
        <p:nvSpPr>
          <p:cNvPr id="8" name="S11-chip1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1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두 가지로 갈라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바르게 가른 것은?</a:t>
            </a:r>
            <a:endParaRPr lang="ko-KR" sz="4400" dirty="0"/>
          </a:p>
        </p:txBody>
      </p:sp>
      <p:sp>
        <p:nvSpPr>
          <p:cNvPr id="3" name="S13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card135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136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8" name="S13-chip13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13-card138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39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3</a:t>
            </a:r>
            <a:endParaRPr lang="ko-KR" sz="3200" dirty="0"/>
          </a:p>
        </p:txBody>
      </p:sp>
      <p:sp>
        <p:nvSpPr>
          <p:cNvPr id="11" name="S13-chip14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2" name="S13-card141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142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가른 두 수를 다시 모으면 처음 수가 돼요.</a:t>
            </a:r>
            <a:endParaRPr lang="ko-KR" sz="3200" dirty="0"/>
          </a:p>
        </p:txBody>
      </p:sp>
      <p:sp>
        <p:nvSpPr>
          <p:cNvPr id="5" name="S14-chip14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모아서 확인하기</a:t>
            </a:r>
            <a:endParaRPr lang="ko-KR" sz="2600" dirty="0"/>
          </a:p>
        </p:txBody>
      </p:sp>
      <p:sp>
        <p:nvSpPr>
          <p:cNvPr id="6" name="S14-chip14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가르는 방법은 하나뿐</a:t>
            </a:r>
            <a:endParaRPr lang="ko-KR" sz="2600" dirty="0"/>
          </a:p>
        </p:txBody>
      </p:sp>
      <p:sp>
        <p:nvSpPr>
          <p:cNvPr id="7" name="S14-text14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4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7을 2와 □로 가르기</a:t>
            </a:r>
            <a:endParaRPr lang="ko-KR" sz="2600" dirty="0"/>
          </a:p>
        </p:txBody>
      </p:sp>
      <p:sp>
        <p:nvSpPr>
          <p:cNvPr id="9" name="S14-text14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4와 5를 모으면?</a:t>
            </a:r>
            <a:endParaRPr lang="ko-KR" sz="2600" dirty="0"/>
          </a:p>
        </p:txBody>
      </p:sp>
      <p:sp>
        <p:nvSpPr>
          <p:cNvPr id="10" name="S14-text15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10을 둘로 갈라 보기</a:t>
            </a:r>
            <a:endParaRPr lang="ko-KR" sz="2600" dirty="0"/>
          </a:p>
        </p:txBody>
      </p:sp>
      <p:sp>
        <p:nvSpPr>
          <p:cNvPr id="11" name="S14-text15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이어 세기</a:t>
            </a:r>
            <a:endParaRPr lang="ko-KR" sz="4400" dirty="0"/>
          </a:p>
        </p:txBody>
      </p:sp>
      <p:sp>
        <p:nvSpPr>
          <p:cNvPr id="3" name="S15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1개씩 더 놓으면?</a:t>
            </a:r>
            <a:endParaRPr lang="ko-KR" sz="3200" dirty="0"/>
          </a:p>
        </p:txBody>
      </p:sp>
      <p:sp>
        <p:nvSpPr>
          <p:cNvPr id="4" name="S15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셋! 넷, 다섯, 여섯. 이어 세면 6이에요.</a:t>
            </a:r>
            <a:endParaRPr lang="ko-KR" sz="3200" dirty="0"/>
          </a:p>
        </p:txBody>
      </p:sp>
      <p:sp>
        <p:nvSpPr>
          <p:cNvPr id="6" name="S15-line155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5-line156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5-label157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5-line158"/>
          <p:cNvSpPr/>
          <p:nvPr/>
        </p:nvSpPr>
        <p:spPr>
          <a:xfrm>
            <a:off x="210108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59"/>
          <p:cNvSpPr txBox="1"/>
          <p:nvPr/>
        </p:nvSpPr>
        <p:spPr>
          <a:xfrm>
            <a:off x="164388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5-line160"/>
          <p:cNvSpPr/>
          <p:nvPr/>
        </p:nvSpPr>
        <p:spPr>
          <a:xfrm>
            <a:off x="324205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61"/>
          <p:cNvSpPr txBox="1"/>
          <p:nvPr/>
        </p:nvSpPr>
        <p:spPr>
          <a:xfrm>
            <a:off x="278485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5-line162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63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5-line164"/>
          <p:cNvSpPr/>
          <p:nvPr/>
        </p:nvSpPr>
        <p:spPr>
          <a:xfrm>
            <a:off x="552399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165"/>
          <p:cNvSpPr txBox="1"/>
          <p:nvPr/>
        </p:nvSpPr>
        <p:spPr>
          <a:xfrm>
            <a:off x="506679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5-line166"/>
          <p:cNvSpPr/>
          <p:nvPr/>
        </p:nvSpPr>
        <p:spPr>
          <a:xfrm>
            <a:off x="666496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167"/>
          <p:cNvSpPr txBox="1"/>
          <p:nvPr/>
        </p:nvSpPr>
        <p:spPr>
          <a:xfrm>
            <a:off x="620776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5-line168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169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5-line170"/>
          <p:cNvSpPr/>
          <p:nvPr/>
        </p:nvSpPr>
        <p:spPr>
          <a:xfrm>
            <a:off x="894689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171"/>
          <p:cNvSpPr txBox="1"/>
          <p:nvPr/>
        </p:nvSpPr>
        <p:spPr>
          <a:xfrm>
            <a:off x="848969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5-line172"/>
          <p:cNvSpPr/>
          <p:nvPr/>
        </p:nvSpPr>
        <p:spPr>
          <a:xfrm>
            <a:off x="1008786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173"/>
          <p:cNvSpPr txBox="1"/>
          <p:nvPr/>
        </p:nvSpPr>
        <p:spPr>
          <a:xfrm>
            <a:off x="963066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5-line174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175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5-line176"/>
          <p:cNvSpPr/>
          <p:nvPr/>
        </p:nvSpPr>
        <p:spPr>
          <a:xfrm flipV="1">
            <a:off x="4383024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8" name="S15-line177"/>
          <p:cNvSpPr/>
          <p:nvPr/>
        </p:nvSpPr>
        <p:spPr>
          <a:xfrm>
            <a:off x="4383024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9" name="S15-label178"/>
          <p:cNvSpPr txBox="1"/>
          <p:nvPr/>
        </p:nvSpPr>
        <p:spPr>
          <a:xfrm>
            <a:off x="4383024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</a:t>
            </a:r>
            <a:endParaRPr lang="ko-KR" sz="2600" dirty="0"/>
          </a:p>
        </p:txBody>
      </p:sp>
      <p:sp>
        <p:nvSpPr>
          <p:cNvPr id="30" name="S15-line179"/>
          <p:cNvSpPr/>
          <p:nvPr/>
        </p:nvSpPr>
        <p:spPr>
          <a:xfrm flipV="1">
            <a:off x="552399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1" name="S15-line180"/>
          <p:cNvSpPr/>
          <p:nvPr/>
        </p:nvSpPr>
        <p:spPr>
          <a:xfrm>
            <a:off x="5523992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5-label181"/>
          <p:cNvSpPr txBox="1"/>
          <p:nvPr/>
        </p:nvSpPr>
        <p:spPr>
          <a:xfrm>
            <a:off x="5523992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</a:t>
            </a:r>
            <a:endParaRPr lang="ko-KR" sz="2600" dirty="0"/>
          </a:p>
        </p:txBody>
      </p:sp>
      <p:sp>
        <p:nvSpPr>
          <p:cNvPr id="33" name="S15-line182"/>
          <p:cNvSpPr/>
          <p:nvPr/>
        </p:nvSpPr>
        <p:spPr>
          <a:xfrm flipV="1">
            <a:off x="666496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15-line183"/>
          <p:cNvSpPr/>
          <p:nvPr/>
        </p:nvSpPr>
        <p:spPr>
          <a:xfrm>
            <a:off x="6664960" y="3555187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15-label184"/>
          <p:cNvSpPr txBox="1"/>
          <p:nvPr/>
        </p:nvSpPr>
        <p:spPr>
          <a:xfrm>
            <a:off x="6664960" y="3107639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</a:t>
            </a:r>
            <a:endParaRPr lang="ko-KR" sz="2600" dirty="0"/>
          </a:p>
        </p:txBody>
      </p:sp>
      <p:sp>
        <p:nvSpPr>
          <p:cNvPr id="36" name="S15-figure185" descr="0부터 9까지 수직선에서 3에서 4, 5, 6으로 한 칸씩 뛰어가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가르기와 모으기</dc:title>
  <dc:subject>KR22-G01-MAT-COMPOSE-L01</dc:subject>
  <dc:creator>education-ppt</dc:creator>
  <cp:lastModifiedBy>education-ppt</cp:lastModifiedBy>
  <cp:revision>1</cp:revision>
  <dcterms:created xsi:type="dcterms:W3CDTF">2026-10-26T06:38:03Z</dcterms:created>
  <dcterms:modified xsi:type="dcterms:W3CDTF">2026-10-26T06:38:03Z</dcterms:modified>
</cp:coreProperties>
</file>