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51649d3-540d-af0e-68b9-96540d8fbe7b}">
          <p14:sldIdLst>
            <p14:sldId id="256"/>
            <p14:sldId id="257"/>
          </p14:sldIdLst>
        </p14:section>
        <p14:section name="개념" id="{c85b7157-0722-4ed3-a2fa-b331c6b5042a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7d72f649-82b8-fe88-9a56-5adb4916337a}">
          <p14:sldIdLst>
            <p14:sldId id="263"/>
            <p14:sldId id="264"/>
            <p14:sldId id="265"/>
          </p14:sldIdLst>
        </p14:section>
        <p14:section name="확인" id="{9df8dc4e-84a6-f011-d8ce-0af157a8353f}">
          <p14:sldIdLst>
            <p14:sldId id="266"/>
            <p14:sldId id="267"/>
          </p14:sldIdLst>
        </p14:section>
        <p14:section name="정리" id="{0f568872-bacf-44c4-9dc3-9478eb13297f}">
          <p14:sldIdLst>
            <p14:sldId id="268"/>
          </p14:sldIdLst>
        </p14:section>
        <p14:section name="보충" id="{01261d52-5646-b6b0-20df-52bec80bee6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가르기와 모으기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가르기와 모으기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5개를 두 접시에 나누어 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02843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71423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figure3" descr="주황 점 2개"/>
          <p:cNvSpPr/>
          <p:nvPr/>
        </p:nvSpPr>
        <p:spPr>
          <a:xfrm>
            <a:off x="7898130" y="1760220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92131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52329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1125276" y="1916506"/>
            <a:ext cx="373228" cy="3732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노란 점 3개"/>
          <p:cNvSpPr/>
          <p:nvPr/>
        </p:nvSpPr>
        <p:spPr>
          <a:xfrm>
            <a:off x="9806940" y="1802130"/>
            <a:ext cx="1805940" cy="6019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수를 두 수로 갈라요.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수를 모아 하나의 수로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11"/>
          <p:cNvSpPr/>
          <p:nvPr/>
        </p:nvSpPr>
        <p:spPr>
          <a:xfrm>
            <a:off x="161848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12"/>
          <p:cNvSpPr/>
          <p:nvPr/>
        </p:nvSpPr>
        <p:spPr>
          <a:xfrm>
            <a:off x="174284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13"/>
          <p:cNvSpPr/>
          <p:nvPr/>
        </p:nvSpPr>
        <p:spPr>
          <a:xfrm>
            <a:off x="235000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14"/>
          <p:cNvSpPr/>
          <p:nvPr/>
        </p:nvSpPr>
        <p:spPr>
          <a:xfrm>
            <a:off x="247436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15"/>
          <p:cNvSpPr/>
          <p:nvPr/>
        </p:nvSpPr>
        <p:spPr>
          <a:xfrm>
            <a:off x="308152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16"/>
          <p:cNvSpPr/>
          <p:nvPr/>
        </p:nvSpPr>
        <p:spPr>
          <a:xfrm>
            <a:off x="320588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17"/>
          <p:cNvSpPr/>
          <p:nvPr/>
        </p:nvSpPr>
        <p:spPr>
          <a:xfrm>
            <a:off x="381304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18"/>
          <p:cNvSpPr/>
          <p:nvPr/>
        </p:nvSpPr>
        <p:spPr>
          <a:xfrm>
            <a:off x="393740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19"/>
          <p:cNvSpPr/>
          <p:nvPr/>
        </p:nvSpPr>
        <p:spPr>
          <a:xfrm>
            <a:off x="4544568" y="13258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20"/>
          <p:cNvSpPr/>
          <p:nvPr/>
        </p:nvSpPr>
        <p:spPr>
          <a:xfrm>
            <a:off x="4668926" y="145023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21"/>
          <p:cNvSpPr/>
          <p:nvPr/>
        </p:nvSpPr>
        <p:spPr>
          <a:xfrm>
            <a:off x="161848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22"/>
          <p:cNvSpPr/>
          <p:nvPr/>
        </p:nvSpPr>
        <p:spPr>
          <a:xfrm>
            <a:off x="174284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23"/>
          <p:cNvSpPr/>
          <p:nvPr/>
        </p:nvSpPr>
        <p:spPr>
          <a:xfrm>
            <a:off x="235000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24"/>
          <p:cNvSpPr/>
          <p:nvPr/>
        </p:nvSpPr>
        <p:spPr>
          <a:xfrm>
            <a:off x="247436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25"/>
          <p:cNvSpPr/>
          <p:nvPr/>
        </p:nvSpPr>
        <p:spPr>
          <a:xfrm>
            <a:off x="308152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26"/>
          <p:cNvSpPr/>
          <p:nvPr/>
        </p:nvSpPr>
        <p:spPr>
          <a:xfrm>
            <a:off x="3205886" y="2181758"/>
            <a:ext cx="482803" cy="4828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27"/>
          <p:cNvSpPr/>
          <p:nvPr/>
        </p:nvSpPr>
        <p:spPr>
          <a:xfrm>
            <a:off x="381304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cell28"/>
          <p:cNvSpPr/>
          <p:nvPr/>
        </p:nvSpPr>
        <p:spPr>
          <a:xfrm>
            <a:off x="4544568" y="205740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2-figure29" descr="십 칸 틀에 8개"/>
          <p:cNvSpPr/>
          <p:nvPr/>
        </p:nvSpPr>
        <p:spPr>
          <a:xfrm>
            <a:off x="1618488" y="1325880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2-chip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4" name="S02-text3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6보다 1만큼 더 큰 수</a:t>
            </a:r>
            <a:endParaRPr lang="ko-KR" sz="3200" dirty="0"/>
          </a:p>
        </p:txBody>
      </p:sp>
      <p:sp>
        <p:nvSpPr>
          <p:cNvPr id="25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6" name="S02-eqtext3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5, □, 7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둘로 갈라요</a:t>
            </a:r>
            <a:endParaRPr lang="ko-KR" sz="44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5개를 두 접시에 나누어요.</a:t>
            </a:r>
            <a:endParaRPr lang="ko-KR" sz="3200" dirty="0"/>
          </a:p>
        </p:txBody>
      </p:sp>
      <p:sp>
        <p:nvSpPr>
          <p:cNvPr id="4" name="S03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5는 2와 3으로 가를 수 있어요.</a:t>
            </a:r>
            <a:endParaRPr lang="ko-KR" sz="3200" dirty="0"/>
          </a:p>
        </p:txBody>
      </p:sp>
      <p:sp>
        <p:nvSpPr>
          <p:cNvPr id="6" name="S03-dot37"/>
          <p:cNvSpPr/>
          <p:nvPr/>
        </p:nvSpPr>
        <p:spPr>
          <a:xfrm>
            <a:off x="26860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8"/>
          <p:cNvSpPr/>
          <p:nvPr/>
        </p:nvSpPr>
        <p:spPr>
          <a:xfrm>
            <a:off x="33718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figure39" descr="주황 점 2개"/>
          <p:cNvSpPr/>
          <p:nvPr/>
        </p:nvSpPr>
        <p:spPr>
          <a:xfrm>
            <a:off x="2555748" y="29637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3-label40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dot41"/>
          <p:cNvSpPr/>
          <p:nvPr/>
        </p:nvSpPr>
        <p:spPr>
          <a:xfrm>
            <a:off x="80490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2"/>
          <p:cNvSpPr/>
          <p:nvPr/>
        </p:nvSpPr>
        <p:spPr>
          <a:xfrm>
            <a:off x="87348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3"/>
          <p:cNvSpPr/>
          <p:nvPr/>
        </p:nvSpPr>
        <p:spPr>
          <a:xfrm>
            <a:off x="94206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44" descr="파란 점 3개"/>
          <p:cNvSpPr/>
          <p:nvPr/>
        </p:nvSpPr>
        <p:spPr>
          <a:xfrm>
            <a:off x="7918704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45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가지로 갈라요</a:t>
            </a:r>
            <a:endParaRPr lang="ko-KR" sz="4400" dirty="0"/>
          </a:p>
        </p:txBody>
      </p:sp>
      <p:sp>
        <p:nvSpPr>
          <p:cNvPr id="3" name="S04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가르는 방법은 여러 가지예요.</a:t>
            </a:r>
            <a:endParaRPr lang="ko-KR" sz="3200" dirty="0"/>
          </a:p>
        </p:txBody>
      </p:sp>
      <p:sp>
        <p:nvSpPr>
          <p:cNvPr id="4" name="S04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한쪽이 1 커지면 다른 쪽은 1 작아져요.</a:t>
            </a:r>
            <a:endParaRPr lang="ko-KR" sz="3200" dirty="0"/>
          </a:p>
        </p:txBody>
      </p:sp>
      <p:graphicFrame>
        <p:nvGraphicFramePr>
          <p:cNvPr id="5" name="S04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5908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481328"/>
                <a:gridCol w="1481328"/>
                <a:gridCol w="1481328"/>
                <a:gridCol w="1481328"/>
              </a:tblGrid>
              <a:tr h="65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쪽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4를 모아요</a:t>
            </a:r>
            <a:endParaRPr lang="ko-KR" sz="4400" dirty="0"/>
          </a:p>
        </p:txBody>
      </p:sp>
      <p:sp>
        <p:nvSpPr>
          <p:cNvPr id="3" name="S05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접시의 돌을 한곳에 모아요.</a:t>
            </a:r>
            <a:endParaRPr lang="ko-KR" sz="3200" dirty="0"/>
          </a:p>
        </p:txBody>
      </p:sp>
      <p:sp>
        <p:nvSpPr>
          <p:cNvPr id="4" name="S05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4를 모으면 7이에요.</a:t>
            </a:r>
            <a:endParaRPr lang="ko-KR" sz="3200" dirty="0"/>
          </a:p>
        </p:txBody>
      </p:sp>
      <p:sp>
        <p:nvSpPr>
          <p:cNvPr id="6" name="S05-dot53"/>
          <p:cNvSpPr/>
          <p:nvPr/>
        </p:nvSpPr>
        <p:spPr>
          <a:xfrm>
            <a:off x="23431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54"/>
          <p:cNvSpPr/>
          <p:nvPr/>
        </p:nvSpPr>
        <p:spPr>
          <a:xfrm>
            <a:off x="30289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55"/>
          <p:cNvSpPr/>
          <p:nvPr/>
        </p:nvSpPr>
        <p:spPr>
          <a:xfrm>
            <a:off x="37147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figure56" descr="주황 점 3개"/>
          <p:cNvSpPr/>
          <p:nvPr/>
        </p:nvSpPr>
        <p:spPr>
          <a:xfrm>
            <a:off x="2212848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5-label5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05-dot58"/>
          <p:cNvSpPr/>
          <p:nvPr/>
        </p:nvSpPr>
        <p:spPr>
          <a:xfrm>
            <a:off x="77061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59"/>
          <p:cNvSpPr/>
          <p:nvPr/>
        </p:nvSpPr>
        <p:spPr>
          <a:xfrm>
            <a:off x="83919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60"/>
          <p:cNvSpPr/>
          <p:nvPr/>
        </p:nvSpPr>
        <p:spPr>
          <a:xfrm>
            <a:off x="90777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61"/>
          <p:cNvSpPr/>
          <p:nvPr/>
        </p:nvSpPr>
        <p:spPr>
          <a:xfrm>
            <a:off x="97635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figure62" descr="파란 점 4개"/>
          <p:cNvSpPr/>
          <p:nvPr/>
        </p:nvSpPr>
        <p:spPr>
          <a:xfrm>
            <a:off x="7575804" y="29637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5-label63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나타내요</a:t>
            </a:r>
            <a:endParaRPr lang="ko-KR" sz="4400" dirty="0"/>
          </a:p>
        </p:txBody>
      </p:sp>
      <p:sp>
        <p:nvSpPr>
          <p:cNvPr id="3" name="S06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2와 4로 가르고, 2와 4를 모으면 6이에요.</a:t>
            </a:r>
            <a:endParaRPr lang="ko-KR" sz="3200" dirty="0"/>
          </a:p>
        </p:txBody>
      </p:sp>
      <p:sp>
        <p:nvSpPr>
          <p:cNvPr id="5" name="S06-eqtext66"/>
          <p:cNvSpPr txBox="1"/>
          <p:nvPr/>
        </p:nvSpPr>
        <p:spPr>
          <a:xfrm>
            <a:off x="548640" y="1325880"/>
            <a:ext cx="5385816" cy="327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2        4</a:t>
            </a:r>
            <a:endParaRPr lang="ko-KR" sz="3600" dirty="0"/>
          </a:p>
        </p:txBody>
      </p:sp>
      <p:sp>
        <p:nvSpPr>
          <p:cNvPr id="6" name="S06-label6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</a:t>
            </a:r>
            <a:endParaRPr lang="ko-KR" sz="2600" dirty="0"/>
          </a:p>
        </p:txBody>
      </p:sp>
      <p:sp>
        <p:nvSpPr>
          <p:cNvPr id="7" name="S06-eqtext68"/>
          <p:cNvSpPr txBox="1"/>
          <p:nvPr/>
        </p:nvSpPr>
        <p:spPr>
          <a:xfrm>
            <a:off x="6254496" y="1325880"/>
            <a:ext cx="5385816" cy="327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2        4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600" dirty="0"/>
          </a:p>
        </p:txBody>
      </p:sp>
      <p:sp>
        <p:nvSpPr>
          <p:cNvPr id="8" name="S06-label6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알아봐요</a:t>
            </a:r>
            <a:endParaRPr lang="ko-KR" sz="4400" dirty="0"/>
          </a:p>
        </p:txBody>
      </p:sp>
      <p:sp>
        <p:nvSpPr>
          <p:cNvPr id="3" name="S07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칸이 꽉 차면 10이에요.</a:t>
            </a:r>
            <a:endParaRPr lang="ko-KR" sz="3200" dirty="0"/>
          </a:p>
        </p:txBody>
      </p:sp>
      <p:sp>
        <p:nvSpPr>
          <p:cNvPr id="5" name="S07-card7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7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9보다 1만큼 더 큰 수</a:t>
            </a:r>
            <a:endParaRPr lang="ko-KR" sz="3200" dirty="0"/>
          </a:p>
        </p:txBody>
      </p:sp>
      <p:sp>
        <p:nvSpPr>
          <p:cNvPr id="7" name="S07-card7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7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‘십’ 또는 ‘열’로 읽어요</a:t>
            </a:r>
            <a:endParaRPr lang="ko-KR" sz="3200" dirty="0"/>
          </a:p>
        </p:txBody>
      </p:sp>
      <p:sp>
        <p:nvSpPr>
          <p:cNvPr id="9" name="S07-cell76"/>
          <p:cNvSpPr/>
          <p:nvPr/>
        </p:nvSpPr>
        <p:spPr>
          <a:xfrm>
            <a:off x="415137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dot77"/>
          <p:cNvSpPr/>
          <p:nvPr/>
        </p:nvSpPr>
        <p:spPr>
          <a:xfrm>
            <a:off x="428350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cell78"/>
          <p:cNvSpPr/>
          <p:nvPr/>
        </p:nvSpPr>
        <p:spPr>
          <a:xfrm>
            <a:off x="492861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dot79"/>
          <p:cNvSpPr/>
          <p:nvPr/>
        </p:nvSpPr>
        <p:spPr>
          <a:xfrm>
            <a:off x="506074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cell80"/>
          <p:cNvSpPr/>
          <p:nvPr/>
        </p:nvSpPr>
        <p:spPr>
          <a:xfrm>
            <a:off x="570585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dot81"/>
          <p:cNvSpPr/>
          <p:nvPr/>
        </p:nvSpPr>
        <p:spPr>
          <a:xfrm>
            <a:off x="583798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cell82"/>
          <p:cNvSpPr/>
          <p:nvPr/>
        </p:nvSpPr>
        <p:spPr>
          <a:xfrm>
            <a:off x="648309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dot83"/>
          <p:cNvSpPr/>
          <p:nvPr/>
        </p:nvSpPr>
        <p:spPr>
          <a:xfrm>
            <a:off x="661522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cell84"/>
          <p:cNvSpPr/>
          <p:nvPr/>
        </p:nvSpPr>
        <p:spPr>
          <a:xfrm>
            <a:off x="7260336" y="18973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dot85"/>
          <p:cNvSpPr/>
          <p:nvPr/>
        </p:nvSpPr>
        <p:spPr>
          <a:xfrm>
            <a:off x="7392467" y="20295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cell86"/>
          <p:cNvSpPr/>
          <p:nvPr/>
        </p:nvSpPr>
        <p:spPr>
          <a:xfrm>
            <a:off x="415137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dot87"/>
          <p:cNvSpPr/>
          <p:nvPr/>
        </p:nvSpPr>
        <p:spPr>
          <a:xfrm>
            <a:off x="428350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cell88"/>
          <p:cNvSpPr/>
          <p:nvPr/>
        </p:nvSpPr>
        <p:spPr>
          <a:xfrm>
            <a:off x="492861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dot89"/>
          <p:cNvSpPr/>
          <p:nvPr/>
        </p:nvSpPr>
        <p:spPr>
          <a:xfrm>
            <a:off x="506074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cell90"/>
          <p:cNvSpPr/>
          <p:nvPr/>
        </p:nvSpPr>
        <p:spPr>
          <a:xfrm>
            <a:off x="570585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dot91"/>
          <p:cNvSpPr/>
          <p:nvPr/>
        </p:nvSpPr>
        <p:spPr>
          <a:xfrm>
            <a:off x="583798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cell92"/>
          <p:cNvSpPr/>
          <p:nvPr/>
        </p:nvSpPr>
        <p:spPr>
          <a:xfrm>
            <a:off x="648309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dot93"/>
          <p:cNvSpPr/>
          <p:nvPr/>
        </p:nvSpPr>
        <p:spPr>
          <a:xfrm>
            <a:off x="661522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cell94"/>
          <p:cNvSpPr/>
          <p:nvPr/>
        </p:nvSpPr>
        <p:spPr>
          <a:xfrm>
            <a:off x="7260336" y="26746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dot95"/>
          <p:cNvSpPr/>
          <p:nvPr/>
        </p:nvSpPr>
        <p:spPr>
          <a:xfrm>
            <a:off x="7392467" y="28067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7-figure96" descr="십 칸 틀에 10개"/>
          <p:cNvSpPr/>
          <p:nvPr/>
        </p:nvSpPr>
        <p:spPr>
          <a:xfrm>
            <a:off x="4151376" y="18973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 보아요</a:t>
            </a:r>
            <a:endParaRPr lang="ko-KR" sz="4400" dirty="0"/>
          </a:p>
        </p:txBody>
      </p:sp>
      <p:sp>
        <p:nvSpPr>
          <p:cNvPr id="3" name="S08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바둑돌을 놓고 둘로 나누어 봐요.</a:t>
            </a:r>
            <a:endParaRPr lang="ko-KR" sz="3200" dirty="0"/>
          </a:p>
        </p:txBody>
      </p:sp>
      <p:sp>
        <p:nvSpPr>
          <p:cNvPr id="5" name="S08-chip9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00"/>
          <p:cNvSpPr txBox="1"/>
          <p:nvPr/>
        </p:nvSpPr>
        <p:spPr>
          <a:xfrm>
            <a:off x="1344168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□</a:t>
            </a:r>
            <a:endParaRPr lang="ko-KR" sz="2600" dirty="0"/>
          </a:p>
        </p:txBody>
      </p:sp>
      <p:sp>
        <p:nvSpPr>
          <p:cNvPr id="7" name="S08-chip10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02"/>
          <p:cNvSpPr txBox="1"/>
          <p:nvPr/>
        </p:nvSpPr>
        <p:spPr>
          <a:xfrm>
            <a:off x="7072884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 5</a:t>
            </a:r>
            <a:endParaRPr lang="ko-KR" sz="2600" dirty="0"/>
          </a:p>
        </p:txBody>
      </p:sp>
      <p:sp>
        <p:nvSpPr>
          <p:cNvPr id="9" name="S08-chip10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04"/>
          <p:cNvSpPr txBox="1"/>
          <p:nvPr/>
        </p:nvSpPr>
        <p:spPr>
          <a:xfrm>
            <a:off x="1344168" y="33147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□</a:t>
            </a:r>
            <a:endParaRPr lang="ko-KR" sz="2600" dirty="0"/>
          </a:p>
        </p:txBody>
      </p:sp>
      <p:sp>
        <p:nvSpPr>
          <p:cNvPr id="11" name="S08-chip10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06"/>
          <p:cNvSpPr txBox="1"/>
          <p:nvPr/>
        </p:nvSpPr>
        <p:spPr>
          <a:xfrm>
            <a:off x="7072884" y="33147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     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보아요</a:t>
            </a:r>
            <a:endParaRPr lang="ko-KR" sz="4400" dirty="0"/>
          </a:p>
        </p:txBody>
      </p:sp>
      <p:sp>
        <p:nvSpPr>
          <p:cNvPr id="3" name="S09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수를 말하고 이어 세어요.</a:t>
            </a:r>
            <a:endParaRPr lang="ko-KR" sz="3200" dirty="0"/>
          </a:p>
        </p:txBody>
      </p:sp>
      <p:sp>
        <p:nvSpPr>
          <p:cNvPr id="5" name="S09-chip10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eqtext110"/>
          <p:cNvSpPr txBox="1"/>
          <p:nvPr/>
        </p:nvSpPr>
        <p:spPr>
          <a:xfrm>
            <a:off x="1344168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2        5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2600" dirty="0"/>
          </a:p>
        </p:txBody>
      </p:sp>
      <p:sp>
        <p:nvSpPr>
          <p:cNvPr id="7" name="S09-chip11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112"/>
          <p:cNvSpPr txBox="1"/>
          <p:nvPr/>
        </p:nvSpPr>
        <p:spPr>
          <a:xfrm>
            <a:off x="7072884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4        4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2600" dirty="0"/>
          </a:p>
        </p:txBody>
      </p:sp>
      <p:sp>
        <p:nvSpPr>
          <p:cNvPr id="9" name="S09-chip11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114"/>
          <p:cNvSpPr txBox="1"/>
          <p:nvPr/>
        </p:nvSpPr>
        <p:spPr>
          <a:xfrm>
            <a:off x="1344168" y="33147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6        3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2600" dirty="0"/>
          </a:p>
        </p:txBody>
      </p:sp>
      <p:sp>
        <p:nvSpPr>
          <p:cNvPr id="11" name="S09-chip11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eqtext116"/>
          <p:cNvSpPr txBox="1"/>
          <p:nvPr/>
        </p:nvSpPr>
        <p:spPr>
          <a:xfrm>
            <a:off x="7072884" y="33147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5        5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갈랐나요?</a:t>
            </a:r>
            <a:endParaRPr lang="ko-KR" sz="4400" dirty="0"/>
          </a:p>
        </p:txBody>
      </p:sp>
      <p:sp>
        <p:nvSpPr>
          <p:cNvPr id="3" name="S10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7개를 두 접시에 갈랐어요.</a:t>
            </a:r>
            <a:endParaRPr lang="ko-KR" sz="3200" dirty="0"/>
          </a:p>
        </p:txBody>
      </p:sp>
      <p:sp>
        <p:nvSpPr>
          <p:cNvPr id="5" name="S10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 수 있을까요?</a:t>
            </a:r>
            <a:endParaRPr lang="ko-KR" sz="3200" dirty="0"/>
          </a:p>
        </p:txBody>
      </p:sp>
      <p:sp>
        <p:nvSpPr>
          <p:cNvPr id="7" name="S10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3과 5</a:t>
            </a:r>
            <a:endParaRPr lang="ko-KR" sz="2600" dirty="0"/>
          </a:p>
        </p:txBody>
      </p:sp>
      <p:sp>
        <p:nvSpPr>
          <p:cNvPr id="8" name="S10-eq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3        5</a:t>
            </a:r>
            <a:endParaRPr lang="ko-KR" sz="3600" dirty="0"/>
          </a:p>
        </p:txBody>
      </p:sp>
      <p:sp>
        <p:nvSpPr>
          <p:cNvPr id="9" name="S10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3과 4</a:t>
            </a:r>
            <a:endParaRPr lang="ko-KR" sz="2600" dirty="0"/>
          </a:p>
        </p:txBody>
      </p:sp>
      <p:sp>
        <p:nvSpPr>
          <p:cNvPr id="10" name="S10-eq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12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12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6과 □로 갈라요.</a:t>
            </a:r>
            <a:endParaRPr lang="ko-KR" sz="3200" dirty="0"/>
          </a:p>
        </p:txBody>
      </p:sp>
      <p:sp>
        <p:nvSpPr>
          <p:cNvPr id="6" name="S11-chip12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12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6을 모으면 □예요.</a:t>
            </a:r>
            <a:endParaRPr lang="ko-KR" sz="3200" dirty="0"/>
          </a:p>
        </p:txBody>
      </p:sp>
      <p:sp>
        <p:nvSpPr>
          <p:cNvPr id="8" name="S11-chip13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13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두 가지로 갈라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바르게 가른 것은?</a:t>
            </a:r>
            <a:endParaRPr lang="ko-KR" sz="4400" dirty="0"/>
          </a:p>
        </p:txBody>
      </p:sp>
      <p:sp>
        <p:nvSpPr>
          <p:cNvPr id="3" name="S13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3-chip13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card135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36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</a:t>
            </a:r>
            <a:endParaRPr lang="ko-KR" sz="3200" dirty="0"/>
          </a:p>
        </p:txBody>
      </p:sp>
      <p:sp>
        <p:nvSpPr>
          <p:cNvPr id="8" name="S13-chip13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3-card138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39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3</a:t>
            </a:r>
            <a:endParaRPr lang="ko-KR" sz="3200" dirty="0"/>
          </a:p>
        </p:txBody>
      </p:sp>
      <p:sp>
        <p:nvSpPr>
          <p:cNvPr id="11" name="S13-chip14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3-card141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42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가른 두 수를 다시 모으면 처음 수가 돼요.</a:t>
            </a:r>
            <a:endParaRPr lang="ko-KR" sz="3200" dirty="0"/>
          </a:p>
        </p:txBody>
      </p:sp>
      <p:sp>
        <p:nvSpPr>
          <p:cNvPr id="5" name="S14-chip14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모아서 확인하기</a:t>
            </a:r>
            <a:endParaRPr lang="ko-KR" sz="2600" dirty="0"/>
          </a:p>
        </p:txBody>
      </p:sp>
      <p:sp>
        <p:nvSpPr>
          <p:cNvPr id="6" name="S14-chip14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가르는 방법은 하나뿐</a:t>
            </a:r>
            <a:endParaRPr lang="ko-KR" sz="2600" dirty="0"/>
          </a:p>
        </p:txBody>
      </p:sp>
      <p:sp>
        <p:nvSpPr>
          <p:cNvPr id="7" name="S14-text14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4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7을 2와 □로 가르기</a:t>
            </a:r>
            <a:endParaRPr lang="ko-KR" sz="2600" dirty="0"/>
          </a:p>
        </p:txBody>
      </p:sp>
      <p:sp>
        <p:nvSpPr>
          <p:cNvPr id="9" name="S14-text14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4와 5를 모으면?</a:t>
            </a:r>
            <a:endParaRPr lang="ko-KR" sz="2600" dirty="0"/>
          </a:p>
        </p:txBody>
      </p:sp>
      <p:sp>
        <p:nvSpPr>
          <p:cNvPr id="10" name="S14-text15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10을 둘로 갈라 보기</a:t>
            </a:r>
            <a:endParaRPr lang="ko-KR" sz="2600" dirty="0"/>
          </a:p>
        </p:txBody>
      </p:sp>
      <p:sp>
        <p:nvSpPr>
          <p:cNvPr id="11" name="S14-text15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덧셈의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이어 세기</a:t>
            </a:r>
            <a:endParaRPr lang="ko-KR" sz="4400" dirty="0"/>
          </a:p>
        </p:txBody>
      </p:sp>
      <p:sp>
        <p:nvSpPr>
          <p:cNvPr id="3" name="S15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1개씩 더 놓으면?</a:t>
            </a:r>
            <a:endParaRPr lang="ko-KR" sz="3200" dirty="0"/>
          </a:p>
        </p:txBody>
      </p:sp>
      <p:sp>
        <p:nvSpPr>
          <p:cNvPr id="4" name="S15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셋! 넷, 다섯, 여섯. 이어 세면 6이에요.</a:t>
            </a:r>
            <a:endParaRPr lang="ko-KR" sz="3200" dirty="0"/>
          </a:p>
        </p:txBody>
      </p:sp>
      <p:sp>
        <p:nvSpPr>
          <p:cNvPr id="6" name="S15-line155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5-line156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5-label157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5-line158"/>
          <p:cNvSpPr/>
          <p:nvPr/>
        </p:nvSpPr>
        <p:spPr>
          <a:xfrm>
            <a:off x="210108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159"/>
          <p:cNvSpPr txBox="1"/>
          <p:nvPr/>
        </p:nvSpPr>
        <p:spPr>
          <a:xfrm>
            <a:off x="164388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5-line160"/>
          <p:cNvSpPr/>
          <p:nvPr/>
        </p:nvSpPr>
        <p:spPr>
          <a:xfrm>
            <a:off x="324205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161"/>
          <p:cNvSpPr txBox="1"/>
          <p:nvPr/>
        </p:nvSpPr>
        <p:spPr>
          <a:xfrm>
            <a:off x="278485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15-line162"/>
          <p:cNvSpPr/>
          <p:nvPr/>
        </p:nvSpPr>
        <p:spPr>
          <a:xfrm>
            <a:off x="438302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163"/>
          <p:cNvSpPr txBox="1"/>
          <p:nvPr/>
        </p:nvSpPr>
        <p:spPr>
          <a:xfrm>
            <a:off x="392582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5-line164"/>
          <p:cNvSpPr/>
          <p:nvPr/>
        </p:nvSpPr>
        <p:spPr>
          <a:xfrm>
            <a:off x="552399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165"/>
          <p:cNvSpPr txBox="1"/>
          <p:nvPr/>
        </p:nvSpPr>
        <p:spPr>
          <a:xfrm>
            <a:off x="506679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15-line166"/>
          <p:cNvSpPr/>
          <p:nvPr/>
        </p:nvSpPr>
        <p:spPr>
          <a:xfrm>
            <a:off x="666496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167"/>
          <p:cNvSpPr txBox="1"/>
          <p:nvPr/>
        </p:nvSpPr>
        <p:spPr>
          <a:xfrm>
            <a:off x="620776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5-line168"/>
          <p:cNvSpPr/>
          <p:nvPr/>
        </p:nvSpPr>
        <p:spPr>
          <a:xfrm>
            <a:off x="780592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169"/>
          <p:cNvSpPr txBox="1"/>
          <p:nvPr/>
        </p:nvSpPr>
        <p:spPr>
          <a:xfrm>
            <a:off x="734872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15-line170"/>
          <p:cNvSpPr/>
          <p:nvPr/>
        </p:nvSpPr>
        <p:spPr>
          <a:xfrm>
            <a:off x="894689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171"/>
          <p:cNvSpPr txBox="1"/>
          <p:nvPr/>
        </p:nvSpPr>
        <p:spPr>
          <a:xfrm>
            <a:off x="848969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5-line172"/>
          <p:cNvSpPr/>
          <p:nvPr/>
        </p:nvSpPr>
        <p:spPr>
          <a:xfrm>
            <a:off x="1008786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173"/>
          <p:cNvSpPr txBox="1"/>
          <p:nvPr/>
        </p:nvSpPr>
        <p:spPr>
          <a:xfrm>
            <a:off x="963066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15-line174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175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15-line176"/>
          <p:cNvSpPr/>
          <p:nvPr/>
        </p:nvSpPr>
        <p:spPr>
          <a:xfrm flipV="1">
            <a:off x="4383024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8" name="S15-line177"/>
          <p:cNvSpPr/>
          <p:nvPr/>
        </p:nvSpPr>
        <p:spPr>
          <a:xfrm>
            <a:off x="4383024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9" name="S15-label178"/>
          <p:cNvSpPr txBox="1"/>
          <p:nvPr/>
        </p:nvSpPr>
        <p:spPr>
          <a:xfrm>
            <a:off x="4383024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</a:t>
            </a:r>
            <a:endParaRPr lang="ko-KR" sz="2600" dirty="0"/>
          </a:p>
        </p:txBody>
      </p:sp>
      <p:sp>
        <p:nvSpPr>
          <p:cNvPr id="30" name="S15-line179"/>
          <p:cNvSpPr/>
          <p:nvPr/>
        </p:nvSpPr>
        <p:spPr>
          <a:xfrm flipV="1">
            <a:off x="552399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1" name="S15-line180"/>
          <p:cNvSpPr/>
          <p:nvPr/>
        </p:nvSpPr>
        <p:spPr>
          <a:xfrm>
            <a:off x="5523992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15-label181"/>
          <p:cNvSpPr txBox="1"/>
          <p:nvPr/>
        </p:nvSpPr>
        <p:spPr>
          <a:xfrm>
            <a:off x="5523992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</a:t>
            </a:r>
            <a:endParaRPr lang="ko-KR" sz="2600" dirty="0"/>
          </a:p>
        </p:txBody>
      </p:sp>
      <p:sp>
        <p:nvSpPr>
          <p:cNvPr id="33" name="S15-line182"/>
          <p:cNvSpPr/>
          <p:nvPr/>
        </p:nvSpPr>
        <p:spPr>
          <a:xfrm flipV="1">
            <a:off x="666496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15-line183"/>
          <p:cNvSpPr/>
          <p:nvPr/>
        </p:nvSpPr>
        <p:spPr>
          <a:xfrm>
            <a:off x="6664960" y="3555187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15-label184"/>
          <p:cNvSpPr txBox="1"/>
          <p:nvPr/>
        </p:nvSpPr>
        <p:spPr>
          <a:xfrm>
            <a:off x="6664960" y="3107639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</a:t>
            </a:r>
            <a:endParaRPr lang="ko-KR" sz="2600" dirty="0"/>
          </a:p>
        </p:txBody>
      </p:sp>
      <p:sp>
        <p:nvSpPr>
          <p:cNvPr id="36" name="S15-figure185" descr="0부터 9까지 수직선에서 3에서 4, 5, 6으로 한 칸씩 뛰어가는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가르기와 모으기</dc:title>
  <dc:subject>KR22-G01-MAT-COMPOSE-L01</dc:subject>
  <dc:creator>education-ppt</dc:creator>
  <cp:lastModifiedBy>education-ppt</cp:lastModifiedBy>
  <cp:revision>1</cp:revision>
  <dcterms:created xsi:type="dcterms:W3CDTF">2026-10-26T06:17:08Z</dcterms:created>
  <dcterms:modified xsi:type="dcterms:W3CDTF">2026-10-26T06:17:08Z</dcterms:modified>
</cp:coreProperties>
</file>