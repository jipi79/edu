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3b0fe8f-c326-9440-afcc-8b305ae7f970}">
          <p14:sldIdLst>
            <p14:sldId id="256"/>
            <p14:sldId id="257"/>
          </p14:sldIdLst>
        </p14:section>
        <p14:section name="개념" id="{4e1570be-8acb-cf5a-4a10-72393f2ce15a}">
          <p14:sldIdLst>
            <p14:sldId id="258"/>
            <p14:sldId id="259"/>
            <p14:sldId id="260"/>
            <p14:sldId id="261"/>
          </p14:sldIdLst>
        </p14:section>
        <p14:section name="연습" id="{ad226fc7-86ed-0443-ac80-0db28616a4a7}">
          <p14:sldIdLst>
            <p14:sldId id="262"/>
            <p14:sldId id="263"/>
            <p14:sldId id="264"/>
          </p14:sldIdLst>
        </p14:section>
        <p14:section name="확인" id="{c10c65ac-ace6-bbf2-4a86-84cfe7556950}">
          <p14:sldIdLst>
            <p14:sldId id="265"/>
            <p14:sldId id="266"/>
          </p14:sldIdLst>
        </p14:section>
        <p14:section name="정리" id="{81e7d4cf-1d9a-6557-943e-1bc4ffd596f5}">
          <p14:sldIdLst>
            <p14:sldId id="267"/>
          </p14:sldIdLst>
        </p14:section>
        <p14:section name="보충" id="{006047cf-d290-e514-20c3-19e4d84c9bf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세 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수의 덧셈과 뺄셈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수는 어떻게 계산할까?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78520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333842" y="1933042"/>
            <a:ext cx="340157" cy="34015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figure3" descr="주황 점 2개"/>
          <p:cNvSpPr/>
          <p:nvPr/>
        </p:nvSpPr>
        <p:spPr>
          <a:xfrm>
            <a:off x="7680960" y="1828800"/>
            <a:ext cx="109728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916777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53353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899294" y="1989734"/>
            <a:ext cx="226771" cy="226771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figure7" descr="파란 점 3개"/>
          <p:cNvSpPr/>
          <p:nvPr/>
        </p:nvSpPr>
        <p:spPr>
          <a:xfrm>
            <a:off x="9098280" y="1920240"/>
            <a:ext cx="1097280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894162" y="1933042"/>
            <a:ext cx="340157" cy="340157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figure9" descr="노란 점 1개"/>
          <p:cNvSpPr/>
          <p:nvPr/>
        </p:nvSpPr>
        <p:spPr>
          <a:xfrm>
            <a:off x="10789920" y="1828800"/>
            <a:ext cx="54864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1-card10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세 수를 차례로 더해요.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 수를 차례로 빼요.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1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1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□</a:t>
            </a:r>
            <a:endParaRPr lang="ko-KR" sz="3600" dirty="0"/>
          </a:p>
        </p:txBody>
      </p:sp>
      <p:sp>
        <p:nvSpPr>
          <p:cNvPr id="5" name="S02-chip1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+ 2 = □</a:t>
            </a:r>
            <a:endParaRPr lang="ko-KR" sz="3600" dirty="0"/>
          </a:p>
        </p:txBody>
      </p:sp>
      <p:sp>
        <p:nvSpPr>
          <p:cNvPr id="7" name="S02-chip1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□</a:t>
            </a:r>
            <a:endParaRPr lang="ko-KR" sz="3600" dirty="0"/>
          </a:p>
        </p:txBody>
      </p:sp>
      <p:sp>
        <p:nvSpPr>
          <p:cNvPr id="9" name="S02-chip1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1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접시를 모아요</a:t>
            </a:r>
            <a:endParaRPr lang="ko-KR" sz="4400" dirty="0"/>
          </a:p>
        </p:txBody>
      </p:sp>
      <p:sp>
        <p:nvSpPr>
          <p:cNvPr id="3" name="S03-text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2개, 3개, 1개를 한곳에 모아요.</a:t>
            </a:r>
            <a:endParaRPr lang="ko-KR" sz="3200" dirty="0"/>
          </a:p>
        </p:txBody>
      </p:sp>
      <p:sp>
        <p:nvSpPr>
          <p:cNvPr id="4" name="S03-card2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6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수도 더할 수 있어요.</a:t>
            </a:r>
            <a:endParaRPr lang="ko-KR" sz="3200" dirty="0"/>
          </a:p>
        </p:txBody>
      </p:sp>
      <p:sp>
        <p:nvSpPr>
          <p:cNvPr id="6" name="S03-dot23"/>
          <p:cNvSpPr/>
          <p:nvPr/>
        </p:nvSpPr>
        <p:spPr>
          <a:xfrm>
            <a:off x="1698041" y="2862250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24"/>
          <p:cNvSpPr/>
          <p:nvPr/>
        </p:nvSpPr>
        <p:spPr>
          <a:xfrm>
            <a:off x="2429561" y="2862250"/>
            <a:ext cx="453542" cy="453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figure25" descr="주황 점 2개"/>
          <p:cNvSpPr/>
          <p:nvPr/>
        </p:nvSpPr>
        <p:spPr>
          <a:xfrm>
            <a:off x="1559052" y="2723261"/>
            <a:ext cx="146304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3-label26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03-dot27"/>
          <p:cNvSpPr/>
          <p:nvPr/>
        </p:nvSpPr>
        <p:spPr>
          <a:xfrm>
            <a:off x="513618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28"/>
          <p:cNvSpPr/>
          <p:nvPr/>
        </p:nvSpPr>
        <p:spPr>
          <a:xfrm>
            <a:off x="586770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29"/>
          <p:cNvSpPr/>
          <p:nvPr/>
        </p:nvSpPr>
        <p:spPr>
          <a:xfrm>
            <a:off x="6599225" y="2862250"/>
            <a:ext cx="453542" cy="4535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figure30" descr="파란 점 3개"/>
          <p:cNvSpPr/>
          <p:nvPr/>
        </p:nvSpPr>
        <p:spPr>
          <a:xfrm>
            <a:off x="4997196" y="2723261"/>
            <a:ext cx="219456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3-label31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3-dot32"/>
          <p:cNvSpPr/>
          <p:nvPr/>
        </p:nvSpPr>
        <p:spPr>
          <a:xfrm>
            <a:off x="9671609" y="2862250"/>
            <a:ext cx="453542" cy="453542"/>
          </a:xfrm>
          <a:prstGeom prst="ellipse">
            <a:avLst/>
          </a:prstGeom>
          <a:solidFill>
            <a:srgbClr val="F2C14E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figure33" descr="노란 점 1개"/>
          <p:cNvSpPr/>
          <p:nvPr/>
        </p:nvSpPr>
        <p:spPr>
          <a:xfrm>
            <a:off x="9532620" y="2723261"/>
            <a:ext cx="73152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3-label34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더해요</a:t>
            </a:r>
            <a:endParaRPr lang="ko-KR" sz="4400" dirty="0"/>
          </a:p>
        </p:txBody>
      </p:sp>
      <p:sp>
        <p:nvSpPr>
          <p:cNvPr id="3" name="S04-eqtext3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□</a:t>
            </a:r>
            <a:endParaRPr lang="ko-KR" sz="3600" dirty="0"/>
          </a:p>
        </p:txBody>
      </p:sp>
      <p:sp>
        <p:nvSpPr>
          <p:cNvPr id="4" name="S04-line36"/>
          <p:cNvSpPr/>
          <p:nvPr/>
        </p:nvSpPr>
        <p:spPr>
          <a:xfrm flipH="1" flipV="1">
            <a:off x="6648159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4-line37"/>
          <p:cNvSpPr/>
          <p:nvPr/>
        </p:nvSpPr>
        <p:spPr>
          <a:xfrm flipV="1">
            <a:off x="7538085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4-figure38" descr="2와 3을 모아 5"/>
          <p:cNvSpPr txBox="1"/>
          <p:nvPr/>
        </p:nvSpPr>
        <p:spPr>
          <a:xfrm>
            <a:off x="7167282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900" dirty="0"/>
          </a:p>
        </p:txBody>
      </p:sp>
      <p:sp>
        <p:nvSpPr>
          <p:cNvPr id="7" name="S04-bondpart39"/>
          <p:cNvSpPr txBox="1"/>
          <p:nvPr/>
        </p:nvSpPr>
        <p:spPr>
          <a:xfrm>
            <a:off x="6277356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900" dirty="0"/>
          </a:p>
        </p:txBody>
      </p:sp>
      <p:sp>
        <p:nvSpPr>
          <p:cNvPr id="8" name="S04-bondpart40"/>
          <p:cNvSpPr txBox="1"/>
          <p:nvPr/>
        </p:nvSpPr>
        <p:spPr>
          <a:xfrm>
            <a:off x="8057209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900" dirty="0"/>
          </a:p>
        </p:txBody>
      </p:sp>
      <p:sp>
        <p:nvSpPr>
          <p:cNvPr id="9" name="S04-label41"/>
          <p:cNvSpPr txBox="1"/>
          <p:nvPr/>
        </p:nvSpPr>
        <p:spPr>
          <a:xfrm>
            <a:off x="6277356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0" name="S04-line42"/>
          <p:cNvSpPr/>
          <p:nvPr/>
        </p:nvSpPr>
        <p:spPr>
          <a:xfrm flipH="1" flipV="1">
            <a:off x="9489657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04-line43"/>
          <p:cNvSpPr/>
          <p:nvPr/>
        </p:nvSpPr>
        <p:spPr>
          <a:xfrm flipV="1">
            <a:off x="10379583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2" name="S04-figure44" descr="5와 1을 모아 6"/>
          <p:cNvSpPr txBox="1"/>
          <p:nvPr/>
        </p:nvSpPr>
        <p:spPr>
          <a:xfrm>
            <a:off x="10008780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900" dirty="0"/>
          </a:p>
        </p:txBody>
      </p:sp>
      <p:sp>
        <p:nvSpPr>
          <p:cNvPr id="13" name="S04-bondpart45"/>
          <p:cNvSpPr txBox="1"/>
          <p:nvPr/>
        </p:nvSpPr>
        <p:spPr>
          <a:xfrm>
            <a:off x="9118854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900" dirty="0"/>
          </a:p>
        </p:txBody>
      </p:sp>
      <p:sp>
        <p:nvSpPr>
          <p:cNvPr id="14" name="S04-bondpart46"/>
          <p:cNvSpPr txBox="1"/>
          <p:nvPr/>
        </p:nvSpPr>
        <p:spPr>
          <a:xfrm>
            <a:off x="10898707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900" dirty="0"/>
          </a:p>
        </p:txBody>
      </p:sp>
      <p:sp>
        <p:nvSpPr>
          <p:cNvPr id="15" name="S04-label47"/>
          <p:cNvSpPr txBox="1"/>
          <p:nvPr/>
        </p:nvSpPr>
        <p:spPr>
          <a:xfrm>
            <a:off x="9118854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16" name="S04-stepno48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4-text49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수를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5</a:t>
            </a:r>
            <a:endParaRPr lang="ko-KR" sz="3200" dirty="0"/>
          </a:p>
        </p:txBody>
      </p:sp>
      <p:sp>
        <p:nvSpPr>
          <p:cNvPr id="18" name="S04-stepno5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4-text51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수를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+ 1 = 6</a:t>
            </a:r>
            <a:endParaRPr lang="ko-KR" sz="3200" dirty="0"/>
          </a:p>
        </p:txBody>
      </p:sp>
      <p:sp>
        <p:nvSpPr>
          <p:cNvPr id="20" name="S04-stepno52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4-text53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+ 1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덜어 내요</a:t>
            </a:r>
            <a:endParaRPr lang="ko-KR" sz="44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8개 중 3개를 먹고, 또 2개를 먹었어요.</a:t>
            </a:r>
            <a:endParaRPr lang="ko-KR" sz="3200" dirty="0"/>
          </a:p>
        </p:txBody>
      </p:sp>
      <p:sp>
        <p:nvSpPr>
          <p:cNvPr id="4" name="S05-card5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사탕은 3개예요.</a:t>
            </a:r>
            <a:endParaRPr lang="ko-KR" sz="3200" dirty="0"/>
          </a:p>
        </p:txBody>
      </p:sp>
      <p:sp>
        <p:nvSpPr>
          <p:cNvPr id="6" name="S05-dot57"/>
          <p:cNvSpPr/>
          <p:nvPr/>
        </p:nvSpPr>
        <p:spPr>
          <a:xfrm>
            <a:off x="16573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58"/>
          <p:cNvSpPr/>
          <p:nvPr/>
        </p:nvSpPr>
        <p:spPr>
          <a:xfrm>
            <a:off x="23431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59"/>
          <p:cNvSpPr/>
          <p:nvPr/>
        </p:nvSpPr>
        <p:spPr>
          <a:xfrm>
            <a:off x="30289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60"/>
          <p:cNvSpPr/>
          <p:nvPr/>
        </p:nvSpPr>
        <p:spPr>
          <a:xfrm>
            <a:off x="37147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61"/>
          <p:cNvSpPr/>
          <p:nvPr/>
        </p:nvSpPr>
        <p:spPr>
          <a:xfrm>
            <a:off x="4400550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62"/>
          <p:cNvSpPr/>
          <p:nvPr/>
        </p:nvSpPr>
        <p:spPr>
          <a:xfrm>
            <a:off x="16573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line63"/>
          <p:cNvSpPr/>
          <p:nvPr/>
        </p:nvSpPr>
        <p:spPr>
          <a:xfrm>
            <a:off x="16063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3" name="S05-line64"/>
          <p:cNvSpPr/>
          <p:nvPr/>
        </p:nvSpPr>
        <p:spPr>
          <a:xfrm flipV="1">
            <a:off x="16063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5-dot65"/>
          <p:cNvSpPr/>
          <p:nvPr/>
        </p:nvSpPr>
        <p:spPr>
          <a:xfrm>
            <a:off x="23431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line66"/>
          <p:cNvSpPr/>
          <p:nvPr/>
        </p:nvSpPr>
        <p:spPr>
          <a:xfrm>
            <a:off x="22921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6" name="S05-line67"/>
          <p:cNvSpPr/>
          <p:nvPr/>
        </p:nvSpPr>
        <p:spPr>
          <a:xfrm flipV="1">
            <a:off x="22921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5-dot68"/>
          <p:cNvSpPr/>
          <p:nvPr/>
        </p:nvSpPr>
        <p:spPr>
          <a:xfrm>
            <a:off x="3028950" y="32193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5-line69"/>
          <p:cNvSpPr/>
          <p:nvPr/>
        </p:nvSpPr>
        <p:spPr>
          <a:xfrm>
            <a:off x="29779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05-line70"/>
          <p:cNvSpPr/>
          <p:nvPr/>
        </p:nvSpPr>
        <p:spPr>
          <a:xfrm flipV="1">
            <a:off x="2977926" y="31682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5-figure71" descr="점 8개 중 아랫줄 3개에 × 표시"/>
          <p:cNvSpPr/>
          <p:nvPr/>
        </p:nvSpPr>
        <p:spPr>
          <a:xfrm>
            <a:off x="1527048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5-label72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3개 먹기</a:t>
            </a:r>
            <a:endParaRPr lang="ko-KR" sz="2600" dirty="0"/>
          </a:p>
        </p:txBody>
      </p:sp>
      <p:sp>
        <p:nvSpPr>
          <p:cNvPr id="22" name="S05-dot73"/>
          <p:cNvSpPr/>
          <p:nvPr/>
        </p:nvSpPr>
        <p:spPr>
          <a:xfrm>
            <a:off x="73632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dot74"/>
          <p:cNvSpPr/>
          <p:nvPr/>
        </p:nvSpPr>
        <p:spPr>
          <a:xfrm>
            <a:off x="80490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75"/>
          <p:cNvSpPr/>
          <p:nvPr/>
        </p:nvSpPr>
        <p:spPr>
          <a:xfrm>
            <a:off x="87348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dot76"/>
          <p:cNvSpPr/>
          <p:nvPr/>
        </p:nvSpPr>
        <p:spPr>
          <a:xfrm>
            <a:off x="94206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5-line77"/>
          <p:cNvSpPr/>
          <p:nvPr/>
        </p:nvSpPr>
        <p:spPr>
          <a:xfrm>
            <a:off x="93695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5-line78"/>
          <p:cNvSpPr/>
          <p:nvPr/>
        </p:nvSpPr>
        <p:spPr>
          <a:xfrm flipV="1">
            <a:off x="93695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8" name="S05-dot79"/>
          <p:cNvSpPr/>
          <p:nvPr/>
        </p:nvSpPr>
        <p:spPr>
          <a:xfrm>
            <a:off x="10106406" y="25335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line80"/>
          <p:cNvSpPr/>
          <p:nvPr/>
        </p:nvSpPr>
        <p:spPr>
          <a:xfrm>
            <a:off x="100553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5-line81"/>
          <p:cNvSpPr/>
          <p:nvPr/>
        </p:nvSpPr>
        <p:spPr>
          <a:xfrm flipV="1">
            <a:off x="10055382" y="2482499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1" name="S05-figure82" descr="남은 점 5개 중 2개에 × 표시"/>
          <p:cNvSpPr/>
          <p:nvPr/>
        </p:nvSpPr>
        <p:spPr>
          <a:xfrm>
            <a:off x="7232904" y="2403221"/>
            <a:ext cx="3429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5-label8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또 2개 먹기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빼요</a:t>
            </a:r>
            <a:endParaRPr lang="ko-KR" sz="4400" dirty="0"/>
          </a:p>
        </p:txBody>
      </p:sp>
      <p:sp>
        <p:nvSpPr>
          <p:cNvPr id="3" name="S06-eqtext8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□</a:t>
            </a:r>
            <a:endParaRPr lang="ko-KR" sz="3600" dirty="0"/>
          </a:p>
        </p:txBody>
      </p:sp>
      <p:sp>
        <p:nvSpPr>
          <p:cNvPr id="4" name="S06-line85"/>
          <p:cNvSpPr/>
          <p:nvPr/>
        </p:nvSpPr>
        <p:spPr>
          <a:xfrm>
            <a:off x="6414516" y="484540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5" name="S06-line86"/>
          <p:cNvSpPr/>
          <p:nvPr/>
        </p:nvSpPr>
        <p:spPr>
          <a:xfrm>
            <a:off x="668883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" name="S06-label87"/>
          <p:cNvSpPr txBox="1"/>
          <p:nvPr/>
        </p:nvSpPr>
        <p:spPr>
          <a:xfrm>
            <a:off x="6231636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7" name="S06-line88"/>
          <p:cNvSpPr/>
          <p:nvPr/>
        </p:nvSpPr>
        <p:spPr>
          <a:xfrm>
            <a:off x="719328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6-label89"/>
          <p:cNvSpPr txBox="1"/>
          <p:nvPr/>
        </p:nvSpPr>
        <p:spPr>
          <a:xfrm>
            <a:off x="6736080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6-line90"/>
          <p:cNvSpPr/>
          <p:nvPr/>
        </p:nvSpPr>
        <p:spPr>
          <a:xfrm>
            <a:off x="769772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label91"/>
          <p:cNvSpPr txBox="1"/>
          <p:nvPr/>
        </p:nvSpPr>
        <p:spPr>
          <a:xfrm>
            <a:off x="7240524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6-line92"/>
          <p:cNvSpPr/>
          <p:nvPr/>
        </p:nvSpPr>
        <p:spPr>
          <a:xfrm>
            <a:off x="820216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label93"/>
          <p:cNvSpPr txBox="1"/>
          <p:nvPr/>
        </p:nvSpPr>
        <p:spPr>
          <a:xfrm>
            <a:off x="7744968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6-line94"/>
          <p:cNvSpPr/>
          <p:nvPr/>
        </p:nvSpPr>
        <p:spPr>
          <a:xfrm>
            <a:off x="870661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label95"/>
          <p:cNvSpPr txBox="1"/>
          <p:nvPr/>
        </p:nvSpPr>
        <p:spPr>
          <a:xfrm>
            <a:off x="8249412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5" name="S06-line96"/>
          <p:cNvSpPr/>
          <p:nvPr/>
        </p:nvSpPr>
        <p:spPr>
          <a:xfrm>
            <a:off x="9211056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label97"/>
          <p:cNvSpPr txBox="1"/>
          <p:nvPr/>
        </p:nvSpPr>
        <p:spPr>
          <a:xfrm>
            <a:off x="8753856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7" name="S06-line98"/>
          <p:cNvSpPr/>
          <p:nvPr/>
        </p:nvSpPr>
        <p:spPr>
          <a:xfrm>
            <a:off x="9715500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label99"/>
          <p:cNvSpPr txBox="1"/>
          <p:nvPr/>
        </p:nvSpPr>
        <p:spPr>
          <a:xfrm>
            <a:off x="9258300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9" name="S06-line100"/>
          <p:cNvSpPr/>
          <p:nvPr/>
        </p:nvSpPr>
        <p:spPr>
          <a:xfrm>
            <a:off x="10219944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label101"/>
          <p:cNvSpPr txBox="1"/>
          <p:nvPr/>
        </p:nvSpPr>
        <p:spPr>
          <a:xfrm>
            <a:off x="9762744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1" name="S06-line102"/>
          <p:cNvSpPr/>
          <p:nvPr/>
        </p:nvSpPr>
        <p:spPr>
          <a:xfrm>
            <a:off x="10724388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label103"/>
          <p:cNvSpPr txBox="1"/>
          <p:nvPr/>
        </p:nvSpPr>
        <p:spPr>
          <a:xfrm>
            <a:off x="10267188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3" name="S06-line104"/>
          <p:cNvSpPr/>
          <p:nvPr/>
        </p:nvSpPr>
        <p:spPr>
          <a:xfrm>
            <a:off x="11228832" y="469910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label105"/>
          <p:cNvSpPr txBox="1"/>
          <p:nvPr/>
        </p:nvSpPr>
        <p:spPr>
          <a:xfrm>
            <a:off x="10771632" y="5028286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5" name="S06-mark106"/>
          <p:cNvSpPr/>
          <p:nvPr/>
        </p:nvSpPr>
        <p:spPr>
          <a:xfrm>
            <a:off x="10632948" y="4753966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06-line107"/>
          <p:cNvSpPr/>
          <p:nvPr/>
        </p:nvSpPr>
        <p:spPr>
          <a:xfrm flipV="1">
            <a:off x="10724388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06-line108"/>
          <p:cNvSpPr/>
          <p:nvPr/>
        </p:nvSpPr>
        <p:spPr>
          <a:xfrm flipH="1">
            <a:off x="9211056" y="4461358"/>
            <a:ext cx="151333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06-label109"/>
          <p:cNvSpPr txBox="1"/>
          <p:nvPr/>
        </p:nvSpPr>
        <p:spPr>
          <a:xfrm>
            <a:off x="9211056" y="4079850"/>
            <a:ext cx="151333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</a:t>
            </a:r>
            <a:endParaRPr lang="ko-KR" sz="2200" dirty="0"/>
          </a:p>
        </p:txBody>
      </p:sp>
      <p:sp>
        <p:nvSpPr>
          <p:cNvPr id="29" name="S06-line110"/>
          <p:cNvSpPr/>
          <p:nvPr/>
        </p:nvSpPr>
        <p:spPr>
          <a:xfrm flipV="1">
            <a:off x="9211056" y="446135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06-line111"/>
          <p:cNvSpPr/>
          <p:nvPr/>
        </p:nvSpPr>
        <p:spPr>
          <a:xfrm flipH="1">
            <a:off x="8202168" y="4461358"/>
            <a:ext cx="100888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06-label112"/>
          <p:cNvSpPr txBox="1"/>
          <p:nvPr/>
        </p:nvSpPr>
        <p:spPr>
          <a:xfrm>
            <a:off x="8202168" y="4079850"/>
            <a:ext cx="100888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−2</a:t>
            </a:r>
            <a:endParaRPr lang="ko-KR" sz="2200" dirty="0"/>
          </a:p>
        </p:txBody>
      </p:sp>
      <p:sp>
        <p:nvSpPr>
          <p:cNvPr id="32" name="S06-figure113" descr="0부터 9까지 수직선에서 8에서 5로 3만큼, 5에서 3으로 2만큼 거꾸로 뛰는 화살표"/>
          <p:cNvSpPr/>
          <p:nvPr/>
        </p:nvSpPr>
        <p:spPr>
          <a:xfrm>
            <a:off x="6414516" y="466252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6-stepno114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4" name="S06-text115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뺄셈부터 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= 5</a:t>
            </a:r>
            <a:endParaRPr lang="ko-KR" sz="3200" dirty="0"/>
          </a:p>
        </p:txBody>
      </p:sp>
      <p:sp>
        <p:nvSpPr>
          <p:cNvPr id="35" name="S06-stepno116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6" name="S06-text117"/>
          <p:cNvSpPr txBox="1"/>
          <p:nvPr/>
        </p:nvSpPr>
        <p:spPr>
          <a:xfrm>
            <a:off x="1325880" y="4137660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5에서 또 빼요.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</p:txBody>
      </p:sp>
      <p:sp>
        <p:nvSpPr>
          <p:cNvPr id="37" name="S06-stepno118"/>
          <p:cNvSpPr txBox="1"/>
          <p:nvPr/>
        </p:nvSpPr>
        <p:spPr>
          <a:xfrm>
            <a:off x="548640" y="529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8" name="S06-text119"/>
          <p:cNvSpPr txBox="1"/>
          <p:nvPr/>
        </p:nvSpPr>
        <p:spPr>
          <a:xfrm>
            <a:off x="1325880" y="5293868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8 − 3 − 2 =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수를 더해요</a:t>
            </a:r>
            <a:endParaRPr lang="ko-KR" sz="4400" dirty="0"/>
          </a:p>
        </p:txBody>
      </p:sp>
      <p:sp>
        <p:nvSpPr>
          <p:cNvPr id="3" name="S07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수를 먼저 더하고, 그 수를 식 아래에 써요.</a:t>
            </a:r>
            <a:endParaRPr lang="ko-KR" sz="3200" dirty="0"/>
          </a:p>
        </p:txBody>
      </p:sp>
      <p:sp>
        <p:nvSpPr>
          <p:cNvPr id="5" name="S07-chip1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eqtext1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+ 2 + 3 = □</a:t>
            </a:r>
            <a:endParaRPr lang="ko-KR" sz="3600" dirty="0"/>
          </a:p>
        </p:txBody>
      </p:sp>
      <p:sp>
        <p:nvSpPr>
          <p:cNvPr id="7" name="S07-chip1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eqtext1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+ 2 = □</a:t>
            </a:r>
            <a:endParaRPr lang="ko-KR" sz="3600" dirty="0"/>
          </a:p>
        </p:txBody>
      </p:sp>
      <p:sp>
        <p:nvSpPr>
          <p:cNvPr id="9" name="S07-chip1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eqtext1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= □</a:t>
            </a:r>
            <a:endParaRPr lang="ko-KR" sz="3600" dirty="0"/>
          </a:p>
        </p:txBody>
      </p:sp>
      <p:sp>
        <p:nvSpPr>
          <p:cNvPr id="11" name="S07-chip1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7-eqtext1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+ 1 + 2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수를 빼요</a:t>
            </a:r>
            <a:endParaRPr lang="ko-KR" sz="4400" dirty="0"/>
          </a:p>
        </p:txBody>
      </p:sp>
      <p:sp>
        <p:nvSpPr>
          <p:cNvPr id="3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앞에서부터 차례로 빼요. 돌을 두 번 덜어 내도 돼요.</a:t>
            </a:r>
            <a:endParaRPr lang="ko-KR" sz="3200" dirty="0"/>
          </a:p>
        </p:txBody>
      </p:sp>
      <p:sp>
        <p:nvSpPr>
          <p:cNvPr id="5" name="S08-chip13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3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9 − 2 − 3 = □</a:t>
            </a:r>
            <a:endParaRPr lang="ko-KR" sz="3600" dirty="0"/>
          </a:p>
        </p:txBody>
      </p:sp>
      <p:sp>
        <p:nvSpPr>
          <p:cNvPr id="7" name="S08-chip13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3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7 − 1 − 4 = □</a:t>
            </a:r>
            <a:endParaRPr lang="ko-KR" sz="3600" dirty="0"/>
          </a:p>
        </p:txBody>
      </p:sp>
      <p:sp>
        <p:nvSpPr>
          <p:cNvPr id="9" name="S08-chip13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3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6 − 3 − 3 = □</a:t>
            </a:r>
            <a:endParaRPr lang="ko-KR" sz="3600" dirty="0"/>
          </a:p>
        </p:txBody>
      </p:sp>
      <p:sp>
        <p:nvSpPr>
          <p:cNvPr id="11" name="S08-chip13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3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8 − 4 − 1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9-card1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9 − 4 − 2를 계산했어요.</a:t>
            </a:r>
            <a:endParaRPr lang="ko-KR" sz="3200" dirty="0"/>
          </a:p>
        </p:txBody>
      </p:sp>
      <p:sp>
        <p:nvSpPr>
          <p:cNvPr id="5" name="S09-card1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돌로 확인해 봐요.</a:t>
            </a:r>
            <a:endParaRPr lang="ko-KR" sz="3200" dirty="0"/>
          </a:p>
        </p:txBody>
      </p:sp>
      <p:sp>
        <p:nvSpPr>
          <p:cNvPr id="7" name="S09-chip1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9-text1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4 − 2 = 2를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 = 7</a:t>
            </a:r>
            <a:endParaRPr lang="ko-KR" sz="3200" dirty="0"/>
          </a:p>
        </p:txBody>
      </p:sp>
      <p:sp>
        <p:nvSpPr>
          <p:cNvPr id="9" name="S09-chip1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</a:t>
            </a:r>
            <a:endParaRPr lang="ko-KR" sz="2600" dirty="0"/>
          </a:p>
        </p:txBody>
      </p:sp>
      <p:sp>
        <p:nvSpPr>
          <p:cNvPr id="10" name="S09-text1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9 − 4 = 5를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 =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3200" dirty="0"/>
          </a:p>
        </p:txBody>
      </p:sp>
      <p:sp>
        <p:nvSpPr>
          <p:cNvPr id="4" name="S10-chip14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15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+ 1 + 4 = □</a:t>
            </a:r>
            <a:endParaRPr lang="ko-KR" sz="3600" dirty="0"/>
          </a:p>
        </p:txBody>
      </p:sp>
      <p:sp>
        <p:nvSpPr>
          <p:cNvPr id="6" name="S10-chip15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5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9 − 5 − 1 = □</a:t>
            </a:r>
            <a:endParaRPr lang="ko-KR" sz="3600" dirty="0"/>
          </a:p>
        </p:txBody>
      </p:sp>
      <p:sp>
        <p:nvSpPr>
          <p:cNvPr id="8" name="S10-chip15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15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2마리에 3마리, 또 4마리가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날아왔어요. 모두 몇 마리?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식은?</a:t>
            </a:r>
            <a:endParaRPr lang="ko-KR" sz="4400" dirty="0"/>
          </a:p>
        </p:txBody>
      </p:sp>
      <p:sp>
        <p:nvSpPr>
          <p:cNvPr id="3" name="S12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7개 중 2개를 주고, 또 3개를 주었어요.</a:t>
            </a:r>
            <a:endParaRPr lang="ko-KR" sz="3200" dirty="0"/>
          </a:p>
        </p:txBody>
      </p:sp>
      <p:sp>
        <p:nvSpPr>
          <p:cNvPr id="4" name="S12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식을 고르고, 남은 구슬을 구해요.</a:t>
            </a:r>
            <a:endParaRPr lang="ko-KR" sz="3200" dirty="0"/>
          </a:p>
        </p:txBody>
      </p:sp>
      <p:sp>
        <p:nvSpPr>
          <p:cNvPr id="6" name="S12-chip15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5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6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7 − 2 − 3</a:t>
            </a:r>
            <a:endParaRPr lang="ko-KR" sz="3200" dirty="0"/>
          </a:p>
        </p:txBody>
      </p:sp>
      <p:sp>
        <p:nvSpPr>
          <p:cNvPr id="9" name="S12-chip1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6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6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+ 2 + 3</a:t>
            </a:r>
            <a:endParaRPr lang="ko-KR" sz="3200" dirty="0"/>
          </a:p>
        </p:txBody>
      </p:sp>
      <p:sp>
        <p:nvSpPr>
          <p:cNvPr id="12" name="S12-chip16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16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6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7 − 2 + 3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6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6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수는 앞에서부터 차례로 계산해요.</a:t>
            </a:r>
            <a:endParaRPr lang="ko-KR" sz="3200" dirty="0"/>
          </a:p>
        </p:txBody>
      </p:sp>
      <p:sp>
        <p:nvSpPr>
          <p:cNvPr id="5" name="S13-chip16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중간 수를 써 두기</a:t>
            </a:r>
            <a:endParaRPr lang="ko-KR" sz="2600" dirty="0"/>
          </a:p>
        </p:txBody>
      </p:sp>
      <p:sp>
        <p:nvSpPr>
          <p:cNvPr id="6" name="S13-chip17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수만 하고 끝내기</a:t>
            </a:r>
            <a:endParaRPr lang="ko-KR" sz="2600" dirty="0"/>
          </a:p>
        </p:txBody>
      </p:sp>
      <p:sp>
        <p:nvSpPr>
          <p:cNvPr id="7" name="S13-text17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17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+ 2 + 4 = □</a:t>
            </a:r>
            <a:endParaRPr lang="ko-KR" sz="3000" dirty="0"/>
          </a:p>
        </p:txBody>
      </p:sp>
      <p:sp>
        <p:nvSpPr>
          <p:cNvPr id="9" name="S13-eqtext17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8 − 1 − 3 = □</a:t>
            </a:r>
            <a:endParaRPr lang="ko-KR" sz="3000" dirty="0"/>
          </a:p>
        </p:txBody>
      </p:sp>
      <p:sp>
        <p:nvSpPr>
          <p:cNvPr id="10" name="S13-eqtext17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 + 5 + 3 = □</a:t>
            </a:r>
            <a:endParaRPr lang="ko-KR" sz="3000" dirty="0"/>
          </a:p>
        </p:txBody>
      </p:sp>
      <p:sp>
        <p:nvSpPr>
          <p:cNvPr id="11" name="S13-text17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10이 되는 더하기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모으고 덜어 내기</a:t>
            </a:r>
            <a:endParaRPr lang="ko-KR" sz="4400" dirty="0"/>
          </a:p>
        </p:txBody>
      </p:sp>
      <p:sp>
        <p:nvSpPr>
          <p:cNvPr id="3" name="S14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모으고, 덜어 내요.</a:t>
            </a:r>
            <a:endParaRPr lang="ko-KR" sz="3200" dirty="0"/>
          </a:p>
        </p:txBody>
      </p:sp>
      <p:sp>
        <p:nvSpPr>
          <p:cNvPr id="4" name="S14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+ 3 = 7, 7 − 3 = 4</a:t>
            </a:r>
            <a:endParaRPr lang="ko-KR" sz="3200" dirty="0"/>
          </a:p>
        </p:txBody>
      </p:sp>
      <p:sp>
        <p:nvSpPr>
          <p:cNvPr id="6" name="S14-dot179"/>
          <p:cNvSpPr/>
          <p:nvPr/>
        </p:nvSpPr>
        <p:spPr>
          <a:xfrm>
            <a:off x="113202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4-dot180"/>
          <p:cNvSpPr/>
          <p:nvPr/>
        </p:nvSpPr>
        <p:spPr>
          <a:xfrm>
            <a:off x="177210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dot181"/>
          <p:cNvSpPr/>
          <p:nvPr/>
        </p:nvSpPr>
        <p:spPr>
          <a:xfrm>
            <a:off x="241218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4-dot182"/>
          <p:cNvSpPr/>
          <p:nvPr/>
        </p:nvSpPr>
        <p:spPr>
          <a:xfrm>
            <a:off x="3052267" y="3108274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figure183" descr="주황 점 4개"/>
          <p:cNvSpPr/>
          <p:nvPr/>
        </p:nvSpPr>
        <p:spPr>
          <a:xfrm>
            <a:off x="1010412" y="2986659"/>
            <a:ext cx="256032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4-label184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2" name="S14-dot185"/>
          <p:cNvSpPr/>
          <p:nvPr/>
        </p:nvSpPr>
        <p:spPr>
          <a:xfrm>
            <a:off x="525597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dot186"/>
          <p:cNvSpPr/>
          <p:nvPr/>
        </p:nvSpPr>
        <p:spPr>
          <a:xfrm>
            <a:off x="589605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dot187"/>
          <p:cNvSpPr/>
          <p:nvPr/>
        </p:nvSpPr>
        <p:spPr>
          <a:xfrm>
            <a:off x="6536131" y="3108274"/>
            <a:ext cx="396850" cy="396850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figure188" descr="파란 점 3개"/>
          <p:cNvSpPr/>
          <p:nvPr/>
        </p:nvSpPr>
        <p:spPr>
          <a:xfrm>
            <a:off x="5134356" y="2986659"/>
            <a:ext cx="1920240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4-label189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4-dot190"/>
          <p:cNvSpPr/>
          <p:nvPr/>
        </p:nvSpPr>
        <p:spPr>
          <a:xfrm>
            <a:off x="8251010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dot191"/>
          <p:cNvSpPr/>
          <p:nvPr/>
        </p:nvSpPr>
        <p:spPr>
          <a:xfrm>
            <a:off x="8748705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dot192"/>
          <p:cNvSpPr/>
          <p:nvPr/>
        </p:nvSpPr>
        <p:spPr>
          <a:xfrm>
            <a:off x="9246400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dot193"/>
          <p:cNvSpPr/>
          <p:nvPr/>
        </p:nvSpPr>
        <p:spPr>
          <a:xfrm>
            <a:off x="9744095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dot194"/>
          <p:cNvSpPr/>
          <p:nvPr/>
        </p:nvSpPr>
        <p:spPr>
          <a:xfrm>
            <a:off x="10241789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line195"/>
          <p:cNvSpPr/>
          <p:nvPr/>
        </p:nvSpPr>
        <p:spPr>
          <a:xfrm>
            <a:off x="1020476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14-line196"/>
          <p:cNvSpPr/>
          <p:nvPr/>
        </p:nvSpPr>
        <p:spPr>
          <a:xfrm flipV="1">
            <a:off x="1020476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14-dot197"/>
          <p:cNvSpPr/>
          <p:nvPr/>
        </p:nvSpPr>
        <p:spPr>
          <a:xfrm>
            <a:off x="10739484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line198"/>
          <p:cNvSpPr/>
          <p:nvPr/>
        </p:nvSpPr>
        <p:spPr>
          <a:xfrm>
            <a:off x="10702456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14-line199"/>
          <p:cNvSpPr/>
          <p:nvPr/>
        </p:nvSpPr>
        <p:spPr>
          <a:xfrm flipV="1">
            <a:off x="10702456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14-dot200"/>
          <p:cNvSpPr/>
          <p:nvPr/>
        </p:nvSpPr>
        <p:spPr>
          <a:xfrm>
            <a:off x="11237179" y="3152414"/>
            <a:ext cx="308571" cy="3085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line201"/>
          <p:cNvSpPr/>
          <p:nvPr/>
        </p:nvSpPr>
        <p:spPr>
          <a:xfrm>
            <a:off x="1120015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14-line202"/>
          <p:cNvSpPr/>
          <p:nvPr/>
        </p:nvSpPr>
        <p:spPr>
          <a:xfrm flipV="1">
            <a:off x="11200151" y="3115385"/>
            <a:ext cx="382628" cy="382628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14-figure203" descr="점 7개 중 3개에 × 표시"/>
          <p:cNvSpPr/>
          <p:nvPr/>
        </p:nvSpPr>
        <p:spPr>
          <a:xfrm>
            <a:off x="8156448" y="3057852"/>
            <a:ext cx="3483864" cy="49769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4-label204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7에서 3 덜기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세 수의 덧셈과 뺄셈</dc:title>
  <dc:subject>KR22-G01-MAT-ADD3-L01</dc:subject>
  <dc:creator>education-ppt</dc:creator>
  <cp:lastModifiedBy>education-ppt</cp:lastModifiedBy>
  <cp:revision>1</cp:revision>
  <dcterms:created xsi:type="dcterms:W3CDTF">2026-10-26T07:45:13Z</dcterms:created>
  <dcterms:modified xsi:type="dcterms:W3CDTF">2026-10-26T07:45:13Z</dcterms:modified>
</cp:coreProperties>
</file>