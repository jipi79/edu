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b46b792-2648-4544-7c7c-44e218abf6c2}">
          <p14:sldIdLst>
            <p14:sldId id="256"/>
            <p14:sldId id="257"/>
          </p14:sldIdLst>
        </p14:section>
        <p14:section name="개념" id="{e2dbe050-dbe3-1fec-3356-ea68642102c4}">
          <p14:sldIdLst>
            <p14:sldId id="258"/>
            <p14:sldId id="259"/>
            <p14:sldId id="260"/>
            <p14:sldId id="261"/>
          </p14:sldIdLst>
        </p14:section>
        <p14:section name="연습" id="{be0bedb5-4667-ca07-1b79-748b9eb550ca}">
          <p14:sldIdLst>
            <p14:sldId id="262"/>
            <p14:sldId id="263"/>
            <p14:sldId id="264"/>
          </p14:sldIdLst>
        </p14:section>
        <p14:section name="확인" id="{c9815c2a-180b-55c1-cf3e-f88f4a176a9e}">
          <p14:sldIdLst>
            <p14:sldId id="265"/>
            <p14:sldId id="266"/>
          </p14:sldIdLst>
        </p14:section>
        <p14:section name="정리" id="{421d776b-104c-5351-2b4b-488849f03402}">
          <p14:sldIdLst>
            <p14:sldId id="267"/>
          </p14:sldIdLst>
        </p14:section>
        <p14:section name="보충" id="{3ed48040-cf68-88d4-6f62-f632c525d7a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덧셈과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어떻게 계산할까?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852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3384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680960" y="1828800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16777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53353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89929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파란 점 3개"/>
          <p:cNvSpPr/>
          <p:nvPr/>
        </p:nvSpPr>
        <p:spPr>
          <a:xfrm>
            <a:off x="9098280" y="1920240"/>
            <a:ext cx="109728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894162" y="1933042"/>
            <a:ext cx="340157" cy="340157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figure9" descr="노란 점 1개"/>
          <p:cNvSpPr/>
          <p:nvPr/>
        </p:nvSpPr>
        <p:spPr>
          <a:xfrm>
            <a:off x="10789920" y="1828800"/>
            <a:ext cx="5486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수를 차례로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수를 차례로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2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접시를 모아요</a:t>
            </a:r>
            <a:endParaRPr lang="ko-KR" sz="4400" dirty="0"/>
          </a:p>
        </p:txBody>
      </p:sp>
      <p:sp>
        <p:nvSpPr>
          <p:cNvPr id="3" name="S03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2개, 3개, 1개를 한곳에 모아요.</a:t>
            </a:r>
            <a:endParaRPr lang="ko-KR" sz="3200" dirty="0"/>
          </a:p>
        </p:txBody>
      </p:sp>
      <p:sp>
        <p:nvSpPr>
          <p:cNvPr id="4" name="S03-card2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수도 더할 수 있어요.</a:t>
            </a:r>
            <a:endParaRPr lang="ko-KR" sz="3200" dirty="0"/>
          </a:p>
        </p:txBody>
      </p:sp>
      <p:sp>
        <p:nvSpPr>
          <p:cNvPr id="6" name="S03-dot23"/>
          <p:cNvSpPr/>
          <p:nvPr/>
        </p:nvSpPr>
        <p:spPr>
          <a:xfrm>
            <a:off x="169804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4"/>
          <p:cNvSpPr/>
          <p:nvPr/>
        </p:nvSpPr>
        <p:spPr>
          <a:xfrm>
            <a:off x="242956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25" descr="주황 점 2개"/>
          <p:cNvSpPr/>
          <p:nvPr/>
        </p:nvSpPr>
        <p:spPr>
          <a:xfrm>
            <a:off x="1559052" y="2723261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2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27"/>
          <p:cNvSpPr/>
          <p:nvPr/>
        </p:nvSpPr>
        <p:spPr>
          <a:xfrm>
            <a:off x="513618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28"/>
          <p:cNvSpPr/>
          <p:nvPr/>
        </p:nvSpPr>
        <p:spPr>
          <a:xfrm>
            <a:off x="586770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9"/>
          <p:cNvSpPr/>
          <p:nvPr/>
        </p:nvSpPr>
        <p:spPr>
          <a:xfrm>
            <a:off x="659922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30" descr="파란 점 3개"/>
          <p:cNvSpPr/>
          <p:nvPr/>
        </p:nvSpPr>
        <p:spPr>
          <a:xfrm>
            <a:off x="4997196" y="2723261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31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dot32"/>
          <p:cNvSpPr/>
          <p:nvPr/>
        </p:nvSpPr>
        <p:spPr>
          <a:xfrm>
            <a:off x="9671609" y="2862250"/>
            <a:ext cx="453542" cy="453542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33" descr="노란 점 1개"/>
          <p:cNvSpPr/>
          <p:nvPr/>
        </p:nvSpPr>
        <p:spPr>
          <a:xfrm>
            <a:off x="9532620" y="2723261"/>
            <a:ext cx="731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34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더해요</a:t>
            </a:r>
            <a:endParaRPr lang="ko-KR" sz="4400" dirty="0"/>
          </a:p>
        </p:txBody>
      </p:sp>
      <p:sp>
        <p:nvSpPr>
          <p:cNvPr id="3" name="S04-eqtext3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□</a:t>
            </a:r>
            <a:endParaRPr lang="ko-KR" sz="3600" dirty="0"/>
          </a:p>
        </p:txBody>
      </p:sp>
      <p:sp>
        <p:nvSpPr>
          <p:cNvPr id="4" name="S04-line36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4-line37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4-figure38" descr="2와 3을 모아 5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7" name="S04-bondpart39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4-bondpart40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900" dirty="0"/>
          </a:p>
        </p:txBody>
      </p:sp>
      <p:sp>
        <p:nvSpPr>
          <p:cNvPr id="9" name="S04-label41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4-line42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4-line43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4-figure44" descr="5와 1을 모아 6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900" dirty="0"/>
          </a:p>
        </p:txBody>
      </p:sp>
      <p:sp>
        <p:nvSpPr>
          <p:cNvPr id="13" name="S04-bondpart45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14" name="S04-bondpart46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900" dirty="0"/>
          </a:p>
        </p:txBody>
      </p:sp>
      <p:sp>
        <p:nvSpPr>
          <p:cNvPr id="15" name="S04-label47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4-stepno4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4-text4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</a:t>
            </a:r>
            <a:endParaRPr lang="ko-KR" sz="3200" dirty="0"/>
          </a:p>
        </p:txBody>
      </p:sp>
      <p:sp>
        <p:nvSpPr>
          <p:cNvPr id="18" name="S04-stepno5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text5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= 6</a:t>
            </a:r>
            <a:endParaRPr lang="ko-KR" sz="3200" dirty="0"/>
          </a:p>
        </p:txBody>
      </p:sp>
      <p:sp>
        <p:nvSpPr>
          <p:cNvPr id="20" name="S04-stepno5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4-text5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덜어 내요</a:t>
            </a:r>
            <a:endParaRPr lang="ko-KR" sz="44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 중 3개를 먹고, 또 2개를 먹었어요.</a:t>
            </a:r>
            <a:endParaRPr lang="ko-KR" sz="3200" dirty="0"/>
          </a:p>
        </p:txBody>
      </p:sp>
      <p:sp>
        <p:nvSpPr>
          <p:cNvPr id="4" name="S05-card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3개예요.</a:t>
            </a:r>
            <a:endParaRPr lang="ko-KR" sz="3200" dirty="0"/>
          </a:p>
        </p:txBody>
      </p:sp>
      <p:sp>
        <p:nvSpPr>
          <p:cNvPr id="6" name="S05-dot57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8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9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60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61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62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line63"/>
          <p:cNvSpPr/>
          <p:nvPr/>
        </p:nvSpPr>
        <p:spPr>
          <a:xfrm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3" name="S05-line64"/>
          <p:cNvSpPr/>
          <p:nvPr/>
        </p:nvSpPr>
        <p:spPr>
          <a:xfrm flipV="1"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dot65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line66"/>
          <p:cNvSpPr/>
          <p:nvPr/>
        </p:nvSpPr>
        <p:spPr>
          <a:xfrm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5-line67"/>
          <p:cNvSpPr/>
          <p:nvPr/>
        </p:nvSpPr>
        <p:spPr>
          <a:xfrm flipV="1"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dot68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line69"/>
          <p:cNvSpPr/>
          <p:nvPr/>
        </p:nvSpPr>
        <p:spPr>
          <a:xfrm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5-line70"/>
          <p:cNvSpPr/>
          <p:nvPr/>
        </p:nvSpPr>
        <p:spPr>
          <a:xfrm flipV="1"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figure71" descr="점 8개 중 아랫줄 3개에 × 표시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5-label72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3개 먹기</a:t>
            </a:r>
            <a:endParaRPr lang="ko-KR" sz="2600" dirty="0"/>
          </a:p>
        </p:txBody>
      </p:sp>
      <p:sp>
        <p:nvSpPr>
          <p:cNvPr id="22" name="S05-dot73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74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75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76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line77"/>
          <p:cNvSpPr/>
          <p:nvPr/>
        </p:nvSpPr>
        <p:spPr>
          <a:xfrm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line78"/>
          <p:cNvSpPr/>
          <p:nvPr/>
        </p:nvSpPr>
        <p:spPr>
          <a:xfrm flipV="1"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5-dot79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line80"/>
          <p:cNvSpPr/>
          <p:nvPr/>
        </p:nvSpPr>
        <p:spPr>
          <a:xfrm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line81"/>
          <p:cNvSpPr/>
          <p:nvPr/>
        </p:nvSpPr>
        <p:spPr>
          <a:xfrm flipV="1"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5-figure82" descr="남은 점 5개 중 2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5-label8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2개 먹기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빼요</a:t>
            </a:r>
            <a:endParaRPr lang="ko-KR" sz="4400" dirty="0"/>
          </a:p>
        </p:txBody>
      </p:sp>
      <p:sp>
        <p:nvSpPr>
          <p:cNvPr id="3" name="S06-eqtext8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□</a:t>
            </a:r>
            <a:endParaRPr lang="ko-KR" sz="3600" dirty="0"/>
          </a:p>
        </p:txBody>
      </p:sp>
      <p:sp>
        <p:nvSpPr>
          <p:cNvPr id="4" name="S06-line85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86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87"/>
          <p:cNvSpPr txBox="1"/>
          <p:nvPr/>
        </p:nvSpPr>
        <p:spPr>
          <a:xfrm>
            <a:off x="623163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" name="S06-line88"/>
          <p:cNvSpPr/>
          <p:nvPr/>
        </p:nvSpPr>
        <p:spPr>
          <a:xfrm>
            <a:off x="719328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89"/>
          <p:cNvSpPr txBox="1"/>
          <p:nvPr/>
        </p:nvSpPr>
        <p:spPr>
          <a:xfrm>
            <a:off x="673608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line90"/>
          <p:cNvSpPr/>
          <p:nvPr/>
        </p:nvSpPr>
        <p:spPr>
          <a:xfrm>
            <a:off x="769772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91"/>
          <p:cNvSpPr txBox="1"/>
          <p:nvPr/>
        </p:nvSpPr>
        <p:spPr>
          <a:xfrm>
            <a:off x="724052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line92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93"/>
          <p:cNvSpPr txBox="1"/>
          <p:nvPr/>
        </p:nvSpPr>
        <p:spPr>
          <a:xfrm>
            <a:off x="774496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6-line94"/>
          <p:cNvSpPr/>
          <p:nvPr/>
        </p:nvSpPr>
        <p:spPr>
          <a:xfrm>
            <a:off x="870661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95"/>
          <p:cNvSpPr txBox="1"/>
          <p:nvPr/>
        </p:nvSpPr>
        <p:spPr>
          <a:xfrm>
            <a:off x="824941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6-line96"/>
          <p:cNvSpPr/>
          <p:nvPr/>
        </p:nvSpPr>
        <p:spPr>
          <a:xfrm>
            <a:off x="921105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97"/>
          <p:cNvSpPr txBox="1"/>
          <p:nvPr/>
        </p:nvSpPr>
        <p:spPr>
          <a:xfrm>
            <a:off x="875385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7" name="S06-line98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99"/>
          <p:cNvSpPr txBox="1"/>
          <p:nvPr/>
        </p:nvSpPr>
        <p:spPr>
          <a:xfrm>
            <a:off x="925830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6-line100"/>
          <p:cNvSpPr/>
          <p:nvPr/>
        </p:nvSpPr>
        <p:spPr>
          <a:xfrm>
            <a:off x="1021994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01"/>
          <p:cNvSpPr txBox="1"/>
          <p:nvPr/>
        </p:nvSpPr>
        <p:spPr>
          <a:xfrm>
            <a:off x="976274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1" name="S06-line102"/>
          <p:cNvSpPr/>
          <p:nvPr/>
        </p:nvSpPr>
        <p:spPr>
          <a:xfrm>
            <a:off x="1072438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03"/>
          <p:cNvSpPr txBox="1"/>
          <p:nvPr/>
        </p:nvSpPr>
        <p:spPr>
          <a:xfrm>
            <a:off x="1026718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3" name="S06-line104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05"/>
          <p:cNvSpPr txBox="1"/>
          <p:nvPr/>
        </p:nvSpPr>
        <p:spPr>
          <a:xfrm>
            <a:off x="1077163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5" name="S06-mark106"/>
          <p:cNvSpPr/>
          <p:nvPr/>
        </p:nvSpPr>
        <p:spPr>
          <a:xfrm>
            <a:off x="10632948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107"/>
          <p:cNvSpPr/>
          <p:nvPr/>
        </p:nvSpPr>
        <p:spPr>
          <a:xfrm flipV="1">
            <a:off x="1072438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108"/>
          <p:cNvSpPr/>
          <p:nvPr/>
        </p:nvSpPr>
        <p:spPr>
          <a:xfrm flipH="1">
            <a:off x="921105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abel109"/>
          <p:cNvSpPr txBox="1"/>
          <p:nvPr/>
        </p:nvSpPr>
        <p:spPr>
          <a:xfrm>
            <a:off x="9211056" y="4079850"/>
            <a:ext cx="151333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2200" dirty="0"/>
          </a:p>
        </p:txBody>
      </p:sp>
      <p:sp>
        <p:nvSpPr>
          <p:cNvPr id="29" name="S06-line110"/>
          <p:cNvSpPr/>
          <p:nvPr/>
        </p:nvSpPr>
        <p:spPr>
          <a:xfrm flipV="1">
            <a:off x="921105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6-line111"/>
          <p:cNvSpPr/>
          <p:nvPr/>
        </p:nvSpPr>
        <p:spPr>
          <a:xfrm flipH="1">
            <a:off x="8202168" y="4461358"/>
            <a:ext cx="100888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6-label112"/>
          <p:cNvSpPr txBox="1"/>
          <p:nvPr/>
        </p:nvSpPr>
        <p:spPr>
          <a:xfrm>
            <a:off x="8202168" y="4079850"/>
            <a:ext cx="1008888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</a:t>
            </a:r>
            <a:endParaRPr lang="ko-KR" sz="2200" dirty="0"/>
          </a:p>
        </p:txBody>
      </p:sp>
      <p:sp>
        <p:nvSpPr>
          <p:cNvPr id="32" name="S06-figure113" descr="0부터 9까지 수직선에서 8에서 5로 3만큼, 5에서 3으로 2만큼 거꾸로 뛰는 화살표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6-stepno11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6-text115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뺄셈부터 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35" name="S06-stepno11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6-text117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또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37" name="S06-stepno11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6-text119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더해요</a:t>
            </a:r>
            <a:endParaRPr lang="ko-KR" sz="4400" dirty="0"/>
          </a:p>
        </p:txBody>
      </p:sp>
      <p:sp>
        <p:nvSpPr>
          <p:cNvPr id="3" name="S07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먼저 더하고, 그 수를 식 아래에 써요.</a:t>
            </a:r>
            <a:endParaRPr lang="ko-KR" sz="3200" dirty="0"/>
          </a:p>
        </p:txBody>
      </p:sp>
      <p:sp>
        <p:nvSpPr>
          <p:cNvPr id="5" name="S07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+ 2 + 3 = □</a:t>
            </a:r>
            <a:endParaRPr lang="ko-KR" sz="3600" dirty="0"/>
          </a:p>
        </p:txBody>
      </p:sp>
      <p:sp>
        <p:nvSpPr>
          <p:cNvPr id="7" name="S07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□</a:t>
            </a:r>
            <a:endParaRPr lang="ko-KR" sz="3600" dirty="0"/>
          </a:p>
        </p:txBody>
      </p:sp>
      <p:sp>
        <p:nvSpPr>
          <p:cNvPr id="9" name="S07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= □</a:t>
            </a:r>
            <a:endParaRPr lang="ko-KR" sz="3600" dirty="0"/>
          </a:p>
        </p:txBody>
      </p:sp>
      <p:sp>
        <p:nvSpPr>
          <p:cNvPr id="11" name="S07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+ 2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빼요</a:t>
            </a:r>
            <a:endParaRPr lang="ko-KR" sz="4400" dirty="0"/>
          </a:p>
        </p:txBody>
      </p:sp>
      <p:sp>
        <p:nvSpPr>
          <p:cNvPr id="3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차례로 빼요. 돌을 두 번 덜어 내도 돼요.</a:t>
            </a:r>
            <a:endParaRPr lang="ko-KR" sz="3200" dirty="0"/>
          </a:p>
        </p:txBody>
      </p:sp>
      <p:sp>
        <p:nvSpPr>
          <p:cNvPr id="5" name="S08-chip1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9 − 2 − 3 = □</a:t>
            </a:r>
            <a:endParaRPr lang="ko-KR" sz="3600" dirty="0"/>
          </a:p>
        </p:txBody>
      </p:sp>
      <p:sp>
        <p:nvSpPr>
          <p:cNvPr id="7" name="S08-chip1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7 − 1 − 4 = □</a:t>
            </a:r>
            <a:endParaRPr lang="ko-KR" sz="3600" dirty="0"/>
          </a:p>
        </p:txBody>
      </p:sp>
      <p:sp>
        <p:nvSpPr>
          <p:cNvPr id="9" name="S08-chip1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6 − 3 − 3 = □</a:t>
            </a:r>
            <a:endParaRPr lang="ko-KR" sz="3600" dirty="0"/>
          </a:p>
        </p:txBody>
      </p:sp>
      <p:sp>
        <p:nvSpPr>
          <p:cNvPr id="11" name="S08-chip1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8 − 4 − 1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9 − 4 − 2를 계산했어요.</a:t>
            </a:r>
            <a:endParaRPr lang="ko-KR" sz="3200" dirty="0"/>
          </a:p>
        </p:txBody>
      </p:sp>
      <p:sp>
        <p:nvSpPr>
          <p:cNvPr id="5" name="S09-card1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9-chip1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= 7</a:t>
            </a:r>
            <a:endParaRPr lang="ko-KR" sz="3200" dirty="0"/>
          </a:p>
        </p:txBody>
      </p:sp>
      <p:sp>
        <p:nvSpPr>
          <p:cNvPr id="9" name="S09-chip1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</a:t>
            </a:r>
            <a:endParaRPr lang="ko-KR" sz="2600" dirty="0"/>
          </a:p>
        </p:txBody>
      </p:sp>
      <p:sp>
        <p:nvSpPr>
          <p:cNvPr id="10" name="S09-text1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= 5를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0-chip1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+ 4 = □</a:t>
            </a:r>
            <a:endParaRPr lang="ko-KR" sz="3600" dirty="0"/>
          </a:p>
        </p:txBody>
      </p:sp>
      <p:sp>
        <p:nvSpPr>
          <p:cNvPr id="6" name="S10-chip1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9 − 5 − 1 = □</a:t>
            </a:r>
            <a:endParaRPr lang="ko-KR" sz="3600" dirty="0"/>
          </a:p>
        </p:txBody>
      </p:sp>
      <p:sp>
        <p:nvSpPr>
          <p:cNvPr id="8" name="S10-chip1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2마리에 3마리, 또 4마리가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날아왔어요. 모두 몇 마리?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7개 중 2개를 주고, 또 3개를 주었어요.</a:t>
            </a:r>
            <a:endParaRPr lang="ko-KR" sz="3200" dirty="0"/>
          </a:p>
        </p:txBody>
      </p:sp>
      <p:sp>
        <p:nvSpPr>
          <p:cNvPr id="4" name="S12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식을 고르고, 남은 구슬을 구해요.</a:t>
            </a:r>
            <a:endParaRPr lang="ko-KR" sz="3200" dirty="0"/>
          </a:p>
        </p:txBody>
      </p:sp>
      <p:sp>
        <p:nvSpPr>
          <p:cNvPr id="6" name="S12-chip1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7 − 2 − 3</a:t>
            </a:r>
            <a:endParaRPr lang="ko-KR" sz="3200" dirty="0"/>
          </a:p>
        </p:txBody>
      </p:sp>
      <p:sp>
        <p:nvSpPr>
          <p:cNvPr id="9" name="S12-chip1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+ 2 + 3</a:t>
            </a:r>
            <a:endParaRPr lang="ko-KR" sz="3200" dirty="0"/>
          </a:p>
        </p:txBody>
      </p:sp>
      <p:sp>
        <p:nvSpPr>
          <p:cNvPr id="12" name="S12-chip1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+ 3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앞에서부터 차례로 계산해요.</a:t>
            </a:r>
            <a:endParaRPr lang="ko-KR" sz="3200" dirty="0"/>
          </a:p>
        </p:txBody>
      </p:sp>
      <p:sp>
        <p:nvSpPr>
          <p:cNvPr id="5" name="S13-chip16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중간 수를 써 두기</a:t>
            </a:r>
            <a:endParaRPr lang="ko-KR" sz="2600" dirty="0"/>
          </a:p>
        </p:txBody>
      </p:sp>
      <p:sp>
        <p:nvSpPr>
          <p:cNvPr id="6" name="S13-chip17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수만 하고 끝내기</a:t>
            </a:r>
            <a:endParaRPr lang="ko-KR" sz="2600" dirty="0"/>
          </a:p>
        </p:txBody>
      </p:sp>
      <p:sp>
        <p:nvSpPr>
          <p:cNvPr id="7" name="S13-text17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7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+ 2 + 4 = □</a:t>
            </a:r>
            <a:endParaRPr lang="ko-KR" sz="3000" dirty="0"/>
          </a:p>
        </p:txBody>
      </p:sp>
      <p:sp>
        <p:nvSpPr>
          <p:cNvPr id="9" name="S13-eqtext17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8 − 1 − 3 = □</a:t>
            </a:r>
            <a:endParaRPr lang="ko-KR" sz="3000" dirty="0"/>
          </a:p>
        </p:txBody>
      </p:sp>
      <p:sp>
        <p:nvSpPr>
          <p:cNvPr id="10" name="S13-eqtext17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+ 5 + 3 = □</a:t>
            </a:r>
            <a:endParaRPr lang="ko-KR" sz="3000" dirty="0"/>
          </a:p>
        </p:txBody>
      </p:sp>
      <p:sp>
        <p:nvSpPr>
          <p:cNvPr id="11" name="S13-text1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10이 되는 더하기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모으고 덜어 내기</a:t>
            </a:r>
            <a:endParaRPr lang="ko-KR" sz="4400" dirty="0"/>
          </a:p>
        </p:txBody>
      </p:sp>
      <p:sp>
        <p:nvSpPr>
          <p:cNvPr id="3" name="S14-text1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모으고, 덜어 내요.</a:t>
            </a:r>
            <a:endParaRPr lang="ko-KR" sz="3200" dirty="0"/>
          </a:p>
        </p:txBody>
      </p:sp>
      <p:sp>
        <p:nvSpPr>
          <p:cNvPr id="4" name="S14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7, 7 − 3 = 4</a:t>
            </a:r>
            <a:endParaRPr lang="ko-KR" sz="3200" dirty="0"/>
          </a:p>
        </p:txBody>
      </p:sp>
      <p:sp>
        <p:nvSpPr>
          <p:cNvPr id="6" name="S14-dot179"/>
          <p:cNvSpPr/>
          <p:nvPr/>
        </p:nvSpPr>
        <p:spPr>
          <a:xfrm>
            <a:off x="113202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80"/>
          <p:cNvSpPr/>
          <p:nvPr/>
        </p:nvSpPr>
        <p:spPr>
          <a:xfrm>
            <a:off x="177210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81"/>
          <p:cNvSpPr/>
          <p:nvPr/>
        </p:nvSpPr>
        <p:spPr>
          <a:xfrm>
            <a:off x="241218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82"/>
          <p:cNvSpPr/>
          <p:nvPr/>
        </p:nvSpPr>
        <p:spPr>
          <a:xfrm>
            <a:off x="305226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83" descr="주황 점 4개"/>
          <p:cNvSpPr/>
          <p:nvPr/>
        </p:nvSpPr>
        <p:spPr>
          <a:xfrm>
            <a:off x="1010412" y="2986659"/>
            <a:ext cx="25603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8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dot185"/>
          <p:cNvSpPr/>
          <p:nvPr/>
        </p:nvSpPr>
        <p:spPr>
          <a:xfrm>
            <a:off x="525597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86"/>
          <p:cNvSpPr/>
          <p:nvPr/>
        </p:nvSpPr>
        <p:spPr>
          <a:xfrm>
            <a:off x="589605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87"/>
          <p:cNvSpPr/>
          <p:nvPr/>
        </p:nvSpPr>
        <p:spPr>
          <a:xfrm>
            <a:off x="653613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88" descr="파란 점 3개"/>
          <p:cNvSpPr/>
          <p:nvPr/>
        </p:nvSpPr>
        <p:spPr>
          <a:xfrm>
            <a:off x="5134356" y="2986659"/>
            <a:ext cx="1920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89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4-dot190"/>
          <p:cNvSpPr/>
          <p:nvPr/>
        </p:nvSpPr>
        <p:spPr>
          <a:xfrm>
            <a:off x="825101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191"/>
          <p:cNvSpPr/>
          <p:nvPr/>
        </p:nvSpPr>
        <p:spPr>
          <a:xfrm>
            <a:off x="874870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192"/>
          <p:cNvSpPr/>
          <p:nvPr/>
        </p:nvSpPr>
        <p:spPr>
          <a:xfrm>
            <a:off x="924640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193"/>
          <p:cNvSpPr/>
          <p:nvPr/>
        </p:nvSpPr>
        <p:spPr>
          <a:xfrm>
            <a:off x="974409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194"/>
          <p:cNvSpPr/>
          <p:nvPr/>
        </p:nvSpPr>
        <p:spPr>
          <a:xfrm>
            <a:off x="1024178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line195"/>
          <p:cNvSpPr/>
          <p:nvPr/>
        </p:nvSpPr>
        <p:spPr>
          <a:xfrm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line196"/>
          <p:cNvSpPr/>
          <p:nvPr/>
        </p:nvSpPr>
        <p:spPr>
          <a:xfrm flipV="1"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4-dot197"/>
          <p:cNvSpPr/>
          <p:nvPr/>
        </p:nvSpPr>
        <p:spPr>
          <a:xfrm>
            <a:off x="10739484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line198"/>
          <p:cNvSpPr/>
          <p:nvPr/>
        </p:nvSpPr>
        <p:spPr>
          <a:xfrm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line199"/>
          <p:cNvSpPr/>
          <p:nvPr/>
        </p:nvSpPr>
        <p:spPr>
          <a:xfrm flipV="1"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14-dot200"/>
          <p:cNvSpPr/>
          <p:nvPr/>
        </p:nvSpPr>
        <p:spPr>
          <a:xfrm>
            <a:off x="1123717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line201"/>
          <p:cNvSpPr/>
          <p:nvPr/>
        </p:nvSpPr>
        <p:spPr>
          <a:xfrm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line202"/>
          <p:cNvSpPr/>
          <p:nvPr/>
        </p:nvSpPr>
        <p:spPr>
          <a:xfrm flipV="1"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14-figure203" descr="점 7개 중 3개에 × 표시"/>
          <p:cNvSpPr/>
          <p:nvPr/>
        </p:nvSpPr>
        <p:spPr>
          <a:xfrm>
            <a:off x="8156448" y="3057852"/>
            <a:ext cx="3483864" cy="49769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4-label20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7에서 3 덜기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세 수의 덧셈과 뺄셈</dc:title>
  <dc:subject>KR22-G01-MAT-ADD3-L01</dc:subject>
  <dc:creator>education-ppt</dc:creator>
  <cp:lastModifiedBy>education-ppt</cp:lastModifiedBy>
  <cp:revision>1</cp:revision>
  <dcterms:created xsi:type="dcterms:W3CDTF">2026-10-26T07:13:06Z</dcterms:created>
  <dcterms:modified xsi:type="dcterms:W3CDTF">2026-10-26T07:13:06Z</dcterms:modified>
</cp:coreProperties>
</file>