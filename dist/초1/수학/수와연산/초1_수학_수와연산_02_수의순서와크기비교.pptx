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d6bc0e7-1166-2746-b36d-b8e9a99dd0e6}">
          <p14:sldIdLst>
            <p14:sldId id="256"/>
            <p14:sldId id="257"/>
          </p14:sldIdLst>
        </p14:section>
        <p14:section name="개념" id="{a15d3023-0b19-2cd5-d1e9-1256999ff2d3}">
          <p14:sldIdLst>
            <p14:sldId id="258"/>
            <p14:sldId id="259"/>
            <p14:sldId id="260"/>
            <p14:sldId id="261"/>
          </p14:sldIdLst>
        </p14:section>
        <p14:section name="연습" id="{a8c4597f-d356-823a-0867-6ef93a7e4e5e}">
          <p14:sldIdLst>
            <p14:sldId id="262"/>
            <p14:sldId id="263"/>
            <p14:sldId id="264"/>
          </p14:sldIdLst>
        </p14:section>
        <p14:section name="확인" id="{7d940465-cf48-a59a-0a55-2b0ca7731858}">
          <p14:sldIdLst>
            <p14:sldId id="265"/>
            <p14:sldId id="266"/>
            <p14:sldId id="267"/>
          </p14:sldIdLst>
        </p14:section>
        <p14:section name="정리" id="{1ad526f5-8abc-03c7-6b8d-e1ab9aa1edc6}">
          <p14:sldIdLst>
            <p14:sldId id="268"/>
          </p14:sldIdLst>
        </p14:section>
        <p14:section name="보충" id="{dfd41360-8058-9448-3f2f-10befed76550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 수를 순서대로 늘어놓는 데 흥미를 갖게 합니다.
시간: 약 2분
이렇게 말해 보세요
- “지난번에는 0부터 9까지 세고 읽었지? 오늘은 수의 순서를 알아보고, 어느 수가 더 큰지 비교해 볼 거야.”
- “오른쪽 두 그림에서 돌이 더 많은 쪽은 어디일까? 오늘 끝날 때 수로 말해 보자.”
예상 답
- “오른쪽이요.” / “몰라요.” (틀려도 괜찮습니다. 왼쪽 3개, 오른쪽 5개입니다.)
막히면
- 세어 보자고 하지 말고 그대로 넘어갑니다. S06에서 짝 지어 비교하는 방법을 배웁니다.
주의
- 숫자 카드와 바둑돌을 미리 꺼내 두면 수업 중간에 찾느라 흐름이 끊기지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확인(9까지 세기·읽기)]
목적: 지난 차시(9까지의 수)의 세기와 읽기가 되는지 확인합니다. 오늘 공부의 바탕입니다.
시간: 약 3분
이렇게 말해 보세요
- “①은 몇 개야? 짚으면서 세어 봐. 그 수를 두 가지로 읽어 볼래?”
- “②도 세어 보자. ③은 8을 두 가지로 읽어 봐.”
정답
- ① 7개(일곱, 칠)
- ② 4개(넷, 사)
- ③ 여덟, 팔
막히면
- ①은 윗줄 다섯에서 이어 세게 합니다(“다섯, 여섯, 일곱”).
- 세 문제 중 두 개 이상 틀리면 S14(보충)를 먼저 합니다. 보충으로도 어려우면 1차시 ‘9까지의 수’(KR22-G01-MAT-NUM9-L01)를 다시 합니다.
주의
- 답을 바로 고쳐 주지 말고 “다시 짚으면서 세어 볼까?”라고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수의 순서(앞으로·거꾸로 세기)]
목적: 0부터 9까지 수가 정해진 순서로 놓여 있고, 뒤로 갈수록 커진다는 것을 압니다.
시간: 약 3분
이렇게 말해 보세요
- “0부터 9까지 손가락으로 짚으면서 앞으로 세어 보자.”
- “이번에는 9부터 거꾸로 세어 볼까? 로켓 발사처럼 ‘9, 8, 7…’ 하고 세는 거야.”
예상 답
- “0, 1, 2, 3, 4, 5, 6, 7, 8, 9.”
- “9, 8, 7, 6, 5, 4, 3, 2, 1, 0.”
막히면
- 숫자 카드를 0부터 9까지 책상 위에 늘어놓고, 오른쪽 끝에서부터 한 장씩 짚으며 거꾸로 셉니다(M1).
주의
- 거꾸로 세기는 처음에 어렵습니다. 한 번에 9부터 0까지가 어려우면 5부터 0까지 먼저 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1만큼 더 큰 수]
목적: 돌을 1개 더 놓으면 ‘1만큼 더 큰 수’가 되고, 그 수는 순서에서 바로 뒤의 수임을 압니다.
시간: 약 3분
이렇게 말해 보세요
- “십 칸 틀에 돌을 4개 놓아 볼래? 이제 1개를 더 놓으면 몇 개야?”
- “4보다 1만큼 더 큰 수는 5야. 수를 순서대로 셀 때 4 바로 뒤에 오는 수지?”
예상 답
- “5개요.” “4 다음이 5예요.”
막히면
- 실제 바둑돌로 4개를 놓고, 아이가 직접 1개를 더 놓은 뒤 처음부터 세게 합니다.
주의
- ‘1만큼 더 큰 수’는 교과서에서 쓰는 말입니다. 아이가 ‘하나 더 많은 수’라고 말해도 맞다고 인정한 뒤 교과서 말로 한 번 더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1만큼 더 작은 수]
목적: 돌을 1개 빼면 ‘1만큼 더 작은 수’가 되고, 그 수는 순서에서 바로 앞의 수임을 압니다.
시간: 약 3분
이렇게 말해 보세요
- “다시 돌 4개야. 이번에는 1개를 빼 볼래? 몇 개 남았어?”
- “4보다 1만큼 더 작은 수는 3이야. 순서에서 4 바로 앞에 있는 수지?”
- “그럼 7보다 1만큼 더 작은 수는?”
예상 답
- “3개요.” “7 앞에 있는 6이에요.”
막히면
- 숫자 카드 4를 짚고 “4 바로 앞에 있는 카드는?”이라고 묻습니다.
- 1만큼 더 큰 수와 헷갈리면 “더 큰 수는 돌이 늘어나고, 더 작은 수는 돌이 줄어들어.”라고 다시 해 봅니다(M2).
주의
- 1보다 1만큼 더 작은 수는 0입니다. 아이가 물으면 “돌이 하나도 없으니까 0”이라고 바둑돌로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짝 지어 두 수 비교]
목적: 하나씩 짝 지어 남는 쪽이 더 큰 수임을 알고, 두 수의 크기를 ‘~보다 커요/작아요’로 말합니다.
시간: 약 3분
이렇게 말해 보세요
- “색칠한 칸 하나가 돌 하나야. 윗줄과 아랫줄을 하나씩 짝 지어 볼까? 어느 줄이 남아?”
- “윗줄이 남았으니까 6이 더 커. ‘6은 4보다 커요’라고 말해 볼래? 거꾸로 4를 먼저 말하면?”
예상 답
- “윗줄이 2개 남아요.” “6은 4보다 커요. 4는 6보다 작아요.”
막히면
- 바둑돌 6개와 단추 4개를 위아래로 하나씩 짝 지어 놓고 남는 것을 찾게 합니다.
- 문장이 어려우면 부모가 먼저 말하고 따라 하게 합니다(M3).
주의
- 돌 사이를 넓게 벌리면 많아 보입니다. 개수는 짝 짓거나 세어서 비교한다는 것을 강조합니다(M4).
- 지치면 여기서 쉬고, 다음에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안내받는 연습(순서, 1 큰 수·작은 수)]
목적: 도움을 받으며 수의 순서와 1만큼 더 큰 수·작은 수를 찾습니다.
시간: 약 5분
이렇게 말해 보세요
- “①은 앞으로 세는 거야. 3, 4 다음에는?”
- “②는 거꾸로 세는 거야. 9, 8 다음에는?”
- “③, ④는 바둑돌로 해 볼까? 5개 놓고 1개 더 놓으면? 8개 놓고 1개 빼면?”
정답
- ① 5
- ② 7
- ③ 6
- ④ 7
막히면
- ①②는 숫자 카드를 순서대로 놓고 □ 자리를 짚게 합니다.
- ②에서 9 다음에 10이라고 하면 “거꾸로 세는 거야. 9, 8 다음에는 더 작아져.”라고 알려 줍니다(M1).
주의
- 답을 맞히면 “어떻게 알았어?”라고 물어 순서나 돌의 개수로 설명하게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오개념 비교(1만큼 더 큰 수의 방향)]
목적: 1만큼 더 큰 수와 1만큼 더 작은 수를 헷갈리는 실수를 그림으로 바로잡습니다(M2).
시간: 약 3분
이렇게 말해 보세요
- “토끼와 곰이 서로 다르게 말했어. 누구 말이 맞을까?”
- “토끼는 무엇을 헷갈렸을까?”
예상 답
- “곰이요. 더 큰 수니까 돌이 1개 더 많아야 해요.”
정답
- 곰이 맞습니다. 5보다 1만큼 더 큰 수는 6입니다.
- 토끼는 1만큼 더 작은 수(4)를 말했습니다.
막히면
- 바둑돌 5개를 놓고 “더 큰 수가 되려면 돌을 놓아야 할까, 빼야 할까?”라고 묻습니다.
주의
- 답만 말하면 “왜 곰이 맞아?”라고 다시 묻습니다. 까닭을 말할 수 있어야 이해한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안내받는 연습(두 수의 크기 비교)]
목적: 수의 순서를 이용해 두 수 중 더 큰 수를 찾고 문장으로 말합니다.
시간: 약 4분
이렇게 말해 보세요
- “①에서 3과 5 중 어느 수가 더 커? 오른쪽 줄에서 둘을 찾아봐. 어느 수가 더 뒤에 있어?”
- “‘5는 3보다 커요.’ 하고 말해 볼래? 3을 먼저 말하면 어떻게 말할까?”
정답
- ① 5(5는 3보다 커요. 3은 5보다 작아요.)
- ② 8(8은 6보다 커요. 6은 8보다 작아요.)
- ③ 2(2는 0보다 커요. 0은 2보다 작아요.)
막히면
- 두 수만큼 바둑돌을 위아래 두 줄로 놓고 하나씩 짝 지어 남는 쪽을 찾게 합니다.
- ③에서 0은 아무것도 없는 것이므로 어떤 수보다도 작다는 것을 돌로 보여 줍니다.
주의
- ‘4는 6보다 커요’처럼 문장이 뒤바뀌면 먼저 말한 수를 짚고 “이 수가 더 많아?”라고 묻습니다(M3).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해결]
목적: 도움 없이 수의 순서, 1만큼 더 작은 수, 두 수의 비교를 할 수 있는지 확인합니다.
시간: 약 5분
이렇게 말해 보세요
- “이번에는 혼자 해 볼래? 다 하면 어떻게 알았는지 말해 줘.”
정답
- ① 8
- ② 2
- ③ 7(7은 4보다 커요.)
막히면
- 바로 알려 주지 말고 “숫자 카드나 바둑돌을 써도 돼.”라고만 말합니다.
- 도움을 받아 해결했다면 기록표에 ‘도움’으로 표시합니다.
주의
- ③은 답과 함께 ‘7은 4보다 커요’ 문장으로 말하면 완전히 맞힌 것으로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함께 확인하고 흔한 실수를 바로잡습니다. 수업용에만 있는 장입니다.
시간: 약 2분
이렇게 말해 보세요
- “네 답과 같은지 볼까? 다른 것이 있으면 바둑돌로 다시 해 보자.”
정답
- ① 8 ② 2 ③ 7(7은 4보다 커요)
막히면
- ②를 4라고 했다면 S05로 돌아가 돌을 1개 빼는 활동을 다시 합니다.
- ③에서 문장이 바뀌었다면 S06의 짝 짓기 그림으로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확인(처음 보는 그림)]
목적: 처음 보는 그림에서 1만큼 더 작은 수를 찾을 수 있는지 확인합니다.
시간: 약 2분
이렇게 말해 보세요
- “7보다 1만큼 더 작은 수는 어느 그림일까? 어떻게 알았어?”
정답
- 나(6). 가는 8(1만큼 더 큰 수), 다는 7입니다.
막히면
- 각 그림을 하나씩 세어 수를 먼저 말하게 한 뒤 다시 묻습니다.
주의
- 가(8)를 고르면 M2(더 큰 수와 작은 수 헷갈림)입니다. 기록표에 적어 두고 다음 수업 복습에서 다시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수업 복습]
목적: 핵심을 정리하고 다음 수업 첫 5분에 풀 복습 문제를 알려 줍니다.
시간: 약 2분
이렇게 말해 보세요
- “오늘 배운 것을 말해 볼래? 두 수 중 어느 수가 더 큰지 어떻게 알 수 있어?”
예상 답
- “순서에서 뒤에 있는 수가 더 커요.” “짝 지어서 남는 쪽이 커요.”
정답
- ① 6 ② 8 ③ 6(6은 2보다 커요)
막히면
- S03의 수직선을 다시 보여 주고 “뒤로 갈수록 어떻게 돼?”라고 묻습니다.
주의
- 복습 세 문제는 오늘 풀지 않아도 됩니다. 다음 수업을 시작할 때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보충(9까지 세기)]
목적: S02에서 세기나 읽기가 흔들리면, 수만큼 돌을 놓으며 세기와 ‘다음 수는 1개 더’를 함께 익힙니다.
시간: 약 5분
이렇게 말해 보세요
- “숫자 카드 1 아래에 돌 1개, 2 아래에 돌 2개를 놓아 보자. 3 아래에는 몇 개 놓을까?”
- “2에서 3이 되려면 돌을 몇 개 더 놓았어?”
정답
- 카드마다 그 수만큼 돌을 놓습니다. 다음 수로 갈 때마다 돌이 1개씩 늘어납니다.
막히면
- 부모가 1~3을 먼저 놓아 보여 주고, 4와 5를 아이가 놓게 합니다. 익숙해지면 9까지 이어 갑니다.
주의
- 보충으로도 세기가 어려우면 1차시 ‘9까지의 수’(KR22-G01-MAT-NUM9-L01)를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수와연산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수의 순서와 크기 비교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수의 순서와 크기 비교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수학 · 수의 순서와 크기 비교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수의 순서와 크기 비교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수가 더 클까?</a:t>
            </a:r>
            <a:endParaRPr lang="ko-KR" sz="3200" dirty="0"/>
          </a:p>
        </p:txBody>
      </p:sp>
      <p:sp>
        <p:nvSpPr>
          <p:cNvPr id="4" name="S01-cell1"/>
          <p:cNvSpPr/>
          <p:nvPr/>
        </p:nvSpPr>
        <p:spPr>
          <a:xfrm>
            <a:off x="7680960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1-dot2"/>
          <p:cNvSpPr/>
          <p:nvPr/>
        </p:nvSpPr>
        <p:spPr>
          <a:xfrm>
            <a:off x="7742362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1-cell3"/>
          <p:cNvSpPr/>
          <p:nvPr/>
        </p:nvSpPr>
        <p:spPr>
          <a:xfrm>
            <a:off x="8042148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1-dot4"/>
          <p:cNvSpPr/>
          <p:nvPr/>
        </p:nvSpPr>
        <p:spPr>
          <a:xfrm>
            <a:off x="8103550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1-cell5"/>
          <p:cNvSpPr/>
          <p:nvPr/>
        </p:nvSpPr>
        <p:spPr>
          <a:xfrm>
            <a:off x="8403336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1-dot6"/>
          <p:cNvSpPr/>
          <p:nvPr/>
        </p:nvSpPr>
        <p:spPr>
          <a:xfrm>
            <a:off x="8464738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1-cell7"/>
          <p:cNvSpPr/>
          <p:nvPr/>
        </p:nvSpPr>
        <p:spPr>
          <a:xfrm>
            <a:off x="8764524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1-cell8"/>
          <p:cNvSpPr/>
          <p:nvPr/>
        </p:nvSpPr>
        <p:spPr>
          <a:xfrm>
            <a:off x="9125712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1-cell9"/>
          <p:cNvSpPr/>
          <p:nvPr/>
        </p:nvSpPr>
        <p:spPr>
          <a:xfrm>
            <a:off x="7680960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1-cell10"/>
          <p:cNvSpPr/>
          <p:nvPr/>
        </p:nvSpPr>
        <p:spPr>
          <a:xfrm>
            <a:off x="8042148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1-cell11"/>
          <p:cNvSpPr/>
          <p:nvPr/>
        </p:nvSpPr>
        <p:spPr>
          <a:xfrm>
            <a:off x="8403336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1-cell12"/>
          <p:cNvSpPr/>
          <p:nvPr/>
        </p:nvSpPr>
        <p:spPr>
          <a:xfrm>
            <a:off x="8764524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1-cell13"/>
          <p:cNvSpPr/>
          <p:nvPr/>
        </p:nvSpPr>
        <p:spPr>
          <a:xfrm>
            <a:off x="9125712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1-figure14" descr="1개의 십 칸 틀 중 1번째: 모두 3개"/>
          <p:cNvSpPr/>
          <p:nvPr/>
        </p:nvSpPr>
        <p:spPr>
          <a:xfrm>
            <a:off x="7680960" y="1741932"/>
            <a:ext cx="1805940" cy="72237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1-cell15"/>
          <p:cNvSpPr/>
          <p:nvPr/>
        </p:nvSpPr>
        <p:spPr>
          <a:xfrm>
            <a:off x="9806940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1-dot16"/>
          <p:cNvSpPr/>
          <p:nvPr/>
        </p:nvSpPr>
        <p:spPr>
          <a:xfrm>
            <a:off x="9868342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1-cell17"/>
          <p:cNvSpPr/>
          <p:nvPr/>
        </p:nvSpPr>
        <p:spPr>
          <a:xfrm>
            <a:off x="10168128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1-dot18"/>
          <p:cNvSpPr/>
          <p:nvPr/>
        </p:nvSpPr>
        <p:spPr>
          <a:xfrm>
            <a:off x="10229530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1-cell19"/>
          <p:cNvSpPr/>
          <p:nvPr/>
        </p:nvSpPr>
        <p:spPr>
          <a:xfrm>
            <a:off x="10529316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1-dot20"/>
          <p:cNvSpPr/>
          <p:nvPr/>
        </p:nvSpPr>
        <p:spPr>
          <a:xfrm>
            <a:off x="10590718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1-cell21"/>
          <p:cNvSpPr/>
          <p:nvPr/>
        </p:nvSpPr>
        <p:spPr>
          <a:xfrm>
            <a:off x="10890504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1-dot22"/>
          <p:cNvSpPr/>
          <p:nvPr/>
        </p:nvSpPr>
        <p:spPr>
          <a:xfrm>
            <a:off x="10951906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1-cell23"/>
          <p:cNvSpPr/>
          <p:nvPr/>
        </p:nvSpPr>
        <p:spPr>
          <a:xfrm>
            <a:off x="11251692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1-dot24"/>
          <p:cNvSpPr/>
          <p:nvPr/>
        </p:nvSpPr>
        <p:spPr>
          <a:xfrm>
            <a:off x="11313094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1-cell25"/>
          <p:cNvSpPr/>
          <p:nvPr/>
        </p:nvSpPr>
        <p:spPr>
          <a:xfrm>
            <a:off x="9806940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1-cell26"/>
          <p:cNvSpPr/>
          <p:nvPr/>
        </p:nvSpPr>
        <p:spPr>
          <a:xfrm>
            <a:off x="10168128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1-cell27"/>
          <p:cNvSpPr/>
          <p:nvPr/>
        </p:nvSpPr>
        <p:spPr>
          <a:xfrm>
            <a:off x="10529316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1-cell28"/>
          <p:cNvSpPr/>
          <p:nvPr/>
        </p:nvSpPr>
        <p:spPr>
          <a:xfrm>
            <a:off x="10890504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1-cell29"/>
          <p:cNvSpPr/>
          <p:nvPr/>
        </p:nvSpPr>
        <p:spPr>
          <a:xfrm>
            <a:off x="11251692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1-figure30" descr="1개의 십 칸 틀 중 1번째: 모두 5개"/>
          <p:cNvSpPr/>
          <p:nvPr/>
        </p:nvSpPr>
        <p:spPr>
          <a:xfrm>
            <a:off x="9806940" y="1741932"/>
            <a:ext cx="1805940" cy="72237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4" name="S01-card31"/>
          <p:cNvSpPr/>
          <p:nvPr/>
        </p:nvSpPr>
        <p:spPr>
          <a:xfrm>
            <a:off x="731520" y="3864356"/>
            <a:ext cx="10725912" cy="2262124"/>
          </a:xfrm>
          <a:prstGeom prst="roundRect">
            <a:avLst>
              <a:gd name="adj" fmla="val 4851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35" name="S01-cardtext32"/>
          <p:cNvSpPr txBox="1"/>
          <p:nvPr/>
        </p:nvSpPr>
        <p:spPr>
          <a:xfrm>
            <a:off x="1005840" y="4001516"/>
            <a:ext cx="10177272" cy="1987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0부터 9까지 순서대로 세요.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1만큼 더 큰 수, 작은 수를 알아요.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두 수 중 더 큰 수를 찾아요.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개일까요?</a:t>
            </a:r>
            <a:endParaRPr lang="ko-KR" sz="4400" dirty="0"/>
          </a:p>
        </p:txBody>
      </p:sp>
      <p:sp>
        <p:nvSpPr>
          <p:cNvPr id="3" name="S02-text3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세어 보고, 수를 두 가지로 읽어요.</a:t>
            </a:r>
            <a:endParaRPr lang="ko-KR" sz="3200" dirty="0"/>
          </a:p>
        </p:txBody>
      </p:sp>
      <p:sp>
        <p:nvSpPr>
          <p:cNvPr id="4" name="S02-chip3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cell35"/>
          <p:cNvSpPr/>
          <p:nvPr/>
        </p:nvSpPr>
        <p:spPr>
          <a:xfrm>
            <a:off x="2487168" y="2011680"/>
            <a:ext cx="64008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2-dot36"/>
          <p:cNvSpPr/>
          <p:nvPr/>
        </p:nvSpPr>
        <p:spPr>
          <a:xfrm>
            <a:off x="2595982" y="2120494"/>
            <a:ext cx="422453" cy="42245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2-cell37"/>
          <p:cNvSpPr/>
          <p:nvPr/>
        </p:nvSpPr>
        <p:spPr>
          <a:xfrm>
            <a:off x="3127248" y="2011680"/>
            <a:ext cx="64008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2-dot38"/>
          <p:cNvSpPr/>
          <p:nvPr/>
        </p:nvSpPr>
        <p:spPr>
          <a:xfrm>
            <a:off x="3236062" y="2120494"/>
            <a:ext cx="422453" cy="42245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2-cell39"/>
          <p:cNvSpPr/>
          <p:nvPr/>
        </p:nvSpPr>
        <p:spPr>
          <a:xfrm>
            <a:off x="3767328" y="2011680"/>
            <a:ext cx="64008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2-dot40"/>
          <p:cNvSpPr/>
          <p:nvPr/>
        </p:nvSpPr>
        <p:spPr>
          <a:xfrm>
            <a:off x="3876142" y="2120494"/>
            <a:ext cx="422453" cy="42245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2-cell41"/>
          <p:cNvSpPr/>
          <p:nvPr/>
        </p:nvSpPr>
        <p:spPr>
          <a:xfrm>
            <a:off x="4407408" y="2011680"/>
            <a:ext cx="64008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2-dot42"/>
          <p:cNvSpPr/>
          <p:nvPr/>
        </p:nvSpPr>
        <p:spPr>
          <a:xfrm>
            <a:off x="4516222" y="2120494"/>
            <a:ext cx="422453" cy="42245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2-cell43"/>
          <p:cNvSpPr/>
          <p:nvPr/>
        </p:nvSpPr>
        <p:spPr>
          <a:xfrm>
            <a:off x="5047488" y="2011680"/>
            <a:ext cx="64008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2-dot44"/>
          <p:cNvSpPr/>
          <p:nvPr/>
        </p:nvSpPr>
        <p:spPr>
          <a:xfrm>
            <a:off x="5156302" y="2120494"/>
            <a:ext cx="422453" cy="42245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2-cell45"/>
          <p:cNvSpPr/>
          <p:nvPr/>
        </p:nvSpPr>
        <p:spPr>
          <a:xfrm>
            <a:off x="2487168" y="2651760"/>
            <a:ext cx="64008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2-dot46"/>
          <p:cNvSpPr/>
          <p:nvPr/>
        </p:nvSpPr>
        <p:spPr>
          <a:xfrm>
            <a:off x="2595982" y="2760574"/>
            <a:ext cx="422453" cy="42245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2-cell47"/>
          <p:cNvSpPr/>
          <p:nvPr/>
        </p:nvSpPr>
        <p:spPr>
          <a:xfrm>
            <a:off x="3127248" y="2651760"/>
            <a:ext cx="64008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2-dot48"/>
          <p:cNvSpPr/>
          <p:nvPr/>
        </p:nvSpPr>
        <p:spPr>
          <a:xfrm>
            <a:off x="3236062" y="2760574"/>
            <a:ext cx="422453" cy="42245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2-cell49"/>
          <p:cNvSpPr/>
          <p:nvPr/>
        </p:nvSpPr>
        <p:spPr>
          <a:xfrm>
            <a:off x="3767328" y="2651760"/>
            <a:ext cx="64008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2-cell50"/>
          <p:cNvSpPr/>
          <p:nvPr/>
        </p:nvSpPr>
        <p:spPr>
          <a:xfrm>
            <a:off x="4407408" y="2651760"/>
            <a:ext cx="64008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2-cell51"/>
          <p:cNvSpPr/>
          <p:nvPr/>
        </p:nvSpPr>
        <p:spPr>
          <a:xfrm>
            <a:off x="5047488" y="2651760"/>
            <a:ext cx="64008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2-figure52" descr="1개의 십 칸 틀 중 1번째: 모두 7개"/>
          <p:cNvSpPr/>
          <p:nvPr/>
        </p:nvSpPr>
        <p:spPr>
          <a:xfrm>
            <a:off x="2487168" y="2011680"/>
            <a:ext cx="3200400" cy="12801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3" name="S02-chip53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24" name="S02-dot54"/>
          <p:cNvSpPr/>
          <p:nvPr/>
        </p:nvSpPr>
        <p:spPr>
          <a:xfrm>
            <a:off x="2846070" y="390220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2-dot55"/>
          <p:cNvSpPr/>
          <p:nvPr/>
        </p:nvSpPr>
        <p:spPr>
          <a:xfrm>
            <a:off x="3531870" y="390220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2-dot56"/>
          <p:cNvSpPr/>
          <p:nvPr/>
        </p:nvSpPr>
        <p:spPr>
          <a:xfrm>
            <a:off x="4217670" y="390220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2-dot57"/>
          <p:cNvSpPr/>
          <p:nvPr/>
        </p:nvSpPr>
        <p:spPr>
          <a:xfrm>
            <a:off x="4903470" y="390220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2-figure58" descr="점 4개를 1줄 4개씩 놓은 배열"/>
          <p:cNvSpPr/>
          <p:nvPr/>
        </p:nvSpPr>
        <p:spPr>
          <a:xfrm>
            <a:off x="2715768" y="3771900"/>
            <a:ext cx="27432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02-chip59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30" name="S02-text60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8을 두 가지로 읽어요.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순서대로 세어요</a:t>
            </a:r>
            <a:endParaRPr lang="ko-KR" sz="4400" dirty="0"/>
          </a:p>
        </p:txBody>
      </p:sp>
      <p:sp>
        <p:nvSpPr>
          <p:cNvPr id="3" name="S03-card6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6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뒤로 갈수록 수가 1만큼씩 커져요.</a:t>
            </a:r>
            <a:endParaRPr lang="ko-KR" sz="3200" dirty="0"/>
          </a:p>
        </p:txBody>
      </p:sp>
      <p:sp>
        <p:nvSpPr>
          <p:cNvPr id="5" name="S03-card63"/>
          <p:cNvSpPr/>
          <p:nvPr/>
        </p:nvSpPr>
        <p:spPr>
          <a:xfrm>
            <a:off x="548640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64"/>
          <p:cNvSpPr txBox="1"/>
          <p:nvPr/>
        </p:nvSpPr>
        <p:spPr>
          <a:xfrm>
            <a:off x="822960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앞으로: 0, 1, 2, … 9</a:t>
            </a:r>
            <a:endParaRPr lang="ko-KR" sz="3200" dirty="0"/>
          </a:p>
        </p:txBody>
      </p:sp>
      <p:sp>
        <p:nvSpPr>
          <p:cNvPr id="7" name="S03-card65"/>
          <p:cNvSpPr/>
          <p:nvPr/>
        </p:nvSpPr>
        <p:spPr>
          <a:xfrm>
            <a:off x="6208776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66"/>
          <p:cNvSpPr txBox="1"/>
          <p:nvPr/>
        </p:nvSpPr>
        <p:spPr>
          <a:xfrm>
            <a:off x="6483096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거꾸로: 9, 8, 7, … 0</a:t>
            </a:r>
            <a:endParaRPr lang="ko-KR" sz="3200" dirty="0"/>
          </a:p>
        </p:txBody>
      </p:sp>
      <p:sp>
        <p:nvSpPr>
          <p:cNvPr id="9" name="S03-line67"/>
          <p:cNvSpPr/>
          <p:nvPr/>
        </p:nvSpPr>
        <p:spPr>
          <a:xfrm>
            <a:off x="685800" y="2459990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10" name="S03-line68"/>
          <p:cNvSpPr/>
          <p:nvPr/>
        </p:nvSpPr>
        <p:spPr>
          <a:xfrm>
            <a:off x="960120" y="231368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3-label69"/>
          <p:cNvSpPr txBox="1"/>
          <p:nvPr/>
        </p:nvSpPr>
        <p:spPr>
          <a:xfrm>
            <a:off x="502920" y="264287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12" name="S03-line70"/>
          <p:cNvSpPr/>
          <p:nvPr/>
        </p:nvSpPr>
        <p:spPr>
          <a:xfrm>
            <a:off x="2101088" y="231368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3-label71"/>
          <p:cNvSpPr txBox="1"/>
          <p:nvPr/>
        </p:nvSpPr>
        <p:spPr>
          <a:xfrm>
            <a:off x="1643888" y="264287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4" name="S03-line72"/>
          <p:cNvSpPr/>
          <p:nvPr/>
        </p:nvSpPr>
        <p:spPr>
          <a:xfrm>
            <a:off x="3242056" y="231368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3-label73"/>
          <p:cNvSpPr txBox="1"/>
          <p:nvPr/>
        </p:nvSpPr>
        <p:spPr>
          <a:xfrm>
            <a:off x="2784856" y="264287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6" name="S03-line74"/>
          <p:cNvSpPr/>
          <p:nvPr/>
        </p:nvSpPr>
        <p:spPr>
          <a:xfrm>
            <a:off x="4383024" y="231368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3-label75"/>
          <p:cNvSpPr txBox="1"/>
          <p:nvPr/>
        </p:nvSpPr>
        <p:spPr>
          <a:xfrm>
            <a:off x="3925824" y="264287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8" name="S03-line76"/>
          <p:cNvSpPr/>
          <p:nvPr/>
        </p:nvSpPr>
        <p:spPr>
          <a:xfrm>
            <a:off x="5523992" y="231368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3-label77"/>
          <p:cNvSpPr txBox="1"/>
          <p:nvPr/>
        </p:nvSpPr>
        <p:spPr>
          <a:xfrm>
            <a:off x="5066792" y="264287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20" name="S03-line78"/>
          <p:cNvSpPr/>
          <p:nvPr/>
        </p:nvSpPr>
        <p:spPr>
          <a:xfrm>
            <a:off x="6664960" y="231368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3-label79"/>
          <p:cNvSpPr txBox="1"/>
          <p:nvPr/>
        </p:nvSpPr>
        <p:spPr>
          <a:xfrm>
            <a:off x="6207760" y="264287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22" name="S03-line80"/>
          <p:cNvSpPr/>
          <p:nvPr/>
        </p:nvSpPr>
        <p:spPr>
          <a:xfrm>
            <a:off x="7805928" y="231368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3-label81"/>
          <p:cNvSpPr txBox="1"/>
          <p:nvPr/>
        </p:nvSpPr>
        <p:spPr>
          <a:xfrm>
            <a:off x="7348728" y="264287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24" name="S03-line82"/>
          <p:cNvSpPr/>
          <p:nvPr/>
        </p:nvSpPr>
        <p:spPr>
          <a:xfrm>
            <a:off x="8946896" y="231368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3-label83"/>
          <p:cNvSpPr txBox="1"/>
          <p:nvPr/>
        </p:nvSpPr>
        <p:spPr>
          <a:xfrm>
            <a:off x="8489696" y="264287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26" name="S03-line84"/>
          <p:cNvSpPr/>
          <p:nvPr/>
        </p:nvSpPr>
        <p:spPr>
          <a:xfrm>
            <a:off x="10087864" y="231368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3-label85"/>
          <p:cNvSpPr txBox="1"/>
          <p:nvPr/>
        </p:nvSpPr>
        <p:spPr>
          <a:xfrm>
            <a:off x="9630664" y="264287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28" name="S03-line86"/>
          <p:cNvSpPr/>
          <p:nvPr/>
        </p:nvSpPr>
        <p:spPr>
          <a:xfrm>
            <a:off x="11228832" y="231368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3-label87"/>
          <p:cNvSpPr txBox="1"/>
          <p:nvPr/>
        </p:nvSpPr>
        <p:spPr>
          <a:xfrm>
            <a:off x="10771632" y="264287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30" name="S03-figure88" descr="0부터 9까지 1씩 눈금이 있는 수직선"/>
          <p:cNvSpPr/>
          <p:nvPr/>
        </p:nvSpPr>
        <p:spPr>
          <a:xfrm>
            <a:off x="685800" y="2277110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1만큼 더 큰 수</a:t>
            </a:r>
            <a:endParaRPr lang="ko-KR" sz="4400" dirty="0"/>
          </a:p>
        </p:txBody>
      </p:sp>
      <p:sp>
        <p:nvSpPr>
          <p:cNvPr id="3" name="S04-text8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돌을 1개 더 놓았어요.</a:t>
            </a:r>
            <a:endParaRPr lang="ko-KR" sz="3200" dirty="0"/>
          </a:p>
        </p:txBody>
      </p:sp>
      <p:sp>
        <p:nvSpPr>
          <p:cNvPr id="4" name="S04-card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4보다 1만큼 더 큰 수는 5예요.</a:t>
            </a:r>
            <a:endParaRPr lang="ko-KR" sz="3200" dirty="0"/>
          </a:p>
        </p:txBody>
      </p:sp>
      <p:sp>
        <p:nvSpPr>
          <p:cNvPr id="6" name="S04-cell92"/>
          <p:cNvSpPr/>
          <p:nvPr/>
        </p:nvSpPr>
        <p:spPr>
          <a:xfrm>
            <a:off x="1298448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4-dot93"/>
          <p:cNvSpPr/>
          <p:nvPr/>
        </p:nvSpPr>
        <p:spPr>
          <a:xfrm>
            <a:off x="1430579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4-cell94"/>
          <p:cNvSpPr/>
          <p:nvPr/>
        </p:nvSpPr>
        <p:spPr>
          <a:xfrm>
            <a:off x="2075688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4-dot95"/>
          <p:cNvSpPr/>
          <p:nvPr/>
        </p:nvSpPr>
        <p:spPr>
          <a:xfrm>
            <a:off x="2207819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4-cell96"/>
          <p:cNvSpPr/>
          <p:nvPr/>
        </p:nvSpPr>
        <p:spPr>
          <a:xfrm>
            <a:off x="2852928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4-dot97"/>
          <p:cNvSpPr/>
          <p:nvPr/>
        </p:nvSpPr>
        <p:spPr>
          <a:xfrm>
            <a:off x="2985059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4-cell98"/>
          <p:cNvSpPr/>
          <p:nvPr/>
        </p:nvSpPr>
        <p:spPr>
          <a:xfrm>
            <a:off x="3630168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4-dot99"/>
          <p:cNvSpPr/>
          <p:nvPr/>
        </p:nvSpPr>
        <p:spPr>
          <a:xfrm>
            <a:off x="3762299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4-cell100"/>
          <p:cNvSpPr/>
          <p:nvPr/>
        </p:nvSpPr>
        <p:spPr>
          <a:xfrm>
            <a:off x="4407408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4-cell101"/>
          <p:cNvSpPr/>
          <p:nvPr/>
        </p:nvSpPr>
        <p:spPr>
          <a:xfrm>
            <a:off x="1298448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4-cell102"/>
          <p:cNvSpPr/>
          <p:nvPr/>
        </p:nvSpPr>
        <p:spPr>
          <a:xfrm>
            <a:off x="2075688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4-cell103"/>
          <p:cNvSpPr/>
          <p:nvPr/>
        </p:nvSpPr>
        <p:spPr>
          <a:xfrm>
            <a:off x="2852928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4-cell104"/>
          <p:cNvSpPr/>
          <p:nvPr/>
        </p:nvSpPr>
        <p:spPr>
          <a:xfrm>
            <a:off x="3630168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4-cell105"/>
          <p:cNvSpPr/>
          <p:nvPr/>
        </p:nvSpPr>
        <p:spPr>
          <a:xfrm>
            <a:off x="4407408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4-figure106" descr="1개의 십 칸 틀 중 1번째: 모두 4개"/>
          <p:cNvSpPr/>
          <p:nvPr/>
        </p:nvSpPr>
        <p:spPr>
          <a:xfrm>
            <a:off x="1298448" y="2529459"/>
            <a:ext cx="388620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04-label107"/>
          <p:cNvSpPr txBox="1"/>
          <p:nvPr/>
        </p:nvSpPr>
        <p:spPr>
          <a:xfrm>
            <a:off x="548640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22" name="S04-cell108"/>
          <p:cNvSpPr/>
          <p:nvPr/>
        </p:nvSpPr>
        <p:spPr>
          <a:xfrm>
            <a:off x="7004304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4-dot109"/>
          <p:cNvSpPr/>
          <p:nvPr/>
        </p:nvSpPr>
        <p:spPr>
          <a:xfrm>
            <a:off x="7136435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4-cell110"/>
          <p:cNvSpPr/>
          <p:nvPr/>
        </p:nvSpPr>
        <p:spPr>
          <a:xfrm>
            <a:off x="7781544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4-dot111"/>
          <p:cNvSpPr/>
          <p:nvPr/>
        </p:nvSpPr>
        <p:spPr>
          <a:xfrm>
            <a:off x="7913675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4-cell112"/>
          <p:cNvSpPr/>
          <p:nvPr/>
        </p:nvSpPr>
        <p:spPr>
          <a:xfrm>
            <a:off x="8558784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4-dot113"/>
          <p:cNvSpPr/>
          <p:nvPr/>
        </p:nvSpPr>
        <p:spPr>
          <a:xfrm>
            <a:off x="8690915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4-cell114"/>
          <p:cNvSpPr/>
          <p:nvPr/>
        </p:nvSpPr>
        <p:spPr>
          <a:xfrm>
            <a:off x="9336024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4-dot115"/>
          <p:cNvSpPr/>
          <p:nvPr/>
        </p:nvSpPr>
        <p:spPr>
          <a:xfrm>
            <a:off x="9468155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4-cell116"/>
          <p:cNvSpPr/>
          <p:nvPr/>
        </p:nvSpPr>
        <p:spPr>
          <a:xfrm>
            <a:off x="10113264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4-dot117"/>
          <p:cNvSpPr/>
          <p:nvPr/>
        </p:nvSpPr>
        <p:spPr>
          <a:xfrm>
            <a:off x="10245395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4-cell118"/>
          <p:cNvSpPr/>
          <p:nvPr/>
        </p:nvSpPr>
        <p:spPr>
          <a:xfrm>
            <a:off x="7004304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4-cell119"/>
          <p:cNvSpPr/>
          <p:nvPr/>
        </p:nvSpPr>
        <p:spPr>
          <a:xfrm>
            <a:off x="7781544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4-cell120"/>
          <p:cNvSpPr/>
          <p:nvPr/>
        </p:nvSpPr>
        <p:spPr>
          <a:xfrm>
            <a:off x="8558784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4-cell121"/>
          <p:cNvSpPr/>
          <p:nvPr/>
        </p:nvSpPr>
        <p:spPr>
          <a:xfrm>
            <a:off x="9336024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4-cell122"/>
          <p:cNvSpPr/>
          <p:nvPr/>
        </p:nvSpPr>
        <p:spPr>
          <a:xfrm>
            <a:off x="10113264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4-figure123" descr="1개의 십 칸 틀 중 1번째: 모두 5개"/>
          <p:cNvSpPr/>
          <p:nvPr/>
        </p:nvSpPr>
        <p:spPr>
          <a:xfrm>
            <a:off x="7004304" y="2529459"/>
            <a:ext cx="388620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8" name="S04-label124"/>
          <p:cNvSpPr txBox="1"/>
          <p:nvPr/>
        </p:nvSpPr>
        <p:spPr>
          <a:xfrm>
            <a:off x="6254496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1만큼 더 작은 수</a:t>
            </a:r>
            <a:endParaRPr lang="ko-KR" sz="4400" dirty="0"/>
          </a:p>
        </p:txBody>
      </p:sp>
      <p:sp>
        <p:nvSpPr>
          <p:cNvPr id="3" name="S05-text1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돌을 1개 뺐어요.</a:t>
            </a:r>
            <a:endParaRPr lang="ko-KR" sz="3200" dirty="0"/>
          </a:p>
        </p:txBody>
      </p:sp>
      <p:sp>
        <p:nvSpPr>
          <p:cNvPr id="4" name="S05-card1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1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4보다 1만큼 더 작은 수는 3이에요.</a:t>
            </a:r>
            <a:endParaRPr lang="ko-KR" sz="3200" dirty="0"/>
          </a:p>
        </p:txBody>
      </p:sp>
      <p:sp>
        <p:nvSpPr>
          <p:cNvPr id="6" name="S05-cell128"/>
          <p:cNvSpPr/>
          <p:nvPr/>
        </p:nvSpPr>
        <p:spPr>
          <a:xfrm>
            <a:off x="1298448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5-dot129"/>
          <p:cNvSpPr/>
          <p:nvPr/>
        </p:nvSpPr>
        <p:spPr>
          <a:xfrm>
            <a:off x="1430579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5-cell130"/>
          <p:cNvSpPr/>
          <p:nvPr/>
        </p:nvSpPr>
        <p:spPr>
          <a:xfrm>
            <a:off x="2075688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5-dot131"/>
          <p:cNvSpPr/>
          <p:nvPr/>
        </p:nvSpPr>
        <p:spPr>
          <a:xfrm>
            <a:off x="2207819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5-cell132"/>
          <p:cNvSpPr/>
          <p:nvPr/>
        </p:nvSpPr>
        <p:spPr>
          <a:xfrm>
            <a:off x="2852928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5-dot133"/>
          <p:cNvSpPr/>
          <p:nvPr/>
        </p:nvSpPr>
        <p:spPr>
          <a:xfrm>
            <a:off x="2985059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5-cell134"/>
          <p:cNvSpPr/>
          <p:nvPr/>
        </p:nvSpPr>
        <p:spPr>
          <a:xfrm>
            <a:off x="3630168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5-dot135"/>
          <p:cNvSpPr/>
          <p:nvPr/>
        </p:nvSpPr>
        <p:spPr>
          <a:xfrm>
            <a:off x="3762299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5-cell136"/>
          <p:cNvSpPr/>
          <p:nvPr/>
        </p:nvSpPr>
        <p:spPr>
          <a:xfrm>
            <a:off x="4407408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5-cell137"/>
          <p:cNvSpPr/>
          <p:nvPr/>
        </p:nvSpPr>
        <p:spPr>
          <a:xfrm>
            <a:off x="1298448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5-cell138"/>
          <p:cNvSpPr/>
          <p:nvPr/>
        </p:nvSpPr>
        <p:spPr>
          <a:xfrm>
            <a:off x="2075688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5-cell139"/>
          <p:cNvSpPr/>
          <p:nvPr/>
        </p:nvSpPr>
        <p:spPr>
          <a:xfrm>
            <a:off x="2852928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5-cell140"/>
          <p:cNvSpPr/>
          <p:nvPr/>
        </p:nvSpPr>
        <p:spPr>
          <a:xfrm>
            <a:off x="3630168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5-cell141"/>
          <p:cNvSpPr/>
          <p:nvPr/>
        </p:nvSpPr>
        <p:spPr>
          <a:xfrm>
            <a:off x="4407408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5-figure142" descr="1개의 십 칸 틀 중 1번째: 모두 4개"/>
          <p:cNvSpPr/>
          <p:nvPr/>
        </p:nvSpPr>
        <p:spPr>
          <a:xfrm>
            <a:off x="1298448" y="2529459"/>
            <a:ext cx="388620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05-label143"/>
          <p:cNvSpPr txBox="1"/>
          <p:nvPr/>
        </p:nvSpPr>
        <p:spPr>
          <a:xfrm>
            <a:off x="548640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22" name="S05-cell144"/>
          <p:cNvSpPr/>
          <p:nvPr/>
        </p:nvSpPr>
        <p:spPr>
          <a:xfrm>
            <a:off x="7004304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5-dot145"/>
          <p:cNvSpPr/>
          <p:nvPr/>
        </p:nvSpPr>
        <p:spPr>
          <a:xfrm>
            <a:off x="7136435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5-cell146"/>
          <p:cNvSpPr/>
          <p:nvPr/>
        </p:nvSpPr>
        <p:spPr>
          <a:xfrm>
            <a:off x="7781544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5-dot147"/>
          <p:cNvSpPr/>
          <p:nvPr/>
        </p:nvSpPr>
        <p:spPr>
          <a:xfrm>
            <a:off x="7913675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5-cell148"/>
          <p:cNvSpPr/>
          <p:nvPr/>
        </p:nvSpPr>
        <p:spPr>
          <a:xfrm>
            <a:off x="8558784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5-dot149"/>
          <p:cNvSpPr/>
          <p:nvPr/>
        </p:nvSpPr>
        <p:spPr>
          <a:xfrm>
            <a:off x="8690915" y="26615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5-cell150"/>
          <p:cNvSpPr/>
          <p:nvPr/>
        </p:nvSpPr>
        <p:spPr>
          <a:xfrm>
            <a:off x="9336024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5-cell151"/>
          <p:cNvSpPr/>
          <p:nvPr/>
        </p:nvSpPr>
        <p:spPr>
          <a:xfrm>
            <a:off x="10113264" y="25294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5-cell152"/>
          <p:cNvSpPr/>
          <p:nvPr/>
        </p:nvSpPr>
        <p:spPr>
          <a:xfrm>
            <a:off x="7004304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5-cell153"/>
          <p:cNvSpPr/>
          <p:nvPr/>
        </p:nvSpPr>
        <p:spPr>
          <a:xfrm>
            <a:off x="7781544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5-cell154"/>
          <p:cNvSpPr/>
          <p:nvPr/>
        </p:nvSpPr>
        <p:spPr>
          <a:xfrm>
            <a:off x="8558784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5-cell155"/>
          <p:cNvSpPr/>
          <p:nvPr/>
        </p:nvSpPr>
        <p:spPr>
          <a:xfrm>
            <a:off x="9336024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5-cell156"/>
          <p:cNvSpPr/>
          <p:nvPr/>
        </p:nvSpPr>
        <p:spPr>
          <a:xfrm>
            <a:off x="10113264" y="33066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5-figure157" descr="1개의 십 칸 틀 중 1번째: 모두 3개"/>
          <p:cNvSpPr/>
          <p:nvPr/>
        </p:nvSpPr>
        <p:spPr>
          <a:xfrm>
            <a:off x="7004304" y="2529459"/>
            <a:ext cx="388620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6" name="S05-label158"/>
          <p:cNvSpPr txBox="1"/>
          <p:nvPr/>
        </p:nvSpPr>
        <p:spPr>
          <a:xfrm>
            <a:off x="6254496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6과 4 비교하기</a:t>
            </a:r>
            <a:endParaRPr lang="ko-KR" sz="4400" dirty="0"/>
          </a:p>
        </p:txBody>
      </p:sp>
      <p:sp>
        <p:nvSpPr>
          <p:cNvPr id="3" name="S06-text15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 짝 지어 봐요.</a:t>
            </a:r>
            <a:endParaRPr lang="ko-KR" sz="3200" dirty="0"/>
          </a:p>
        </p:txBody>
      </p:sp>
      <p:sp>
        <p:nvSpPr>
          <p:cNvPr id="4" name="S06-card1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1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6은 4보다 커요. 4는 6보다 작아요.</a:t>
            </a:r>
            <a:endParaRPr lang="ko-KR" sz="3200" dirty="0"/>
          </a:p>
        </p:txBody>
      </p:sp>
      <p:sp>
        <p:nvSpPr>
          <p:cNvPr id="6" name="S06-card162"/>
          <p:cNvSpPr/>
          <p:nvPr/>
        </p:nvSpPr>
        <p:spPr>
          <a:xfrm>
            <a:off x="548640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163"/>
          <p:cNvSpPr txBox="1"/>
          <p:nvPr/>
        </p:nvSpPr>
        <p:spPr>
          <a:xfrm>
            <a:off x="822960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윗줄 6, 아랫줄 4</a:t>
            </a:r>
            <a:endParaRPr lang="ko-KR" sz="3200" dirty="0"/>
          </a:p>
        </p:txBody>
      </p:sp>
      <p:sp>
        <p:nvSpPr>
          <p:cNvPr id="8" name="S06-card164"/>
          <p:cNvSpPr/>
          <p:nvPr/>
        </p:nvSpPr>
        <p:spPr>
          <a:xfrm>
            <a:off x="6208776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6-cardtext165"/>
          <p:cNvSpPr txBox="1"/>
          <p:nvPr/>
        </p:nvSpPr>
        <p:spPr>
          <a:xfrm>
            <a:off x="6483096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윗줄이 2개 남아요</a:t>
            </a:r>
            <a:endParaRPr lang="ko-KR" sz="3200" dirty="0"/>
          </a:p>
        </p:txBody>
      </p:sp>
      <p:sp>
        <p:nvSpPr>
          <p:cNvPr id="10" name="S06-cell166"/>
          <p:cNvSpPr/>
          <p:nvPr/>
        </p:nvSpPr>
        <p:spPr>
          <a:xfrm>
            <a:off x="3076956" y="201168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6-cell167"/>
          <p:cNvSpPr/>
          <p:nvPr/>
        </p:nvSpPr>
        <p:spPr>
          <a:xfrm>
            <a:off x="4082796" y="201168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6-cell168"/>
          <p:cNvSpPr/>
          <p:nvPr/>
        </p:nvSpPr>
        <p:spPr>
          <a:xfrm>
            <a:off x="5088636" y="201168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6-cell169"/>
          <p:cNvSpPr/>
          <p:nvPr/>
        </p:nvSpPr>
        <p:spPr>
          <a:xfrm>
            <a:off x="6094476" y="201168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6-cell170"/>
          <p:cNvSpPr/>
          <p:nvPr/>
        </p:nvSpPr>
        <p:spPr>
          <a:xfrm>
            <a:off x="7100316" y="201168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6-cell171"/>
          <p:cNvSpPr/>
          <p:nvPr/>
        </p:nvSpPr>
        <p:spPr>
          <a:xfrm>
            <a:off x="8106156" y="201168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6-cell172"/>
          <p:cNvSpPr/>
          <p:nvPr/>
        </p:nvSpPr>
        <p:spPr>
          <a:xfrm>
            <a:off x="3076956" y="301752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6-cell173"/>
          <p:cNvSpPr/>
          <p:nvPr/>
        </p:nvSpPr>
        <p:spPr>
          <a:xfrm>
            <a:off x="4082796" y="301752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6-cell174"/>
          <p:cNvSpPr/>
          <p:nvPr/>
        </p:nvSpPr>
        <p:spPr>
          <a:xfrm>
            <a:off x="5088636" y="301752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6-cell175"/>
          <p:cNvSpPr/>
          <p:nvPr/>
        </p:nvSpPr>
        <p:spPr>
          <a:xfrm>
            <a:off x="6094476" y="301752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6-cell176"/>
          <p:cNvSpPr/>
          <p:nvPr/>
        </p:nvSpPr>
        <p:spPr>
          <a:xfrm>
            <a:off x="7100316" y="3017520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6-cell177"/>
          <p:cNvSpPr/>
          <p:nvPr/>
        </p:nvSpPr>
        <p:spPr>
          <a:xfrm>
            <a:off x="8106156" y="3017520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6-figure178" descr="윗줄 6칸, 아랫줄 4칸을 색칠한 2줄 6칸 격자. 아랫줄 오른쪽 2칸이 비어 있다"/>
          <p:cNvSpPr/>
          <p:nvPr/>
        </p:nvSpPr>
        <p:spPr>
          <a:xfrm>
            <a:off x="3076956" y="2011680"/>
            <a:ext cx="6035040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빈칸에 들어갈 수</a:t>
            </a:r>
            <a:endParaRPr lang="ko-KR" sz="4400" dirty="0"/>
          </a:p>
        </p:txBody>
      </p:sp>
      <p:sp>
        <p:nvSpPr>
          <p:cNvPr id="3" name="S07-text17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□에 알맞은 수를 말해요.</a:t>
            </a:r>
            <a:endParaRPr lang="ko-KR" sz="3200" dirty="0"/>
          </a:p>
        </p:txBody>
      </p:sp>
      <p:sp>
        <p:nvSpPr>
          <p:cNvPr id="4" name="S07-card18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18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 카드를 늘어놓고 짚으며 세어요.</a:t>
            </a:r>
            <a:endParaRPr lang="ko-KR" sz="3200" dirty="0"/>
          </a:p>
        </p:txBody>
      </p:sp>
      <p:sp>
        <p:nvSpPr>
          <p:cNvPr id="6" name="S07-chip182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7-eqtext183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 4, □, 6</a:t>
            </a:r>
            <a:endParaRPr lang="ko-KR" sz="3600" dirty="0"/>
          </a:p>
        </p:txBody>
      </p:sp>
      <p:sp>
        <p:nvSpPr>
          <p:cNvPr id="8" name="S07-chip184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7-eqtext185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9, 8, □, 6</a:t>
            </a:r>
            <a:endParaRPr lang="ko-KR" sz="3600" dirty="0"/>
          </a:p>
        </p:txBody>
      </p:sp>
      <p:sp>
        <p:nvSpPr>
          <p:cNvPr id="10" name="S07-chip186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7-text187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5보다 1만큼 더 큰 수</a:t>
            </a:r>
            <a:endParaRPr lang="ko-KR" sz="3200" dirty="0"/>
          </a:p>
        </p:txBody>
      </p:sp>
      <p:sp>
        <p:nvSpPr>
          <p:cNvPr id="12" name="S07-chip188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3" name="S07-text189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8보다 1만큼 더 작은 수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08-card19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19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“5보다 1만큼 더 큰 수는?”</a:t>
            </a:r>
            <a:endParaRPr lang="ko-KR" sz="3200" dirty="0"/>
          </a:p>
        </p:txBody>
      </p:sp>
      <p:sp>
        <p:nvSpPr>
          <p:cNvPr id="5" name="S08-card19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19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08-chip19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4예요</a:t>
            </a:r>
            <a:endParaRPr lang="ko-KR" sz="2600" dirty="0"/>
          </a:p>
        </p:txBody>
      </p:sp>
      <p:sp>
        <p:nvSpPr>
          <p:cNvPr id="8" name="S08-cell195"/>
          <p:cNvSpPr/>
          <p:nvPr/>
        </p:nvSpPr>
        <p:spPr>
          <a:xfrm>
            <a:off x="1390523" y="3154680"/>
            <a:ext cx="735838" cy="73583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8-dot196"/>
          <p:cNvSpPr/>
          <p:nvPr/>
        </p:nvSpPr>
        <p:spPr>
          <a:xfrm>
            <a:off x="1515615" y="3279772"/>
            <a:ext cx="485653" cy="48565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8-cell197"/>
          <p:cNvSpPr/>
          <p:nvPr/>
        </p:nvSpPr>
        <p:spPr>
          <a:xfrm>
            <a:off x="2126361" y="3154680"/>
            <a:ext cx="735838" cy="73583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8-dot198"/>
          <p:cNvSpPr/>
          <p:nvPr/>
        </p:nvSpPr>
        <p:spPr>
          <a:xfrm>
            <a:off x="2251453" y="3279772"/>
            <a:ext cx="485653" cy="48565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8-cell199"/>
          <p:cNvSpPr/>
          <p:nvPr/>
        </p:nvSpPr>
        <p:spPr>
          <a:xfrm>
            <a:off x="2862199" y="3154680"/>
            <a:ext cx="735838" cy="73583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8-dot200"/>
          <p:cNvSpPr/>
          <p:nvPr/>
        </p:nvSpPr>
        <p:spPr>
          <a:xfrm>
            <a:off x="2987291" y="3279772"/>
            <a:ext cx="485653" cy="48565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8-cell201"/>
          <p:cNvSpPr/>
          <p:nvPr/>
        </p:nvSpPr>
        <p:spPr>
          <a:xfrm>
            <a:off x="3598037" y="3154680"/>
            <a:ext cx="735838" cy="73583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8-dot202"/>
          <p:cNvSpPr/>
          <p:nvPr/>
        </p:nvSpPr>
        <p:spPr>
          <a:xfrm>
            <a:off x="3723129" y="3279772"/>
            <a:ext cx="485653" cy="48565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8-cell203"/>
          <p:cNvSpPr/>
          <p:nvPr/>
        </p:nvSpPr>
        <p:spPr>
          <a:xfrm>
            <a:off x="4333875" y="3154680"/>
            <a:ext cx="735838" cy="73583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8-cell204"/>
          <p:cNvSpPr/>
          <p:nvPr/>
        </p:nvSpPr>
        <p:spPr>
          <a:xfrm>
            <a:off x="1390523" y="3890518"/>
            <a:ext cx="735838" cy="73583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8-cell205"/>
          <p:cNvSpPr/>
          <p:nvPr/>
        </p:nvSpPr>
        <p:spPr>
          <a:xfrm>
            <a:off x="2126361" y="3890518"/>
            <a:ext cx="735838" cy="73583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8-cell206"/>
          <p:cNvSpPr/>
          <p:nvPr/>
        </p:nvSpPr>
        <p:spPr>
          <a:xfrm>
            <a:off x="2862199" y="3890518"/>
            <a:ext cx="735838" cy="73583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8-cell207"/>
          <p:cNvSpPr/>
          <p:nvPr/>
        </p:nvSpPr>
        <p:spPr>
          <a:xfrm>
            <a:off x="3598037" y="3890518"/>
            <a:ext cx="735838" cy="73583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8-cell208"/>
          <p:cNvSpPr/>
          <p:nvPr/>
        </p:nvSpPr>
        <p:spPr>
          <a:xfrm>
            <a:off x="4333875" y="3890518"/>
            <a:ext cx="735838" cy="73583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8-figure209" descr="1개의 십 칸 틀 중 1번째: 모두 4개"/>
          <p:cNvSpPr/>
          <p:nvPr/>
        </p:nvSpPr>
        <p:spPr>
          <a:xfrm>
            <a:off x="1390523" y="3154680"/>
            <a:ext cx="3679190" cy="147167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3" name="S08-text210"/>
          <p:cNvSpPr txBox="1"/>
          <p:nvPr/>
        </p:nvSpPr>
        <p:spPr>
          <a:xfrm>
            <a:off x="548640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돌을 1개 뺐어요.</a:t>
            </a:r>
            <a:endParaRPr lang="ko-KR" sz="2600" dirty="0"/>
          </a:p>
        </p:txBody>
      </p:sp>
      <p:sp>
        <p:nvSpPr>
          <p:cNvPr id="24" name="S08-chip21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6이에요</a:t>
            </a:r>
            <a:endParaRPr lang="ko-KR" sz="2600" dirty="0"/>
          </a:p>
        </p:txBody>
      </p:sp>
      <p:sp>
        <p:nvSpPr>
          <p:cNvPr id="25" name="S08-cell212"/>
          <p:cNvSpPr/>
          <p:nvPr/>
        </p:nvSpPr>
        <p:spPr>
          <a:xfrm>
            <a:off x="7119239" y="3154680"/>
            <a:ext cx="735838" cy="73583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8-dot213"/>
          <p:cNvSpPr/>
          <p:nvPr/>
        </p:nvSpPr>
        <p:spPr>
          <a:xfrm>
            <a:off x="7244331" y="3279772"/>
            <a:ext cx="485653" cy="48565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8-cell214"/>
          <p:cNvSpPr/>
          <p:nvPr/>
        </p:nvSpPr>
        <p:spPr>
          <a:xfrm>
            <a:off x="7855077" y="3154680"/>
            <a:ext cx="735838" cy="73583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8-dot215"/>
          <p:cNvSpPr/>
          <p:nvPr/>
        </p:nvSpPr>
        <p:spPr>
          <a:xfrm>
            <a:off x="7980169" y="3279772"/>
            <a:ext cx="485653" cy="48565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8-cell216"/>
          <p:cNvSpPr/>
          <p:nvPr/>
        </p:nvSpPr>
        <p:spPr>
          <a:xfrm>
            <a:off x="8590915" y="3154680"/>
            <a:ext cx="735838" cy="73583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8-dot217"/>
          <p:cNvSpPr/>
          <p:nvPr/>
        </p:nvSpPr>
        <p:spPr>
          <a:xfrm>
            <a:off x="8716007" y="3279772"/>
            <a:ext cx="485653" cy="48565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8-cell218"/>
          <p:cNvSpPr/>
          <p:nvPr/>
        </p:nvSpPr>
        <p:spPr>
          <a:xfrm>
            <a:off x="9326753" y="3154680"/>
            <a:ext cx="735838" cy="73583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8-dot219"/>
          <p:cNvSpPr/>
          <p:nvPr/>
        </p:nvSpPr>
        <p:spPr>
          <a:xfrm>
            <a:off x="9451845" y="3279772"/>
            <a:ext cx="485653" cy="48565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8-cell220"/>
          <p:cNvSpPr/>
          <p:nvPr/>
        </p:nvSpPr>
        <p:spPr>
          <a:xfrm>
            <a:off x="10062591" y="3154680"/>
            <a:ext cx="735838" cy="73583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8-dot221"/>
          <p:cNvSpPr/>
          <p:nvPr/>
        </p:nvSpPr>
        <p:spPr>
          <a:xfrm>
            <a:off x="10187683" y="3279772"/>
            <a:ext cx="485653" cy="48565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08-cell222"/>
          <p:cNvSpPr/>
          <p:nvPr/>
        </p:nvSpPr>
        <p:spPr>
          <a:xfrm>
            <a:off x="7119239" y="3890518"/>
            <a:ext cx="735838" cy="73583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8-dot223"/>
          <p:cNvSpPr/>
          <p:nvPr/>
        </p:nvSpPr>
        <p:spPr>
          <a:xfrm>
            <a:off x="7244331" y="4015610"/>
            <a:ext cx="485653" cy="48565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08-cell224"/>
          <p:cNvSpPr/>
          <p:nvPr/>
        </p:nvSpPr>
        <p:spPr>
          <a:xfrm>
            <a:off x="7855077" y="3890518"/>
            <a:ext cx="735838" cy="73583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8-cell225"/>
          <p:cNvSpPr/>
          <p:nvPr/>
        </p:nvSpPr>
        <p:spPr>
          <a:xfrm>
            <a:off x="8590915" y="3890518"/>
            <a:ext cx="735838" cy="73583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8-cell226"/>
          <p:cNvSpPr/>
          <p:nvPr/>
        </p:nvSpPr>
        <p:spPr>
          <a:xfrm>
            <a:off x="9326753" y="3890518"/>
            <a:ext cx="735838" cy="73583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8-cell227"/>
          <p:cNvSpPr/>
          <p:nvPr/>
        </p:nvSpPr>
        <p:spPr>
          <a:xfrm>
            <a:off x="10062591" y="3890518"/>
            <a:ext cx="735838" cy="73583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8-figure228" descr="1개의 십 칸 틀 중 1번째: 모두 6개"/>
          <p:cNvSpPr/>
          <p:nvPr/>
        </p:nvSpPr>
        <p:spPr>
          <a:xfrm>
            <a:off x="7119239" y="3154680"/>
            <a:ext cx="3679190" cy="147167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2" name="S08-text229"/>
          <p:cNvSpPr txBox="1"/>
          <p:nvPr/>
        </p:nvSpPr>
        <p:spPr>
          <a:xfrm>
            <a:off x="6277356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돌을 1개 더 놓았어요.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큰 수는?</a:t>
            </a:r>
            <a:endParaRPr lang="ko-KR" sz="4400" dirty="0"/>
          </a:p>
        </p:txBody>
      </p:sp>
      <p:sp>
        <p:nvSpPr>
          <p:cNvPr id="3" name="S09-text23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큰 수를 찾아 말해요.</a:t>
            </a:r>
            <a:endParaRPr lang="ko-KR" sz="3200" dirty="0"/>
          </a:p>
        </p:txBody>
      </p:sp>
      <p:sp>
        <p:nvSpPr>
          <p:cNvPr id="4" name="S09-card2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2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“2는 1보다 커요.”처럼 말해요.</a:t>
            </a:r>
            <a:endParaRPr lang="ko-KR" sz="3200" dirty="0"/>
          </a:p>
        </p:txBody>
      </p:sp>
      <p:sp>
        <p:nvSpPr>
          <p:cNvPr id="6" name="S09-card233"/>
          <p:cNvSpPr/>
          <p:nvPr/>
        </p:nvSpPr>
        <p:spPr>
          <a:xfrm>
            <a:off x="6277356" y="2011680"/>
            <a:ext cx="5362956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9-cardtext234"/>
          <p:cNvSpPr txBox="1"/>
          <p:nvPr/>
        </p:nvSpPr>
        <p:spPr>
          <a:xfrm>
            <a:off x="6551676" y="2148840"/>
            <a:ext cx="481431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뒤에 있는 수가 더 커요</a:t>
            </a:r>
            <a:endParaRPr lang="ko-KR" sz="3200" dirty="0"/>
          </a:p>
        </p:txBody>
      </p:sp>
      <p:sp>
        <p:nvSpPr>
          <p:cNvPr id="8" name="S09-line235"/>
          <p:cNvSpPr/>
          <p:nvPr/>
        </p:nvSpPr>
        <p:spPr>
          <a:xfrm>
            <a:off x="6688836" y="3660775"/>
            <a:ext cx="453999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9" name="S09-line236"/>
          <p:cNvSpPr/>
          <p:nvPr/>
        </p:nvSpPr>
        <p:spPr>
          <a:xfrm>
            <a:off x="6963156" y="351447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9-label237"/>
          <p:cNvSpPr txBox="1"/>
          <p:nvPr/>
        </p:nvSpPr>
        <p:spPr>
          <a:xfrm>
            <a:off x="6505956" y="3843655"/>
            <a:ext cx="914400" cy="313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900" dirty="0"/>
          </a:p>
        </p:txBody>
      </p:sp>
      <p:sp>
        <p:nvSpPr>
          <p:cNvPr id="11" name="S09-line238"/>
          <p:cNvSpPr/>
          <p:nvPr/>
        </p:nvSpPr>
        <p:spPr>
          <a:xfrm>
            <a:off x="7406640" y="351447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9-label239"/>
          <p:cNvSpPr txBox="1"/>
          <p:nvPr/>
        </p:nvSpPr>
        <p:spPr>
          <a:xfrm>
            <a:off x="6949440" y="3843655"/>
            <a:ext cx="914400" cy="313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900" dirty="0"/>
          </a:p>
        </p:txBody>
      </p:sp>
      <p:sp>
        <p:nvSpPr>
          <p:cNvPr id="13" name="S09-line240"/>
          <p:cNvSpPr/>
          <p:nvPr/>
        </p:nvSpPr>
        <p:spPr>
          <a:xfrm>
            <a:off x="7850124" y="351447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9-label241"/>
          <p:cNvSpPr txBox="1"/>
          <p:nvPr/>
        </p:nvSpPr>
        <p:spPr>
          <a:xfrm>
            <a:off x="7392924" y="3843655"/>
            <a:ext cx="914400" cy="313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900" dirty="0"/>
          </a:p>
        </p:txBody>
      </p:sp>
      <p:sp>
        <p:nvSpPr>
          <p:cNvPr id="15" name="S09-line242"/>
          <p:cNvSpPr/>
          <p:nvPr/>
        </p:nvSpPr>
        <p:spPr>
          <a:xfrm>
            <a:off x="8293608" y="351447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9-label243"/>
          <p:cNvSpPr txBox="1"/>
          <p:nvPr/>
        </p:nvSpPr>
        <p:spPr>
          <a:xfrm>
            <a:off x="7836408" y="3843655"/>
            <a:ext cx="914400" cy="313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900" dirty="0"/>
          </a:p>
        </p:txBody>
      </p:sp>
      <p:sp>
        <p:nvSpPr>
          <p:cNvPr id="17" name="S09-line244"/>
          <p:cNvSpPr/>
          <p:nvPr/>
        </p:nvSpPr>
        <p:spPr>
          <a:xfrm>
            <a:off x="8737092" y="351447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9-label245"/>
          <p:cNvSpPr txBox="1"/>
          <p:nvPr/>
        </p:nvSpPr>
        <p:spPr>
          <a:xfrm>
            <a:off x="8279892" y="3843655"/>
            <a:ext cx="914400" cy="313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900" dirty="0"/>
          </a:p>
        </p:txBody>
      </p:sp>
      <p:sp>
        <p:nvSpPr>
          <p:cNvPr id="19" name="S09-line246"/>
          <p:cNvSpPr/>
          <p:nvPr/>
        </p:nvSpPr>
        <p:spPr>
          <a:xfrm>
            <a:off x="9180576" y="351447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9-label247"/>
          <p:cNvSpPr txBox="1"/>
          <p:nvPr/>
        </p:nvSpPr>
        <p:spPr>
          <a:xfrm>
            <a:off x="8723376" y="3843655"/>
            <a:ext cx="914400" cy="313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900" dirty="0"/>
          </a:p>
        </p:txBody>
      </p:sp>
      <p:sp>
        <p:nvSpPr>
          <p:cNvPr id="21" name="S09-line248"/>
          <p:cNvSpPr/>
          <p:nvPr/>
        </p:nvSpPr>
        <p:spPr>
          <a:xfrm>
            <a:off x="9624060" y="351447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9-label249"/>
          <p:cNvSpPr txBox="1"/>
          <p:nvPr/>
        </p:nvSpPr>
        <p:spPr>
          <a:xfrm>
            <a:off x="9166860" y="3843655"/>
            <a:ext cx="914400" cy="313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900" dirty="0"/>
          </a:p>
        </p:txBody>
      </p:sp>
      <p:sp>
        <p:nvSpPr>
          <p:cNvPr id="23" name="S09-line250"/>
          <p:cNvSpPr/>
          <p:nvPr/>
        </p:nvSpPr>
        <p:spPr>
          <a:xfrm>
            <a:off x="10067544" y="351447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9-label251"/>
          <p:cNvSpPr txBox="1"/>
          <p:nvPr/>
        </p:nvSpPr>
        <p:spPr>
          <a:xfrm>
            <a:off x="9610344" y="3843655"/>
            <a:ext cx="914400" cy="313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900" dirty="0"/>
          </a:p>
        </p:txBody>
      </p:sp>
      <p:sp>
        <p:nvSpPr>
          <p:cNvPr id="25" name="S09-line252"/>
          <p:cNvSpPr/>
          <p:nvPr/>
        </p:nvSpPr>
        <p:spPr>
          <a:xfrm>
            <a:off x="10511028" y="351447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9-label253"/>
          <p:cNvSpPr txBox="1"/>
          <p:nvPr/>
        </p:nvSpPr>
        <p:spPr>
          <a:xfrm>
            <a:off x="10053828" y="3843655"/>
            <a:ext cx="914400" cy="313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900" dirty="0"/>
          </a:p>
        </p:txBody>
      </p:sp>
      <p:sp>
        <p:nvSpPr>
          <p:cNvPr id="27" name="S09-line254"/>
          <p:cNvSpPr/>
          <p:nvPr/>
        </p:nvSpPr>
        <p:spPr>
          <a:xfrm>
            <a:off x="10954512" y="351447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9-label255"/>
          <p:cNvSpPr txBox="1"/>
          <p:nvPr/>
        </p:nvSpPr>
        <p:spPr>
          <a:xfrm>
            <a:off x="10497312" y="3843655"/>
            <a:ext cx="914400" cy="313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900" dirty="0"/>
          </a:p>
        </p:txBody>
      </p:sp>
      <p:sp>
        <p:nvSpPr>
          <p:cNvPr id="29" name="S09-figure256" descr="0부터 9까지 1씩 눈금이 있는 수직선"/>
          <p:cNvSpPr/>
          <p:nvPr/>
        </p:nvSpPr>
        <p:spPr>
          <a:xfrm>
            <a:off x="6688836" y="3477895"/>
            <a:ext cx="4539996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09-chip25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31" name="S09-text258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3과 5</a:t>
            </a:r>
            <a:endParaRPr lang="ko-KR" sz="3200" dirty="0"/>
          </a:p>
        </p:txBody>
      </p:sp>
      <p:sp>
        <p:nvSpPr>
          <p:cNvPr id="32" name="S09-chip259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33" name="S09-text260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8과 6</a:t>
            </a:r>
            <a:endParaRPr lang="ko-KR" sz="3200" dirty="0"/>
          </a:p>
        </p:txBody>
      </p:sp>
      <p:sp>
        <p:nvSpPr>
          <p:cNvPr id="34" name="S09-chip26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35" name="S09-text262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0과 2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text26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어떻게 알았는지 말해요.</a:t>
            </a:r>
            <a:endParaRPr lang="ko-KR" sz="3200" dirty="0"/>
          </a:p>
        </p:txBody>
      </p:sp>
      <p:sp>
        <p:nvSpPr>
          <p:cNvPr id="4" name="S10-chip26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0-eqtext26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6, 7, □, 9</a:t>
            </a:r>
            <a:endParaRPr lang="ko-KR" sz="3600" dirty="0"/>
          </a:p>
        </p:txBody>
      </p:sp>
      <p:sp>
        <p:nvSpPr>
          <p:cNvPr id="6" name="S10-chip26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0-text26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3보다 1만큼 더 작은 수</a:t>
            </a:r>
            <a:endParaRPr lang="ko-KR" sz="3200" dirty="0"/>
          </a:p>
        </p:txBody>
      </p:sp>
      <p:sp>
        <p:nvSpPr>
          <p:cNvPr id="8" name="S10-chip26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0-text26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4와 7 중 더 큰 수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400" dirty="0"/>
          </a:p>
        </p:txBody>
      </p:sp>
      <p:sp>
        <p:nvSpPr>
          <p:cNvPr id="3" name="S11-card27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27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바둑돌로 다시 놓아 보게 하세요.</a:t>
            </a:r>
            <a:endParaRPr lang="ko-KR" sz="3200" dirty="0"/>
          </a:p>
        </p:txBody>
      </p:sp>
      <p:sp>
        <p:nvSpPr>
          <p:cNvPr id="5" name="S11-chip272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1-text273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8</a:t>
            </a:r>
            <a:endParaRPr lang="ko-KR" sz="3200" dirty="0"/>
          </a:p>
        </p:txBody>
      </p:sp>
      <p:sp>
        <p:nvSpPr>
          <p:cNvPr id="7" name="S11-text274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6, 7, 8, 9 순서</a:t>
            </a:r>
            <a:endParaRPr lang="ko-KR" sz="2600" dirty="0"/>
          </a:p>
        </p:txBody>
      </p:sp>
      <p:sp>
        <p:nvSpPr>
          <p:cNvPr id="8" name="S11-text275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2</a:t>
            </a:r>
            <a:endParaRPr lang="ko-KR" sz="3200" dirty="0"/>
          </a:p>
        </p:txBody>
      </p:sp>
      <p:sp>
        <p:nvSpPr>
          <p:cNvPr id="9" name="S11-text276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바로 앞의 수</a:t>
            </a:r>
            <a:endParaRPr lang="ko-KR" sz="2600" dirty="0"/>
          </a:p>
        </p:txBody>
      </p:sp>
      <p:sp>
        <p:nvSpPr>
          <p:cNvPr id="10" name="S11-text277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7</a:t>
            </a:r>
            <a:endParaRPr lang="ko-KR" sz="3200" dirty="0"/>
          </a:p>
        </p:txBody>
      </p:sp>
      <p:sp>
        <p:nvSpPr>
          <p:cNvPr id="11" name="S11-text278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7은 4보다 커요</a:t>
            </a:r>
            <a:endParaRPr lang="ko-KR" sz="2600" dirty="0"/>
          </a:p>
        </p:txBody>
      </p:sp>
      <p:sp>
        <p:nvSpPr>
          <p:cNvPr id="12" name="S11-chip279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3" name="S11-text280"/>
          <p:cNvSpPr txBox="1"/>
          <p:nvPr/>
        </p:nvSpPr>
        <p:spPr>
          <a:xfrm>
            <a:off x="6277356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4</a:t>
            </a:r>
            <a:endParaRPr lang="ko-KR" sz="3200" dirty="0"/>
          </a:p>
        </p:txBody>
      </p:sp>
      <p:sp>
        <p:nvSpPr>
          <p:cNvPr id="14" name="S11-text281"/>
          <p:cNvSpPr txBox="1"/>
          <p:nvPr/>
        </p:nvSpPr>
        <p:spPr>
          <a:xfrm>
            <a:off x="9095994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큰 수와 헷갈림</a:t>
            </a:r>
            <a:endParaRPr lang="ko-KR" sz="2600" dirty="0"/>
          </a:p>
        </p:txBody>
      </p:sp>
      <p:sp>
        <p:nvSpPr>
          <p:cNvPr id="15" name="S11-text282"/>
          <p:cNvSpPr txBox="1"/>
          <p:nvPr/>
        </p:nvSpPr>
        <p:spPr>
          <a:xfrm>
            <a:off x="6277356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4</a:t>
            </a:r>
            <a:endParaRPr lang="ko-KR" sz="3200" dirty="0"/>
          </a:p>
        </p:txBody>
      </p:sp>
      <p:sp>
        <p:nvSpPr>
          <p:cNvPr id="16" name="S11-text283"/>
          <p:cNvSpPr txBox="1"/>
          <p:nvPr/>
        </p:nvSpPr>
        <p:spPr>
          <a:xfrm>
            <a:off x="9095994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수를 고름</a:t>
            </a:r>
            <a:endParaRPr lang="ko-KR" sz="2600" dirty="0"/>
          </a:p>
        </p:txBody>
      </p:sp>
      <p:sp>
        <p:nvSpPr>
          <p:cNvPr id="17" name="S11-text284"/>
          <p:cNvSpPr txBox="1"/>
          <p:nvPr/>
        </p:nvSpPr>
        <p:spPr>
          <a:xfrm>
            <a:off x="6277356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4는 7보다 커요</a:t>
            </a:r>
            <a:endParaRPr lang="ko-KR" sz="2600" dirty="0"/>
          </a:p>
        </p:txBody>
      </p:sp>
      <p:sp>
        <p:nvSpPr>
          <p:cNvPr id="18" name="S11-text285"/>
          <p:cNvSpPr txBox="1"/>
          <p:nvPr/>
        </p:nvSpPr>
        <p:spPr>
          <a:xfrm>
            <a:off x="9095994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 앞뒤가 바뀜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7보다 1만큼 더 작은 수는?</a:t>
            </a:r>
            <a:endParaRPr lang="ko-KR" sz="4400" dirty="0"/>
          </a:p>
        </p:txBody>
      </p:sp>
      <p:sp>
        <p:nvSpPr>
          <p:cNvPr id="3" name="S12-card28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28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 보세요.</a:t>
            </a:r>
            <a:endParaRPr lang="ko-KR" sz="3200" dirty="0"/>
          </a:p>
        </p:txBody>
      </p:sp>
      <p:sp>
        <p:nvSpPr>
          <p:cNvPr id="5" name="S12-chip288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6" name="S12-cell289"/>
          <p:cNvSpPr/>
          <p:nvPr/>
        </p:nvSpPr>
        <p:spPr>
          <a:xfrm>
            <a:off x="548640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2-dot290"/>
          <p:cNvSpPr/>
          <p:nvPr/>
        </p:nvSpPr>
        <p:spPr>
          <a:xfrm>
            <a:off x="666055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2-cell291"/>
          <p:cNvSpPr/>
          <p:nvPr/>
        </p:nvSpPr>
        <p:spPr>
          <a:xfrm>
            <a:off x="1239317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2-dot292"/>
          <p:cNvSpPr/>
          <p:nvPr/>
        </p:nvSpPr>
        <p:spPr>
          <a:xfrm>
            <a:off x="1356732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2-cell293"/>
          <p:cNvSpPr/>
          <p:nvPr/>
        </p:nvSpPr>
        <p:spPr>
          <a:xfrm>
            <a:off x="1929994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2-dot294"/>
          <p:cNvSpPr/>
          <p:nvPr/>
        </p:nvSpPr>
        <p:spPr>
          <a:xfrm>
            <a:off x="2047409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2-cell295"/>
          <p:cNvSpPr/>
          <p:nvPr/>
        </p:nvSpPr>
        <p:spPr>
          <a:xfrm>
            <a:off x="2620670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2-dot296"/>
          <p:cNvSpPr/>
          <p:nvPr/>
        </p:nvSpPr>
        <p:spPr>
          <a:xfrm>
            <a:off x="2738085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2-cell297"/>
          <p:cNvSpPr/>
          <p:nvPr/>
        </p:nvSpPr>
        <p:spPr>
          <a:xfrm>
            <a:off x="3311347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2-dot298"/>
          <p:cNvSpPr/>
          <p:nvPr/>
        </p:nvSpPr>
        <p:spPr>
          <a:xfrm>
            <a:off x="3428762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2-cell299"/>
          <p:cNvSpPr/>
          <p:nvPr/>
        </p:nvSpPr>
        <p:spPr>
          <a:xfrm>
            <a:off x="548640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2-dot300"/>
          <p:cNvSpPr/>
          <p:nvPr/>
        </p:nvSpPr>
        <p:spPr>
          <a:xfrm>
            <a:off x="666055" y="3692719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2-cell301"/>
          <p:cNvSpPr/>
          <p:nvPr/>
        </p:nvSpPr>
        <p:spPr>
          <a:xfrm>
            <a:off x="1239317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2-dot302"/>
          <p:cNvSpPr/>
          <p:nvPr/>
        </p:nvSpPr>
        <p:spPr>
          <a:xfrm>
            <a:off x="1356732" y="3692719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2-cell303"/>
          <p:cNvSpPr/>
          <p:nvPr/>
        </p:nvSpPr>
        <p:spPr>
          <a:xfrm>
            <a:off x="1929994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2-dot304"/>
          <p:cNvSpPr/>
          <p:nvPr/>
        </p:nvSpPr>
        <p:spPr>
          <a:xfrm>
            <a:off x="2047409" y="3692719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12-cell305"/>
          <p:cNvSpPr/>
          <p:nvPr/>
        </p:nvSpPr>
        <p:spPr>
          <a:xfrm>
            <a:off x="2620670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12-cell306"/>
          <p:cNvSpPr/>
          <p:nvPr/>
        </p:nvSpPr>
        <p:spPr>
          <a:xfrm>
            <a:off x="3311347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12-figure307" descr="1개의 십 칸 틀 중 1번째: 모두 8개"/>
          <p:cNvSpPr/>
          <p:nvPr/>
        </p:nvSpPr>
        <p:spPr>
          <a:xfrm>
            <a:off x="548640" y="2884627"/>
            <a:ext cx="3453384" cy="138135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12-chip308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26" name="S12-cell309"/>
          <p:cNvSpPr/>
          <p:nvPr/>
        </p:nvSpPr>
        <p:spPr>
          <a:xfrm>
            <a:off x="4367784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2-dot310"/>
          <p:cNvSpPr/>
          <p:nvPr/>
        </p:nvSpPr>
        <p:spPr>
          <a:xfrm>
            <a:off x="4485199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12-cell311"/>
          <p:cNvSpPr/>
          <p:nvPr/>
        </p:nvSpPr>
        <p:spPr>
          <a:xfrm>
            <a:off x="5058461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12-dot312"/>
          <p:cNvSpPr/>
          <p:nvPr/>
        </p:nvSpPr>
        <p:spPr>
          <a:xfrm>
            <a:off x="5175876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12-cell313"/>
          <p:cNvSpPr/>
          <p:nvPr/>
        </p:nvSpPr>
        <p:spPr>
          <a:xfrm>
            <a:off x="5749138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12-dot314"/>
          <p:cNvSpPr/>
          <p:nvPr/>
        </p:nvSpPr>
        <p:spPr>
          <a:xfrm>
            <a:off x="5866553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12-cell315"/>
          <p:cNvSpPr/>
          <p:nvPr/>
        </p:nvSpPr>
        <p:spPr>
          <a:xfrm>
            <a:off x="6439814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12-dot316"/>
          <p:cNvSpPr/>
          <p:nvPr/>
        </p:nvSpPr>
        <p:spPr>
          <a:xfrm>
            <a:off x="6557229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12-cell317"/>
          <p:cNvSpPr/>
          <p:nvPr/>
        </p:nvSpPr>
        <p:spPr>
          <a:xfrm>
            <a:off x="7130491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12-dot318"/>
          <p:cNvSpPr/>
          <p:nvPr/>
        </p:nvSpPr>
        <p:spPr>
          <a:xfrm>
            <a:off x="7247906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12-cell319"/>
          <p:cNvSpPr/>
          <p:nvPr/>
        </p:nvSpPr>
        <p:spPr>
          <a:xfrm>
            <a:off x="4367784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12-dot320"/>
          <p:cNvSpPr/>
          <p:nvPr/>
        </p:nvSpPr>
        <p:spPr>
          <a:xfrm>
            <a:off x="4485199" y="3692719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12-cell321"/>
          <p:cNvSpPr/>
          <p:nvPr/>
        </p:nvSpPr>
        <p:spPr>
          <a:xfrm>
            <a:off x="5058461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12-cell322"/>
          <p:cNvSpPr/>
          <p:nvPr/>
        </p:nvSpPr>
        <p:spPr>
          <a:xfrm>
            <a:off x="5749138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12-cell323"/>
          <p:cNvSpPr/>
          <p:nvPr/>
        </p:nvSpPr>
        <p:spPr>
          <a:xfrm>
            <a:off x="6439814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12-cell324"/>
          <p:cNvSpPr/>
          <p:nvPr/>
        </p:nvSpPr>
        <p:spPr>
          <a:xfrm>
            <a:off x="7130491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12-figure325" descr="1개의 십 칸 틀 중 1번째: 모두 6개"/>
          <p:cNvSpPr/>
          <p:nvPr/>
        </p:nvSpPr>
        <p:spPr>
          <a:xfrm>
            <a:off x="4367784" y="2884627"/>
            <a:ext cx="3453384" cy="138135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3" name="S12-chip326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44" name="S12-cell327"/>
          <p:cNvSpPr/>
          <p:nvPr/>
        </p:nvSpPr>
        <p:spPr>
          <a:xfrm>
            <a:off x="8186928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12-dot328"/>
          <p:cNvSpPr/>
          <p:nvPr/>
        </p:nvSpPr>
        <p:spPr>
          <a:xfrm>
            <a:off x="8304343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6" name="S12-cell329"/>
          <p:cNvSpPr/>
          <p:nvPr/>
        </p:nvSpPr>
        <p:spPr>
          <a:xfrm>
            <a:off x="8877605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12-dot330"/>
          <p:cNvSpPr/>
          <p:nvPr/>
        </p:nvSpPr>
        <p:spPr>
          <a:xfrm>
            <a:off x="8995020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8" name="S12-cell331"/>
          <p:cNvSpPr/>
          <p:nvPr/>
        </p:nvSpPr>
        <p:spPr>
          <a:xfrm>
            <a:off x="9568282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12-dot332"/>
          <p:cNvSpPr/>
          <p:nvPr/>
        </p:nvSpPr>
        <p:spPr>
          <a:xfrm>
            <a:off x="9685697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0" name="S12-cell333"/>
          <p:cNvSpPr/>
          <p:nvPr/>
        </p:nvSpPr>
        <p:spPr>
          <a:xfrm>
            <a:off x="10258958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1" name="S12-dot334"/>
          <p:cNvSpPr/>
          <p:nvPr/>
        </p:nvSpPr>
        <p:spPr>
          <a:xfrm>
            <a:off x="10376373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2" name="S12-cell335"/>
          <p:cNvSpPr/>
          <p:nvPr/>
        </p:nvSpPr>
        <p:spPr>
          <a:xfrm>
            <a:off x="10949635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3" name="S12-dot336"/>
          <p:cNvSpPr/>
          <p:nvPr/>
        </p:nvSpPr>
        <p:spPr>
          <a:xfrm>
            <a:off x="11067050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4" name="S12-cell337"/>
          <p:cNvSpPr/>
          <p:nvPr/>
        </p:nvSpPr>
        <p:spPr>
          <a:xfrm>
            <a:off x="8186928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5" name="S12-dot338"/>
          <p:cNvSpPr/>
          <p:nvPr/>
        </p:nvSpPr>
        <p:spPr>
          <a:xfrm>
            <a:off x="8304343" y="3692719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6" name="S12-cell339"/>
          <p:cNvSpPr/>
          <p:nvPr/>
        </p:nvSpPr>
        <p:spPr>
          <a:xfrm>
            <a:off x="8877605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7" name="S12-dot340"/>
          <p:cNvSpPr/>
          <p:nvPr/>
        </p:nvSpPr>
        <p:spPr>
          <a:xfrm>
            <a:off x="8995020" y="3692719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8" name="S12-cell341"/>
          <p:cNvSpPr/>
          <p:nvPr/>
        </p:nvSpPr>
        <p:spPr>
          <a:xfrm>
            <a:off x="9568282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9" name="S12-cell342"/>
          <p:cNvSpPr/>
          <p:nvPr/>
        </p:nvSpPr>
        <p:spPr>
          <a:xfrm>
            <a:off x="10258958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0" name="S12-cell343"/>
          <p:cNvSpPr/>
          <p:nvPr/>
        </p:nvSpPr>
        <p:spPr>
          <a:xfrm>
            <a:off x="10949635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1" name="S12-figure344" descr="1개의 십 칸 틀 중 1번째: 모두 7개"/>
          <p:cNvSpPr/>
          <p:nvPr/>
        </p:nvSpPr>
        <p:spPr>
          <a:xfrm>
            <a:off x="8186928" y="2884627"/>
            <a:ext cx="3453384" cy="138135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34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34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수는 순서대로 1만큼씩 커지고, 뒤에 있는 수가 더 커요.</a:t>
            </a:r>
            <a:endParaRPr lang="ko-KR" sz="3200" dirty="0"/>
          </a:p>
        </p:txBody>
      </p:sp>
      <p:sp>
        <p:nvSpPr>
          <p:cNvPr id="5" name="S13-chip347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앞으로·거꾸로 세어 보기</a:t>
            </a:r>
            <a:endParaRPr lang="ko-KR" sz="2600" dirty="0"/>
          </a:p>
        </p:txBody>
      </p:sp>
      <p:sp>
        <p:nvSpPr>
          <p:cNvPr id="6" name="S13-chip348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큰 수와 작은 수 바꿔 말하기</a:t>
            </a:r>
            <a:endParaRPr lang="ko-KR" sz="2600" dirty="0"/>
          </a:p>
        </p:txBody>
      </p:sp>
      <p:sp>
        <p:nvSpPr>
          <p:cNvPr id="7" name="S13-text349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350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5 바로 뒤의 수는?</a:t>
            </a:r>
            <a:endParaRPr lang="ko-KR" sz="2600" dirty="0"/>
          </a:p>
        </p:txBody>
      </p:sp>
      <p:sp>
        <p:nvSpPr>
          <p:cNvPr id="9" name="S13-text351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9보다 1만큼 더 작은 수는?</a:t>
            </a:r>
            <a:endParaRPr lang="ko-KR" sz="2600" dirty="0"/>
          </a:p>
        </p:txBody>
      </p:sp>
      <p:sp>
        <p:nvSpPr>
          <p:cNvPr id="10" name="S13-text352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2와 6 중 더 큰 수는?</a:t>
            </a:r>
            <a:endParaRPr lang="ko-KR" sz="2600" dirty="0"/>
          </a:p>
        </p:txBody>
      </p:sp>
      <p:sp>
        <p:nvSpPr>
          <p:cNvPr id="11" name="S13-text35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가르기와 모으기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1개씩 더 놓기</a:t>
            </a:r>
            <a:endParaRPr lang="ko-KR" sz="4400" dirty="0"/>
          </a:p>
        </p:txBody>
      </p:sp>
      <p:sp>
        <p:nvSpPr>
          <p:cNvPr id="3" name="S14-card35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35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수는 돌이 1개 더 많아요.</a:t>
            </a:r>
            <a:endParaRPr lang="ko-KR" sz="3200" dirty="0"/>
          </a:p>
        </p:txBody>
      </p:sp>
      <p:sp>
        <p:nvSpPr>
          <p:cNvPr id="5" name="S14-cell356"/>
          <p:cNvSpPr/>
          <p:nvPr/>
        </p:nvSpPr>
        <p:spPr>
          <a:xfrm>
            <a:off x="548640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14-dot357"/>
          <p:cNvSpPr/>
          <p:nvPr/>
        </p:nvSpPr>
        <p:spPr>
          <a:xfrm>
            <a:off x="615358" y="2638057"/>
            <a:ext cx="259024" cy="25902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14-cell358"/>
          <p:cNvSpPr/>
          <p:nvPr/>
        </p:nvSpPr>
        <p:spPr>
          <a:xfrm>
            <a:off x="941100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4-cell359"/>
          <p:cNvSpPr/>
          <p:nvPr/>
        </p:nvSpPr>
        <p:spPr>
          <a:xfrm>
            <a:off x="1333561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4-cell360"/>
          <p:cNvSpPr/>
          <p:nvPr/>
        </p:nvSpPr>
        <p:spPr>
          <a:xfrm>
            <a:off x="1726021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4-cell361"/>
          <p:cNvSpPr/>
          <p:nvPr/>
        </p:nvSpPr>
        <p:spPr>
          <a:xfrm>
            <a:off x="2118482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4-cell362"/>
          <p:cNvSpPr/>
          <p:nvPr/>
        </p:nvSpPr>
        <p:spPr>
          <a:xfrm>
            <a:off x="548640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4-cell363"/>
          <p:cNvSpPr/>
          <p:nvPr/>
        </p:nvSpPr>
        <p:spPr>
          <a:xfrm>
            <a:off x="941100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4-cell364"/>
          <p:cNvSpPr/>
          <p:nvPr/>
        </p:nvSpPr>
        <p:spPr>
          <a:xfrm>
            <a:off x="1333561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4-cell365"/>
          <p:cNvSpPr/>
          <p:nvPr/>
        </p:nvSpPr>
        <p:spPr>
          <a:xfrm>
            <a:off x="1726021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4-cell366"/>
          <p:cNvSpPr/>
          <p:nvPr/>
        </p:nvSpPr>
        <p:spPr>
          <a:xfrm>
            <a:off x="2118482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4-figure367" descr="1개의 십 칸 틀 중 1번째: 모두 1개"/>
          <p:cNvSpPr/>
          <p:nvPr/>
        </p:nvSpPr>
        <p:spPr>
          <a:xfrm>
            <a:off x="548640" y="2571339"/>
            <a:ext cx="1962302" cy="78492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14-label368"/>
          <p:cNvSpPr txBox="1"/>
          <p:nvPr/>
        </p:nvSpPr>
        <p:spPr>
          <a:xfrm>
            <a:off x="548640" y="4674870"/>
            <a:ext cx="196230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8" name="S14-cell369"/>
          <p:cNvSpPr/>
          <p:nvPr/>
        </p:nvSpPr>
        <p:spPr>
          <a:xfrm>
            <a:off x="2830982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4-dot370"/>
          <p:cNvSpPr/>
          <p:nvPr/>
        </p:nvSpPr>
        <p:spPr>
          <a:xfrm>
            <a:off x="2897701" y="2638057"/>
            <a:ext cx="259024" cy="25902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4-cell371"/>
          <p:cNvSpPr/>
          <p:nvPr/>
        </p:nvSpPr>
        <p:spPr>
          <a:xfrm>
            <a:off x="3223443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4-dot372"/>
          <p:cNvSpPr/>
          <p:nvPr/>
        </p:nvSpPr>
        <p:spPr>
          <a:xfrm>
            <a:off x="3290161" y="2638057"/>
            <a:ext cx="259024" cy="25902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14-cell373"/>
          <p:cNvSpPr/>
          <p:nvPr/>
        </p:nvSpPr>
        <p:spPr>
          <a:xfrm>
            <a:off x="3615903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14-cell374"/>
          <p:cNvSpPr/>
          <p:nvPr/>
        </p:nvSpPr>
        <p:spPr>
          <a:xfrm>
            <a:off x="4008364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14-cell375"/>
          <p:cNvSpPr/>
          <p:nvPr/>
        </p:nvSpPr>
        <p:spPr>
          <a:xfrm>
            <a:off x="4400824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14-cell376"/>
          <p:cNvSpPr/>
          <p:nvPr/>
        </p:nvSpPr>
        <p:spPr>
          <a:xfrm>
            <a:off x="2830982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14-cell377"/>
          <p:cNvSpPr/>
          <p:nvPr/>
        </p:nvSpPr>
        <p:spPr>
          <a:xfrm>
            <a:off x="3223443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4-cell378"/>
          <p:cNvSpPr/>
          <p:nvPr/>
        </p:nvSpPr>
        <p:spPr>
          <a:xfrm>
            <a:off x="3615903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14-cell379"/>
          <p:cNvSpPr/>
          <p:nvPr/>
        </p:nvSpPr>
        <p:spPr>
          <a:xfrm>
            <a:off x="4008364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14-cell380"/>
          <p:cNvSpPr/>
          <p:nvPr/>
        </p:nvSpPr>
        <p:spPr>
          <a:xfrm>
            <a:off x="4400824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14-figure381" descr="1개의 십 칸 틀 중 1번째: 모두 2개"/>
          <p:cNvSpPr/>
          <p:nvPr/>
        </p:nvSpPr>
        <p:spPr>
          <a:xfrm>
            <a:off x="2830982" y="2571339"/>
            <a:ext cx="1962302" cy="78492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1" name="S14-label382"/>
          <p:cNvSpPr txBox="1"/>
          <p:nvPr/>
        </p:nvSpPr>
        <p:spPr>
          <a:xfrm>
            <a:off x="2830982" y="4674870"/>
            <a:ext cx="196230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32" name="S14-cell383"/>
          <p:cNvSpPr/>
          <p:nvPr/>
        </p:nvSpPr>
        <p:spPr>
          <a:xfrm>
            <a:off x="5113325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14-dot384"/>
          <p:cNvSpPr/>
          <p:nvPr/>
        </p:nvSpPr>
        <p:spPr>
          <a:xfrm>
            <a:off x="5180043" y="2638057"/>
            <a:ext cx="259024" cy="25902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14-cell385"/>
          <p:cNvSpPr/>
          <p:nvPr/>
        </p:nvSpPr>
        <p:spPr>
          <a:xfrm>
            <a:off x="5505785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14-dot386"/>
          <p:cNvSpPr/>
          <p:nvPr/>
        </p:nvSpPr>
        <p:spPr>
          <a:xfrm>
            <a:off x="5572504" y="2638057"/>
            <a:ext cx="259024" cy="25902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14-cell387"/>
          <p:cNvSpPr/>
          <p:nvPr/>
        </p:nvSpPr>
        <p:spPr>
          <a:xfrm>
            <a:off x="5898246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14-dot388"/>
          <p:cNvSpPr/>
          <p:nvPr/>
        </p:nvSpPr>
        <p:spPr>
          <a:xfrm>
            <a:off x="5964964" y="2638057"/>
            <a:ext cx="259024" cy="25902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14-cell389"/>
          <p:cNvSpPr/>
          <p:nvPr/>
        </p:nvSpPr>
        <p:spPr>
          <a:xfrm>
            <a:off x="6290706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14-cell390"/>
          <p:cNvSpPr/>
          <p:nvPr/>
        </p:nvSpPr>
        <p:spPr>
          <a:xfrm>
            <a:off x="6683167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14-cell391"/>
          <p:cNvSpPr/>
          <p:nvPr/>
        </p:nvSpPr>
        <p:spPr>
          <a:xfrm>
            <a:off x="5113325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14-cell392"/>
          <p:cNvSpPr/>
          <p:nvPr/>
        </p:nvSpPr>
        <p:spPr>
          <a:xfrm>
            <a:off x="5505785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14-cell393"/>
          <p:cNvSpPr/>
          <p:nvPr/>
        </p:nvSpPr>
        <p:spPr>
          <a:xfrm>
            <a:off x="5898246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14-cell394"/>
          <p:cNvSpPr/>
          <p:nvPr/>
        </p:nvSpPr>
        <p:spPr>
          <a:xfrm>
            <a:off x="6290706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14-cell395"/>
          <p:cNvSpPr/>
          <p:nvPr/>
        </p:nvSpPr>
        <p:spPr>
          <a:xfrm>
            <a:off x="6683167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14-figure396" descr="1개의 십 칸 틀 중 1번째: 모두 3개"/>
          <p:cNvSpPr/>
          <p:nvPr/>
        </p:nvSpPr>
        <p:spPr>
          <a:xfrm>
            <a:off x="5113325" y="2571339"/>
            <a:ext cx="1962302" cy="78492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6" name="S14-label397"/>
          <p:cNvSpPr txBox="1"/>
          <p:nvPr/>
        </p:nvSpPr>
        <p:spPr>
          <a:xfrm>
            <a:off x="5113325" y="4674870"/>
            <a:ext cx="196230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47" name="S14-cell398"/>
          <p:cNvSpPr/>
          <p:nvPr/>
        </p:nvSpPr>
        <p:spPr>
          <a:xfrm>
            <a:off x="7395667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14-dot399"/>
          <p:cNvSpPr/>
          <p:nvPr/>
        </p:nvSpPr>
        <p:spPr>
          <a:xfrm>
            <a:off x="7462385" y="2638057"/>
            <a:ext cx="259024" cy="25902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9" name="S14-cell400"/>
          <p:cNvSpPr/>
          <p:nvPr/>
        </p:nvSpPr>
        <p:spPr>
          <a:xfrm>
            <a:off x="7788128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14-dot401"/>
          <p:cNvSpPr/>
          <p:nvPr/>
        </p:nvSpPr>
        <p:spPr>
          <a:xfrm>
            <a:off x="7854846" y="2638057"/>
            <a:ext cx="259024" cy="25902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1" name="S14-cell402"/>
          <p:cNvSpPr/>
          <p:nvPr/>
        </p:nvSpPr>
        <p:spPr>
          <a:xfrm>
            <a:off x="8180588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2" name="S14-dot403"/>
          <p:cNvSpPr/>
          <p:nvPr/>
        </p:nvSpPr>
        <p:spPr>
          <a:xfrm>
            <a:off x="8247306" y="2638057"/>
            <a:ext cx="259024" cy="25902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3" name="S14-cell404"/>
          <p:cNvSpPr/>
          <p:nvPr/>
        </p:nvSpPr>
        <p:spPr>
          <a:xfrm>
            <a:off x="8573049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4" name="S14-dot405"/>
          <p:cNvSpPr/>
          <p:nvPr/>
        </p:nvSpPr>
        <p:spPr>
          <a:xfrm>
            <a:off x="8639767" y="2638057"/>
            <a:ext cx="259024" cy="25902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5" name="S14-cell406"/>
          <p:cNvSpPr/>
          <p:nvPr/>
        </p:nvSpPr>
        <p:spPr>
          <a:xfrm>
            <a:off x="8965509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6" name="S14-cell407"/>
          <p:cNvSpPr/>
          <p:nvPr/>
        </p:nvSpPr>
        <p:spPr>
          <a:xfrm>
            <a:off x="7395667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7" name="S14-cell408"/>
          <p:cNvSpPr/>
          <p:nvPr/>
        </p:nvSpPr>
        <p:spPr>
          <a:xfrm>
            <a:off x="7788128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8" name="S14-cell409"/>
          <p:cNvSpPr/>
          <p:nvPr/>
        </p:nvSpPr>
        <p:spPr>
          <a:xfrm>
            <a:off x="8180588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9" name="S14-cell410"/>
          <p:cNvSpPr/>
          <p:nvPr/>
        </p:nvSpPr>
        <p:spPr>
          <a:xfrm>
            <a:off x="8573049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0" name="S14-cell411"/>
          <p:cNvSpPr/>
          <p:nvPr/>
        </p:nvSpPr>
        <p:spPr>
          <a:xfrm>
            <a:off x="8965509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1" name="S14-figure412" descr="1개의 십 칸 틀 중 1번째: 모두 4개"/>
          <p:cNvSpPr/>
          <p:nvPr/>
        </p:nvSpPr>
        <p:spPr>
          <a:xfrm>
            <a:off x="7395667" y="2571339"/>
            <a:ext cx="1962302" cy="78492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2" name="S14-label413"/>
          <p:cNvSpPr txBox="1"/>
          <p:nvPr/>
        </p:nvSpPr>
        <p:spPr>
          <a:xfrm>
            <a:off x="7395667" y="4674870"/>
            <a:ext cx="196230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63" name="S14-cell414"/>
          <p:cNvSpPr/>
          <p:nvPr/>
        </p:nvSpPr>
        <p:spPr>
          <a:xfrm>
            <a:off x="9678010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4" name="S14-dot415"/>
          <p:cNvSpPr/>
          <p:nvPr/>
        </p:nvSpPr>
        <p:spPr>
          <a:xfrm>
            <a:off x="9744728" y="2638057"/>
            <a:ext cx="259024" cy="25902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5" name="S14-cell416"/>
          <p:cNvSpPr/>
          <p:nvPr/>
        </p:nvSpPr>
        <p:spPr>
          <a:xfrm>
            <a:off x="10070470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6" name="S14-dot417"/>
          <p:cNvSpPr/>
          <p:nvPr/>
        </p:nvSpPr>
        <p:spPr>
          <a:xfrm>
            <a:off x="10137188" y="2638057"/>
            <a:ext cx="259024" cy="25902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7" name="S14-cell418"/>
          <p:cNvSpPr/>
          <p:nvPr/>
        </p:nvSpPr>
        <p:spPr>
          <a:xfrm>
            <a:off x="10462931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8" name="S14-dot419"/>
          <p:cNvSpPr/>
          <p:nvPr/>
        </p:nvSpPr>
        <p:spPr>
          <a:xfrm>
            <a:off x="10529649" y="2638057"/>
            <a:ext cx="259024" cy="25902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9" name="S14-cell420"/>
          <p:cNvSpPr/>
          <p:nvPr/>
        </p:nvSpPr>
        <p:spPr>
          <a:xfrm>
            <a:off x="10855391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0" name="S14-dot421"/>
          <p:cNvSpPr/>
          <p:nvPr/>
        </p:nvSpPr>
        <p:spPr>
          <a:xfrm>
            <a:off x="10922109" y="2638057"/>
            <a:ext cx="259024" cy="25902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1" name="S14-cell422"/>
          <p:cNvSpPr/>
          <p:nvPr/>
        </p:nvSpPr>
        <p:spPr>
          <a:xfrm>
            <a:off x="11247852" y="257133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2" name="S14-dot423"/>
          <p:cNvSpPr/>
          <p:nvPr/>
        </p:nvSpPr>
        <p:spPr>
          <a:xfrm>
            <a:off x="11314570" y="2638057"/>
            <a:ext cx="259024" cy="25902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3" name="S14-cell424"/>
          <p:cNvSpPr/>
          <p:nvPr/>
        </p:nvSpPr>
        <p:spPr>
          <a:xfrm>
            <a:off x="9678010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4" name="S14-cell425"/>
          <p:cNvSpPr/>
          <p:nvPr/>
        </p:nvSpPr>
        <p:spPr>
          <a:xfrm>
            <a:off x="10070470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5" name="S14-cell426"/>
          <p:cNvSpPr/>
          <p:nvPr/>
        </p:nvSpPr>
        <p:spPr>
          <a:xfrm>
            <a:off x="10462931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6" name="S14-cell427"/>
          <p:cNvSpPr/>
          <p:nvPr/>
        </p:nvSpPr>
        <p:spPr>
          <a:xfrm>
            <a:off x="10855391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7" name="S14-cell428"/>
          <p:cNvSpPr/>
          <p:nvPr/>
        </p:nvSpPr>
        <p:spPr>
          <a:xfrm>
            <a:off x="11247852" y="2963799"/>
            <a:ext cx="392460" cy="39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8" name="S14-figure429" descr="1개의 십 칸 틀 중 1번째: 모두 5개"/>
          <p:cNvSpPr/>
          <p:nvPr/>
        </p:nvSpPr>
        <p:spPr>
          <a:xfrm>
            <a:off x="9678010" y="2571339"/>
            <a:ext cx="1962302" cy="78492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9" name="S14-label430"/>
          <p:cNvSpPr txBox="1"/>
          <p:nvPr/>
        </p:nvSpPr>
        <p:spPr>
          <a:xfrm>
            <a:off x="9678010" y="4674870"/>
            <a:ext cx="196230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수학 수의 순서와 크기 비교</dc:title>
  <dc:subject>KR22-G01-MAT-NUM9ORD-L01</dc:subject>
  <dc:creator>education-ppt</dc:creator>
  <cp:lastModifiedBy>education-ppt</cp:lastModifiedBy>
  <cp:revision>1</cp:revision>
  <dcterms:created xsi:type="dcterms:W3CDTF">2026-10-26T07:45:32Z</dcterms:created>
  <dcterms:modified xsi:type="dcterms:W3CDTF">2026-10-26T07:45:32Z</dcterms:modified>
</cp:coreProperties>
</file>