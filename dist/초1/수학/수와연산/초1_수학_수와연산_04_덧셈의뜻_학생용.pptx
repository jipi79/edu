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e2367b5-b673-89eb-cb55-d24502bf20bd}">
          <p14:sldIdLst>
            <p14:sldId id="256"/>
            <p14:sldId id="257"/>
          </p14:sldIdLst>
        </p14:section>
        <p14:section name="개념" id="{ed87e085-4de5-4dde-0da9-b1d902fda9ef}">
          <p14:sldIdLst>
            <p14:sldId id="258"/>
            <p14:sldId id="259"/>
            <p14:sldId id="260"/>
            <p14:sldId id="261"/>
          </p14:sldIdLst>
        </p14:section>
        <p14:section name="연습" id="{40ccd337-415d-0831-5969-4a6631549f05}">
          <p14:sldIdLst>
            <p14:sldId id="262"/>
            <p14:sldId id="263"/>
            <p14:sldId id="264"/>
          </p14:sldIdLst>
        </p14:section>
        <p14:section name="확인" id="{1019e91c-d687-582b-bec9-ae74fe332322}">
          <p14:sldIdLst>
            <p14:sldId id="265"/>
            <p14:sldId id="266"/>
          </p14:sldIdLst>
        </p14:section>
        <p14:section name="정리" id="{75058a74-c239-a5c5-bd18-c0e636f89e4d}">
          <p14:sldIdLst>
            <p14:sldId id="267"/>
          </p14:sldIdLst>
        </p14:section>
        <p14:section name="보충" id="{ff3a808d-be7a-6d49-3982-db65424900c5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덧셈의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덧셈의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덧셈의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덧셈의 뜻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개가 될까?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7795336" y="1916506"/>
            <a:ext cx="373228" cy="3732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397316" y="1916506"/>
            <a:ext cx="373228" cy="3732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8999296" y="1916506"/>
            <a:ext cx="373228" cy="3732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figure4" descr="주황 점 3개"/>
          <p:cNvSpPr/>
          <p:nvPr/>
        </p:nvSpPr>
        <p:spPr>
          <a:xfrm>
            <a:off x="7680960" y="1802130"/>
            <a:ext cx="1805940" cy="6019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10154412" y="1890522"/>
            <a:ext cx="425196" cy="42519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10840212" y="1890522"/>
            <a:ext cx="425196" cy="42519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figure7" descr="노란 점 2개"/>
          <p:cNvSpPr/>
          <p:nvPr/>
        </p:nvSpPr>
        <p:spPr>
          <a:xfrm>
            <a:off x="10024110" y="1760220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1-card8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그림을 보고 덧셈식으로 나타내요.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덧셈을 계산해요.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10"/>
          <p:cNvSpPr txBox="1"/>
          <p:nvPr/>
        </p:nvSpPr>
        <p:spPr>
          <a:xfrm>
            <a:off x="548640" y="1796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11"/>
          <p:cNvSpPr txBox="1"/>
          <p:nvPr/>
        </p:nvSpPr>
        <p:spPr>
          <a:xfrm>
            <a:off x="1344168" y="132588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3        2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   ↙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3200" dirty="0"/>
          </a:p>
        </p:txBody>
      </p:sp>
      <p:sp>
        <p:nvSpPr>
          <p:cNvPr id="5" name="S02-chip12"/>
          <p:cNvSpPr txBox="1"/>
          <p:nvPr/>
        </p:nvSpPr>
        <p:spPr>
          <a:xfrm>
            <a:off x="548640" y="34884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13"/>
          <p:cNvSpPr txBox="1"/>
          <p:nvPr/>
        </p:nvSpPr>
        <p:spPr>
          <a:xfrm>
            <a:off x="1344168" y="301752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      □</a:t>
            </a:r>
            <a:endParaRPr lang="ko-KR" sz="3200" dirty="0"/>
          </a:p>
        </p:txBody>
      </p:sp>
      <p:sp>
        <p:nvSpPr>
          <p:cNvPr id="7" name="S02-chip1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1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4를 모으면?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모으면 덧셈</a:t>
            </a:r>
            <a:endParaRPr lang="ko-KR" sz="4400" dirty="0"/>
          </a:p>
        </p:txBody>
      </p:sp>
      <p:sp>
        <p:nvSpPr>
          <p:cNvPr id="3" name="S03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 공 3개와 파란 공 2개를 모아요.</a:t>
            </a:r>
            <a:endParaRPr lang="ko-KR" sz="3200" dirty="0"/>
          </a:p>
        </p:txBody>
      </p:sp>
      <p:sp>
        <p:nvSpPr>
          <p:cNvPr id="4" name="S03-card1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+ 2 = 5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더하기 2는 5와 같아요.</a:t>
            </a:r>
            <a:endParaRPr lang="ko-KR" sz="3200" dirty="0"/>
          </a:p>
        </p:txBody>
      </p:sp>
      <p:sp>
        <p:nvSpPr>
          <p:cNvPr id="6" name="S03-dot19"/>
          <p:cNvSpPr/>
          <p:nvPr/>
        </p:nvSpPr>
        <p:spPr>
          <a:xfrm>
            <a:off x="23431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20"/>
          <p:cNvSpPr/>
          <p:nvPr/>
        </p:nvSpPr>
        <p:spPr>
          <a:xfrm>
            <a:off x="30289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21"/>
          <p:cNvSpPr/>
          <p:nvPr/>
        </p:nvSpPr>
        <p:spPr>
          <a:xfrm>
            <a:off x="37147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figure22" descr="주황 점 3개"/>
          <p:cNvSpPr/>
          <p:nvPr/>
        </p:nvSpPr>
        <p:spPr>
          <a:xfrm>
            <a:off x="2212848" y="2746121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3-label23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1" name="S03-dot24"/>
          <p:cNvSpPr/>
          <p:nvPr/>
        </p:nvSpPr>
        <p:spPr>
          <a:xfrm>
            <a:off x="8391906" y="2876423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25"/>
          <p:cNvSpPr/>
          <p:nvPr/>
        </p:nvSpPr>
        <p:spPr>
          <a:xfrm>
            <a:off x="9077706" y="2876423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figure26" descr="파란 점 2개"/>
          <p:cNvSpPr/>
          <p:nvPr/>
        </p:nvSpPr>
        <p:spPr>
          <a:xfrm>
            <a:off x="8261604" y="2746121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3-label27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오면 덧셈</a:t>
            </a:r>
            <a:endParaRPr lang="ko-KR" sz="4400" dirty="0"/>
          </a:p>
        </p:txBody>
      </p:sp>
      <p:sp>
        <p:nvSpPr>
          <p:cNvPr id="3" name="S04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4마리가 있는데 2마리가 더 왔어요.</a:t>
            </a:r>
            <a:endParaRPr lang="ko-KR" sz="3200" dirty="0"/>
          </a:p>
        </p:txBody>
      </p:sp>
      <p:sp>
        <p:nvSpPr>
          <p:cNvPr id="4" name="S04-card2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+ 2 = 6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2의 합은 6이에요.</a:t>
            </a:r>
            <a:endParaRPr lang="ko-KR" sz="3200" dirty="0"/>
          </a:p>
        </p:txBody>
      </p:sp>
      <p:sp>
        <p:nvSpPr>
          <p:cNvPr id="6" name="S04-dot31"/>
          <p:cNvSpPr/>
          <p:nvPr/>
        </p:nvSpPr>
        <p:spPr>
          <a:xfrm>
            <a:off x="20002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4-dot32"/>
          <p:cNvSpPr/>
          <p:nvPr/>
        </p:nvSpPr>
        <p:spPr>
          <a:xfrm>
            <a:off x="26860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dot33"/>
          <p:cNvSpPr/>
          <p:nvPr/>
        </p:nvSpPr>
        <p:spPr>
          <a:xfrm>
            <a:off x="33718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dot34"/>
          <p:cNvSpPr/>
          <p:nvPr/>
        </p:nvSpPr>
        <p:spPr>
          <a:xfrm>
            <a:off x="40576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figure35" descr="처음에 있던 새를 나타내는 주황 점 4개"/>
          <p:cNvSpPr/>
          <p:nvPr/>
        </p:nvSpPr>
        <p:spPr>
          <a:xfrm>
            <a:off x="1869948" y="2746121"/>
            <a:ext cx="27432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4-label3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4마리</a:t>
            </a:r>
            <a:endParaRPr lang="ko-KR" sz="2600" dirty="0"/>
          </a:p>
        </p:txBody>
      </p:sp>
      <p:sp>
        <p:nvSpPr>
          <p:cNvPr id="12" name="S04-dot37"/>
          <p:cNvSpPr/>
          <p:nvPr/>
        </p:nvSpPr>
        <p:spPr>
          <a:xfrm>
            <a:off x="8391906" y="2876423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dot38"/>
          <p:cNvSpPr/>
          <p:nvPr/>
        </p:nvSpPr>
        <p:spPr>
          <a:xfrm>
            <a:off x="9077706" y="2876423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figure39" descr="더 온 새를 나타내는 파란 점 2개"/>
          <p:cNvSpPr/>
          <p:nvPr/>
        </p:nvSpPr>
        <p:spPr>
          <a:xfrm>
            <a:off x="8261604" y="2746121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4-label40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온 2마리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 읽기</a:t>
            </a:r>
            <a:endParaRPr lang="ko-KR" sz="4400" dirty="0"/>
          </a:p>
        </p:txBody>
      </p:sp>
      <p:sp>
        <p:nvSpPr>
          <p:cNvPr id="3" name="S05-eqtext41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+ 2 = 5</a:t>
            </a:r>
            <a:endParaRPr lang="ko-KR" sz="3600" dirty="0"/>
          </a:p>
        </p:txBody>
      </p:sp>
      <p:sp>
        <p:nvSpPr>
          <p:cNvPr id="4" name="S05-stepno42"/>
          <p:cNvSpPr txBox="1"/>
          <p:nvPr/>
        </p:nvSpPr>
        <p:spPr>
          <a:xfrm>
            <a:off x="548640" y="3067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05-text43"/>
          <p:cNvSpPr txBox="1"/>
          <p:nvPr/>
        </p:nvSpPr>
        <p:spPr>
          <a:xfrm>
            <a:off x="1325880" y="3067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+는 ‘더하기’라고 읽어요.</a:t>
            </a:r>
            <a:endParaRPr lang="ko-KR" sz="3200" dirty="0"/>
          </a:p>
        </p:txBody>
      </p:sp>
      <p:sp>
        <p:nvSpPr>
          <p:cNvPr id="6" name="S05-stepno44"/>
          <p:cNvSpPr txBox="1"/>
          <p:nvPr/>
        </p:nvSpPr>
        <p:spPr>
          <a:xfrm>
            <a:off x="548640" y="3781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05-text45"/>
          <p:cNvSpPr txBox="1"/>
          <p:nvPr/>
        </p:nvSpPr>
        <p:spPr>
          <a:xfrm>
            <a:off x="1325880" y="3781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=는 ‘같아요’라고 읽어요.</a:t>
            </a:r>
            <a:endParaRPr lang="ko-KR" sz="3200" dirty="0"/>
          </a:p>
        </p:txBody>
      </p:sp>
      <p:sp>
        <p:nvSpPr>
          <p:cNvPr id="8" name="S05-stepno46"/>
          <p:cNvSpPr txBox="1"/>
          <p:nvPr/>
        </p:nvSpPr>
        <p:spPr>
          <a:xfrm>
            <a:off x="548640" y="4494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05-text47"/>
          <p:cNvSpPr txBox="1"/>
          <p:nvPr/>
        </p:nvSpPr>
        <p:spPr>
          <a:xfrm>
            <a:off x="1325880" y="44942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더하기 2는 5와 같아요.</a:t>
            </a:r>
            <a:endParaRPr lang="ko-KR" sz="3200" dirty="0"/>
          </a:p>
        </p:txBody>
      </p:sp>
      <p:sp>
        <p:nvSpPr>
          <p:cNvPr id="10" name="S05-stepno48"/>
          <p:cNvSpPr txBox="1"/>
          <p:nvPr/>
        </p:nvSpPr>
        <p:spPr>
          <a:xfrm>
            <a:off x="548640" y="5207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1" name="S05-text49"/>
          <p:cNvSpPr txBox="1"/>
          <p:nvPr/>
        </p:nvSpPr>
        <p:spPr>
          <a:xfrm>
            <a:off x="1325880" y="52075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2의 합은 5예요.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세어 더해요</a:t>
            </a:r>
            <a:endParaRPr lang="ko-KR" sz="4400" dirty="0"/>
          </a:p>
        </p:txBody>
      </p:sp>
      <p:sp>
        <p:nvSpPr>
          <p:cNvPr id="3" name="S06-eqtext5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+ 2 = □</a:t>
            </a:r>
            <a:endParaRPr lang="ko-KR" sz="3600" dirty="0"/>
          </a:p>
        </p:txBody>
      </p:sp>
      <p:sp>
        <p:nvSpPr>
          <p:cNvPr id="4" name="S06-line51"/>
          <p:cNvSpPr/>
          <p:nvPr/>
        </p:nvSpPr>
        <p:spPr>
          <a:xfrm>
            <a:off x="5878220" y="4845406"/>
            <a:ext cx="562493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06-line52"/>
          <p:cNvSpPr/>
          <p:nvPr/>
        </p:nvSpPr>
        <p:spPr>
          <a:xfrm>
            <a:off x="615254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6-label53"/>
          <p:cNvSpPr txBox="1"/>
          <p:nvPr/>
        </p:nvSpPr>
        <p:spPr>
          <a:xfrm>
            <a:off x="5695340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7" name="S06-line54"/>
          <p:cNvSpPr/>
          <p:nvPr/>
        </p:nvSpPr>
        <p:spPr>
          <a:xfrm>
            <a:off x="6716573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6-label55"/>
          <p:cNvSpPr txBox="1"/>
          <p:nvPr/>
        </p:nvSpPr>
        <p:spPr>
          <a:xfrm>
            <a:off x="6259373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line56"/>
          <p:cNvSpPr/>
          <p:nvPr/>
        </p:nvSpPr>
        <p:spPr>
          <a:xfrm>
            <a:off x="7280605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label57"/>
          <p:cNvSpPr txBox="1"/>
          <p:nvPr/>
        </p:nvSpPr>
        <p:spPr>
          <a:xfrm>
            <a:off x="6823405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6-line58"/>
          <p:cNvSpPr/>
          <p:nvPr/>
        </p:nvSpPr>
        <p:spPr>
          <a:xfrm>
            <a:off x="7844638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label59"/>
          <p:cNvSpPr txBox="1"/>
          <p:nvPr/>
        </p:nvSpPr>
        <p:spPr>
          <a:xfrm>
            <a:off x="7387438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6-line60"/>
          <p:cNvSpPr/>
          <p:nvPr/>
        </p:nvSpPr>
        <p:spPr>
          <a:xfrm>
            <a:off x="840867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6-label61"/>
          <p:cNvSpPr txBox="1"/>
          <p:nvPr/>
        </p:nvSpPr>
        <p:spPr>
          <a:xfrm>
            <a:off x="7951470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6-line62"/>
          <p:cNvSpPr/>
          <p:nvPr/>
        </p:nvSpPr>
        <p:spPr>
          <a:xfrm>
            <a:off x="897270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6-label63"/>
          <p:cNvSpPr txBox="1"/>
          <p:nvPr/>
        </p:nvSpPr>
        <p:spPr>
          <a:xfrm>
            <a:off x="8515502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7" name="S06-line64"/>
          <p:cNvSpPr/>
          <p:nvPr/>
        </p:nvSpPr>
        <p:spPr>
          <a:xfrm>
            <a:off x="9536735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label65"/>
          <p:cNvSpPr txBox="1"/>
          <p:nvPr/>
        </p:nvSpPr>
        <p:spPr>
          <a:xfrm>
            <a:off x="9079535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9" name="S06-line66"/>
          <p:cNvSpPr/>
          <p:nvPr/>
        </p:nvSpPr>
        <p:spPr>
          <a:xfrm>
            <a:off x="10100767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6-label67"/>
          <p:cNvSpPr txBox="1"/>
          <p:nvPr/>
        </p:nvSpPr>
        <p:spPr>
          <a:xfrm>
            <a:off x="9643567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21" name="S06-line68"/>
          <p:cNvSpPr/>
          <p:nvPr/>
        </p:nvSpPr>
        <p:spPr>
          <a:xfrm>
            <a:off x="1066480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6-label69"/>
          <p:cNvSpPr txBox="1"/>
          <p:nvPr/>
        </p:nvSpPr>
        <p:spPr>
          <a:xfrm>
            <a:off x="10207600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23" name="S06-line70"/>
          <p:cNvSpPr/>
          <p:nvPr/>
        </p:nvSpPr>
        <p:spPr>
          <a:xfrm>
            <a:off x="1122883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6-label71"/>
          <p:cNvSpPr txBox="1"/>
          <p:nvPr/>
        </p:nvSpPr>
        <p:spPr>
          <a:xfrm>
            <a:off x="10771632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25" name="S06-mark72"/>
          <p:cNvSpPr/>
          <p:nvPr/>
        </p:nvSpPr>
        <p:spPr>
          <a:xfrm>
            <a:off x="8881262" y="475396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6" name="S06-line73"/>
          <p:cNvSpPr/>
          <p:nvPr/>
        </p:nvSpPr>
        <p:spPr>
          <a:xfrm flipV="1">
            <a:off x="8972702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7" name="S06-line74"/>
          <p:cNvSpPr/>
          <p:nvPr/>
        </p:nvSpPr>
        <p:spPr>
          <a:xfrm>
            <a:off x="8972702" y="4461358"/>
            <a:ext cx="56403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8" name="S06-line75"/>
          <p:cNvSpPr/>
          <p:nvPr/>
        </p:nvSpPr>
        <p:spPr>
          <a:xfrm flipV="1">
            <a:off x="9536735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9" name="S06-line76"/>
          <p:cNvSpPr/>
          <p:nvPr/>
        </p:nvSpPr>
        <p:spPr>
          <a:xfrm>
            <a:off x="9536735" y="4461358"/>
            <a:ext cx="56403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06-figure77" descr="0부터 9까지 수직선에서 5에서 6, 7로 두 번 뛰어가는 화살표"/>
          <p:cNvSpPr/>
          <p:nvPr/>
        </p:nvSpPr>
        <p:spPr>
          <a:xfrm>
            <a:off x="5878220" y="4662526"/>
            <a:ext cx="562493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06-stepno78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2" name="S06-text79"/>
          <p:cNvSpPr txBox="1"/>
          <p:nvPr/>
        </p:nvSpPr>
        <p:spPr>
          <a:xfrm>
            <a:off x="1325880" y="3424428"/>
            <a:ext cx="4049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수 5를 말해요.</a:t>
            </a:r>
            <a:endParaRPr lang="ko-KR" sz="3200" dirty="0"/>
          </a:p>
        </p:txBody>
      </p:sp>
      <p:sp>
        <p:nvSpPr>
          <p:cNvPr id="33" name="S06-stepno80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4" name="S06-text81"/>
          <p:cNvSpPr txBox="1"/>
          <p:nvPr/>
        </p:nvSpPr>
        <p:spPr>
          <a:xfrm>
            <a:off x="1325880" y="4137660"/>
            <a:ext cx="4049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2만큼 이어 세요: 6, 7</a:t>
            </a:r>
            <a:endParaRPr lang="ko-KR" sz="3200" dirty="0"/>
          </a:p>
        </p:txBody>
      </p:sp>
      <p:sp>
        <p:nvSpPr>
          <p:cNvPr id="35" name="S06-stepno82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6" name="S06-text83"/>
          <p:cNvSpPr txBox="1"/>
          <p:nvPr/>
        </p:nvSpPr>
        <p:spPr>
          <a:xfrm>
            <a:off x="1325880" y="4850892"/>
            <a:ext cx="4049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+ 2 = 7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덧셈식으로 나타내요</a:t>
            </a:r>
            <a:endParaRPr lang="ko-KR" sz="4400" dirty="0"/>
          </a:p>
        </p:txBody>
      </p:sp>
      <p:sp>
        <p:nvSpPr>
          <p:cNvPr id="3" name="S07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보고 덧셈식을 말해요.</a:t>
            </a:r>
            <a:endParaRPr lang="ko-KR" sz="3200" dirty="0"/>
          </a:p>
        </p:txBody>
      </p:sp>
      <p:sp>
        <p:nvSpPr>
          <p:cNvPr id="4" name="S07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몇 개, 오른쪽 몇 개, 모두 몇 개?</a:t>
            </a:r>
            <a:endParaRPr lang="ko-KR" sz="3200" dirty="0"/>
          </a:p>
        </p:txBody>
      </p:sp>
      <p:sp>
        <p:nvSpPr>
          <p:cNvPr id="6" name="S07-chip8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cell88"/>
          <p:cNvSpPr/>
          <p:nvPr/>
        </p:nvSpPr>
        <p:spPr>
          <a:xfrm>
            <a:off x="1492758" y="20116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dot89"/>
          <p:cNvSpPr/>
          <p:nvPr/>
        </p:nvSpPr>
        <p:spPr>
          <a:xfrm>
            <a:off x="1570482" y="208940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7-cell90"/>
          <p:cNvSpPr/>
          <p:nvPr/>
        </p:nvSpPr>
        <p:spPr>
          <a:xfrm>
            <a:off x="1949958" y="20116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dot91"/>
          <p:cNvSpPr/>
          <p:nvPr/>
        </p:nvSpPr>
        <p:spPr>
          <a:xfrm>
            <a:off x="2027682" y="208940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7-cell92"/>
          <p:cNvSpPr/>
          <p:nvPr/>
        </p:nvSpPr>
        <p:spPr>
          <a:xfrm>
            <a:off x="2407158" y="20116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cell93"/>
          <p:cNvSpPr/>
          <p:nvPr/>
        </p:nvSpPr>
        <p:spPr>
          <a:xfrm>
            <a:off x="2864358" y="20116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7-cell94"/>
          <p:cNvSpPr/>
          <p:nvPr/>
        </p:nvSpPr>
        <p:spPr>
          <a:xfrm>
            <a:off x="3321558" y="20116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7-cell95"/>
          <p:cNvSpPr/>
          <p:nvPr/>
        </p:nvSpPr>
        <p:spPr>
          <a:xfrm>
            <a:off x="1492758" y="2468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7-cell96"/>
          <p:cNvSpPr/>
          <p:nvPr/>
        </p:nvSpPr>
        <p:spPr>
          <a:xfrm>
            <a:off x="1949958" y="2468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cell97"/>
          <p:cNvSpPr/>
          <p:nvPr/>
        </p:nvSpPr>
        <p:spPr>
          <a:xfrm>
            <a:off x="2407158" y="2468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cell98"/>
          <p:cNvSpPr/>
          <p:nvPr/>
        </p:nvSpPr>
        <p:spPr>
          <a:xfrm>
            <a:off x="2864358" y="2468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cell99"/>
          <p:cNvSpPr/>
          <p:nvPr/>
        </p:nvSpPr>
        <p:spPr>
          <a:xfrm>
            <a:off x="3321558" y="2468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figure100" descr="1개의 십 칸 틀 중 1번째: 모두 2개"/>
          <p:cNvSpPr/>
          <p:nvPr/>
        </p:nvSpPr>
        <p:spPr>
          <a:xfrm>
            <a:off x="1492758" y="2011680"/>
            <a:ext cx="2286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7-cell101"/>
          <p:cNvSpPr/>
          <p:nvPr/>
        </p:nvSpPr>
        <p:spPr>
          <a:xfrm>
            <a:off x="4395978" y="20116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7-dot102"/>
          <p:cNvSpPr/>
          <p:nvPr/>
        </p:nvSpPr>
        <p:spPr>
          <a:xfrm>
            <a:off x="4473702" y="208940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7-cell103"/>
          <p:cNvSpPr/>
          <p:nvPr/>
        </p:nvSpPr>
        <p:spPr>
          <a:xfrm>
            <a:off x="4853178" y="20116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dot104"/>
          <p:cNvSpPr/>
          <p:nvPr/>
        </p:nvSpPr>
        <p:spPr>
          <a:xfrm>
            <a:off x="4930902" y="208940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7-cell105"/>
          <p:cNvSpPr/>
          <p:nvPr/>
        </p:nvSpPr>
        <p:spPr>
          <a:xfrm>
            <a:off x="5310378" y="20116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7-dot106"/>
          <p:cNvSpPr/>
          <p:nvPr/>
        </p:nvSpPr>
        <p:spPr>
          <a:xfrm>
            <a:off x="5388102" y="208940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7-cell107"/>
          <p:cNvSpPr/>
          <p:nvPr/>
        </p:nvSpPr>
        <p:spPr>
          <a:xfrm>
            <a:off x="5767578" y="20116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dot108"/>
          <p:cNvSpPr/>
          <p:nvPr/>
        </p:nvSpPr>
        <p:spPr>
          <a:xfrm>
            <a:off x="5845302" y="208940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7-cell109"/>
          <p:cNvSpPr/>
          <p:nvPr/>
        </p:nvSpPr>
        <p:spPr>
          <a:xfrm>
            <a:off x="6224778" y="20116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7-cell110"/>
          <p:cNvSpPr/>
          <p:nvPr/>
        </p:nvSpPr>
        <p:spPr>
          <a:xfrm>
            <a:off x="4395978" y="2468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cell111"/>
          <p:cNvSpPr/>
          <p:nvPr/>
        </p:nvSpPr>
        <p:spPr>
          <a:xfrm>
            <a:off x="4853178" y="2468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7-cell112"/>
          <p:cNvSpPr/>
          <p:nvPr/>
        </p:nvSpPr>
        <p:spPr>
          <a:xfrm>
            <a:off x="5310378" y="2468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7-cell113"/>
          <p:cNvSpPr/>
          <p:nvPr/>
        </p:nvSpPr>
        <p:spPr>
          <a:xfrm>
            <a:off x="5767578" y="2468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7-cell114"/>
          <p:cNvSpPr/>
          <p:nvPr/>
        </p:nvSpPr>
        <p:spPr>
          <a:xfrm>
            <a:off x="6224778" y="246888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7-figure115" descr="1개의 십 칸 틀 중 1번째: 모두 4개"/>
          <p:cNvSpPr/>
          <p:nvPr/>
        </p:nvSpPr>
        <p:spPr>
          <a:xfrm>
            <a:off x="4395978" y="2011680"/>
            <a:ext cx="2286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07-chip11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6" name="S07-cell117"/>
          <p:cNvSpPr/>
          <p:nvPr/>
        </p:nvSpPr>
        <p:spPr>
          <a:xfrm>
            <a:off x="1492758" y="31089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7-dot118"/>
          <p:cNvSpPr/>
          <p:nvPr/>
        </p:nvSpPr>
        <p:spPr>
          <a:xfrm>
            <a:off x="1570482" y="318668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7-cell119"/>
          <p:cNvSpPr/>
          <p:nvPr/>
        </p:nvSpPr>
        <p:spPr>
          <a:xfrm>
            <a:off x="1949958" y="31089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7-dot120"/>
          <p:cNvSpPr/>
          <p:nvPr/>
        </p:nvSpPr>
        <p:spPr>
          <a:xfrm>
            <a:off x="2027682" y="318668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7-cell121"/>
          <p:cNvSpPr/>
          <p:nvPr/>
        </p:nvSpPr>
        <p:spPr>
          <a:xfrm>
            <a:off x="2407158" y="31089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7-dot122"/>
          <p:cNvSpPr/>
          <p:nvPr/>
        </p:nvSpPr>
        <p:spPr>
          <a:xfrm>
            <a:off x="2484882" y="318668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7-cell123"/>
          <p:cNvSpPr/>
          <p:nvPr/>
        </p:nvSpPr>
        <p:spPr>
          <a:xfrm>
            <a:off x="2864358" y="31089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7-dot124"/>
          <p:cNvSpPr/>
          <p:nvPr/>
        </p:nvSpPr>
        <p:spPr>
          <a:xfrm>
            <a:off x="2942082" y="318668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7-cell125"/>
          <p:cNvSpPr/>
          <p:nvPr/>
        </p:nvSpPr>
        <p:spPr>
          <a:xfrm>
            <a:off x="3321558" y="31089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7-dot126"/>
          <p:cNvSpPr/>
          <p:nvPr/>
        </p:nvSpPr>
        <p:spPr>
          <a:xfrm>
            <a:off x="3399282" y="318668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7-cell127"/>
          <p:cNvSpPr/>
          <p:nvPr/>
        </p:nvSpPr>
        <p:spPr>
          <a:xfrm>
            <a:off x="1492758" y="35661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7-cell128"/>
          <p:cNvSpPr/>
          <p:nvPr/>
        </p:nvSpPr>
        <p:spPr>
          <a:xfrm>
            <a:off x="1949958" y="35661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7-cell129"/>
          <p:cNvSpPr/>
          <p:nvPr/>
        </p:nvSpPr>
        <p:spPr>
          <a:xfrm>
            <a:off x="2407158" y="35661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7-cell130"/>
          <p:cNvSpPr/>
          <p:nvPr/>
        </p:nvSpPr>
        <p:spPr>
          <a:xfrm>
            <a:off x="2864358" y="35661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7-cell131"/>
          <p:cNvSpPr/>
          <p:nvPr/>
        </p:nvSpPr>
        <p:spPr>
          <a:xfrm>
            <a:off x="3321558" y="35661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7-figure132" descr="1개의 십 칸 틀 중 1번째: 모두 5개"/>
          <p:cNvSpPr/>
          <p:nvPr/>
        </p:nvSpPr>
        <p:spPr>
          <a:xfrm>
            <a:off x="1492758" y="3108960"/>
            <a:ext cx="2286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2" name="S07-cell133"/>
          <p:cNvSpPr/>
          <p:nvPr/>
        </p:nvSpPr>
        <p:spPr>
          <a:xfrm>
            <a:off x="4395978" y="31089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7-dot134"/>
          <p:cNvSpPr/>
          <p:nvPr/>
        </p:nvSpPr>
        <p:spPr>
          <a:xfrm>
            <a:off x="4473702" y="318668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7-cell135"/>
          <p:cNvSpPr/>
          <p:nvPr/>
        </p:nvSpPr>
        <p:spPr>
          <a:xfrm>
            <a:off x="4853178" y="31089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7-dot136"/>
          <p:cNvSpPr/>
          <p:nvPr/>
        </p:nvSpPr>
        <p:spPr>
          <a:xfrm>
            <a:off x="4930902" y="318668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7-cell137"/>
          <p:cNvSpPr/>
          <p:nvPr/>
        </p:nvSpPr>
        <p:spPr>
          <a:xfrm>
            <a:off x="5310378" y="31089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7-dot138"/>
          <p:cNvSpPr/>
          <p:nvPr/>
        </p:nvSpPr>
        <p:spPr>
          <a:xfrm>
            <a:off x="5388102" y="318668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7-cell139"/>
          <p:cNvSpPr/>
          <p:nvPr/>
        </p:nvSpPr>
        <p:spPr>
          <a:xfrm>
            <a:off x="5767578" y="31089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7-cell140"/>
          <p:cNvSpPr/>
          <p:nvPr/>
        </p:nvSpPr>
        <p:spPr>
          <a:xfrm>
            <a:off x="6224778" y="31089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7-cell141"/>
          <p:cNvSpPr/>
          <p:nvPr/>
        </p:nvSpPr>
        <p:spPr>
          <a:xfrm>
            <a:off x="4395978" y="35661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7-cell142"/>
          <p:cNvSpPr/>
          <p:nvPr/>
        </p:nvSpPr>
        <p:spPr>
          <a:xfrm>
            <a:off x="4853178" y="35661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7-cell143"/>
          <p:cNvSpPr/>
          <p:nvPr/>
        </p:nvSpPr>
        <p:spPr>
          <a:xfrm>
            <a:off x="5310378" y="35661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7-cell144"/>
          <p:cNvSpPr/>
          <p:nvPr/>
        </p:nvSpPr>
        <p:spPr>
          <a:xfrm>
            <a:off x="5767578" y="35661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7-cell145"/>
          <p:cNvSpPr/>
          <p:nvPr/>
        </p:nvSpPr>
        <p:spPr>
          <a:xfrm>
            <a:off x="6224778" y="356616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7-figure146" descr="1개의 십 칸 틀 중 1번째: 모두 3개"/>
          <p:cNvSpPr/>
          <p:nvPr/>
        </p:nvSpPr>
        <p:spPr>
          <a:xfrm>
            <a:off x="4395978" y="3108960"/>
            <a:ext cx="2286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6" name="S07-chip14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67" name="S07-cell148"/>
          <p:cNvSpPr/>
          <p:nvPr/>
        </p:nvSpPr>
        <p:spPr>
          <a:xfrm>
            <a:off x="149275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7-dot149"/>
          <p:cNvSpPr/>
          <p:nvPr/>
        </p:nvSpPr>
        <p:spPr>
          <a:xfrm>
            <a:off x="157048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9" name="S07-cell150"/>
          <p:cNvSpPr/>
          <p:nvPr/>
        </p:nvSpPr>
        <p:spPr>
          <a:xfrm>
            <a:off x="194995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7-cell151"/>
          <p:cNvSpPr/>
          <p:nvPr/>
        </p:nvSpPr>
        <p:spPr>
          <a:xfrm>
            <a:off x="240715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7-cell152"/>
          <p:cNvSpPr/>
          <p:nvPr/>
        </p:nvSpPr>
        <p:spPr>
          <a:xfrm>
            <a:off x="286435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7-cell153"/>
          <p:cNvSpPr/>
          <p:nvPr/>
        </p:nvSpPr>
        <p:spPr>
          <a:xfrm>
            <a:off x="332155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7-cell154"/>
          <p:cNvSpPr/>
          <p:nvPr/>
        </p:nvSpPr>
        <p:spPr>
          <a:xfrm>
            <a:off x="149275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7-cell155"/>
          <p:cNvSpPr/>
          <p:nvPr/>
        </p:nvSpPr>
        <p:spPr>
          <a:xfrm>
            <a:off x="194995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7-cell156"/>
          <p:cNvSpPr/>
          <p:nvPr/>
        </p:nvSpPr>
        <p:spPr>
          <a:xfrm>
            <a:off x="240715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7-cell157"/>
          <p:cNvSpPr/>
          <p:nvPr/>
        </p:nvSpPr>
        <p:spPr>
          <a:xfrm>
            <a:off x="286435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7-cell158"/>
          <p:cNvSpPr/>
          <p:nvPr/>
        </p:nvSpPr>
        <p:spPr>
          <a:xfrm>
            <a:off x="332155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7-figure159" descr="1개의 십 칸 틀 중 1번째: 모두 1개"/>
          <p:cNvSpPr/>
          <p:nvPr/>
        </p:nvSpPr>
        <p:spPr>
          <a:xfrm>
            <a:off x="1492758" y="4206240"/>
            <a:ext cx="2286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9" name="S07-cell160"/>
          <p:cNvSpPr/>
          <p:nvPr/>
        </p:nvSpPr>
        <p:spPr>
          <a:xfrm>
            <a:off x="439597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7-dot161"/>
          <p:cNvSpPr/>
          <p:nvPr/>
        </p:nvSpPr>
        <p:spPr>
          <a:xfrm>
            <a:off x="447370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7-cell162"/>
          <p:cNvSpPr/>
          <p:nvPr/>
        </p:nvSpPr>
        <p:spPr>
          <a:xfrm>
            <a:off x="485317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7-dot163"/>
          <p:cNvSpPr/>
          <p:nvPr/>
        </p:nvSpPr>
        <p:spPr>
          <a:xfrm>
            <a:off x="493090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3" name="S07-cell164"/>
          <p:cNvSpPr/>
          <p:nvPr/>
        </p:nvSpPr>
        <p:spPr>
          <a:xfrm>
            <a:off x="531037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7-dot165"/>
          <p:cNvSpPr/>
          <p:nvPr/>
        </p:nvSpPr>
        <p:spPr>
          <a:xfrm>
            <a:off x="538810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5" name="S07-cell166"/>
          <p:cNvSpPr/>
          <p:nvPr/>
        </p:nvSpPr>
        <p:spPr>
          <a:xfrm>
            <a:off x="576757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7-dot167"/>
          <p:cNvSpPr/>
          <p:nvPr/>
        </p:nvSpPr>
        <p:spPr>
          <a:xfrm>
            <a:off x="584530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7" name="S07-cell168"/>
          <p:cNvSpPr/>
          <p:nvPr/>
        </p:nvSpPr>
        <p:spPr>
          <a:xfrm>
            <a:off x="622477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7-dot169"/>
          <p:cNvSpPr/>
          <p:nvPr/>
        </p:nvSpPr>
        <p:spPr>
          <a:xfrm>
            <a:off x="630250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9" name="S07-cell170"/>
          <p:cNvSpPr/>
          <p:nvPr/>
        </p:nvSpPr>
        <p:spPr>
          <a:xfrm>
            <a:off x="439597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7-dot171"/>
          <p:cNvSpPr/>
          <p:nvPr/>
        </p:nvSpPr>
        <p:spPr>
          <a:xfrm>
            <a:off x="4473702" y="47411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1" name="S07-cell172"/>
          <p:cNvSpPr/>
          <p:nvPr/>
        </p:nvSpPr>
        <p:spPr>
          <a:xfrm>
            <a:off x="485317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7-cell173"/>
          <p:cNvSpPr/>
          <p:nvPr/>
        </p:nvSpPr>
        <p:spPr>
          <a:xfrm>
            <a:off x="531037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07-cell174"/>
          <p:cNvSpPr/>
          <p:nvPr/>
        </p:nvSpPr>
        <p:spPr>
          <a:xfrm>
            <a:off x="576757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7-cell175"/>
          <p:cNvSpPr/>
          <p:nvPr/>
        </p:nvSpPr>
        <p:spPr>
          <a:xfrm>
            <a:off x="622477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5" name="S07-figure176" descr="1개의 십 칸 틀 중 1번째: 모두 6개"/>
          <p:cNvSpPr/>
          <p:nvPr/>
        </p:nvSpPr>
        <p:spPr>
          <a:xfrm>
            <a:off x="4395978" y="4206240"/>
            <a:ext cx="2286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덧셈을 해 봐요</a:t>
            </a:r>
            <a:endParaRPr lang="ko-KR" sz="4400" dirty="0"/>
          </a:p>
        </p:txBody>
      </p:sp>
      <p:sp>
        <p:nvSpPr>
          <p:cNvPr id="3" name="S08-card1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1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모으거나 이어 세어요.</a:t>
            </a:r>
            <a:endParaRPr lang="ko-KR" sz="3200" dirty="0"/>
          </a:p>
        </p:txBody>
      </p:sp>
      <p:sp>
        <p:nvSpPr>
          <p:cNvPr id="5" name="S08-chip17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8-eqtext18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+ 4 = □</a:t>
            </a:r>
            <a:endParaRPr lang="ko-KR" sz="3600" dirty="0"/>
          </a:p>
        </p:txBody>
      </p:sp>
      <p:sp>
        <p:nvSpPr>
          <p:cNvPr id="7" name="S08-chip18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eqtext182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+ 2 = □</a:t>
            </a:r>
            <a:endParaRPr lang="ko-KR" sz="3600" dirty="0"/>
          </a:p>
        </p:txBody>
      </p:sp>
      <p:sp>
        <p:nvSpPr>
          <p:cNvPr id="9" name="S08-chip183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8-eqtext184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+ 7 = □</a:t>
            </a:r>
            <a:endParaRPr lang="ko-KR" sz="3600" dirty="0"/>
          </a:p>
        </p:txBody>
      </p:sp>
      <p:sp>
        <p:nvSpPr>
          <p:cNvPr id="11" name="S08-chip185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8-eqtext186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+ 0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9-card18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8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+ 3을 이어 세었어요.</a:t>
            </a:r>
            <a:endParaRPr lang="ko-KR" sz="3200" dirty="0"/>
          </a:p>
        </p:txBody>
      </p:sp>
      <p:sp>
        <p:nvSpPr>
          <p:cNvPr id="5" name="S09-card1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9-chip19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7</a:t>
            </a:r>
            <a:endParaRPr lang="ko-KR" sz="2600" dirty="0"/>
          </a:p>
        </p:txBody>
      </p:sp>
      <p:sp>
        <p:nvSpPr>
          <p:cNvPr id="8" name="S09-text19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“5, 6, 7”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5부터 손가락을 폈어요.</a:t>
            </a:r>
            <a:endParaRPr lang="ko-KR" sz="3200" dirty="0"/>
          </a:p>
        </p:txBody>
      </p:sp>
      <p:sp>
        <p:nvSpPr>
          <p:cNvPr id="9" name="S09-chip19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8</a:t>
            </a:r>
            <a:endParaRPr lang="ko-KR" sz="2600" dirty="0"/>
          </a:p>
        </p:txBody>
      </p:sp>
      <p:sp>
        <p:nvSpPr>
          <p:cNvPr id="10" name="S09-text19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“5! 6, 7, 8”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6부터 손가락을 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 계산해요.</a:t>
            </a:r>
            <a:endParaRPr lang="ko-KR" sz="3200" dirty="0"/>
          </a:p>
        </p:txBody>
      </p:sp>
      <p:sp>
        <p:nvSpPr>
          <p:cNvPr id="4" name="S10-chip19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19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3개와 배 4개는 모두 몇 개?</a:t>
            </a:r>
            <a:endParaRPr lang="ko-KR" sz="3200" dirty="0"/>
          </a:p>
        </p:txBody>
      </p:sp>
      <p:sp>
        <p:nvSpPr>
          <p:cNvPr id="6" name="S10-chip19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eqtext19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+ 5 = □</a:t>
            </a:r>
            <a:endParaRPr lang="ko-KR" sz="3600" dirty="0"/>
          </a:p>
        </p:txBody>
      </p:sp>
      <p:sp>
        <p:nvSpPr>
          <p:cNvPr id="8" name="S10-chip20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eqtext20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덧셈식은?</a:t>
            </a:r>
            <a:endParaRPr lang="ko-KR" sz="4400" dirty="0"/>
          </a:p>
        </p:txBody>
      </p:sp>
      <p:sp>
        <p:nvSpPr>
          <p:cNvPr id="3" name="S12-text2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2마리가 있는데 4마리가 더 왔어요.</a:t>
            </a:r>
            <a:endParaRPr lang="ko-KR" sz="3200" dirty="0"/>
          </a:p>
        </p:txBody>
      </p:sp>
      <p:sp>
        <p:nvSpPr>
          <p:cNvPr id="4" name="S12-card2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2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2-chip20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206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207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+ 4 = 6</a:t>
            </a:r>
            <a:endParaRPr lang="ko-KR" sz="3200" dirty="0"/>
          </a:p>
        </p:txBody>
      </p:sp>
      <p:sp>
        <p:nvSpPr>
          <p:cNvPr id="9" name="S12-chip20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209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210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+ 1 = 5</a:t>
            </a:r>
            <a:endParaRPr lang="ko-KR" sz="3200" dirty="0"/>
          </a:p>
        </p:txBody>
      </p:sp>
      <p:sp>
        <p:nvSpPr>
          <p:cNvPr id="12" name="S12-chip21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212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213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+ 5 = 7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21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21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개인지 구할 때 덧셈을 해요.</a:t>
            </a:r>
            <a:endParaRPr lang="ko-KR" sz="3200" dirty="0"/>
          </a:p>
        </p:txBody>
      </p:sp>
      <p:sp>
        <p:nvSpPr>
          <p:cNvPr id="5" name="S13-chip21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앞의 수에서 이어 세기</a:t>
            </a:r>
            <a:endParaRPr lang="ko-KR" sz="2600" dirty="0"/>
          </a:p>
        </p:txBody>
      </p:sp>
      <p:sp>
        <p:nvSpPr>
          <p:cNvPr id="6" name="S13-chip21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앞의 수를 다시 세기</a:t>
            </a:r>
            <a:endParaRPr lang="ko-KR" sz="2600" dirty="0"/>
          </a:p>
        </p:txBody>
      </p:sp>
      <p:sp>
        <p:nvSpPr>
          <p:cNvPr id="7" name="S13-text21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eqtext21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 + 6 = □</a:t>
            </a:r>
            <a:endParaRPr lang="ko-KR" sz="3000" dirty="0"/>
          </a:p>
        </p:txBody>
      </p:sp>
      <p:sp>
        <p:nvSpPr>
          <p:cNvPr id="9" name="S13-eqtext22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 + 5 = □</a:t>
            </a:r>
            <a:endParaRPr lang="ko-KR" sz="3000" dirty="0"/>
          </a:p>
        </p:txBody>
      </p:sp>
      <p:sp>
        <p:nvSpPr>
          <p:cNvPr id="10" name="S13-eqtext22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 + 0 = □</a:t>
            </a:r>
            <a:endParaRPr lang="ko-KR" sz="3000" dirty="0"/>
          </a:p>
        </p:txBody>
      </p:sp>
      <p:sp>
        <p:nvSpPr>
          <p:cNvPr id="11" name="S13-text22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뺄셈의 뜻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두 접시 모으기</a:t>
            </a:r>
            <a:endParaRPr lang="ko-KR" sz="4400" dirty="0"/>
          </a:p>
        </p:txBody>
      </p:sp>
      <p:sp>
        <p:nvSpPr>
          <p:cNvPr id="3" name="S14-text2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접시의 돌을 한 접시에 모아요.</a:t>
            </a:r>
            <a:endParaRPr lang="ko-KR" sz="3200" dirty="0"/>
          </a:p>
        </p:txBody>
      </p:sp>
      <p:sp>
        <p:nvSpPr>
          <p:cNvPr id="4" name="S14-card2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2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3을 모으면 6이에요.</a:t>
            </a:r>
            <a:endParaRPr lang="ko-KR" sz="3200" dirty="0"/>
          </a:p>
        </p:txBody>
      </p:sp>
      <p:sp>
        <p:nvSpPr>
          <p:cNvPr id="6" name="S14-dot226"/>
          <p:cNvSpPr/>
          <p:nvPr/>
        </p:nvSpPr>
        <p:spPr>
          <a:xfrm>
            <a:off x="23431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4-dot227"/>
          <p:cNvSpPr/>
          <p:nvPr/>
        </p:nvSpPr>
        <p:spPr>
          <a:xfrm>
            <a:off x="30289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4-dot228"/>
          <p:cNvSpPr/>
          <p:nvPr/>
        </p:nvSpPr>
        <p:spPr>
          <a:xfrm>
            <a:off x="37147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4-figure229" descr="주황 점 3개"/>
          <p:cNvSpPr/>
          <p:nvPr/>
        </p:nvSpPr>
        <p:spPr>
          <a:xfrm>
            <a:off x="2212848" y="2963799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14-label230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1" name="S14-dot231"/>
          <p:cNvSpPr/>
          <p:nvPr/>
        </p:nvSpPr>
        <p:spPr>
          <a:xfrm>
            <a:off x="80490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4-dot232"/>
          <p:cNvSpPr/>
          <p:nvPr/>
        </p:nvSpPr>
        <p:spPr>
          <a:xfrm>
            <a:off x="87348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dot233"/>
          <p:cNvSpPr/>
          <p:nvPr/>
        </p:nvSpPr>
        <p:spPr>
          <a:xfrm>
            <a:off x="94206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figure234" descr="파란 점 3개"/>
          <p:cNvSpPr/>
          <p:nvPr/>
        </p:nvSpPr>
        <p:spPr>
          <a:xfrm>
            <a:off x="7918704" y="2963799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4-label235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덧셈의 뜻</dc:title>
  <dc:subject>KR22-G01-MAT-ADD-L01</dc:subject>
  <dc:creator>education-ppt</dc:creator>
  <cp:lastModifiedBy>education-ppt</cp:lastModifiedBy>
  <cp:revision>1</cp:revision>
  <dcterms:created xsi:type="dcterms:W3CDTF">2026-10-26T07:13:01Z</dcterms:created>
  <dcterms:modified xsi:type="dcterms:W3CDTF">2026-10-26T07:13:01Z</dcterms:modified>
</cp:coreProperties>
</file>