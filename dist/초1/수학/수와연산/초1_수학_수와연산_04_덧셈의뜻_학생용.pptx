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5af2c54-f5b4-7416-349c-20ff80f08735}">
          <p14:sldIdLst>
            <p14:sldId id="256"/>
            <p14:sldId id="257"/>
          </p14:sldIdLst>
        </p14:section>
        <p14:section name="개념" id="{358449c8-8ff9-b880-727e-d3c45b1fead9}">
          <p14:sldIdLst>
            <p14:sldId id="258"/>
            <p14:sldId id="259"/>
            <p14:sldId id="260"/>
            <p14:sldId id="261"/>
          </p14:sldIdLst>
        </p14:section>
        <p14:section name="연습" id="{ec0e5e6c-6e11-1006-98da-8e155fa481ee}">
          <p14:sldIdLst>
            <p14:sldId id="262"/>
            <p14:sldId id="263"/>
            <p14:sldId id="264"/>
          </p14:sldIdLst>
        </p14:section>
        <p14:section name="확인" id="{7c00e5e2-baaa-d1bf-f64c-23e2bca6454c}">
          <p14:sldIdLst>
            <p14:sldId id="265"/>
            <p14:sldId id="266"/>
          </p14:sldIdLst>
        </p14:section>
        <p14:section name="정리" id="{d989dd98-1675-6ba8-af6b-1a09ae128a66}">
          <p14:sldIdLst>
            <p14:sldId id="267"/>
          </p14:sldIdLst>
        </p14:section>
        <p14:section name="보충" id="{f8b1e151-4f8a-8e90-5119-06d8d7eadc8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2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2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20294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3916172"/>
            <a:ext cx="4049420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507238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4927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5704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9499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20276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4071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8643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33215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4927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9499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4071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8643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33215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1개의 십 칸 틀 중 1번째: 모두 2개"/>
          <p:cNvSpPr/>
          <p:nvPr/>
        </p:nvSpPr>
        <p:spPr>
          <a:xfrm>
            <a:off x="149275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43959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44737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48531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9309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53103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53881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57675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58453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62247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43959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48531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53103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57675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62247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1개의 십 칸 틀 중 1번째: 모두 4개"/>
          <p:cNvSpPr/>
          <p:nvPr/>
        </p:nvSpPr>
        <p:spPr>
          <a:xfrm>
            <a:off x="439597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4927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5704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9499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20276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4071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4848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8643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9420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33215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33992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4927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9499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4071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8643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33215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1개의 십 칸 틀 중 1번째: 모두 5개"/>
          <p:cNvSpPr/>
          <p:nvPr/>
        </p:nvSpPr>
        <p:spPr>
          <a:xfrm>
            <a:off x="149275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43959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44737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48531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9309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53103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53881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57675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62247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43959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48531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53103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57675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62247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1개의 십 칸 틀 중 1번째: 모두 3개"/>
          <p:cNvSpPr/>
          <p:nvPr/>
        </p:nvSpPr>
        <p:spPr>
          <a:xfrm>
            <a:off x="439597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4927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57048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9499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4071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8643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33215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4927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9499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4071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8643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33215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1개의 십 칸 틀 중 1번째: 모두 1개"/>
          <p:cNvSpPr/>
          <p:nvPr/>
        </p:nvSpPr>
        <p:spPr>
          <a:xfrm>
            <a:off x="149275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43959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44737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48531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9309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53103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53881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57675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58453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62247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63025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43959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447370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48531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53103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57675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62247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1개의 십 칸 틀 중 1번째: 모두 6개"/>
          <p:cNvSpPr/>
          <p:nvPr/>
        </p:nvSpPr>
        <p:spPr>
          <a:xfrm>
            <a:off x="439597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26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27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28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29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3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3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3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3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3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3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2026-10-26T07:45:08Z</dcterms:created>
  <dcterms:modified xsi:type="dcterms:W3CDTF">2026-10-26T07:45:08Z</dcterms:modified>
</cp:coreProperties>
</file>