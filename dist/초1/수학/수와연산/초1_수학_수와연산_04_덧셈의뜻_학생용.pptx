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7fbca9b-91f2-0022-549c-9a3fe1852283}">
          <p14:sldIdLst>
            <p14:sldId id="256"/>
            <p14:sldId id="257"/>
          </p14:sldIdLst>
        </p14:section>
        <p14:section name="개념" id="{907e821e-509b-a689-67a3-b78385f6aec8}">
          <p14:sldIdLst>
            <p14:sldId id="258"/>
            <p14:sldId id="259"/>
            <p14:sldId id="260"/>
            <p14:sldId id="261"/>
          </p14:sldIdLst>
        </p14:section>
        <p14:section name="연습" id="{ecc4fba7-7238-a9dd-ce6d-d895053f196f}">
          <p14:sldIdLst>
            <p14:sldId id="262"/>
            <p14:sldId id="263"/>
            <p14:sldId id="264"/>
          </p14:sldIdLst>
        </p14:section>
        <p14:section name="확인" id="{c1883715-ef9e-ef67-569b-802d44f22ddc}">
          <p14:sldIdLst>
            <p14:sldId id="265"/>
            <p14:sldId id="266"/>
          </p14:sldIdLst>
        </p14:section>
        <p14:section name="정리" id="{c9164116-efea-2f82-d32e-7673f6afc896}">
          <p14:sldIdLst>
            <p14:sldId id="267"/>
          </p14:sldIdLst>
        </p14:section>
        <p14:section name="보충" id="{db3446a5-605c-8944-14db-34d55c0f6cb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424428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413766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4850892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344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410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732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179885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1214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5100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28986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344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732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1214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5100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28986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십 칸 틀에 2개"/>
          <p:cNvSpPr/>
          <p:nvPr/>
        </p:nvSpPr>
        <p:spPr>
          <a:xfrm>
            <a:off x="134416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360730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367337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399592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06199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438454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445061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477316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4839233" y="214632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5161788" y="20802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360730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399592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438454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477316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5161788" y="24688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십 칸 틀에 4개"/>
          <p:cNvSpPr/>
          <p:nvPr/>
        </p:nvSpPr>
        <p:spPr>
          <a:xfrm>
            <a:off x="3607308" y="208026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344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41023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732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179885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1214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1874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5100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5760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28986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29647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344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732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1214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5100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28986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십 칸 틀에 5개"/>
          <p:cNvSpPr/>
          <p:nvPr/>
        </p:nvSpPr>
        <p:spPr>
          <a:xfrm>
            <a:off x="134416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360730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367337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399592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06199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438454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4450613" y="32436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477316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5161788" y="31775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360730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399592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438454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477316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5161788" y="356616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십 칸 틀에 3개"/>
          <p:cNvSpPr/>
          <p:nvPr/>
        </p:nvSpPr>
        <p:spPr>
          <a:xfrm>
            <a:off x="3607308" y="317754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344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410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732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1214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5100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28986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344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732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1214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5100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28986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십 칸 틀에 1개"/>
          <p:cNvSpPr/>
          <p:nvPr/>
        </p:nvSpPr>
        <p:spPr>
          <a:xfrm>
            <a:off x="134416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360730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367337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399592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06199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438454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445061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477316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483923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5161788" y="427482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5227853" y="434088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360730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3673373" y="472950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399592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438454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477316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5161788" y="466344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십 칸 틀에 6개"/>
          <p:cNvSpPr/>
          <p:nvPr/>
        </p:nvSpPr>
        <p:spPr>
          <a:xfrm>
            <a:off x="3607308" y="427482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26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27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28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29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3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3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3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3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3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3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2026-10-26T06:21:14Z</dcterms:created>
  <dcterms:modified xsi:type="dcterms:W3CDTF">2026-10-26T06:21:14Z</dcterms:modified>
</cp:coreProperties>
</file>