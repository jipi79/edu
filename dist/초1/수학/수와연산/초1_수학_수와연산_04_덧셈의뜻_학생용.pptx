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edad11f-4ba1-b62b-6d3b-4b6112694eef}">
          <p14:sldIdLst>
            <p14:sldId id="256"/>
            <p14:sldId id="257"/>
          </p14:sldIdLst>
        </p14:section>
        <p14:section name="개념" id="{311e3316-1b65-00e2-d182-9ee0e98ac1e7}">
          <p14:sldIdLst>
            <p14:sldId id="258"/>
            <p14:sldId id="259"/>
            <p14:sldId id="260"/>
            <p14:sldId id="261"/>
          </p14:sldIdLst>
        </p14:section>
        <p14:section name="연습" id="{16ec07b4-3e8d-f937-b604-a446353282c5}">
          <p14:sldIdLst>
            <p14:sldId id="262"/>
            <p14:sldId id="263"/>
            <p14:sldId id="264"/>
          </p14:sldIdLst>
        </p14:section>
        <p14:section name="확인" id="{349db59c-80bf-8dae-4005-f5577f5a578b}">
          <p14:sldIdLst>
            <p14:sldId id="265"/>
            <p14:sldId id="266"/>
          </p14:sldIdLst>
        </p14:section>
        <p14:section name="정리" id="{dd264d6c-fa0d-d123-b4dc-355c9c7071be}">
          <p14:sldIdLst>
            <p14:sldId id="267"/>
          </p14:sldIdLst>
        </p14:section>
        <p14:section name="보충" id="{0afcec30-8b8f-e4be-6aac-ecdbb552992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개가 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9533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9731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99929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figure4" descr="주황 점 3개"/>
          <p:cNvSpPr/>
          <p:nvPr/>
        </p:nvSpPr>
        <p:spPr>
          <a:xfrm>
            <a:off x="768096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1544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02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2개"/>
          <p:cNvSpPr/>
          <p:nvPr/>
        </p:nvSpPr>
        <p:spPr>
          <a:xfrm>
            <a:off x="1002411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덧셈식으로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1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3        2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3"/>
          <p:cNvSpPr txBox="1"/>
          <p:nvPr/>
        </p:nvSpPr>
        <p:spPr>
          <a:xfrm>
            <a:off x="1344168" y="30175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26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4를 모으면?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덧셈</a:t>
            </a:r>
            <a:endParaRPr lang="ko-KR" sz="44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공 3개와 파란 공 2개를 모아요.</a:t>
            </a:r>
            <a:endParaRPr lang="ko-KR" sz="3200" dirty="0"/>
          </a:p>
        </p:txBody>
      </p:sp>
      <p:sp>
        <p:nvSpPr>
          <p:cNvPr id="4" name="S03-card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6" name="S03-dot19"/>
          <p:cNvSpPr/>
          <p:nvPr/>
        </p:nvSpPr>
        <p:spPr>
          <a:xfrm>
            <a:off x="23431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0"/>
          <p:cNvSpPr/>
          <p:nvPr/>
        </p:nvSpPr>
        <p:spPr>
          <a:xfrm>
            <a:off x="30289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1"/>
          <p:cNvSpPr/>
          <p:nvPr/>
        </p:nvSpPr>
        <p:spPr>
          <a:xfrm>
            <a:off x="37147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figure22" descr="주황 점 3개"/>
          <p:cNvSpPr/>
          <p:nvPr/>
        </p:nvSpPr>
        <p:spPr>
          <a:xfrm>
            <a:off x="2212848" y="2746121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2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3-dot24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5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26" descr="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오면 덧셈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4마리가 있는데 2마리가 더 왔어요.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2의 합은 6이에요.</a:t>
            </a:r>
            <a:endParaRPr lang="ko-KR" sz="3200" dirty="0"/>
          </a:p>
        </p:txBody>
      </p:sp>
      <p:sp>
        <p:nvSpPr>
          <p:cNvPr id="6" name="S04-dot31"/>
          <p:cNvSpPr/>
          <p:nvPr/>
        </p:nvSpPr>
        <p:spPr>
          <a:xfrm>
            <a:off x="20002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32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33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34"/>
          <p:cNvSpPr/>
          <p:nvPr/>
        </p:nvSpPr>
        <p:spPr>
          <a:xfrm>
            <a:off x="40576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35" descr="처음에 있던 새를 나타내는 주황 점 4개"/>
          <p:cNvSpPr/>
          <p:nvPr/>
        </p:nvSpPr>
        <p:spPr>
          <a:xfrm>
            <a:off x="1869948" y="2746121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4마리</a:t>
            </a:r>
            <a:endParaRPr lang="ko-KR" sz="2600" dirty="0"/>
          </a:p>
        </p:txBody>
      </p:sp>
      <p:sp>
        <p:nvSpPr>
          <p:cNvPr id="12" name="S04-dot37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38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figure39" descr="더 온 새를 나타내는 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4-label4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온 2마리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 읽기</a:t>
            </a:r>
            <a:endParaRPr lang="ko-KR" sz="4400" dirty="0"/>
          </a:p>
        </p:txBody>
      </p:sp>
      <p:sp>
        <p:nvSpPr>
          <p:cNvPr id="3" name="S05-eqtext4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600" dirty="0"/>
          </a:p>
        </p:txBody>
      </p:sp>
      <p:sp>
        <p:nvSpPr>
          <p:cNvPr id="4" name="S05-stepno42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43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+는 ‘더하기’라고 읽어요.</a:t>
            </a:r>
            <a:endParaRPr lang="ko-KR" sz="3200" dirty="0"/>
          </a:p>
        </p:txBody>
      </p:sp>
      <p:sp>
        <p:nvSpPr>
          <p:cNvPr id="6" name="S05-stepno44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45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=는 ‘같아요’라고 읽어요.</a:t>
            </a:r>
            <a:endParaRPr lang="ko-KR" sz="3200" dirty="0"/>
          </a:p>
        </p:txBody>
      </p:sp>
      <p:sp>
        <p:nvSpPr>
          <p:cNvPr id="8" name="S05-stepno46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47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10" name="S05-stepno48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49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2의 합은 5예요.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세어 더해요</a:t>
            </a:r>
            <a:endParaRPr lang="ko-KR" sz="4400" dirty="0"/>
          </a:p>
        </p:txBody>
      </p:sp>
      <p:sp>
        <p:nvSpPr>
          <p:cNvPr id="3" name="S06-eq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□</a:t>
            </a:r>
            <a:endParaRPr lang="ko-KR" sz="3600" dirty="0"/>
          </a:p>
        </p:txBody>
      </p:sp>
      <p:sp>
        <p:nvSpPr>
          <p:cNvPr id="4" name="S06-line51"/>
          <p:cNvSpPr/>
          <p:nvPr/>
        </p:nvSpPr>
        <p:spPr>
          <a:xfrm>
            <a:off x="5878220" y="4845406"/>
            <a:ext cx="56249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52"/>
          <p:cNvSpPr/>
          <p:nvPr/>
        </p:nvSpPr>
        <p:spPr>
          <a:xfrm>
            <a:off x="615254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53"/>
          <p:cNvSpPr txBox="1"/>
          <p:nvPr/>
        </p:nvSpPr>
        <p:spPr>
          <a:xfrm>
            <a:off x="569534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06-line54"/>
          <p:cNvSpPr/>
          <p:nvPr/>
        </p:nvSpPr>
        <p:spPr>
          <a:xfrm>
            <a:off x="671657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55"/>
          <p:cNvSpPr txBox="1"/>
          <p:nvPr/>
        </p:nvSpPr>
        <p:spPr>
          <a:xfrm>
            <a:off x="6259373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line56"/>
          <p:cNvSpPr/>
          <p:nvPr/>
        </p:nvSpPr>
        <p:spPr>
          <a:xfrm>
            <a:off x="728060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57"/>
          <p:cNvSpPr txBox="1"/>
          <p:nvPr/>
        </p:nvSpPr>
        <p:spPr>
          <a:xfrm>
            <a:off x="682340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line58"/>
          <p:cNvSpPr/>
          <p:nvPr/>
        </p:nvSpPr>
        <p:spPr>
          <a:xfrm>
            <a:off x="784463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59"/>
          <p:cNvSpPr txBox="1"/>
          <p:nvPr/>
        </p:nvSpPr>
        <p:spPr>
          <a:xfrm>
            <a:off x="7387438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line60"/>
          <p:cNvSpPr/>
          <p:nvPr/>
        </p:nvSpPr>
        <p:spPr>
          <a:xfrm>
            <a:off x="840867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61"/>
          <p:cNvSpPr txBox="1"/>
          <p:nvPr/>
        </p:nvSpPr>
        <p:spPr>
          <a:xfrm>
            <a:off x="795147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line62"/>
          <p:cNvSpPr/>
          <p:nvPr/>
        </p:nvSpPr>
        <p:spPr>
          <a:xfrm>
            <a:off x="89727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63"/>
          <p:cNvSpPr txBox="1"/>
          <p:nvPr/>
        </p:nvSpPr>
        <p:spPr>
          <a:xfrm>
            <a:off x="851550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7" name="S06-line64"/>
          <p:cNvSpPr/>
          <p:nvPr/>
        </p:nvSpPr>
        <p:spPr>
          <a:xfrm>
            <a:off x="95367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65"/>
          <p:cNvSpPr txBox="1"/>
          <p:nvPr/>
        </p:nvSpPr>
        <p:spPr>
          <a:xfrm>
            <a:off x="907953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6-line66"/>
          <p:cNvSpPr/>
          <p:nvPr/>
        </p:nvSpPr>
        <p:spPr>
          <a:xfrm>
            <a:off x="101007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67"/>
          <p:cNvSpPr txBox="1"/>
          <p:nvPr/>
        </p:nvSpPr>
        <p:spPr>
          <a:xfrm>
            <a:off x="9643567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1" name="S06-line68"/>
          <p:cNvSpPr/>
          <p:nvPr/>
        </p:nvSpPr>
        <p:spPr>
          <a:xfrm>
            <a:off x="106648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69"/>
          <p:cNvSpPr txBox="1"/>
          <p:nvPr/>
        </p:nvSpPr>
        <p:spPr>
          <a:xfrm>
            <a:off x="1020760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6-line7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71"/>
          <p:cNvSpPr txBox="1"/>
          <p:nvPr/>
        </p:nvSpPr>
        <p:spPr>
          <a:xfrm>
            <a:off x="1077163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5" name="S06-mark72"/>
          <p:cNvSpPr/>
          <p:nvPr/>
        </p:nvSpPr>
        <p:spPr>
          <a:xfrm>
            <a:off x="8881262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73"/>
          <p:cNvSpPr/>
          <p:nvPr/>
        </p:nvSpPr>
        <p:spPr>
          <a:xfrm flipV="1">
            <a:off x="8972702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74"/>
          <p:cNvSpPr/>
          <p:nvPr/>
        </p:nvSpPr>
        <p:spPr>
          <a:xfrm>
            <a:off x="8972702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ine75"/>
          <p:cNvSpPr/>
          <p:nvPr/>
        </p:nvSpPr>
        <p:spPr>
          <a:xfrm flipV="1">
            <a:off x="9536735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6-line76"/>
          <p:cNvSpPr/>
          <p:nvPr/>
        </p:nvSpPr>
        <p:spPr>
          <a:xfrm>
            <a:off x="9536735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6-figure77" descr="0부터 9까지 수직선에서 5에서 6, 7로 두 번 뛰어가는 화살표"/>
          <p:cNvSpPr/>
          <p:nvPr/>
        </p:nvSpPr>
        <p:spPr>
          <a:xfrm>
            <a:off x="5878220" y="4662526"/>
            <a:ext cx="562493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6-stepno78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2" name="S06-text79"/>
          <p:cNvSpPr txBox="1"/>
          <p:nvPr/>
        </p:nvSpPr>
        <p:spPr>
          <a:xfrm>
            <a:off x="1325880" y="3424428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 5를 말해요.</a:t>
            </a:r>
            <a:endParaRPr lang="ko-KR" sz="3200" dirty="0"/>
          </a:p>
        </p:txBody>
      </p:sp>
      <p:sp>
        <p:nvSpPr>
          <p:cNvPr id="33" name="S06-stepno80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4" name="S06-text81"/>
          <p:cNvSpPr txBox="1"/>
          <p:nvPr/>
        </p:nvSpPr>
        <p:spPr>
          <a:xfrm>
            <a:off x="1325880" y="413766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2만큼 이어 세요: 6, 7</a:t>
            </a:r>
            <a:endParaRPr lang="ko-KR" sz="3200" dirty="0"/>
          </a:p>
        </p:txBody>
      </p:sp>
      <p:sp>
        <p:nvSpPr>
          <p:cNvPr id="35" name="S06-stepno82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06-text83"/>
          <p:cNvSpPr txBox="1"/>
          <p:nvPr/>
        </p:nvSpPr>
        <p:spPr>
          <a:xfrm>
            <a:off x="1325880" y="4850892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 나타내요</a:t>
            </a:r>
            <a:endParaRPr lang="ko-KR" sz="44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덧셈식을 말해요.</a:t>
            </a:r>
            <a:endParaRPr lang="ko-KR" sz="3200" dirty="0"/>
          </a:p>
        </p:txBody>
      </p:sp>
      <p:sp>
        <p:nvSpPr>
          <p:cNvPr id="4" name="S07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몇 개, 오른쪽 몇 개, 모두 몇 개?</a:t>
            </a:r>
            <a:endParaRPr lang="ko-KR" sz="3200" dirty="0"/>
          </a:p>
        </p:txBody>
      </p:sp>
      <p:sp>
        <p:nvSpPr>
          <p:cNvPr id="6" name="S07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cell88"/>
          <p:cNvSpPr/>
          <p:nvPr/>
        </p:nvSpPr>
        <p:spPr>
          <a:xfrm>
            <a:off x="134416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dot89"/>
          <p:cNvSpPr/>
          <p:nvPr/>
        </p:nvSpPr>
        <p:spPr>
          <a:xfrm>
            <a:off x="141023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ell90"/>
          <p:cNvSpPr/>
          <p:nvPr/>
        </p:nvSpPr>
        <p:spPr>
          <a:xfrm>
            <a:off x="173278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91"/>
          <p:cNvSpPr/>
          <p:nvPr/>
        </p:nvSpPr>
        <p:spPr>
          <a:xfrm>
            <a:off x="179885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92"/>
          <p:cNvSpPr/>
          <p:nvPr/>
        </p:nvSpPr>
        <p:spPr>
          <a:xfrm>
            <a:off x="212140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93"/>
          <p:cNvSpPr/>
          <p:nvPr/>
        </p:nvSpPr>
        <p:spPr>
          <a:xfrm>
            <a:off x="251002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94"/>
          <p:cNvSpPr/>
          <p:nvPr/>
        </p:nvSpPr>
        <p:spPr>
          <a:xfrm>
            <a:off x="289864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95"/>
          <p:cNvSpPr/>
          <p:nvPr/>
        </p:nvSpPr>
        <p:spPr>
          <a:xfrm>
            <a:off x="134416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96"/>
          <p:cNvSpPr/>
          <p:nvPr/>
        </p:nvSpPr>
        <p:spPr>
          <a:xfrm>
            <a:off x="173278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97"/>
          <p:cNvSpPr/>
          <p:nvPr/>
        </p:nvSpPr>
        <p:spPr>
          <a:xfrm>
            <a:off x="212140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98"/>
          <p:cNvSpPr/>
          <p:nvPr/>
        </p:nvSpPr>
        <p:spPr>
          <a:xfrm>
            <a:off x="251002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99"/>
          <p:cNvSpPr/>
          <p:nvPr/>
        </p:nvSpPr>
        <p:spPr>
          <a:xfrm>
            <a:off x="289864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figure100" descr="1개의 십 칸 틀 중 1번째: 모두 2개"/>
          <p:cNvSpPr/>
          <p:nvPr/>
        </p:nvSpPr>
        <p:spPr>
          <a:xfrm>
            <a:off x="1344168" y="208026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cell101"/>
          <p:cNvSpPr/>
          <p:nvPr/>
        </p:nvSpPr>
        <p:spPr>
          <a:xfrm>
            <a:off x="360730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dot102"/>
          <p:cNvSpPr/>
          <p:nvPr/>
        </p:nvSpPr>
        <p:spPr>
          <a:xfrm>
            <a:off x="367337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cell103"/>
          <p:cNvSpPr/>
          <p:nvPr/>
        </p:nvSpPr>
        <p:spPr>
          <a:xfrm>
            <a:off x="399592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dot104"/>
          <p:cNvSpPr/>
          <p:nvPr/>
        </p:nvSpPr>
        <p:spPr>
          <a:xfrm>
            <a:off x="406199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cell105"/>
          <p:cNvSpPr/>
          <p:nvPr/>
        </p:nvSpPr>
        <p:spPr>
          <a:xfrm>
            <a:off x="438454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dot106"/>
          <p:cNvSpPr/>
          <p:nvPr/>
        </p:nvSpPr>
        <p:spPr>
          <a:xfrm>
            <a:off x="445061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cell107"/>
          <p:cNvSpPr/>
          <p:nvPr/>
        </p:nvSpPr>
        <p:spPr>
          <a:xfrm>
            <a:off x="477316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dot108"/>
          <p:cNvSpPr/>
          <p:nvPr/>
        </p:nvSpPr>
        <p:spPr>
          <a:xfrm>
            <a:off x="483923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cell109"/>
          <p:cNvSpPr/>
          <p:nvPr/>
        </p:nvSpPr>
        <p:spPr>
          <a:xfrm>
            <a:off x="516178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10"/>
          <p:cNvSpPr/>
          <p:nvPr/>
        </p:nvSpPr>
        <p:spPr>
          <a:xfrm>
            <a:off x="360730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111"/>
          <p:cNvSpPr/>
          <p:nvPr/>
        </p:nvSpPr>
        <p:spPr>
          <a:xfrm>
            <a:off x="399592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112"/>
          <p:cNvSpPr/>
          <p:nvPr/>
        </p:nvSpPr>
        <p:spPr>
          <a:xfrm>
            <a:off x="438454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113"/>
          <p:cNvSpPr/>
          <p:nvPr/>
        </p:nvSpPr>
        <p:spPr>
          <a:xfrm>
            <a:off x="477316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14"/>
          <p:cNvSpPr/>
          <p:nvPr/>
        </p:nvSpPr>
        <p:spPr>
          <a:xfrm>
            <a:off x="516178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figure115" descr="1개의 십 칸 틀 중 1번째: 모두 4개"/>
          <p:cNvSpPr/>
          <p:nvPr/>
        </p:nvSpPr>
        <p:spPr>
          <a:xfrm>
            <a:off x="3607308" y="208026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cell117"/>
          <p:cNvSpPr/>
          <p:nvPr/>
        </p:nvSpPr>
        <p:spPr>
          <a:xfrm>
            <a:off x="134416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dot118"/>
          <p:cNvSpPr/>
          <p:nvPr/>
        </p:nvSpPr>
        <p:spPr>
          <a:xfrm>
            <a:off x="141023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cell119"/>
          <p:cNvSpPr/>
          <p:nvPr/>
        </p:nvSpPr>
        <p:spPr>
          <a:xfrm>
            <a:off x="173278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dot120"/>
          <p:cNvSpPr/>
          <p:nvPr/>
        </p:nvSpPr>
        <p:spPr>
          <a:xfrm>
            <a:off x="179885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7-cell121"/>
          <p:cNvSpPr/>
          <p:nvPr/>
        </p:nvSpPr>
        <p:spPr>
          <a:xfrm>
            <a:off x="212140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dot122"/>
          <p:cNvSpPr/>
          <p:nvPr/>
        </p:nvSpPr>
        <p:spPr>
          <a:xfrm>
            <a:off x="218747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cell123"/>
          <p:cNvSpPr/>
          <p:nvPr/>
        </p:nvSpPr>
        <p:spPr>
          <a:xfrm>
            <a:off x="251002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dot124"/>
          <p:cNvSpPr/>
          <p:nvPr/>
        </p:nvSpPr>
        <p:spPr>
          <a:xfrm>
            <a:off x="257609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7-cell125"/>
          <p:cNvSpPr/>
          <p:nvPr/>
        </p:nvSpPr>
        <p:spPr>
          <a:xfrm>
            <a:off x="289864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dot126"/>
          <p:cNvSpPr/>
          <p:nvPr/>
        </p:nvSpPr>
        <p:spPr>
          <a:xfrm>
            <a:off x="296471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7-cell127"/>
          <p:cNvSpPr/>
          <p:nvPr/>
        </p:nvSpPr>
        <p:spPr>
          <a:xfrm>
            <a:off x="134416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128"/>
          <p:cNvSpPr/>
          <p:nvPr/>
        </p:nvSpPr>
        <p:spPr>
          <a:xfrm>
            <a:off x="173278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129"/>
          <p:cNvSpPr/>
          <p:nvPr/>
        </p:nvSpPr>
        <p:spPr>
          <a:xfrm>
            <a:off x="212140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130"/>
          <p:cNvSpPr/>
          <p:nvPr/>
        </p:nvSpPr>
        <p:spPr>
          <a:xfrm>
            <a:off x="251002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131"/>
          <p:cNvSpPr/>
          <p:nvPr/>
        </p:nvSpPr>
        <p:spPr>
          <a:xfrm>
            <a:off x="289864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132" descr="1개의 십 칸 틀 중 1번째: 모두 5개"/>
          <p:cNvSpPr/>
          <p:nvPr/>
        </p:nvSpPr>
        <p:spPr>
          <a:xfrm>
            <a:off x="1344168" y="317754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cell133"/>
          <p:cNvSpPr/>
          <p:nvPr/>
        </p:nvSpPr>
        <p:spPr>
          <a:xfrm>
            <a:off x="360730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dot134"/>
          <p:cNvSpPr/>
          <p:nvPr/>
        </p:nvSpPr>
        <p:spPr>
          <a:xfrm>
            <a:off x="367337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cell135"/>
          <p:cNvSpPr/>
          <p:nvPr/>
        </p:nvSpPr>
        <p:spPr>
          <a:xfrm>
            <a:off x="399592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dot136"/>
          <p:cNvSpPr/>
          <p:nvPr/>
        </p:nvSpPr>
        <p:spPr>
          <a:xfrm>
            <a:off x="406199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7-cell137"/>
          <p:cNvSpPr/>
          <p:nvPr/>
        </p:nvSpPr>
        <p:spPr>
          <a:xfrm>
            <a:off x="438454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dot138"/>
          <p:cNvSpPr/>
          <p:nvPr/>
        </p:nvSpPr>
        <p:spPr>
          <a:xfrm>
            <a:off x="445061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7-cell139"/>
          <p:cNvSpPr/>
          <p:nvPr/>
        </p:nvSpPr>
        <p:spPr>
          <a:xfrm>
            <a:off x="477316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140"/>
          <p:cNvSpPr/>
          <p:nvPr/>
        </p:nvSpPr>
        <p:spPr>
          <a:xfrm>
            <a:off x="516178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141"/>
          <p:cNvSpPr/>
          <p:nvPr/>
        </p:nvSpPr>
        <p:spPr>
          <a:xfrm>
            <a:off x="360730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142"/>
          <p:cNvSpPr/>
          <p:nvPr/>
        </p:nvSpPr>
        <p:spPr>
          <a:xfrm>
            <a:off x="399592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143"/>
          <p:cNvSpPr/>
          <p:nvPr/>
        </p:nvSpPr>
        <p:spPr>
          <a:xfrm>
            <a:off x="438454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144"/>
          <p:cNvSpPr/>
          <p:nvPr/>
        </p:nvSpPr>
        <p:spPr>
          <a:xfrm>
            <a:off x="477316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145"/>
          <p:cNvSpPr/>
          <p:nvPr/>
        </p:nvSpPr>
        <p:spPr>
          <a:xfrm>
            <a:off x="516178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figure146" descr="1개의 십 칸 틀 중 1번째: 모두 3개"/>
          <p:cNvSpPr/>
          <p:nvPr/>
        </p:nvSpPr>
        <p:spPr>
          <a:xfrm>
            <a:off x="3607308" y="317754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07-chip1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7" name="S07-cell148"/>
          <p:cNvSpPr/>
          <p:nvPr/>
        </p:nvSpPr>
        <p:spPr>
          <a:xfrm>
            <a:off x="134416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dot149"/>
          <p:cNvSpPr/>
          <p:nvPr/>
        </p:nvSpPr>
        <p:spPr>
          <a:xfrm>
            <a:off x="141023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cell150"/>
          <p:cNvSpPr/>
          <p:nvPr/>
        </p:nvSpPr>
        <p:spPr>
          <a:xfrm>
            <a:off x="173278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151"/>
          <p:cNvSpPr/>
          <p:nvPr/>
        </p:nvSpPr>
        <p:spPr>
          <a:xfrm>
            <a:off x="212140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152"/>
          <p:cNvSpPr/>
          <p:nvPr/>
        </p:nvSpPr>
        <p:spPr>
          <a:xfrm>
            <a:off x="251002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153"/>
          <p:cNvSpPr/>
          <p:nvPr/>
        </p:nvSpPr>
        <p:spPr>
          <a:xfrm>
            <a:off x="289864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154"/>
          <p:cNvSpPr/>
          <p:nvPr/>
        </p:nvSpPr>
        <p:spPr>
          <a:xfrm>
            <a:off x="134416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155"/>
          <p:cNvSpPr/>
          <p:nvPr/>
        </p:nvSpPr>
        <p:spPr>
          <a:xfrm>
            <a:off x="173278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156"/>
          <p:cNvSpPr/>
          <p:nvPr/>
        </p:nvSpPr>
        <p:spPr>
          <a:xfrm>
            <a:off x="212140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157"/>
          <p:cNvSpPr/>
          <p:nvPr/>
        </p:nvSpPr>
        <p:spPr>
          <a:xfrm>
            <a:off x="251002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158"/>
          <p:cNvSpPr/>
          <p:nvPr/>
        </p:nvSpPr>
        <p:spPr>
          <a:xfrm>
            <a:off x="289864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159" descr="1개의 십 칸 틀 중 1번째: 모두 1개"/>
          <p:cNvSpPr/>
          <p:nvPr/>
        </p:nvSpPr>
        <p:spPr>
          <a:xfrm>
            <a:off x="1344168" y="427482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07-cell160"/>
          <p:cNvSpPr/>
          <p:nvPr/>
        </p:nvSpPr>
        <p:spPr>
          <a:xfrm>
            <a:off x="360730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dot161"/>
          <p:cNvSpPr/>
          <p:nvPr/>
        </p:nvSpPr>
        <p:spPr>
          <a:xfrm>
            <a:off x="367337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ell162"/>
          <p:cNvSpPr/>
          <p:nvPr/>
        </p:nvSpPr>
        <p:spPr>
          <a:xfrm>
            <a:off x="399592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dot163"/>
          <p:cNvSpPr/>
          <p:nvPr/>
        </p:nvSpPr>
        <p:spPr>
          <a:xfrm>
            <a:off x="406199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7-cell164"/>
          <p:cNvSpPr/>
          <p:nvPr/>
        </p:nvSpPr>
        <p:spPr>
          <a:xfrm>
            <a:off x="438454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dot165"/>
          <p:cNvSpPr/>
          <p:nvPr/>
        </p:nvSpPr>
        <p:spPr>
          <a:xfrm>
            <a:off x="445061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S07-cell166"/>
          <p:cNvSpPr/>
          <p:nvPr/>
        </p:nvSpPr>
        <p:spPr>
          <a:xfrm>
            <a:off x="477316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dot167"/>
          <p:cNvSpPr/>
          <p:nvPr/>
        </p:nvSpPr>
        <p:spPr>
          <a:xfrm>
            <a:off x="483923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7" name="S07-cell168"/>
          <p:cNvSpPr/>
          <p:nvPr/>
        </p:nvSpPr>
        <p:spPr>
          <a:xfrm>
            <a:off x="516178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dot169"/>
          <p:cNvSpPr/>
          <p:nvPr/>
        </p:nvSpPr>
        <p:spPr>
          <a:xfrm>
            <a:off x="522785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7-cell170"/>
          <p:cNvSpPr/>
          <p:nvPr/>
        </p:nvSpPr>
        <p:spPr>
          <a:xfrm>
            <a:off x="360730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dot171"/>
          <p:cNvSpPr/>
          <p:nvPr/>
        </p:nvSpPr>
        <p:spPr>
          <a:xfrm>
            <a:off x="3673373" y="47295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7-cell172"/>
          <p:cNvSpPr/>
          <p:nvPr/>
        </p:nvSpPr>
        <p:spPr>
          <a:xfrm>
            <a:off x="399592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173"/>
          <p:cNvSpPr/>
          <p:nvPr/>
        </p:nvSpPr>
        <p:spPr>
          <a:xfrm>
            <a:off x="438454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174"/>
          <p:cNvSpPr/>
          <p:nvPr/>
        </p:nvSpPr>
        <p:spPr>
          <a:xfrm>
            <a:off x="477316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175"/>
          <p:cNvSpPr/>
          <p:nvPr/>
        </p:nvSpPr>
        <p:spPr>
          <a:xfrm>
            <a:off x="516178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figure176" descr="1개의 십 칸 틀 중 1번째: 모두 6개"/>
          <p:cNvSpPr/>
          <p:nvPr/>
        </p:nvSpPr>
        <p:spPr>
          <a:xfrm>
            <a:off x="3607308" y="427482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8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모으거나 이어 세어요.</a:t>
            </a:r>
            <a:endParaRPr lang="ko-KR" sz="3200" dirty="0"/>
          </a:p>
        </p:txBody>
      </p:sp>
      <p:sp>
        <p:nvSpPr>
          <p:cNvPr id="5" name="S08-chip1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8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7" name="S08-chip1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9" name="S08-chip18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8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+ 7 = □</a:t>
            </a:r>
            <a:endParaRPr lang="ko-KR" sz="3600" dirty="0"/>
          </a:p>
        </p:txBody>
      </p:sp>
      <p:sp>
        <p:nvSpPr>
          <p:cNvPr id="11" name="S08-chip18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86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+ 0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+ 3을 이어 세었어요.</a:t>
            </a:r>
            <a:endParaRPr lang="ko-KR" sz="3200" dirty="0"/>
          </a:p>
        </p:txBody>
      </p:sp>
      <p:sp>
        <p:nvSpPr>
          <p:cNvPr id="5" name="S09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9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9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“5, 6, 7”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5부터 손가락을 폈어요.</a:t>
            </a:r>
            <a:endParaRPr lang="ko-KR" sz="3200" dirty="0"/>
          </a:p>
        </p:txBody>
      </p:sp>
      <p:sp>
        <p:nvSpPr>
          <p:cNvPr id="9" name="S09-chip19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9-text19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“5! 6, 7, 8”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손가락을 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9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9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3개와 배 4개는 모두 몇 개?</a:t>
            </a:r>
            <a:endParaRPr lang="ko-KR" sz="3200" dirty="0"/>
          </a:p>
        </p:txBody>
      </p:sp>
      <p:sp>
        <p:nvSpPr>
          <p:cNvPr id="6" name="S10-chip19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9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□</a:t>
            </a:r>
            <a:endParaRPr lang="ko-KR" sz="3600" dirty="0"/>
          </a:p>
        </p:txBody>
      </p:sp>
      <p:sp>
        <p:nvSpPr>
          <p:cNvPr id="8" name="S10-chip2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덧셈식은?</a:t>
            </a:r>
            <a:endParaRPr lang="ko-KR" sz="4400" dirty="0"/>
          </a:p>
        </p:txBody>
      </p:sp>
      <p:sp>
        <p:nvSpPr>
          <p:cNvPr id="3" name="S12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2마리가 있는데 4마리가 더 왔어요.</a:t>
            </a:r>
            <a:endParaRPr lang="ko-KR" sz="3200" dirty="0"/>
          </a:p>
        </p:txBody>
      </p:sp>
      <p:sp>
        <p:nvSpPr>
          <p:cNvPr id="4" name="S12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0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0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0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+ 4 = 6</a:t>
            </a:r>
            <a:endParaRPr lang="ko-KR" sz="3200" dirty="0"/>
          </a:p>
        </p:txBody>
      </p:sp>
      <p:sp>
        <p:nvSpPr>
          <p:cNvPr id="9" name="S12-chip20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0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1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+ 1 = 5</a:t>
            </a:r>
            <a:endParaRPr lang="ko-KR" sz="3200" dirty="0"/>
          </a:p>
        </p:txBody>
      </p:sp>
      <p:sp>
        <p:nvSpPr>
          <p:cNvPr id="12" name="S12-chip21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1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1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구할 때 덧셈을 해요.</a:t>
            </a:r>
            <a:endParaRPr lang="ko-KR" sz="3200" dirty="0"/>
          </a:p>
        </p:txBody>
      </p:sp>
      <p:sp>
        <p:nvSpPr>
          <p:cNvPr id="5" name="S13-chip2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수에서 이어 세기</a:t>
            </a:r>
            <a:endParaRPr lang="ko-KR" sz="2600" dirty="0"/>
          </a:p>
        </p:txBody>
      </p:sp>
      <p:sp>
        <p:nvSpPr>
          <p:cNvPr id="6" name="S13-chip2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수를 다시 세기</a:t>
            </a:r>
            <a:endParaRPr lang="ko-KR" sz="2600" dirty="0"/>
          </a:p>
        </p:txBody>
      </p:sp>
      <p:sp>
        <p:nvSpPr>
          <p:cNvPr id="7" name="S13-text2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1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+ 6 = □</a:t>
            </a:r>
            <a:endParaRPr lang="ko-KR" sz="3000" dirty="0"/>
          </a:p>
        </p:txBody>
      </p:sp>
      <p:sp>
        <p:nvSpPr>
          <p:cNvPr id="9" name="S13-eqtext22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+ 5 = □</a:t>
            </a:r>
            <a:endParaRPr lang="ko-KR" sz="3000" dirty="0"/>
          </a:p>
        </p:txBody>
      </p:sp>
      <p:sp>
        <p:nvSpPr>
          <p:cNvPr id="10" name="S13-eqtext22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+ 0 = □</a:t>
            </a:r>
            <a:endParaRPr lang="ko-KR" sz="3000" dirty="0"/>
          </a:p>
        </p:txBody>
      </p:sp>
      <p:sp>
        <p:nvSpPr>
          <p:cNvPr id="11" name="S13-text2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뺄셈의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접시 모으기</a:t>
            </a:r>
            <a:endParaRPr lang="ko-KR" sz="4400" dirty="0"/>
          </a:p>
        </p:txBody>
      </p:sp>
      <p:sp>
        <p:nvSpPr>
          <p:cNvPr id="3" name="S14-text2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 접시에 모아요.</a:t>
            </a:r>
            <a:endParaRPr lang="ko-KR" sz="3200" dirty="0"/>
          </a:p>
        </p:txBody>
      </p:sp>
      <p:sp>
        <p:nvSpPr>
          <p:cNvPr id="4" name="S14-card2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3을 모으면 6이에요.</a:t>
            </a:r>
            <a:endParaRPr lang="ko-KR" sz="3200" dirty="0"/>
          </a:p>
        </p:txBody>
      </p:sp>
      <p:sp>
        <p:nvSpPr>
          <p:cNvPr id="6" name="S14-dot226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227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228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figure229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4-label23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14-dot23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23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3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23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23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덧셈의 뜻</dc:title>
  <dc:subject>KR22-G01-MAT-ADD-L01</dc:subject>
  <dc:creator>education-ppt</dc:creator>
  <cp:lastModifiedBy>education-ppt</cp:lastModifiedBy>
  <cp:revision>1</cp:revision>
  <dcterms:created xsi:type="dcterms:W3CDTF">2026-10-26T06:38:01Z</dcterms:created>
  <dcterms:modified xsi:type="dcterms:W3CDTF">2026-10-26T06:38:01Z</dcterms:modified>
</cp:coreProperties>
</file>