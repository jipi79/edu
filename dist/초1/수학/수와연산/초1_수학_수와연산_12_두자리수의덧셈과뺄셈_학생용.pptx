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a4067d9-ce44-ee2c-7324-4879af6ef9fe}">
          <p14:sldIdLst>
            <p14:sldId id="256"/>
            <p14:sldId id="257"/>
          </p14:sldIdLst>
        </p14:section>
        <p14:section name="개념" id="{cdaee98f-3b1e-5862-f610-8c5a5f01fe37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44382ae3-6da7-5298-a1f0-287b38106f7b}">
          <p14:sldIdLst>
            <p14:sldId id="261"/>
            <p14:sldId id="264"/>
            <p14:sldId id="265"/>
          </p14:sldIdLst>
        </p14:section>
        <p14:section name="개념" id="{ac9e2334-a510-e59e-3fe5-dbffb329ffbd}">
          <p14:sldIdLst/>
        </p14:section>
        <p14:section name="연습" id="{cbabfb7e-1c31-67bb-2bd7-ff1109213f44}">
          <p14:sldIdLst/>
        </p14:section>
        <p14:section name="확인" id="{d56d92cb-4500-b063-e422-a7e77c3ae5d7}">
          <p14:sldIdLst>
            <p14:sldId id="266"/>
            <p14:sldId id="267"/>
          </p14:sldIdLst>
        </p14:section>
        <p14:section name="정리" id="{2bb36c06-9e38-2909-4570-02a936fcd70e}">
          <p14:sldIdLst>
            <p14:sldId id="268"/>
          </p14:sldIdLst>
        </p14:section>
        <p14:section name="보충" id="{4715217e-0114-3e0f-9c81-c9cd87a0abe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2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2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29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29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9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29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29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9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29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29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9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29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0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0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0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0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0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0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0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1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1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1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1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15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16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17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18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19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20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21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22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23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24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25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26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27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28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29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30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31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32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33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34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35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36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37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38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39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40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41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42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43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44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45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46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47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48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49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50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51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2026-10-26T07:13:04Z</dcterms:created>
  <dcterms:modified xsi:type="dcterms:W3CDTF">2026-10-26T07:13:04Z</dcterms:modified>
</cp:coreProperties>
</file>