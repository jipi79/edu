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b44626e-f611-cd82-3932-42ee384bab38}">
          <p14:sldIdLst>
            <p14:sldId id="256"/>
            <p14:sldId id="257"/>
          </p14:sldIdLst>
        </p14:section>
        <p14:section name="개념" id="{71d7a667-8ab3-35e5-e0fc-9c7eba6ea4a4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0d103182-98d0-85f2-d55c-ecad0ae386dd}">
          <p14:sldIdLst>
            <p14:sldId id="261"/>
            <p14:sldId id="264"/>
            <p14:sldId id="265"/>
          </p14:sldIdLst>
        </p14:section>
        <p14:section name="개념" id="{346fb5bb-9a40-2450-a0b5-f318a6b6e2b9}">
          <p14:sldIdLst/>
        </p14:section>
        <p14:section name="연습" id="{c81d6c7f-5895-3a4c-fa70-e379970386f0}">
          <p14:sldIdLst/>
        </p14:section>
        <p14:section name="확인" id="{11517983-290f-b46a-014c-86f89cb39a51}">
          <p14:sldIdLst>
            <p14:sldId id="266"/>
            <p14:sldId id="267"/>
          </p14:sldIdLst>
        </p14:section>
        <p14:section name="정리" id="{c98f695e-e029-35c4-0559-f9f740b7aad2}">
          <p14:sldIdLst>
            <p14:sldId id="268"/>
          </p14:sldIdLst>
        </p14:section>
        <p14:section name="보충" id="{7852998b-a110-1a83-e106-cb36885310f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 덧셈·뺄셈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+ 5는 얼마일까?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8788791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8788791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8788791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788791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88791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788791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8788791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788791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8788791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788791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9238957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9238957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9238957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9238957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9238957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9238957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9238957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238957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9238957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9238957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rod21"/>
          <p:cNvSpPr/>
          <p:nvPr/>
        </p:nvSpPr>
        <p:spPr>
          <a:xfrm>
            <a:off x="9689123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689123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689123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689123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689123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689123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689123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689123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689123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689123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unit31"/>
          <p:cNvSpPr/>
          <p:nvPr/>
        </p:nvSpPr>
        <p:spPr>
          <a:xfrm>
            <a:off x="10139289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unit32"/>
          <p:cNvSpPr/>
          <p:nvPr/>
        </p:nvSpPr>
        <p:spPr>
          <a:xfrm>
            <a:off x="10139289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figure33" descr="10개 막대 3개와 낱개 2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1-card3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8" name="S01-cardtext3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묶음끼리, 낱개끼리 더해요.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묶음끼리, 낱개끼리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3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3개는?</a:t>
            </a:r>
            <a:endParaRPr lang="ko-KR" sz="3200" dirty="0"/>
          </a:p>
        </p:txBody>
      </p:sp>
      <p:sp>
        <p:nvSpPr>
          <p:cNvPr id="5" name="S02-chip3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+ 4 = □</a:t>
            </a:r>
            <a:endParaRPr lang="ko-KR" sz="3600" dirty="0"/>
          </a:p>
        </p:txBody>
      </p:sp>
      <p:sp>
        <p:nvSpPr>
          <p:cNvPr id="7" name="S02-chip4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4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□</a:t>
            </a:r>
            <a:endParaRPr lang="ko-KR" sz="3600" dirty="0"/>
          </a:p>
        </p:txBody>
      </p:sp>
      <p:sp>
        <p:nvSpPr>
          <p:cNvPr id="9" name="S02-chip4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4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</a:t>
            </a:r>
            <a:endParaRPr lang="ko-KR" sz="4400" dirty="0"/>
          </a:p>
        </p:txBody>
      </p:sp>
      <p:sp>
        <p:nvSpPr>
          <p:cNvPr id="3" name="S03-card4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 = 37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더해요. 2 + 5 = 7, 묶음은 그대로 3개</a:t>
            </a:r>
            <a:endParaRPr lang="ko-KR" sz="3200" dirty="0"/>
          </a:p>
        </p:txBody>
      </p:sp>
      <p:sp>
        <p:nvSpPr>
          <p:cNvPr id="5" name="S03-rod46"/>
          <p:cNvSpPr/>
          <p:nvPr/>
        </p:nvSpPr>
        <p:spPr>
          <a:xfrm>
            <a:off x="240852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line47"/>
          <p:cNvSpPr/>
          <p:nvPr/>
        </p:nvSpPr>
        <p:spPr>
          <a:xfrm>
            <a:off x="240852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48"/>
          <p:cNvSpPr/>
          <p:nvPr/>
        </p:nvSpPr>
        <p:spPr>
          <a:xfrm>
            <a:off x="240852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49"/>
          <p:cNvSpPr/>
          <p:nvPr/>
        </p:nvSpPr>
        <p:spPr>
          <a:xfrm>
            <a:off x="240852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50"/>
          <p:cNvSpPr/>
          <p:nvPr/>
        </p:nvSpPr>
        <p:spPr>
          <a:xfrm>
            <a:off x="240852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51"/>
          <p:cNvSpPr/>
          <p:nvPr/>
        </p:nvSpPr>
        <p:spPr>
          <a:xfrm>
            <a:off x="240852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52"/>
          <p:cNvSpPr/>
          <p:nvPr/>
        </p:nvSpPr>
        <p:spPr>
          <a:xfrm>
            <a:off x="240852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53"/>
          <p:cNvSpPr/>
          <p:nvPr/>
        </p:nvSpPr>
        <p:spPr>
          <a:xfrm>
            <a:off x="240852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54"/>
          <p:cNvSpPr/>
          <p:nvPr/>
        </p:nvSpPr>
        <p:spPr>
          <a:xfrm>
            <a:off x="240852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55"/>
          <p:cNvSpPr/>
          <p:nvPr/>
        </p:nvSpPr>
        <p:spPr>
          <a:xfrm>
            <a:off x="240852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rod56"/>
          <p:cNvSpPr/>
          <p:nvPr/>
        </p:nvSpPr>
        <p:spPr>
          <a:xfrm>
            <a:off x="2845519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ine57"/>
          <p:cNvSpPr/>
          <p:nvPr/>
        </p:nvSpPr>
        <p:spPr>
          <a:xfrm>
            <a:off x="2845519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58"/>
          <p:cNvSpPr/>
          <p:nvPr/>
        </p:nvSpPr>
        <p:spPr>
          <a:xfrm>
            <a:off x="2845519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59"/>
          <p:cNvSpPr/>
          <p:nvPr/>
        </p:nvSpPr>
        <p:spPr>
          <a:xfrm>
            <a:off x="2845519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60"/>
          <p:cNvSpPr/>
          <p:nvPr/>
        </p:nvSpPr>
        <p:spPr>
          <a:xfrm>
            <a:off x="2845519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61"/>
          <p:cNvSpPr/>
          <p:nvPr/>
        </p:nvSpPr>
        <p:spPr>
          <a:xfrm>
            <a:off x="2845519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62"/>
          <p:cNvSpPr/>
          <p:nvPr/>
        </p:nvSpPr>
        <p:spPr>
          <a:xfrm>
            <a:off x="2845519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63"/>
          <p:cNvSpPr/>
          <p:nvPr/>
        </p:nvSpPr>
        <p:spPr>
          <a:xfrm>
            <a:off x="2845519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64"/>
          <p:cNvSpPr/>
          <p:nvPr/>
        </p:nvSpPr>
        <p:spPr>
          <a:xfrm>
            <a:off x="2845519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65"/>
          <p:cNvSpPr/>
          <p:nvPr/>
        </p:nvSpPr>
        <p:spPr>
          <a:xfrm>
            <a:off x="2845519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66"/>
          <p:cNvSpPr/>
          <p:nvPr/>
        </p:nvSpPr>
        <p:spPr>
          <a:xfrm>
            <a:off x="3282516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67"/>
          <p:cNvSpPr/>
          <p:nvPr/>
        </p:nvSpPr>
        <p:spPr>
          <a:xfrm>
            <a:off x="3282516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68"/>
          <p:cNvSpPr/>
          <p:nvPr/>
        </p:nvSpPr>
        <p:spPr>
          <a:xfrm>
            <a:off x="3282516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69"/>
          <p:cNvSpPr/>
          <p:nvPr/>
        </p:nvSpPr>
        <p:spPr>
          <a:xfrm>
            <a:off x="3282516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70"/>
          <p:cNvSpPr/>
          <p:nvPr/>
        </p:nvSpPr>
        <p:spPr>
          <a:xfrm>
            <a:off x="3282516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71"/>
          <p:cNvSpPr/>
          <p:nvPr/>
        </p:nvSpPr>
        <p:spPr>
          <a:xfrm>
            <a:off x="3282516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72"/>
          <p:cNvSpPr/>
          <p:nvPr/>
        </p:nvSpPr>
        <p:spPr>
          <a:xfrm>
            <a:off x="3282516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73"/>
          <p:cNvSpPr/>
          <p:nvPr/>
        </p:nvSpPr>
        <p:spPr>
          <a:xfrm>
            <a:off x="3282516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74"/>
          <p:cNvSpPr/>
          <p:nvPr/>
        </p:nvSpPr>
        <p:spPr>
          <a:xfrm>
            <a:off x="3282516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75"/>
          <p:cNvSpPr/>
          <p:nvPr/>
        </p:nvSpPr>
        <p:spPr>
          <a:xfrm>
            <a:off x="3282516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unit76"/>
          <p:cNvSpPr/>
          <p:nvPr/>
        </p:nvSpPr>
        <p:spPr>
          <a:xfrm>
            <a:off x="3719514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unit77"/>
          <p:cNvSpPr/>
          <p:nvPr/>
        </p:nvSpPr>
        <p:spPr>
          <a:xfrm>
            <a:off x="3719514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figure78" descr="10개 막대 3개와 낱개 2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3-label79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600" dirty="0"/>
          </a:p>
        </p:txBody>
      </p:sp>
      <p:sp>
        <p:nvSpPr>
          <p:cNvPr id="39" name="S03-unit80"/>
          <p:cNvSpPr/>
          <p:nvPr/>
        </p:nvSpPr>
        <p:spPr>
          <a:xfrm>
            <a:off x="8769874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unit81"/>
          <p:cNvSpPr/>
          <p:nvPr/>
        </p:nvSpPr>
        <p:spPr>
          <a:xfrm>
            <a:off x="8769874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unit82"/>
          <p:cNvSpPr/>
          <p:nvPr/>
        </p:nvSpPr>
        <p:spPr>
          <a:xfrm>
            <a:off x="8769874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unit83"/>
          <p:cNvSpPr/>
          <p:nvPr/>
        </p:nvSpPr>
        <p:spPr>
          <a:xfrm>
            <a:off x="8769874" y="2746121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unit84"/>
          <p:cNvSpPr/>
          <p:nvPr/>
        </p:nvSpPr>
        <p:spPr>
          <a:xfrm>
            <a:off x="8769874" y="2404717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figure85" descr="낱개 5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3-label86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묶음끼리, 낱개끼리</a:t>
            </a:r>
            <a:endParaRPr lang="ko-KR" sz="4400" dirty="0"/>
          </a:p>
        </p:txBody>
      </p:sp>
      <p:sp>
        <p:nvSpPr>
          <p:cNvPr id="3" name="S04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+ 14 = 37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묶음: 2 + 1 = 3,  낱개: 3 + 4 = 7</a:t>
            </a:r>
            <a:endParaRPr lang="ko-KR" sz="3200" dirty="0"/>
          </a:p>
        </p:txBody>
      </p:sp>
      <p:sp>
        <p:nvSpPr>
          <p:cNvPr id="5" name="S04-rod89"/>
          <p:cNvSpPr/>
          <p:nvPr/>
        </p:nvSpPr>
        <p:spPr>
          <a:xfrm>
            <a:off x="2627021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line90"/>
          <p:cNvSpPr/>
          <p:nvPr/>
        </p:nvSpPr>
        <p:spPr>
          <a:xfrm>
            <a:off x="2627021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91"/>
          <p:cNvSpPr/>
          <p:nvPr/>
        </p:nvSpPr>
        <p:spPr>
          <a:xfrm>
            <a:off x="2627021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92"/>
          <p:cNvSpPr/>
          <p:nvPr/>
        </p:nvSpPr>
        <p:spPr>
          <a:xfrm>
            <a:off x="2627021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93"/>
          <p:cNvSpPr/>
          <p:nvPr/>
        </p:nvSpPr>
        <p:spPr>
          <a:xfrm>
            <a:off x="2627021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94"/>
          <p:cNvSpPr/>
          <p:nvPr/>
        </p:nvSpPr>
        <p:spPr>
          <a:xfrm>
            <a:off x="2627021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95"/>
          <p:cNvSpPr/>
          <p:nvPr/>
        </p:nvSpPr>
        <p:spPr>
          <a:xfrm>
            <a:off x="2627021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6"/>
          <p:cNvSpPr/>
          <p:nvPr/>
        </p:nvSpPr>
        <p:spPr>
          <a:xfrm>
            <a:off x="2627021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7"/>
          <p:cNvSpPr/>
          <p:nvPr/>
        </p:nvSpPr>
        <p:spPr>
          <a:xfrm>
            <a:off x="2627021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8"/>
          <p:cNvSpPr/>
          <p:nvPr/>
        </p:nvSpPr>
        <p:spPr>
          <a:xfrm>
            <a:off x="2627021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rod99"/>
          <p:cNvSpPr/>
          <p:nvPr/>
        </p:nvSpPr>
        <p:spPr>
          <a:xfrm>
            <a:off x="3064018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line100"/>
          <p:cNvSpPr/>
          <p:nvPr/>
        </p:nvSpPr>
        <p:spPr>
          <a:xfrm>
            <a:off x="3064018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101"/>
          <p:cNvSpPr/>
          <p:nvPr/>
        </p:nvSpPr>
        <p:spPr>
          <a:xfrm>
            <a:off x="3064018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02"/>
          <p:cNvSpPr/>
          <p:nvPr/>
        </p:nvSpPr>
        <p:spPr>
          <a:xfrm>
            <a:off x="3064018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03"/>
          <p:cNvSpPr/>
          <p:nvPr/>
        </p:nvSpPr>
        <p:spPr>
          <a:xfrm>
            <a:off x="3064018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04"/>
          <p:cNvSpPr/>
          <p:nvPr/>
        </p:nvSpPr>
        <p:spPr>
          <a:xfrm>
            <a:off x="3064018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05"/>
          <p:cNvSpPr/>
          <p:nvPr/>
        </p:nvSpPr>
        <p:spPr>
          <a:xfrm>
            <a:off x="3064018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6"/>
          <p:cNvSpPr/>
          <p:nvPr/>
        </p:nvSpPr>
        <p:spPr>
          <a:xfrm>
            <a:off x="3064018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7"/>
          <p:cNvSpPr/>
          <p:nvPr/>
        </p:nvSpPr>
        <p:spPr>
          <a:xfrm>
            <a:off x="3064018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8"/>
          <p:cNvSpPr/>
          <p:nvPr/>
        </p:nvSpPr>
        <p:spPr>
          <a:xfrm>
            <a:off x="3064018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unit109"/>
          <p:cNvSpPr/>
          <p:nvPr/>
        </p:nvSpPr>
        <p:spPr>
          <a:xfrm>
            <a:off x="3501015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unit110"/>
          <p:cNvSpPr/>
          <p:nvPr/>
        </p:nvSpPr>
        <p:spPr>
          <a:xfrm>
            <a:off x="3501015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unit111"/>
          <p:cNvSpPr/>
          <p:nvPr/>
        </p:nvSpPr>
        <p:spPr>
          <a:xfrm>
            <a:off x="3501015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figure112" descr="10개 막대 2개와 낱개 3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4-label11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2600" dirty="0"/>
          </a:p>
        </p:txBody>
      </p:sp>
      <p:sp>
        <p:nvSpPr>
          <p:cNvPr id="30" name="S04-rod114"/>
          <p:cNvSpPr/>
          <p:nvPr/>
        </p:nvSpPr>
        <p:spPr>
          <a:xfrm>
            <a:off x="8551375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line115"/>
          <p:cNvSpPr/>
          <p:nvPr/>
        </p:nvSpPr>
        <p:spPr>
          <a:xfrm>
            <a:off x="8551375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6"/>
          <p:cNvSpPr/>
          <p:nvPr/>
        </p:nvSpPr>
        <p:spPr>
          <a:xfrm>
            <a:off x="8551375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7"/>
          <p:cNvSpPr/>
          <p:nvPr/>
        </p:nvSpPr>
        <p:spPr>
          <a:xfrm>
            <a:off x="8551375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8"/>
          <p:cNvSpPr/>
          <p:nvPr/>
        </p:nvSpPr>
        <p:spPr>
          <a:xfrm>
            <a:off x="8551375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9"/>
          <p:cNvSpPr/>
          <p:nvPr/>
        </p:nvSpPr>
        <p:spPr>
          <a:xfrm>
            <a:off x="8551375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20"/>
          <p:cNvSpPr/>
          <p:nvPr/>
        </p:nvSpPr>
        <p:spPr>
          <a:xfrm>
            <a:off x="8551375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21"/>
          <p:cNvSpPr/>
          <p:nvPr/>
        </p:nvSpPr>
        <p:spPr>
          <a:xfrm>
            <a:off x="8551375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22"/>
          <p:cNvSpPr/>
          <p:nvPr/>
        </p:nvSpPr>
        <p:spPr>
          <a:xfrm>
            <a:off x="8551375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23"/>
          <p:cNvSpPr/>
          <p:nvPr/>
        </p:nvSpPr>
        <p:spPr>
          <a:xfrm>
            <a:off x="8551375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unit124"/>
          <p:cNvSpPr/>
          <p:nvPr/>
        </p:nvSpPr>
        <p:spPr>
          <a:xfrm>
            <a:off x="8988372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unit125"/>
          <p:cNvSpPr/>
          <p:nvPr/>
        </p:nvSpPr>
        <p:spPr>
          <a:xfrm>
            <a:off x="8988372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unit126"/>
          <p:cNvSpPr/>
          <p:nvPr/>
        </p:nvSpPr>
        <p:spPr>
          <a:xfrm>
            <a:off x="8988372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unit127"/>
          <p:cNvSpPr/>
          <p:nvPr/>
        </p:nvSpPr>
        <p:spPr>
          <a:xfrm>
            <a:off x="8988372" y="2746121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figure128" descr="10개 막대 1개와 낱개 4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-label129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맞추어 더해요</a:t>
            </a:r>
            <a:endParaRPr lang="ko-KR" sz="4400" dirty="0"/>
          </a:p>
        </p:txBody>
      </p:sp>
      <p:sp>
        <p:nvSpPr>
          <p:cNvPr id="3" name="S05-eqtext1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+ 25 = □</a:t>
            </a:r>
            <a:endParaRPr lang="ko-KR" sz="3600" dirty="0"/>
          </a:p>
        </p:txBody>
      </p:sp>
      <p:graphicFrame>
        <p:nvGraphicFramePr>
          <p:cNvPr id="6" name="S05-table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11150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5-stepno132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133"/>
          <p:cNvSpPr txBox="1"/>
          <p:nvPr/>
        </p:nvSpPr>
        <p:spPr>
          <a:xfrm>
            <a:off x="1325880" y="29814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+ 5 = 6</a:t>
            </a:r>
            <a:endParaRPr lang="ko-KR" sz="3200" dirty="0"/>
          </a:p>
        </p:txBody>
      </p:sp>
      <p:sp>
        <p:nvSpPr>
          <p:cNvPr id="7" name="S05-stepno134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135"/>
          <p:cNvSpPr txBox="1"/>
          <p:nvPr/>
        </p:nvSpPr>
        <p:spPr>
          <a:xfrm>
            <a:off x="1325880" y="41376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= 6</a:t>
            </a:r>
            <a:endParaRPr lang="ko-KR" sz="3200" dirty="0"/>
          </a:p>
        </p:txBody>
      </p:sp>
      <p:sp>
        <p:nvSpPr>
          <p:cNvPr id="9" name="S05-stepno136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137"/>
          <p:cNvSpPr txBox="1"/>
          <p:nvPr/>
        </p:nvSpPr>
        <p:spPr>
          <a:xfrm>
            <a:off x="1325880" y="52938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+ 25 = 66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6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낱개끼리, 묶음은 묶음끼리 더해요.</a:t>
            </a:r>
            <a:endParaRPr lang="ko-KR" sz="3200" dirty="0"/>
          </a:p>
        </p:txBody>
      </p:sp>
      <p:sp>
        <p:nvSpPr>
          <p:cNvPr id="5" name="S06-chip1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eqtext1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+ 6 = □</a:t>
            </a:r>
            <a:endParaRPr lang="ko-KR" sz="3600" dirty="0"/>
          </a:p>
        </p:txBody>
      </p:sp>
      <p:sp>
        <p:nvSpPr>
          <p:cNvPr id="7" name="S06-chip14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eqtext14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+ 20 = □</a:t>
            </a:r>
            <a:endParaRPr lang="ko-KR" sz="3600" dirty="0"/>
          </a:p>
        </p:txBody>
      </p:sp>
      <p:sp>
        <p:nvSpPr>
          <p:cNvPr id="9" name="S06-chip14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eqtext14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+ 12 = □</a:t>
            </a:r>
            <a:endParaRPr lang="ko-KR" sz="3600" dirty="0"/>
          </a:p>
        </p:txBody>
      </p:sp>
      <p:sp>
        <p:nvSpPr>
          <p:cNvPr id="11" name="S06-chip14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eqtext14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+ 34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묶음끼리, 낱개끼리 빼요</a:t>
            </a:r>
            <a:endParaRPr lang="ko-KR" sz="4400" dirty="0"/>
          </a:p>
        </p:txBody>
      </p:sp>
      <p:sp>
        <p:nvSpPr>
          <p:cNvPr id="3" name="S07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47에서 23을 빼요.</a:t>
            </a:r>
            <a:endParaRPr lang="ko-KR" sz="3200" dirty="0"/>
          </a:p>
        </p:txBody>
      </p:sp>
      <p:sp>
        <p:nvSpPr>
          <p:cNvPr id="4" name="S07-card14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5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47 − 23 = 24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묶음: 4 − 2 = 2, 낱개: 7 − 3 = 4</a:t>
            </a:r>
            <a:endParaRPr lang="ko-KR" sz="3200" dirty="0"/>
          </a:p>
        </p:txBody>
      </p:sp>
      <p:sp>
        <p:nvSpPr>
          <p:cNvPr id="6" name="S07-dot151"/>
          <p:cNvSpPr/>
          <p:nvPr/>
        </p:nvSpPr>
        <p:spPr>
          <a:xfrm>
            <a:off x="126232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152"/>
          <p:cNvSpPr/>
          <p:nvPr/>
        </p:nvSpPr>
        <p:spPr>
          <a:xfrm>
            <a:off x="167380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153"/>
          <p:cNvSpPr/>
          <p:nvPr/>
        </p:nvSpPr>
        <p:spPr>
          <a:xfrm>
            <a:off x="208528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154"/>
          <p:cNvSpPr/>
          <p:nvPr/>
        </p:nvSpPr>
        <p:spPr>
          <a:xfrm>
            <a:off x="249676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155"/>
          <p:cNvSpPr/>
          <p:nvPr/>
        </p:nvSpPr>
        <p:spPr>
          <a:xfrm>
            <a:off x="290824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156"/>
          <p:cNvSpPr/>
          <p:nvPr/>
        </p:nvSpPr>
        <p:spPr>
          <a:xfrm>
            <a:off x="331972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157"/>
          <p:cNvSpPr/>
          <p:nvPr/>
        </p:nvSpPr>
        <p:spPr>
          <a:xfrm>
            <a:off x="373120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158"/>
          <p:cNvSpPr/>
          <p:nvPr/>
        </p:nvSpPr>
        <p:spPr>
          <a:xfrm>
            <a:off x="414268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159"/>
          <p:cNvSpPr/>
          <p:nvPr/>
        </p:nvSpPr>
        <p:spPr>
          <a:xfrm>
            <a:off x="455416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dot160"/>
          <p:cNvSpPr/>
          <p:nvPr/>
        </p:nvSpPr>
        <p:spPr>
          <a:xfrm>
            <a:off x="496564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dot161"/>
          <p:cNvSpPr/>
          <p:nvPr/>
        </p:nvSpPr>
        <p:spPr>
          <a:xfrm>
            <a:off x="126232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dot162"/>
          <p:cNvSpPr/>
          <p:nvPr/>
        </p:nvSpPr>
        <p:spPr>
          <a:xfrm>
            <a:off x="167380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163"/>
          <p:cNvSpPr/>
          <p:nvPr/>
        </p:nvSpPr>
        <p:spPr>
          <a:xfrm>
            <a:off x="208528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164"/>
          <p:cNvSpPr/>
          <p:nvPr/>
        </p:nvSpPr>
        <p:spPr>
          <a:xfrm>
            <a:off x="249676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165"/>
          <p:cNvSpPr/>
          <p:nvPr/>
        </p:nvSpPr>
        <p:spPr>
          <a:xfrm>
            <a:off x="290824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dot166"/>
          <p:cNvSpPr/>
          <p:nvPr/>
        </p:nvSpPr>
        <p:spPr>
          <a:xfrm>
            <a:off x="331972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dot167"/>
          <p:cNvSpPr/>
          <p:nvPr/>
        </p:nvSpPr>
        <p:spPr>
          <a:xfrm>
            <a:off x="373120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dot168"/>
          <p:cNvSpPr/>
          <p:nvPr/>
        </p:nvSpPr>
        <p:spPr>
          <a:xfrm>
            <a:off x="414268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169"/>
          <p:cNvSpPr/>
          <p:nvPr/>
        </p:nvSpPr>
        <p:spPr>
          <a:xfrm>
            <a:off x="455416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170"/>
          <p:cNvSpPr/>
          <p:nvPr/>
        </p:nvSpPr>
        <p:spPr>
          <a:xfrm>
            <a:off x="496564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171"/>
          <p:cNvSpPr/>
          <p:nvPr/>
        </p:nvSpPr>
        <p:spPr>
          <a:xfrm>
            <a:off x="126232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line172"/>
          <p:cNvSpPr/>
          <p:nvPr/>
        </p:nvSpPr>
        <p:spPr>
          <a:xfrm>
            <a:off x="12317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7-line173"/>
          <p:cNvSpPr/>
          <p:nvPr/>
        </p:nvSpPr>
        <p:spPr>
          <a:xfrm flipV="1">
            <a:off x="12317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7-dot174"/>
          <p:cNvSpPr/>
          <p:nvPr/>
        </p:nvSpPr>
        <p:spPr>
          <a:xfrm>
            <a:off x="167380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7-line175"/>
          <p:cNvSpPr/>
          <p:nvPr/>
        </p:nvSpPr>
        <p:spPr>
          <a:xfrm>
            <a:off x="16431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7-line176"/>
          <p:cNvSpPr/>
          <p:nvPr/>
        </p:nvSpPr>
        <p:spPr>
          <a:xfrm flipV="1">
            <a:off x="16431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7-dot177"/>
          <p:cNvSpPr/>
          <p:nvPr/>
        </p:nvSpPr>
        <p:spPr>
          <a:xfrm>
            <a:off x="208528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7-line178"/>
          <p:cNvSpPr/>
          <p:nvPr/>
        </p:nvSpPr>
        <p:spPr>
          <a:xfrm>
            <a:off x="20546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4" name="S07-line179"/>
          <p:cNvSpPr/>
          <p:nvPr/>
        </p:nvSpPr>
        <p:spPr>
          <a:xfrm flipV="1">
            <a:off x="20546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7-dot180"/>
          <p:cNvSpPr/>
          <p:nvPr/>
        </p:nvSpPr>
        <p:spPr>
          <a:xfrm>
            <a:off x="249676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7-line181"/>
          <p:cNvSpPr/>
          <p:nvPr/>
        </p:nvSpPr>
        <p:spPr>
          <a:xfrm>
            <a:off x="24661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7" name="S07-line182"/>
          <p:cNvSpPr/>
          <p:nvPr/>
        </p:nvSpPr>
        <p:spPr>
          <a:xfrm flipV="1">
            <a:off x="24661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8" name="S07-dot183"/>
          <p:cNvSpPr/>
          <p:nvPr/>
        </p:nvSpPr>
        <p:spPr>
          <a:xfrm>
            <a:off x="290824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7-line184"/>
          <p:cNvSpPr/>
          <p:nvPr/>
        </p:nvSpPr>
        <p:spPr>
          <a:xfrm>
            <a:off x="28776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0" name="S07-line185"/>
          <p:cNvSpPr/>
          <p:nvPr/>
        </p:nvSpPr>
        <p:spPr>
          <a:xfrm flipV="1">
            <a:off x="28776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1" name="S07-dot186"/>
          <p:cNvSpPr/>
          <p:nvPr/>
        </p:nvSpPr>
        <p:spPr>
          <a:xfrm>
            <a:off x="331972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7-line187"/>
          <p:cNvSpPr/>
          <p:nvPr/>
        </p:nvSpPr>
        <p:spPr>
          <a:xfrm>
            <a:off x="32891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3" name="S07-line188"/>
          <p:cNvSpPr/>
          <p:nvPr/>
        </p:nvSpPr>
        <p:spPr>
          <a:xfrm flipV="1">
            <a:off x="32891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4" name="S07-dot189"/>
          <p:cNvSpPr/>
          <p:nvPr/>
        </p:nvSpPr>
        <p:spPr>
          <a:xfrm>
            <a:off x="373120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7-line190"/>
          <p:cNvSpPr/>
          <p:nvPr/>
        </p:nvSpPr>
        <p:spPr>
          <a:xfrm>
            <a:off x="37005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6" name="S07-line191"/>
          <p:cNvSpPr/>
          <p:nvPr/>
        </p:nvSpPr>
        <p:spPr>
          <a:xfrm flipV="1">
            <a:off x="37005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7" name="S07-dot192"/>
          <p:cNvSpPr/>
          <p:nvPr/>
        </p:nvSpPr>
        <p:spPr>
          <a:xfrm>
            <a:off x="414268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7-line193"/>
          <p:cNvSpPr/>
          <p:nvPr/>
        </p:nvSpPr>
        <p:spPr>
          <a:xfrm>
            <a:off x="41120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9" name="S07-line194"/>
          <p:cNvSpPr/>
          <p:nvPr/>
        </p:nvSpPr>
        <p:spPr>
          <a:xfrm flipV="1">
            <a:off x="41120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0" name="S07-dot195"/>
          <p:cNvSpPr/>
          <p:nvPr/>
        </p:nvSpPr>
        <p:spPr>
          <a:xfrm>
            <a:off x="455416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7-line196"/>
          <p:cNvSpPr/>
          <p:nvPr/>
        </p:nvSpPr>
        <p:spPr>
          <a:xfrm>
            <a:off x="45235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2" name="S07-line197"/>
          <p:cNvSpPr/>
          <p:nvPr/>
        </p:nvSpPr>
        <p:spPr>
          <a:xfrm flipV="1">
            <a:off x="45235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3" name="S07-dot198"/>
          <p:cNvSpPr/>
          <p:nvPr/>
        </p:nvSpPr>
        <p:spPr>
          <a:xfrm>
            <a:off x="496564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7-line199"/>
          <p:cNvSpPr/>
          <p:nvPr/>
        </p:nvSpPr>
        <p:spPr>
          <a:xfrm>
            <a:off x="49350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5" name="S07-line200"/>
          <p:cNvSpPr/>
          <p:nvPr/>
        </p:nvSpPr>
        <p:spPr>
          <a:xfrm flipV="1">
            <a:off x="49350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6" name="S07-dot201"/>
          <p:cNvSpPr/>
          <p:nvPr/>
        </p:nvSpPr>
        <p:spPr>
          <a:xfrm>
            <a:off x="126232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7-line202"/>
          <p:cNvSpPr/>
          <p:nvPr/>
        </p:nvSpPr>
        <p:spPr>
          <a:xfrm>
            <a:off x="12317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8" name="S07-line203"/>
          <p:cNvSpPr/>
          <p:nvPr/>
        </p:nvSpPr>
        <p:spPr>
          <a:xfrm flipV="1">
            <a:off x="12317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9" name="S07-dot204"/>
          <p:cNvSpPr/>
          <p:nvPr/>
        </p:nvSpPr>
        <p:spPr>
          <a:xfrm>
            <a:off x="167380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7-line205"/>
          <p:cNvSpPr/>
          <p:nvPr/>
        </p:nvSpPr>
        <p:spPr>
          <a:xfrm>
            <a:off x="16431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1" name="S07-line206"/>
          <p:cNvSpPr/>
          <p:nvPr/>
        </p:nvSpPr>
        <p:spPr>
          <a:xfrm flipV="1">
            <a:off x="16431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2" name="S07-dot207"/>
          <p:cNvSpPr/>
          <p:nvPr/>
        </p:nvSpPr>
        <p:spPr>
          <a:xfrm>
            <a:off x="208528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7-line208"/>
          <p:cNvSpPr/>
          <p:nvPr/>
        </p:nvSpPr>
        <p:spPr>
          <a:xfrm>
            <a:off x="20546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4" name="S07-line209"/>
          <p:cNvSpPr/>
          <p:nvPr/>
        </p:nvSpPr>
        <p:spPr>
          <a:xfrm flipV="1">
            <a:off x="20546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5" name="S07-dot210"/>
          <p:cNvSpPr/>
          <p:nvPr/>
        </p:nvSpPr>
        <p:spPr>
          <a:xfrm>
            <a:off x="249676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7-line211"/>
          <p:cNvSpPr/>
          <p:nvPr/>
        </p:nvSpPr>
        <p:spPr>
          <a:xfrm>
            <a:off x="24661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7" name="S07-line212"/>
          <p:cNvSpPr/>
          <p:nvPr/>
        </p:nvSpPr>
        <p:spPr>
          <a:xfrm flipV="1">
            <a:off x="24661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8" name="S07-dot213"/>
          <p:cNvSpPr/>
          <p:nvPr/>
        </p:nvSpPr>
        <p:spPr>
          <a:xfrm>
            <a:off x="290824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7-line214"/>
          <p:cNvSpPr/>
          <p:nvPr/>
        </p:nvSpPr>
        <p:spPr>
          <a:xfrm>
            <a:off x="28776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0" name="S07-line215"/>
          <p:cNvSpPr/>
          <p:nvPr/>
        </p:nvSpPr>
        <p:spPr>
          <a:xfrm flipV="1">
            <a:off x="28776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1" name="S07-dot216"/>
          <p:cNvSpPr/>
          <p:nvPr/>
        </p:nvSpPr>
        <p:spPr>
          <a:xfrm>
            <a:off x="331972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7-line217"/>
          <p:cNvSpPr/>
          <p:nvPr/>
        </p:nvSpPr>
        <p:spPr>
          <a:xfrm>
            <a:off x="32891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3" name="S07-line218"/>
          <p:cNvSpPr/>
          <p:nvPr/>
        </p:nvSpPr>
        <p:spPr>
          <a:xfrm flipV="1">
            <a:off x="32891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4" name="S07-dot219"/>
          <p:cNvSpPr/>
          <p:nvPr/>
        </p:nvSpPr>
        <p:spPr>
          <a:xfrm>
            <a:off x="373120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5" name="S07-line220"/>
          <p:cNvSpPr/>
          <p:nvPr/>
        </p:nvSpPr>
        <p:spPr>
          <a:xfrm>
            <a:off x="37005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6" name="S07-line221"/>
          <p:cNvSpPr/>
          <p:nvPr/>
        </p:nvSpPr>
        <p:spPr>
          <a:xfrm flipV="1">
            <a:off x="37005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7" name="S07-dot222"/>
          <p:cNvSpPr/>
          <p:nvPr/>
        </p:nvSpPr>
        <p:spPr>
          <a:xfrm>
            <a:off x="414268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7-line223"/>
          <p:cNvSpPr/>
          <p:nvPr/>
        </p:nvSpPr>
        <p:spPr>
          <a:xfrm>
            <a:off x="41120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9" name="S07-line224"/>
          <p:cNvSpPr/>
          <p:nvPr/>
        </p:nvSpPr>
        <p:spPr>
          <a:xfrm flipV="1">
            <a:off x="41120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0" name="S07-dot225"/>
          <p:cNvSpPr/>
          <p:nvPr/>
        </p:nvSpPr>
        <p:spPr>
          <a:xfrm>
            <a:off x="455416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line226"/>
          <p:cNvSpPr/>
          <p:nvPr/>
        </p:nvSpPr>
        <p:spPr>
          <a:xfrm>
            <a:off x="45235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2" name="S07-line227"/>
          <p:cNvSpPr/>
          <p:nvPr/>
        </p:nvSpPr>
        <p:spPr>
          <a:xfrm flipV="1">
            <a:off x="45235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3" name="S07-dot228"/>
          <p:cNvSpPr/>
          <p:nvPr/>
        </p:nvSpPr>
        <p:spPr>
          <a:xfrm>
            <a:off x="496564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4" name="S07-line229"/>
          <p:cNvSpPr/>
          <p:nvPr/>
        </p:nvSpPr>
        <p:spPr>
          <a:xfrm>
            <a:off x="49350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5" name="S07-line230"/>
          <p:cNvSpPr/>
          <p:nvPr/>
        </p:nvSpPr>
        <p:spPr>
          <a:xfrm flipV="1">
            <a:off x="49350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6" name="S07-group231"/>
          <p:cNvSpPr/>
          <p:nvPr/>
        </p:nvSpPr>
        <p:spPr>
          <a:xfrm>
            <a:off x="1211580" y="230263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7" name="S07-group232"/>
          <p:cNvSpPr/>
          <p:nvPr/>
        </p:nvSpPr>
        <p:spPr>
          <a:xfrm>
            <a:off x="1211580" y="271411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8" name="S07-group233"/>
          <p:cNvSpPr/>
          <p:nvPr/>
        </p:nvSpPr>
        <p:spPr>
          <a:xfrm>
            <a:off x="1211580" y="312559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9" name="S07-group234"/>
          <p:cNvSpPr/>
          <p:nvPr/>
        </p:nvSpPr>
        <p:spPr>
          <a:xfrm>
            <a:off x="1211580" y="353707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0" name="S07-figure235" descr="10개씩 묶은 점 4줄 중 아래 2줄에 × 표시"/>
          <p:cNvSpPr/>
          <p:nvPr/>
        </p:nvSpPr>
        <p:spPr>
          <a:xfrm>
            <a:off x="1184148" y="2266061"/>
            <a:ext cx="4114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07-label23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4개에서 2개 빼기</a:t>
            </a:r>
            <a:endParaRPr lang="ko-KR" sz="2600" dirty="0"/>
          </a:p>
        </p:txBody>
      </p:sp>
      <p:sp>
        <p:nvSpPr>
          <p:cNvPr id="92" name="S07-dot237"/>
          <p:cNvSpPr/>
          <p:nvPr/>
        </p:nvSpPr>
        <p:spPr>
          <a:xfrm>
            <a:off x="758540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3" name="S07-dot238"/>
          <p:cNvSpPr/>
          <p:nvPr/>
        </p:nvSpPr>
        <p:spPr>
          <a:xfrm>
            <a:off x="799688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4" name="S07-dot239"/>
          <p:cNvSpPr/>
          <p:nvPr/>
        </p:nvSpPr>
        <p:spPr>
          <a:xfrm>
            <a:off x="840836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5" name="S07-dot240"/>
          <p:cNvSpPr/>
          <p:nvPr/>
        </p:nvSpPr>
        <p:spPr>
          <a:xfrm>
            <a:off x="881984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6" name="S07-dot241"/>
          <p:cNvSpPr/>
          <p:nvPr/>
        </p:nvSpPr>
        <p:spPr>
          <a:xfrm>
            <a:off x="923132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7" name="S07-line242"/>
          <p:cNvSpPr/>
          <p:nvPr/>
        </p:nvSpPr>
        <p:spPr>
          <a:xfrm>
            <a:off x="920071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8" name="S07-line243"/>
          <p:cNvSpPr/>
          <p:nvPr/>
        </p:nvSpPr>
        <p:spPr>
          <a:xfrm flipV="1">
            <a:off x="920071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9" name="S07-dot244"/>
          <p:cNvSpPr/>
          <p:nvPr/>
        </p:nvSpPr>
        <p:spPr>
          <a:xfrm>
            <a:off x="964280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0" name="S07-line245"/>
          <p:cNvSpPr/>
          <p:nvPr/>
        </p:nvSpPr>
        <p:spPr>
          <a:xfrm>
            <a:off x="961219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1" name="S07-line246"/>
          <p:cNvSpPr/>
          <p:nvPr/>
        </p:nvSpPr>
        <p:spPr>
          <a:xfrm flipV="1">
            <a:off x="961219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2" name="S07-dot247"/>
          <p:cNvSpPr/>
          <p:nvPr/>
        </p:nvSpPr>
        <p:spPr>
          <a:xfrm>
            <a:off x="1005428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3" name="S07-line248"/>
          <p:cNvSpPr/>
          <p:nvPr/>
        </p:nvSpPr>
        <p:spPr>
          <a:xfrm>
            <a:off x="1002367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4" name="S07-line249"/>
          <p:cNvSpPr/>
          <p:nvPr/>
        </p:nvSpPr>
        <p:spPr>
          <a:xfrm flipV="1">
            <a:off x="1002367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5" name="S07-figure250" descr="낱개 점 7개 중 3개에 × 표시"/>
          <p:cNvSpPr/>
          <p:nvPr/>
        </p:nvSpPr>
        <p:spPr>
          <a:xfrm>
            <a:off x="7507224" y="2883281"/>
            <a:ext cx="288036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07-label25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7개에서 3개 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맞추어 빼요</a:t>
            </a:r>
            <a:endParaRPr lang="ko-KR" sz="4400" dirty="0"/>
          </a:p>
        </p:txBody>
      </p:sp>
      <p:sp>
        <p:nvSpPr>
          <p:cNvPr id="3" name="S08-eqtext25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58 − 32 = □</a:t>
            </a:r>
            <a:endParaRPr lang="ko-KR" sz="3600" dirty="0"/>
          </a:p>
        </p:txBody>
      </p:sp>
      <p:graphicFrame>
        <p:nvGraphicFramePr>
          <p:cNvPr id="9" name="S08-table2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11150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8-stepno254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255"/>
          <p:cNvSpPr txBox="1"/>
          <p:nvPr/>
        </p:nvSpPr>
        <p:spPr>
          <a:xfrm>
            <a:off x="1325880" y="29814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8 − 2 = 6</a:t>
            </a:r>
            <a:endParaRPr lang="ko-KR" sz="3200" dirty="0"/>
          </a:p>
        </p:txBody>
      </p:sp>
      <p:sp>
        <p:nvSpPr>
          <p:cNvPr id="7" name="S08-stepno256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257"/>
          <p:cNvSpPr txBox="1"/>
          <p:nvPr/>
        </p:nvSpPr>
        <p:spPr>
          <a:xfrm>
            <a:off x="1325880" y="41376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5 − 3 = 2</a:t>
            </a:r>
            <a:endParaRPr lang="ko-KR" sz="3200" dirty="0"/>
          </a:p>
        </p:txBody>
      </p:sp>
      <p:sp>
        <p:nvSpPr>
          <p:cNvPr id="9" name="S08-stepno258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259"/>
          <p:cNvSpPr txBox="1"/>
          <p:nvPr/>
        </p:nvSpPr>
        <p:spPr>
          <a:xfrm>
            <a:off x="1325880" y="52938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58 − 32 = 26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9-card2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낱개끼리, 묶음은 묶음끼리 빼요.</a:t>
            </a:r>
            <a:endParaRPr lang="ko-KR" sz="3200" dirty="0"/>
          </a:p>
        </p:txBody>
      </p:sp>
      <p:sp>
        <p:nvSpPr>
          <p:cNvPr id="5" name="S09-chip26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eqtext26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36 − 4 = □</a:t>
            </a:r>
            <a:endParaRPr lang="ko-KR" sz="3600" dirty="0"/>
          </a:p>
        </p:txBody>
      </p:sp>
      <p:sp>
        <p:nvSpPr>
          <p:cNvPr id="7" name="S09-chip26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26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70 − 40 = □</a:t>
            </a:r>
            <a:endParaRPr lang="ko-KR" sz="3600" dirty="0"/>
          </a:p>
        </p:txBody>
      </p:sp>
      <p:sp>
        <p:nvSpPr>
          <p:cNvPr id="9" name="S09-chip26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26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48 − 15 = □</a:t>
            </a:r>
            <a:endParaRPr lang="ko-KR" sz="3600" dirty="0"/>
          </a:p>
        </p:txBody>
      </p:sp>
      <p:sp>
        <p:nvSpPr>
          <p:cNvPr id="11" name="S09-chip26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eqtext26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67 − 21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+ 5를 계산했어요.</a:t>
            </a:r>
            <a:endParaRPr lang="ko-KR" sz="3200" dirty="0"/>
          </a:p>
        </p:txBody>
      </p:sp>
      <p:sp>
        <p:nvSpPr>
          <p:cNvPr id="5" name="S10-card2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빨대로 확인해 봐요.</a:t>
            </a:r>
            <a:endParaRPr lang="ko-KR" sz="3200" dirty="0"/>
          </a:p>
        </p:txBody>
      </p:sp>
      <p:sp>
        <p:nvSpPr>
          <p:cNvPr id="7" name="S10-chip27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82</a:t>
            </a:r>
            <a:endParaRPr lang="ko-KR" sz="2600" dirty="0"/>
          </a:p>
        </p:txBody>
      </p:sp>
      <p:sp>
        <p:nvSpPr>
          <p:cNvPr id="8" name="S10-text27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3에 5를 더해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ko-KR" sz="3200" dirty="0"/>
          </a:p>
        </p:txBody>
      </p:sp>
      <p:sp>
        <p:nvSpPr>
          <p:cNvPr id="9" name="S10-chip27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37</a:t>
            </a:r>
            <a:endParaRPr lang="ko-KR" sz="2600" dirty="0"/>
          </a:p>
        </p:txBody>
      </p:sp>
      <p:sp>
        <p:nvSpPr>
          <p:cNvPr id="10" name="S10-text27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2에 5를 더해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3200" dirty="0"/>
          </a:p>
        </p:txBody>
      </p:sp>
      <p:sp>
        <p:nvSpPr>
          <p:cNvPr id="4" name="S11-chip27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28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+ 3 = □</a:t>
            </a:r>
            <a:endParaRPr lang="ko-KR" sz="3600" dirty="0"/>
          </a:p>
        </p:txBody>
      </p:sp>
      <p:sp>
        <p:nvSpPr>
          <p:cNvPr id="6" name="S11-chip28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28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+ 32 = □</a:t>
            </a:r>
            <a:endParaRPr lang="ko-KR" sz="3600" dirty="0"/>
          </a:p>
        </p:txBody>
      </p:sp>
      <p:sp>
        <p:nvSpPr>
          <p:cNvPr id="8" name="S11-chip28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28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79 − 5 = □</a:t>
            </a:r>
            <a:endParaRPr lang="ko-KR" sz="3600" dirty="0"/>
          </a:p>
        </p:txBody>
      </p:sp>
      <p:sp>
        <p:nvSpPr>
          <p:cNvPr id="10" name="S11-chip28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eqtext28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68 − 45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3-text2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 35장 중 12장을 썼어요.</a:t>
            </a:r>
            <a:endParaRPr lang="ko-KR" sz="3200" dirty="0"/>
          </a:p>
        </p:txBody>
      </p:sp>
      <p:sp>
        <p:nvSpPr>
          <p:cNvPr id="4" name="S13-card2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색종이는 몇 장일까요? 어떻게 알았나요?</a:t>
            </a:r>
            <a:endParaRPr lang="ko-KR" sz="3200" dirty="0"/>
          </a:p>
        </p:txBody>
      </p:sp>
      <p:sp>
        <p:nvSpPr>
          <p:cNvPr id="6" name="S13-chip29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29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9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+ 12 = 47</a:t>
            </a:r>
            <a:endParaRPr lang="ko-KR" sz="3200" dirty="0"/>
          </a:p>
        </p:txBody>
      </p:sp>
      <p:sp>
        <p:nvSpPr>
          <p:cNvPr id="9" name="S13-chip29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29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9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= 23</a:t>
            </a:r>
            <a:endParaRPr lang="ko-KR" sz="3200" dirty="0"/>
          </a:p>
        </p:txBody>
      </p:sp>
      <p:sp>
        <p:nvSpPr>
          <p:cNvPr id="12" name="S13-chip29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29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9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35 − 2 = 33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29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0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묶음은 묶음끼리, 낱개는 낱개끼리 계산해요.</a:t>
            </a:r>
            <a:endParaRPr lang="ko-KR" sz="3200" dirty="0"/>
          </a:p>
        </p:txBody>
      </p:sp>
      <p:sp>
        <p:nvSpPr>
          <p:cNvPr id="5" name="S14-chip30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칸끼리 계산하기</a:t>
            </a:r>
            <a:endParaRPr lang="ko-KR" sz="2600" dirty="0"/>
          </a:p>
        </p:txBody>
      </p:sp>
      <p:sp>
        <p:nvSpPr>
          <p:cNvPr id="6" name="S14-chip30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낱개를 묶음에 더하기</a:t>
            </a:r>
            <a:endParaRPr lang="ko-KR" sz="2600" dirty="0"/>
          </a:p>
        </p:txBody>
      </p:sp>
      <p:sp>
        <p:nvSpPr>
          <p:cNvPr id="7" name="S14-text30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0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43 + 5 = □</a:t>
            </a:r>
            <a:endParaRPr lang="ko-KR" sz="3000" dirty="0"/>
          </a:p>
        </p:txBody>
      </p:sp>
      <p:sp>
        <p:nvSpPr>
          <p:cNvPr id="9" name="S14-eqtext30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 + 30 = □</a:t>
            </a:r>
            <a:endParaRPr lang="ko-KR" sz="3000" dirty="0"/>
          </a:p>
        </p:txBody>
      </p:sp>
      <p:sp>
        <p:nvSpPr>
          <p:cNvPr id="10" name="S14-eqtext30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87 − 34 = □</a:t>
            </a:r>
            <a:endParaRPr lang="ko-KR" sz="3000" dirty="0"/>
          </a:p>
        </p:txBody>
      </p:sp>
      <p:sp>
        <p:nvSpPr>
          <p:cNvPr id="11" name="S14-text3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몇째인지 알기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5-text3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빨대를 10개씩 묶었어요.</a:t>
            </a:r>
            <a:endParaRPr lang="ko-KR" sz="3200" dirty="0"/>
          </a:p>
        </p:txBody>
      </p:sp>
      <p:sp>
        <p:nvSpPr>
          <p:cNvPr id="4" name="S15-card3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3개와 낱개 6개는 36이에요.</a:t>
            </a:r>
            <a:endParaRPr lang="ko-KR" sz="3200" dirty="0"/>
          </a:p>
        </p:txBody>
      </p:sp>
      <p:sp>
        <p:nvSpPr>
          <p:cNvPr id="6" name="S15-card31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1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3개</a:t>
            </a:r>
            <a:endParaRPr lang="ko-KR" sz="3200" dirty="0"/>
          </a:p>
        </p:txBody>
      </p:sp>
      <p:sp>
        <p:nvSpPr>
          <p:cNvPr id="8" name="S15-card31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1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6개</a:t>
            </a:r>
            <a:endParaRPr lang="ko-KR" sz="3200" dirty="0"/>
          </a:p>
        </p:txBody>
      </p:sp>
      <p:sp>
        <p:nvSpPr>
          <p:cNvPr id="10" name="S15-rod315"/>
          <p:cNvSpPr/>
          <p:nvPr/>
        </p:nvSpPr>
        <p:spPr>
          <a:xfrm>
            <a:off x="5378782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line316"/>
          <p:cNvSpPr/>
          <p:nvPr/>
        </p:nvSpPr>
        <p:spPr>
          <a:xfrm>
            <a:off x="5378782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317"/>
          <p:cNvSpPr/>
          <p:nvPr/>
        </p:nvSpPr>
        <p:spPr>
          <a:xfrm>
            <a:off x="5378782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318"/>
          <p:cNvSpPr/>
          <p:nvPr/>
        </p:nvSpPr>
        <p:spPr>
          <a:xfrm>
            <a:off x="5378782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319"/>
          <p:cNvSpPr/>
          <p:nvPr/>
        </p:nvSpPr>
        <p:spPr>
          <a:xfrm>
            <a:off x="5378782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320"/>
          <p:cNvSpPr/>
          <p:nvPr/>
        </p:nvSpPr>
        <p:spPr>
          <a:xfrm>
            <a:off x="5378782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321"/>
          <p:cNvSpPr/>
          <p:nvPr/>
        </p:nvSpPr>
        <p:spPr>
          <a:xfrm>
            <a:off x="5378782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322"/>
          <p:cNvSpPr/>
          <p:nvPr/>
        </p:nvSpPr>
        <p:spPr>
          <a:xfrm>
            <a:off x="5378782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323"/>
          <p:cNvSpPr/>
          <p:nvPr/>
        </p:nvSpPr>
        <p:spPr>
          <a:xfrm>
            <a:off x="5378782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324"/>
          <p:cNvSpPr/>
          <p:nvPr/>
        </p:nvSpPr>
        <p:spPr>
          <a:xfrm>
            <a:off x="5378782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rod325"/>
          <p:cNvSpPr/>
          <p:nvPr/>
        </p:nvSpPr>
        <p:spPr>
          <a:xfrm>
            <a:off x="5688271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line326"/>
          <p:cNvSpPr/>
          <p:nvPr/>
        </p:nvSpPr>
        <p:spPr>
          <a:xfrm>
            <a:off x="5688271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327"/>
          <p:cNvSpPr/>
          <p:nvPr/>
        </p:nvSpPr>
        <p:spPr>
          <a:xfrm>
            <a:off x="5688271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328"/>
          <p:cNvSpPr/>
          <p:nvPr/>
        </p:nvSpPr>
        <p:spPr>
          <a:xfrm>
            <a:off x="5688271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329"/>
          <p:cNvSpPr/>
          <p:nvPr/>
        </p:nvSpPr>
        <p:spPr>
          <a:xfrm>
            <a:off x="5688271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330"/>
          <p:cNvSpPr/>
          <p:nvPr/>
        </p:nvSpPr>
        <p:spPr>
          <a:xfrm>
            <a:off x="5688271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line331"/>
          <p:cNvSpPr/>
          <p:nvPr/>
        </p:nvSpPr>
        <p:spPr>
          <a:xfrm>
            <a:off x="5688271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332"/>
          <p:cNvSpPr/>
          <p:nvPr/>
        </p:nvSpPr>
        <p:spPr>
          <a:xfrm>
            <a:off x="5688271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333"/>
          <p:cNvSpPr/>
          <p:nvPr/>
        </p:nvSpPr>
        <p:spPr>
          <a:xfrm>
            <a:off x="5688271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334"/>
          <p:cNvSpPr/>
          <p:nvPr/>
        </p:nvSpPr>
        <p:spPr>
          <a:xfrm>
            <a:off x="5688271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rod335"/>
          <p:cNvSpPr/>
          <p:nvPr/>
        </p:nvSpPr>
        <p:spPr>
          <a:xfrm>
            <a:off x="5997761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5-line336"/>
          <p:cNvSpPr/>
          <p:nvPr/>
        </p:nvSpPr>
        <p:spPr>
          <a:xfrm>
            <a:off x="5997761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337"/>
          <p:cNvSpPr/>
          <p:nvPr/>
        </p:nvSpPr>
        <p:spPr>
          <a:xfrm>
            <a:off x="5997761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338"/>
          <p:cNvSpPr/>
          <p:nvPr/>
        </p:nvSpPr>
        <p:spPr>
          <a:xfrm>
            <a:off x="5997761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339"/>
          <p:cNvSpPr/>
          <p:nvPr/>
        </p:nvSpPr>
        <p:spPr>
          <a:xfrm>
            <a:off x="5997761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340"/>
          <p:cNvSpPr/>
          <p:nvPr/>
        </p:nvSpPr>
        <p:spPr>
          <a:xfrm>
            <a:off x="5997761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341"/>
          <p:cNvSpPr/>
          <p:nvPr/>
        </p:nvSpPr>
        <p:spPr>
          <a:xfrm>
            <a:off x="5997761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342"/>
          <p:cNvSpPr/>
          <p:nvPr/>
        </p:nvSpPr>
        <p:spPr>
          <a:xfrm>
            <a:off x="5997761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343"/>
          <p:cNvSpPr/>
          <p:nvPr/>
        </p:nvSpPr>
        <p:spPr>
          <a:xfrm>
            <a:off x="5997761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344"/>
          <p:cNvSpPr/>
          <p:nvPr/>
        </p:nvSpPr>
        <p:spPr>
          <a:xfrm>
            <a:off x="5997761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unit345"/>
          <p:cNvSpPr/>
          <p:nvPr/>
        </p:nvSpPr>
        <p:spPr>
          <a:xfrm>
            <a:off x="6307250" y="3742885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5-unit346"/>
          <p:cNvSpPr/>
          <p:nvPr/>
        </p:nvSpPr>
        <p:spPr>
          <a:xfrm>
            <a:off x="6307250" y="3501097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5-unit347"/>
          <p:cNvSpPr/>
          <p:nvPr/>
        </p:nvSpPr>
        <p:spPr>
          <a:xfrm>
            <a:off x="6307250" y="3259308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5-unit348"/>
          <p:cNvSpPr/>
          <p:nvPr/>
        </p:nvSpPr>
        <p:spPr>
          <a:xfrm>
            <a:off x="6307250" y="3017520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5-unit349"/>
          <p:cNvSpPr/>
          <p:nvPr/>
        </p:nvSpPr>
        <p:spPr>
          <a:xfrm>
            <a:off x="6307250" y="2775732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unit350"/>
          <p:cNvSpPr/>
          <p:nvPr/>
        </p:nvSpPr>
        <p:spPr>
          <a:xfrm>
            <a:off x="6558710" y="3742885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5-figure351" descr="10개 막대 3개와 낱개 6개"/>
          <p:cNvSpPr/>
          <p:nvPr/>
        </p:nvSpPr>
        <p:spPr>
          <a:xfrm>
            <a:off x="548640" y="205036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두 자리 수의 덧셈과 뺄셈</dc:title>
  <dc:subject>KR22-G01-MAT-ADD2D-L01</dc:subject>
  <dc:creator>education-ppt</dc:creator>
  <cp:lastModifiedBy>education-ppt</cp:lastModifiedBy>
  <cp:revision>1</cp:revision>
  <dcterms:created xsi:type="dcterms:W3CDTF">2026-10-26T06:59:10Z</dcterms:created>
  <dcterms:modified xsi:type="dcterms:W3CDTF">2026-10-26T06:59:10Z</dcterms:modified>
</cp:coreProperties>
</file>