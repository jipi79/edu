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6ff94bee-3cec-6d8d-b24b-00b8c41d9cd3}">
          <p14:sldIdLst>
            <p14:sldId id="256"/>
            <p14:sldId id="257"/>
          </p14:sldIdLst>
        </p14:section>
        <p14:section name="개념" id="{5e5fcf5d-f782-0a8c-f642-e19193315c16}">
          <p14:sldIdLst>
            <p14:sldId id="258"/>
            <p14:sldId id="259"/>
            <p14:sldId id="260"/>
            <p14:sldId id="262"/>
            <p14:sldId id="263"/>
          </p14:sldIdLst>
        </p14:section>
        <p14:section name="연습" id="{89f3ab3a-27c9-9d09-6bdb-cfd434d20dbe}">
          <p14:sldIdLst>
            <p14:sldId id="261"/>
            <p14:sldId id="264"/>
            <p14:sldId id="265"/>
          </p14:sldIdLst>
        </p14:section>
        <p14:section name="개념" id="{90b43e11-f038-62d2-14d4-e39553e454d0}">
          <p14:sldIdLst/>
        </p14:section>
        <p14:section name="연습" id="{0e4ebddf-5ca6-6096-a334-8f54d429f8b9}">
          <p14:sldIdLst/>
        </p14:section>
        <p14:section name="확인" id="{c3e437a6-79de-4a1c-676f-41389743f143}">
          <p14:sldIdLst>
            <p14:sldId id="266"/>
            <p14:sldId id="267"/>
          </p14:sldIdLst>
        </p14:section>
        <p14:section name="정리" id="{ecdd63f9-2a82-32b7-716f-ae52ff6d1997}">
          <p14:sldIdLst>
            <p14:sldId id="268"/>
          </p14:sldIdLst>
        </p14:section>
        <p14:section name="보충" id="{ee8cb220-3ade-64e1-30ec-7edb862d9485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수와연산 · 12차시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두 자리 수의 덧셈과 뺄셈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두 자리 수의 덧셈과 뺄셈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초1 수학 · 두 자리 수의 덧셈과 뺄셈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자리 수 덧셈·뺄셈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32 + 5는 얼마일까?</a:t>
            </a:r>
            <a:endParaRPr lang="ko-KR" sz="3200" dirty="0"/>
          </a:p>
        </p:txBody>
      </p:sp>
      <p:sp>
        <p:nvSpPr>
          <p:cNvPr id="4" name="S01-rod1"/>
          <p:cNvSpPr/>
          <p:nvPr/>
        </p:nvSpPr>
        <p:spPr>
          <a:xfrm>
            <a:off x="8788791" y="696351"/>
            <a:ext cx="281354" cy="281353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" name="S01-line2"/>
          <p:cNvSpPr/>
          <p:nvPr/>
        </p:nvSpPr>
        <p:spPr>
          <a:xfrm>
            <a:off x="8788791" y="977705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" name="S01-line3"/>
          <p:cNvSpPr/>
          <p:nvPr/>
        </p:nvSpPr>
        <p:spPr>
          <a:xfrm>
            <a:off x="8788791" y="1259058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" name="S01-line4"/>
          <p:cNvSpPr/>
          <p:nvPr/>
        </p:nvSpPr>
        <p:spPr>
          <a:xfrm>
            <a:off x="8788791" y="1540412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" name="S01-line5"/>
          <p:cNvSpPr/>
          <p:nvPr/>
        </p:nvSpPr>
        <p:spPr>
          <a:xfrm>
            <a:off x="8788791" y="1821766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01-line6"/>
          <p:cNvSpPr/>
          <p:nvPr/>
        </p:nvSpPr>
        <p:spPr>
          <a:xfrm>
            <a:off x="8788791" y="2103120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01-line7"/>
          <p:cNvSpPr/>
          <p:nvPr/>
        </p:nvSpPr>
        <p:spPr>
          <a:xfrm>
            <a:off x="8788791" y="2384474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" name="S01-line8"/>
          <p:cNvSpPr/>
          <p:nvPr/>
        </p:nvSpPr>
        <p:spPr>
          <a:xfrm>
            <a:off x="8788791" y="2665828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" name="S01-line9"/>
          <p:cNvSpPr/>
          <p:nvPr/>
        </p:nvSpPr>
        <p:spPr>
          <a:xfrm>
            <a:off x="8788791" y="2947182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" name="S01-line10"/>
          <p:cNvSpPr/>
          <p:nvPr/>
        </p:nvSpPr>
        <p:spPr>
          <a:xfrm>
            <a:off x="8788791" y="3228535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01-rod11"/>
          <p:cNvSpPr/>
          <p:nvPr/>
        </p:nvSpPr>
        <p:spPr>
          <a:xfrm>
            <a:off x="9238957" y="696351"/>
            <a:ext cx="281354" cy="281353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1-line12"/>
          <p:cNvSpPr/>
          <p:nvPr/>
        </p:nvSpPr>
        <p:spPr>
          <a:xfrm>
            <a:off x="9238957" y="977705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" name="S01-line13"/>
          <p:cNvSpPr/>
          <p:nvPr/>
        </p:nvSpPr>
        <p:spPr>
          <a:xfrm>
            <a:off x="9238957" y="1259058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" name="S01-line14"/>
          <p:cNvSpPr/>
          <p:nvPr/>
        </p:nvSpPr>
        <p:spPr>
          <a:xfrm>
            <a:off x="9238957" y="1540412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" name="S01-line15"/>
          <p:cNvSpPr/>
          <p:nvPr/>
        </p:nvSpPr>
        <p:spPr>
          <a:xfrm>
            <a:off x="9238957" y="1821766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01-line16"/>
          <p:cNvSpPr/>
          <p:nvPr/>
        </p:nvSpPr>
        <p:spPr>
          <a:xfrm>
            <a:off x="9238957" y="2103120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01-line17"/>
          <p:cNvSpPr/>
          <p:nvPr/>
        </p:nvSpPr>
        <p:spPr>
          <a:xfrm>
            <a:off x="9238957" y="2384474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" name="S01-line18"/>
          <p:cNvSpPr/>
          <p:nvPr/>
        </p:nvSpPr>
        <p:spPr>
          <a:xfrm>
            <a:off x="9238957" y="2665828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" name="S01-line19"/>
          <p:cNvSpPr/>
          <p:nvPr/>
        </p:nvSpPr>
        <p:spPr>
          <a:xfrm>
            <a:off x="9238957" y="2947182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" name="S01-line20"/>
          <p:cNvSpPr/>
          <p:nvPr/>
        </p:nvSpPr>
        <p:spPr>
          <a:xfrm>
            <a:off x="9238957" y="3228535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01-rod21"/>
          <p:cNvSpPr/>
          <p:nvPr/>
        </p:nvSpPr>
        <p:spPr>
          <a:xfrm>
            <a:off x="9689123" y="696351"/>
            <a:ext cx="281354" cy="281353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5" name="S01-line22"/>
          <p:cNvSpPr/>
          <p:nvPr/>
        </p:nvSpPr>
        <p:spPr>
          <a:xfrm>
            <a:off x="9689123" y="977705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" name="S01-line23"/>
          <p:cNvSpPr/>
          <p:nvPr/>
        </p:nvSpPr>
        <p:spPr>
          <a:xfrm>
            <a:off x="9689123" y="1259058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" name="S01-line24"/>
          <p:cNvSpPr/>
          <p:nvPr/>
        </p:nvSpPr>
        <p:spPr>
          <a:xfrm>
            <a:off x="9689123" y="1540412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" name="S01-line25"/>
          <p:cNvSpPr/>
          <p:nvPr/>
        </p:nvSpPr>
        <p:spPr>
          <a:xfrm>
            <a:off x="9689123" y="1821766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" name="S01-line26"/>
          <p:cNvSpPr/>
          <p:nvPr/>
        </p:nvSpPr>
        <p:spPr>
          <a:xfrm>
            <a:off x="9689123" y="2103120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01-line27"/>
          <p:cNvSpPr/>
          <p:nvPr/>
        </p:nvSpPr>
        <p:spPr>
          <a:xfrm>
            <a:off x="9689123" y="2384474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1" name="S01-line28"/>
          <p:cNvSpPr/>
          <p:nvPr/>
        </p:nvSpPr>
        <p:spPr>
          <a:xfrm>
            <a:off x="9689123" y="2665828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2" name="S01-line29"/>
          <p:cNvSpPr/>
          <p:nvPr/>
        </p:nvSpPr>
        <p:spPr>
          <a:xfrm>
            <a:off x="9689123" y="2947182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3" name="S01-line30"/>
          <p:cNvSpPr/>
          <p:nvPr/>
        </p:nvSpPr>
        <p:spPr>
          <a:xfrm>
            <a:off x="9689123" y="3228535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01-unit31"/>
          <p:cNvSpPr/>
          <p:nvPr/>
        </p:nvSpPr>
        <p:spPr>
          <a:xfrm>
            <a:off x="10139289" y="3158197"/>
            <a:ext cx="281354" cy="28135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5" name="S01-unit32"/>
          <p:cNvSpPr/>
          <p:nvPr/>
        </p:nvSpPr>
        <p:spPr>
          <a:xfrm>
            <a:off x="10139289" y="2806505"/>
            <a:ext cx="281354" cy="28135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6" name="S01-figure33" descr="10개 막대 3개와 낱개 2개"/>
          <p:cNvSpPr/>
          <p:nvPr/>
        </p:nvSpPr>
        <p:spPr>
          <a:xfrm>
            <a:off x="7680960" y="696351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S01-card34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38" name="S01-cardtext35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묶음끼리, 낱개끼리 더해요.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묶음끼리, 낱개끼리 빼요.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 기억하기</a:t>
            </a:r>
            <a:endParaRPr lang="ko-KR" sz="4400" dirty="0"/>
          </a:p>
        </p:txBody>
      </p:sp>
      <p:sp>
        <p:nvSpPr>
          <p:cNvPr id="3" name="S02-chip36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4" name="S02-text37"/>
          <p:cNvSpPr txBox="1"/>
          <p:nvPr/>
        </p:nvSpPr>
        <p:spPr>
          <a:xfrm>
            <a:off x="1344168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묶음 4개, 낱개 3개는?</a:t>
            </a:r>
            <a:endParaRPr lang="ko-KR" sz="3200" dirty="0"/>
          </a:p>
        </p:txBody>
      </p:sp>
      <p:sp>
        <p:nvSpPr>
          <p:cNvPr id="5" name="S02-chip38"/>
          <p:cNvSpPr txBox="1"/>
          <p:nvPr/>
        </p:nvSpPr>
        <p:spPr>
          <a:xfrm>
            <a:off x="6277356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6" name="S02-eqtext39"/>
          <p:cNvSpPr txBox="1"/>
          <p:nvPr/>
        </p:nvSpPr>
        <p:spPr>
          <a:xfrm>
            <a:off x="7072884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+ 4 = □</a:t>
            </a:r>
            <a:endParaRPr lang="ko-KR" sz="3600" dirty="0"/>
          </a:p>
        </p:txBody>
      </p:sp>
      <p:sp>
        <p:nvSpPr>
          <p:cNvPr id="7" name="S02-chip40"/>
          <p:cNvSpPr txBox="1"/>
          <p:nvPr/>
        </p:nvSpPr>
        <p:spPr>
          <a:xfrm>
            <a:off x="548640" y="43113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8" name="S02-eqtext41"/>
          <p:cNvSpPr txBox="1"/>
          <p:nvPr/>
        </p:nvSpPr>
        <p:spPr>
          <a:xfrm>
            <a:off x="1344168" y="38633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7 − 3 = □</a:t>
            </a:r>
            <a:endParaRPr lang="ko-KR" sz="3600" dirty="0"/>
          </a:p>
        </p:txBody>
      </p:sp>
      <p:sp>
        <p:nvSpPr>
          <p:cNvPr id="9" name="S02-chip42"/>
          <p:cNvSpPr txBox="1"/>
          <p:nvPr/>
        </p:nvSpPr>
        <p:spPr>
          <a:xfrm>
            <a:off x="6277356" y="43113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10" name="S02-eqtext43"/>
          <p:cNvSpPr txBox="1"/>
          <p:nvPr/>
        </p:nvSpPr>
        <p:spPr>
          <a:xfrm>
            <a:off x="7072884" y="38633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14 − 6 = □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낱개끼리 더해요</a:t>
            </a:r>
            <a:endParaRPr lang="ko-KR" sz="4400" dirty="0"/>
          </a:p>
        </p:txBody>
      </p:sp>
      <p:sp>
        <p:nvSpPr>
          <p:cNvPr id="3" name="S03-card44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3-cardtext45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32 + 5 = 37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낱개끼리 더해요. 2 + 5 = 7, 묶음은 그대로 3개</a:t>
            </a:r>
            <a:endParaRPr lang="ko-KR" sz="3200" dirty="0"/>
          </a:p>
        </p:txBody>
      </p:sp>
      <p:sp>
        <p:nvSpPr>
          <p:cNvPr id="5" name="S03-rod46"/>
          <p:cNvSpPr/>
          <p:nvPr/>
        </p:nvSpPr>
        <p:spPr>
          <a:xfrm>
            <a:off x="2408522" y="1380505"/>
            <a:ext cx="273123" cy="2731233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" name="S03-line47"/>
          <p:cNvSpPr/>
          <p:nvPr/>
        </p:nvSpPr>
        <p:spPr>
          <a:xfrm>
            <a:off x="2408522" y="1653628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" name="S03-line48"/>
          <p:cNvSpPr/>
          <p:nvPr/>
        </p:nvSpPr>
        <p:spPr>
          <a:xfrm>
            <a:off x="2408522" y="1926751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" name="S03-line49"/>
          <p:cNvSpPr/>
          <p:nvPr/>
        </p:nvSpPr>
        <p:spPr>
          <a:xfrm>
            <a:off x="2408522" y="2199874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03-line50"/>
          <p:cNvSpPr/>
          <p:nvPr/>
        </p:nvSpPr>
        <p:spPr>
          <a:xfrm>
            <a:off x="2408522" y="2472998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03-line51"/>
          <p:cNvSpPr/>
          <p:nvPr/>
        </p:nvSpPr>
        <p:spPr>
          <a:xfrm>
            <a:off x="2408522" y="2746121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" name="S03-line52"/>
          <p:cNvSpPr/>
          <p:nvPr/>
        </p:nvSpPr>
        <p:spPr>
          <a:xfrm>
            <a:off x="2408522" y="3019244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" name="S03-line53"/>
          <p:cNvSpPr/>
          <p:nvPr/>
        </p:nvSpPr>
        <p:spPr>
          <a:xfrm>
            <a:off x="2408522" y="3292368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" name="S03-line54"/>
          <p:cNvSpPr/>
          <p:nvPr/>
        </p:nvSpPr>
        <p:spPr>
          <a:xfrm>
            <a:off x="2408522" y="3565491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03-line55"/>
          <p:cNvSpPr/>
          <p:nvPr/>
        </p:nvSpPr>
        <p:spPr>
          <a:xfrm>
            <a:off x="2408522" y="3838614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03-rod56"/>
          <p:cNvSpPr/>
          <p:nvPr/>
        </p:nvSpPr>
        <p:spPr>
          <a:xfrm>
            <a:off x="2845519" y="1380505"/>
            <a:ext cx="273123" cy="2731233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03-line57"/>
          <p:cNvSpPr/>
          <p:nvPr/>
        </p:nvSpPr>
        <p:spPr>
          <a:xfrm>
            <a:off x="2845519" y="1653628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" name="S03-line58"/>
          <p:cNvSpPr/>
          <p:nvPr/>
        </p:nvSpPr>
        <p:spPr>
          <a:xfrm>
            <a:off x="2845519" y="1926751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" name="S03-line59"/>
          <p:cNvSpPr/>
          <p:nvPr/>
        </p:nvSpPr>
        <p:spPr>
          <a:xfrm>
            <a:off x="2845519" y="2199874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03-line60"/>
          <p:cNvSpPr/>
          <p:nvPr/>
        </p:nvSpPr>
        <p:spPr>
          <a:xfrm>
            <a:off x="2845519" y="2472998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03-line61"/>
          <p:cNvSpPr/>
          <p:nvPr/>
        </p:nvSpPr>
        <p:spPr>
          <a:xfrm>
            <a:off x="2845519" y="2746121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" name="S03-line62"/>
          <p:cNvSpPr/>
          <p:nvPr/>
        </p:nvSpPr>
        <p:spPr>
          <a:xfrm>
            <a:off x="2845519" y="3019244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" name="S03-line63"/>
          <p:cNvSpPr/>
          <p:nvPr/>
        </p:nvSpPr>
        <p:spPr>
          <a:xfrm>
            <a:off x="2845519" y="3292368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" name="S03-line64"/>
          <p:cNvSpPr/>
          <p:nvPr/>
        </p:nvSpPr>
        <p:spPr>
          <a:xfrm>
            <a:off x="2845519" y="3565491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03-line65"/>
          <p:cNvSpPr/>
          <p:nvPr/>
        </p:nvSpPr>
        <p:spPr>
          <a:xfrm>
            <a:off x="2845519" y="3838614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03-rod66"/>
          <p:cNvSpPr/>
          <p:nvPr/>
        </p:nvSpPr>
        <p:spPr>
          <a:xfrm>
            <a:off x="3282516" y="1380505"/>
            <a:ext cx="273123" cy="2731233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6" name="S03-line67"/>
          <p:cNvSpPr/>
          <p:nvPr/>
        </p:nvSpPr>
        <p:spPr>
          <a:xfrm>
            <a:off x="3282516" y="1653628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" name="S03-line68"/>
          <p:cNvSpPr/>
          <p:nvPr/>
        </p:nvSpPr>
        <p:spPr>
          <a:xfrm>
            <a:off x="3282516" y="1926751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" name="S03-line69"/>
          <p:cNvSpPr/>
          <p:nvPr/>
        </p:nvSpPr>
        <p:spPr>
          <a:xfrm>
            <a:off x="3282516" y="2199874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" name="S03-line70"/>
          <p:cNvSpPr/>
          <p:nvPr/>
        </p:nvSpPr>
        <p:spPr>
          <a:xfrm>
            <a:off x="3282516" y="2472998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03-line71"/>
          <p:cNvSpPr/>
          <p:nvPr/>
        </p:nvSpPr>
        <p:spPr>
          <a:xfrm>
            <a:off x="3282516" y="2746121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1" name="S03-line72"/>
          <p:cNvSpPr/>
          <p:nvPr/>
        </p:nvSpPr>
        <p:spPr>
          <a:xfrm>
            <a:off x="3282516" y="3019244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2" name="S03-line73"/>
          <p:cNvSpPr/>
          <p:nvPr/>
        </p:nvSpPr>
        <p:spPr>
          <a:xfrm>
            <a:off x="3282516" y="3292368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3" name="S03-line74"/>
          <p:cNvSpPr/>
          <p:nvPr/>
        </p:nvSpPr>
        <p:spPr>
          <a:xfrm>
            <a:off x="3282516" y="3565491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03-line75"/>
          <p:cNvSpPr/>
          <p:nvPr/>
        </p:nvSpPr>
        <p:spPr>
          <a:xfrm>
            <a:off x="3282516" y="3838614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03-unit76"/>
          <p:cNvSpPr/>
          <p:nvPr/>
        </p:nvSpPr>
        <p:spPr>
          <a:xfrm>
            <a:off x="3719514" y="3770333"/>
            <a:ext cx="273123" cy="273123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6" name="S03-unit77"/>
          <p:cNvSpPr/>
          <p:nvPr/>
        </p:nvSpPr>
        <p:spPr>
          <a:xfrm>
            <a:off x="3719514" y="3428929"/>
            <a:ext cx="273123" cy="273123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7" name="S03-figure78" descr="10개 막대 3개와 낱개 2개"/>
          <p:cNvSpPr/>
          <p:nvPr/>
        </p:nvSpPr>
        <p:spPr>
          <a:xfrm>
            <a:off x="548640" y="1380505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S03-label79"/>
          <p:cNvSpPr txBox="1"/>
          <p:nvPr/>
        </p:nvSpPr>
        <p:spPr>
          <a:xfrm>
            <a:off x="548640" y="4239514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32</a:t>
            </a:r>
            <a:endParaRPr lang="ko-KR" sz="2600" dirty="0"/>
          </a:p>
        </p:txBody>
      </p:sp>
      <p:sp>
        <p:nvSpPr>
          <p:cNvPr id="39" name="S03-unit80"/>
          <p:cNvSpPr/>
          <p:nvPr/>
        </p:nvSpPr>
        <p:spPr>
          <a:xfrm>
            <a:off x="8769874" y="3770333"/>
            <a:ext cx="273123" cy="273123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0" name="S03-unit81"/>
          <p:cNvSpPr/>
          <p:nvPr/>
        </p:nvSpPr>
        <p:spPr>
          <a:xfrm>
            <a:off x="8769874" y="3428929"/>
            <a:ext cx="273123" cy="273123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1" name="S03-unit82"/>
          <p:cNvSpPr/>
          <p:nvPr/>
        </p:nvSpPr>
        <p:spPr>
          <a:xfrm>
            <a:off x="8769874" y="3087525"/>
            <a:ext cx="273123" cy="273123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2" name="S03-unit83"/>
          <p:cNvSpPr/>
          <p:nvPr/>
        </p:nvSpPr>
        <p:spPr>
          <a:xfrm>
            <a:off x="8769874" y="2746121"/>
            <a:ext cx="273123" cy="273123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3" name="S03-unit84"/>
          <p:cNvSpPr/>
          <p:nvPr/>
        </p:nvSpPr>
        <p:spPr>
          <a:xfrm>
            <a:off x="8769874" y="2404717"/>
            <a:ext cx="273123" cy="273123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4" name="S03-figure85" descr="낱개 5개"/>
          <p:cNvSpPr/>
          <p:nvPr/>
        </p:nvSpPr>
        <p:spPr>
          <a:xfrm>
            <a:off x="6254496" y="1380505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S03-label86"/>
          <p:cNvSpPr txBox="1"/>
          <p:nvPr/>
        </p:nvSpPr>
        <p:spPr>
          <a:xfrm>
            <a:off x="6254496" y="4239514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묶음끼리, 낱개끼리</a:t>
            </a:r>
            <a:endParaRPr lang="ko-KR" sz="4400" dirty="0"/>
          </a:p>
        </p:txBody>
      </p:sp>
      <p:sp>
        <p:nvSpPr>
          <p:cNvPr id="3" name="S04-card87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88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23 + 14 = 37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묶음: 2 + 1 = 3,  낱개: 3 + 4 = 7</a:t>
            </a:r>
            <a:endParaRPr lang="ko-KR" sz="3200" dirty="0"/>
          </a:p>
        </p:txBody>
      </p:sp>
      <p:sp>
        <p:nvSpPr>
          <p:cNvPr id="5" name="S04-rod89"/>
          <p:cNvSpPr/>
          <p:nvPr/>
        </p:nvSpPr>
        <p:spPr>
          <a:xfrm>
            <a:off x="2627021" y="1380505"/>
            <a:ext cx="273123" cy="2731233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" name="S04-line90"/>
          <p:cNvSpPr/>
          <p:nvPr/>
        </p:nvSpPr>
        <p:spPr>
          <a:xfrm>
            <a:off x="2627021" y="1653628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" name="S04-line91"/>
          <p:cNvSpPr/>
          <p:nvPr/>
        </p:nvSpPr>
        <p:spPr>
          <a:xfrm>
            <a:off x="2627021" y="1926751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" name="S04-line92"/>
          <p:cNvSpPr/>
          <p:nvPr/>
        </p:nvSpPr>
        <p:spPr>
          <a:xfrm>
            <a:off x="2627021" y="2199874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04-line93"/>
          <p:cNvSpPr/>
          <p:nvPr/>
        </p:nvSpPr>
        <p:spPr>
          <a:xfrm>
            <a:off x="2627021" y="2472998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04-line94"/>
          <p:cNvSpPr/>
          <p:nvPr/>
        </p:nvSpPr>
        <p:spPr>
          <a:xfrm>
            <a:off x="2627021" y="2746121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" name="S04-line95"/>
          <p:cNvSpPr/>
          <p:nvPr/>
        </p:nvSpPr>
        <p:spPr>
          <a:xfrm>
            <a:off x="2627021" y="3019244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" name="S04-line96"/>
          <p:cNvSpPr/>
          <p:nvPr/>
        </p:nvSpPr>
        <p:spPr>
          <a:xfrm>
            <a:off x="2627021" y="3292368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" name="S04-line97"/>
          <p:cNvSpPr/>
          <p:nvPr/>
        </p:nvSpPr>
        <p:spPr>
          <a:xfrm>
            <a:off x="2627021" y="3565491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04-line98"/>
          <p:cNvSpPr/>
          <p:nvPr/>
        </p:nvSpPr>
        <p:spPr>
          <a:xfrm>
            <a:off x="2627021" y="3838614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04-rod99"/>
          <p:cNvSpPr/>
          <p:nvPr/>
        </p:nvSpPr>
        <p:spPr>
          <a:xfrm>
            <a:off x="3064018" y="1380505"/>
            <a:ext cx="273123" cy="2731233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04-line100"/>
          <p:cNvSpPr/>
          <p:nvPr/>
        </p:nvSpPr>
        <p:spPr>
          <a:xfrm>
            <a:off x="3064018" y="1653628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" name="S04-line101"/>
          <p:cNvSpPr/>
          <p:nvPr/>
        </p:nvSpPr>
        <p:spPr>
          <a:xfrm>
            <a:off x="3064018" y="1926751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" name="S04-line102"/>
          <p:cNvSpPr/>
          <p:nvPr/>
        </p:nvSpPr>
        <p:spPr>
          <a:xfrm>
            <a:off x="3064018" y="2199874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04-line103"/>
          <p:cNvSpPr/>
          <p:nvPr/>
        </p:nvSpPr>
        <p:spPr>
          <a:xfrm>
            <a:off x="3064018" y="2472998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04-line104"/>
          <p:cNvSpPr/>
          <p:nvPr/>
        </p:nvSpPr>
        <p:spPr>
          <a:xfrm>
            <a:off x="3064018" y="2746121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" name="S04-line105"/>
          <p:cNvSpPr/>
          <p:nvPr/>
        </p:nvSpPr>
        <p:spPr>
          <a:xfrm>
            <a:off x="3064018" y="3019244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" name="S04-line106"/>
          <p:cNvSpPr/>
          <p:nvPr/>
        </p:nvSpPr>
        <p:spPr>
          <a:xfrm>
            <a:off x="3064018" y="3292368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" name="S04-line107"/>
          <p:cNvSpPr/>
          <p:nvPr/>
        </p:nvSpPr>
        <p:spPr>
          <a:xfrm>
            <a:off x="3064018" y="3565491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04-line108"/>
          <p:cNvSpPr/>
          <p:nvPr/>
        </p:nvSpPr>
        <p:spPr>
          <a:xfrm>
            <a:off x="3064018" y="3838614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04-unit109"/>
          <p:cNvSpPr/>
          <p:nvPr/>
        </p:nvSpPr>
        <p:spPr>
          <a:xfrm>
            <a:off x="3501015" y="3770333"/>
            <a:ext cx="273123" cy="273123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6" name="S04-unit110"/>
          <p:cNvSpPr/>
          <p:nvPr/>
        </p:nvSpPr>
        <p:spPr>
          <a:xfrm>
            <a:off x="3501015" y="3428929"/>
            <a:ext cx="273123" cy="273123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7" name="S04-unit111"/>
          <p:cNvSpPr/>
          <p:nvPr/>
        </p:nvSpPr>
        <p:spPr>
          <a:xfrm>
            <a:off x="3501015" y="3087525"/>
            <a:ext cx="273123" cy="273123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8" name="S04-figure112" descr="10개 막대 2개와 낱개 3개"/>
          <p:cNvSpPr/>
          <p:nvPr/>
        </p:nvSpPr>
        <p:spPr>
          <a:xfrm>
            <a:off x="548640" y="1380505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S04-label113"/>
          <p:cNvSpPr txBox="1"/>
          <p:nvPr/>
        </p:nvSpPr>
        <p:spPr>
          <a:xfrm>
            <a:off x="548640" y="4239514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23</a:t>
            </a:r>
            <a:endParaRPr lang="ko-KR" sz="2600" dirty="0"/>
          </a:p>
        </p:txBody>
      </p:sp>
      <p:sp>
        <p:nvSpPr>
          <p:cNvPr id="30" name="S04-rod114"/>
          <p:cNvSpPr/>
          <p:nvPr/>
        </p:nvSpPr>
        <p:spPr>
          <a:xfrm>
            <a:off x="8551375" y="1380505"/>
            <a:ext cx="273123" cy="2731233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1" name="S04-line115"/>
          <p:cNvSpPr/>
          <p:nvPr/>
        </p:nvSpPr>
        <p:spPr>
          <a:xfrm>
            <a:off x="8551375" y="1653628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2" name="S04-line116"/>
          <p:cNvSpPr/>
          <p:nvPr/>
        </p:nvSpPr>
        <p:spPr>
          <a:xfrm>
            <a:off x="8551375" y="1926751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3" name="S04-line117"/>
          <p:cNvSpPr/>
          <p:nvPr/>
        </p:nvSpPr>
        <p:spPr>
          <a:xfrm>
            <a:off x="8551375" y="2199874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04-line118"/>
          <p:cNvSpPr/>
          <p:nvPr/>
        </p:nvSpPr>
        <p:spPr>
          <a:xfrm>
            <a:off x="8551375" y="2472998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04-line119"/>
          <p:cNvSpPr/>
          <p:nvPr/>
        </p:nvSpPr>
        <p:spPr>
          <a:xfrm>
            <a:off x="8551375" y="2746121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6" name="S04-line120"/>
          <p:cNvSpPr/>
          <p:nvPr/>
        </p:nvSpPr>
        <p:spPr>
          <a:xfrm>
            <a:off x="8551375" y="3019244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7" name="S04-line121"/>
          <p:cNvSpPr/>
          <p:nvPr/>
        </p:nvSpPr>
        <p:spPr>
          <a:xfrm>
            <a:off x="8551375" y="3292368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8" name="S04-line122"/>
          <p:cNvSpPr/>
          <p:nvPr/>
        </p:nvSpPr>
        <p:spPr>
          <a:xfrm>
            <a:off x="8551375" y="3565491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9" name="S04-line123"/>
          <p:cNvSpPr/>
          <p:nvPr/>
        </p:nvSpPr>
        <p:spPr>
          <a:xfrm>
            <a:off x="8551375" y="3838614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0" name="S04-unit124"/>
          <p:cNvSpPr/>
          <p:nvPr/>
        </p:nvSpPr>
        <p:spPr>
          <a:xfrm>
            <a:off x="8988372" y="3770333"/>
            <a:ext cx="273123" cy="273123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1" name="S04-unit125"/>
          <p:cNvSpPr/>
          <p:nvPr/>
        </p:nvSpPr>
        <p:spPr>
          <a:xfrm>
            <a:off x="8988372" y="3428929"/>
            <a:ext cx="273123" cy="273123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2" name="S04-unit126"/>
          <p:cNvSpPr/>
          <p:nvPr/>
        </p:nvSpPr>
        <p:spPr>
          <a:xfrm>
            <a:off x="8988372" y="3087525"/>
            <a:ext cx="273123" cy="273123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3" name="S04-unit127"/>
          <p:cNvSpPr/>
          <p:nvPr/>
        </p:nvSpPr>
        <p:spPr>
          <a:xfrm>
            <a:off x="8988372" y="2746121"/>
            <a:ext cx="273123" cy="273123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4" name="S04-figure128" descr="10개 막대 1개와 낱개 4개"/>
          <p:cNvSpPr/>
          <p:nvPr/>
        </p:nvSpPr>
        <p:spPr>
          <a:xfrm>
            <a:off x="6254496" y="1380505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S04-label129"/>
          <p:cNvSpPr txBox="1"/>
          <p:nvPr/>
        </p:nvSpPr>
        <p:spPr>
          <a:xfrm>
            <a:off x="6254496" y="4239514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표에 맞추어 더해요</a:t>
            </a:r>
            <a:endParaRPr lang="ko-KR" sz="4400" dirty="0"/>
          </a:p>
        </p:txBody>
      </p:sp>
      <p:sp>
        <p:nvSpPr>
          <p:cNvPr id="3" name="S05-eqtext130"/>
          <p:cNvSpPr txBox="1"/>
          <p:nvPr/>
        </p:nvSpPr>
        <p:spPr>
          <a:xfrm>
            <a:off x="548640" y="1325880"/>
            <a:ext cx="110916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41 + 25 = □</a:t>
            </a:r>
            <a:endParaRPr lang="ko-KR" sz="3600" dirty="0"/>
          </a:p>
        </p:txBody>
      </p:sp>
      <p:graphicFrame>
        <p:nvGraphicFramePr>
          <p:cNvPr id="6" name="S05-table13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13652" y="3111500"/>
          <a:ext cx="4826660" cy="914400"/>
        </p:xfrm>
        <a:graphic>
          <a:graphicData uri="http://schemas.openxmlformats.org/drawingml/2006/table">
            <a:tbl>
              <a:tblPr/>
              <a:tblGrid>
                <a:gridCol w="1608887"/>
                <a:gridCol w="1608887"/>
                <a:gridCol w="1608887"/>
              </a:tblGrid>
              <a:tr h="6502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묶음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낱개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6502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02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+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02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=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05-stepno132"/>
          <p:cNvSpPr txBox="1"/>
          <p:nvPr/>
        </p:nvSpPr>
        <p:spPr>
          <a:xfrm>
            <a:off x="548640" y="302717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6" name="S05-text133"/>
          <p:cNvSpPr txBox="1"/>
          <p:nvPr/>
        </p:nvSpPr>
        <p:spPr>
          <a:xfrm>
            <a:off x="1325880" y="2981452"/>
            <a:ext cx="5122012" cy="991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낱개끼리 더해요.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+ 5 = 6</a:t>
            </a:r>
            <a:endParaRPr lang="ko-KR" sz="3200" dirty="0"/>
          </a:p>
        </p:txBody>
      </p:sp>
      <p:sp>
        <p:nvSpPr>
          <p:cNvPr id="7" name="S05-stepno134"/>
          <p:cNvSpPr txBox="1"/>
          <p:nvPr/>
        </p:nvSpPr>
        <p:spPr>
          <a:xfrm>
            <a:off x="548640" y="418338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8" name="S05-text135"/>
          <p:cNvSpPr txBox="1"/>
          <p:nvPr/>
        </p:nvSpPr>
        <p:spPr>
          <a:xfrm>
            <a:off x="1325880" y="4137660"/>
            <a:ext cx="5122012" cy="991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묶음끼리 더해요.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+ 2 = 6</a:t>
            </a:r>
            <a:endParaRPr lang="ko-KR" sz="3200" dirty="0"/>
          </a:p>
        </p:txBody>
      </p:sp>
      <p:sp>
        <p:nvSpPr>
          <p:cNvPr id="9" name="S05-stepno136"/>
          <p:cNvSpPr txBox="1"/>
          <p:nvPr/>
        </p:nvSpPr>
        <p:spPr>
          <a:xfrm>
            <a:off x="548640" y="529386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0" name="S05-text137"/>
          <p:cNvSpPr txBox="1"/>
          <p:nvPr/>
        </p:nvSpPr>
        <p:spPr>
          <a:xfrm>
            <a:off x="1325880" y="5293868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41 + 25 = 66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덧셈을 해 봐요</a:t>
            </a:r>
            <a:endParaRPr lang="ko-KR" sz="4400" dirty="0"/>
          </a:p>
        </p:txBody>
      </p:sp>
      <p:sp>
        <p:nvSpPr>
          <p:cNvPr id="3" name="S06-card13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4" name="S06-cardtext13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낱개는 낱개끼리, 묶음은 묶음끼리 더해요.</a:t>
            </a:r>
            <a:endParaRPr lang="ko-KR" sz="3200" dirty="0"/>
          </a:p>
        </p:txBody>
      </p:sp>
      <p:sp>
        <p:nvSpPr>
          <p:cNvPr id="5" name="S06-chip140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6" name="S06-eqtext141"/>
          <p:cNvSpPr txBox="1"/>
          <p:nvPr/>
        </p:nvSpPr>
        <p:spPr>
          <a:xfrm>
            <a:off x="1344168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41 + 6 = □</a:t>
            </a:r>
            <a:endParaRPr lang="ko-KR" sz="3600" dirty="0"/>
          </a:p>
        </p:txBody>
      </p:sp>
      <p:sp>
        <p:nvSpPr>
          <p:cNvPr id="7" name="S06-chip142"/>
          <p:cNvSpPr txBox="1"/>
          <p:nvPr/>
        </p:nvSpPr>
        <p:spPr>
          <a:xfrm>
            <a:off x="6277356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8" name="S06-eqtext143"/>
          <p:cNvSpPr txBox="1"/>
          <p:nvPr/>
        </p:nvSpPr>
        <p:spPr>
          <a:xfrm>
            <a:off x="7072884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 + 20 = □</a:t>
            </a:r>
            <a:endParaRPr lang="ko-KR" sz="3600" dirty="0"/>
          </a:p>
        </p:txBody>
      </p:sp>
      <p:sp>
        <p:nvSpPr>
          <p:cNvPr id="9" name="S06-chip144"/>
          <p:cNvSpPr txBox="1"/>
          <p:nvPr/>
        </p:nvSpPr>
        <p:spPr>
          <a:xfrm>
            <a:off x="548640" y="37627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0" name="S06-eqtext145"/>
          <p:cNvSpPr txBox="1"/>
          <p:nvPr/>
        </p:nvSpPr>
        <p:spPr>
          <a:xfrm>
            <a:off x="1344168" y="33147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 + 12 = □</a:t>
            </a:r>
            <a:endParaRPr lang="ko-KR" sz="3600" dirty="0"/>
          </a:p>
        </p:txBody>
      </p:sp>
      <p:sp>
        <p:nvSpPr>
          <p:cNvPr id="11" name="S06-chip146"/>
          <p:cNvSpPr txBox="1"/>
          <p:nvPr/>
        </p:nvSpPr>
        <p:spPr>
          <a:xfrm>
            <a:off x="6277356" y="37627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12" name="S06-eqtext147"/>
          <p:cNvSpPr txBox="1"/>
          <p:nvPr/>
        </p:nvSpPr>
        <p:spPr>
          <a:xfrm>
            <a:off x="7072884" y="33147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52 + 34 = □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묶음끼리, 낱개끼리 빼요</a:t>
            </a:r>
            <a:endParaRPr lang="ko-KR" sz="4400" dirty="0"/>
          </a:p>
        </p:txBody>
      </p:sp>
      <p:sp>
        <p:nvSpPr>
          <p:cNvPr id="3" name="S07-text14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47에서 23을 빼요.</a:t>
            </a:r>
            <a:endParaRPr lang="ko-KR" sz="3200" dirty="0"/>
          </a:p>
        </p:txBody>
      </p:sp>
      <p:sp>
        <p:nvSpPr>
          <p:cNvPr id="4" name="S07-card149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7-cardtext150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47 − 23 = 24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묶음: 4 − 2 = 2, 낱개: 7 − 3 = 4</a:t>
            </a:r>
            <a:endParaRPr lang="ko-KR" sz="3200" dirty="0"/>
          </a:p>
        </p:txBody>
      </p:sp>
      <p:sp>
        <p:nvSpPr>
          <p:cNvPr id="6" name="S07-dot151"/>
          <p:cNvSpPr/>
          <p:nvPr/>
        </p:nvSpPr>
        <p:spPr>
          <a:xfrm>
            <a:off x="1262329" y="234424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7-dot152"/>
          <p:cNvSpPr/>
          <p:nvPr/>
        </p:nvSpPr>
        <p:spPr>
          <a:xfrm>
            <a:off x="1673809" y="234424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7-dot153"/>
          <p:cNvSpPr/>
          <p:nvPr/>
        </p:nvSpPr>
        <p:spPr>
          <a:xfrm>
            <a:off x="2085289" y="234424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7-dot154"/>
          <p:cNvSpPr/>
          <p:nvPr/>
        </p:nvSpPr>
        <p:spPr>
          <a:xfrm>
            <a:off x="2496769" y="234424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7-dot155"/>
          <p:cNvSpPr/>
          <p:nvPr/>
        </p:nvSpPr>
        <p:spPr>
          <a:xfrm>
            <a:off x="2908249" y="234424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7-dot156"/>
          <p:cNvSpPr/>
          <p:nvPr/>
        </p:nvSpPr>
        <p:spPr>
          <a:xfrm>
            <a:off x="3319729" y="234424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7-dot157"/>
          <p:cNvSpPr/>
          <p:nvPr/>
        </p:nvSpPr>
        <p:spPr>
          <a:xfrm>
            <a:off x="3731209" y="234424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7-dot158"/>
          <p:cNvSpPr/>
          <p:nvPr/>
        </p:nvSpPr>
        <p:spPr>
          <a:xfrm>
            <a:off x="4142689" y="234424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7-dot159"/>
          <p:cNvSpPr/>
          <p:nvPr/>
        </p:nvSpPr>
        <p:spPr>
          <a:xfrm>
            <a:off x="4554169" y="234424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07-dot160"/>
          <p:cNvSpPr/>
          <p:nvPr/>
        </p:nvSpPr>
        <p:spPr>
          <a:xfrm>
            <a:off x="4965649" y="234424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7-dot161"/>
          <p:cNvSpPr/>
          <p:nvPr/>
        </p:nvSpPr>
        <p:spPr>
          <a:xfrm>
            <a:off x="1262329" y="275572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07-dot162"/>
          <p:cNvSpPr/>
          <p:nvPr/>
        </p:nvSpPr>
        <p:spPr>
          <a:xfrm>
            <a:off x="1673809" y="275572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07-dot163"/>
          <p:cNvSpPr/>
          <p:nvPr/>
        </p:nvSpPr>
        <p:spPr>
          <a:xfrm>
            <a:off x="2085289" y="275572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9" name="S07-dot164"/>
          <p:cNvSpPr/>
          <p:nvPr/>
        </p:nvSpPr>
        <p:spPr>
          <a:xfrm>
            <a:off x="2496769" y="275572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07-dot165"/>
          <p:cNvSpPr/>
          <p:nvPr/>
        </p:nvSpPr>
        <p:spPr>
          <a:xfrm>
            <a:off x="2908249" y="275572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1" name="S07-dot166"/>
          <p:cNvSpPr/>
          <p:nvPr/>
        </p:nvSpPr>
        <p:spPr>
          <a:xfrm>
            <a:off x="3319729" y="275572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2" name="S07-dot167"/>
          <p:cNvSpPr/>
          <p:nvPr/>
        </p:nvSpPr>
        <p:spPr>
          <a:xfrm>
            <a:off x="3731209" y="275572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3" name="S07-dot168"/>
          <p:cNvSpPr/>
          <p:nvPr/>
        </p:nvSpPr>
        <p:spPr>
          <a:xfrm>
            <a:off x="4142689" y="275572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4" name="S07-dot169"/>
          <p:cNvSpPr/>
          <p:nvPr/>
        </p:nvSpPr>
        <p:spPr>
          <a:xfrm>
            <a:off x="4554169" y="275572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5" name="S07-dot170"/>
          <p:cNvSpPr/>
          <p:nvPr/>
        </p:nvSpPr>
        <p:spPr>
          <a:xfrm>
            <a:off x="4965649" y="275572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6" name="S07-dot171"/>
          <p:cNvSpPr/>
          <p:nvPr/>
        </p:nvSpPr>
        <p:spPr>
          <a:xfrm>
            <a:off x="1262329" y="316720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7" name="S07-line172"/>
          <p:cNvSpPr/>
          <p:nvPr/>
        </p:nvSpPr>
        <p:spPr>
          <a:xfrm>
            <a:off x="1231715" y="3136588"/>
            <a:ext cx="316346" cy="316346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28" name="S07-line173"/>
          <p:cNvSpPr/>
          <p:nvPr/>
        </p:nvSpPr>
        <p:spPr>
          <a:xfrm flipV="1">
            <a:off x="1231715" y="3136588"/>
            <a:ext cx="316346" cy="316346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29" name="S07-dot174"/>
          <p:cNvSpPr/>
          <p:nvPr/>
        </p:nvSpPr>
        <p:spPr>
          <a:xfrm>
            <a:off x="1673809" y="316720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0" name="S07-line175"/>
          <p:cNvSpPr/>
          <p:nvPr/>
        </p:nvSpPr>
        <p:spPr>
          <a:xfrm>
            <a:off x="1643195" y="3136588"/>
            <a:ext cx="316346" cy="316346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31" name="S07-line176"/>
          <p:cNvSpPr/>
          <p:nvPr/>
        </p:nvSpPr>
        <p:spPr>
          <a:xfrm flipV="1">
            <a:off x="1643195" y="3136588"/>
            <a:ext cx="316346" cy="316346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32" name="S07-dot177"/>
          <p:cNvSpPr/>
          <p:nvPr/>
        </p:nvSpPr>
        <p:spPr>
          <a:xfrm>
            <a:off x="2085289" y="316720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3" name="S07-line178"/>
          <p:cNvSpPr/>
          <p:nvPr/>
        </p:nvSpPr>
        <p:spPr>
          <a:xfrm>
            <a:off x="2054675" y="3136588"/>
            <a:ext cx="316346" cy="316346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34" name="S07-line179"/>
          <p:cNvSpPr/>
          <p:nvPr/>
        </p:nvSpPr>
        <p:spPr>
          <a:xfrm flipV="1">
            <a:off x="2054675" y="3136588"/>
            <a:ext cx="316346" cy="316346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35" name="S07-dot180"/>
          <p:cNvSpPr/>
          <p:nvPr/>
        </p:nvSpPr>
        <p:spPr>
          <a:xfrm>
            <a:off x="2496769" y="316720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6" name="S07-line181"/>
          <p:cNvSpPr/>
          <p:nvPr/>
        </p:nvSpPr>
        <p:spPr>
          <a:xfrm>
            <a:off x="2466155" y="3136588"/>
            <a:ext cx="316346" cy="316346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37" name="S07-line182"/>
          <p:cNvSpPr/>
          <p:nvPr/>
        </p:nvSpPr>
        <p:spPr>
          <a:xfrm flipV="1">
            <a:off x="2466155" y="3136588"/>
            <a:ext cx="316346" cy="316346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38" name="S07-dot183"/>
          <p:cNvSpPr/>
          <p:nvPr/>
        </p:nvSpPr>
        <p:spPr>
          <a:xfrm>
            <a:off x="2908249" y="316720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9" name="S07-line184"/>
          <p:cNvSpPr/>
          <p:nvPr/>
        </p:nvSpPr>
        <p:spPr>
          <a:xfrm>
            <a:off x="2877635" y="3136588"/>
            <a:ext cx="316346" cy="316346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40" name="S07-line185"/>
          <p:cNvSpPr/>
          <p:nvPr/>
        </p:nvSpPr>
        <p:spPr>
          <a:xfrm flipV="1">
            <a:off x="2877635" y="3136588"/>
            <a:ext cx="316346" cy="316346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41" name="S07-dot186"/>
          <p:cNvSpPr/>
          <p:nvPr/>
        </p:nvSpPr>
        <p:spPr>
          <a:xfrm>
            <a:off x="3319729" y="316720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2" name="S07-line187"/>
          <p:cNvSpPr/>
          <p:nvPr/>
        </p:nvSpPr>
        <p:spPr>
          <a:xfrm>
            <a:off x="3289115" y="3136588"/>
            <a:ext cx="316346" cy="316346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43" name="S07-line188"/>
          <p:cNvSpPr/>
          <p:nvPr/>
        </p:nvSpPr>
        <p:spPr>
          <a:xfrm flipV="1">
            <a:off x="3289115" y="3136588"/>
            <a:ext cx="316346" cy="316346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44" name="S07-dot189"/>
          <p:cNvSpPr/>
          <p:nvPr/>
        </p:nvSpPr>
        <p:spPr>
          <a:xfrm>
            <a:off x="3731209" y="316720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5" name="S07-line190"/>
          <p:cNvSpPr/>
          <p:nvPr/>
        </p:nvSpPr>
        <p:spPr>
          <a:xfrm>
            <a:off x="3700595" y="3136588"/>
            <a:ext cx="316346" cy="316346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46" name="S07-line191"/>
          <p:cNvSpPr/>
          <p:nvPr/>
        </p:nvSpPr>
        <p:spPr>
          <a:xfrm flipV="1">
            <a:off x="3700595" y="3136588"/>
            <a:ext cx="316346" cy="316346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47" name="S07-dot192"/>
          <p:cNvSpPr/>
          <p:nvPr/>
        </p:nvSpPr>
        <p:spPr>
          <a:xfrm>
            <a:off x="4142689" y="316720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8" name="S07-line193"/>
          <p:cNvSpPr/>
          <p:nvPr/>
        </p:nvSpPr>
        <p:spPr>
          <a:xfrm>
            <a:off x="4112075" y="3136588"/>
            <a:ext cx="316346" cy="316346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49" name="S07-line194"/>
          <p:cNvSpPr/>
          <p:nvPr/>
        </p:nvSpPr>
        <p:spPr>
          <a:xfrm flipV="1">
            <a:off x="4112075" y="3136588"/>
            <a:ext cx="316346" cy="316346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50" name="S07-dot195"/>
          <p:cNvSpPr/>
          <p:nvPr/>
        </p:nvSpPr>
        <p:spPr>
          <a:xfrm>
            <a:off x="4554169" y="316720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1" name="S07-line196"/>
          <p:cNvSpPr/>
          <p:nvPr/>
        </p:nvSpPr>
        <p:spPr>
          <a:xfrm>
            <a:off x="4523555" y="3136588"/>
            <a:ext cx="316346" cy="316346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52" name="S07-line197"/>
          <p:cNvSpPr/>
          <p:nvPr/>
        </p:nvSpPr>
        <p:spPr>
          <a:xfrm flipV="1">
            <a:off x="4523555" y="3136588"/>
            <a:ext cx="316346" cy="316346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53" name="S07-dot198"/>
          <p:cNvSpPr/>
          <p:nvPr/>
        </p:nvSpPr>
        <p:spPr>
          <a:xfrm>
            <a:off x="4965649" y="316720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4" name="S07-line199"/>
          <p:cNvSpPr/>
          <p:nvPr/>
        </p:nvSpPr>
        <p:spPr>
          <a:xfrm>
            <a:off x="4935035" y="3136588"/>
            <a:ext cx="316346" cy="316346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55" name="S07-line200"/>
          <p:cNvSpPr/>
          <p:nvPr/>
        </p:nvSpPr>
        <p:spPr>
          <a:xfrm flipV="1">
            <a:off x="4935035" y="3136588"/>
            <a:ext cx="316346" cy="316346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56" name="S07-dot201"/>
          <p:cNvSpPr/>
          <p:nvPr/>
        </p:nvSpPr>
        <p:spPr>
          <a:xfrm>
            <a:off x="1262329" y="357868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7" name="S07-line202"/>
          <p:cNvSpPr/>
          <p:nvPr/>
        </p:nvSpPr>
        <p:spPr>
          <a:xfrm>
            <a:off x="1231715" y="3548068"/>
            <a:ext cx="316346" cy="316346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58" name="S07-line203"/>
          <p:cNvSpPr/>
          <p:nvPr/>
        </p:nvSpPr>
        <p:spPr>
          <a:xfrm flipV="1">
            <a:off x="1231715" y="3548068"/>
            <a:ext cx="316346" cy="316346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59" name="S07-dot204"/>
          <p:cNvSpPr/>
          <p:nvPr/>
        </p:nvSpPr>
        <p:spPr>
          <a:xfrm>
            <a:off x="1673809" y="357868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0" name="S07-line205"/>
          <p:cNvSpPr/>
          <p:nvPr/>
        </p:nvSpPr>
        <p:spPr>
          <a:xfrm>
            <a:off x="1643195" y="3548068"/>
            <a:ext cx="316346" cy="316346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61" name="S07-line206"/>
          <p:cNvSpPr/>
          <p:nvPr/>
        </p:nvSpPr>
        <p:spPr>
          <a:xfrm flipV="1">
            <a:off x="1643195" y="3548068"/>
            <a:ext cx="316346" cy="316346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62" name="S07-dot207"/>
          <p:cNvSpPr/>
          <p:nvPr/>
        </p:nvSpPr>
        <p:spPr>
          <a:xfrm>
            <a:off x="2085289" y="357868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3" name="S07-line208"/>
          <p:cNvSpPr/>
          <p:nvPr/>
        </p:nvSpPr>
        <p:spPr>
          <a:xfrm>
            <a:off x="2054675" y="3548068"/>
            <a:ext cx="316346" cy="316346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64" name="S07-line209"/>
          <p:cNvSpPr/>
          <p:nvPr/>
        </p:nvSpPr>
        <p:spPr>
          <a:xfrm flipV="1">
            <a:off x="2054675" y="3548068"/>
            <a:ext cx="316346" cy="316346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65" name="S07-dot210"/>
          <p:cNvSpPr/>
          <p:nvPr/>
        </p:nvSpPr>
        <p:spPr>
          <a:xfrm>
            <a:off x="2496769" y="357868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6" name="S07-line211"/>
          <p:cNvSpPr/>
          <p:nvPr/>
        </p:nvSpPr>
        <p:spPr>
          <a:xfrm>
            <a:off x="2466155" y="3548068"/>
            <a:ext cx="316346" cy="316346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67" name="S07-line212"/>
          <p:cNvSpPr/>
          <p:nvPr/>
        </p:nvSpPr>
        <p:spPr>
          <a:xfrm flipV="1">
            <a:off x="2466155" y="3548068"/>
            <a:ext cx="316346" cy="316346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68" name="S07-dot213"/>
          <p:cNvSpPr/>
          <p:nvPr/>
        </p:nvSpPr>
        <p:spPr>
          <a:xfrm>
            <a:off x="2908249" y="357868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9" name="S07-line214"/>
          <p:cNvSpPr/>
          <p:nvPr/>
        </p:nvSpPr>
        <p:spPr>
          <a:xfrm>
            <a:off x="2877635" y="3548068"/>
            <a:ext cx="316346" cy="316346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70" name="S07-line215"/>
          <p:cNvSpPr/>
          <p:nvPr/>
        </p:nvSpPr>
        <p:spPr>
          <a:xfrm flipV="1">
            <a:off x="2877635" y="3548068"/>
            <a:ext cx="316346" cy="316346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71" name="S07-dot216"/>
          <p:cNvSpPr/>
          <p:nvPr/>
        </p:nvSpPr>
        <p:spPr>
          <a:xfrm>
            <a:off x="3319729" y="357868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2" name="S07-line217"/>
          <p:cNvSpPr/>
          <p:nvPr/>
        </p:nvSpPr>
        <p:spPr>
          <a:xfrm>
            <a:off x="3289115" y="3548068"/>
            <a:ext cx="316346" cy="316346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73" name="S07-line218"/>
          <p:cNvSpPr/>
          <p:nvPr/>
        </p:nvSpPr>
        <p:spPr>
          <a:xfrm flipV="1">
            <a:off x="3289115" y="3548068"/>
            <a:ext cx="316346" cy="316346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74" name="S07-dot219"/>
          <p:cNvSpPr/>
          <p:nvPr/>
        </p:nvSpPr>
        <p:spPr>
          <a:xfrm>
            <a:off x="3731209" y="357868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5" name="S07-line220"/>
          <p:cNvSpPr/>
          <p:nvPr/>
        </p:nvSpPr>
        <p:spPr>
          <a:xfrm>
            <a:off x="3700595" y="3548068"/>
            <a:ext cx="316346" cy="316346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76" name="S07-line221"/>
          <p:cNvSpPr/>
          <p:nvPr/>
        </p:nvSpPr>
        <p:spPr>
          <a:xfrm flipV="1">
            <a:off x="3700595" y="3548068"/>
            <a:ext cx="316346" cy="316346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77" name="S07-dot222"/>
          <p:cNvSpPr/>
          <p:nvPr/>
        </p:nvSpPr>
        <p:spPr>
          <a:xfrm>
            <a:off x="4142689" y="357868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8" name="S07-line223"/>
          <p:cNvSpPr/>
          <p:nvPr/>
        </p:nvSpPr>
        <p:spPr>
          <a:xfrm>
            <a:off x="4112075" y="3548068"/>
            <a:ext cx="316346" cy="316346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79" name="S07-line224"/>
          <p:cNvSpPr/>
          <p:nvPr/>
        </p:nvSpPr>
        <p:spPr>
          <a:xfrm flipV="1">
            <a:off x="4112075" y="3548068"/>
            <a:ext cx="316346" cy="316346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80" name="S07-dot225"/>
          <p:cNvSpPr/>
          <p:nvPr/>
        </p:nvSpPr>
        <p:spPr>
          <a:xfrm>
            <a:off x="4554169" y="357868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1" name="S07-line226"/>
          <p:cNvSpPr/>
          <p:nvPr/>
        </p:nvSpPr>
        <p:spPr>
          <a:xfrm>
            <a:off x="4523555" y="3548068"/>
            <a:ext cx="316346" cy="316346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82" name="S07-line227"/>
          <p:cNvSpPr/>
          <p:nvPr/>
        </p:nvSpPr>
        <p:spPr>
          <a:xfrm flipV="1">
            <a:off x="4523555" y="3548068"/>
            <a:ext cx="316346" cy="316346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83" name="S07-dot228"/>
          <p:cNvSpPr/>
          <p:nvPr/>
        </p:nvSpPr>
        <p:spPr>
          <a:xfrm>
            <a:off x="4965649" y="357868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4" name="S07-line229"/>
          <p:cNvSpPr/>
          <p:nvPr/>
        </p:nvSpPr>
        <p:spPr>
          <a:xfrm>
            <a:off x="4935035" y="3548068"/>
            <a:ext cx="316346" cy="316346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85" name="S07-line230"/>
          <p:cNvSpPr/>
          <p:nvPr/>
        </p:nvSpPr>
        <p:spPr>
          <a:xfrm flipV="1">
            <a:off x="4935035" y="3548068"/>
            <a:ext cx="316346" cy="316346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86" name="S07-group231"/>
          <p:cNvSpPr/>
          <p:nvPr/>
        </p:nvSpPr>
        <p:spPr>
          <a:xfrm>
            <a:off x="1211580" y="2302637"/>
            <a:ext cx="4059936" cy="338328"/>
          </a:xfrm>
          <a:prstGeom prst="roundRect">
            <a:avLst>
              <a:gd name="adj" fmla="val 324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87" name="S07-group232"/>
          <p:cNvSpPr/>
          <p:nvPr/>
        </p:nvSpPr>
        <p:spPr>
          <a:xfrm>
            <a:off x="1211580" y="2714117"/>
            <a:ext cx="4059936" cy="338328"/>
          </a:xfrm>
          <a:prstGeom prst="roundRect">
            <a:avLst>
              <a:gd name="adj" fmla="val 324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88" name="S07-group233"/>
          <p:cNvSpPr/>
          <p:nvPr/>
        </p:nvSpPr>
        <p:spPr>
          <a:xfrm>
            <a:off x="1211580" y="3125597"/>
            <a:ext cx="4059936" cy="338328"/>
          </a:xfrm>
          <a:prstGeom prst="roundRect">
            <a:avLst>
              <a:gd name="adj" fmla="val 324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89" name="S07-group234"/>
          <p:cNvSpPr/>
          <p:nvPr/>
        </p:nvSpPr>
        <p:spPr>
          <a:xfrm>
            <a:off x="1211580" y="3537077"/>
            <a:ext cx="4059936" cy="338328"/>
          </a:xfrm>
          <a:prstGeom prst="roundRect">
            <a:avLst>
              <a:gd name="adj" fmla="val 324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90" name="S07-figure235" descr="10개씩 묶은 점 4줄 중 아래 2줄에 × 표시"/>
          <p:cNvSpPr/>
          <p:nvPr/>
        </p:nvSpPr>
        <p:spPr>
          <a:xfrm>
            <a:off x="1184148" y="2266061"/>
            <a:ext cx="4114800" cy="164592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1" name="S07-label236"/>
          <p:cNvSpPr txBox="1"/>
          <p:nvPr/>
        </p:nvSpPr>
        <p:spPr>
          <a:xfrm>
            <a:off x="548640" y="4239514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묶음 4개에서 2개 빼기</a:t>
            </a:r>
            <a:endParaRPr lang="ko-KR" sz="2600" dirty="0"/>
          </a:p>
        </p:txBody>
      </p:sp>
      <p:sp>
        <p:nvSpPr>
          <p:cNvPr id="92" name="S07-dot237"/>
          <p:cNvSpPr/>
          <p:nvPr/>
        </p:nvSpPr>
        <p:spPr>
          <a:xfrm>
            <a:off x="7585405" y="296146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3" name="S07-dot238"/>
          <p:cNvSpPr/>
          <p:nvPr/>
        </p:nvSpPr>
        <p:spPr>
          <a:xfrm>
            <a:off x="7996885" y="296146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4" name="S07-dot239"/>
          <p:cNvSpPr/>
          <p:nvPr/>
        </p:nvSpPr>
        <p:spPr>
          <a:xfrm>
            <a:off x="8408365" y="296146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5" name="S07-dot240"/>
          <p:cNvSpPr/>
          <p:nvPr/>
        </p:nvSpPr>
        <p:spPr>
          <a:xfrm>
            <a:off x="8819845" y="296146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6" name="S07-dot241"/>
          <p:cNvSpPr/>
          <p:nvPr/>
        </p:nvSpPr>
        <p:spPr>
          <a:xfrm>
            <a:off x="9231325" y="296146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7" name="S07-line242"/>
          <p:cNvSpPr/>
          <p:nvPr/>
        </p:nvSpPr>
        <p:spPr>
          <a:xfrm>
            <a:off x="9200711" y="2930848"/>
            <a:ext cx="316346" cy="316346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98" name="S07-line243"/>
          <p:cNvSpPr/>
          <p:nvPr/>
        </p:nvSpPr>
        <p:spPr>
          <a:xfrm flipV="1">
            <a:off x="9200711" y="2930848"/>
            <a:ext cx="316346" cy="316346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99" name="S07-dot244"/>
          <p:cNvSpPr/>
          <p:nvPr/>
        </p:nvSpPr>
        <p:spPr>
          <a:xfrm>
            <a:off x="9642805" y="296146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0" name="S07-line245"/>
          <p:cNvSpPr/>
          <p:nvPr/>
        </p:nvSpPr>
        <p:spPr>
          <a:xfrm>
            <a:off x="9612191" y="2930848"/>
            <a:ext cx="316346" cy="316346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101" name="S07-line246"/>
          <p:cNvSpPr/>
          <p:nvPr/>
        </p:nvSpPr>
        <p:spPr>
          <a:xfrm flipV="1">
            <a:off x="9612191" y="2930848"/>
            <a:ext cx="316346" cy="316346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102" name="S07-dot247"/>
          <p:cNvSpPr/>
          <p:nvPr/>
        </p:nvSpPr>
        <p:spPr>
          <a:xfrm>
            <a:off x="10054285" y="296146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3" name="S07-line248"/>
          <p:cNvSpPr/>
          <p:nvPr/>
        </p:nvSpPr>
        <p:spPr>
          <a:xfrm>
            <a:off x="10023671" y="2930848"/>
            <a:ext cx="316346" cy="316346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104" name="S07-line249"/>
          <p:cNvSpPr/>
          <p:nvPr/>
        </p:nvSpPr>
        <p:spPr>
          <a:xfrm flipV="1">
            <a:off x="10023671" y="2930848"/>
            <a:ext cx="316346" cy="316346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105" name="S07-figure250" descr="낱개 점 7개 중 3개에 × 표시"/>
          <p:cNvSpPr/>
          <p:nvPr/>
        </p:nvSpPr>
        <p:spPr>
          <a:xfrm>
            <a:off x="7507224" y="2883281"/>
            <a:ext cx="2880360" cy="4114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6" name="S07-label251"/>
          <p:cNvSpPr txBox="1"/>
          <p:nvPr/>
        </p:nvSpPr>
        <p:spPr>
          <a:xfrm>
            <a:off x="6254496" y="4239514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낱개 7개에서 3개 빼기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표에 맞추어 빼요</a:t>
            </a:r>
            <a:endParaRPr lang="ko-KR" sz="4400" dirty="0"/>
          </a:p>
        </p:txBody>
      </p:sp>
      <p:sp>
        <p:nvSpPr>
          <p:cNvPr id="3" name="S08-eqtext252"/>
          <p:cNvSpPr txBox="1"/>
          <p:nvPr/>
        </p:nvSpPr>
        <p:spPr>
          <a:xfrm>
            <a:off x="548640" y="1325880"/>
            <a:ext cx="110916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58 − 32 = □</a:t>
            </a:r>
            <a:endParaRPr lang="ko-KR" sz="3600" dirty="0"/>
          </a:p>
        </p:txBody>
      </p:sp>
      <p:graphicFrame>
        <p:nvGraphicFramePr>
          <p:cNvPr id="9" name="S08-table25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13652" y="3111500"/>
          <a:ext cx="4826660" cy="914400"/>
        </p:xfrm>
        <a:graphic>
          <a:graphicData uri="http://schemas.openxmlformats.org/drawingml/2006/table">
            <a:tbl>
              <a:tblPr/>
              <a:tblGrid>
                <a:gridCol w="1608887"/>
                <a:gridCol w="1608887"/>
                <a:gridCol w="1608887"/>
              </a:tblGrid>
              <a:tr h="6502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묶음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낱개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6502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02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−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02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=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08-stepno254"/>
          <p:cNvSpPr txBox="1"/>
          <p:nvPr/>
        </p:nvSpPr>
        <p:spPr>
          <a:xfrm>
            <a:off x="548640" y="302717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6" name="S08-text255"/>
          <p:cNvSpPr txBox="1"/>
          <p:nvPr/>
        </p:nvSpPr>
        <p:spPr>
          <a:xfrm>
            <a:off x="1325880" y="2981452"/>
            <a:ext cx="5122012" cy="991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낱개끼리 빼요.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8 − 2 = 6</a:t>
            </a:r>
            <a:endParaRPr lang="ko-KR" sz="3200" dirty="0"/>
          </a:p>
        </p:txBody>
      </p:sp>
      <p:sp>
        <p:nvSpPr>
          <p:cNvPr id="7" name="S08-stepno256"/>
          <p:cNvSpPr txBox="1"/>
          <p:nvPr/>
        </p:nvSpPr>
        <p:spPr>
          <a:xfrm>
            <a:off x="548640" y="418338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8" name="S08-text257"/>
          <p:cNvSpPr txBox="1"/>
          <p:nvPr/>
        </p:nvSpPr>
        <p:spPr>
          <a:xfrm>
            <a:off x="1325880" y="4137660"/>
            <a:ext cx="5122012" cy="991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묶음끼리 빼요.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5 − 3 = 2</a:t>
            </a:r>
            <a:endParaRPr lang="ko-KR" sz="3200" dirty="0"/>
          </a:p>
        </p:txBody>
      </p:sp>
      <p:sp>
        <p:nvSpPr>
          <p:cNvPr id="9" name="S08-stepno258"/>
          <p:cNvSpPr txBox="1"/>
          <p:nvPr/>
        </p:nvSpPr>
        <p:spPr>
          <a:xfrm>
            <a:off x="548640" y="529386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0" name="S08-text259"/>
          <p:cNvSpPr txBox="1"/>
          <p:nvPr/>
        </p:nvSpPr>
        <p:spPr>
          <a:xfrm>
            <a:off x="1325880" y="5293868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58 − 32 = 26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뺄셈을 해 봐요</a:t>
            </a:r>
            <a:endParaRPr lang="ko-KR" sz="4400" dirty="0"/>
          </a:p>
        </p:txBody>
      </p:sp>
      <p:sp>
        <p:nvSpPr>
          <p:cNvPr id="3" name="S09-card26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4" name="S09-cardtext26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낱개는 낱개끼리, 묶음은 묶음끼리 빼요.</a:t>
            </a:r>
            <a:endParaRPr lang="ko-KR" sz="3200" dirty="0"/>
          </a:p>
        </p:txBody>
      </p:sp>
      <p:sp>
        <p:nvSpPr>
          <p:cNvPr id="5" name="S09-chip262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6" name="S09-eqtext263"/>
          <p:cNvSpPr txBox="1"/>
          <p:nvPr/>
        </p:nvSpPr>
        <p:spPr>
          <a:xfrm>
            <a:off x="1344168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36 − 4 = □</a:t>
            </a:r>
            <a:endParaRPr lang="ko-KR" sz="3600" dirty="0"/>
          </a:p>
        </p:txBody>
      </p:sp>
      <p:sp>
        <p:nvSpPr>
          <p:cNvPr id="7" name="S09-chip264"/>
          <p:cNvSpPr txBox="1"/>
          <p:nvPr/>
        </p:nvSpPr>
        <p:spPr>
          <a:xfrm>
            <a:off x="6277356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8" name="S09-eqtext265"/>
          <p:cNvSpPr txBox="1"/>
          <p:nvPr/>
        </p:nvSpPr>
        <p:spPr>
          <a:xfrm>
            <a:off x="7072884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70 − 40 = □</a:t>
            </a:r>
            <a:endParaRPr lang="ko-KR" sz="3600" dirty="0"/>
          </a:p>
        </p:txBody>
      </p:sp>
      <p:sp>
        <p:nvSpPr>
          <p:cNvPr id="9" name="S09-chip266"/>
          <p:cNvSpPr txBox="1"/>
          <p:nvPr/>
        </p:nvSpPr>
        <p:spPr>
          <a:xfrm>
            <a:off x="548640" y="37627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0" name="S09-eqtext267"/>
          <p:cNvSpPr txBox="1"/>
          <p:nvPr/>
        </p:nvSpPr>
        <p:spPr>
          <a:xfrm>
            <a:off x="1344168" y="33147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48 − 15 = □</a:t>
            </a:r>
            <a:endParaRPr lang="ko-KR" sz="3600" dirty="0"/>
          </a:p>
        </p:txBody>
      </p:sp>
      <p:sp>
        <p:nvSpPr>
          <p:cNvPr id="11" name="S09-chip268"/>
          <p:cNvSpPr txBox="1"/>
          <p:nvPr/>
        </p:nvSpPr>
        <p:spPr>
          <a:xfrm>
            <a:off x="6277356" y="37627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12" name="S09-eqtext269"/>
          <p:cNvSpPr txBox="1"/>
          <p:nvPr/>
        </p:nvSpPr>
        <p:spPr>
          <a:xfrm>
            <a:off x="7072884" y="33147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67 − 21 = □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</a:t>
            </a:r>
            <a:endParaRPr lang="ko-KR" sz="4400" dirty="0"/>
          </a:p>
        </p:txBody>
      </p:sp>
      <p:sp>
        <p:nvSpPr>
          <p:cNvPr id="3" name="S10-card270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0-cardtext271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32 + 5를 계산했어요.</a:t>
            </a:r>
            <a:endParaRPr lang="ko-KR" sz="3200" dirty="0"/>
          </a:p>
        </p:txBody>
      </p:sp>
      <p:sp>
        <p:nvSpPr>
          <p:cNvPr id="5" name="S10-card27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10-cardtext27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 빨대로 확인해 봐요.</a:t>
            </a:r>
            <a:endParaRPr lang="ko-KR" sz="3200" dirty="0"/>
          </a:p>
        </p:txBody>
      </p:sp>
      <p:sp>
        <p:nvSpPr>
          <p:cNvPr id="7" name="S10-chip274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토끼: 82</a:t>
            </a:r>
            <a:endParaRPr lang="ko-KR" sz="2600" dirty="0"/>
          </a:p>
        </p:txBody>
      </p:sp>
      <p:sp>
        <p:nvSpPr>
          <p:cNvPr id="8" name="S10-text275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묶음 3에 5를 더해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82</a:t>
            </a:r>
            <a:endParaRPr lang="ko-KR" sz="3200" dirty="0"/>
          </a:p>
        </p:txBody>
      </p:sp>
      <p:sp>
        <p:nvSpPr>
          <p:cNvPr id="9" name="S10-chip276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곰: 37</a:t>
            </a:r>
            <a:endParaRPr lang="ko-KR" sz="2600" dirty="0"/>
          </a:p>
        </p:txBody>
      </p:sp>
      <p:sp>
        <p:nvSpPr>
          <p:cNvPr id="10" name="S10-text277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낱개 2에 5를 더해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37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400" dirty="0"/>
          </a:p>
        </p:txBody>
      </p:sp>
      <p:sp>
        <p:nvSpPr>
          <p:cNvPr id="3" name="S11-text27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풀고, 어떻게 했는지 말해요.</a:t>
            </a:r>
            <a:endParaRPr lang="ko-KR" sz="3200" dirty="0"/>
          </a:p>
        </p:txBody>
      </p:sp>
      <p:sp>
        <p:nvSpPr>
          <p:cNvPr id="4" name="S11-chip279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11-eqtext280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54 + 3 = □</a:t>
            </a:r>
            <a:endParaRPr lang="ko-KR" sz="3600" dirty="0"/>
          </a:p>
        </p:txBody>
      </p:sp>
      <p:sp>
        <p:nvSpPr>
          <p:cNvPr id="6" name="S11-chip281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7" name="S11-eqtext282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26 + 32 = □</a:t>
            </a:r>
            <a:endParaRPr lang="ko-KR" sz="3600" dirty="0"/>
          </a:p>
        </p:txBody>
      </p:sp>
      <p:sp>
        <p:nvSpPr>
          <p:cNvPr id="8" name="S11-chip283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9" name="S11-eqtext284"/>
          <p:cNvSpPr txBox="1"/>
          <p:nvPr/>
        </p:nvSpPr>
        <p:spPr>
          <a:xfrm>
            <a:off x="1344168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79 − 5 = □</a:t>
            </a:r>
            <a:endParaRPr lang="ko-KR" sz="3600" dirty="0"/>
          </a:p>
        </p:txBody>
      </p:sp>
      <p:sp>
        <p:nvSpPr>
          <p:cNvPr id="10" name="S11-chip285"/>
          <p:cNvSpPr txBox="1"/>
          <p:nvPr/>
        </p:nvSpPr>
        <p:spPr>
          <a:xfrm>
            <a:off x="6277356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11" name="S11-eqtext286"/>
          <p:cNvSpPr txBox="1"/>
          <p:nvPr/>
        </p:nvSpPr>
        <p:spPr>
          <a:xfrm>
            <a:off x="7072884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68 − 45 = □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알맞은 식은?</a:t>
            </a:r>
            <a:endParaRPr lang="ko-KR" sz="4400" dirty="0"/>
          </a:p>
        </p:txBody>
      </p:sp>
      <p:sp>
        <p:nvSpPr>
          <p:cNvPr id="3" name="S13-text28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색종이 35장 중 12장을 썼어요.</a:t>
            </a:r>
            <a:endParaRPr lang="ko-KR" sz="3200" dirty="0"/>
          </a:p>
        </p:txBody>
      </p:sp>
      <p:sp>
        <p:nvSpPr>
          <p:cNvPr id="4" name="S13-card28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3-cardtext28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남은 색종이는 몇 장일까요? 어떻게 알았나요?</a:t>
            </a:r>
            <a:endParaRPr lang="ko-KR" sz="3200" dirty="0"/>
          </a:p>
        </p:txBody>
      </p:sp>
      <p:sp>
        <p:nvSpPr>
          <p:cNvPr id="6" name="S13-chip290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7" name="S13-card291"/>
          <p:cNvSpPr/>
          <p:nvPr/>
        </p:nvSpPr>
        <p:spPr>
          <a:xfrm>
            <a:off x="548640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13-cardtext292"/>
          <p:cNvSpPr txBox="1"/>
          <p:nvPr/>
        </p:nvSpPr>
        <p:spPr>
          <a:xfrm>
            <a:off x="822960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35 + 12 = 47</a:t>
            </a:r>
            <a:endParaRPr lang="ko-KR" sz="3200" dirty="0"/>
          </a:p>
        </p:txBody>
      </p:sp>
      <p:sp>
        <p:nvSpPr>
          <p:cNvPr id="9" name="S13-chip293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10" name="S13-card294"/>
          <p:cNvSpPr/>
          <p:nvPr/>
        </p:nvSpPr>
        <p:spPr>
          <a:xfrm>
            <a:off x="4367784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13-cardtext295"/>
          <p:cNvSpPr txBox="1"/>
          <p:nvPr/>
        </p:nvSpPr>
        <p:spPr>
          <a:xfrm>
            <a:off x="4642104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35 − 12 = 23</a:t>
            </a:r>
            <a:endParaRPr lang="ko-KR" sz="3200" dirty="0"/>
          </a:p>
        </p:txBody>
      </p:sp>
      <p:sp>
        <p:nvSpPr>
          <p:cNvPr id="12" name="S13-chip296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13" name="S13-card297"/>
          <p:cNvSpPr/>
          <p:nvPr/>
        </p:nvSpPr>
        <p:spPr>
          <a:xfrm>
            <a:off x="8186928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13-cardtext298"/>
          <p:cNvSpPr txBox="1"/>
          <p:nvPr/>
        </p:nvSpPr>
        <p:spPr>
          <a:xfrm>
            <a:off x="8461248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35 − 2 = 33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4-card299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4-cardtext300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묶음은 묶음끼리, 낱개는 낱개끼리 계산해요.</a:t>
            </a:r>
            <a:endParaRPr lang="ko-KR" sz="3200" dirty="0"/>
          </a:p>
        </p:txBody>
      </p:sp>
      <p:sp>
        <p:nvSpPr>
          <p:cNvPr id="5" name="S14-chip301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같은 칸끼리 계산하기</a:t>
            </a:r>
            <a:endParaRPr lang="ko-KR" sz="2600" dirty="0"/>
          </a:p>
        </p:txBody>
      </p:sp>
      <p:sp>
        <p:nvSpPr>
          <p:cNvPr id="6" name="S14-chip302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낱개를 묶음에 더하기</a:t>
            </a:r>
            <a:endParaRPr lang="ko-KR" sz="2600" dirty="0"/>
          </a:p>
        </p:txBody>
      </p:sp>
      <p:sp>
        <p:nvSpPr>
          <p:cNvPr id="7" name="S14-text303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4-eqtext304"/>
          <p:cNvSpPr txBox="1"/>
          <p:nvPr/>
        </p:nvSpPr>
        <p:spPr>
          <a:xfrm>
            <a:off x="548640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43 + 5 = □</a:t>
            </a:r>
            <a:endParaRPr lang="ko-KR" sz="3000" dirty="0"/>
          </a:p>
        </p:txBody>
      </p:sp>
      <p:sp>
        <p:nvSpPr>
          <p:cNvPr id="9" name="S14-eqtext305"/>
          <p:cNvSpPr txBox="1"/>
          <p:nvPr/>
        </p:nvSpPr>
        <p:spPr>
          <a:xfrm>
            <a:off x="4322064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60 + 30 = □</a:t>
            </a:r>
            <a:endParaRPr lang="ko-KR" sz="3000" dirty="0"/>
          </a:p>
        </p:txBody>
      </p:sp>
      <p:sp>
        <p:nvSpPr>
          <p:cNvPr id="10" name="S14-eqtext306"/>
          <p:cNvSpPr txBox="1"/>
          <p:nvPr/>
        </p:nvSpPr>
        <p:spPr>
          <a:xfrm>
            <a:off x="8095488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87 − 34 = □</a:t>
            </a:r>
            <a:endParaRPr lang="ko-KR" sz="3000" dirty="0"/>
          </a:p>
        </p:txBody>
      </p:sp>
      <p:sp>
        <p:nvSpPr>
          <p:cNvPr id="11" name="S14-text307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몇째인지 알기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묶음과 낱개</a:t>
            </a:r>
            <a:endParaRPr lang="ko-KR" sz="4400" dirty="0"/>
          </a:p>
        </p:txBody>
      </p:sp>
      <p:sp>
        <p:nvSpPr>
          <p:cNvPr id="3" name="S15-text30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빨대를 10개씩 묶었어요.</a:t>
            </a:r>
            <a:endParaRPr lang="ko-KR" sz="3200" dirty="0"/>
          </a:p>
        </p:txBody>
      </p:sp>
      <p:sp>
        <p:nvSpPr>
          <p:cNvPr id="4" name="S15-card30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5-cardtext31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묶음 3개와 낱개 6개는 36이에요.</a:t>
            </a:r>
            <a:endParaRPr lang="ko-KR" sz="3200" dirty="0"/>
          </a:p>
        </p:txBody>
      </p:sp>
      <p:sp>
        <p:nvSpPr>
          <p:cNvPr id="6" name="S15-card311"/>
          <p:cNvSpPr/>
          <p:nvPr/>
        </p:nvSpPr>
        <p:spPr>
          <a:xfrm>
            <a:off x="548640" y="425196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15-cardtext312"/>
          <p:cNvSpPr txBox="1"/>
          <p:nvPr/>
        </p:nvSpPr>
        <p:spPr>
          <a:xfrm>
            <a:off x="822960" y="438912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10개씩 묶음 3개</a:t>
            </a:r>
            <a:endParaRPr lang="ko-KR" sz="3200" dirty="0"/>
          </a:p>
        </p:txBody>
      </p:sp>
      <p:sp>
        <p:nvSpPr>
          <p:cNvPr id="8" name="S15-card313"/>
          <p:cNvSpPr/>
          <p:nvPr/>
        </p:nvSpPr>
        <p:spPr>
          <a:xfrm>
            <a:off x="6208776" y="425196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15-cardtext314"/>
          <p:cNvSpPr txBox="1"/>
          <p:nvPr/>
        </p:nvSpPr>
        <p:spPr>
          <a:xfrm>
            <a:off x="6483096" y="438912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낱개 6개</a:t>
            </a:r>
            <a:endParaRPr lang="ko-KR" sz="3200" dirty="0"/>
          </a:p>
        </p:txBody>
      </p:sp>
      <p:sp>
        <p:nvSpPr>
          <p:cNvPr id="10" name="S15-rod315"/>
          <p:cNvSpPr/>
          <p:nvPr/>
        </p:nvSpPr>
        <p:spPr>
          <a:xfrm>
            <a:off x="5378782" y="2050366"/>
            <a:ext cx="193431" cy="193430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15-line316"/>
          <p:cNvSpPr/>
          <p:nvPr/>
        </p:nvSpPr>
        <p:spPr>
          <a:xfrm>
            <a:off x="5378782" y="2243797"/>
            <a:ext cx="19343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" name="S15-line317"/>
          <p:cNvSpPr/>
          <p:nvPr/>
        </p:nvSpPr>
        <p:spPr>
          <a:xfrm>
            <a:off x="5378782" y="2437228"/>
            <a:ext cx="19343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" name="S15-line318"/>
          <p:cNvSpPr/>
          <p:nvPr/>
        </p:nvSpPr>
        <p:spPr>
          <a:xfrm>
            <a:off x="5378782" y="2630658"/>
            <a:ext cx="19343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15-line319"/>
          <p:cNvSpPr/>
          <p:nvPr/>
        </p:nvSpPr>
        <p:spPr>
          <a:xfrm>
            <a:off x="5378782" y="2824089"/>
            <a:ext cx="19343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15-line320"/>
          <p:cNvSpPr/>
          <p:nvPr/>
        </p:nvSpPr>
        <p:spPr>
          <a:xfrm>
            <a:off x="5378782" y="3017520"/>
            <a:ext cx="19343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" name="S15-line321"/>
          <p:cNvSpPr/>
          <p:nvPr/>
        </p:nvSpPr>
        <p:spPr>
          <a:xfrm>
            <a:off x="5378782" y="3210951"/>
            <a:ext cx="19343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" name="S15-line322"/>
          <p:cNvSpPr/>
          <p:nvPr/>
        </p:nvSpPr>
        <p:spPr>
          <a:xfrm>
            <a:off x="5378782" y="3404382"/>
            <a:ext cx="19343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" name="S15-line323"/>
          <p:cNvSpPr/>
          <p:nvPr/>
        </p:nvSpPr>
        <p:spPr>
          <a:xfrm>
            <a:off x="5378782" y="3597812"/>
            <a:ext cx="19343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15-line324"/>
          <p:cNvSpPr/>
          <p:nvPr/>
        </p:nvSpPr>
        <p:spPr>
          <a:xfrm>
            <a:off x="5378782" y="3791243"/>
            <a:ext cx="19343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15-rod325"/>
          <p:cNvSpPr/>
          <p:nvPr/>
        </p:nvSpPr>
        <p:spPr>
          <a:xfrm>
            <a:off x="5688271" y="2050366"/>
            <a:ext cx="193431" cy="193430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15-line326"/>
          <p:cNvSpPr/>
          <p:nvPr/>
        </p:nvSpPr>
        <p:spPr>
          <a:xfrm>
            <a:off x="5688271" y="2243797"/>
            <a:ext cx="19343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" name="S15-line327"/>
          <p:cNvSpPr/>
          <p:nvPr/>
        </p:nvSpPr>
        <p:spPr>
          <a:xfrm>
            <a:off x="5688271" y="2437228"/>
            <a:ext cx="19343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" name="S15-line328"/>
          <p:cNvSpPr/>
          <p:nvPr/>
        </p:nvSpPr>
        <p:spPr>
          <a:xfrm>
            <a:off x="5688271" y="2630658"/>
            <a:ext cx="19343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15-line329"/>
          <p:cNvSpPr/>
          <p:nvPr/>
        </p:nvSpPr>
        <p:spPr>
          <a:xfrm>
            <a:off x="5688271" y="2824089"/>
            <a:ext cx="19343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15-line330"/>
          <p:cNvSpPr/>
          <p:nvPr/>
        </p:nvSpPr>
        <p:spPr>
          <a:xfrm>
            <a:off x="5688271" y="3017520"/>
            <a:ext cx="19343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" name="S15-line331"/>
          <p:cNvSpPr/>
          <p:nvPr/>
        </p:nvSpPr>
        <p:spPr>
          <a:xfrm>
            <a:off x="5688271" y="3210951"/>
            <a:ext cx="19343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" name="S15-line332"/>
          <p:cNvSpPr/>
          <p:nvPr/>
        </p:nvSpPr>
        <p:spPr>
          <a:xfrm>
            <a:off x="5688271" y="3404382"/>
            <a:ext cx="19343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" name="S15-line333"/>
          <p:cNvSpPr/>
          <p:nvPr/>
        </p:nvSpPr>
        <p:spPr>
          <a:xfrm>
            <a:off x="5688271" y="3597812"/>
            <a:ext cx="19343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" name="S15-line334"/>
          <p:cNvSpPr/>
          <p:nvPr/>
        </p:nvSpPr>
        <p:spPr>
          <a:xfrm>
            <a:off x="5688271" y="3791243"/>
            <a:ext cx="19343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15-rod335"/>
          <p:cNvSpPr/>
          <p:nvPr/>
        </p:nvSpPr>
        <p:spPr>
          <a:xfrm>
            <a:off x="5997761" y="2050366"/>
            <a:ext cx="193431" cy="193430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1" name="S15-line336"/>
          <p:cNvSpPr/>
          <p:nvPr/>
        </p:nvSpPr>
        <p:spPr>
          <a:xfrm>
            <a:off x="5997761" y="2243797"/>
            <a:ext cx="19343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2" name="S15-line337"/>
          <p:cNvSpPr/>
          <p:nvPr/>
        </p:nvSpPr>
        <p:spPr>
          <a:xfrm>
            <a:off x="5997761" y="2437228"/>
            <a:ext cx="19343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3" name="S15-line338"/>
          <p:cNvSpPr/>
          <p:nvPr/>
        </p:nvSpPr>
        <p:spPr>
          <a:xfrm>
            <a:off x="5997761" y="2630658"/>
            <a:ext cx="19343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15-line339"/>
          <p:cNvSpPr/>
          <p:nvPr/>
        </p:nvSpPr>
        <p:spPr>
          <a:xfrm>
            <a:off x="5997761" y="2824089"/>
            <a:ext cx="19343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15-line340"/>
          <p:cNvSpPr/>
          <p:nvPr/>
        </p:nvSpPr>
        <p:spPr>
          <a:xfrm>
            <a:off x="5997761" y="3017520"/>
            <a:ext cx="19343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6" name="S15-line341"/>
          <p:cNvSpPr/>
          <p:nvPr/>
        </p:nvSpPr>
        <p:spPr>
          <a:xfrm>
            <a:off x="5997761" y="3210951"/>
            <a:ext cx="19343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7" name="S15-line342"/>
          <p:cNvSpPr/>
          <p:nvPr/>
        </p:nvSpPr>
        <p:spPr>
          <a:xfrm>
            <a:off x="5997761" y="3404382"/>
            <a:ext cx="19343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8" name="S15-line343"/>
          <p:cNvSpPr/>
          <p:nvPr/>
        </p:nvSpPr>
        <p:spPr>
          <a:xfrm>
            <a:off x="5997761" y="3597812"/>
            <a:ext cx="19343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9" name="S15-line344"/>
          <p:cNvSpPr/>
          <p:nvPr/>
        </p:nvSpPr>
        <p:spPr>
          <a:xfrm>
            <a:off x="5997761" y="3791243"/>
            <a:ext cx="19343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0" name="S15-unit345"/>
          <p:cNvSpPr/>
          <p:nvPr/>
        </p:nvSpPr>
        <p:spPr>
          <a:xfrm>
            <a:off x="6307250" y="3742885"/>
            <a:ext cx="193431" cy="193431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1" name="S15-unit346"/>
          <p:cNvSpPr/>
          <p:nvPr/>
        </p:nvSpPr>
        <p:spPr>
          <a:xfrm>
            <a:off x="6307250" y="3501097"/>
            <a:ext cx="193431" cy="193431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2" name="S15-unit347"/>
          <p:cNvSpPr/>
          <p:nvPr/>
        </p:nvSpPr>
        <p:spPr>
          <a:xfrm>
            <a:off x="6307250" y="3259308"/>
            <a:ext cx="193431" cy="193431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3" name="S15-unit348"/>
          <p:cNvSpPr/>
          <p:nvPr/>
        </p:nvSpPr>
        <p:spPr>
          <a:xfrm>
            <a:off x="6307250" y="3017520"/>
            <a:ext cx="193431" cy="193431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4" name="S15-unit349"/>
          <p:cNvSpPr/>
          <p:nvPr/>
        </p:nvSpPr>
        <p:spPr>
          <a:xfrm>
            <a:off x="6307250" y="2775732"/>
            <a:ext cx="193431" cy="193431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5" name="S15-unit350"/>
          <p:cNvSpPr/>
          <p:nvPr/>
        </p:nvSpPr>
        <p:spPr>
          <a:xfrm>
            <a:off x="6558710" y="3742885"/>
            <a:ext cx="193431" cy="193431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6" name="S15-figure351" descr="10개 막대 3개와 낱개 6개"/>
          <p:cNvSpPr/>
          <p:nvPr/>
        </p:nvSpPr>
        <p:spPr>
          <a:xfrm>
            <a:off x="548640" y="2050366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초1 수학 두 자리 수의 덧셈과 뺄셈</dc:title>
  <dc:subject>KR22-G01-MAT-ADD2D-L01</dc:subject>
  <dc:creator>education-ppt</dc:creator>
  <cp:lastModifiedBy>education-ppt</cp:lastModifiedBy>
  <cp:revision>1</cp:revision>
  <dcterms:created xsi:type="dcterms:W3CDTF">2026-10-26T07:08:05Z</dcterms:created>
  <dcterms:modified xsi:type="dcterms:W3CDTF">2026-10-26T07:08:05Z</dcterms:modified>
</cp:coreProperties>
</file>