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7b2e9e0b-11f2-bdce-fac1-deb52f910aa1}">
          <p14:sldIdLst>
            <p14:sldId id="256"/>
            <p14:sldId id="257"/>
          </p14:sldIdLst>
        </p14:section>
        <p14:section name="개념" id="{f86e8cf4-e3a8-6c81-3826-4075aca658b9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03a8ed93-e39d-2894-b729-f39739bd46a3}">
          <p14:sldIdLst>
            <p14:sldId id="263"/>
            <p14:sldId id="264"/>
          </p14:sldIdLst>
        </p14:section>
        <p14:section name="확인" id="{418eda89-ea34-420e-a609-f6c3a9785741}">
          <p14:sldIdLst>
            <p14:sldId id="265"/>
            <p14:sldId id="266"/>
          </p14:sldIdLst>
        </p14:section>
        <p14:section name="정리" id="{9e8a00bd-541f-5c46-4742-e7bc881dd45f}">
          <p14:sldIdLst>
            <p14:sldId id="267"/>
          </p14:sldIdLst>
        </p14:section>
        <p14:section name="보충" id="{c3db5992-e44f-f587-4349-7911a35deb3f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 세기에 흥미를 갖게 합니다.
시간: 약 2분
이렇게 말해 보세요
- “오른쪽 그림에 동그라미가 몇 개 있을까? 오늘은 하나씩 세는 방법을 배워 볼 거야.”
예상 답
- “일곱 개요.” / “몰라요.”
주의
- 답이 틀려도 괜찮습니다. 오늘 끝날 때 다시 세어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확인]
목적: 세지 않고도 하나씩 짝 지어 많고 적음을 비교할 수 있는지 확인합니다.
시간: 약 3분
이렇게 말해 보세요
- “가와 나 중에서 동그라미가 더 많은 쪽은 어디야?”
- “어떻게 알았어?”
정답
- 나가 더 많습니다(가 4개, 나 6개).
막히면
- 바둑돌로 가 4개, 나 6개를 위아래로 하나씩 짝 지어 놓고 남는 쪽을 찾게 합니다.
- 짝 짓기가 어려우면 S13(보충)을 먼저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하나씩 세기 시범]
목적: 하나씩 짚으며 세고, 마지막 수가 전체 개수임을 시범으로 보여 줍니다.
시간: 약 4분
이렇게 말해 보세요
- “엄마(아빠)가 먼저 세어 볼게. 하나, 둘, 셋, 넷, 다섯. 그래서 모두 다섯 개!”
- “이번엔 네가 손가락으로 짚으면서 세어 볼래?”
예상 답
- “다섯 개요.”
막히면
- 바둑돌 5개를 놓고, 센 돌을 옆으로 하나씩 옮기며 세게 합니다(M1).
주의
- 다 센 뒤 “그래서 모두 몇 개?”라고 꼭 묻습니다(M2).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1~5 읽기]
목적: 점의 개수와 숫자, 두 가지 읽는 말을 연결합니다.
시간: 약 4분
이렇게 말해 보세요
- “사과를 셀 때는 ‘하나, 둘’, 몇 층인지 말할 때는 ‘일 층, 이 층’이라고 하지? 수는 두 가지로 읽어.”
- “3을 두 가지로 읽어 볼래?”
예상 답
- “셋, 삼.”
막히면
- 손가락을 하나씩 펴며 ‘하나·일, 둘·이’를 함께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6~9 읽기]
목적: 다섯 칸 묶음을 이용해 6~9를 빠르게 알아보고 읽습니다.
시간: 약 4분
이렇게 말해 보세요
- “윗줄 다섯 칸이 꽉 찼지? 그러면 다섯이야. 아랫줄에 하나 더 있으면?”
- “8은 다섯과 몇이야?”
예상 답
- “여섯이요.” “다섯이랑 셋이요.”
막히면
- 바둑돌로 윗줄 5개를 먼저 놓고 아랫줄에 하나씩 더하며 세게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0의 뜻]
목적: 아무것도 없는 것을 수 0으로 나타낼 수 있음을 압니다.
시간: 약 3분
이렇게 말해 보세요
- “접시에 사탕이 세 개 있다가 다 먹었어. 이제 몇 개야?”
- “하나도 없는 것도 수로 쓸 수 있어. 0이라고 써.”
예상 답
- “없어요.” → “0개요.”
막히면
- 빈 컵을 보여 주고 “컵 안의 돌은 몇 개?”라고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숫자 쓰기]
목적: 숫자 모양을 익히고 자주 뒤집어 쓰는 숫자를 확인합니다.
시간: 약 4분
이렇게 말해 보세요
- “같이 공중에 2를 크게 써 보자. 어디서 시작하지?”
- “주황색 테두리 숫자는 헷갈리기 쉬운 숫자야. 6과 9는 어떻게 달라?”
예상 답
- “6은 동그라미가 아래, 9는 위에 있어요.”
막히면
- 부모가 아이 손등에 손을 얹고 함께 써 봅니다(M3).
주의
- 지치면 여기서 쉬고, 다음 날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안내받는 연습]
목적: 도움을 받으며 세기와 읽기를 연습합니다.
시간: 약 5분
이렇게 말해 보세요
- “①은 몇 개야? 짚으면서 세어 봐.”
- “그 수를 다른 말로도 읽어 볼래?”
정답
- ① 8개(여덟, 팔)
- ② 3개(셋, 삼)
- ③ 6개(여섯, 육)
막히면
- ①은 윗줄 4개를 먼저 세고 아랫줄로 이어서 세게 합니다.
- ③은 윗줄이 꽉 찬 다섯에서 이어 세게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오개념 비교]
목적: 마지막에 센 수가 전체 개수라는 것을 확인합니다(M2).
시간: 약 3분
이렇게 말해 보세요
- “두 친구 중 누가 ‘모두 몇 개’에 바로 대답했어?”
예상 답
- “오른쪽이요. 마지막에 센 다섯이 모두니까요.”
정답
- 오른쪽: 마지막에 센 수가 모두의 개수입니다. 다시 셀 필요가 없습니다.
막히면
- 바둑돌 5개를 세게 한 뒤 손으로 덮고 “방금 몇 개였지?”라고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해결]
목적: 도움 없이 세기·읽기·0을 할 수 있는지 확인합니다.
시간: 약 5분
이렇게 말해 보세요
- “이번에는 혼자 해 볼래? 다 하면 엄마(아빠)에게 보여 줘.”
정답
- ① 돌 7개를 놓고 “일곱” 또는 “칠”이라고 말합니다.
- ② 넷, 사
- ③ 0(영)
막히면
- ①에서 개수가 틀리면 놓은 돌을 하나씩 옮기며 다시 세게 합니다.
- 도움을 받아 성공했다면 기록표에 ‘도움’으로 표시합니다.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마무리 확인]
목적: 처음 보는 그림에서 세어 수와 연결하는지 확인합니다.
시간: 약 3분
이렇게 말해 보세요
- “6은 어느 그림일까? 어떻게 알았어?”
정답
- 가(윗줄 5개 + 아랫줄 1개 = 6). 나는 9, 다는 5입니다.
막히면
- 각 그림을 하나씩 짚으며 세게 합니다.
주의
- S01의 그림(7개)도 다시 세어 보게 하면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다음 학습과 복습]
목적: 핵심을 정리하고 다음 수업 첫 5분에 풀 복습을 알려 줍니다.
시간: 약 2분
이렇게 말해 보세요
- “오늘 배운 것을 말해 볼래? 어떻게 세면 될까?”
예상 답
- “하나씩 짚으면서 세요. 마지막 수가 모두예요.”
정답
- ① 손가락 8개 ② 다섯, 오 ③ 0(영)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선수 학습 보충(짝 짓기)]
목적: S02에서 많고 적음을 비교하지 못하면 짝 짓기부터 연습합니다.
시간: 약 5분
이렇게 말해 보세요
- “컵 하나에 숟가락 하나씩 놓아 보자. 무엇이 남았어?”
정답
- 숟가락이 1개 남습니다. 숟가락이 더 많습니다.
막히면
- 실제 컵과 숟가락으로 해 봅니다.
주의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수와연산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9까지의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초1 수학 · 9까지의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초1 수학 · 9까지의 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5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9까지의 수</a:t>
            </a:r>
            <a:endParaRPr lang="ko-KR" sz="5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모두 몇 개인지 세어 볼까?</a:t>
            </a:r>
            <a:endParaRPr lang="ko-KR" sz="3200" dirty="0"/>
          </a:p>
        </p:txBody>
      </p:sp>
      <p:sp>
        <p:nvSpPr>
          <p:cNvPr id="4" name="S01-cell1"/>
          <p:cNvSpPr/>
          <p:nvPr/>
        </p:nvSpPr>
        <p:spPr>
          <a:xfrm>
            <a:off x="7703820" y="13258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1-dot2"/>
          <p:cNvSpPr/>
          <p:nvPr/>
        </p:nvSpPr>
        <p:spPr>
          <a:xfrm>
            <a:off x="7835951" y="14580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1-cell3"/>
          <p:cNvSpPr/>
          <p:nvPr/>
        </p:nvSpPr>
        <p:spPr>
          <a:xfrm>
            <a:off x="8481060" y="13258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1-dot4"/>
          <p:cNvSpPr/>
          <p:nvPr/>
        </p:nvSpPr>
        <p:spPr>
          <a:xfrm>
            <a:off x="8613191" y="14580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1-cell5"/>
          <p:cNvSpPr/>
          <p:nvPr/>
        </p:nvSpPr>
        <p:spPr>
          <a:xfrm>
            <a:off x="9258300" y="13258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1-dot6"/>
          <p:cNvSpPr/>
          <p:nvPr/>
        </p:nvSpPr>
        <p:spPr>
          <a:xfrm>
            <a:off x="9390431" y="14580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1-cell7"/>
          <p:cNvSpPr/>
          <p:nvPr/>
        </p:nvSpPr>
        <p:spPr>
          <a:xfrm>
            <a:off x="10035540" y="13258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1-dot8"/>
          <p:cNvSpPr/>
          <p:nvPr/>
        </p:nvSpPr>
        <p:spPr>
          <a:xfrm>
            <a:off x="10167671" y="14580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1-cell9"/>
          <p:cNvSpPr/>
          <p:nvPr/>
        </p:nvSpPr>
        <p:spPr>
          <a:xfrm>
            <a:off x="10812780" y="132588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1-dot10"/>
          <p:cNvSpPr/>
          <p:nvPr/>
        </p:nvSpPr>
        <p:spPr>
          <a:xfrm>
            <a:off x="10944911" y="145801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1-cell11"/>
          <p:cNvSpPr/>
          <p:nvPr/>
        </p:nvSpPr>
        <p:spPr>
          <a:xfrm>
            <a:off x="7703820" y="21031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1-dot12"/>
          <p:cNvSpPr/>
          <p:nvPr/>
        </p:nvSpPr>
        <p:spPr>
          <a:xfrm>
            <a:off x="7835951" y="22352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1-cell13"/>
          <p:cNvSpPr/>
          <p:nvPr/>
        </p:nvSpPr>
        <p:spPr>
          <a:xfrm>
            <a:off x="8481060" y="21031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1-dot14"/>
          <p:cNvSpPr/>
          <p:nvPr/>
        </p:nvSpPr>
        <p:spPr>
          <a:xfrm>
            <a:off x="8613191" y="2235251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1-cell15"/>
          <p:cNvSpPr/>
          <p:nvPr/>
        </p:nvSpPr>
        <p:spPr>
          <a:xfrm>
            <a:off x="9258300" y="21031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1-cell16"/>
          <p:cNvSpPr/>
          <p:nvPr/>
        </p:nvSpPr>
        <p:spPr>
          <a:xfrm>
            <a:off x="10035540" y="21031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1-cell17"/>
          <p:cNvSpPr/>
          <p:nvPr/>
        </p:nvSpPr>
        <p:spPr>
          <a:xfrm>
            <a:off x="10812780" y="2103120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1-figure18" descr="1개의 십 칸 틀 중 1번째: 모두 7개"/>
          <p:cNvSpPr/>
          <p:nvPr/>
        </p:nvSpPr>
        <p:spPr>
          <a:xfrm>
            <a:off x="7703820" y="1325880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1-card19"/>
          <p:cNvSpPr/>
          <p:nvPr/>
        </p:nvSpPr>
        <p:spPr>
          <a:xfrm>
            <a:off x="731520" y="4343400"/>
            <a:ext cx="10725912" cy="1783080"/>
          </a:xfrm>
          <a:prstGeom prst="roundRect">
            <a:avLst>
              <a:gd name="adj" fmla="val 6154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23" name="S01-cardtext20"/>
          <p:cNvSpPr txBox="1"/>
          <p:nvPr/>
        </p:nvSpPr>
        <p:spPr>
          <a:xfrm>
            <a:off x="1005840" y="4480560"/>
            <a:ext cx="10177272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하나씩 세어 모두 몇 개인지 말해요.</a:t>
            </a:r>
            <a:endParaRPr lang="ko-KR" sz="32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0부터 9까지 읽고 써요.</a:t>
            </a:r>
            <a:endParaRPr lang="ko-KR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더 많을까요?</a:t>
            </a:r>
            <a:endParaRPr lang="ko-KR" sz="4400" dirty="0"/>
          </a:p>
        </p:txBody>
      </p:sp>
      <p:sp>
        <p:nvSpPr>
          <p:cNvPr id="3" name="S02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2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5" name="S02-chip23"/>
          <p:cNvSpPr txBox="1"/>
          <p:nvPr/>
        </p:nvSpPr>
        <p:spPr>
          <a:xfrm>
            <a:off x="2946654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02-dot24"/>
          <p:cNvSpPr/>
          <p:nvPr/>
        </p:nvSpPr>
        <p:spPr>
          <a:xfrm>
            <a:off x="1988820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2-dot25"/>
          <p:cNvSpPr/>
          <p:nvPr/>
        </p:nvSpPr>
        <p:spPr>
          <a:xfrm>
            <a:off x="2674620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2-dot26"/>
          <p:cNvSpPr/>
          <p:nvPr/>
        </p:nvSpPr>
        <p:spPr>
          <a:xfrm>
            <a:off x="3360420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2-dot27"/>
          <p:cNvSpPr/>
          <p:nvPr/>
        </p:nvSpPr>
        <p:spPr>
          <a:xfrm>
            <a:off x="4046220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2-figure28" descr="점 4개를 1줄 4개씩 놓은 배열"/>
          <p:cNvSpPr/>
          <p:nvPr/>
        </p:nvSpPr>
        <p:spPr>
          <a:xfrm>
            <a:off x="1858518" y="3232404"/>
            <a:ext cx="27432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2-chip29"/>
          <p:cNvSpPr txBox="1"/>
          <p:nvPr/>
        </p:nvSpPr>
        <p:spPr>
          <a:xfrm>
            <a:off x="8675370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12" name="S02-dot30"/>
          <p:cNvSpPr/>
          <p:nvPr/>
        </p:nvSpPr>
        <p:spPr>
          <a:xfrm>
            <a:off x="7031736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2-dot31"/>
          <p:cNvSpPr/>
          <p:nvPr/>
        </p:nvSpPr>
        <p:spPr>
          <a:xfrm>
            <a:off x="7717536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2-dot32"/>
          <p:cNvSpPr/>
          <p:nvPr/>
        </p:nvSpPr>
        <p:spPr>
          <a:xfrm>
            <a:off x="8403336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2-dot33"/>
          <p:cNvSpPr/>
          <p:nvPr/>
        </p:nvSpPr>
        <p:spPr>
          <a:xfrm>
            <a:off x="9089136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02-dot34"/>
          <p:cNvSpPr/>
          <p:nvPr/>
        </p:nvSpPr>
        <p:spPr>
          <a:xfrm>
            <a:off x="9774936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2-dot35"/>
          <p:cNvSpPr/>
          <p:nvPr/>
        </p:nvSpPr>
        <p:spPr>
          <a:xfrm>
            <a:off x="10460736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2-figure36" descr="점 6개를 1줄 6개씩 놓은 배열"/>
          <p:cNvSpPr/>
          <p:nvPr/>
        </p:nvSpPr>
        <p:spPr>
          <a:xfrm>
            <a:off x="6901434" y="3232404"/>
            <a:ext cx="41148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짚으며 세요</a:t>
            </a:r>
            <a:endParaRPr lang="ko-KR" sz="4400" dirty="0"/>
          </a:p>
        </p:txBody>
      </p:sp>
      <p:sp>
        <p:nvSpPr>
          <p:cNvPr id="3" name="S03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하나, 둘, 셋, 넷, 다섯! 모두 5개예요.</a:t>
            </a:r>
            <a:endParaRPr lang="ko-KR" sz="3200" dirty="0"/>
          </a:p>
        </p:txBody>
      </p:sp>
      <p:sp>
        <p:nvSpPr>
          <p:cNvPr id="5" name="S03-dot39"/>
          <p:cNvSpPr/>
          <p:nvPr/>
        </p:nvSpPr>
        <p:spPr>
          <a:xfrm>
            <a:off x="1645920" y="30106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3-dot40"/>
          <p:cNvSpPr/>
          <p:nvPr/>
        </p:nvSpPr>
        <p:spPr>
          <a:xfrm>
            <a:off x="2331720" y="30106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3-dot41"/>
          <p:cNvSpPr/>
          <p:nvPr/>
        </p:nvSpPr>
        <p:spPr>
          <a:xfrm>
            <a:off x="3017520" y="30106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3-dot42"/>
          <p:cNvSpPr/>
          <p:nvPr/>
        </p:nvSpPr>
        <p:spPr>
          <a:xfrm>
            <a:off x="3703320" y="30106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3-dot43"/>
          <p:cNvSpPr/>
          <p:nvPr/>
        </p:nvSpPr>
        <p:spPr>
          <a:xfrm>
            <a:off x="4389120" y="30106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3-figure44" descr="점 5개를 1줄 5개씩 놓은 배열"/>
          <p:cNvSpPr/>
          <p:nvPr/>
        </p:nvSpPr>
        <p:spPr>
          <a:xfrm>
            <a:off x="1515618" y="2880360"/>
            <a:ext cx="34290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3-card45"/>
          <p:cNvSpPr/>
          <p:nvPr/>
        </p:nvSpPr>
        <p:spPr>
          <a:xfrm>
            <a:off x="6277356" y="2014220"/>
            <a:ext cx="5362956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03-cardtext46"/>
          <p:cNvSpPr txBox="1"/>
          <p:nvPr/>
        </p:nvSpPr>
        <p:spPr>
          <a:xfrm>
            <a:off x="6551676" y="2151380"/>
            <a:ext cx="48143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손가락으로 짚어요</a:t>
            </a:r>
            <a:endParaRPr lang="ko-KR" sz="3200" dirty="0"/>
          </a:p>
        </p:txBody>
      </p:sp>
      <p:sp>
        <p:nvSpPr>
          <p:cNvPr id="13" name="S03-card47"/>
          <p:cNvSpPr/>
          <p:nvPr/>
        </p:nvSpPr>
        <p:spPr>
          <a:xfrm>
            <a:off x="6277356" y="3111500"/>
            <a:ext cx="5362956" cy="1320800"/>
          </a:xfrm>
          <a:prstGeom prst="roundRect">
            <a:avLst>
              <a:gd name="adj" fmla="val 830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3-cardtext48"/>
          <p:cNvSpPr txBox="1"/>
          <p:nvPr/>
        </p:nvSpPr>
        <p:spPr>
          <a:xfrm>
            <a:off x="6551676" y="3248660"/>
            <a:ext cx="4814316" cy="1046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마지막에 센 수가 모두의 수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1부터 5까지</a:t>
            </a:r>
            <a:endParaRPr lang="ko-KR" sz="4400" dirty="0"/>
          </a:p>
        </p:txBody>
      </p:sp>
      <p:sp>
        <p:nvSpPr>
          <p:cNvPr id="3" name="S04-card4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5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수는 두 가지로 읽어요. 하나, 둘 / 일, 이</a:t>
            </a:r>
            <a:endParaRPr lang="ko-KR" sz="3200" dirty="0"/>
          </a:p>
        </p:txBody>
      </p:sp>
      <p:sp>
        <p:nvSpPr>
          <p:cNvPr id="5" name="S04-dot51"/>
          <p:cNvSpPr/>
          <p:nvPr/>
        </p:nvSpPr>
        <p:spPr>
          <a:xfrm>
            <a:off x="1317193" y="27512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04-figure52" descr="점 1개를 1줄 1개씩 놓은 배열"/>
          <p:cNvSpPr/>
          <p:nvPr/>
        </p:nvSpPr>
        <p:spPr>
          <a:xfrm>
            <a:off x="1186891" y="2620899"/>
            <a:ext cx="6858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S04-label53"/>
          <p:cNvSpPr txBox="1"/>
          <p:nvPr/>
        </p:nvSpPr>
        <p:spPr>
          <a:xfrm>
            <a:off x="548640" y="4674870"/>
            <a:ext cx="196230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하나 일</a:t>
            </a:r>
            <a:endParaRPr lang="ko-KR" sz="2600" dirty="0"/>
          </a:p>
        </p:txBody>
      </p:sp>
      <p:sp>
        <p:nvSpPr>
          <p:cNvPr id="8" name="S04-dot54"/>
          <p:cNvSpPr/>
          <p:nvPr/>
        </p:nvSpPr>
        <p:spPr>
          <a:xfrm>
            <a:off x="3256636" y="27512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4-dot55"/>
          <p:cNvSpPr/>
          <p:nvPr/>
        </p:nvSpPr>
        <p:spPr>
          <a:xfrm>
            <a:off x="3942436" y="27512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4-figure56" descr="점 2개를 1줄 2개씩 놓은 배열"/>
          <p:cNvSpPr/>
          <p:nvPr/>
        </p:nvSpPr>
        <p:spPr>
          <a:xfrm>
            <a:off x="3126334" y="2620899"/>
            <a:ext cx="13716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04-label57"/>
          <p:cNvSpPr txBox="1"/>
          <p:nvPr/>
        </p:nvSpPr>
        <p:spPr>
          <a:xfrm>
            <a:off x="2830982" y="4674870"/>
            <a:ext cx="196230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둘 이</a:t>
            </a:r>
            <a:endParaRPr lang="ko-KR" sz="2600" dirty="0"/>
          </a:p>
        </p:txBody>
      </p:sp>
      <p:sp>
        <p:nvSpPr>
          <p:cNvPr id="12" name="S04-dot58"/>
          <p:cNvSpPr/>
          <p:nvPr/>
        </p:nvSpPr>
        <p:spPr>
          <a:xfrm>
            <a:off x="5237604" y="2761028"/>
            <a:ext cx="405542" cy="405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4-dot59"/>
          <p:cNvSpPr/>
          <p:nvPr/>
        </p:nvSpPr>
        <p:spPr>
          <a:xfrm>
            <a:off x="5891705" y="2761028"/>
            <a:ext cx="405542" cy="405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4-dot60"/>
          <p:cNvSpPr/>
          <p:nvPr/>
        </p:nvSpPr>
        <p:spPr>
          <a:xfrm>
            <a:off x="6545806" y="2761028"/>
            <a:ext cx="405542" cy="405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4-figure61" descr="점 3개를 1줄 3개씩 놓은 배열"/>
          <p:cNvSpPr/>
          <p:nvPr/>
        </p:nvSpPr>
        <p:spPr>
          <a:xfrm>
            <a:off x="5113325" y="2636749"/>
            <a:ext cx="1962302" cy="654101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04-label62"/>
          <p:cNvSpPr txBox="1"/>
          <p:nvPr/>
        </p:nvSpPr>
        <p:spPr>
          <a:xfrm>
            <a:off x="5113325" y="4674870"/>
            <a:ext cx="196230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셋 삼</a:t>
            </a:r>
            <a:endParaRPr lang="ko-KR" sz="2600" dirty="0"/>
          </a:p>
        </p:txBody>
      </p:sp>
      <p:sp>
        <p:nvSpPr>
          <p:cNvPr id="17" name="S04-dot63"/>
          <p:cNvSpPr/>
          <p:nvPr/>
        </p:nvSpPr>
        <p:spPr>
          <a:xfrm>
            <a:off x="7821320" y="24083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4-dot64"/>
          <p:cNvSpPr/>
          <p:nvPr/>
        </p:nvSpPr>
        <p:spPr>
          <a:xfrm>
            <a:off x="8507120" y="24083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4-dot65"/>
          <p:cNvSpPr/>
          <p:nvPr/>
        </p:nvSpPr>
        <p:spPr>
          <a:xfrm>
            <a:off x="7821320" y="30941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4-dot66"/>
          <p:cNvSpPr/>
          <p:nvPr/>
        </p:nvSpPr>
        <p:spPr>
          <a:xfrm>
            <a:off x="8507120" y="30941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1" name="S04-figure67" descr="점 4개를 2줄 2개씩 놓은 배열"/>
          <p:cNvSpPr/>
          <p:nvPr/>
        </p:nvSpPr>
        <p:spPr>
          <a:xfrm>
            <a:off x="7691018" y="2277999"/>
            <a:ext cx="1371600" cy="13716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04-label68"/>
          <p:cNvSpPr txBox="1"/>
          <p:nvPr/>
        </p:nvSpPr>
        <p:spPr>
          <a:xfrm>
            <a:off x="7395667" y="4674870"/>
            <a:ext cx="196230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넷 사</a:t>
            </a:r>
            <a:endParaRPr lang="ko-KR" sz="2600" dirty="0"/>
          </a:p>
        </p:txBody>
      </p:sp>
      <p:sp>
        <p:nvSpPr>
          <p:cNvPr id="23" name="S04-dot69"/>
          <p:cNvSpPr/>
          <p:nvPr/>
        </p:nvSpPr>
        <p:spPr>
          <a:xfrm>
            <a:off x="9802289" y="2433977"/>
            <a:ext cx="405542" cy="405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4-dot70"/>
          <p:cNvSpPr/>
          <p:nvPr/>
        </p:nvSpPr>
        <p:spPr>
          <a:xfrm>
            <a:off x="10456390" y="2433977"/>
            <a:ext cx="405542" cy="405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4-dot71"/>
          <p:cNvSpPr/>
          <p:nvPr/>
        </p:nvSpPr>
        <p:spPr>
          <a:xfrm>
            <a:off x="11110490" y="2433977"/>
            <a:ext cx="405542" cy="405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4-dot72"/>
          <p:cNvSpPr/>
          <p:nvPr/>
        </p:nvSpPr>
        <p:spPr>
          <a:xfrm>
            <a:off x="9802289" y="3088078"/>
            <a:ext cx="405542" cy="405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4-dot73"/>
          <p:cNvSpPr/>
          <p:nvPr/>
        </p:nvSpPr>
        <p:spPr>
          <a:xfrm>
            <a:off x="10456390" y="3088078"/>
            <a:ext cx="405542" cy="40554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4-figure74" descr="점 5개를 2줄 3개씩 놓은 배열"/>
          <p:cNvSpPr/>
          <p:nvPr/>
        </p:nvSpPr>
        <p:spPr>
          <a:xfrm>
            <a:off x="9678010" y="2309698"/>
            <a:ext cx="1962302" cy="130820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S04-label75"/>
          <p:cNvSpPr txBox="1"/>
          <p:nvPr/>
        </p:nvSpPr>
        <p:spPr>
          <a:xfrm>
            <a:off x="9678010" y="4674870"/>
            <a:ext cx="1962302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다섯 오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6부터 9까지</a:t>
            </a:r>
            <a:endParaRPr lang="ko-KR" sz="4400" dirty="0"/>
          </a:p>
        </p:txBody>
      </p:sp>
      <p:sp>
        <p:nvSpPr>
          <p:cNvPr id="3" name="S05-card7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7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다섯과 몇 개 더! 여섯은 다섯과 하나예요.</a:t>
            </a:r>
            <a:endParaRPr lang="ko-KR" sz="3200" dirty="0"/>
          </a:p>
        </p:txBody>
      </p:sp>
      <p:sp>
        <p:nvSpPr>
          <p:cNvPr id="5" name="S05-cell78"/>
          <p:cNvSpPr/>
          <p:nvPr/>
        </p:nvSpPr>
        <p:spPr>
          <a:xfrm>
            <a:off x="548640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5-dot79"/>
          <p:cNvSpPr/>
          <p:nvPr/>
        </p:nvSpPr>
        <p:spPr>
          <a:xfrm>
            <a:off x="634758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5-cell80"/>
          <p:cNvSpPr/>
          <p:nvPr/>
        </p:nvSpPr>
        <p:spPr>
          <a:xfrm>
            <a:off x="1055218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dot81"/>
          <p:cNvSpPr/>
          <p:nvPr/>
        </p:nvSpPr>
        <p:spPr>
          <a:xfrm>
            <a:off x="1141336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5-cell82"/>
          <p:cNvSpPr/>
          <p:nvPr/>
        </p:nvSpPr>
        <p:spPr>
          <a:xfrm>
            <a:off x="1561795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5-dot83"/>
          <p:cNvSpPr/>
          <p:nvPr/>
        </p:nvSpPr>
        <p:spPr>
          <a:xfrm>
            <a:off x="1647913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5-cell84"/>
          <p:cNvSpPr/>
          <p:nvPr/>
        </p:nvSpPr>
        <p:spPr>
          <a:xfrm>
            <a:off x="2068373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5-dot85"/>
          <p:cNvSpPr/>
          <p:nvPr/>
        </p:nvSpPr>
        <p:spPr>
          <a:xfrm>
            <a:off x="2154491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5-cell86"/>
          <p:cNvSpPr/>
          <p:nvPr/>
        </p:nvSpPr>
        <p:spPr>
          <a:xfrm>
            <a:off x="2574950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5-dot87"/>
          <p:cNvSpPr/>
          <p:nvPr/>
        </p:nvSpPr>
        <p:spPr>
          <a:xfrm>
            <a:off x="2661069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5-cell88"/>
          <p:cNvSpPr/>
          <p:nvPr/>
        </p:nvSpPr>
        <p:spPr>
          <a:xfrm>
            <a:off x="548640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5-dot89"/>
          <p:cNvSpPr/>
          <p:nvPr/>
        </p:nvSpPr>
        <p:spPr>
          <a:xfrm>
            <a:off x="634758" y="3049917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7" name="S05-cell90"/>
          <p:cNvSpPr/>
          <p:nvPr/>
        </p:nvSpPr>
        <p:spPr>
          <a:xfrm>
            <a:off x="1055218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5-cell91"/>
          <p:cNvSpPr/>
          <p:nvPr/>
        </p:nvSpPr>
        <p:spPr>
          <a:xfrm>
            <a:off x="1561795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05-cell92"/>
          <p:cNvSpPr/>
          <p:nvPr/>
        </p:nvSpPr>
        <p:spPr>
          <a:xfrm>
            <a:off x="2068373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05-cell93"/>
          <p:cNvSpPr/>
          <p:nvPr/>
        </p:nvSpPr>
        <p:spPr>
          <a:xfrm>
            <a:off x="2574950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5-figure94" descr="1개의 십 칸 틀 중 1번째: 모두 6개"/>
          <p:cNvSpPr/>
          <p:nvPr/>
        </p:nvSpPr>
        <p:spPr>
          <a:xfrm>
            <a:off x="548640" y="2457221"/>
            <a:ext cx="2532888" cy="101315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2" name="S05-label95"/>
          <p:cNvSpPr txBox="1"/>
          <p:nvPr/>
        </p:nvSpPr>
        <p:spPr>
          <a:xfrm>
            <a:off x="548640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 여섯 육</a:t>
            </a:r>
            <a:endParaRPr lang="ko-KR" sz="2600" dirty="0"/>
          </a:p>
        </p:txBody>
      </p:sp>
      <p:sp>
        <p:nvSpPr>
          <p:cNvPr id="23" name="S05-cell96"/>
          <p:cNvSpPr/>
          <p:nvPr/>
        </p:nvSpPr>
        <p:spPr>
          <a:xfrm>
            <a:off x="3401568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5-dot97"/>
          <p:cNvSpPr/>
          <p:nvPr/>
        </p:nvSpPr>
        <p:spPr>
          <a:xfrm>
            <a:off x="3487686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5" name="S05-cell98"/>
          <p:cNvSpPr/>
          <p:nvPr/>
        </p:nvSpPr>
        <p:spPr>
          <a:xfrm>
            <a:off x="3908146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5-dot99"/>
          <p:cNvSpPr/>
          <p:nvPr/>
        </p:nvSpPr>
        <p:spPr>
          <a:xfrm>
            <a:off x="3994264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S05-cell100"/>
          <p:cNvSpPr/>
          <p:nvPr/>
        </p:nvSpPr>
        <p:spPr>
          <a:xfrm>
            <a:off x="4414723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5-dot101"/>
          <p:cNvSpPr/>
          <p:nvPr/>
        </p:nvSpPr>
        <p:spPr>
          <a:xfrm>
            <a:off x="4500841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9" name="S05-cell102"/>
          <p:cNvSpPr/>
          <p:nvPr/>
        </p:nvSpPr>
        <p:spPr>
          <a:xfrm>
            <a:off x="4921301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5-dot103"/>
          <p:cNvSpPr/>
          <p:nvPr/>
        </p:nvSpPr>
        <p:spPr>
          <a:xfrm>
            <a:off x="5007419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1" name="S05-cell104"/>
          <p:cNvSpPr/>
          <p:nvPr/>
        </p:nvSpPr>
        <p:spPr>
          <a:xfrm>
            <a:off x="5427878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2" name="S05-dot105"/>
          <p:cNvSpPr/>
          <p:nvPr/>
        </p:nvSpPr>
        <p:spPr>
          <a:xfrm>
            <a:off x="5513997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3" name="S05-cell106"/>
          <p:cNvSpPr/>
          <p:nvPr/>
        </p:nvSpPr>
        <p:spPr>
          <a:xfrm>
            <a:off x="3401568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4" name="S05-dot107"/>
          <p:cNvSpPr/>
          <p:nvPr/>
        </p:nvSpPr>
        <p:spPr>
          <a:xfrm>
            <a:off x="3487686" y="3049917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5" name="S05-cell108"/>
          <p:cNvSpPr/>
          <p:nvPr/>
        </p:nvSpPr>
        <p:spPr>
          <a:xfrm>
            <a:off x="3908146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5-dot109"/>
          <p:cNvSpPr/>
          <p:nvPr/>
        </p:nvSpPr>
        <p:spPr>
          <a:xfrm>
            <a:off x="3994264" y="3049917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7" name="S05-cell110"/>
          <p:cNvSpPr/>
          <p:nvPr/>
        </p:nvSpPr>
        <p:spPr>
          <a:xfrm>
            <a:off x="4414723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5-cell111"/>
          <p:cNvSpPr/>
          <p:nvPr/>
        </p:nvSpPr>
        <p:spPr>
          <a:xfrm>
            <a:off x="4921301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05-cell112"/>
          <p:cNvSpPr/>
          <p:nvPr/>
        </p:nvSpPr>
        <p:spPr>
          <a:xfrm>
            <a:off x="5427878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0" name="S05-figure113" descr="1개의 십 칸 틀 중 1번째: 모두 7개"/>
          <p:cNvSpPr/>
          <p:nvPr/>
        </p:nvSpPr>
        <p:spPr>
          <a:xfrm>
            <a:off x="3401568" y="2457221"/>
            <a:ext cx="2532888" cy="101315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1" name="S05-label114"/>
          <p:cNvSpPr txBox="1"/>
          <p:nvPr/>
        </p:nvSpPr>
        <p:spPr>
          <a:xfrm>
            <a:off x="3401568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일곱 칠</a:t>
            </a:r>
            <a:endParaRPr lang="ko-KR" sz="2600" dirty="0"/>
          </a:p>
        </p:txBody>
      </p:sp>
      <p:sp>
        <p:nvSpPr>
          <p:cNvPr id="42" name="S05-cell115"/>
          <p:cNvSpPr/>
          <p:nvPr/>
        </p:nvSpPr>
        <p:spPr>
          <a:xfrm>
            <a:off x="6254496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05-dot116"/>
          <p:cNvSpPr/>
          <p:nvPr/>
        </p:nvSpPr>
        <p:spPr>
          <a:xfrm>
            <a:off x="6340614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4" name="S05-cell117"/>
          <p:cNvSpPr/>
          <p:nvPr/>
        </p:nvSpPr>
        <p:spPr>
          <a:xfrm>
            <a:off x="6761074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5-dot118"/>
          <p:cNvSpPr/>
          <p:nvPr/>
        </p:nvSpPr>
        <p:spPr>
          <a:xfrm>
            <a:off x="6847192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05-cell119"/>
          <p:cNvSpPr/>
          <p:nvPr/>
        </p:nvSpPr>
        <p:spPr>
          <a:xfrm>
            <a:off x="7267651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7" name="S05-dot120"/>
          <p:cNvSpPr/>
          <p:nvPr/>
        </p:nvSpPr>
        <p:spPr>
          <a:xfrm>
            <a:off x="7353769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05-cell121"/>
          <p:cNvSpPr/>
          <p:nvPr/>
        </p:nvSpPr>
        <p:spPr>
          <a:xfrm>
            <a:off x="7774229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9" name="S05-dot122"/>
          <p:cNvSpPr/>
          <p:nvPr/>
        </p:nvSpPr>
        <p:spPr>
          <a:xfrm>
            <a:off x="7860347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05-cell123"/>
          <p:cNvSpPr/>
          <p:nvPr/>
        </p:nvSpPr>
        <p:spPr>
          <a:xfrm>
            <a:off x="8280806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1" name="S05-dot124"/>
          <p:cNvSpPr/>
          <p:nvPr/>
        </p:nvSpPr>
        <p:spPr>
          <a:xfrm>
            <a:off x="8366925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2" name="S05-cell125"/>
          <p:cNvSpPr/>
          <p:nvPr/>
        </p:nvSpPr>
        <p:spPr>
          <a:xfrm>
            <a:off x="6254496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5-dot126"/>
          <p:cNvSpPr/>
          <p:nvPr/>
        </p:nvSpPr>
        <p:spPr>
          <a:xfrm>
            <a:off x="6340614" y="3049917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4" name="S05-cell127"/>
          <p:cNvSpPr/>
          <p:nvPr/>
        </p:nvSpPr>
        <p:spPr>
          <a:xfrm>
            <a:off x="6761074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5" name="S05-dot128"/>
          <p:cNvSpPr/>
          <p:nvPr/>
        </p:nvSpPr>
        <p:spPr>
          <a:xfrm>
            <a:off x="6847192" y="3049917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6" name="S05-cell129"/>
          <p:cNvSpPr/>
          <p:nvPr/>
        </p:nvSpPr>
        <p:spPr>
          <a:xfrm>
            <a:off x="7267651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7" name="S05-dot130"/>
          <p:cNvSpPr/>
          <p:nvPr/>
        </p:nvSpPr>
        <p:spPr>
          <a:xfrm>
            <a:off x="7353769" y="3049917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8" name="S05-cell131"/>
          <p:cNvSpPr/>
          <p:nvPr/>
        </p:nvSpPr>
        <p:spPr>
          <a:xfrm>
            <a:off x="7774229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9" name="S05-cell132"/>
          <p:cNvSpPr/>
          <p:nvPr/>
        </p:nvSpPr>
        <p:spPr>
          <a:xfrm>
            <a:off x="8280806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0" name="S05-figure133" descr="1개의 십 칸 틀 중 1번째: 모두 8개"/>
          <p:cNvSpPr/>
          <p:nvPr/>
        </p:nvSpPr>
        <p:spPr>
          <a:xfrm>
            <a:off x="6254496" y="2457221"/>
            <a:ext cx="2532888" cy="101315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61" name="S05-label134"/>
          <p:cNvSpPr txBox="1"/>
          <p:nvPr/>
        </p:nvSpPr>
        <p:spPr>
          <a:xfrm>
            <a:off x="6254496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여덟 팔</a:t>
            </a:r>
            <a:endParaRPr lang="ko-KR" sz="2600" dirty="0"/>
          </a:p>
        </p:txBody>
      </p:sp>
      <p:sp>
        <p:nvSpPr>
          <p:cNvPr id="62" name="S05-cell135"/>
          <p:cNvSpPr/>
          <p:nvPr/>
        </p:nvSpPr>
        <p:spPr>
          <a:xfrm>
            <a:off x="9107424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05-dot136"/>
          <p:cNvSpPr/>
          <p:nvPr/>
        </p:nvSpPr>
        <p:spPr>
          <a:xfrm>
            <a:off x="9193542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4" name="S05-cell137"/>
          <p:cNvSpPr/>
          <p:nvPr/>
        </p:nvSpPr>
        <p:spPr>
          <a:xfrm>
            <a:off x="9614002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5" name="S05-dot138"/>
          <p:cNvSpPr/>
          <p:nvPr/>
        </p:nvSpPr>
        <p:spPr>
          <a:xfrm>
            <a:off x="9700120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6" name="S05-cell139"/>
          <p:cNvSpPr/>
          <p:nvPr/>
        </p:nvSpPr>
        <p:spPr>
          <a:xfrm>
            <a:off x="10120579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7" name="S05-dot140"/>
          <p:cNvSpPr/>
          <p:nvPr/>
        </p:nvSpPr>
        <p:spPr>
          <a:xfrm>
            <a:off x="10206697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8" name="S05-cell141"/>
          <p:cNvSpPr/>
          <p:nvPr/>
        </p:nvSpPr>
        <p:spPr>
          <a:xfrm>
            <a:off x="10627157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9" name="S05-dot142"/>
          <p:cNvSpPr/>
          <p:nvPr/>
        </p:nvSpPr>
        <p:spPr>
          <a:xfrm>
            <a:off x="10713275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0" name="S05-cell143"/>
          <p:cNvSpPr/>
          <p:nvPr/>
        </p:nvSpPr>
        <p:spPr>
          <a:xfrm>
            <a:off x="11133734" y="2457221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1" name="S05-dot144"/>
          <p:cNvSpPr/>
          <p:nvPr/>
        </p:nvSpPr>
        <p:spPr>
          <a:xfrm>
            <a:off x="11219853" y="2543340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2" name="S05-cell145"/>
          <p:cNvSpPr/>
          <p:nvPr/>
        </p:nvSpPr>
        <p:spPr>
          <a:xfrm>
            <a:off x="9107424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3" name="S05-dot146"/>
          <p:cNvSpPr/>
          <p:nvPr/>
        </p:nvSpPr>
        <p:spPr>
          <a:xfrm>
            <a:off x="9193542" y="3049917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4" name="S05-cell147"/>
          <p:cNvSpPr/>
          <p:nvPr/>
        </p:nvSpPr>
        <p:spPr>
          <a:xfrm>
            <a:off x="9614002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5" name="S05-dot148"/>
          <p:cNvSpPr/>
          <p:nvPr/>
        </p:nvSpPr>
        <p:spPr>
          <a:xfrm>
            <a:off x="9700120" y="3049917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6" name="S05-cell149"/>
          <p:cNvSpPr/>
          <p:nvPr/>
        </p:nvSpPr>
        <p:spPr>
          <a:xfrm>
            <a:off x="10120579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5-dot150"/>
          <p:cNvSpPr/>
          <p:nvPr/>
        </p:nvSpPr>
        <p:spPr>
          <a:xfrm>
            <a:off x="10206697" y="3049917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8" name="S05-cell151"/>
          <p:cNvSpPr/>
          <p:nvPr/>
        </p:nvSpPr>
        <p:spPr>
          <a:xfrm>
            <a:off x="10627157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9" name="S05-dot152"/>
          <p:cNvSpPr/>
          <p:nvPr/>
        </p:nvSpPr>
        <p:spPr>
          <a:xfrm>
            <a:off x="10713275" y="3049917"/>
            <a:ext cx="334341" cy="334341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0" name="S05-cell153"/>
          <p:cNvSpPr/>
          <p:nvPr/>
        </p:nvSpPr>
        <p:spPr>
          <a:xfrm>
            <a:off x="11133734" y="2963799"/>
            <a:ext cx="506578" cy="506578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1" name="S05-figure154" descr="1개의 십 칸 틀 중 1번째: 모두 9개"/>
          <p:cNvSpPr/>
          <p:nvPr/>
        </p:nvSpPr>
        <p:spPr>
          <a:xfrm>
            <a:off x="9107424" y="2457221"/>
            <a:ext cx="2532888" cy="1013155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82" name="S05-label155"/>
          <p:cNvSpPr txBox="1"/>
          <p:nvPr/>
        </p:nvSpPr>
        <p:spPr>
          <a:xfrm>
            <a:off x="9107424" y="4674870"/>
            <a:ext cx="2532888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 아홉 구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아무것도 없으면 0</a:t>
            </a:r>
            <a:endParaRPr lang="ko-KR" sz="4400" dirty="0"/>
          </a:p>
        </p:txBody>
      </p:sp>
      <p:sp>
        <p:nvSpPr>
          <p:cNvPr id="3" name="S06-card1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6-cardtext1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아무것도 없으면 0이라고 쓰고 ‘영’이라고 읽어요.</a:t>
            </a:r>
            <a:endParaRPr lang="ko-KR" sz="3200" dirty="0"/>
          </a:p>
        </p:txBody>
      </p:sp>
      <p:sp>
        <p:nvSpPr>
          <p:cNvPr id="5" name="S06-cell158"/>
          <p:cNvSpPr/>
          <p:nvPr/>
        </p:nvSpPr>
        <p:spPr>
          <a:xfrm>
            <a:off x="1298448" y="21865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6-dot159"/>
          <p:cNvSpPr/>
          <p:nvPr/>
        </p:nvSpPr>
        <p:spPr>
          <a:xfrm>
            <a:off x="1430579" y="23186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06-cell160"/>
          <p:cNvSpPr/>
          <p:nvPr/>
        </p:nvSpPr>
        <p:spPr>
          <a:xfrm>
            <a:off x="2075688" y="21865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6-dot161"/>
          <p:cNvSpPr/>
          <p:nvPr/>
        </p:nvSpPr>
        <p:spPr>
          <a:xfrm>
            <a:off x="2207819" y="23186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6-cell162"/>
          <p:cNvSpPr/>
          <p:nvPr/>
        </p:nvSpPr>
        <p:spPr>
          <a:xfrm>
            <a:off x="2852928" y="21865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6-dot163"/>
          <p:cNvSpPr/>
          <p:nvPr/>
        </p:nvSpPr>
        <p:spPr>
          <a:xfrm>
            <a:off x="2985059" y="2318690"/>
            <a:ext cx="512978" cy="512978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6-cell164"/>
          <p:cNvSpPr/>
          <p:nvPr/>
        </p:nvSpPr>
        <p:spPr>
          <a:xfrm>
            <a:off x="3630168" y="21865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2" name="S06-cell165"/>
          <p:cNvSpPr/>
          <p:nvPr/>
        </p:nvSpPr>
        <p:spPr>
          <a:xfrm>
            <a:off x="4407408" y="21865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06-cell166"/>
          <p:cNvSpPr/>
          <p:nvPr/>
        </p:nvSpPr>
        <p:spPr>
          <a:xfrm>
            <a:off x="1298448" y="29637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4" name="S06-cell167"/>
          <p:cNvSpPr/>
          <p:nvPr/>
        </p:nvSpPr>
        <p:spPr>
          <a:xfrm>
            <a:off x="2075688" y="29637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06-cell168"/>
          <p:cNvSpPr/>
          <p:nvPr/>
        </p:nvSpPr>
        <p:spPr>
          <a:xfrm>
            <a:off x="2852928" y="29637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6" name="S06-cell169"/>
          <p:cNvSpPr/>
          <p:nvPr/>
        </p:nvSpPr>
        <p:spPr>
          <a:xfrm>
            <a:off x="3630168" y="29637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06-cell170"/>
          <p:cNvSpPr/>
          <p:nvPr/>
        </p:nvSpPr>
        <p:spPr>
          <a:xfrm>
            <a:off x="4407408" y="29637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8" name="S06-figure171" descr="1개의 십 칸 틀 중 1번째: 모두 3개"/>
          <p:cNvSpPr/>
          <p:nvPr/>
        </p:nvSpPr>
        <p:spPr>
          <a:xfrm>
            <a:off x="1298448" y="2186559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19" name="S06-label172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3개 → 3</a:t>
            </a:r>
            <a:endParaRPr lang="ko-KR" sz="2600" dirty="0"/>
          </a:p>
        </p:txBody>
      </p:sp>
      <p:sp>
        <p:nvSpPr>
          <p:cNvPr id="20" name="S06-cell173"/>
          <p:cNvSpPr/>
          <p:nvPr/>
        </p:nvSpPr>
        <p:spPr>
          <a:xfrm>
            <a:off x="7004304" y="21865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06-cell174"/>
          <p:cNvSpPr/>
          <p:nvPr/>
        </p:nvSpPr>
        <p:spPr>
          <a:xfrm>
            <a:off x="7781544" y="21865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06-cell175"/>
          <p:cNvSpPr/>
          <p:nvPr/>
        </p:nvSpPr>
        <p:spPr>
          <a:xfrm>
            <a:off x="8558784" y="21865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6-cell176"/>
          <p:cNvSpPr/>
          <p:nvPr/>
        </p:nvSpPr>
        <p:spPr>
          <a:xfrm>
            <a:off x="9336024" y="21865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4" name="S06-cell177"/>
          <p:cNvSpPr/>
          <p:nvPr/>
        </p:nvSpPr>
        <p:spPr>
          <a:xfrm>
            <a:off x="10113264" y="218655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6-cell178"/>
          <p:cNvSpPr/>
          <p:nvPr/>
        </p:nvSpPr>
        <p:spPr>
          <a:xfrm>
            <a:off x="7004304" y="29637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6" name="S06-cell179"/>
          <p:cNvSpPr/>
          <p:nvPr/>
        </p:nvSpPr>
        <p:spPr>
          <a:xfrm>
            <a:off x="7781544" y="29637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6-cell180"/>
          <p:cNvSpPr/>
          <p:nvPr/>
        </p:nvSpPr>
        <p:spPr>
          <a:xfrm>
            <a:off x="8558784" y="29637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8" name="S06-cell181"/>
          <p:cNvSpPr/>
          <p:nvPr/>
        </p:nvSpPr>
        <p:spPr>
          <a:xfrm>
            <a:off x="9336024" y="29637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6-cell182"/>
          <p:cNvSpPr/>
          <p:nvPr/>
        </p:nvSpPr>
        <p:spPr>
          <a:xfrm>
            <a:off x="10113264" y="2963799"/>
            <a:ext cx="777240" cy="77724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0" name="S06-figure183" descr="1개의 십 칸 틀 중 1번째: 모두 0개"/>
          <p:cNvSpPr/>
          <p:nvPr/>
        </p:nvSpPr>
        <p:spPr>
          <a:xfrm>
            <a:off x="7004304" y="2186559"/>
            <a:ext cx="3886200" cy="155448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31" name="S06-label184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없어요 → 0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숫자 바르게 쓰기</a:t>
            </a:r>
            <a:endParaRPr lang="ko-KR" sz="4400" dirty="0"/>
          </a:p>
        </p:txBody>
      </p:sp>
      <p:sp>
        <p:nvSpPr>
          <p:cNvPr id="3" name="S07-tile185"/>
          <p:cNvSpPr txBox="1"/>
          <p:nvPr/>
        </p:nvSpPr>
        <p:spPr>
          <a:xfrm>
            <a:off x="6920911" y="2888370"/>
            <a:ext cx="782946" cy="782946"/>
          </a:xfrm>
          <a:prstGeom prst="roundRect">
            <a:avLst>
              <a:gd name="adj" fmla="val 1635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3400" dirty="0"/>
          </a:p>
        </p:txBody>
      </p:sp>
      <p:sp>
        <p:nvSpPr>
          <p:cNvPr id="4" name="S07-tile186"/>
          <p:cNvSpPr txBox="1"/>
          <p:nvPr/>
        </p:nvSpPr>
        <p:spPr>
          <a:xfrm>
            <a:off x="7905025" y="2888370"/>
            <a:ext cx="782946" cy="782946"/>
          </a:xfrm>
          <a:prstGeom prst="roundRect">
            <a:avLst>
              <a:gd name="adj" fmla="val 1635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3400" dirty="0"/>
          </a:p>
        </p:txBody>
      </p:sp>
      <p:sp>
        <p:nvSpPr>
          <p:cNvPr id="5" name="S07-tile187"/>
          <p:cNvSpPr txBox="1"/>
          <p:nvPr/>
        </p:nvSpPr>
        <p:spPr>
          <a:xfrm>
            <a:off x="8889138" y="2888370"/>
            <a:ext cx="782946" cy="782946"/>
          </a:xfrm>
          <a:prstGeom prst="roundRect">
            <a:avLst>
              <a:gd name="adj" fmla="val 1635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3400" dirty="0"/>
          </a:p>
        </p:txBody>
      </p:sp>
      <p:sp>
        <p:nvSpPr>
          <p:cNvPr id="6" name="S07-tile188"/>
          <p:cNvSpPr txBox="1"/>
          <p:nvPr/>
        </p:nvSpPr>
        <p:spPr>
          <a:xfrm>
            <a:off x="9873252" y="2888370"/>
            <a:ext cx="782946" cy="782946"/>
          </a:xfrm>
          <a:prstGeom prst="roundRect">
            <a:avLst>
              <a:gd name="adj" fmla="val 1635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3400" dirty="0"/>
          </a:p>
        </p:txBody>
      </p:sp>
      <p:sp>
        <p:nvSpPr>
          <p:cNvPr id="7" name="S07-tile189"/>
          <p:cNvSpPr txBox="1"/>
          <p:nvPr/>
        </p:nvSpPr>
        <p:spPr>
          <a:xfrm>
            <a:off x="10857366" y="2888370"/>
            <a:ext cx="782946" cy="782946"/>
          </a:xfrm>
          <a:prstGeom prst="roundRect">
            <a:avLst>
              <a:gd name="adj" fmla="val 1635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3400" dirty="0"/>
          </a:p>
        </p:txBody>
      </p:sp>
      <p:sp>
        <p:nvSpPr>
          <p:cNvPr id="8" name="S07-tile190"/>
          <p:cNvSpPr txBox="1"/>
          <p:nvPr/>
        </p:nvSpPr>
        <p:spPr>
          <a:xfrm>
            <a:off x="6920911" y="3872484"/>
            <a:ext cx="782946" cy="782946"/>
          </a:xfrm>
          <a:prstGeom prst="roundRect">
            <a:avLst>
              <a:gd name="adj" fmla="val 1635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3400" dirty="0"/>
          </a:p>
        </p:txBody>
      </p:sp>
      <p:sp>
        <p:nvSpPr>
          <p:cNvPr id="9" name="S07-tile191"/>
          <p:cNvSpPr txBox="1"/>
          <p:nvPr/>
        </p:nvSpPr>
        <p:spPr>
          <a:xfrm>
            <a:off x="7905025" y="3872484"/>
            <a:ext cx="782946" cy="782946"/>
          </a:xfrm>
          <a:prstGeom prst="roundRect">
            <a:avLst>
              <a:gd name="adj" fmla="val 1635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3400" dirty="0"/>
          </a:p>
        </p:txBody>
      </p:sp>
      <p:sp>
        <p:nvSpPr>
          <p:cNvPr id="10" name="S07-tile192"/>
          <p:cNvSpPr txBox="1"/>
          <p:nvPr/>
        </p:nvSpPr>
        <p:spPr>
          <a:xfrm>
            <a:off x="8889138" y="3872484"/>
            <a:ext cx="782946" cy="782946"/>
          </a:xfrm>
          <a:prstGeom prst="roundRect">
            <a:avLst>
              <a:gd name="adj" fmla="val 1635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3400" dirty="0"/>
          </a:p>
        </p:txBody>
      </p:sp>
      <p:sp>
        <p:nvSpPr>
          <p:cNvPr id="11" name="S07-tile193"/>
          <p:cNvSpPr txBox="1"/>
          <p:nvPr/>
        </p:nvSpPr>
        <p:spPr>
          <a:xfrm>
            <a:off x="9873252" y="3872484"/>
            <a:ext cx="782946" cy="782946"/>
          </a:xfrm>
          <a:prstGeom prst="roundRect">
            <a:avLst>
              <a:gd name="adj" fmla="val 16351"/>
            </a:avLst>
          </a:prstGeom>
          <a:solidFill>
            <a:srgbClr val="FFFFFF"/>
          </a:solidFill>
          <a:ln w="19050"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3400" dirty="0"/>
          </a:p>
        </p:txBody>
      </p:sp>
      <p:sp>
        <p:nvSpPr>
          <p:cNvPr id="12" name="S07-tile194"/>
          <p:cNvSpPr txBox="1"/>
          <p:nvPr/>
        </p:nvSpPr>
        <p:spPr>
          <a:xfrm>
            <a:off x="10857366" y="3872484"/>
            <a:ext cx="782946" cy="782946"/>
          </a:xfrm>
          <a:prstGeom prst="roundRect">
            <a:avLst>
              <a:gd name="adj" fmla="val 16351"/>
            </a:avLst>
          </a:prstGeom>
          <a:solidFill>
            <a:srgbClr val="FDEBDD"/>
          </a:solidFill>
          <a:ln w="38100">
            <a:solidFill>
              <a:srgbClr val="E9762B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3400" dirty="0"/>
          </a:p>
        </p:txBody>
      </p:sp>
      <p:sp>
        <p:nvSpPr>
          <p:cNvPr id="13" name="S07-stepno195"/>
          <p:cNvSpPr txBox="1"/>
          <p:nvPr/>
        </p:nvSpPr>
        <p:spPr>
          <a:xfrm>
            <a:off x="548640" y="238709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4" name="S07-text196"/>
          <p:cNvSpPr txBox="1"/>
          <p:nvPr/>
        </p:nvSpPr>
        <p:spPr>
          <a:xfrm>
            <a:off x="1325880" y="2341372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손가락으로 공중에 크게 써요.</a:t>
            </a:r>
            <a:endParaRPr lang="ko-KR" sz="3200" dirty="0"/>
          </a:p>
        </p:txBody>
      </p:sp>
      <p:sp>
        <p:nvSpPr>
          <p:cNvPr id="15" name="S07-stepno197"/>
          <p:cNvSpPr txBox="1"/>
          <p:nvPr/>
        </p:nvSpPr>
        <p:spPr>
          <a:xfrm>
            <a:off x="548640" y="349758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6" name="S07-text198"/>
          <p:cNvSpPr txBox="1"/>
          <p:nvPr/>
        </p:nvSpPr>
        <p:spPr>
          <a:xfrm>
            <a:off x="1325880" y="3497580"/>
            <a:ext cx="52292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점선을 따라 써요.</a:t>
            </a:r>
            <a:endParaRPr lang="ko-KR" sz="3200" dirty="0"/>
          </a:p>
        </p:txBody>
      </p:sp>
      <p:sp>
        <p:nvSpPr>
          <p:cNvPr id="17" name="S07-stepno199"/>
          <p:cNvSpPr txBox="1"/>
          <p:nvPr/>
        </p:nvSpPr>
        <p:spPr>
          <a:xfrm>
            <a:off x="548640" y="425653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8" name="S07-text200"/>
          <p:cNvSpPr txBox="1"/>
          <p:nvPr/>
        </p:nvSpPr>
        <p:spPr>
          <a:xfrm>
            <a:off x="1325880" y="4210812"/>
            <a:ext cx="5229271" cy="991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6과 9, 2와 5를 헷갈리지 않게 봐요.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개일까요?</a:t>
            </a:r>
            <a:endParaRPr lang="ko-KR" sz="4400" dirty="0"/>
          </a:p>
        </p:txBody>
      </p:sp>
      <p:sp>
        <p:nvSpPr>
          <p:cNvPr id="3" name="S08-text20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짚으며 세고, 두 가지로 읽어요.</a:t>
            </a:r>
            <a:endParaRPr lang="ko-KR" sz="3200" dirty="0"/>
          </a:p>
        </p:txBody>
      </p:sp>
      <p:sp>
        <p:nvSpPr>
          <p:cNvPr id="4" name="S08-card20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20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 센 뒤에 “모두 몇 개?” 하고 마지막 수를 말해요.</a:t>
            </a:r>
            <a:endParaRPr lang="ko-KR" sz="3200" dirty="0"/>
          </a:p>
        </p:txBody>
      </p:sp>
      <p:sp>
        <p:nvSpPr>
          <p:cNvPr id="6" name="S08-chip204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7" name="S08-dot205"/>
          <p:cNvSpPr/>
          <p:nvPr/>
        </p:nvSpPr>
        <p:spPr>
          <a:xfrm>
            <a:off x="3259836" y="20985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08-dot206"/>
          <p:cNvSpPr/>
          <p:nvPr/>
        </p:nvSpPr>
        <p:spPr>
          <a:xfrm>
            <a:off x="3717036" y="20985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08-dot207"/>
          <p:cNvSpPr/>
          <p:nvPr/>
        </p:nvSpPr>
        <p:spPr>
          <a:xfrm>
            <a:off x="4174236" y="20985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08-dot208"/>
          <p:cNvSpPr/>
          <p:nvPr/>
        </p:nvSpPr>
        <p:spPr>
          <a:xfrm>
            <a:off x="4631436" y="20985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8-dot209"/>
          <p:cNvSpPr/>
          <p:nvPr/>
        </p:nvSpPr>
        <p:spPr>
          <a:xfrm>
            <a:off x="3259836" y="25557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8-dot210"/>
          <p:cNvSpPr/>
          <p:nvPr/>
        </p:nvSpPr>
        <p:spPr>
          <a:xfrm>
            <a:off x="3717036" y="25557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8-dot211"/>
          <p:cNvSpPr/>
          <p:nvPr/>
        </p:nvSpPr>
        <p:spPr>
          <a:xfrm>
            <a:off x="4174236" y="25557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8-dot212"/>
          <p:cNvSpPr/>
          <p:nvPr/>
        </p:nvSpPr>
        <p:spPr>
          <a:xfrm>
            <a:off x="4631436" y="2555748"/>
            <a:ext cx="283464" cy="283464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8-figure213" descr="점 8개를 2줄 4개씩 놓은 배열"/>
          <p:cNvSpPr/>
          <p:nvPr/>
        </p:nvSpPr>
        <p:spPr>
          <a:xfrm>
            <a:off x="3172968" y="2011680"/>
            <a:ext cx="18288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08-chip214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17" name="S08-dot215"/>
          <p:cNvSpPr/>
          <p:nvPr/>
        </p:nvSpPr>
        <p:spPr>
          <a:xfrm>
            <a:off x="3188970" y="33535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08-dot216"/>
          <p:cNvSpPr/>
          <p:nvPr/>
        </p:nvSpPr>
        <p:spPr>
          <a:xfrm>
            <a:off x="3874770" y="33535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9" name="S08-dot217"/>
          <p:cNvSpPr/>
          <p:nvPr/>
        </p:nvSpPr>
        <p:spPr>
          <a:xfrm>
            <a:off x="4560570" y="3353562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0" name="S08-figure218" descr="점 3개를 1줄 3개씩 놓은 배열"/>
          <p:cNvSpPr/>
          <p:nvPr/>
        </p:nvSpPr>
        <p:spPr>
          <a:xfrm>
            <a:off x="3058668" y="3223260"/>
            <a:ext cx="20574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08-chip219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22" name="S08-cell220"/>
          <p:cNvSpPr/>
          <p:nvPr/>
        </p:nvSpPr>
        <p:spPr>
          <a:xfrm>
            <a:off x="2944368" y="42062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3" name="S08-dot221"/>
          <p:cNvSpPr/>
          <p:nvPr/>
        </p:nvSpPr>
        <p:spPr>
          <a:xfrm>
            <a:off x="3022092" y="428396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4" name="S08-cell222"/>
          <p:cNvSpPr/>
          <p:nvPr/>
        </p:nvSpPr>
        <p:spPr>
          <a:xfrm>
            <a:off x="3401568" y="42062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08-dot223"/>
          <p:cNvSpPr/>
          <p:nvPr/>
        </p:nvSpPr>
        <p:spPr>
          <a:xfrm>
            <a:off x="3479292" y="428396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08-cell224"/>
          <p:cNvSpPr/>
          <p:nvPr/>
        </p:nvSpPr>
        <p:spPr>
          <a:xfrm>
            <a:off x="3858768" y="42062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08-dot225"/>
          <p:cNvSpPr/>
          <p:nvPr/>
        </p:nvSpPr>
        <p:spPr>
          <a:xfrm>
            <a:off x="3936492" y="428396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08-cell226"/>
          <p:cNvSpPr/>
          <p:nvPr/>
        </p:nvSpPr>
        <p:spPr>
          <a:xfrm>
            <a:off x="4315968" y="42062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08-dot227"/>
          <p:cNvSpPr/>
          <p:nvPr/>
        </p:nvSpPr>
        <p:spPr>
          <a:xfrm>
            <a:off x="4393692" y="428396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08-cell228"/>
          <p:cNvSpPr/>
          <p:nvPr/>
        </p:nvSpPr>
        <p:spPr>
          <a:xfrm>
            <a:off x="4773168" y="42062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08-dot229"/>
          <p:cNvSpPr/>
          <p:nvPr/>
        </p:nvSpPr>
        <p:spPr>
          <a:xfrm>
            <a:off x="4850892" y="428396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08-cell230"/>
          <p:cNvSpPr/>
          <p:nvPr/>
        </p:nvSpPr>
        <p:spPr>
          <a:xfrm>
            <a:off x="2944368" y="46634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08-dot231"/>
          <p:cNvSpPr/>
          <p:nvPr/>
        </p:nvSpPr>
        <p:spPr>
          <a:xfrm>
            <a:off x="3022092" y="4741164"/>
            <a:ext cx="301752" cy="301752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08-cell232"/>
          <p:cNvSpPr/>
          <p:nvPr/>
        </p:nvSpPr>
        <p:spPr>
          <a:xfrm>
            <a:off x="3401568" y="46634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08-cell233"/>
          <p:cNvSpPr/>
          <p:nvPr/>
        </p:nvSpPr>
        <p:spPr>
          <a:xfrm>
            <a:off x="3858768" y="46634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6" name="S08-cell234"/>
          <p:cNvSpPr/>
          <p:nvPr/>
        </p:nvSpPr>
        <p:spPr>
          <a:xfrm>
            <a:off x="4315968" y="46634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8-cell235"/>
          <p:cNvSpPr/>
          <p:nvPr/>
        </p:nvSpPr>
        <p:spPr>
          <a:xfrm>
            <a:off x="4773168" y="4663440"/>
            <a:ext cx="457200" cy="457200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8" name="S08-figure236" descr="1개의 십 칸 틀 중 1번째: 모두 6개"/>
          <p:cNvSpPr/>
          <p:nvPr/>
        </p:nvSpPr>
        <p:spPr>
          <a:xfrm>
            <a:off x="2944368" y="4206240"/>
            <a:ext cx="2286000" cy="914400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말하면 될까요?</a:t>
            </a:r>
            <a:endParaRPr lang="ko-KR" sz="4400" dirty="0"/>
          </a:p>
        </p:txBody>
      </p:sp>
      <p:sp>
        <p:nvSpPr>
          <p:cNvPr id="3" name="S09-card237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238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“모두 몇 개야?” 하고 물었어요.</a:t>
            </a:r>
            <a:endParaRPr lang="ko-KR" sz="3200" dirty="0"/>
          </a:p>
        </p:txBody>
      </p:sp>
      <p:sp>
        <p:nvSpPr>
          <p:cNvPr id="5" name="S09-card23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24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더 좋은 방법일까요? 왜 그럴까요?</a:t>
            </a:r>
            <a:endParaRPr lang="ko-KR" sz="3200" dirty="0"/>
          </a:p>
        </p:txBody>
      </p:sp>
      <p:sp>
        <p:nvSpPr>
          <p:cNvPr id="7" name="S09-chip241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처음부터 다시 세요</a:t>
            </a:r>
            <a:endParaRPr lang="ko-KR" sz="2600" dirty="0"/>
          </a:p>
        </p:txBody>
      </p:sp>
      <p:sp>
        <p:nvSpPr>
          <p:cNvPr id="8" name="S09-text242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하나, 둘, 셋, 넷, 다섯… 또 하나, 둘…</a:t>
            </a:r>
            <a:endParaRPr lang="ko-KR" sz="3200" dirty="0"/>
          </a:p>
        </p:txBody>
      </p:sp>
      <p:sp>
        <p:nvSpPr>
          <p:cNvPr id="9" name="S09-chip243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마지막 수를 말해요</a:t>
            </a:r>
            <a:endParaRPr lang="ko-KR" sz="2600" dirty="0"/>
          </a:p>
        </p:txBody>
      </p:sp>
      <p:sp>
        <p:nvSpPr>
          <p:cNvPr id="10" name="S09-dot244"/>
          <p:cNvSpPr/>
          <p:nvPr/>
        </p:nvSpPr>
        <p:spPr>
          <a:xfrm>
            <a:off x="7374636" y="367792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1" name="S09-dot245"/>
          <p:cNvSpPr/>
          <p:nvPr/>
        </p:nvSpPr>
        <p:spPr>
          <a:xfrm>
            <a:off x="8060436" y="367792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09-dot246"/>
          <p:cNvSpPr/>
          <p:nvPr/>
        </p:nvSpPr>
        <p:spPr>
          <a:xfrm>
            <a:off x="8746236" y="367792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09-dot247"/>
          <p:cNvSpPr/>
          <p:nvPr/>
        </p:nvSpPr>
        <p:spPr>
          <a:xfrm>
            <a:off x="9432036" y="367792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09-dot248"/>
          <p:cNvSpPr/>
          <p:nvPr/>
        </p:nvSpPr>
        <p:spPr>
          <a:xfrm>
            <a:off x="10117836" y="3677920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09-figure249" descr="점 5개를 1줄 5개씩 놓은 배열"/>
          <p:cNvSpPr/>
          <p:nvPr/>
        </p:nvSpPr>
        <p:spPr>
          <a:xfrm>
            <a:off x="7244334" y="3547618"/>
            <a:ext cx="34290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09-text250"/>
          <p:cNvSpPr txBox="1"/>
          <p:nvPr/>
        </p:nvSpPr>
        <p:spPr>
          <a:xfrm>
            <a:off x="6277356" y="4626356"/>
            <a:ext cx="5362956" cy="494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“다섯! 모두 5개예요.”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400" dirty="0"/>
          </a:p>
        </p:txBody>
      </p:sp>
      <p:sp>
        <p:nvSpPr>
          <p:cNvPr id="3" name="S10-text25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바둑돌로 해 봐요.</a:t>
            </a:r>
            <a:endParaRPr lang="ko-KR" sz="3200" dirty="0"/>
          </a:p>
        </p:txBody>
      </p:sp>
      <p:sp>
        <p:nvSpPr>
          <p:cNvPr id="4" name="S10-chip252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600" dirty="0"/>
          </a:p>
        </p:txBody>
      </p:sp>
      <p:sp>
        <p:nvSpPr>
          <p:cNvPr id="5" name="S10-text253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바둑돌을 7개 놓아요.</a:t>
            </a:r>
            <a:endParaRPr lang="ko-KR" sz="3200" dirty="0"/>
          </a:p>
        </p:txBody>
      </p:sp>
      <p:sp>
        <p:nvSpPr>
          <p:cNvPr id="6" name="S10-chip254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600" dirty="0"/>
          </a:p>
        </p:txBody>
      </p:sp>
      <p:sp>
        <p:nvSpPr>
          <p:cNvPr id="7" name="S10-text255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4를 두 가지로 읽어요.</a:t>
            </a:r>
            <a:endParaRPr lang="ko-KR" sz="3200" dirty="0"/>
          </a:p>
        </p:txBody>
      </p:sp>
      <p:sp>
        <p:nvSpPr>
          <p:cNvPr id="8" name="S10-chip256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600" dirty="0"/>
          </a:p>
        </p:txBody>
      </p:sp>
      <p:sp>
        <p:nvSpPr>
          <p:cNvPr id="9" name="S10-text257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돌이 하나도 없으면?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6을 나타내는 것은?</a:t>
            </a:r>
            <a:endParaRPr lang="ko-KR" sz="4400" dirty="0"/>
          </a:p>
        </p:txBody>
      </p:sp>
      <p:sp>
        <p:nvSpPr>
          <p:cNvPr id="3" name="S11-card25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25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알았는지 말해 보세요.</a:t>
            </a:r>
            <a:endParaRPr lang="ko-KR" sz="3200" dirty="0"/>
          </a:p>
        </p:txBody>
      </p:sp>
      <p:sp>
        <p:nvSpPr>
          <p:cNvPr id="5" name="S11-chip260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200" dirty="0"/>
          </a:p>
        </p:txBody>
      </p:sp>
      <p:sp>
        <p:nvSpPr>
          <p:cNvPr id="6" name="S11-cell261"/>
          <p:cNvSpPr/>
          <p:nvPr/>
        </p:nvSpPr>
        <p:spPr>
          <a:xfrm>
            <a:off x="548640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11-dot262"/>
          <p:cNvSpPr/>
          <p:nvPr/>
        </p:nvSpPr>
        <p:spPr>
          <a:xfrm>
            <a:off x="666055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1-cell263"/>
          <p:cNvSpPr/>
          <p:nvPr/>
        </p:nvSpPr>
        <p:spPr>
          <a:xfrm>
            <a:off x="1239317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1-dot264"/>
          <p:cNvSpPr/>
          <p:nvPr/>
        </p:nvSpPr>
        <p:spPr>
          <a:xfrm>
            <a:off x="1356732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0" name="S11-cell265"/>
          <p:cNvSpPr/>
          <p:nvPr/>
        </p:nvSpPr>
        <p:spPr>
          <a:xfrm>
            <a:off x="1929994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11-dot266"/>
          <p:cNvSpPr/>
          <p:nvPr/>
        </p:nvSpPr>
        <p:spPr>
          <a:xfrm>
            <a:off x="2047409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1-cell267"/>
          <p:cNvSpPr/>
          <p:nvPr/>
        </p:nvSpPr>
        <p:spPr>
          <a:xfrm>
            <a:off x="2620670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3" name="S11-dot268"/>
          <p:cNvSpPr/>
          <p:nvPr/>
        </p:nvSpPr>
        <p:spPr>
          <a:xfrm>
            <a:off x="2738085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1-cell269"/>
          <p:cNvSpPr/>
          <p:nvPr/>
        </p:nvSpPr>
        <p:spPr>
          <a:xfrm>
            <a:off x="3311347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" name="S11-dot270"/>
          <p:cNvSpPr/>
          <p:nvPr/>
        </p:nvSpPr>
        <p:spPr>
          <a:xfrm>
            <a:off x="3428762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1-cell271"/>
          <p:cNvSpPr/>
          <p:nvPr/>
        </p:nvSpPr>
        <p:spPr>
          <a:xfrm>
            <a:off x="548640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7" name="S11-dot272"/>
          <p:cNvSpPr/>
          <p:nvPr/>
        </p:nvSpPr>
        <p:spPr>
          <a:xfrm>
            <a:off x="666055" y="3692719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8" name="S11-cell273"/>
          <p:cNvSpPr/>
          <p:nvPr/>
        </p:nvSpPr>
        <p:spPr>
          <a:xfrm>
            <a:off x="1239317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9" name="S11-cell274"/>
          <p:cNvSpPr/>
          <p:nvPr/>
        </p:nvSpPr>
        <p:spPr>
          <a:xfrm>
            <a:off x="1929994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0" name="S11-cell275"/>
          <p:cNvSpPr/>
          <p:nvPr/>
        </p:nvSpPr>
        <p:spPr>
          <a:xfrm>
            <a:off x="2620670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1" name="S11-cell276"/>
          <p:cNvSpPr/>
          <p:nvPr/>
        </p:nvSpPr>
        <p:spPr>
          <a:xfrm>
            <a:off x="3311347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2" name="S11-figure277" descr="1개의 십 칸 틀 중 1번째: 모두 6개"/>
          <p:cNvSpPr/>
          <p:nvPr/>
        </p:nvSpPr>
        <p:spPr>
          <a:xfrm>
            <a:off x="548640" y="2884627"/>
            <a:ext cx="3453384" cy="138135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23" name="S11-chip278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200" dirty="0"/>
          </a:p>
        </p:txBody>
      </p:sp>
      <p:sp>
        <p:nvSpPr>
          <p:cNvPr id="24" name="S11-cell279"/>
          <p:cNvSpPr/>
          <p:nvPr/>
        </p:nvSpPr>
        <p:spPr>
          <a:xfrm>
            <a:off x="4367784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5" name="S11-dot280"/>
          <p:cNvSpPr/>
          <p:nvPr/>
        </p:nvSpPr>
        <p:spPr>
          <a:xfrm>
            <a:off x="4485199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6" name="S11-cell281"/>
          <p:cNvSpPr/>
          <p:nvPr/>
        </p:nvSpPr>
        <p:spPr>
          <a:xfrm>
            <a:off x="5058461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7" name="S11-dot282"/>
          <p:cNvSpPr/>
          <p:nvPr/>
        </p:nvSpPr>
        <p:spPr>
          <a:xfrm>
            <a:off x="5175876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8" name="S11-cell283"/>
          <p:cNvSpPr/>
          <p:nvPr/>
        </p:nvSpPr>
        <p:spPr>
          <a:xfrm>
            <a:off x="5749138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29" name="S11-dot284"/>
          <p:cNvSpPr/>
          <p:nvPr/>
        </p:nvSpPr>
        <p:spPr>
          <a:xfrm>
            <a:off x="5866553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0" name="S11-cell285"/>
          <p:cNvSpPr/>
          <p:nvPr/>
        </p:nvSpPr>
        <p:spPr>
          <a:xfrm>
            <a:off x="6439814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1" name="S11-dot286"/>
          <p:cNvSpPr/>
          <p:nvPr/>
        </p:nvSpPr>
        <p:spPr>
          <a:xfrm>
            <a:off x="6557229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2" name="S11-cell287"/>
          <p:cNvSpPr/>
          <p:nvPr/>
        </p:nvSpPr>
        <p:spPr>
          <a:xfrm>
            <a:off x="7130491" y="2884627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3" name="S11-dot288"/>
          <p:cNvSpPr/>
          <p:nvPr/>
        </p:nvSpPr>
        <p:spPr>
          <a:xfrm>
            <a:off x="7247906" y="3002042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4" name="S11-cell289"/>
          <p:cNvSpPr/>
          <p:nvPr/>
        </p:nvSpPr>
        <p:spPr>
          <a:xfrm>
            <a:off x="4367784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5" name="S11-dot290"/>
          <p:cNvSpPr/>
          <p:nvPr/>
        </p:nvSpPr>
        <p:spPr>
          <a:xfrm>
            <a:off x="4485199" y="3692719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6" name="S11-cell291"/>
          <p:cNvSpPr/>
          <p:nvPr/>
        </p:nvSpPr>
        <p:spPr>
          <a:xfrm>
            <a:off x="5058461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11-dot292"/>
          <p:cNvSpPr/>
          <p:nvPr/>
        </p:nvSpPr>
        <p:spPr>
          <a:xfrm>
            <a:off x="5175876" y="3692719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38" name="S11-cell293"/>
          <p:cNvSpPr/>
          <p:nvPr/>
        </p:nvSpPr>
        <p:spPr>
          <a:xfrm>
            <a:off x="5749138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9" name="S11-dot294"/>
          <p:cNvSpPr/>
          <p:nvPr/>
        </p:nvSpPr>
        <p:spPr>
          <a:xfrm>
            <a:off x="5866553" y="3692719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0" name="S11-cell295"/>
          <p:cNvSpPr/>
          <p:nvPr/>
        </p:nvSpPr>
        <p:spPr>
          <a:xfrm>
            <a:off x="6439814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1" name="S11-dot296"/>
          <p:cNvSpPr/>
          <p:nvPr/>
        </p:nvSpPr>
        <p:spPr>
          <a:xfrm>
            <a:off x="6557229" y="3692719"/>
            <a:ext cx="455847" cy="455847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2" name="S11-cell297"/>
          <p:cNvSpPr/>
          <p:nvPr/>
        </p:nvSpPr>
        <p:spPr>
          <a:xfrm>
            <a:off x="7130491" y="3575304"/>
            <a:ext cx="690677" cy="690677"/>
          </a:xfrm>
          <a:prstGeom prst="rect">
            <a:avLst/>
          </a:pr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3" name="S11-figure298" descr="1개의 십 칸 틀 중 1번째: 모두 9개"/>
          <p:cNvSpPr/>
          <p:nvPr/>
        </p:nvSpPr>
        <p:spPr>
          <a:xfrm>
            <a:off x="4367784" y="2884627"/>
            <a:ext cx="3453384" cy="1381354"/>
          </a:xfrm>
          <a:prstGeom prst="rect">
            <a:avLst/>
          </a:prstGeom>
          <a:solidFill>
            <a:srgbClr val="FFFFFF">
              <a:alpha val="0"/>
            </a:srgbClr>
          </a:solidFill>
          <a:ln w="28575">
            <a:solidFill>
              <a:srgbClr val="1F2937"/>
            </a:solidFill>
            <a:prstDash val="solid"/>
          </a:ln>
        </p:spPr>
      </p:sp>
      <p:sp>
        <p:nvSpPr>
          <p:cNvPr id="44" name="S11-chip299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3200" dirty="0"/>
          </a:p>
        </p:txBody>
      </p:sp>
      <p:sp>
        <p:nvSpPr>
          <p:cNvPr id="45" name="S11-dot300"/>
          <p:cNvSpPr/>
          <p:nvPr/>
        </p:nvSpPr>
        <p:spPr>
          <a:xfrm>
            <a:off x="8329422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6" name="S11-dot301"/>
          <p:cNvSpPr/>
          <p:nvPr/>
        </p:nvSpPr>
        <p:spPr>
          <a:xfrm>
            <a:off x="9015222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7" name="S11-dot302"/>
          <p:cNvSpPr/>
          <p:nvPr/>
        </p:nvSpPr>
        <p:spPr>
          <a:xfrm>
            <a:off x="9701022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8" name="S11-dot303"/>
          <p:cNvSpPr/>
          <p:nvPr/>
        </p:nvSpPr>
        <p:spPr>
          <a:xfrm>
            <a:off x="10386822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49" name="S11-dot304"/>
          <p:cNvSpPr/>
          <p:nvPr/>
        </p:nvSpPr>
        <p:spPr>
          <a:xfrm>
            <a:off x="11072622" y="3362706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50" name="S11-figure305" descr="점 5개를 1줄 5개씩 놓은 배열"/>
          <p:cNvSpPr/>
          <p:nvPr/>
        </p:nvSpPr>
        <p:spPr>
          <a:xfrm>
            <a:off x="8199120" y="3232404"/>
            <a:ext cx="34290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400" dirty="0"/>
          </a:p>
        </p:txBody>
      </p:sp>
      <p:sp>
        <p:nvSpPr>
          <p:cNvPr id="3" name="S12-card30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2-cardtext30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세고, 마지막에 센 수가 모두의 수예요.</a:t>
            </a:r>
            <a:endParaRPr lang="ko-KR" sz="3200" dirty="0"/>
          </a:p>
        </p:txBody>
      </p:sp>
      <p:sp>
        <p:nvSpPr>
          <p:cNvPr id="5" name="S12-chip308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하나씩 짚으며 세기</a:t>
            </a:r>
            <a:endParaRPr lang="ko-KR" sz="2600" dirty="0"/>
          </a:p>
        </p:txBody>
      </p:sp>
      <p:sp>
        <p:nvSpPr>
          <p:cNvPr id="6" name="S12-chip309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두 번 세기</a:t>
            </a:r>
            <a:endParaRPr lang="ko-KR" sz="2600" dirty="0"/>
          </a:p>
        </p:txBody>
      </p:sp>
      <p:sp>
        <p:nvSpPr>
          <p:cNvPr id="7" name="S12-text310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600" dirty="0"/>
          </a:p>
        </p:txBody>
      </p:sp>
      <p:sp>
        <p:nvSpPr>
          <p:cNvPr id="8" name="S12-text311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손가락 8개를 펴요</a:t>
            </a:r>
            <a:endParaRPr lang="ko-KR" sz="2600" dirty="0"/>
          </a:p>
        </p:txBody>
      </p:sp>
      <p:sp>
        <p:nvSpPr>
          <p:cNvPr id="9" name="S12-text312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5를 두 가지로 읽어요</a:t>
            </a:r>
            <a:endParaRPr lang="ko-KR" sz="2600" dirty="0"/>
          </a:p>
        </p:txBody>
      </p:sp>
      <p:sp>
        <p:nvSpPr>
          <p:cNvPr id="10" name="S12-text313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없으면 무슨 수?</a:t>
            </a:r>
            <a:endParaRPr lang="ko-KR" sz="2600" dirty="0"/>
          </a:p>
        </p:txBody>
      </p:sp>
      <p:sp>
        <p:nvSpPr>
          <p:cNvPr id="11" name="S12-text31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6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수의 순서와 크기 비교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하나씩 짝 지어요</a:t>
            </a:r>
            <a:endParaRPr lang="ko-KR" sz="4400" dirty="0"/>
          </a:p>
        </p:txBody>
      </p:sp>
      <p:sp>
        <p:nvSpPr>
          <p:cNvPr id="3" name="S13-card3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3-cardtext3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하나씩 짝 짓고 남는 쪽이 더 많아요.</a:t>
            </a:r>
            <a:endParaRPr lang="ko-KR" sz="3200" dirty="0"/>
          </a:p>
        </p:txBody>
      </p:sp>
      <p:sp>
        <p:nvSpPr>
          <p:cNvPr id="5" name="S13-dot317"/>
          <p:cNvSpPr/>
          <p:nvPr/>
        </p:nvSpPr>
        <p:spPr>
          <a:xfrm>
            <a:off x="2000250" y="27512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13-dot318"/>
          <p:cNvSpPr/>
          <p:nvPr/>
        </p:nvSpPr>
        <p:spPr>
          <a:xfrm>
            <a:off x="2686050" y="27512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7" name="S13-dot319"/>
          <p:cNvSpPr/>
          <p:nvPr/>
        </p:nvSpPr>
        <p:spPr>
          <a:xfrm>
            <a:off x="3371850" y="27512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8" name="S13-dot320"/>
          <p:cNvSpPr/>
          <p:nvPr/>
        </p:nvSpPr>
        <p:spPr>
          <a:xfrm>
            <a:off x="4057650" y="2751201"/>
            <a:ext cx="425196" cy="425196"/>
          </a:xfrm>
          <a:prstGeom prst="ellipse">
            <a:avLst/>
          </a:prstGeom>
          <a:solidFill>
            <a:srgbClr val="E9762B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S13-figure321" descr="점 4개를 1줄 4개씩 놓은 배열"/>
          <p:cNvSpPr/>
          <p:nvPr/>
        </p:nvSpPr>
        <p:spPr>
          <a:xfrm>
            <a:off x="1869948" y="2620899"/>
            <a:ext cx="27432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13-label322"/>
          <p:cNvSpPr txBox="1"/>
          <p:nvPr/>
        </p:nvSpPr>
        <p:spPr>
          <a:xfrm>
            <a:off x="548640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 4개</a:t>
            </a:r>
            <a:endParaRPr lang="ko-KR" sz="2600" dirty="0"/>
          </a:p>
        </p:txBody>
      </p:sp>
      <p:sp>
        <p:nvSpPr>
          <p:cNvPr id="11" name="S13-dot323"/>
          <p:cNvSpPr/>
          <p:nvPr/>
        </p:nvSpPr>
        <p:spPr>
          <a:xfrm>
            <a:off x="7363206" y="27512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S13-dot324"/>
          <p:cNvSpPr/>
          <p:nvPr/>
        </p:nvSpPr>
        <p:spPr>
          <a:xfrm>
            <a:off x="8049006" y="27512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3" name="S13-dot325"/>
          <p:cNvSpPr/>
          <p:nvPr/>
        </p:nvSpPr>
        <p:spPr>
          <a:xfrm>
            <a:off x="8734806" y="27512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4" name="S13-dot326"/>
          <p:cNvSpPr/>
          <p:nvPr/>
        </p:nvSpPr>
        <p:spPr>
          <a:xfrm>
            <a:off x="9420606" y="27512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5" name="S13-dot327"/>
          <p:cNvSpPr/>
          <p:nvPr/>
        </p:nvSpPr>
        <p:spPr>
          <a:xfrm>
            <a:off x="10106406" y="2751201"/>
            <a:ext cx="425196" cy="425196"/>
          </a:xfrm>
          <a:prstGeom prst="ellipse">
            <a:avLst/>
          </a:prstGeom>
          <a:solidFill>
            <a:srgbClr val="3D5A80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6" name="S13-figure328" descr="점 5개를 1줄 5개씩 놓은 배열"/>
          <p:cNvSpPr/>
          <p:nvPr/>
        </p:nvSpPr>
        <p:spPr>
          <a:xfrm>
            <a:off x="7232904" y="2620899"/>
            <a:ext cx="3429000" cy="68580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13-label329"/>
          <p:cNvSpPr txBox="1"/>
          <p:nvPr/>
        </p:nvSpPr>
        <p:spPr>
          <a:xfrm>
            <a:off x="6254496" y="4674870"/>
            <a:ext cx="5385816" cy="4457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숟가락 5개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초1 수학 9까지의 수</dc:title>
  <dc:subject>KR22-G01-MAT-NUM9-L01</dc:subject>
  <dc:creator>education-ppt</dc:creator>
  <cp:lastModifiedBy>education-ppt</cp:lastModifiedBy>
  <cp:revision>1</cp:revision>
  <dcterms:created xsi:type="dcterms:W3CDTF">2026-10-26T07:45:30Z</dcterms:created>
  <dcterms:modified xsi:type="dcterms:W3CDTF">2026-10-26T07:45:30Z</dcterms:modified>
</cp:coreProperties>
</file>