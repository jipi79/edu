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1496034-5619-752d-132b-ce572c4d2705}">
          <p14:sldIdLst>
            <p14:sldId id="256"/>
            <p14:sldId id="257"/>
          </p14:sldIdLst>
        </p14:section>
        <p14:section name="개념" id="{2365b2d6-5b25-ca08-3ef9-e101a2857f7c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8f8e448a-add6-cada-af4e-fa9216aa9417}">
          <p14:sldIdLst>
            <p14:sldId id="263"/>
            <p14:sldId id="264"/>
          </p14:sldIdLst>
        </p14:section>
        <p14:section name="확인" id="{b7a2dda9-ac5e-3e32-4c23-97ab7f038558}">
          <p14:sldIdLst>
            <p14:sldId id="265"/>
            <p14:sldId id="266"/>
          </p14:sldIdLst>
        </p14:section>
        <p14:section name="정리" id="{02b77114-0a5f-4d0c-b59d-f9ace751cc90}">
          <p14:sldIdLst>
            <p14:sldId id="267"/>
          </p14:sldIdLst>
        </p14:section>
        <p14:section name="보충" id="{6b62c6d3-44f1-9fe4-33a0-2834320a1d5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 세기에 흥미를 갖게 합니다.
시간: 약 2분
이렇게 말해 보세요
- “오른쪽 그림에 동그라미가 몇 개 있을까? 오늘은 하나씩 세는 방법을 배워 볼 거야.”
예상 답
- “일곱 개요.” / “몰라요.”
주의
- 답이 틀려도 괜찮습니다. 오늘 끝날 때 다시 세어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확인]
목적: 세지 않고도 하나씩 짝 지어 많고 적음을 비교할 수 있는지 확인합니다.
시간: 약 3분
이렇게 말해 보세요
- “가와 나 중에서 동그라미가 더 많은 쪽은 어디야?”
- “어떻게 알았어?”
정답
- 나가 더 많습니다(가 4개, 나 6개).
막히면
- 바둑돌로 가 4개, 나 6개를 위아래로 하나씩 짝 지어 놓고 남는 쪽을 찾게 합니다.
- 짝 짓기가 어려우면 S13(보충)을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하나씩 세기 시범]
목적: 하나씩 짚으며 세고, 마지막 수가 전체 개수임을 시범으로 보여 줍니다.
시간: 약 4분
이렇게 말해 보세요
- “엄마(아빠)가 먼저 세어 볼게. 하나, 둘, 셋, 넷, 다섯. 그래서 모두 다섯 개!”
- “이번엔 네가 손가락으로 짚으면서 세어 볼래?”
예상 답
- “다섯 개요.”
막히면
- 바둑돌 5개를 놓고, 센 돌을 옆으로 하나씩 옮기며 세게 합니다(M1).
주의
- 다 센 뒤 “그래서 모두 몇 개?”라고 꼭 묻습니다(M2).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1~5 읽기]
목적: 점의 개수와 숫자, 두 가지 읽는 말을 연결합니다.
시간: 약 4분
이렇게 말해 보세요
- “사과를 셀 때는 ‘하나, 둘’, 몇 층인지 말할 때는 ‘일 층, 이 층’이라고 하지? 수는 두 가지로 읽어.”
- “3을 두 가지로 읽어 볼래?”
예상 답
- “셋, 삼.”
막히면
- 손가락을 하나씩 펴며 ‘하나·일, 둘·이’를 함께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6~9 읽기]
목적: 다섯 칸 묶음을 이용해 6~9를 빠르게 알아보고 읽습니다.
시간: 약 4분
이렇게 말해 보세요
- “윗줄 다섯 칸이 꽉 찼지? 그러면 다섯이야. 아랫줄에 하나 더 있으면?”
- “8은 다섯과 몇이야?”
예상 답
- “여섯이요.” “다섯이랑 셋이요.”
막히면
- 바둑돌로 윗줄 5개를 먼저 놓고 아랫줄에 하나씩 더하며 세게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0의 뜻]
목적: 아무것도 없는 것을 수 0으로 나타낼 수 있음을 압니다.
시간: 약 3분
이렇게 말해 보세요
- “접시에 사탕이 세 개 있다가 다 먹었어. 이제 몇 개야?”
- “하나도 없는 것도 수로 쓸 수 있어. 0이라고 써.”
예상 답
- “없어요.” → “0개요.”
막히면
- 빈 컵을 보여 주고 “컵 안의 돌은 몇 개?”라고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숫자 쓰기]
목적: 숫자 모양을 익히고 자주 뒤집어 쓰는 숫자를 확인합니다.
시간: 약 4분
이렇게 말해 보세요
- “같이 공중에 2를 크게 써 보자. 어디서 시작하지?”
- “주황색 테두리 숫자는 헷갈리기 쉬운 숫자야. 6과 9는 어떻게 달라?”
예상 답
- “6은 동그라미가 아래, 9는 위에 있어요.”
막히면
- 부모가 아이 손등에 손을 얹고 함께 써 봅니다(M3).
주의
-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연습]
목적: 도움을 받으며 세기와 읽기를 연습합니다.
시간: 약 5분
이렇게 말해 보세요
- “①은 몇 개야? 짚으면서 세어 봐.”
- “그 수를 다른 말로도 읽어 볼래?”
정답
- ① 8개(여덟, 팔)
- ② 3개(셋, 삼)
- ③ 6개(여섯, 육)
막히면
- ①은 윗줄 4개를 먼저 세고 아랫줄로 이어서 세게 합니다.
- ③은 윗줄이 꽉 찬 다섯에서 이어 세게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비교]
목적: 마지막에 센 수가 전체 개수라는 것을 확인합니다(M2).
시간: 약 3분
이렇게 말해 보세요
- “두 친구 중 누가 ‘모두 몇 개’에 바로 대답했어?”
예상 답
- “오른쪽이요. 마지막에 센 다섯이 모두니까요.”
정답
- 오른쪽: 마지막에 센 수가 모두의 개수입니다. 다시 셀 필요가 없습니다.
막히면
- 바둑돌 5개를 세게 한 뒤 손으로 덮고 “방금 몇 개였지?”라고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세기·읽기·0을 할 수 있는지 확인합니다.
시간: 약 5분
이렇게 말해 보세요
- “이번에는 혼자 해 볼래? 다 하면 엄마(아빠)에게 보여 줘.”
정답
- ① 돌 7개를 놓고 “일곱” 또는 “칠”이라고 말합니다.
- ② 넷, 사
- ③ 0(영)
막히면
- ①에서 개수가 틀리면 놓은 돌을 하나씩 옮기며 다시 세게 합니다.
- 도움을 받아 성공했다면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처음 보는 그림에서 세어 수와 연결하는지 확인합니다.
시간: 약 3분
이렇게 말해 보세요
- “6은 어느 그림일까? 어떻게 알았어?”
정답
- 가(윗줄 5개 + 아랫줄 1개 = 6). 나는 9, 다는 5입니다.
막히면
- 각 그림을 하나씩 짚으며 세게 합니다.
주의
- S01의 그림(7개)도 다시 세어 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 첫 5분에 풀 복습을 알려 줍니다.
시간: 약 2분
이렇게 말해 보세요
- “오늘 배운 것을 말해 볼래? 어떻게 세면 될까?”
예상 답
- “하나씩 짚으면서 세요. 마지막 수가 모두예요.”
정답
- ① 손가락 8개 ② 다섯, 오 ③ 0(영)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보충(짝 짓기)]
목적: S02에서 많고 적음을 비교하지 못하면 짝 짓기부터 연습합니다.
시간: 약 5분
이렇게 말해 보세요
- “컵 하나에 숟가락 하나씩 놓아 보자. 무엇이 남았어?”
정답
- 숟가락이 1개 남습니다. 숟가락이 더 많습니다.
막히면
- 실제 컵과 숟가락으로 해 봅니다.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세어 볼까?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70382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83595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8106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61319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830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39043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3554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16767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1278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94491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70382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83595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8106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61319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25830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3554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81278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figure18" descr="1개의 십 칸 틀 중 1번째: 모두 7개"/>
          <p:cNvSpPr/>
          <p:nvPr/>
        </p:nvSpPr>
        <p:spPr>
          <a:xfrm>
            <a:off x="7703820" y="13258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하나씩 세어 모두 몇 개인지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0부터 9까지 읽고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많을까요?</a:t>
            </a:r>
            <a:endParaRPr lang="ko-KR" sz="4400" dirty="0"/>
          </a:p>
        </p:txBody>
      </p:sp>
      <p:sp>
        <p:nvSpPr>
          <p:cNvPr id="3" name="S02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02-chip23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dot24"/>
          <p:cNvSpPr/>
          <p:nvPr/>
        </p:nvSpPr>
        <p:spPr>
          <a:xfrm>
            <a:off x="19888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dot25"/>
          <p:cNvSpPr/>
          <p:nvPr/>
        </p:nvSpPr>
        <p:spPr>
          <a:xfrm>
            <a:off x="26746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dot26"/>
          <p:cNvSpPr/>
          <p:nvPr/>
        </p:nvSpPr>
        <p:spPr>
          <a:xfrm>
            <a:off x="33604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dot27"/>
          <p:cNvSpPr/>
          <p:nvPr/>
        </p:nvSpPr>
        <p:spPr>
          <a:xfrm>
            <a:off x="40462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figure28" descr="점 4개를 1줄 4개씩 놓은 배열"/>
          <p:cNvSpPr/>
          <p:nvPr/>
        </p:nvSpPr>
        <p:spPr>
          <a:xfrm>
            <a:off x="1858518" y="3232404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2-chip29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2" name="S02-dot30"/>
          <p:cNvSpPr/>
          <p:nvPr/>
        </p:nvSpPr>
        <p:spPr>
          <a:xfrm>
            <a:off x="70317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31"/>
          <p:cNvSpPr/>
          <p:nvPr/>
        </p:nvSpPr>
        <p:spPr>
          <a:xfrm>
            <a:off x="77175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32"/>
          <p:cNvSpPr/>
          <p:nvPr/>
        </p:nvSpPr>
        <p:spPr>
          <a:xfrm>
            <a:off x="84033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33"/>
          <p:cNvSpPr/>
          <p:nvPr/>
        </p:nvSpPr>
        <p:spPr>
          <a:xfrm>
            <a:off x="90891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34"/>
          <p:cNvSpPr/>
          <p:nvPr/>
        </p:nvSpPr>
        <p:spPr>
          <a:xfrm>
            <a:off x="97749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dot35"/>
          <p:cNvSpPr/>
          <p:nvPr/>
        </p:nvSpPr>
        <p:spPr>
          <a:xfrm>
            <a:off x="104607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figure36" descr="점 6개를 1줄 6개씩 놓은 배열"/>
          <p:cNvSpPr/>
          <p:nvPr/>
        </p:nvSpPr>
        <p:spPr>
          <a:xfrm>
            <a:off x="6901434" y="3232404"/>
            <a:ext cx="41148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짚으며 세요</a:t>
            </a:r>
            <a:endParaRPr lang="ko-KR" sz="4400" dirty="0"/>
          </a:p>
        </p:txBody>
      </p:sp>
      <p:sp>
        <p:nvSpPr>
          <p:cNvPr id="3" name="S03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하나, 둘, 셋, 넷, 다섯! 모두 5개예요.</a:t>
            </a:r>
            <a:endParaRPr lang="ko-KR" sz="3200" dirty="0"/>
          </a:p>
        </p:txBody>
      </p:sp>
      <p:sp>
        <p:nvSpPr>
          <p:cNvPr id="5" name="S03-dot39"/>
          <p:cNvSpPr/>
          <p:nvPr/>
        </p:nvSpPr>
        <p:spPr>
          <a:xfrm>
            <a:off x="16459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3-dot40"/>
          <p:cNvSpPr/>
          <p:nvPr/>
        </p:nvSpPr>
        <p:spPr>
          <a:xfrm>
            <a:off x="23317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1"/>
          <p:cNvSpPr/>
          <p:nvPr/>
        </p:nvSpPr>
        <p:spPr>
          <a:xfrm>
            <a:off x="30175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2"/>
          <p:cNvSpPr/>
          <p:nvPr/>
        </p:nvSpPr>
        <p:spPr>
          <a:xfrm>
            <a:off x="37033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43"/>
          <p:cNvSpPr/>
          <p:nvPr/>
        </p:nvSpPr>
        <p:spPr>
          <a:xfrm>
            <a:off x="43891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figure44" descr="점 5개를 1줄 5개씩 놓은 배열"/>
          <p:cNvSpPr/>
          <p:nvPr/>
        </p:nvSpPr>
        <p:spPr>
          <a:xfrm>
            <a:off x="1515618" y="2880360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card45"/>
          <p:cNvSpPr/>
          <p:nvPr/>
        </p:nvSpPr>
        <p:spPr>
          <a:xfrm>
            <a:off x="6277356" y="20142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46"/>
          <p:cNvSpPr txBox="1"/>
          <p:nvPr/>
        </p:nvSpPr>
        <p:spPr>
          <a:xfrm>
            <a:off x="6551676" y="21513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손가락으로 짚어요</a:t>
            </a:r>
            <a:endParaRPr lang="ko-KR" sz="3200" dirty="0"/>
          </a:p>
        </p:txBody>
      </p:sp>
      <p:sp>
        <p:nvSpPr>
          <p:cNvPr id="13" name="S03-card47"/>
          <p:cNvSpPr/>
          <p:nvPr/>
        </p:nvSpPr>
        <p:spPr>
          <a:xfrm>
            <a:off x="6277356" y="311150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48"/>
          <p:cNvSpPr txBox="1"/>
          <p:nvPr/>
        </p:nvSpPr>
        <p:spPr>
          <a:xfrm>
            <a:off x="6551676" y="324866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 센 수가 모두의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5까지</a:t>
            </a:r>
            <a:endParaRPr lang="ko-KR" sz="4400" dirty="0"/>
          </a:p>
        </p:txBody>
      </p:sp>
      <p:sp>
        <p:nvSpPr>
          <p:cNvPr id="3" name="S04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 두 가지로 읽어요. 하나, 둘 / 일, 이</a:t>
            </a:r>
            <a:endParaRPr lang="ko-KR" sz="3200" dirty="0"/>
          </a:p>
        </p:txBody>
      </p:sp>
      <p:sp>
        <p:nvSpPr>
          <p:cNvPr id="5" name="S04-dot51"/>
          <p:cNvSpPr/>
          <p:nvPr/>
        </p:nvSpPr>
        <p:spPr>
          <a:xfrm>
            <a:off x="1317193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4-figure52" descr="점 1개를 1줄 1개씩 놓은 배열"/>
          <p:cNvSpPr/>
          <p:nvPr/>
        </p:nvSpPr>
        <p:spPr>
          <a:xfrm>
            <a:off x="1186891" y="2620899"/>
            <a:ext cx="6858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4-label53"/>
          <p:cNvSpPr txBox="1"/>
          <p:nvPr/>
        </p:nvSpPr>
        <p:spPr>
          <a:xfrm>
            <a:off x="54864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하나 일</a:t>
            </a:r>
            <a:endParaRPr lang="ko-KR" sz="2600" dirty="0"/>
          </a:p>
        </p:txBody>
      </p:sp>
      <p:sp>
        <p:nvSpPr>
          <p:cNvPr id="8" name="S04-dot54"/>
          <p:cNvSpPr/>
          <p:nvPr/>
        </p:nvSpPr>
        <p:spPr>
          <a:xfrm>
            <a:off x="3256636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55"/>
          <p:cNvSpPr/>
          <p:nvPr/>
        </p:nvSpPr>
        <p:spPr>
          <a:xfrm>
            <a:off x="3942436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figure56" descr="점 2개를 1줄 2개씩 놓은 배열"/>
          <p:cNvSpPr/>
          <p:nvPr/>
        </p:nvSpPr>
        <p:spPr>
          <a:xfrm>
            <a:off x="3126334" y="26208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4-label57"/>
          <p:cNvSpPr txBox="1"/>
          <p:nvPr/>
        </p:nvSpPr>
        <p:spPr>
          <a:xfrm>
            <a:off x="2830982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둘 이</a:t>
            </a:r>
            <a:endParaRPr lang="ko-KR" sz="2600" dirty="0"/>
          </a:p>
        </p:txBody>
      </p:sp>
      <p:sp>
        <p:nvSpPr>
          <p:cNvPr id="12" name="S04-dot58"/>
          <p:cNvSpPr/>
          <p:nvPr/>
        </p:nvSpPr>
        <p:spPr>
          <a:xfrm>
            <a:off x="5237604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59"/>
          <p:cNvSpPr/>
          <p:nvPr/>
        </p:nvSpPr>
        <p:spPr>
          <a:xfrm>
            <a:off x="5891705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0"/>
          <p:cNvSpPr/>
          <p:nvPr/>
        </p:nvSpPr>
        <p:spPr>
          <a:xfrm>
            <a:off x="6545806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figure61" descr="점 3개를 1줄 3개씩 놓은 배열"/>
          <p:cNvSpPr/>
          <p:nvPr/>
        </p:nvSpPr>
        <p:spPr>
          <a:xfrm>
            <a:off x="5113325" y="2636749"/>
            <a:ext cx="1962302" cy="654101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4-label62"/>
          <p:cNvSpPr txBox="1"/>
          <p:nvPr/>
        </p:nvSpPr>
        <p:spPr>
          <a:xfrm>
            <a:off x="5113325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셋 삼</a:t>
            </a:r>
            <a:endParaRPr lang="ko-KR" sz="2600" dirty="0"/>
          </a:p>
        </p:txBody>
      </p:sp>
      <p:sp>
        <p:nvSpPr>
          <p:cNvPr id="17" name="S04-dot63"/>
          <p:cNvSpPr/>
          <p:nvPr/>
        </p:nvSpPr>
        <p:spPr>
          <a:xfrm>
            <a:off x="7821320" y="24083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64"/>
          <p:cNvSpPr/>
          <p:nvPr/>
        </p:nvSpPr>
        <p:spPr>
          <a:xfrm>
            <a:off x="8507120" y="24083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65"/>
          <p:cNvSpPr/>
          <p:nvPr/>
        </p:nvSpPr>
        <p:spPr>
          <a:xfrm>
            <a:off x="782132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66"/>
          <p:cNvSpPr/>
          <p:nvPr/>
        </p:nvSpPr>
        <p:spPr>
          <a:xfrm>
            <a:off x="850712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figure67" descr="점 4개를 2줄 2개씩 놓은 배열"/>
          <p:cNvSpPr/>
          <p:nvPr/>
        </p:nvSpPr>
        <p:spPr>
          <a:xfrm>
            <a:off x="7691018" y="2277999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4-label68"/>
          <p:cNvSpPr txBox="1"/>
          <p:nvPr/>
        </p:nvSpPr>
        <p:spPr>
          <a:xfrm>
            <a:off x="7395667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넷 사</a:t>
            </a:r>
            <a:endParaRPr lang="ko-KR" sz="2600" dirty="0"/>
          </a:p>
        </p:txBody>
      </p:sp>
      <p:sp>
        <p:nvSpPr>
          <p:cNvPr id="23" name="S04-dot69"/>
          <p:cNvSpPr/>
          <p:nvPr/>
        </p:nvSpPr>
        <p:spPr>
          <a:xfrm>
            <a:off x="9802289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70"/>
          <p:cNvSpPr/>
          <p:nvPr/>
        </p:nvSpPr>
        <p:spPr>
          <a:xfrm>
            <a:off x="10456390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71"/>
          <p:cNvSpPr/>
          <p:nvPr/>
        </p:nvSpPr>
        <p:spPr>
          <a:xfrm>
            <a:off x="11110490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dot72"/>
          <p:cNvSpPr/>
          <p:nvPr/>
        </p:nvSpPr>
        <p:spPr>
          <a:xfrm>
            <a:off x="9802289" y="308807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dot73"/>
          <p:cNvSpPr/>
          <p:nvPr/>
        </p:nvSpPr>
        <p:spPr>
          <a:xfrm>
            <a:off x="10456390" y="308807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figure74" descr="점 5개를 2줄 3개씩 놓은 배열"/>
          <p:cNvSpPr/>
          <p:nvPr/>
        </p:nvSpPr>
        <p:spPr>
          <a:xfrm>
            <a:off x="9678010" y="2309698"/>
            <a:ext cx="1962302" cy="130820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4-label75"/>
          <p:cNvSpPr txBox="1"/>
          <p:nvPr/>
        </p:nvSpPr>
        <p:spPr>
          <a:xfrm>
            <a:off x="967801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다섯 오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6부터 9까지</a:t>
            </a:r>
            <a:endParaRPr lang="ko-KR" sz="4400" dirty="0"/>
          </a:p>
        </p:txBody>
      </p:sp>
      <p:sp>
        <p:nvSpPr>
          <p:cNvPr id="3" name="S05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다섯과 몇 개 더! 여섯은 다섯과 하나예요.</a:t>
            </a:r>
            <a:endParaRPr lang="ko-KR" sz="3200" dirty="0"/>
          </a:p>
        </p:txBody>
      </p:sp>
      <p:sp>
        <p:nvSpPr>
          <p:cNvPr id="5" name="S05-cell78"/>
          <p:cNvSpPr/>
          <p:nvPr/>
        </p:nvSpPr>
        <p:spPr>
          <a:xfrm>
            <a:off x="548640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dot79"/>
          <p:cNvSpPr/>
          <p:nvPr/>
        </p:nvSpPr>
        <p:spPr>
          <a:xfrm>
            <a:off x="634758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cell80"/>
          <p:cNvSpPr/>
          <p:nvPr/>
        </p:nvSpPr>
        <p:spPr>
          <a:xfrm>
            <a:off x="105521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dot81"/>
          <p:cNvSpPr/>
          <p:nvPr/>
        </p:nvSpPr>
        <p:spPr>
          <a:xfrm>
            <a:off x="1141336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cell82"/>
          <p:cNvSpPr/>
          <p:nvPr/>
        </p:nvSpPr>
        <p:spPr>
          <a:xfrm>
            <a:off x="1561795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dot83"/>
          <p:cNvSpPr/>
          <p:nvPr/>
        </p:nvSpPr>
        <p:spPr>
          <a:xfrm>
            <a:off x="1647913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cell84"/>
          <p:cNvSpPr/>
          <p:nvPr/>
        </p:nvSpPr>
        <p:spPr>
          <a:xfrm>
            <a:off x="2068373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dot85"/>
          <p:cNvSpPr/>
          <p:nvPr/>
        </p:nvSpPr>
        <p:spPr>
          <a:xfrm>
            <a:off x="2154491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cell86"/>
          <p:cNvSpPr/>
          <p:nvPr/>
        </p:nvSpPr>
        <p:spPr>
          <a:xfrm>
            <a:off x="2574950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dot87"/>
          <p:cNvSpPr/>
          <p:nvPr/>
        </p:nvSpPr>
        <p:spPr>
          <a:xfrm>
            <a:off x="266106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cell88"/>
          <p:cNvSpPr/>
          <p:nvPr/>
        </p:nvSpPr>
        <p:spPr>
          <a:xfrm>
            <a:off x="548640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dot89"/>
          <p:cNvSpPr/>
          <p:nvPr/>
        </p:nvSpPr>
        <p:spPr>
          <a:xfrm>
            <a:off x="634758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cell90"/>
          <p:cNvSpPr/>
          <p:nvPr/>
        </p:nvSpPr>
        <p:spPr>
          <a:xfrm>
            <a:off x="105521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91"/>
          <p:cNvSpPr/>
          <p:nvPr/>
        </p:nvSpPr>
        <p:spPr>
          <a:xfrm>
            <a:off x="1561795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92"/>
          <p:cNvSpPr/>
          <p:nvPr/>
        </p:nvSpPr>
        <p:spPr>
          <a:xfrm>
            <a:off x="2068373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93"/>
          <p:cNvSpPr/>
          <p:nvPr/>
        </p:nvSpPr>
        <p:spPr>
          <a:xfrm>
            <a:off x="2574950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figure94" descr="1개의 십 칸 틀 중 1번째: 모두 6개"/>
          <p:cNvSpPr/>
          <p:nvPr/>
        </p:nvSpPr>
        <p:spPr>
          <a:xfrm>
            <a:off x="548640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5-label95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여섯 육</a:t>
            </a:r>
            <a:endParaRPr lang="ko-KR" sz="2600" dirty="0"/>
          </a:p>
        </p:txBody>
      </p:sp>
      <p:sp>
        <p:nvSpPr>
          <p:cNvPr id="23" name="S05-cell96"/>
          <p:cNvSpPr/>
          <p:nvPr/>
        </p:nvSpPr>
        <p:spPr>
          <a:xfrm>
            <a:off x="340156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dot97"/>
          <p:cNvSpPr/>
          <p:nvPr/>
        </p:nvSpPr>
        <p:spPr>
          <a:xfrm>
            <a:off x="3487686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cell98"/>
          <p:cNvSpPr/>
          <p:nvPr/>
        </p:nvSpPr>
        <p:spPr>
          <a:xfrm>
            <a:off x="390814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dot99"/>
          <p:cNvSpPr/>
          <p:nvPr/>
        </p:nvSpPr>
        <p:spPr>
          <a:xfrm>
            <a:off x="3994264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cell100"/>
          <p:cNvSpPr/>
          <p:nvPr/>
        </p:nvSpPr>
        <p:spPr>
          <a:xfrm>
            <a:off x="4414723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5-dot101"/>
          <p:cNvSpPr/>
          <p:nvPr/>
        </p:nvSpPr>
        <p:spPr>
          <a:xfrm>
            <a:off x="4500841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cell102"/>
          <p:cNvSpPr/>
          <p:nvPr/>
        </p:nvSpPr>
        <p:spPr>
          <a:xfrm>
            <a:off x="4921301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dot103"/>
          <p:cNvSpPr/>
          <p:nvPr/>
        </p:nvSpPr>
        <p:spPr>
          <a:xfrm>
            <a:off x="500741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cell104"/>
          <p:cNvSpPr/>
          <p:nvPr/>
        </p:nvSpPr>
        <p:spPr>
          <a:xfrm>
            <a:off x="542787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dot105"/>
          <p:cNvSpPr/>
          <p:nvPr/>
        </p:nvSpPr>
        <p:spPr>
          <a:xfrm>
            <a:off x="551399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5-cell106"/>
          <p:cNvSpPr/>
          <p:nvPr/>
        </p:nvSpPr>
        <p:spPr>
          <a:xfrm>
            <a:off x="340156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dot107"/>
          <p:cNvSpPr/>
          <p:nvPr/>
        </p:nvSpPr>
        <p:spPr>
          <a:xfrm>
            <a:off x="3487686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cell108"/>
          <p:cNvSpPr/>
          <p:nvPr/>
        </p:nvSpPr>
        <p:spPr>
          <a:xfrm>
            <a:off x="390814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dot109"/>
          <p:cNvSpPr/>
          <p:nvPr/>
        </p:nvSpPr>
        <p:spPr>
          <a:xfrm>
            <a:off x="3994264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cell110"/>
          <p:cNvSpPr/>
          <p:nvPr/>
        </p:nvSpPr>
        <p:spPr>
          <a:xfrm>
            <a:off x="4414723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5-cell111"/>
          <p:cNvSpPr/>
          <p:nvPr/>
        </p:nvSpPr>
        <p:spPr>
          <a:xfrm>
            <a:off x="4921301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cell112"/>
          <p:cNvSpPr/>
          <p:nvPr/>
        </p:nvSpPr>
        <p:spPr>
          <a:xfrm>
            <a:off x="542787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figure113" descr="1개의 십 칸 틀 중 1번째: 모두 7개"/>
          <p:cNvSpPr/>
          <p:nvPr/>
        </p:nvSpPr>
        <p:spPr>
          <a:xfrm>
            <a:off x="3401568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5-label114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일곱 칠</a:t>
            </a:r>
            <a:endParaRPr lang="ko-KR" sz="2600" dirty="0"/>
          </a:p>
        </p:txBody>
      </p:sp>
      <p:sp>
        <p:nvSpPr>
          <p:cNvPr id="42" name="S05-cell115"/>
          <p:cNvSpPr/>
          <p:nvPr/>
        </p:nvSpPr>
        <p:spPr>
          <a:xfrm>
            <a:off x="625449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5-dot116"/>
          <p:cNvSpPr/>
          <p:nvPr/>
        </p:nvSpPr>
        <p:spPr>
          <a:xfrm>
            <a:off x="6340614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cell117"/>
          <p:cNvSpPr/>
          <p:nvPr/>
        </p:nvSpPr>
        <p:spPr>
          <a:xfrm>
            <a:off x="676107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5-dot118"/>
          <p:cNvSpPr/>
          <p:nvPr/>
        </p:nvSpPr>
        <p:spPr>
          <a:xfrm>
            <a:off x="6847192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cell119"/>
          <p:cNvSpPr/>
          <p:nvPr/>
        </p:nvSpPr>
        <p:spPr>
          <a:xfrm>
            <a:off x="7267651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5-dot120"/>
          <p:cNvSpPr/>
          <p:nvPr/>
        </p:nvSpPr>
        <p:spPr>
          <a:xfrm>
            <a:off x="735376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5-cell121"/>
          <p:cNvSpPr/>
          <p:nvPr/>
        </p:nvSpPr>
        <p:spPr>
          <a:xfrm>
            <a:off x="7774229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5-dot122"/>
          <p:cNvSpPr/>
          <p:nvPr/>
        </p:nvSpPr>
        <p:spPr>
          <a:xfrm>
            <a:off x="786034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5-cell123"/>
          <p:cNvSpPr/>
          <p:nvPr/>
        </p:nvSpPr>
        <p:spPr>
          <a:xfrm>
            <a:off x="828080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5-dot124"/>
          <p:cNvSpPr/>
          <p:nvPr/>
        </p:nvSpPr>
        <p:spPr>
          <a:xfrm>
            <a:off x="8366925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5-cell125"/>
          <p:cNvSpPr/>
          <p:nvPr/>
        </p:nvSpPr>
        <p:spPr>
          <a:xfrm>
            <a:off x="625449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5-dot126"/>
          <p:cNvSpPr/>
          <p:nvPr/>
        </p:nvSpPr>
        <p:spPr>
          <a:xfrm>
            <a:off x="6340614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5-cell127"/>
          <p:cNvSpPr/>
          <p:nvPr/>
        </p:nvSpPr>
        <p:spPr>
          <a:xfrm>
            <a:off x="676107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5-dot128"/>
          <p:cNvSpPr/>
          <p:nvPr/>
        </p:nvSpPr>
        <p:spPr>
          <a:xfrm>
            <a:off x="6847192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5-cell129"/>
          <p:cNvSpPr/>
          <p:nvPr/>
        </p:nvSpPr>
        <p:spPr>
          <a:xfrm>
            <a:off x="7267651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5-dot130"/>
          <p:cNvSpPr/>
          <p:nvPr/>
        </p:nvSpPr>
        <p:spPr>
          <a:xfrm>
            <a:off x="7353769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cell131"/>
          <p:cNvSpPr/>
          <p:nvPr/>
        </p:nvSpPr>
        <p:spPr>
          <a:xfrm>
            <a:off x="7774229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5-cell132"/>
          <p:cNvSpPr/>
          <p:nvPr/>
        </p:nvSpPr>
        <p:spPr>
          <a:xfrm>
            <a:off x="828080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5-figure133" descr="1개의 십 칸 틀 중 1번째: 모두 8개"/>
          <p:cNvSpPr/>
          <p:nvPr/>
        </p:nvSpPr>
        <p:spPr>
          <a:xfrm>
            <a:off x="6254496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1" name="S05-label13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여덟 팔</a:t>
            </a:r>
            <a:endParaRPr lang="ko-KR" sz="2600" dirty="0"/>
          </a:p>
        </p:txBody>
      </p:sp>
      <p:sp>
        <p:nvSpPr>
          <p:cNvPr id="62" name="S05-cell135"/>
          <p:cNvSpPr/>
          <p:nvPr/>
        </p:nvSpPr>
        <p:spPr>
          <a:xfrm>
            <a:off x="910742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5-dot136"/>
          <p:cNvSpPr/>
          <p:nvPr/>
        </p:nvSpPr>
        <p:spPr>
          <a:xfrm>
            <a:off x="9193542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5-cell137"/>
          <p:cNvSpPr/>
          <p:nvPr/>
        </p:nvSpPr>
        <p:spPr>
          <a:xfrm>
            <a:off x="9614002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5-dot138"/>
          <p:cNvSpPr/>
          <p:nvPr/>
        </p:nvSpPr>
        <p:spPr>
          <a:xfrm>
            <a:off x="9700120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5-cell139"/>
          <p:cNvSpPr/>
          <p:nvPr/>
        </p:nvSpPr>
        <p:spPr>
          <a:xfrm>
            <a:off x="10120579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5-dot140"/>
          <p:cNvSpPr/>
          <p:nvPr/>
        </p:nvSpPr>
        <p:spPr>
          <a:xfrm>
            <a:off x="1020669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5-cell141"/>
          <p:cNvSpPr/>
          <p:nvPr/>
        </p:nvSpPr>
        <p:spPr>
          <a:xfrm>
            <a:off x="10627157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5-dot142"/>
          <p:cNvSpPr/>
          <p:nvPr/>
        </p:nvSpPr>
        <p:spPr>
          <a:xfrm>
            <a:off x="10713275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0" name="S05-cell143"/>
          <p:cNvSpPr/>
          <p:nvPr/>
        </p:nvSpPr>
        <p:spPr>
          <a:xfrm>
            <a:off x="1113373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5-dot144"/>
          <p:cNvSpPr/>
          <p:nvPr/>
        </p:nvSpPr>
        <p:spPr>
          <a:xfrm>
            <a:off x="11219853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5-cell145"/>
          <p:cNvSpPr/>
          <p:nvPr/>
        </p:nvSpPr>
        <p:spPr>
          <a:xfrm>
            <a:off x="910742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5-dot146"/>
          <p:cNvSpPr/>
          <p:nvPr/>
        </p:nvSpPr>
        <p:spPr>
          <a:xfrm>
            <a:off x="9193542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5-cell147"/>
          <p:cNvSpPr/>
          <p:nvPr/>
        </p:nvSpPr>
        <p:spPr>
          <a:xfrm>
            <a:off x="9614002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5-dot148"/>
          <p:cNvSpPr/>
          <p:nvPr/>
        </p:nvSpPr>
        <p:spPr>
          <a:xfrm>
            <a:off x="9700120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6" name="S05-cell149"/>
          <p:cNvSpPr/>
          <p:nvPr/>
        </p:nvSpPr>
        <p:spPr>
          <a:xfrm>
            <a:off x="10120579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5-dot150"/>
          <p:cNvSpPr/>
          <p:nvPr/>
        </p:nvSpPr>
        <p:spPr>
          <a:xfrm>
            <a:off x="10206697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5-cell151"/>
          <p:cNvSpPr/>
          <p:nvPr/>
        </p:nvSpPr>
        <p:spPr>
          <a:xfrm>
            <a:off x="10627157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5-dot152"/>
          <p:cNvSpPr/>
          <p:nvPr/>
        </p:nvSpPr>
        <p:spPr>
          <a:xfrm>
            <a:off x="10713275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5-cell153"/>
          <p:cNvSpPr/>
          <p:nvPr/>
        </p:nvSpPr>
        <p:spPr>
          <a:xfrm>
            <a:off x="1113373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5-figure154" descr="1개의 십 칸 틀 중 1번째: 모두 9개"/>
          <p:cNvSpPr/>
          <p:nvPr/>
        </p:nvSpPr>
        <p:spPr>
          <a:xfrm>
            <a:off x="9107424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2" name="S05-label155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아홉 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없으면 0</a:t>
            </a:r>
            <a:endParaRPr lang="ko-KR" sz="4400" dirty="0"/>
          </a:p>
        </p:txBody>
      </p:sp>
      <p:sp>
        <p:nvSpPr>
          <p:cNvPr id="3" name="S06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없으면 0이라고 쓰고 ‘영’이라고 읽어요.</a:t>
            </a:r>
            <a:endParaRPr lang="ko-KR" sz="3200" dirty="0"/>
          </a:p>
        </p:txBody>
      </p:sp>
      <p:sp>
        <p:nvSpPr>
          <p:cNvPr id="5" name="S06-cell158"/>
          <p:cNvSpPr/>
          <p:nvPr/>
        </p:nvSpPr>
        <p:spPr>
          <a:xfrm>
            <a:off x="129844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dot159"/>
          <p:cNvSpPr/>
          <p:nvPr/>
        </p:nvSpPr>
        <p:spPr>
          <a:xfrm>
            <a:off x="143057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cell160"/>
          <p:cNvSpPr/>
          <p:nvPr/>
        </p:nvSpPr>
        <p:spPr>
          <a:xfrm>
            <a:off x="207568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dot161"/>
          <p:cNvSpPr/>
          <p:nvPr/>
        </p:nvSpPr>
        <p:spPr>
          <a:xfrm>
            <a:off x="220781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cell162"/>
          <p:cNvSpPr/>
          <p:nvPr/>
        </p:nvSpPr>
        <p:spPr>
          <a:xfrm>
            <a:off x="285292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dot163"/>
          <p:cNvSpPr/>
          <p:nvPr/>
        </p:nvSpPr>
        <p:spPr>
          <a:xfrm>
            <a:off x="298505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cell164"/>
          <p:cNvSpPr/>
          <p:nvPr/>
        </p:nvSpPr>
        <p:spPr>
          <a:xfrm>
            <a:off x="363016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65"/>
          <p:cNvSpPr/>
          <p:nvPr/>
        </p:nvSpPr>
        <p:spPr>
          <a:xfrm>
            <a:off x="440740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66"/>
          <p:cNvSpPr/>
          <p:nvPr/>
        </p:nvSpPr>
        <p:spPr>
          <a:xfrm>
            <a:off x="129844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67"/>
          <p:cNvSpPr/>
          <p:nvPr/>
        </p:nvSpPr>
        <p:spPr>
          <a:xfrm>
            <a:off x="207568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68"/>
          <p:cNvSpPr/>
          <p:nvPr/>
        </p:nvSpPr>
        <p:spPr>
          <a:xfrm>
            <a:off x="285292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69"/>
          <p:cNvSpPr/>
          <p:nvPr/>
        </p:nvSpPr>
        <p:spPr>
          <a:xfrm>
            <a:off x="363016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70"/>
          <p:cNvSpPr/>
          <p:nvPr/>
        </p:nvSpPr>
        <p:spPr>
          <a:xfrm>
            <a:off x="440740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figure171" descr="1개의 십 칸 틀 중 1번째: 모두 3개"/>
          <p:cNvSpPr/>
          <p:nvPr/>
        </p:nvSpPr>
        <p:spPr>
          <a:xfrm>
            <a:off x="1298448" y="21865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label17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→ 3</a:t>
            </a:r>
            <a:endParaRPr lang="ko-KR" sz="2600" dirty="0"/>
          </a:p>
        </p:txBody>
      </p:sp>
      <p:sp>
        <p:nvSpPr>
          <p:cNvPr id="20" name="S06-cell173"/>
          <p:cNvSpPr/>
          <p:nvPr/>
        </p:nvSpPr>
        <p:spPr>
          <a:xfrm>
            <a:off x="700430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74"/>
          <p:cNvSpPr/>
          <p:nvPr/>
        </p:nvSpPr>
        <p:spPr>
          <a:xfrm>
            <a:off x="778154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75"/>
          <p:cNvSpPr/>
          <p:nvPr/>
        </p:nvSpPr>
        <p:spPr>
          <a:xfrm>
            <a:off x="855878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76"/>
          <p:cNvSpPr/>
          <p:nvPr/>
        </p:nvSpPr>
        <p:spPr>
          <a:xfrm>
            <a:off x="933602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77"/>
          <p:cNvSpPr/>
          <p:nvPr/>
        </p:nvSpPr>
        <p:spPr>
          <a:xfrm>
            <a:off x="1011326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78"/>
          <p:cNvSpPr/>
          <p:nvPr/>
        </p:nvSpPr>
        <p:spPr>
          <a:xfrm>
            <a:off x="700430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179"/>
          <p:cNvSpPr/>
          <p:nvPr/>
        </p:nvSpPr>
        <p:spPr>
          <a:xfrm>
            <a:off x="778154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180"/>
          <p:cNvSpPr/>
          <p:nvPr/>
        </p:nvSpPr>
        <p:spPr>
          <a:xfrm>
            <a:off x="855878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81"/>
          <p:cNvSpPr/>
          <p:nvPr/>
        </p:nvSpPr>
        <p:spPr>
          <a:xfrm>
            <a:off x="933602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82"/>
          <p:cNvSpPr/>
          <p:nvPr/>
        </p:nvSpPr>
        <p:spPr>
          <a:xfrm>
            <a:off x="1011326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figure183" descr="1개의 십 칸 틀 중 1번째: 모두 0개"/>
          <p:cNvSpPr/>
          <p:nvPr/>
        </p:nvSpPr>
        <p:spPr>
          <a:xfrm>
            <a:off x="7004304" y="21865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label18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 → 0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바르게 쓰기</a:t>
            </a:r>
            <a:endParaRPr lang="ko-KR" sz="4400" dirty="0"/>
          </a:p>
        </p:txBody>
      </p:sp>
      <p:sp>
        <p:nvSpPr>
          <p:cNvPr id="3" name="S07-tile185"/>
          <p:cNvSpPr txBox="1"/>
          <p:nvPr/>
        </p:nvSpPr>
        <p:spPr>
          <a:xfrm>
            <a:off x="6920911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3400" dirty="0"/>
          </a:p>
        </p:txBody>
      </p:sp>
      <p:sp>
        <p:nvSpPr>
          <p:cNvPr id="4" name="S07-tile186"/>
          <p:cNvSpPr txBox="1"/>
          <p:nvPr/>
        </p:nvSpPr>
        <p:spPr>
          <a:xfrm>
            <a:off x="7905025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5" name="S07-tile187"/>
          <p:cNvSpPr txBox="1"/>
          <p:nvPr/>
        </p:nvSpPr>
        <p:spPr>
          <a:xfrm>
            <a:off x="8889138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6" name="S07-tile188"/>
          <p:cNvSpPr txBox="1"/>
          <p:nvPr/>
        </p:nvSpPr>
        <p:spPr>
          <a:xfrm>
            <a:off x="9873252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7" name="S07-tile189"/>
          <p:cNvSpPr txBox="1"/>
          <p:nvPr/>
        </p:nvSpPr>
        <p:spPr>
          <a:xfrm>
            <a:off x="10857366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8" name="S07-tile190"/>
          <p:cNvSpPr txBox="1"/>
          <p:nvPr/>
        </p:nvSpPr>
        <p:spPr>
          <a:xfrm>
            <a:off x="6920911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9" name="S07-tile191"/>
          <p:cNvSpPr txBox="1"/>
          <p:nvPr/>
        </p:nvSpPr>
        <p:spPr>
          <a:xfrm>
            <a:off x="7905025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10" name="S07-tile192"/>
          <p:cNvSpPr txBox="1"/>
          <p:nvPr/>
        </p:nvSpPr>
        <p:spPr>
          <a:xfrm>
            <a:off x="8889138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1" name="S07-tile193"/>
          <p:cNvSpPr txBox="1"/>
          <p:nvPr/>
        </p:nvSpPr>
        <p:spPr>
          <a:xfrm>
            <a:off x="9873252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12" name="S07-tile194"/>
          <p:cNvSpPr txBox="1"/>
          <p:nvPr/>
        </p:nvSpPr>
        <p:spPr>
          <a:xfrm>
            <a:off x="10857366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13" name="S07-stepno195"/>
          <p:cNvSpPr txBox="1"/>
          <p:nvPr/>
        </p:nvSpPr>
        <p:spPr>
          <a:xfrm>
            <a:off x="548640" y="2387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" name="S07-text196"/>
          <p:cNvSpPr txBox="1"/>
          <p:nvPr/>
        </p:nvSpPr>
        <p:spPr>
          <a:xfrm>
            <a:off x="1325880" y="234137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공중에 크게 써요.</a:t>
            </a:r>
            <a:endParaRPr lang="ko-KR" sz="3200" dirty="0"/>
          </a:p>
        </p:txBody>
      </p:sp>
      <p:sp>
        <p:nvSpPr>
          <p:cNvPr id="15" name="S07-stepno197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6" name="S07-text198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점선을 따라 써요.</a:t>
            </a:r>
            <a:endParaRPr lang="ko-KR" sz="3200" dirty="0"/>
          </a:p>
        </p:txBody>
      </p:sp>
      <p:sp>
        <p:nvSpPr>
          <p:cNvPr id="17" name="S07-stepno199"/>
          <p:cNvSpPr txBox="1"/>
          <p:nvPr/>
        </p:nvSpPr>
        <p:spPr>
          <a:xfrm>
            <a:off x="548640" y="4256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8" name="S07-text200"/>
          <p:cNvSpPr txBox="1"/>
          <p:nvPr/>
        </p:nvSpPr>
        <p:spPr>
          <a:xfrm>
            <a:off x="1325880" y="421081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9, 2와 5를 헷갈리지 않게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8-text2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짚으며 세고, 두 가지로 읽어요.</a:t>
            </a:r>
            <a:endParaRPr lang="ko-KR" sz="3200" dirty="0"/>
          </a:p>
        </p:txBody>
      </p:sp>
      <p:sp>
        <p:nvSpPr>
          <p:cNvPr id="4" name="S08-card2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센 뒤에 “모두 몇 개?” 하고 마지막 수를 말해요.</a:t>
            </a:r>
            <a:endParaRPr lang="ko-KR" sz="3200" dirty="0"/>
          </a:p>
        </p:txBody>
      </p:sp>
      <p:sp>
        <p:nvSpPr>
          <p:cNvPr id="6" name="S08-chip20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dot205"/>
          <p:cNvSpPr/>
          <p:nvPr/>
        </p:nvSpPr>
        <p:spPr>
          <a:xfrm>
            <a:off x="32598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206"/>
          <p:cNvSpPr/>
          <p:nvPr/>
        </p:nvSpPr>
        <p:spPr>
          <a:xfrm>
            <a:off x="37170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07"/>
          <p:cNvSpPr/>
          <p:nvPr/>
        </p:nvSpPr>
        <p:spPr>
          <a:xfrm>
            <a:off x="41742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08"/>
          <p:cNvSpPr/>
          <p:nvPr/>
        </p:nvSpPr>
        <p:spPr>
          <a:xfrm>
            <a:off x="46314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209"/>
          <p:cNvSpPr/>
          <p:nvPr/>
        </p:nvSpPr>
        <p:spPr>
          <a:xfrm>
            <a:off x="32598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210"/>
          <p:cNvSpPr/>
          <p:nvPr/>
        </p:nvSpPr>
        <p:spPr>
          <a:xfrm>
            <a:off x="37170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211"/>
          <p:cNvSpPr/>
          <p:nvPr/>
        </p:nvSpPr>
        <p:spPr>
          <a:xfrm>
            <a:off x="41742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12"/>
          <p:cNvSpPr/>
          <p:nvPr/>
        </p:nvSpPr>
        <p:spPr>
          <a:xfrm>
            <a:off x="46314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figure213" descr="점 8개를 2줄 4개씩 놓은 배열"/>
          <p:cNvSpPr/>
          <p:nvPr/>
        </p:nvSpPr>
        <p:spPr>
          <a:xfrm>
            <a:off x="3172968" y="2011680"/>
            <a:ext cx="18288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8-chip2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08-dot215"/>
          <p:cNvSpPr/>
          <p:nvPr/>
        </p:nvSpPr>
        <p:spPr>
          <a:xfrm>
            <a:off x="318897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dot216"/>
          <p:cNvSpPr/>
          <p:nvPr/>
        </p:nvSpPr>
        <p:spPr>
          <a:xfrm>
            <a:off x="387477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217"/>
          <p:cNvSpPr/>
          <p:nvPr/>
        </p:nvSpPr>
        <p:spPr>
          <a:xfrm>
            <a:off x="456057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figure218" descr="점 3개를 1줄 3개씩 놓은 배열"/>
          <p:cNvSpPr/>
          <p:nvPr/>
        </p:nvSpPr>
        <p:spPr>
          <a:xfrm>
            <a:off x="3058668" y="3223260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8-chip2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2" name="S08-cell220"/>
          <p:cNvSpPr/>
          <p:nvPr/>
        </p:nvSpPr>
        <p:spPr>
          <a:xfrm>
            <a:off x="29443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8-dot221"/>
          <p:cNvSpPr/>
          <p:nvPr/>
        </p:nvSpPr>
        <p:spPr>
          <a:xfrm>
            <a:off x="30220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cell222"/>
          <p:cNvSpPr/>
          <p:nvPr/>
        </p:nvSpPr>
        <p:spPr>
          <a:xfrm>
            <a:off x="34015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dot223"/>
          <p:cNvSpPr/>
          <p:nvPr/>
        </p:nvSpPr>
        <p:spPr>
          <a:xfrm>
            <a:off x="34792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cell224"/>
          <p:cNvSpPr/>
          <p:nvPr/>
        </p:nvSpPr>
        <p:spPr>
          <a:xfrm>
            <a:off x="38587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dot225"/>
          <p:cNvSpPr/>
          <p:nvPr/>
        </p:nvSpPr>
        <p:spPr>
          <a:xfrm>
            <a:off x="39364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8-cell226"/>
          <p:cNvSpPr/>
          <p:nvPr/>
        </p:nvSpPr>
        <p:spPr>
          <a:xfrm>
            <a:off x="43159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dot227"/>
          <p:cNvSpPr/>
          <p:nvPr/>
        </p:nvSpPr>
        <p:spPr>
          <a:xfrm>
            <a:off x="43936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cell228"/>
          <p:cNvSpPr/>
          <p:nvPr/>
        </p:nvSpPr>
        <p:spPr>
          <a:xfrm>
            <a:off x="47731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8-dot229"/>
          <p:cNvSpPr/>
          <p:nvPr/>
        </p:nvSpPr>
        <p:spPr>
          <a:xfrm>
            <a:off x="48508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cell230"/>
          <p:cNvSpPr/>
          <p:nvPr/>
        </p:nvSpPr>
        <p:spPr>
          <a:xfrm>
            <a:off x="29443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dot231"/>
          <p:cNvSpPr/>
          <p:nvPr/>
        </p:nvSpPr>
        <p:spPr>
          <a:xfrm>
            <a:off x="3022092" y="47411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cell232"/>
          <p:cNvSpPr/>
          <p:nvPr/>
        </p:nvSpPr>
        <p:spPr>
          <a:xfrm>
            <a:off x="34015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cell233"/>
          <p:cNvSpPr/>
          <p:nvPr/>
        </p:nvSpPr>
        <p:spPr>
          <a:xfrm>
            <a:off x="38587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cell234"/>
          <p:cNvSpPr/>
          <p:nvPr/>
        </p:nvSpPr>
        <p:spPr>
          <a:xfrm>
            <a:off x="43159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cell235"/>
          <p:cNvSpPr/>
          <p:nvPr/>
        </p:nvSpPr>
        <p:spPr>
          <a:xfrm>
            <a:off x="47731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figure236" descr="1개의 십 칸 틀 중 1번째: 모두 6개"/>
          <p:cNvSpPr/>
          <p:nvPr/>
        </p:nvSpPr>
        <p:spPr>
          <a:xfrm>
            <a:off x="2944368" y="420624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될까요?</a:t>
            </a:r>
            <a:endParaRPr lang="ko-KR" sz="4400" dirty="0"/>
          </a:p>
        </p:txBody>
      </p:sp>
      <p:sp>
        <p:nvSpPr>
          <p:cNvPr id="3" name="S09-card2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“모두 몇 개야?” 하고 물었어요.</a:t>
            </a:r>
            <a:endParaRPr lang="ko-KR" sz="3200" dirty="0"/>
          </a:p>
        </p:txBody>
      </p:sp>
      <p:sp>
        <p:nvSpPr>
          <p:cNvPr id="5" name="S09-card2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좋은 방법일까요? 왜 그럴까요?</a:t>
            </a:r>
            <a:endParaRPr lang="ko-KR" sz="3200" dirty="0"/>
          </a:p>
        </p:txBody>
      </p:sp>
      <p:sp>
        <p:nvSpPr>
          <p:cNvPr id="7" name="S09-chip2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다시 세요</a:t>
            </a:r>
            <a:endParaRPr lang="ko-KR" sz="2600" dirty="0"/>
          </a:p>
        </p:txBody>
      </p:sp>
      <p:sp>
        <p:nvSpPr>
          <p:cNvPr id="8" name="S09-text2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하나, 둘, 셋, 넷, 다섯… 또 하나, 둘…</a:t>
            </a:r>
            <a:endParaRPr lang="ko-KR" sz="3200" dirty="0"/>
          </a:p>
        </p:txBody>
      </p:sp>
      <p:sp>
        <p:nvSpPr>
          <p:cNvPr id="9" name="S09-chip2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수를 말해요</a:t>
            </a:r>
            <a:endParaRPr lang="ko-KR" sz="2600" dirty="0"/>
          </a:p>
        </p:txBody>
      </p:sp>
      <p:sp>
        <p:nvSpPr>
          <p:cNvPr id="10" name="S09-dot244"/>
          <p:cNvSpPr/>
          <p:nvPr/>
        </p:nvSpPr>
        <p:spPr>
          <a:xfrm>
            <a:off x="73746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45"/>
          <p:cNvSpPr/>
          <p:nvPr/>
        </p:nvSpPr>
        <p:spPr>
          <a:xfrm>
            <a:off x="80604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46"/>
          <p:cNvSpPr/>
          <p:nvPr/>
        </p:nvSpPr>
        <p:spPr>
          <a:xfrm>
            <a:off x="87462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47"/>
          <p:cNvSpPr/>
          <p:nvPr/>
        </p:nvSpPr>
        <p:spPr>
          <a:xfrm>
            <a:off x="94320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48"/>
          <p:cNvSpPr/>
          <p:nvPr/>
        </p:nvSpPr>
        <p:spPr>
          <a:xfrm>
            <a:off x="101178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figure249" descr="점 5개를 1줄 5개씩 놓은 배열"/>
          <p:cNvSpPr/>
          <p:nvPr/>
        </p:nvSpPr>
        <p:spPr>
          <a:xfrm>
            <a:off x="7244334" y="3547618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9-text250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“다섯! 모두 5개예요.”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해 봐요.</a:t>
            </a:r>
            <a:endParaRPr lang="ko-KR" sz="3200" dirty="0"/>
          </a:p>
        </p:txBody>
      </p:sp>
      <p:sp>
        <p:nvSpPr>
          <p:cNvPr id="4" name="S10-chip25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25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7개 놓아요.</a:t>
            </a:r>
            <a:endParaRPr lang="ko-KR" sz="3200" dirty="0"/>
          </a:p>
        </p:txBody>
      </p:sp>
      <p:sp>
        <p:nvSpPr>
          <p:cNvPr id="6" name="S10-chip2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25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두 가지로 읽어요.</a:t>
            </a:r>
            <a:endParaRPr lang="ko-KR" sz="3200" dirty="0"/>
          </a:p>
        </p:txBody>
      </p:sp>
      <p:sp>
        <p:nvSpPr>
          <p:cNvPr id="8" name="S10-chip25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25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돌이 하나도 없으면?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나타내는 것은?</a:t>
            </a:r>
            <a:endParaRPr lang="ko-KR" sz="4400" dirty="0"/>
          </a:p>
        </p:txBody>
      </p:sp>
      <p:sp>
        <p:nvSpPr>
          <p:cNvPr id="3" name="S11-card2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1-chip26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1-cell261"/>
          <p:cNvSpPr/>
          <p:nvPr/>
        </p:nvSpPr>
        <p:spPr>
          <a:xfrm>
            <a:off x="54864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1-dot262"/>
          <p:cNvSpPr/>
          <p:nvPr/>
        </p:nvSpPr>
        <p:spPr>
          <a:xfrm>
            <a:off x="66605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cell263"/>
          <p:cNvSpPr/>
          <p:nvPr/>
        </p:nvSpPr>
        <p:spPr>
          <a:xfrm>
            <a:off x="123931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1-dot264"/>
          <p:cNvSpPr/>
          <p:nvPr/>
        </p:nvSpPr>
        <p:spPr>
          <a:xfrm>
            <a:off x="135673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cell265"/>
          <p:cNvSpPr/>
          <p:nvPr/>
        </p:nvSpPr>
        <p:spPr>
          <a:xfrm>
            <a:off x="192999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dot266"/>
          <p:cNvSpPr/>
          <p:nvPr/>
        </p:nvSpPr>
        <p:spPr>
          <a:xfrm>
            <a:off x="204740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cell267"/>
          <p:cNvSpPr/>
          <p:nvPr/>
        </p:nvSpPr>
        <p:spPr>
          <a:xfrm>
            <a:off x="262067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dot268"/>
          <p:cNvSpPr/>
          <p:nvPr/>
        </p:nvSpPr>
        <p:spPr>
          <a:xfrm>
            <a:off x="273808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cell269"/>
          <p:cNvSpPr/>
          <p:nvPr/>
        </p:nvSpPr>
        <p:spPr>
          <a:xfrm>
            <a:off x="331134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dot270"/>
          <p:cNvSpPr/>
          <p:nvPr/>
        </p:nvSpPr>
        <p:spPr>
          <a:xfrm>
            <a:off x="342876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1-cell271"/>
          <p:cNvSpPr/>
          <p:nvPr/>
        </p:nvSpPr>
        <p:spPr>
          <a:xfrm>
            <a:off x="54864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dot272"/>
          <p:cNvSpPr/>
          <p:nvPr/>
        </p:nvSpPr>
        <p:spPr>
          <a:xfrm>
            <a:off x="666055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1-cell273"/>
          <p:cNvSpPr/>
          <p:nvPr/>
        </p:nvSpPr>
        <p:spPr>
          <a:xfrm>
            <a:off x="123931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cell274"/>
          <p:cNvSpPr/>
          <p:nvPr/>
        </p:nvSpPr>
        <p:spPr>
          <a:xfrm>
            <a:off x="192999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cell275"/>
          <p:cNvSpPr/>
          <p:nvPr/>
        </p:nvSpPr>
        <p:spPr>
          <a:xfrm>
            <a:off x="262067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cell276"/>
          <p:cNvSpPr/>
          <p:nvPr/>
        </p:nvSpPr>
        <p:spPr>
          <a:xfrm>
            <a:off x="331134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figure277" descr="1개의 십 칸 틀 중 1번째: 모두 6개"/>
          <p:cNvSpPr/>
          <p:nvPr/>
        </p:nvSpPr>
        <p:spPr>
          <a:xfrm>
            <a:off x="548640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1-chip27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4" name="S11-cell279"/>
          <p:cNvSpPr/>
          <p:nvPr/>
        </p:nvSpPr>
        <p:spPr>
          <a:xfrm>
            <a:off x="436778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1-dot280"/>
          <p:cNvSpPr/>
          <p:nvPr/>
        </p:nvSpPr>
        <p:spPr>
          <a:xfrm>
            <a:off x="448519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1-cell281"/>
          <p:cNvSpPr/>
          <p:nvPr/>
        </p:nvSpPr>
        <p:spPr>
          <a:xfrm>
            <a:off x="505846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1-dot282"/>
          <p:cNvSpPr/>
          <p:nvPr/>
        </p:nvSpPr>
        <p:spPr>
          <a:xfrm>
            <a:off x="517587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1-cell283"/>
          <p:cNvSpPr/>
          <p:nvPr/>
        </p:nvSpPr>
        <p:spPr>
          <a:xfrm>
            <a:off x="574913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1-dot284"/>
          <p:cNvSpPr/>
          <p:nvPr/>
        </p:nvSpPr>
        <p:spPr>
          <a:xfrm>
            <a:off x="586655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1-cell285"/>
          <p:cNvSpPr/>
          <p:nvPr/>
        </p:nvSpPr>
        <p:spPr>
          <a:xfrm>
            <a:off x="643981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1-dot286"/>
          <p:cNvSpPr/>
          <p:nvPr/>
        </p:nvSpPr>
        <p:spPr>
          <a:xfrm>
            <a:off x="655722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1-cell287"/>
          <p:cNvSpPr/>
          <p:nvPr/>
        </p:nvSpPr>
        <p:spPr>
          <a:xfrm>
            <a:off x="713049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1-dot288"/>
          <p:cNvSpPr/>
          <p:nvPr/>
        </p:nvSpPr>
        <p:spPr>
          <a:xfrm>
            <a:off x="724790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1-cell289"/>
          <p:cNvSpPr/>
          <p:nvPr/>
        </p:nvSpPr>
        <p:spPr>
          <a:xfrm>
            <a:off x="436778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1-dot290"/>
          <p:cNvSpPr/>
          <p:nvPr/>
        </p:nvSpPr>
        <p:spPr>
          <a:xfrm>
            <a:off x="448519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1-cell291"/>
          <p:cNvSpPr/>
          <p:nvPr/>
        </p:nvSpPr>
        <p:spPr>
          <a:xfrm>
            <a:off x="505846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1-dot292"/>
          <p:cNvSpPr/>
          <p:nvPr/>
        </p:nvSpPr>
        <p:spPr>
          <a:xfrm>
            <a:off x="5175876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1-cell293"/>
          <p:cNvSpPr/>
          <p:nvPr/>
        </p:nvSpPr>
        <p:spPr>
          <a:xfrm>
            <a:off x="574913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1-dot294"/>
          <p:cNvSpPr/>
          <p:nvPr/>
        </p:nvSpPr>
        <p:spPr>
          <a:xfrm>
            <a:off x="5866553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1-cell295"/>
          <p:cNvSpPr/>
          <p:nvPr/>
        </p:nvSpPr>
        <p:spPr>
          <a:xfrm>
            <a:off x="643981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1-dot296"/>
          <p:cNvSpPr/>
          <p:nvPr/>
        </p:nvSpPr>
        <p:spPr>
          <a:xfrm>
            <a:off x="655722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1-cell297"/>
          <p:cNvSpPr/>
          <p:nvPr/>
        </p:nvSpPr>
        <p:spPr>
          <a:xfrm>
            <a:off x="713049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1-figure298" descr="1개의 십 칸 틀 중 1번째: 모두 9개"/>
          <p:cNvSpPr/>
          <p:nvPr/>
        </p:nvSpPr>
        <p:spPr>
          <a:xfrm>
            <a:off x="4367784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11-chip29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5" name="S11-dot300"/>
          <p:cNvSpPr/>
          <p:nvPr/>
        </p:nvSpPr>
        <p:spPr>
          <a:xfrm>
            <a:off x="83294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1-dot301"/>
          <p:cNvSpPr/>
          <p:nvPr/>
        </p:nvSpPr>
        <p:spPr>
          <a:xfrm>
            <a:off x="90152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1-dot302"/>
          <p:cNvSpPr/>
          <p:nvPr/>
        </p:nvSpPr>
        <p:spPr>
          <a:xfrm>
            <a:off x="97010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1-dot303"/>
          <p:cNvSpPr/>
          <p:nvPr/>
        </p:nvSpPr>
        <p:spPr>
          <a:xfrm>
            <a:off x="103868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1-dot304"/>
          <p:cNvSpPr/>
          <p:nvPr/>
        </p:nvSpPr>
        <p:spPr>
          <a:xfrm>
            <a:off x="110726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1-figure305" descr="점 5개를 1줄 5개씩 놓은 배열"/>
          <p:cNvSpPr/>
          <p:nvPr/>
        </p:nvSpPr>
        <p:spPr>
          <a:xfrm>
            <a:off x="8199120" y="3232404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30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0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세고, 마지막에 센 수가 모두의 수예요.</a:t>
            </a:r>
            <a:endParaRPr lang="ko-KR" sz="3200" dirty="0"/>
          </a:p>
        </p:txBody>
      </p:sp>
      <p:sp>
        <p:nvSpPr>
          <p:cNvPr id="5" name="S12-chip30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하나씩 짚으며 세기</a:t>
            </a:r>
            <a:endParaRPr lang="ko-KR" sz="2600" dirty="0"/>
          </a:p>
        </p:txBody>
      </p:sp>
      <p:sp>
        <p:nvSpPr>
          <p:cNvPr id="6" name="S12-chip30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번 세기</a:t>
            </a:r>
            <a:endParaRPr lang="ko-KR" sz="2600" dirty="0"/>
          </a:p>
        </p:txBody>
      </p:sp>
      <p:sp>
        <p:nvSpPr>
          <p:cNvPr id="7" name="S12-text31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31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손가락 8개를 펴요</a:t>
            </a:r>
            <a:endParaRPr lang="ko-KR" sz="2600" dirty="0"/>
          </a:p>
        </p:txBody>
      </p:sp>
      <p:sp>
        <p:nvSpPr>
          <p:cNvPr id="9" name="S12-text31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5를 두 가지로 읽어요</a:t>
            </a:r>
            <a:endParaRPr lang="ko-KR" sz="2600" dirty="0"/>
          </a:p>
        </p:txBody>
      </p:sp>
      <p:sp>
        <p:nvSpPr>
          <p:cNvPr id="10" name="S12-text31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없으면 무슨 수?</a:t>
            </a:r>
            <a:endParaRPr lang="ko-KR" sz="2600" dirty="0"/>
          </a:p>
        </p:txBody>
      </p:sp>
      <p:sp>
        <p:nvSpPr>
          <p:cNvPr id="11" name="S12-text31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수의 순서와 크기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하나씩 짝 지어요</a:t>
            </a:r>
            <a:endParaRPr lang="ko-KR" sz="4400" dirty="0"/>
          </a:p>
        </p:txBody>
      </p:sp>
      <p:sp>
        <p:nvSpPr>
          <p:cNvPr id="3" name="S13-card3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3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짝 짓고 남는 쪽이 더 많아요.</a:t>
            </a:r>
            <a:endParaRPr lang="ko-KR" sz="3200" dirty="0"/>
          </a:p>
        </p:txBody>
      </p:sp>
      <p:sp>
        <p:nvSpPr>
          <p:cNvPr id="5" name="S13-dot317"/>
          <p:cNvSpPr/>
          <p:nvPr/>
        </p:nvSpPr>
        <p:spPr>
          <a:xfrm>
            <a:off x="20002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3-dot318"/>
          <p:cNvSpPr/>
          <p:nvPr/>
        </p:nvSpPr>
        <p:spPr>
          <a:xfrm>
            <a:off x="26860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319"/>
          <p:cNvSpPr/>
          <p:nvPr/>
        </p:nvSpPr>
        <p:spPr>
          <a:xfrm>
            <a:off x="33718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320"/>
          <p:cNvSpPr/>
          <p:nvPr/>
        </p:nvSpPr>
        <p:spPr>
          <a:xfrm>
            <a:off x="40576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figure321" descr="점 4개를 1줄 4개씩 놓은 배열"/>
          <p:cNvSpPr/>
          <p:nvPr/>
        </p:nvSpPr>
        <p:spPr>
          <a:xfrm>
            <a:off x="1869948" y="26208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13-label32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 4개</a:t>
            </a:r>
            <a:endParaRPr lang="ko-KR" sz="2600" dirty="0"/>
          </a:p>
        </p:txBody>
      </p:sp>
      <p:sp>
        <p:nvSpPr>
          <p:cNvPr id="11" name="S13-dot323"/>
          <p:cNvSpPr/>
          <p:nvPr/>
        </p:nvSpPr>
        <p:spPr>
          <a:xfrm>
            <a:off x="73632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324"/>
          <p:cNvSpPr/>
          <p:nvPr/>
        </p:nvSpPr>
        <p:spPr>
          <a:xfrm>
            <a:off x="80490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325"/>
          <p:cNvSpPr/>
          <p:nvPr/>
        </p:nvSpPr>
        <p:spPr>
          <a:xfrm>
            <a:off x="87348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326"/>
          <p:cNvSpPr/>
          <p:nvPr/>
        </p:nvSpPr>
        <p:spPr>
          <a:xfrm>
            <a:off x="94206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27"/>
          <p:cNvSpPr/>
          <p:nvPr/>
        </p:nvSpPr>
        <p:spPr>
          <a:xfrm>
            <a:off x="101064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figure328" descr="점 5개를 1줄 5개씩 놓은 배열"/>
          <p:cNvSpPr/>
          <p:nvPr/>
        </p:nvSpPr>
        <p:spPr>
          <a:xfrm>
            <a:off x="7232904" y="2620899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13-label32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 5개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9까지의 수</dc:title>
  <dc:subject>KR22-G01-MAT-NUM9-L01</dc:subject>
  <dc:creator>education-ppt</dc:creator>
  <cp:lastModifiedBy>education-ppt</cp:lastModifiedBy>
  <cp:revision>1</cp:revision>
  <dcterms:created xsi:type="dcterms:W3CDTF">2026-10-26T07:13:24Z</dcterms:created>
  <dcterms:modified xsi:type="dcterms:W3CDTF">2026-10-26T07:13:24Z</dcterms:modified>
</cp:coreProperties>
</file>