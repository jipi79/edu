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66b6d40-c1b3-accb-05d7-ccd6ab61cc3e}">
          <p14:sldIdLst>
            <p14:sldId id="256"/>
            <p14:sldId id="257"/>
          </p14:sldIdLst>
        </p14:section>
        <p14:section name="개념" id="{c26cf877-32e9-8cb2-a48d-ba158b9560f2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888d4ea3-39d3-b96b-d358-7162fbabc02b}">
          <p14:sldIdLst>
            <p14:sldId id="263"/>
            <p14:sldId id="264"/>
          </p14:sldIdLst>
        </p14:section>
        <p14:section name="확인" id="{473f7b6e-ddd5-987e-66aa-04f99c055045}">
          <p14:sldIdLst>
            <p14:sldId id="265"/>
            <p14:sldId id="266"/>
          </p14:sldIdLst>
        </p14:section>
        <p14:section name="정리" id="{bfbac797-4afb-c3d4-578e-c1f717ad0c03}">
          <p14:sldIdLst>
            <p14:sldId id="267"/>
          </p14:sldIdLst>
        </p14:section>
        <p14:section name="보충" id="{dc5419bb-df5d-b09e-0ad8-16972f40ea5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세기에 흥미를 갖게 합니다.
시간: 약 2분
이렇게 말해 보세요
- “오른쪽 그림에 동그라미가 몇 개 있을까? 오늘은 하나씩 세는 방법을 배워 볼 거야.”
예상 답
- “일곱 개요.” / “몰라요.”
주의
- 답이 틀려도 괜찮습니다. 오늘 끝날 때 다시 세어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확인]
목적: 세지 않고도 하나씩 짝 지어 많고 적음을 비교할 수 있는지 확인합니다.
시간: 약 3분
이렇게 말해 보세요
- “가와 나 중에서 동그라미가 더 많은 쪽은 어디야?”
- “어떻게 알았어?”
정답
- 나가 더 많습니다(가 4개, 나 6개).
막히면
- 바둑돌로 가 4개, 나 6개를 위아래로 하나씩 짝 지어 놓고 남는 쪽을 찾게 합니다.
- 짝 짓기가 어려우면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하나씩 세기 시범]
목적: 하나씩 짚으며 세고, 마지막 수가 전체 개수임을 시범으로 보여 줍니다.
시간: 약 4분
이렇게 말해 보세요
- “엄마(아빠)가 먼저 세어 볼게. 하나, 둘, 셋, 넷, 다섯. 그래서 모두 다섯 개!”
- “이번엔 네가 손가락으로 짚으면서 세어 볼래?”
예상 답
- “다섯 개요.”
막히면
- 바둑돌 5개를 놓고, 센 돌을 옆으로 하나씩 옮기며 세게 합니다(M1).
주의
- 다 센 뒤 “그래서 모두 몇 개?”라고 꼭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1~5 읽기]
목적: 점의 개수와 숫자, 두 가지 읽는 말을 연결합니다.
시간: 약 4분
이렇게 말해 보세요
- “사과를 셀 때는 ‘하나, 둘’, 몇 층인지 말할 때는 ‘일 층, 이 층’이라고 하지? 수는 두 가지로 읽어.”
- “3을 두 가지로 읽어 볼래?”
예상 답
- “셋, 삼.”
막히면
- 손가락을 하나씩 펴며 ‘하나·일, 둘·이’를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6~9 읽기]
목적: 다섯 칸 묶음을 이용해 6~9를 빠르게 알아보고 읽습니다.
시간: 약 4분
이렇게 말해 보세요
- “윗줄 다섯 칸이 꽉 찼지? 그러면 다섯이야. 아랫줄에 하나 더 있으면?”
- “8은 다섯과 몇이야?”
예상 답
- “여섯이요.” “다섯이랑 셋이요.”
막히면
- 바둑돌로 윗줄 5개를 먼저 놓고 아랫줄에 하나씩 더하며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0의 뜻]
목적: 아무것도 없는 것을 수 0으로 나타낼 수 있음을 압니다.
시간: 약 3분
이렇게 말해 보세요
- “접시에 사탕이 세 개 있다가 다 먹었어. 이제 몇 개야?”
- “하나도 없는 것도 수로 쓸 수 있어. 0이라고 써.”
예상 답
- “없어요.” → “0개요.”
막히면
- 빈 컵을 보여 주고 “컵 안의 돌은 몇 개?”라고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숫자 쓰기]
목적: 숫자 모양을 익히고 자주 뒤집어 쓰는 숫자를 확인합니다.
시간: 약 4분
이렇게 말해 보세요
- “같이 공중에 2를 크게 써 보자. 어디서 시작하지?”
- “주황색 테두리 숫자는 헷갈리기 쉬운 숫자야. 6과 9는 어떻게 달라?”
예상 답
- “6은 동그라미가 아래, 9는 위에 있어요.”
막히면
- 부모가 아이 손등에 손을 얹고 함께 써 봅니다(M3).
주의
-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연습]
목적: 도움을 받으며 세기와 읽기를 연습합니다.
시간: 약 5분
이렇게 말해 보세요
- “①은 몇 개야? 짚으면서 세어 봐.”
- “그 수를 다른 말로도 읽어 볼래?”
정답
- ① 8개(여덟, 팔)
- ② 3개(셋, 삼)
- ③ 6개(여섯, 육)
막히면
- ①은 윗줄 4개를 먼저 세고 아랫줄로 이어서 세게 합니다.
- ③은 윗줄이 꽉 찬 다섯에서 이어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비교]
목적: 마지막에 센 수가 전체 개수라는 것을 확인합니다(M2).
시간: 약 3분
이렇게 말해 보세요
- “두 친구 중 누가 ‘모두 몇 개’에 바로 대답했어?”
예상 답
- “오른쪽이요. 마지막에 센 다섯이 모두니까요.”
정답
- 오른쪽: 마지막에 센 수가 모두의 개수입니다. 다시 셀 필요가 없습니다.
막히면
- 바둑돌 5개를 세게 한 뒤 손으로 덮고 “방금 몇 개였지?”라고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세기·읽기·0을 할 수 있는지 확인합니다.
시간: 약 5분
이렇게 말해 보세요
- “이번에는 혼자 해 볼래? 다 하면 엄마(아빠)에게 보여 줘.”
정답
- ① 돌 7개를 놓고 “일곱” 또는 “칠”이라고 말합니다.
- ② 넷, 사
- ③ 0(영)
막히면
- ①에서 개수가 틀리면 놓은 돌을 하나씩 옮기며 다시 세게 합니다.
- 도움을 받아 성공했다면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그림에서 세어 수와 연결하는지 확인합니다.
시간: 약 3분
이렇게 말해 보세요
- “6은 어느 그림일까? 어떻게 알았어?”
정답
- 가(윗줄 5개 + 아랫줄 1개 = 6). 나는 9, 다는 5입니다.
막히면
- 각 그림을 하나씩 짚으며 세게 합니다.
주의
- S01의 그림(7개)도 다시 세어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풀 복습을 알려 줍니다.
시간: 약 2분
이렇게 말해 보세요
- “오늘 배운 것을 말해 볼래? 어떻게 세면 될까?”
예상 답
- “하나씩 짚으면서 세요. 마지막 수가 모두예요.”
정답
- ① 손가락 8개 ② 다섯, 오 ③ 0(영)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보충(짝 짓기)]
목적: S02에서 많고 적음을 비교하지 못하면 짝 짓기부터 연습합니다.
시간: 약 5분
이렇게 말해 보세요
- “컵 하나에 숟가락 하나씩 놓아 보자. 무엇이 남았어?”
정답
- 숟가락이 1개 남습니다. 숟가락이 더 많습니다.
막히면
- 실제 컵과 숟가락으로 해 봅니다.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세어 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십 칸 틀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하나씩 세어 모두 몇 개인지 말해요.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0부터 9까지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많을까요?</a:t>
            </a:r>
            <a:endParaRPr lang="ko-KR" sz="4400" dirty="0"/>
          </a:p>
        </p:txBody>
      </p:sp>
      <p:sp>
        <p:nvSpPr>
          <p:cNvPr id="3" name="S02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2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dot24"/>
          <p:cNvSpPr/>
          <p:nvPr/>
        </p:nvSpPr>
        <p:spPr>
          <a:xfrm>
            <a:off x="19888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5"/>
          <p:cNvSpPr/>
          <p:nvPr/>
        </p:nvSpPr>
        <p:spPr>
          <a:xfrm>
            <a:off x="26746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6"/>
          <p:cNvSpPr/>
          <p:nvPr/>
        </p:nvSpPr>
        <p:spPr>
          <a:xfrm>
            <a:off x="33604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7"/>
          <p:cNvSpPr/>
          <p:nvPr/>
        </p:nvSpPr>
        <p:spPr>
          <a:xfrm>
            <a:off x="40462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figure28" descr="점 4개를 1줄 4개씩 놓은 배열"/>
          <p:cNvSpPr/>
          <p:nvPr/>
        </p:nvSpPr>
        <p:spPr>
          <a:xfrm>
            <a:off x="1858518" y="3232404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2-chip29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2-dot30"/>
          <p:cNvSpPr/>
          <p:nvPr/>
        </p:nvSpPr>
        <p:spPr>
          <a:xfrm>
            <a:off x="7031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1"/>
          <p:cNvSpPr/>
          <p:nvPr/>
        </p:nvSpPr>
        <p:spPr>
          <a:xfrm>
            <a:off x="77175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2"/>
          <p:cNvSpPr/>
          <p:nvPr/>
        </p:nvSpPr>
        <p:spPr>
          <a:xfrm>
            <a:off x="84033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3"/>
          <p:cNvSpPr/>
          <p:nvPr/>
        </p:nvSpPr>
        <p:spPr>
          <a:xfrm>
            <a:off x="90891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4"/>
          <p:cNvSpPr/>
          <p:nvPr/>
        </p:nvSpPr>
        <p:spPr>
          <a:xfrm>
            <a:off x="97749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dot35"/>
          <p:cNvSpPr/>
          <p:nvPr/>
        </p:nvSpPr>
        <p:spPr>
          <a:xfrm>
            <a:off x="10460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figure36" descr="점 6개를 1줄 6개씩 놓은 배열"/>
          <p:cNvSpPr/>
          <p:nvPr/>
        </p:nvSpPr>
        <p:spPr>
          <a:xfrm>
            <a:off x="6901434" y="3232404"/>
            <a:ext cx="4114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세요</a:t>
            </a:r>
            <a:endParaRPr lang="ko-KR" sz="4400" dirty="0"/>
          </a:p>
        </p:txBody>
      </p:sp>
      <p:sp>
        <p:nvSpPr>
          <p:cNvPr id="3" name="S03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다섯! 모두 5개예요.</a:t>
            </a:r>
            <a:endParaRPr lang="ko-KR" sz="3200" dirty="0"/>
          </a:p>
        </p:txBody>
      </p:sp>
      <p:sp>
        <p:nvSpPr>
          <p:cNvPr id="5" name="S03-dot39"/>
          <p:cNvSpPr/>
          <p:nvPr/>
        </p:nvSpPr>
        <p:spPr>
          <a:xfrm>
            <a:off x="16459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dot40"/>
          <p:cNvSpPr/>
          <p:nvPr/>
        </p:nvSpPr>
        <p:spPr>
          <a:xfrm>
            <a:off x="23317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1"/>
          <p:cNvSpPr/>
          <p:nvPr/>
        </p:nvSpPr>
        <p:spPr>
          <a:xfrm>
            <a:off x="30175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2"/>
          <p:cNvSpPr/>
          <p:nvPr/>
        </p:nvSpPr>
        <p:spPr>
          <a:xfrm>
            <a:off x="37033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3"/>
          <p:cNvSpPr/>
          <p:nvPr/>
        </p:nvSpPr>
        <p:spPr>
          <a:xfrm>
            <a:off x="43891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44" descr="점 5개를 1줄 5개씩 놓은 배열"/>
          <p:cNvSpPr/>
          <p:nvPr/>
        </p:nvSpPr>
        <p:spPr>
          <a:xfrm>
            <a:off x="1515618" y="2880360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card45"/>
          <p:cNvSpPr/>
          <p:nvPr/>
        </p:nvSpPr>
        <p:spPr>
          <a:xfrm>
            <a:off x="6277356" y="20142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46"/>
          <p:cNvSpPr txBox="1"/>
          <p:nvPr/>
        </p:nvSpPr>
        <p:spPr>
          <a:xfrm>
            <a:off x="6551676" y="21513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손가락으로 짚어요</a:t>
            </a:r>
            <a:endParaRPr lang="ko-KR" sz="3200" dirty="0"/>
          </a:p>
        </p:txBody>
      </p:sp>
      <p:sp>
        <p:nvSpPr>
          <p:cNvPr id="13" name="S03-card47"/>
          <p:cNvSpPr/>
          <p:nvPr/>
        </p:nvSpPr>
        <p:spPr>
          <a:xfrm>
            <a:off x="6277356" y="311150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8"/>
          <p:cNvSpPr txBox="1"/>
          <p:nvPr/>
        </p:nvSpPr>
        <p:spPr>
          <a:xfrm>
            <a:off x="6551676" y="324866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센 수가 모두의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5까지</a:t>
            </a:r>
            <a:endParaRPr lang="ko-KR" sz="4400" dirty="0"/>
          </a:p>
        </p:txBody>
      </p:sp>
      <p:sp>
        <p:nvSpPr>
          <p:cNvPr id="3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두 가지로 읽어요. 하나, 둘 / 일, 이</a:t>
            </a:r>
            <a:endParaRPr lang="ko-KR" sz="3200" dirty="0"/>
          </a:p>
        </p:txBody>
      </p:sp>
      <p:sp>
        <p:nvSpPr>
          <p:cNvPr id="5" name="S04-dot51"/>
          <p:cNvSpPr/>
          <p:nvPr/>
        </p:nvSpPr>
        <p:spPr>
          <a:xfrm>
            <a:off x="1317193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figure52" descr="점 1개를 1줄 1개씩 놓은 배열"/>
          <p:cNvSpPr/>
          <p:nvPr/>
        </p:nvSpPr>
        <p:spPr>
          <a:xfrm>
            <a:off x="1186891" y="2620899"/>
            <a:ext cx="685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4-label53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하나 일</a:t>
            </a:r>
            <a:endParaRPr lang="ko-KR" sz="2600" dirty="0"/>
          </a:p>
        </p:txBody>
      </p:sp>
      <p:sp>
        <p:nvSpPr>
          <p:cNvPr id="8" name="S04-dot54"/>
          <p:cNvSpPr/>
          <p:nvPr/>
        </p:nvSpPr>
        <p:spPr>
          <a:xfrm>
            <a:off x="32566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55"/>
          <p:cNvSpPr/>
          <p:nvPr/>
        </p:nvSpPr>
        <p:spPr>
          <a:xfrm>
            <a:off x="39424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56" descr="점 2개를 1줄 2개씩 놓은 배열"/>
          <p:cNvSpPr/>
          <p:nvPr/>
        </p:nvSpPr>
        <p:spPr>
          <a:xfrm>
            <a:off x="3126334" y="26208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57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둘 이</a:t>
            </a:r>
            <a:endParaRPr lang="ko-KR" sz="2600" dirty="0"/>
          </a:p>
        </p:txBody>
      </p:sp>
      <p:sp>
        <p:nvSpPr>
          <p:cNvPr id="12" name="S04-dot58"/>
          <p:cNvSpPr/>
          <p:nvPr/>
        </p:nvSpPr>
        <p:spPr>
          <a:xfrm>
            <a:off x="5237604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59"/>
          <p:cNvSpPr/>
          <p:nvPr/>
        </p:nvSpPr>
        <p:spPr>
          <a:xfrm>
            <a:off x="5891705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0"/>
          <p:cNvSpPr/>
          <p:nvPr/>
        </p:nvSpPr>
        <p:spPr>
          <a:xfrm>
            <a:off x="6545806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figure61" descr="점 3개를 1줄 3개씩 놓은 배열"/>
          <p:cNvSpPr/>
          <p:nvPr/>
        </p:nvSpPr>
        <p:spPr>
          <a:xfrm>
            <a:off x="5113325" y="2636749"/>
            <a:ext cx="1962302" cy="6541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4-label62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셋 삼</a:t>
            </a:r>
            <a:endParaRPr lang="ko-KR" sz="2600" dirty="0"/>
          </a:p>
        </p:txBody>
      </p:sp>
      <p:sp>
        <p:nvSpPr>
          <p:cNvPr id="17" name="S04-dot63"/>
          <p:cNvSpPr/>
          <p:nvPr/>
        </p:nvSpPr>
        <p:spPr>
          <a:xfrm>
            <a:off x="78213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4"/>
          <p:cNvSpPr/>
          <p:nvPr/>
        </p:nvSpPr>
        <p:spPr>
          <a:xfrm>
            <a:off x="85071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65"/>
          <p:cNvSpPr/>
          <p:nvPr/>
        </p:nvSpPr>
        <p:spPr>
          <a:xfrm>
            <a:off x="78213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66"/>
          <p:cNvSpPr/>
          <p:nvPr/>
        </p:nvSpPr>
        <p:spPr>
          <a:xfrm>
            <a:off x="85071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figure67" descr="점 4개를 2줄 2개씩 놓은 배열"/>
          <p:cNvSpPr/>
          <p:nvPr/>
        </p:nvSpPr>
        <p:spPr>
          <a:xfrm>
            <a:off x="7691018" y="2277999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4-label68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넷 사</a:t>
            </a:r>
            <a:endParaRPr lang="ko-KR" sz="2600" dirty="0"/>
          </a:p>
        </p:txBody>
      </p:sp>
      <p:sp>
        <p:nvSpPr>
          <p:cNvPr id="23" name="S04-dot69"/>
          <p:cNvSpPr/>
          <p:nvPr/>
        </p:nvSpPr>
        <p:spPr>
          <a:xfrm>
            <a:off x="9802289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70"/>
          <p:cNvSpPr/>
          <p:nvPr/>
        </p:nvSpPr>
        <p:spPr>
          <a:xfrm>
            <a:off x="104563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71"/>
          <p:cNvSpPr/>
          <p:nvPr/>
        </p:nvSpPr>
        <p:spPr>
          <a:xfrm>
            <a:off x="111104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72"/>
          <p:cNvSpPr/>
          <p:nvPr/>
        </p:nvSpPr>
        <p:spPr>
          <a:xfrm>
            <a:off x="9802289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73"/>
          <p:cNvSpPr/>
          <p:nvPr/>
        </p:nvSpPr>
        <p:spPr>
          <a:xfrm>
            <a:off x="10456390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figure74" descr="점 5개를 2줄 3개씩 놓은 배열"/>
          <p:cNvSpPr/>
          <p:nvPr/>
        </p:nvSpPr>
        <p:spPr>
          <a:xfrm>
            <a:off x="9678010" y="2309698"/>
            <a:ext cx="1962302" cy="130820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75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다섯 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9까지</a:t>
            </a:r>
            <a:endParaRPr lang="ko-KR" sz="4400" dirty="0"/>
          </a:p>
        </p:txBody>
      </p:sp>
      <p:sp>
        <p:nvSpPr>
          <p:cNvPr id="3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다섯과 몇 개 더! 여섯은 다섯과 하나예요.</a:t>
            </a:r>
            <a:endParaRPr lang="ko-KR" sz="3200" dirty="0"/>
          </a:p>
        </p:txBody>
      </p:sp>
      <p:sp>
        <p:nvSpPr>
          <p:cNvPr id="5" name="S05-cell78"/>
          <p:cNvSpPr/>
          <p:nvPr/>
        </p:nvSpPr>
        <p:spPr>
          <a:xfrm>
            <a:off x="54864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dot79"/>
          <p:cNvSpPr/>
          <p:nvPr/>
        </p:nvSpPr>
        <p:spPr>
          <a:xfrm>
            <a:off x="634758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cell80"/>
          <p:cNvSpPr/>
          <p:nvPr/>
        </p:nvSpPr>
        <p:spPr>
          <a:xfrm>
            <a:off x="105521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81"/>
          <p:cNvSpPr/>
          <p:nvPr/>
        </p:nvSpPr>
        <p:spPr>
          <a:xfrm>
            <a:off x="114133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82"/>
          <p:cNvSpPr/>
          <p:nvPr/>
        </p:nvSpPr>
        <p:spPr>
          <a:xfrm>
            <a:off x="1561795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83"/>
          <p:cNvSpPr/>
          <p:nvPr/>
        </p:nvSpPr>
        <p:spPr>
          <a:xfrm>
            <a:off x="164791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84"/>
          <p:cNvSpPr/>
          <p:nvPr/>
        </p:nvSpPr>
        <p:spPr>
          <a:xfrm>
            <a:off x="206837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85"/>
          <p:cNvSpPr/>
          <p:nvPr/>
        </p:nvSpPr>
        <p:spPr>
          <a:xfrm>
            <a:off x="215449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86"/>
          <p:cNvSpPr/>
          <p:nvPr/>
        </p:nvSpPr>
        <p:spPr>
          <a:xfrm>
            <a:off x="257495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87"/>
          <p:cNvSpPr/>
          <p:nvPr/>
        </p:nvSpPr>
        <p:spPr>
          <a:xfrm>
            <a:off x="26610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88"/>
          <p:cNvSpPr/>
          <p:nvPr/>
        </p:nvSpPr>
        <p:spPr>
          <a:xfrm>
            <a:off x="54864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89"/>
          <p:cNvSpPr/>
          <p:nvPr/>
        </p:nvSpPr>
        <p:spPr>
          <a:xfrm>
            <a:off x="634758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90"/>
          <p:cNvSpPr/>
          <p:nvPr/>
        </p:nvSpPr>
        <p:spPr>
          <a:xfrm>
            <a:off x="105521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91"/>
          <p:cNvSpPr/>
          <p:nvPr/>
        </p:nvSpPr>
        <p:spPr>
          <a:xfrm>
            <a:off x="1561795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92"/>
          <p:cNvSpPr/>
          <p:nvPr/>
        </p:nvSpPr>
        <p:spPr>
          <a:xfrm>
            <a:off x="206837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93"/>
          <p:cNvSpPr/>
          <p:nvPr/>
        </p:nvSpPr>
        <p:spPr>
          <a:xfrm>
            <a:off x="257495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94" descr="십 칸 틀에 6개"/>
          <p:cNvSpPr/>
          <p:nvPr/>
        </p:nvSpPr>
        <p:spPr>
          <a:xfrm>
            <a:off x="548640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label95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여섯 육</a:t>
            </a:r>
            <a:endParaRPr lang="ko-KR" sz="2600" dirty="0"/>
          </a:p>
        </p:txBody>
      </p:sp>
      <p:sp>
        <p:nvSpPr>
          <p:cNvPr id="23" name="S05-cell96"/>
          <p:cNvSpPr/>
          <p:nvPr/>
        </p:nvSpPr>
        <p:spPr>
          <a:xfrm>
            <a:off x="340156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dot97"/>
          <p:cNvSpPr/>
          <p:nvPr/>
        </p:nvSpPr>
        <p:spPr>
          <a:xfrm>
            <a:off x="348768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cell98"/>
          <p:cNvSpPr/>
          <p:nvPr/>
        </p:nvSpPr>
        <p:spPr>
          <a:xfrm>
            <a:off x="390814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dot99"/>
          <p:cNvSpPr/>
          <p:nvPr/>
        </p:nvSpPr>
        <p:spPr>
          <a:xfrm>
            <a:off x="399426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cell100"/>
          <p:cNvSpPr/>
          <p:nvPr/>
        </p:nvSpPr>
        <p:spPr>
          <a:xfrm>
            <a:off x="441472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dot101"/>
          <p:cNvSpPr/>
          <p:nvPr/>
        </p:nvSpPr>
        <p:spPr>
          <a:xfrm>
            <a:off x="450084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cell102"/>
          <p:cNvSpPr/>
          <p:nvPr/>
        </p:nvSpPr>
        <p:spPr>
          <a:xfrm>
            <a:off x="492130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dot103"/>
          <p:cNvSpPr/>
          <p:nvPr/>
        </p:nvSpPr>
        <p:spPr>
          <a:xfrm>
            <a:off x="500741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cell104"/>
          <p:cNvSpPr/>
          <p:nvPr/>
        </p:nvSpPr>
        <p:spPr>
          <a:xfrm>
            <a:off x="542787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dot105"/>
          <p:cNvSpPr/>
          <p:nvPr/>
        </p:nvSpPr>
        <p:spPr>
          <a:xfrm>
            <a:off x="55139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cell106"/>
          <p:cNvSpPr/>
          <p:nvPr/>
        </p:nvSpPr>
        <p:spPr>
          <a:xfrm>
            <a:off x="340156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dot107"/>
          <p:cNvSpPr/>
          <p:nvPr/>
        </p:nvSpPr>
        <p:spPr>
          <a:xfrm>
            <a:off x="3487686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cell108"/>
          <p:cNvSpPr/>
          <p:nvPr/>
        </p:nvSpPr>
        <p:spPr>
          <a:xfrm>
            <a:off x="390814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dot109"/>
          <p:cNvSpPr/>
          <p:nvPr/>
        </p:nvSpPr>
        <p:spPr>
          <a:xfrm>
            <a:off x="399426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cell110"/>
          <p:cNvSpPr/>
          <p:nvPr/>
        </p:nvSpPr>
        <p:spPr>
          <a:xfrm>
            <a:off x="441472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11"/>
          <p:cNvSpPr/>
          <p:nvPr/>
        </p:nvSpPr>
        <p:spPr>
          <a:xfrm>
            <a:off x="492130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12"/>
          <p:cNvSpPr/>
          <p:nvPr/>
        </p:nvSpPr>
        <p:spPr>
          <a:xfrm>
            <a:off x="542787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13" descr="십 칸 틀에 7개"/>
          <p:cNvSpPr/>
          <p:nvPr/>
        </p:nvSpPr>
        <p:spPr>
          <a:xfrm>
            <a:off x="3401568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5-label114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일곱 칠</a:t>
            </a:r>
            <a:endParaRPr lang="ko-KR" sz="2600" dirty="0"/>
          </a:p>
        </p:txBody>
      </p:sp>
      <p:sp>
        <p:nvSpPr>
          <p:cNvPr id="42" name="S05-cell115"/>
          <p:cNvSpPr/>
          <p:nvPr/>
        </p:nvSpPr>
        <p:spPr>
          <a:xfrm>
            <a:off x="625449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5-dot116"/>
          <p:cNvSpPr/>
          <p:nvPr/>
        </p:nvSpPr>
        <p:spPr>
          <a:xfrm>
            <a:off x="634061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cell117"/>
          <p:cNvSpPr/>
          <p:nvPr/>
        </p:nvSpPr>
        <p:spPr>
          <a:xfrm>
            <a:off x="676107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5-dot118"/>
          <p:cNvSpPr/>
          <p:nvPr/>
        </p:nvSpPr>
        <p:spPr>
          <a:xfrm>
            <a:off x="684719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cell119"/>
          <p:cNvSpPr/>
          <p:nvPr/>
        </p:nvSpPr>
        <p:spPr>
          <a:xfrm>
            <a:off x="726765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5-dot120"/>
          <p:cNvSpPr/>
          <p:nvPr/>
        </p:nvSpPr>
        <p:spPr>
          <a:xfrm>
            <a:off x="73537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5-cell121"/>
          <p:cNvSpPr/>
          <p:nvPr/>
        </p:nvSpPr>
        <p:spPr>
          <a:xfrm>
            <a:off x="777422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dot122"/>
          <p:cNvSpPr/>
          <p:nvPr/>
        </p:nvSpPr>
        <p:spPr>
          <a:xfrm>
            <a:off x="786034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cell123"/>
          <p:cNvSpPr/>
          <p:nvPr/>
        </p:nvSpPr>
        <p:spPr>
          <a:xfrm>
            <a:off x="828080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5-dot124"/>
          <p:cNvSpPr/>
          <p:nvPr/>
        </p:nvSpPr>
        <p:spPr>
          <a:xfrm>
            <a:off x="836692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cell125"/>
          <p:cNvSpPr/>
          <p:nvPr/>
        </p:nvSpPr>
        <p:spPr>
          <a:xfrm>
            <a:off x="625449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5-dot126"/>
          <p:cNvSpPr/>
          <p:nvPr/>
        </p:nvSpPr>
        <p:spPr>
          <a:xfrm>
            <a:off x="634061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cell127"/>
          <p:cNvSpPr/>
          <p:nvPr/>
        </p:nvSpPr>
        <p:spPr>
          <a:xfrm>
            <a:off x="676107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5-dot128"/>
          <p:cNvSpPr/>
          <p:nvPr/>
        </p:nvSpPr>
        <p:spPr>
          <a:xfrm>
            <a:off x="684719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5-cell129"/>
          <p:cNvSpPr/>
          <p:nvPr/>
        </p:nvSpPr>
        <p:spPr>
          <a:xfrm>
            <a:off x="726765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5-dot130"/>
          <p:cNvSpPr/>
          <p:nvPr/>
        </p:nvSpPr>
        <p:spPr>
          <a:xfrm>
            <a:off x="7353769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cell131"/>
          <p:cNvSpPr/>
          <p:nvPr/>
        </p:nvSpPr>
        <p:spPr>
          <a:xfrm>
            <a:off x="777422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5-cell132"/>
          <p:cNvSpPr/>
          <p:nvPr/>
        </p:nvSpPr>
        <p:spPr>
          <a:xfrm>
            <a:off x="828080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figure133" descr="십 칸 틀에 8개"/>
          <p:cNvSpPr/>
          <p:nvPr/>
        </p:nvSpPr>
        <p:spPr>
          <a:xfrm>
            <a:off x="6254496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1" name="S05-label13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여덟 팔</a:t>
            </a:r>
            <a:endParaRPr lang="ko-KR" sz="2600" dirty="0"/>
          </a:p>
        </p:txBody>
      </p:sp>
      <p:sp>
        <p:nvSpPr>
          <p:cNvPr id="62" name="S05-cell135"/>
          <p:cNvSpPr/>
          <p:nvPr/>
        </p:nvSpPr>
        <p:spPr>
          <a:xfrm>
            <a:off x="910742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5-dot136"/>
          <p:cNvSpPr/>
          <p:nvPr/>
        </p:nvSpPr>
        <p:spPr>
          <a:xfrm>
            <a:off x="919354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5-cell137"/>
          <p:cNvSpPr/>
          <p:nvPr/>
        </p:nvSpPr>
        <p:spPr>
          <a:xfrm>
            <a:off x="9614002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5-dot138"/>
          <p:cNvSpPr/>
          <p:nvPr/>
        </p:nvSpPr>
        <p:spPr>
          <a:xfrm>
            <a:off x="9700120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5-cell139"/>
          <p:cNvSpPr/>
          <p:nvPr/>
        </p:nvSpPr>
        <p:spPr>
          <a:xfrm>
            <a:off x="1012057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5-dot140"/>
          <p:cNvSpPr/>
          <p:nvPr/>
        </p:nvSpPr>
        <p:spPr>
          <a:xfrm>
            <a:off x="102066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cell141"/>
          <p:cNvSpPr/>
          <p:nvPr/>
        </p:nvSpPr>
        <p:spPr>
          <a:xfrm>
            <a:off x="10627157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5-dot142"/>
          <p:cNvSpPr/>
          <p:nvPr/>
        </p:nvSpPr>
        <p:spPr>
          <a:xfrm>
            <a:off x="1071327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5-cell143"/>
          <p:cNvSpPr/>
          <p:nvPr/>
        </p:nvSpPr>
        <p:spPr>
          <a:xfrm>
            <a:off x="1113373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dot144"/>
          <p:cNvSpPr/>
          <p:nvPr/>
        </p:nvSpPr>
        <p:spPr>
          <a:xfrm>
            <a:off x="1121985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cell145"/>
          <p:cNvSpPr/>
          <p:nvPr/>
        </p:nvSpPr>
        <p:spPr>
          <a:xfrm>
            <a:off x="910742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dot146"/>
          <p:cNvSpPr/>
          <p:nvPr/>
        </p:nvSpPr>
        <p:spPr>
          <a:xfrm>
            <a:off x="919354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cell147"/>
          <p:cNvSpPr/>
          <p:nvPr/>
        </p:nvSpPr>
        <p:spPr>
          <a:xfrm>
            <a:off x="9614002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5-dot148"/>
          <p:cNvSpPr/>
          <p:nvPr/>
        </p:nvSpPr>
        <p:spPr>
          <a:xfrm>
            <a:off x="9700120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6" name="S05-cell149"/>
          <p:cNvSpPr/>
          <p:nvPr/>
        </p:nvSpPr>
        <p:spPr>
          <a:xfrm>
            <a:off x="1012057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dot150"/>
          <p:cNvSpPr/>
          <p:nvPr/>
        </p:nvSpPr>
        <p:spPr>
          <a:xfrm>
            <a:off x="10206697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cell151"/>
          <p:cNvSpPr/>
          <p:nvPr/>
        </p:nvSpPr>
        <p:spPr>
          <a:xfrm>
            <a:off x="10627157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5-dot152"/>
          <p:cNvSpPr/>
          <p:nvPr/>
        </p:nvSpPr>
        <p:spPr>
          <a:xfrm>
            <a:off x="10713275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cell153"/>
          <p:cNvSpPr/>
          <p:nvPr/>
        </p:nvSpPr>
        <p:spPr>
          <a:xfrm>
            <a:off x="1113373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figure154" descr="십 칸 틀에 9개"/>
          <p:cNvSpPr/>
          <p:nvPr/>
        </p:nvSpPr>
        <p:spPr>
          <a:xfrm>
            <a:off x="9107424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2" name="S05-label155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아홉 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</a:t>
            </a:r>
            <a:endParaRPr lang="ko-KR" sz="4400" dirty="0"/>
          </a:p>
        </p:txBody>
      </p:sp>
      <p:sp>
        <p:nvSpPr>
          <p:cNvPr id="3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0이라고 쓰고 ‘영’이라고 읽어요.</a:t>
            </a:r>
            <a:endParaRPr lang="ko-KR" sz="3200" dirty="0"/>
          </a:p>
        </p:txBody>
      </p:sp>
      <p:sp>
        <p:nvSpPr>
          <p:cNvPr id="5" name="S06-cell158"/>
          <p:cNvSpPr/>
          <p:nvPr/>
        </p:nvSpPr>
        <p:spPr>
          <a:xfrm>
            <a:off x="129844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dot159"/>
          <p:cNvSpPr/>
          <p:nvPr/>
        </p:nvSpPr>
        <p:spPr>
          <a:xfrm>
            <a:off x="143057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cell160"/>
          <p:cNvSpPr/>
          <p:nvPr/>
        </p:nvSpPr>
        <p:spPr>
          <a:xfrm>
            <a:off x="207568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dot161"/>
          <p:cNvSpPr/>
          <p:nvPr/>
        </p:nvSpPr>
        <p:spPr>
          <a:xfrm>
            <a:off x="220781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cell162"/>
          <p:cNvSpPr/>
          <p:nvPr/>
        </p:nvSpPr>
        <p:spPr>
          <a:xfrm>
            <a:off x="285292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dot163"/>
          <p:cNvSpPr/>
          <p:nvPr/>
        </p:nvSpPr>
        <p:spPr>
          <a:xfrm>
            <a:off x="298505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cell164"/>
          <p:cNvSpPr/>
          <p:nvPr/>
        </p:nvSpPr>
        <p:spPr>
          <a:xfrm>
            <a:off x="363016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5"/>
          <p:cNvSpPr/>
          <p:nvPr/>
        </p:nvSpPr>
        <p:spPr>
          <a:xfrm>
            <a:off x="440740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6"/>
          <p:cNvSpPr/>
          <p:nvPr/>
        </p:nvSpPr>
        <p:spPr>
          <a:xfrm>
            <a:off x="129844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67"/>
          <p:cNvSpPr/>
          <p:nvPr/>
        </p:nvSpPr>
        <p:spPr>
          <a:xfrm>
            <a:off x="207568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68"/>
          <p:cNvSpPr/>
          <p:nvPr/>
        </p:nvSpPr>
        <p:spPr>
          <a:xfrm>
            <a:off x="285292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69"/>
          <p:cNvSpPr/>
          <p:nvPr/>
        </p:nvSpPr>
        <p:spPr>
          <a:xfrm>
            <a:off x="363016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0"/>
          <p:cNvSpPr/>
          <p:nvPr/>
        </p:nvSpPr>
        <p:spPr>
          <a:xfrm>
            <a:off x="440740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71" descr="십 칸 틀에 3개"/>
          <p:cNvSpPr/>
          <p:nvPr/>
        </p:nvSpPr>
        <p:spPr>
          <a:xfrm>
            <a:off x="1298448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→ 3</a:t>
            </a:r>
            <a:endParaRPr lang="ko-KR" sz="2600" dirty="0"/>
          </a:p>
        </p:txBody>
      </p:sp>
      <p:sp>
        <p:nvSpPr>
          <p:cNvPr id="20" name="S06-cell173"/>
          <p:cNvSpPr/>
          <p:nvPr/>
        </p:nvSpPr>
        <p:spPr>
          <a:xfrm>
            <a:off x="700430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4"/>
          <p:cNvSpPr/>
          <p:nvPr/>
        </p:nvSpPr>
        <p:spPr>
          <a:xfrm>
            <a:off x="778154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5"/>
          <p:cNvSpPr/>
          <p:nvPr/>
        </p:nvSpPr>
        <p:spPr>
          <a:xfrm>
            <a:off x="855878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6"/>
          <p:cNvSpPr/>
          <p:nvPr/>
        </p:nvSpPr>
        <p:spPr>
          <a:xfrm>
            <a:off x="933602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7"/>
          <p:cNvSpPr/>
          <p:nvPr/>
        </p:nvSpPr>
        <p:spPr>
          <a:xfrm>
            <a:off x="1011326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8"/>
          <p:cNvSpPr/>
          <p:nvPr/>
        </p:nvSpPr>
        <p:spPr>
          <a:xfrm>
            <a:off x="700430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79"/>
          <p:cNvSpPr/>
          <p:nvPr/>
        </p:nvSpPr>
        <p:spPr>
          <a:xfrm>
            <a:off x="778154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80"/>
          <p:cNvSpPr/>
          <p:nvPr/>
        </p:nvSpPr>
        <p:spPr>
          <a:xfrm>
            <a:off x="855878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81"/>
          <p:cNvSpPr/>
          <p:nvPr/>
        </p:nvSpPr>
        <p:spPr>
          <a:xfrm>
            <a:off x="933602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82"/>
          <p:cNvSpPr/>
          <p:nvPr/>
        </p:nvSpPr>
        <p:spPr>
          <a:xfrm>
            <a:off x="1011326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figure183" descr="십 칸 틀에 0개"/>
          <p:cNvSpPr/>
          <p:nvPr/>
        </p:nvSpPr>
        <p:spPr>
          <a:xfrm>
            <a:off x="7004304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8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 → 0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바르게 쓰기</a:t>
            </a:r>
            <a:endParaRPr lang="ko-KR" sz="4400" dirty="0"/>
          </a:p>
        </p:txBody>
      </p:sp>
      <p:sp>
        <p:nvSpPr>
          <p:cNvPr id="3" name="S07-tile185"/>
          <p:cNvSpPr txBox="1"/>
          <p:nvPr/>
        </p:nvSpPr>
        <p:spPr>
          <a:xfrm>
            <a:off x="6920911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3400" dirty="0"/>
          </a:p>
        </p:txBody>
      </p:sp>
      <p:sp>
        <p:nvSpPr>
          <p:cNvPr id="4" name="S07-tile186"/>
          <p:cNvSpPr txBox="1"/>
          <p:nvPr/>
        </p:nvSpPr>
        <p:spPr>
          <a:xfrm>
            <a:off x="7905025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5" name="S07-tile187"/>
          <p:cNvSpPr txBox="1"/>
          <p:nvPr/>
        </p:nvSpPr>
        <p:spPr>
          <a:xfrm>
            <a:off x="8889138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6" name="S07-tile188"/>
          <p:cNvSpPr txBox="1"/>
          <p:nvPr/>
        </p:nvSpPr>
        <p:spPr>
          <a:xfrm>
            <a:off x="9873252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7-tile189"/>
          <p:cNvSpPr txBox="1"/>
          <p:nvPr/>
        </p:nvSpPr>
        <p:spPr>
          <a:xfrm>
            <a:off x="10857366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8" name="S07-tile190"/>
          <p:cNvSpPr txBox="1"/>
          <p:nvPr/>
        </p:nvSpPr>
        <p:spPr>
          <a:xfrm>
            <a:off x="6920911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9" name="S07-tile191"/>
          <p:cNvSpPr txBox="1"/>
          <p:nvPr/>
        </p:nvSpPr>
        <p:spPr>
          <a:xfrm>
            <a:off x="7905025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0" name="S07-tile192"/>
          <p:cNvSpPr txBox="1"/>
          <p:nvPr/>
        </p:nvSpPr>
        <p:spPr>
          <a:xfrm>
            <a:off x="8889138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7-tile193"/>
          <p:cNvSpPr txBox="1"/>
          <p:nvPr/>
        </p:nvSpPr>
        <p:spPr>
          <a:xfrm>
            <a:off x="9873252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7-tile194"/>
          <p:cNvSpPr txBox="1"/>
          <p:nvPr/>
        </p:nvSpPr>
        <p:spPr>
          <a:xfrm>
            <a:off x="10857366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3" name="S07-stepno195"/>
          <p:cNvSpPr txBox="1"/>
          <p:nvPr/>
        </p:nvSpPr>
        <p:spPr>
          <a:xfrm>
            <a:off x="548640" y="238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07-text196"/>
          <p:cNvSpPr txBox="1"/>
          <p:nvPr/>
        </p:nvSpPr>
        <p:spPr>
          <a:xfrm>
            <a:off x="1325880" y="23413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공중에 크게 써요.</a:t>
            </a:r>
            <a:endParaRPr lang="ko-KR" sz="3200" dirty="0"/>
          </a:p>
        </p:txBody>
      </p:sp>
      <p:sp>
        <p:nvSpPr>
          <p:cNvPr id="15" name="S07-stepno197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7-text198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점선을 따라 써요.</a:t>
            </a:r>
            <a:endParaRPr lang="ko-KR" sz="3200" dirty="0"/>
          </a:p>
        </p:txBody>
      </p:sp>
      <p:sp>
        <p:nvSpPr>
          <p:cNvPr id="17" name="S07-stepno199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25880" y="421081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9, 2와 5를 헷갈리지 않게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8-text2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세고, 두 가지로 읽어요.</a:t>
            </a:r>
            <a:endParaRPr lang="ko-KR" sz="3200" dirty="0"/>
          </a:p>
        </p:txBody>
      </p:sp>
      <p:sp>
        <p:nvSpPr>
          <p:cNvPr id="4" name="S08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센 뒤에 “모두 몇 개?” 하고 마지막 수를 말해요.</a:t>
            </a:r>
            <a:endParaRPr lang="ko-KR" sz="3200" dirty="0"/>
          </a:p>
        </p:txBody>
      </p:sp>
      <p:sp>
        <p:nvSpPr>
          <p:cNvPr id="6" name="S08-chip2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205"/>
          <p:cNvSpPr/>
          <p:nvPr/>
        </p:nvSpPr>
        <p:spPr>
          <a:xfrm>
            <a:off x="26197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6"/>
          <p:cNvSpPr/>
          <p:nvPr/>
        </p:nvSpPr>
        <p:spPr>
          <a:xfrm>
            <a:off x="30769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7"/>
          <p:cNvSpPr/>
          <p:nvPr/>
        </p:nvSpPr>
        <p:spPr>
          <a:xfrm>
            <a:off x="35341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8"/>
          <p:cNvSpPr/>
          <p:nvPr/>
        </p:nvSpPr>
        <p:spPr>
          <a:xfrm>
            <a:off x="39913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9"/>
          <p:cNvSpPr/>
          <p:nvPr/>
        </p:nvSpPr>
        <p:spPr>
          <a:xfrm>
            <a:off x="26197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10"/>
          <p:cNvSpPr/>
          <p:nvPr/>
        </p:nvSpPr>
        <p:spPr>
          <a:xfrm>
            <a:off x="30769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11"/>
          <p:cNvSpPr/>
          <p:nvPr/>
        </p:nvSpPr>
        <p:spPr>
          <a:xfrm>
            <a:off x="35341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12"/>
          <p:cNvSpPr/>
          <p:nvPr/>
        </p:nvSpPr>
        <p:spPr>
          <a:xfrm>
            <a:off x="39913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figure213" descr="점 8개를 2줄 4개씩 놓은 배열"/>
          <p:cNvSpPr/>
          <p:nvPr/>
        </p:nvSpPr>
        <p:spPr>
          <a:xfrm>
            <a:off x="2532888" y="2011680"/>
            <a:ext cx="18288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8-chip2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08-dot215"/>
          <p:cNvSpPr/>
          <p:nvPr/>
        </p:nvSpPr>
        <p:spPr>
          <a:xfrm>
            <a:off x="25488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216"/>
          <p:cNvSpPr/>
          <p:nvPr/>
        </p:nvSpPr>
        <p:spPr>
          <a:xfrm>
            <a:off x="32346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17"/>
          <p:cNvSpPr/>
          <p:nvPr/>
        </p:nvSpPr>
        <p:spPr>
          <a:xfrm>
            <a:off x="39204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218" descr="점 3개를 1줄 3개씩 놓은 배열"/>
          <p:cNvSpPr/>
          <p:nvPr/>
        </p:nvSpPr>
        <p:spPr>
          <a:xfrm>
            <a:off x="2418588" y="3223260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chip2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2" name="S08-cell220"/>
          <p:cNvSpPr/>
          <p:nvPr/>
        </p:nvSpPr>
        <p:spPr>
          <a:xfrm>
            <a:off x="23042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dot221"/>
          <p:cNvSpPr/>
          <p:nvPr/>
        </p:nvSpPr>
        <p:spPr>
          <a:xfrm>
            <a:off x="23820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cell222"/>
          <p:cNvSpPr/>
          <p:nvPr/>
        </p:nvSpPr>
        <p:spPr>
          <a:xfrm>
            <a:off x="27614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dot223"/>
          <p:cNvSpPr/>
          <p:nvPr/>
        </p:nvSpPr>
        <p:spPr>
          <a:xfrm>
            <a:off x="28392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cell224"/>
          <p:cNvSpPr/>
          <p:nvPr/>
        </p:nvSpPr>
        <p:spPr>
          <a:xfrm>
            <a:off x="32186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dot225"/>
          <p:cNvSpPr/>
          <p:nvPr/>
        </p:nvSpPr>
        <p:spPr>
          <a:xfrm>
            <a:off x="32964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cell226"/>
          <p:cNvSpPr/>
          <p:nvPr/>
        </p:nvSpPr>
        <p:spPr>
          <a:xfrm>
            <a:off x="36758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227"/>
          <p:cNvSpPr/>
          <p:nvPr/>
        </p:nvSpPr>
        <p:spPr>
          <a:xfrm>
            <a:off x="37536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228"/>
          <p:cNvSpPr/>
          <p:nvPr/>
        </p:nvSpPr>
        <p:spPr>
          <a:xfrm>
            <a:off x="41330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229"/>
          <p:cNvSpPr/>
          <p:nvPr/>
        </p:nvSpPr>
        <p:spPr>
          <a:xfrm>
            <a:off x="42108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230"/>
          <p:cNvSpPr/>
          <p:nvPr/>
        </p:nvSpPr>
        <p:spPr>
          <a:xfrm>
            <a:off x="23042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231"/>
          <p:cNvSpPr/>
          <p:nvPr/>
        </p:nvSpPr>
        <p:spPr>
          <a:xfrm>
            <a:off x="238201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232"/>
          <p:cNvSpPr/>
          <p:nvPr/>
        </p:nvSpPr>
        <p:spPr>
          <a:xfrm>
            <a:off x="27614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33"/>
          <p:cNvSpPr/>
          <p:nvPr/>
        </p:nvSpPr>
        <p:spPr>
          <a:xfrm>
            <a:off x="32186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34"/>
          <p:cNvSpPr/>
          <p:nvPr/>
        </p:nvSpPr>
        <p:spPr>
          <a:xfrm>
            <a:off x="36758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35"/>
          <p:cNvSpPr/>
          <p:nvPr/>
        </p:nvSpPr>
        <p:spPr>
          <a:xfrm>
            <a:off x="41330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figure236" descr="십 칸 틀에 6개"/>
          <p:cNvSpPr/>
          <p:nvPr/>
        </p:nvSpPr>
        <p:spPr>
          <a:xfrm>
            <a:off x="230428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될까요?</a:t>
            </a:r>
            <a:endParaRPr lang="ko-KR" sz="4400" dirty="0"/>
          </a:p>
        </p:txBody>
      </p:sp>
      <p:sp>
        <p:nvSpPr>
          <p:cNvPr id="3" name="S09-card2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몇 개야?” 하고 물었어요.</a:t>
            </a:r>
            <a:endParaRPr lang="ko-KR" sz="3200" dirty="0"/>
          </a:p>
        </p:txBody>
      </p:sp>
      <p:sp>
        <p:nvSpPr>
          <p:cNvPr id="5" name="S09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좋은 방법일까요? 왜 그럴까요?</a:t>
            </a:r>
            <a:endParaRPr lang="ko-KR" sz="3200" dirty="0"/>
          </a:p>
        </p:txBody>
      </p:sp>
      <p:sp>
        <p:nvSpPr>
          <p:cNvPr id="7" name="S09-chip2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다시 세요</a:t>
            </a:r>
            <a:endParaRPr lang="ko-KR" sz="2600" dirty="0"/>
          </a:p>
        </p:txBody>
      </p:sp>
      <p:sp>
        <p:nvSpPr>
          <p:cNvPr id="8" name="S09-text2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다섯… 또 하나, 둘…</a:t>
            </a:r>
            <a:endParaRPr lang="ko-KR" sz="3200" dirty="0"/>
          </a:p>
        </p:txBody>
      </p:sp>
      <p:sp>
        <p:nvSpPr>
          <p:cNvPr id="9" name="S09-chip2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수를 말해요</a:t>
            </a:r>
            <a:endParaRPr lang="ko-KR" sz="2600" dirty="0"/>
          </a:p>
        </p:txBody>
      </p:sp>
      <p:sp>
        <p:nvSpPr>
          <p:cNvPr id="10" name="S09-dot244"/>
          <p:cNvSpPr/>
          <p:nvPr/>
        </p:nvSpPr>
        <p:spPr>
          <a:xfrm>
            <a:off x="73746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45"/>
          <p:cNvSpPr/>
          <p:nvPr/>
        </p:nvSpPr>
        <p:spPr>
          <a:xfrm>
            <a:off x="80604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46"/>
          <p:cNvSpPr/>
          <p:nvPr/>
        </p:nvSpPr>
        <p:spPr>
          <a:xfrm>
            <a:off x="87462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47"/>
          <p:cNvSpPr/>
          <p:nvPr/>
        </p:nvSpPr>
        <p:spPr>
          <a:xfrm>
            <a:off x="94320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48"/>
          <p:cNvSpPr/>
          <p:nvPr/>
        </p:nvSpPr>
        <p:spPr>
          <a:xfrm>
            <a:off x="101178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figure249" descr="점 5개를 1줄 5개씩 놓은 배열"/>
          <p:cNvSpPr/>
          <p:nvPr/>
        </p:nvSpPr>
        <p:spPr>
          <a:xfrm>
            <a:off x="7244334" y="3547618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-text25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“다섯! 모두 5개예요.”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봐요.</a:t>
            </a:r>
            <a:endParaRPr lang="ko-KR" sz="3200" dirty="0"/>
          </a:p>
        </p:txBody>
      </p:sp>
      <p:sp>
        <p:nvSpPr>
          <p:cNvPr id="4" name="S10-chip2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2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7개 놓아요.</a:t>
            </a:r>
            <a:endParaRPr lang="ko-KR" sz="3200" dirty="0"/>
          </a:p>
        </p:txBody>
      </p:sp>
      <p:sp>
        <p:nvSpPr>
          <p:cNvPr id="6" name="S10-chip2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두 가지로 읽어요.</a:t>
            </a:r>
            <a:endParaRPr lang="ko-KR" sz="3200" dirty="0"/>
          </a:p>
        </p:txBody>
      </p:sp>
      <p:sp>
        <p:nvSpPr>
          <p:cNvPr id="8" name="S10-chip2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돌이 하나도 없으면?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나타내는 것은?</a:t>
            </a:r>
            <a:endParaRPr lang="ko-KR" sz="4400" dirty="0"/>
          </a:p>
        </p:txBody>
      </p:sp>
      <p:sp>
        <p:nvSpPr>
          <p:cNvPr id="3" name="S11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1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cell261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dot262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cell263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dot264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cell265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dot266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cell267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dot268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cell269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dot270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1-cell271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dot272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1-cell273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74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7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7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figure277" descr="십 칸 틀에 6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chip27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4" name="S11-cell27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dot28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cell28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dot28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cell28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dot28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cell28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dot28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1-cell28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dot28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cell28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dot29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cell29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dot292"/>
          <p:cNvSpPr/>
          <p:nvPr/>
        </p:nvSpPr>
        <p:spPr>
          <a:xfrm>
            <a:off x="5175876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cell293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dot294"/>
          <p:cNvSpPr/>
          <p:nvPr/>
        </p:nvSpPr>
        <p:spPr>
          <a:xfrm>
            <a:off x="586655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1-cell295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dot296"/>
          <p:cNvSpPr/>
          <p:nvPr/>
        </p:nvSpPr>
        <p:spPr>
          <a:xfrm>
            <a:off x="655722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1-cell297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figure298" descr="십 칸 틀에 9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chip29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5" name="S11-dot300"/>
          <p:cNvSpPr/>
          <p:nvPr/>
        </p:nvSpPr>
        <p:spPr>
          <a:xfrm>
            <a:off x="83294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1-dot301"/>
          <p:cNvSpPr/>
          <p:nvPr/>
        </p:nvSpPr>
        <p:spPr>
          <a:xfrm>
            <a:off x="90152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1-dot302"/>
          <p:cNvSpPr/>
          <p:nvPr/>
        </p:nvSpPr>
        <p:spPr>
          <a:xfrm>
            <a:off x="97010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1-dot303"/>
          <p:cNvSpPr/>
          <p:nvPr/>
        </p:nvSpPr>
        <p:spPr>
          <a:xfrm>
            <a:off x="103868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1-dot304"/>
          <p:cNvSpPr/>
          <p:nvPr/>
        </p:nvSpPr>
        <p:spPr>
          <a:xfrm>
            <a:off x="110726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1-figure305" descr="점 5개를 1줄 5개씩 놓은 배열"/>
          <p:cNvSpPr/>
          <p:nvPr/>
        </p:nvSpPr>
        <p:spPr>
          <a:xfrm>
            <a:off x="8199120" y="323240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3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세고, 마지막에 센 수가 모두의 수예요.</a:t>
            </a:r>
            <a:endParaRPr lang="ko-KR" sz="3200" dirty="0"/>
          </a:p>
        </p:txBody>
      </p:sp>
      <p:sp>
        <p:nvSpPr>
          <p:cNvPr id="5" name="S12-chip3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짚으며 세기</a:t>
            </a:r>
            <a:endParaRPr lang="ko-KR" sz="2600" dirty="0"/>
          </a:p>
        </p:txBody>
      </p:sp>
      <p:sp>
        <p:nvSpPr>
          <p:cNvPr id="6" name="S12-chip3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번 세기</a:t>
            </a:r>
            <a:endParaRPr lang="ko-KR" sz="2600" dirty="0"/>
          </a:p>
        </p:txBody>
      </p:sp>
      <p:sp>
        <p:nvSpPr>
          <p:cNvPr id="7" name="S12-text3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3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손가락 8개를 펴요</a:t>
            </a:r>
            <a:endParaRPr lang="ko-KR" sz="2600" dirty="0"/>
          </a:p>
        </p:txBody>
      </p:sp>
      <p:sp>
        <p:nvSpPr>
          <p:cNvPr id="9" name="S12-text3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5를 두 가지로 읽어요</a:t>
            </a:r>
            <a:endParaRPr lang="ko-KR" sz="2600" dirty="0"/>
          </a:p>
        </p:txBody>
      </p:sp>
      <p:sp>
        <p:nvSpPr>
          <p:cNvPr id="10" name="S12-text3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없으면 무슨 수?</a:t>
            </a:r>
            <a:endParaRPr lang="ko-KR" sz="2600" dirty="0"/>
          </a:p>
        </p:txBody>
      </p:sp>
      <p:sp>
        <p:nvSpPr>
          <p:cNvPr id="11" name="S12-text3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수의 순서와 크기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짝 지어요</a:t>
            </a:r>
            <a:endParaRPr lang="ko-KR" sz="4400" dirty="0"/>
          </a:p>
        </p:txBody>
      </p:sp>
      <p:sp>
        <p:nvSpPr>
          <p:cNvPr id="3" name="S13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짓고 남는 쪽이 더 많아요.</a:t>
            </a:r>
            <a:endParaRPr lang="ko-KR" sz="3200" dirty="0"/>
          </a:p>
        </p:txBody>
      </p:sp>
      <p:sp>
        <p:nvSpPr>
          <p:cNvPr id="5" name="S13-dot317"/>
          <p:cNvSpPr/>
          <p:nvPr/>
        </p:nvSpPr>
        <p:spPr>
          <a:xfrm>
            <a:off x="20002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3-dot318"/>
          <p:cNvSpPr/>
          <p:nvPr/>
        </p:nvSpPr>
        <p:spPr>
          <a:xfrm>
            <a:off x="26860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19"/>
          <p:cNvSpPr/>
          <p:nvPr/>
        </p:nvSpPr>
        <p:spPr>
          <a:xfrm>
            <a:off x="33718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20"/>
          <p:cNvSpPr/>
          <p:nvPr/>
        </p:nvSpPr>
        <p:spPr>
          <a:xfrm>
            <a:off x="40576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figure321" descr="점 4개를 1줄 4개씩 놓은 배열"/>
          <p:cNvSpPr/>
          <p:nvPr/>
        </p:nvSpPr>
        <p:spPr>
          <a:xfrm>
            <a:off x="1869948" y="26208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3-label32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4개</a:t>
            </a:r>
            <a:endParaRPr lang="ko-KR" sz="2600" dirty="0"/>
          </a:p>
        </p:txBody>
      </p:sp>
      <p:sp>
        <p:nvSpPr>
          <p:cNvPr id="11" name="S13-dot323"/>
          <p:cNvSpPr/>
          <p:nvPr/>
        </p:nvSpPr>
        <p:spPr>
          <a:xfrm>
            <a:off x="73632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24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25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26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27"/>
          <p:cNvSpPr/>
          <p:nvPr/>
        </p:nvSpPr>
        <p:spPr>
          <a:xfrm>
            <a:off x="101064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figure328" descr="점 5개를 1줄 5개씩 놓은 배열"/>
          <p:cNvSpPr/>
          <p:nvPr/>
        </p:nvSpPr>
        <p:spPr>
          <a:xfrm>
            <a:off x="7232904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3-label32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9까지의 수</dc:title>
  <dc:subject>KR22-G01-MAT-NUM9-L01</dc:subject>
  <dc:creator>education-ppt</dc:creator>
  <cp:lastModifiedBy>education-ppt</cp:lastModifiedBy>
  <cp:revision>1</cp:revision>
  <dcterms:created xsi:type="dcterms:W3CDTF">2026-10-26T06:02:26Z</dcterms:created>
  <dcterms:modified xsi:type="dcterms:W3CDTF">2026-10-26T06:02:26Z</dcterms:modified>
</cp:coreProperties>
</file>