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6e98aeb-2328-0ab2-0aba-37ce48060b90}">
          <p14:sldIdLst>
            <p14:sldId id="256"/>
            <p14:sldId id="257"/>
          </p14:sldIdLst>
        </p14:section>
        <p14:section name="개념" id="{46b7b5ab-1688-f46d-e8dc-a76a9dd7f2a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6f5cafb-e391-a74f-9e8f-0f368071160b}">
          <p14:sldIdLst>
            <p14:sldId id="263"/>
            <p14:sldId id="264"/>
          </p14:sldIdLst>
        </p14:section>
        <p14:section name="확인" id="{c16beeab-f3a2-65ca-bdf5-c64a95f62805}">
          <p14:sldIdLst>
            <p14:sldId id="265"/>
            <p14:sldId id="266"/>
          </p14:sldIdLst>
        </p14:section>
        <p14:section name="정리" id="{02506a0a-bd01-06b4-8fd4-c897cad3cc8f}">
          <p14:sldIdLst>
            <p14:sldId id="267"/>
          </p14:sldIdLst>
        </p14:section>
        <p14:section name="보충" id="{4e98ceab-4952-a9b0-9efa-a26133d5e01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세기에 흥미를 갖게 합니다.
시간: 약 2분
이렇게 말해 보세요
- “오른쪽 그림에 동그라미가 몇 개 있을까? 오늘은 하나씩 세는 방법을 배워 볼 거야.”
예상 답
- “일곱 개요.” / “몰라요.”
주의
- 답이 틀려도 괜찮습니다. 오늘 끝날 때 다시 세어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세지 않고도 하나씩 짝 지어 많고 적음을 비교할 수 있는지 확인합니다.
시간: 약 3분
이렇게 말해 보세요
- “가와 나 중에서 동그라미가 더 많은 쪽은 어디야?”
- “어떻게 알았어?”
정답
- 나가 더 많습니다(가 4개, 나 6개).
막히면
- 바둑돌로 가 4개, 나 6개를 위아래로 하나씩 짝 지어 놓고 남는 쪽을 찾게 합니다.
- 짝 짓기가 어려우면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하나씩 세기 시범]
목적: 하나씩 짚으며 세고, 마지막 수가 전체 개수임을 시범으로 보여 줍니다.
시간: 약 4분
이렇게 말해 보세요
- “엄마(아빠)가 먼저 세어 볼게. 하나, 둘, 셋, 넷, 다섯. 그래서 모두 다섯 개!”
- “이번엔 네가 손가락으로 짚으면서 세어 볼래?”
예상 답
- “다섯 개요.”
막히면
- 바둑돌 5개를 놓고, 센 돌을 옆으로 하나씩 옮기며 세게 합니다(M1).
주의
- 다 센 뒤 “그래서 모두 몇 개?”라고 꼭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1~5 읽기]
목적: 점의 개수와 숫자, 두 가지 읽는 말을 연결합니다.
시간: 약 4분
이렇게 말해 보세요
- “사과를 셀 때는 ‘하나, 둘’, 몇 층인지 말할 때는 ‘일 층, 이 층’이라고 하지? 수는 두 가지로 읽어.”
- “3을 두 가지로 읽어 볼래?”
예상 답
- “셋, 삼.”
막히면
- 손가락을 하나씩 펴며 ‘하나·일, 둘·이’를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6~9 읽기]
목적: 다섯 칸 묶음을 이용해 6~9를 빠르게 알아보고 읽습니다.
시간: 약 4분
이렇게 말해 보세요
- “윗줄 다섯 칸이 꽉 찼지? 그러면 다섯이야. 아랫줄에 하나 더 있으면?”
- “8은 다섯과 몇이야?”
예상 답
- “여섯이요.” “다섯이랑 셋이요.”
막히면
- 바둑돌로 윗줄 5개를 먼저 놓고 아랫줄에 하나씩 더하며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0의 뜻]
목적: 아무것도 없는 것을 수 0으로 나타낼 수 있음을 압니다.
시간: 약 3분
이렇게 말해 보세요
- “접시에 사탕이 세 개 있다가 다 먹었어. 이제 몇 개야?”
- “하나도 없는 것도 수로 쓸 수 있어. 0이라고 써.”
예상 답
- “없어요.” → “0개요.”
막히면
- 빈 컵을 보여 주고 “컵 안의 돌은 몇 개?”라고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숫자 쓰기]
목적: 숫자 모양을 익히고 자주 뒤집어 쓰는 숫자를 확인합니다.
시간: 약 4분
이렇게 말해 보세요
- “같이 공중에 2를 크게 써 보자. 어디서 시작하지?”
- “주황색 테두리 숫자는 헷갈리기 쉬운 숫자야. 6과 9는 어떻게 달라?”
예상 답
- “6은 동그라미가 아래, 9는 위에 있어요.”
막히면
- 부모가 아이 손등에 손을 얹고 함께 써 봅니다(M3).
주의
-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연습]
목적: 도움을 받으며 세기와 읽기를 연습합니다.
시간: 약 5분
이렇게 말해 보세요
- “①은 몇 개야? 짚으면서 세어 봐.”
- “그 수를 다른 말로도 읽어 볼래?”
정답
- ① 8개(여덟, 팔)
- ② 3개(셋, 삼)
- ③ 6개(여섯, 육)
막히면
- ①은 윗줄 4개를 먼저 세고 아랫줄로 이어서 세게 합니다.
- ③은 윗줄이 꽉 찬 다섯에서 이어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비교]
목적: 마지막에 센 수가 전체 개수라는 것을 확인합니다(M2).
시간: 약 3분
이렇게 말해 보세요
- “두 친구 중 누가 ‘모두 몇 개’에 바로 대답했어?”
예상 답
- “오른쪽이요. 마지막에 센 다섯이 모두니까요.”
정답
- 오른쪽: 마지막에 센 수가 모두의 개수입니다. 다시 셀 필요가 없습니다.
막히면
- 바둑돌 5개를 세게 한 뒤 손으로 덮고 “방금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세기·읽기·0을 할 수 있는지 확인합니다.
시간: 약 5분
이렇게 말해 보세요
- “이번에는 혼자 해 볼래? 다 하면 엄마(아빠)에게 보여 줘.”
정답
- ① 돌 7개를 놓고 “일곱” 또는 “칠”이라고 말합니다.
- ② 넷, 사
- ③ 0(영)
막히면
- ①에서 개수가 틀리면 놓은 돌을 하나씩 옮기며 다시 세게 합니다.
- 도움을 받아 성공했다면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그림에서 세어 수와 연결하는지 확인합니다.
시간: 약 3분
이렇게 말해 보세요
- “6은 어느 그림일까? 어떻게 알았어?”
정답
- 가(윗줄 5개 + 아랫줄 1개 = 6). 나는 9, 다는 5입니다.
막히면
- 각 그림을 하나씩 짚으며 세게 합니다.
주의
- S01의 그림(7개)도 다시 세어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풀 복습을 알려 줍니다.
시간: 약 2분
이렇게 말해 보세요
- “오늘 배운 것을 말해 볼래? 어떻게 세면 될까?”
예상 답
- “하나씩 짚으면서 세요. 마지막 수가 모두예요.”
정답
- ① 손가락 8개 ② 다섯, 오 ③ 0(영)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보충(짝 짓기)]
목적: S02에서 많고 적음을 비교하지 못하면 짝 짓기부터 연습합니다.
시간: 약 5분
이렇게 말해 보세요
- “컵 하나에 숟가락 하나씩 놓아 보자. 무엇이 남았어?”
정답
- 숟가락이 1개 남습니다. 숟가락이 더 많습니다.
막히면
- 실제 컵과 숟가락으로 해 봅니다.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1개의 십 칸 틀 중 1번째: 모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1개의 십 칸 틀 중 1번째: 모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1개의 십 칸 틀 중 1번째: 모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1개의 십 칸 틀 중 1번째: 모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1개의 십 칸 틀 중 1번째: 모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1개의 십 칸 틀 중 1번째: 모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26197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0769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35341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39913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26197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0769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35341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39913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253288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25488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2346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39204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241858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3042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23820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27614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28392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2186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2964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36758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37536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1330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2108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3042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238201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27614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2186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36758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1330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1개의 십 칸 틀 중 1번째: 모두 6개"/>
          <p:cNvSpPr/>
          <p:nvPr/>
        </p:nvSpPr>
        <p:spPr>
          <a:xfrm>
            <a:off x="230428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1개의 십 칸 틀 중 1번째: 모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1개의 십 칸 틀 중 1번째: 모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2026-10-26T06:38:11Z</dcterms:created>
  <dcterms:modified xsi:type="dcterms:W3CDTF">2026-10-26T06:38:11Z</dcterms:modified>
</cp:coreProperties>
</file>