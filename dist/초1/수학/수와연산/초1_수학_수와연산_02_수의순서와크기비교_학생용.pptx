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c84076e-5d6c-cfd9-28e7-44572bceebb4}">
          <p14:sldIdLst>
            <p14:sldId id="256"/>
            <p14:sldId id="257"/>
          </p14:sldIdLst>
        </p14:section>
        <p14:section name="개념" id="{cfca648e-dc5a-b1ea-82c9-188e105699e5}">
          <p14:sldIdLst>
            <p14:sldId id="258"/>
            <p14:sldId id="259"/>
            <p14:sldId id="260"/>
            <p14:sldId id="261"/>
          </p14:sldIdLst>
        </p14:section>
        <p14:section name="연습" id="{f0e8c7d5-4f78-0060-3eb5-82523dcf82e5}">
          <p14:sldIdLst>
            <p14:sldId id="262"/>
            <p14:sldId id="263"/>
            <p14:sldId id="264"/>
          </p14:sldIdLst>
        </p14:section>
        <p14:section name="확인" id="{e0b4b7a8-d4d7-a4a5-12c9-f46b5cda9f36}">
          <p14:sldIdLst>
            <p14:sldId id="265"/>
            <p14:sldId id="266"/>
          </p14:sldIdLst>
        </p14:section>
        <p14:section name="정리" id="{4c12d5e4-a01c-f3b7-1d26-12100e10e3a9}">
          <p14:sldIdLst>
            <p14:sldId id="267"/>
          </p14:sldIdLst>
        </p14:section>
        <p14:section name="보충" id="{7a35d89c-7190-f74f-60ff-842746dab2e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순서와 크기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십 칸 틀에 3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십 칸 틀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3864356"/>
            <a:ext cx="10725912" cy="2262124"/>
          </a:xfrm>
          <a:prstGeom prst="roundRect">
            <a:avLst>
              <a:gd name="adj" fmla="val 485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001516"/>
            <a:ext cx="10177272" cy="198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0부터 9까지 순서대로 세요.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1만큼 더 큰 수, 작은 수를 알아요.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두 수 중 더 큰 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2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 보고, 수를 두 가지로 읽어요.</a:t>
            </a:r>
            <a:endParaRPr lang="ko-KR" sz="3200" dirty="0"/>
          </a:p>
        </p:txBody>
      </p:sp>
      <p:sp>
        <p:nvSpPr>
          <p:cNvPr id="4" name="S02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35"/>
          <p:cNvSpPr/>
          <p:nvPr/>
        </p:nvSpPr>
        <p:spPr>
          <a:xfrm>
            <a:off x="184708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dot36"/>
          <p:cNvSpPr/>
          <p:nvPr/>
        </p:nvSpPr>
        <p:spPr>
          <a:xfrm>
            <a:off x="195590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cell37"/>
          <p:cNvSpPr/>
          <p:nvPr/>
        </p:nvSpPr>
        <p:spPr>
          <a:xfrm>
            <a:off x="248716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dot38"/>
          <p:cNvSpPr/>
          <p:nvPr/>
        </p:nvSpPr>
        <p:spPr>
          <a:xfrm>
            <a:off x="259598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cell39"/>
          <p:cNvSpPr/>
          <p:nvPr/>
        </p:nvSpPr>
        <p:spPr>
          <a:xfrm>
            <a:off x="312724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dot40"/>
          <p:cNvSpPr/>
          <p:nvPr/>
        </p:nvSpPr>
        <p:spPr>
          <a:xfrm>
            <a:off x="323606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cell41"/>
          <p:cNvSpPr/>
          <p:nvPr/>
        </p:nvSpPr>
        <p:spPr>
          <a:xfrm>
            <a:off x="376732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dot42"/>
          <p:cNvSpPr/>
          <p:nvPr/>
        </p:nvSpPr>
        <p:spPr>
          <a:xfrm>
            <a:off x="387614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cell43"/>
          <p:cNvSpPr/>
          <p:nvPr/>
        </p:nvSpPr>
        <p:spPr>
          <a:xfrm>
            <a:off x="440740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dot44"/>
          <p:cNvSpPr/>
          <p:nvPr/>
        </p:nvSpPr>
        <p:spPr>
          <a:xfrm>
            <a:off x="451622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cell45"/>
          <p:cNvSpPr/>
          <p:nvPr/>
        </p:nvSpPr>
        <p:spPr>
          <a:xfrm>
            <a:off x="184708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dot46"/>
          <p:cNvSpPr/>
          <p:nvPr/>
        </p:nvSpPr>
        <p:spPr>
          <a:xfrm>
            <a:off x="195590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cell47"/>
          <p:cNvSpPr/>
          <p:nvPr/>
        </p:nvSpPr>
        <p:spPr>
          <a:xfrm>
            <a:off x="248716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dot48"/>
          <p:cNvSpPr/>
          <p:nvPr/>
        </p:nvSpPr>
        <p:spPr>
          <a:xfrm>
            <a:off x="259598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2-cell49"/>
          <p:cNvSpPr/>
          <p:nvPr/>
        </p:nvSpPr>
        <p:spPr>
          <a:xfrm>
            <a:off x="312724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cell50"/>
          <p:cNvSpPr/>
          <p:nvPr/>
        </p:nvSpPr>
        <p:spPr>
          <a:xfrm>
            <a:off x="376732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51"/>
          <p:cNvSpPr/>
          <p:nvPr/>
        </p:nvSpPr>
        <p:spPr>
          <a:xfrm>
            <a:off x="440740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52" descr="십 칸 틀에 7개"/>
          <p:cNvSpPr/>
          <p:nvPr/>
        </p:nvSpPr>
        <p:spPr>
          <a:xfrm>
            <a:off x="1847088" y="2011680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5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dot54"/>
          <p:cNvSpPr/>
          <p:nvPr/>
        </p:nvSpPr>
        <p:spPr>
          <a:xfrm>
            <a:off x="22059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2-dot55"/>
          <p:cNvSpPr/>
          <p:nvPr/>
        </p:nvSpPr>
        <p:spPr>
          <a:xfrm>
            <a:off x="28917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2-dot56"/>
          <p:cNvSpPr/>
          <p:nvPr/>
        </p:nvSpPr>
        <p:spPr>
          <a:xfrm>
            <a:off x="35775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dot57"/>
          <p:cNvSpPr/>
          <p:nvPr/>
        </p:nvSpPr>
        <p:spPr>
          <a:xfrm>
            <a:off x="42633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2-figure58" descr="점 4개를 1줄 4개씩 놓은 배열"/>
          <p:cNvSpPr/>
          <p:nvPr/>
        </p:nvSpPr>
        <p:spPr>
          <a:xfrm>
            <a:off x="2075688" y="3771900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2-chip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0" name="S02-text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세어요</a:t>
            </a:r>
            <a:endParaRPr lang="ko-KR" sz="4400" dirty="0"/>
          </a:p>
        </p:txBody>
      </p:sp>
      <p:sp>
        <p:nvSpPr>
          <p:cNvPr id="3" name="S03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수가 1만큼씩 커져요.</a:t>
            </a:r>
            <a:endParaRPr lang="ko-KR" sz="3200" dirty="0"/>
          </a:p>
        </p:txBody>
      </p:sp>
      <p:sp>
        <p:nvSpPr>
          <p:cNvPr id="5" name="S03-card63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64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앞으로: 0, 1, 2, … 9</a:t>
            </a:r>
            <a:endParaRPr lang="ko-KR" sz="3200" dirty="0"/>
          </a:p>
        </p:txBody>
      </p:sp>
      <p:sp>
        <p:nvSpPr>
          <p:cNvPr id="7" name="S03-card65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66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거꾸로: 9, 8, 7, … 0</a:t>
            </a:r>
            <a:endParaRPr lang="ko-KR" sz="3200" dirty="0"/>
          </a:p>
        </p:txBody>
      </p:sp>
      <p:sp>
        <p:nvSpPr>
          <p:cNvPr id="9" name="S03-line67"/>
          <p:cNvSpPr/>
          <p:nvPr/>
        </p:nvSpPr>
        <p:spPr>
          <a:xfrm>
            <a:off x="685800" y="245999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03-line68"/>
          <p:cNvSpPr/>
          <p:nvPr/>
        </p:nvSpPr>
        <p:spPr>
          <a:xfrm>
            <a:off x="96012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label69"/>
          <p:cNvSpPr txBox="1"/>
          <p:nvPr/>
        </p:nvSpPr>
        <p:spPr>
          <a:xfrm>
            <a:off x="50292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2" name="S03-line70"/>
          <p:cNvSpPr/>
          <p:nvPr/>
        </p:nvSpPr>
        <p:spPr>
          <a:xfrm>
            <a:off x="210108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label71"/>
          <p:cNvSpPr txBox="1"/>
          <p:nvPr/>
        </p:nvSpPr>
        <p:spPr>
          <a:xfrm>
            <a:off x="164388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03-line72"/>
          <p:cNvSpPr/>
          <p:nvPr/>
        </p:nvSpPr>
        <p:spPr>
          <a:xfrm>
            <a:off x="324205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label73"/>
          <p:cNvSpPr txBox="1"/>
          <p:nvPr/>
        </p:nvSpPr>
        <p:spPr>
          <a:xfrm>
            <a:off x="278485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6" name="S03-line74"/>
          <p:cNvSpPr/>
          <p:nvPr/>
        </p:nvSpPr>
        <p:spPr>
          <a:xfrm>
            <a:off x="438302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label75"/>
          <p:cNvSpPr txBox="1"/>
          <p:nvPr/>
        </p:nvSpPr>
        <p:spPr>
          <a:xfrm>
            <a:off x="392582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3-line76"/>
          <p:cNvSpPr/>
          <p:nvPr/>
        </p:nvSpPr>
        <p:spPr>
          <a:xfrm>
            <a:off x="552399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label77"/>
          <p:cNvSpPr txBox="1"/>
          <p:nvPr/>
        </p:nvSpPr>
        <p:spPr>
          <a:xfrm>
            <a:off x="506679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0" name="S03-line78"/>
          <p:cNvSpPr/>
          <p:nvPr/>
        </p:nvSpPr>
        <p:spPr>
          <a:xfrm>
            <a:off x="666496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label79"/>
          <p:cNvSpPr txBox="1"/>
          <p:nvPr/>
        </p:nvSpPr>
        <p:spPr>
          <a:xfrm>
            <a:off x="620776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" name="S03-line80"/>
          <p:cNvSpPr/>
          <p:nvPr/>
        </p:nvSpPr>
        <p:spPr>
          <a:xfrm>
            <a:off x="780592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label81"/>
          <p:cNvSpPr txBox="1"/>
          <p:nvPr/>
        </p:nvSpPr>
        <p:spPr>
          <a:xfrm>
            <a:off x="734872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4" name="S03-line82"/>
          <p:cNvSpPr/>
          <p:nvPr/>
        </p:nvSpPr>
        <p:spPr>
          <a:xfrm>
            <a:off x="894689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3-label83"/>
          <p:cNvSpPr txBox="1"/>
          <p:nvPr/>
        </p:nvSpPr>
        <p:spPr>
          <a:xfrm>
            <a:off x="848969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6" name="S03-line84"/>
          <p:cNvSpPr/>
          <p:nvPr/>
        </p:nvSpPr>
        <p:spPr>
          <a:xfrm>
            <a:off x="1008786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3-label85"/>
          <p:cNvSpPr txBox="1"/>
          <p:nvPr/>
        </p:nvSpPr>
        <p:spPr>
          <a:xfrm>
            <a:off x="963066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8" name="S03-line86"/>
          <p:cNvSpPr/>
          <p:nvPr/>
        </p:nvSpPr>
        <p:spPr>
          <a:xfrm>
            <a:off x="1122883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3-label87"/>
          <p:cNvSpPr txBox="1"/>
          <p:nvPr/>
        </p:nvSpPr>
        <p:spPr>
          <a:xfrm>
            <a:off x="1077163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0" name="S03-figure88" descr="0부터 9까지 1씩 눈금이 있는 수직선"/>
          <p:cNvSpPr/>
          <p:nvPr/>
        </p:nvSpPr>
        <p:spPr>
          <a:xfrm>
            <a:off x="685800" y="227711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큰 수</a:t>
            </a:r>
            <a:endParaRPr lang="ko-KR" sz="4400" dirty="0"/>
          </a:p>
        </p:txBody>
      </p:sp>
      <p:sp>
        <p:nvSpPr>
          <p:cNvPr id="3" name="S04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3200" dirty="0"/>
          </a:p>
        </p:txBody>
      </p:sp>
      <p:sp>
        <p:nvSpPr>
          <p:cNvPr id="4" name="S0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큰 수는 5예요.</a:t>
            </a:r>
            <a:endParaRPr lang="ko-KR" sz="3200" dirty="0"/>
          </a:p>
        </p:txBody>
      </p:sp>
      <p:sp>
        <p:nvSpPr>
          <p:cNvPr id="6" name="S04-cell92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dot93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cell94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dot95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cell96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97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98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99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0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101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102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103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104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105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figure106" descr="십 칸 틀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10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4-cell108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09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0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1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2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3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4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5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cell116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dot117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4-cell118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119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cell120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cell121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cell122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figure123" descr="십 칸 틀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4-label12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작은 수</a:t>
            </a:r>
            <a:endParaRPr lang="ko-KR" sz="4400" dirty="0"/>
          </a:p>
        </p:txBody>
      </p:sp>
      <p:sp>
        <p:nvSpPr>
          <p:cNvPr id="3" name="S05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3200" dirty="0"/>
          </a:p>
        </p:txBody>
      </p:sp>
      <p:sp>
        <p:nvSpPr>
          <p:cNvPr id="4" name="S05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작은 수는 3이에요.</a:t>
            </a:r>
            <a:endParaRPr lang="ko-KR" sz="3200" dirty="0"/>
          </a:p>
        </p:txBody>
      </p:sp>
      <p:sp>
        <p:nvSpPr>
          <p:cNvPr id="6" name="S05-cell128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dot129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cell130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dot131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cell132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dot133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cell134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dot135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cell136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137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138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3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40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41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42" descr="십 칸 틀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43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5-cell144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dot145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cell146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dot147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cell148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dot149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cell150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151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152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53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54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55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56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figure157" descr="십 칸 틀에 3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5-label15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비교하기</a:t>
            </a:r>
            <a:endParaRPr lang="ko-KR" sz="4400" dirty="0"/>
          </a:p>
        </p:txBody>
      </p:sp>
      <p:sp>
        <p:nvSpPr>
          <p:cNvPr id="3" name="S06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지어 봐요.</a:t>
            </a:r>
            <a:endParaRPr lang="ko-KR" sz="3200" dirty="0"/>
          </a:p>
        </p:txBody>
      </p:sp>
      <p:sp>
        <p:nvSpPr>
          <p:cNvPr id="4" name="S06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4보다 커요. 4는 6보다 작아요.</a:t>
            </a:r>
            <a:endParaRPr lang="ko-KR" sz="3200" dirty="0"/>
          </a:p>
        </p:txBody>
      </p:sp>
      <p:sp>
        <p:nvSpPr>
          <p:cNvPr id="6" name="S06-card16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6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6, 아랫줄 4</a:t>
            </a:r>
            <a:endParaRPr lang="ko-KR" sz="3200" dirty="0"/>
          </a:p>
        </p:txBody>
      </p:sp>
      <p:sp>
        <p:nvSpPr>
          <p:cNvPr id="8" name="S06-card16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6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윗줄이 2개 남아요</a:t>
            </a:r>
            <a:endParaRPr lang="ko-KR" sz="3200" dirty="0"/>
          </a:p>
        </p:txBody>
      </p:sp>
      <p:sp>
        <p:nvSpPr>
          <p:cNvPr id="10" name="S06-cell166"/>
          <p:cNvSpPr/>
          <p:nvPr/>
        </p:nvSpPr>
        <p:spPr>
          <a:xfrm>
            <a:off x="30769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67"/>
          <p:cNvSpPr/>
          <p:nvPr/>
        </p:nvSpPr>
        <p:spPr>
          <a:xfrm>
            <a:off x="408279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8"/>
          <p:cNvSpPr/>
          <p:nvPr/>
        </p:nvSpPr>
        <p:spPr>
          <a:xfrm>
            <a:off x="508863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9"/>
          <p:cNvSpPr/>
          <p:nvPr/>
        </p:nvSpPr>
        <p:spPr>
          <a:xfrm>
            <a:off x="609447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70"/>
          <p:cNvSpPr/>
          <p:nvPr/>
        </p:nvSpPr>
        <p:spPr>
          <a:xfrm>
            <a:off x="710031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71"/>
          <p:cNvSpPr/>
          <p:nvPr/>
        </p:nvSpPr>
        <p:spPr>
          <a:xfrm>
            <a:off x="81061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72"/>
          <p:cNvSpPr/>
          <p:nvPr/>
        </p:nvSpPr>
        <p:spPr>
          <a:xfrm>
            <a:off x="307695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3"/>
          <p:cNvSpPr/>
          <p:nvPr/>
        </p:nvSpPr>
        <p:spPr>
          <a:xfrm>
            <a:off x="408279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74"/>
          <p:cNvSpPr/>
          <p:nvPr/>
        </p:nvSpPr>
        <p:spPr>
          <a:xfrm>
            <a:off x="508863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75"/>
          <p:cNvSpPr/>
          <p:nvPr/>
        </p:nvSpPr>
        <p:spPr>
          <a:xfrm>
            <a:off x="609447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76"/>
          <p:cNvSpPr/>
          <p:nvPr/>
        </p:nvSpPr>
        <p:spPr>
          <a:xfrm>
            <a:off x="710031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7"/>
          <p:cNvSpPr/>
          <p:nvPr/>
        </p:nvSpPr>
        <p:spPr>
          <a:xfrm>
            <a:off x="810615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figure178" descr="윗줄 6칸, 아랫줄 4칸을 색칠한 2줄 6칸 격자. 아랫줄 오른쪽 2칸이 비어 있다"/>
          <p:cNvSpPr/>
          <p:nvPr/>
        </p:nvSpPr>
        <p:spPr>
          <a:xfrm>
            <a:off x="3076956" y="2011680"/>
            <a:ext cx="60350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수</a:t>
            </a:r>
            <a:endParaRPr lang="ko-KR" sz="4400" dirty="0"/>
          </a:p>
        </p:txBody>
      </p:sp>
      <p:sp>
        <p:nvSpPr>
          <p:cNvPr id="3" name="S07-text1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200" dirty="0"/>
          </a:p>
        </p:txBody>
      </p:sp>
      <p:sp>
        <p:nvSpPr>
          <p:cNvPr id="4" name="S07-card1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카드를 늘어놓고 짚으며 세어요.</a:t>
            </a:r>
            <a:endParaRPr lang="ko-KR" sz="3200" dirty="0"/>
          </a:p>
        </p:txBody>
      </p:sp>
      <p:sp>
        <p:nvSpPr>
          <p:cNvPr id="6" name="S07-chip1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eqtext1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4, □, 6</a:t>
            </a:r>
            <a:endParaRPr lang="ko-KR" sz="3600" dirty="0"/>
          </a:p>
        </p:txBody>
      </p:sp>
      <p:sp>
        <p:nvSpPr>
          <p:cNvPr id="8" name="S07-chip1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eqtext1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8, □, 6</a:t>
            </a:r>
            <a:endParaRPr lang="ko-KR" sz="3600" dirty="0"/>
          </a:p>
        </p:txBody>
      </p:sp>
      <p:sp>
        <p:nvSpPr>
          <p:cNvPr id="10" name="S07-chip1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5보다 1만큼 더 큰 수</a:t>
            </a:r>
            <a:endParaRPr lang="ko-KR" sz="3200" dirty="0"/>
          </a:p>
        </p:txBody>
      </p:sp>
      <p:sp>
        <p:nvSpPr>
          <p:cNvPr id="12" name="S07-chip1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1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8보다 1만큼 더 작은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“5보다 1만큼 더 큰 수는?”</a:t>
            </a:r>
            <a:endParaRPr lang="ko-KR" sz="3200" dirty="0"/>
          </a:p>
        </p:txBody>
      </p:sp>
      <p:sp>
        <p:nvSpPr>
          <p:cNvPr id="5" name="S08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9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4예요</a:t>
            </a:r>
            <a:endParaRPr lang="ko-KR" sz="2600" dirty="0"/>
          </a:p>
        </p:txBody>
      </p:sp>
      <p:sp>
        <p:nvSpPr>
          <p:cNvPr id="8" name="S08-cell195"/>
          <p:cNvSpPr/>
          <p:nvPr/>
        </p:nvSpPr>
        <p:spPr>
          <a:xfrm>
            <a:off x="139052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dot196"/>
          <p:cNvSpPr/>
          <p:nvPr/>
        </p:nvSpPr>
        <p:spPr>
          <a:xfrm>
            <a:off x="151561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cell197"/>
          <p:cNvSpPr/>
          <p:nvPr/>
        </p:nvSpPr>
        <p:spPr>
          <a:xfrm>
            <a:off x="212636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dot198"/>
          <p:cNvSpPr/>
          <p:nvPr/>
        </p:nvSpPr>
        <p:spPr>
          <a:xfrm>
            <a:off x="225145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cell199"/>
          <p:cNvSpPr/>
          <p:nvPr/>
        </p:nvSpPr>
        <p:spPr>
          <a:xfrm>
            <a:off x="286219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dot200"/>
          <p:cNvSpPr/>
          <p:nvPr/>
        </p:nvSpPr>
        <p:spPr>
          <a:xfrm>
            <a:off x="298729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cell201"/>
          <p:cNvSpPr/>
          <p:nvPr/>
        </p:nvSpPr>
        <p:spPr>
          <a:xfrm>
            <a:off x="359803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dot202"/>
          <p:cNvSpPr/>
          <p:nvPr/>
        </p:nvSpPr>
        <p:spPr>
          <a:xfrm>
            <a:off x="372312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cell203"/>
          <p:cNvSpPr/>
          <p:nvPr/>
        </p:nvSpPr>
        <p:spPr>
          <a:xfrm>
            <a:off x="433387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204"/>
          <p:cNvSpPr/>
          <p:nvPr/>
        </p:nvSpPr>
        <p:spPr>
          <a:xfrm>
            <a:off x="139052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205"/>
          <p:cNvSpPr/>
          <p:nvPr/>
        </p:nvSpPr>
        <p:spPr>
          <a:xfrm>
            <a:off x="212636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206"/>
          <p:cNvSpPr/>
          <p:nvPr/>
        </p:nvSpPr>
        <p:spPr>
          <a:xfrm>
            <a:off x="286219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207"/>
          <p:cNvSpPr/>
          <p:nvPr/>
        </p:nvSpPr>
        <p:spPr>
          <a:xfrm>
            <a:off x="359803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208"/>
          <p:cNvSpPr/>
          <p:nvPr/>
        </p:nvSpPr>
        <p:spPr>
          <a:xfrm>
            <a:off x="433387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209" descr="십 칸 틀에 4개"/>
          <p:cNvSpPr/>
          <p:nvPr/>
        </p:nvSpPr>
        <p:spPr>
          <a:xfrm>
            <a:off x="1390523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text210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2600" dirty="0"/>
          </a:p>
        </p:txBody>
      </p:sp>
      <p:sp>
        <p:nvSpPr>
          <p:cNvPr id="24" name="S08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6이에요</a:t>
            </a:r>
            <a:endParaRPr lang="ko-KR" sz="2600" dirty="0"/>
          </a:p>
        </p:txBody>
      </p:sp>
      <p:sp>
        <p:nvSpPr>
          <p:cNvPr id="25" name="S08-cell212"/>
          <p:cNvSpPr/>
          <p:nvPr/>
        </p:nvSpPr>
        <p:spPr>
          <a:xfrm>
            <a:off x="711923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213"/>
          <p:cNvSpPr/>
          <p:nvPr/>
        </p:nvSpPr>
        <p:spPr>
          <a:xfrm>
            <a:off x="724433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cell214"/>
          <p:cNvSpPr/>
          <p:nvPr/>
        </p:nvSpPr>
        <p:spPr>
          <a:xfrm>
            <a:off x="785507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dot215"/>
          <p:cNvSpPr/>
          <p:nvPr/>
        </p:nvSpPr>
        <p:spPr>
          <a:xfrm>
            <a:off x="798016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cell216"/>
          <p:cNvSpPr/>
          <p:nvPr/>
        </p:nvSpPr>
        <p:spPr>
          <a:xfrm>
            <a:off x="859091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dot217"/>
          <p:cNvSpPr/>
          <p:nvPr/>
        </p:nvSpPr>
        <p:spPr>
          <a:xfrm>
            <a:off x="8716007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cell218"/>
          <p:cNvSpPr/>
          <p:nvPr/>
        </p:nvSpPr>
        <p:spPr>
          <a:xfrm>
            <a:off x="932675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8-dot219"/>
          <p:cNvSpPr/>
          <p:nvPr/>
        </p:nvSpPr>
        <p:spPr>
          <a:xfrm>
            <a:off x="945184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8-cell220"/>
          <p:cNvSpPr/>
          <p:nvPr/>
        </p:nvSpPr>
        <p:spPr>
          <a:xfrm>
            <a:off x="1006259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dot221"/>
          <p:cNvSpPr/>
          <p:nvPr/>
        </p:nvSpPr>
        <p:spPr>
          <a:xfrm>
            <a:off x="1018768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cell222"/>
          <p:cNvSpPr/>
          <p:nvPr/>
        </p:nvSpPr>
        <p:spPr>
          <a:xfrm>
            <a:off x="711923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dot223"/>
          <p:cNvSpPr/>
          <p:nvPr/>
        </p:nvSpPr>
        <p:spPr>
          <a:xfrm>
            <a:off x="7244331" y="4015610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cell224"/>
          <p:cNvSpPr/>
          <p:nvPr/>
        </p:nvSpPr>
        <p:spPr>
          <a:xfrm>
            <a:off x="785507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225"/>
          <p:cNvSpPr/>
          <p:nvPr/>
        </p:nvSpPr>
        <p:spPr>
          <a:xfrm>
            <a:off x="859091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26"/>
          <p:cNvSpPr/>
          <p:nvPr/>
        </p:nvSpPr>
        <p:spPr>
          <a:xfrm>
            <a:off x="932675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27"/>
          <p:cNvSpPr/>
          <p:nvPr/>
        </p:nvSpPr>
        <p:spPr>
          <a:xfrm>
            <a:off x="1006259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figure228" descr="십 칸 틀에 6개"/>
          <p:cNvSpPr/>
          <p:nvPr/>
        </p:nvSpPr>
        <p:spPr>
          <a:xfrm>
            <a:off x="7119239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8-text22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2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말해요.</a:t>
            </a:r>
            <a:endParaRPr lang="ko-KR" sz="3200" dirty="0"/>
          </a:p>
        </p:txBody>
      </p:sp>
      <p:sp>
        <p:nvSpPr>
          <p:cNvPr id="4" name="S09-card2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“2는 1보다 커요.”처럼 말해요.</a:t>
            </a:r>
            <a:endParaRPr lang="ko-KR" sz="3200" dirty="0"/>
          </a:p>
        </p:txBody>
      </p:sp>
      <p:sp>
        <p:nvSpPr>
          <p:cNvPr id="6" name="S09-card233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34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있는 수가 더 커요</a:t>
            </a:r>
            <a:endParaRPr lang="ko-KR" sz="3200" dirty="0"/>
          </a:p>
        </p:txBody>
      </p:sp>
      <p:sp>
        <p:nvSpPr>
          <p:cNvPr id="8" name="S09-line235"/>
          <p:cNvSpPr/>
          <p:nvPr/>
        </p:nvSpPr>
        <p:spPr>
          <a:xfrm>
            <a:off x="6688836" y="3660775"/>
            <a:ext cx="45399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ine236"/>
          <p:cNvSpPr/>
          <p:nvPr/>
        </p:nvSpPr>
        <p:spPr>
          <a:xfrm>
            <a:off x="696315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abel237"/>
          <p:cNvSpPr txBox="1"/>
          <p:nvPr/>
        </p:nvSpPr>
        <p:spPr>
          <a:xfrm>
            <a:off x="650595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900" dirty="0"/>
          </a:p>
        </p:txBody>
      </p:sp>
      <p:sp>
        <p:nvSpPr>
          <p:cNvPr id="11" name="S09-line238"/>
          <p:cNvSpPr/>
          <p:nvPr/>
        </p:nvSpPr>
        <p:spPr>
          <a:xfrm>
            <a:off x="740664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239"/>
          <p:cNvSpPr txBox="1"/>
          <p:nvPr/>
        </p:nvSpPr>
        <p:spPr>
          <a:xfrm>
            <a:off x="694944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3" name="S09-line240"/>
          <p:cNvSpPr/>
          <p:nvPr/>
        </p:nvSpPr>
        <p:spPr>
          <a:xfrm>
            <a:off x="785012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241"/>
          <p:cNvSpPr txBox="1"/>
          <p:nvPr/>
        </p:nvSpPr>
        <p:spPr>
          <a:xfrm>
            <a:off x="739292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5" name="S09-line242"/>
          <p:cNvSpPr/>
          <p:nvPr/>
        </p:nvSpPr>
        <p:spPr>
          <a:xfrm>
            <a:off x="829360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243"/>
          <p:cNvSpPr txBox="1"/>
          <p:nvPr/>
        </p:nvSpPr>
        <p:spPr>
          <a:xfrm>
            <a:off x="783640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7" name="S09-line244"/>
          <p:cNvSpPr/>
          <p:nvPr/>
        </p:nvSpPr>
        <p:spPr>
          <a:xfrm>
            <a:off x="873709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245"/>
          <p:cNvSpPr txBox="1"/>
          <p:nvPr/>
        </p:nvSpPr>
        <p:spPr>
          <a:xfrm>
            <a:off x="827989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9" name="S09-line246"/>
          <p:cNvSpPr/>
          <p:nvPr/>
        </p:nvSpPr>
        <p:spPr>
          <a:xfrm>
            <a:off x="918057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247"/>
          <p:cNvSpPr txBox="1"/>
          <p:nvPr/>
        </p:nvSpPr>
        <p:spPr>
          <a:xfrm>
            <a:off x="872337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21" name="S09-line248"/>
          <p:cNvSpPr/>
          <p:nvPr/>
        </p:nvSpPr>
        <p:spPr>
          <a:xfrm>
            <a:off x="962406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249"/>
          <p:cNvSpPr txBox="1"/>
          <p:nvPr/>
        </p:nvSpPr>
        <p:spPr>
          <a:xfrm>
            <a:off x="916686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23" name="S09-line250"/>
          <p:cNvSpPr/>
          <p:nvPr/>
        </p:nvSpPr>
        <p:spPr>
          <a:xfrm>
            <a:off x="1006754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251"/>
          <p:cNvSpPr txBox="1"/>
          <p:nvPr/>
        </p:nvSpPr>
        <p:spPr>
          <a:xfrm>
            <a:off x="961034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25" name="S09-line252"/>
          <p:cNvSpPr/>
          <p:nvPr/>
        </p:nvSpPr>
        <p:spPr>
          <a:xfrm>
            <a:off x="1051102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253"/>
          <p:cNvSpPr txBox="1"/>
          <p:nvPr/>
        </p:nvSpPr>
        <p:spPr>
          <a:xfrm>
            <a:off x="1005382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27" name="S09-line254"/>
          <p:cNvSpPr/>
          <p:nvPr/>
        </p:nvSpPr>
        <p:spPr>
          <a:xfrm>
            <a:off x="1095451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255"/>
          <p:cNvSpPr txBox="1"/>
          <p:nvPr/>
        </p:nvSpPr>
        <p:spPr>
          <a:xfrm>
            <a:off x="1049731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29" name="S09-figure256" descr="0부터 9까지 1씩 눈금이 있는 수직선"/>
          <p:cNvSpPr/>
          <p:nvPr/>
        </p:nvSpPr>
        <p:spPr>
          <a:xfrm>
            <a:off x="6688836" y="3477895"/>
            <a:ext cx="45399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chip2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9-text25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32" name="S09-chip2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3" name="S09-text26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6</a:t>
            </a:r>
            <a:endParaRPr lang="ko-KR" sz="3200" dirty="0"/>
          </a:p>
        </p:txBody>
      </p:sp>
      <p:sp>
        <p:nvSpPr>
          <p:cNvPr id="34" name="S09-chip2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5" name="S09-text2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0-chip26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26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□, 9</a:t>
            </a:r>
            <a:endParaRPr lang="ko-KR" sz="3600" dirty="0"/>
          </a:p>
        </p:txBody>
      </p:sp>
      <p:sp>
        <p:nvSpPr>
          <p:cNvPr id="6" name="S10-chip26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6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3보다 1만큼 더 작은 수</a:t>
            </a:r>
            <a:endParaRPr lang="ko-KR" sz="3200" dirty="0"/>
          </a:p>
        </p:txBody>
      </p:sp>
      <p:sp>
        <p:nvSpPr>
          <p:cNvPr id="8" name="S10-chip26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6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7 중 더 큰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7보다 1만큼 더 작은 수는?</a:t>
            </a:r>
            <a:endParaRPr lang="ko-KR" sz="4400" dirty="0"/>
          </a:p>
        </p:txBody>
      </p:sp>
      <p:sp>
        <p:nvSpPr>
          <p:cNvPr id="3" name="S12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2-chip27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cell273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dot274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2-cell275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dot276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2-cell277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dot278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2-cell279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dot280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2-cell281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2-dot282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2-cell283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dot284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2-cell285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dot286"/>
          <p:cNvSpPr/>
          <p:nvPr/>
        </p:nvSpPr>
        <p:spPr>
          <a:xfrm>
            <a:off x="1356732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2-cell287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dot288"/>
          <p:cNvSpPr/>
          <p:nvPr/>
        </p:nvSpPr>
        <p:spPr>
          <a:xfrm>
            <a:off x="204740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2-cell289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cell290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figure291" descr="십 칸 틀에 8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2-chip29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6" name="S12-cell293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dot294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2-cell295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dot296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2-cell297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dot298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2-cell299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2-dot300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2-cell301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2-dot302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2-cell303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2-dot304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2-cell305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2-cell306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2-cell307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2-cell308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2-figure309" descr="십 칸 틀에 6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2-chip31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4" name="S12-cell311"/>
          <p:cNvSpPr/>
          <p:nvPr/>
        </p:nvSpPr>
        <p:spPr>
          <a:xfrm>
            <a:off x="818692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2-dot312"/>
          <p:cNvSpPr/>
          <p:nvPr/>
        </p:nvSpPr>
        <p:spPr>
          <a:xfrm>
            <a:off x="830434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2-cell313"/>
          <p:cNvSpPr/>
          <p:nvPr/>
        </p:nvSpPr>
        <p:spPr>
          <a:xfrm>
            <a:off x="887760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2-dot314"/>
          <p:cNvSpPr/>
          <p:nvPr/>
        </p:nvSpPr>
        <p:spPr>
          <a:xfrm>
            <a:off x="899502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2-cell315"/>
          <p:cNvSpPr/>
          <p:nvPr/>
        </p:nvSpPr>
        <p:spPr>
          <a:xfrm>
            <a:off x="9568282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2-dot316"/>
          <p:cNvSpPr/>
          <p:nvPr/>
        </p:nvSpPr>
        <p:spPr>
          <a:xfrm>
            <a:off x="9685697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2-cell317"/>
          <p:cNvSpPr/>
          <p:nvPr/>
        </p:nvSpPr>
        <p:spPr>
          <a:xfrm>
            <a:off x="1025895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2-dot318"/>
          <p:cNvSpPr/>
          <p:nvPr/>
        </p:nvSpPr>
        <p:spPr>
          <a:xfrm>
            <a:off x="1037637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2-cell319"/>
          <p:cNvSpPr/>
          <p:nvPr/>
        </p:nvSpPr>
        <p:spPr>
          <a:xfrm>
            <a:off x="1094963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2-dot320"/>
          <p:cNvSpPr/>
          <p:nvPr/>
        </p:nvSpPr>
        <p:spPr>
          <a:xfrm>
            <a:off x="1106705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2-cell321"/>
          <p:cNvSpPr/>
          <p:nvPr/>
        </p:nvSpPr>
        <p:spPr>
          <a:xfrm>
            <a:off x="818692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2-dot322"/>
          <p:cNvSpPr/>
          <p:nvPr/>
        </p:nvSpPr>
        <p:spPr>
          <a:xfrm>
            <a:off x="830434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2-cell323"/>
          <p:cNvSpPr/>
          <p:nvPr/>
        </p:nvSpPr>
        <p:spPr>
          <a:xfrm>
            <a:off x="887760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2-dot324"/>
          <p:cNvSpPr/>
          <p:nvPr/>
        </p:nvSpPr>
        <p:spPr>
          <a:xfrm>
            <a:off x="8995020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2-cell325"/>
          <p:cNvSpPr/>
          <p:nvPr/>
        </p:nvSpPr>
        <p:spPr>
          <a:xfrm>
            <a:off x="9568282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2-cell326"/>
          <p:cNvSpPr/>
          <p:nvPr/>
        </p:nvSpPr>
        <p:spPr>
          <a:xfrm>
            <a:off x="1025895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2-cell327"/>
          <p:cNvSpPr/>
          <p:nvPr/>
        </p:nvSpPr>
        <p:spPr>
          <a:xfrm>
            <a:off x="1094963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2-figure328" descr="십 칸 틀에 7개"/>
          <p:cNvSpPr/>
          <p:nvPr/>
        </p:nvSpPr>
        <p:spPr>
          <a:xfrm>
            <a:off x="8186928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3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순서대로 1만큼씩 커지고, 뒤에 있는 수가 더 커요.</a:t>
            </a:r>
            <a:endParaRPr lang="ko-KR" sz="3200" dirty="0"/>
          </a:p>
        </p:txBody>
      </p:sp>
      <p:sp>
        <p:nvSpPr>
          <p:cNvPr id="5" name="S13-chip3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앞으로·거꾸로 세어 보기</a:t>
            </a:r>
            <a:endParaRPr lang="ko-KR" sz="2600" dirty="0"/>
          </a:p>
        </p:txBody>
      </p:sp>
      <p:sp>
        <p:nvSpPr>
          <p:cNvPr id="6" name="S13-chip3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수와 작은 수 바꿔 말하기</a:t>
            </a:r>
            <a:endParaRPr lang="ko-KR" sz="2600" dirty="0"/>
          </a:p>
        </p:txBody>
      </p:sp>
      <p:sp>
        <p:nvSpPr>
          <p:cNvPr id="7" name="S13-text3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3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 바로 뒤의 수는?</a:t>
            </a:r>
            <a:endParaRPr lang="ko-KR" sz="2600" dirty="0"/>
          </a:p>
        </p:txBody>
      </p:sp>
      <p:sp>
        <p:nvSpPr>
          <p:cNvPr id="9" name="S13-text3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9보다 1만큼 더 작은 수는?</a:t>
            </a:r>
            <a:endParaRPr lang="ko-KR" sz="2600" dirty="0"/>
          </a:p>
        </p:txBody>
      </p:sp>
      <p:sp>
        <p:nvSpPr>
          <p:cNvPr id="10" name="S13-text3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6 중 더 큰 수는?</a:t>
            </a:r>
            <a:endParaRPr lang="ko-KR" sz="2600" dirty="0"/>
          </a:p>
        </p:txBody>
      </p:sp>
      <p:sp>
        <p:nvSpPr>
          <p:cNvPr id="11" name="S13-text3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가르기와 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1개씩 더 놓기</a:t>
            </a:r>
            <a:endParaRPr lang="ko-KR" sz="4400" dirty="0"/>
          </a:p>
        </p:txBody>
      </p:sp>
      <p:sp>
        <p:nvSpPr>
          <p:cNvPr id="3" name="S14-card3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3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 돌이 1개 더 많아요.</a:t>
            </a:r>
            <a:endParaRPr lang="ko-KR" sz="3200" dirty="0"/>
          </a:p>
        </p:txBody>
      </p:sp>
      <p:sp>
        <p:nvSpPr>
          <p:cNvPr id="5" name="S14-cell340"/>
          <p:cNvSpPr/>
          <p:nvPr/>
        </p:nvSpPr>
        <p:spPr>
          <a:xfrm>
            <a:off x="54864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dot341"/>
          <p:cNvSpPr/>
          <p:nvPr/>
        </p:nvSpPr>
        <p:spPr>
          <a:xfrm>
            <a:off x="61535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cell342"/>
          <p:cNvSpPr/>
          <p:nvPr/>
        </p:nvSpPr>
        <p:spPr>
          <a:xfrm>
            <a:off x="94110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43"/>
          <p:cNvSpPr/>
          <p:nvPr/>
        </p:nvSpPr>
        <p:spPr>
          <a:xfrm>
            <a:off x="133356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44"/>
          <p:cNvSpPr/>
          <p:nvPr/>
        </p:nvSpPr>
        <p:spPr>
          <a:xfrm>
            <a:off x="172602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45"/>
          <p:cNvSpPr/>
          <p:nvPr/>
        </p:nvSpPr>
        <p:spPr>
          <a:xfrm>
            <a:off x="21184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46"/>
          <p:cNvSpPr/>
          <p:nvPr/>
        </p:nvSpPr>
        <p:spPr>
          <a:xfrm>
            <a:off x="54864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47"/>
          <p:cNvSpPr/>
          <p:nvPr/>
        </p:nvSpPr>
        <p:spPr>
          <a:xfrm>
            <a:off x="94110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48"/>
          <p:cNvSpPr/>
          <p:nvPr/>
        </p:nvSpPr>
        <p:spPr>
          <a:xfrm>
            <a:off x="133356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49"/>
          <p:cNvSpPr/>
          <p:nvPr/>
        </p:nvSpPr>
        <p:spPr>
          <a:xfrm>
            <a:off x="172602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50"/>
          <p:cNvSpPr/>
          <p:nvPr/>
        </p:nvSpPr>
        <p:spPr>
          <a:xfrm>
            <a:off x="21184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figure351" descr="십 칸 틀에 1개"/>
          <p:cNvSpPr/>
          <p:nvPr/>
        </p:nvSpPr>
        <p:spPr>
          <a:xfrm>
            <a:off x="54864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4-label352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8" name="S14-cell353"/>
          <p:cNvSpPr/>
          <p:nvPr/>
        </p:nvSpPr>
        <p:spPr>
          <a:xfrm>
            <a:off x="28309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dot354"/>
          <p:cNvSpPr/>
          <p:nvPr/>
        </p:nvSpPr>
        <p:spPr>
          <a:xfrm>
            <a:off x="289770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cell355"/>
          <p:cNvSpPr/>
          <p:nvPr/>
        </p:nvSpPr>
        <p:spPr>
          <a:xfrm>
            <a:off x="322344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dot356"/>
          <p:cNvSpPr/>
          <p:nvPr/>
        </p:nvSpPr>
        <p:spPr>
          <a:xfrm>
            <a:off x="329016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cell357"/>
          <p:cNvSpPr/>
          <p:nvPr/>
        </p:nvSpPr>
        <p:spPr>
          <a:xfrm>
            <a:off x="361590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358"/>
          <p:cNvSpPr/>
          <p:nvPr/>
        </p:nvSpPr>
        <p:spPr>
          <a:xfrm>
            <a:off x="400836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359"/>
          <p:cNvSpPr/>
          <p:nvPr/>
        </p:nvSpPr>
        <p:spPr>
          <a:xfrm>
            <a:off x="440082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360"/>
          <p:cNvSpPr/>
          <p:nvPr/>
        </p:nvSpPr>
        <p:spPr>
          <a:xfrm>
            <a:off x="28309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361"/>
          <p:cNvSpPr/>
          <p:nvPr/>
        </p:nvSpPr>
        <p:spPr>
          <a:xfrm>
            <a:off x="322344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362"/>
          <p:cNvSpPr/>
          <p:nvPr/>
        </p:nvSpPr>
        <p:spPr>
          <a:xfrm>
            <a:off x="361590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cell363"/>
          <p:cNvSpPr/>
          <p:nvPr/>
        </p:nvSpPr>
        <p:spPr>
          <a:xfrm>
            <a:off x="400836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4-cell364"/>
          <p:cNvSpPr/>
          <p:nvPr/>
        </p:nvSpPr>
        <p:spPr>
          <a:xfrm>
            <a:off x="440082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4-figure365" descr="십 칸 틀에 2개"/>
          <p:cNvSpPr/>
          <p:nvPr/>
        </p:nvSpPr>
        <p:spPr>
          <a:xfrm>
            <a:off x="2830982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4-label366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2" name="S14-cell367"/>
          <p:cNvSpPr/>
          <p:nvPr/>
        </p:nvSpPr>
        <p:spPr>
          <a:xfrm>
            <a:off x="511332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4-dot368"/>
          <p:cNvSpPr/>
          <p:nvPr/>
        </p:nvSpPr>
        <p:spPr>
          <a:xfrm>
            <a:off x="5180043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4-cell369"/>
          <p:cNvSpPr/>
          <p:nvPr/>
        </p:nvSpPr>
        <p:spPr>
          <a:xfrm>
            <a:off x="550578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4-dot370"/>
          <p:cNvSpPr/>
          <p:nvPr/>
        </p:nvSpPr>
        <p:spPr>
          <a:xfrm>
            <a:off x="557250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4-cell371"/>
          <p:cNvSpPr/>
          <p:nvPr/>
        </p:nvSpPr>
        <p:spPr>
          <a:xfrm>
            <a:off x="589824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dot372"/>
          <p:cNvSpPr/>
          <p:nvPr/>
        </p:nvSpPr>
        <p:spPr>
          <a:xfrm>
            <a:off x="596496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4-cell373"/>
          <p:cNvSpPr/>
          <p:nvPr/>
        </p:nvSpPr>
        <p:spPr>
          <a:xfrm>
            <a:off x="629070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cell374"/>
          <p:cNvSpPr/>
          <p:nvPr/>
        </p:nvSpPr>
        <p:spPr>
          <a:xfrm>
            <a:off x="66831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4-cell375"/>
          <p:cNvSpPr/>
          <p:nvPr/>
        </p:nvSpPr>
        <p:spPr>
          <a:xfrm>
            <a:off x="511332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4-cell376"/>
          <p:cNvSpPr/>
          <p:nvPr/>
        </p:nvSpPr>
        <p:spPr>
          <a:xfrm>
            <a:off x="550578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cell377"/>
          <p:cNvSpPr/>
          <p:nvPr/>
        </p:nvSpPr>
        <p:spPr>
          <a:xfrm>
            <a:off x="589824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4-cell378"/>
          <p:cNvSpPr/>
          <p:nvPr/>
        </p:nvSpPr>
        <p:spPr>
          <a:xfrm>
            <a:off x="629070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4-cell379"/>
          <p:cNvSpPr/>
          <p:nvPr/>
        </p:nvSpPr>
        <p:spPr>
          <a:xfrm>
            <a:off x="66831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4-figure380" descr="십 칸 틀에 3개"/>
          <p:cNvSpPr/>
          <p:nvPr/>
        </p:nvSpPr>
        <p:spPr>
          <a:xfrm>
            <a:off x="5113325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14-label381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7" name="S14-cell382"/>
          <p:cNvSpPr/>
          <p:nvPr/>
        </p:nvSpPr>
        <p:spPr>
          <a:xfrm>
            <a:off x="73956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4-dot383"/>
          <p:cNvSpPr/>
          <p:nvPr/>
        </p:nvSpPr>
        <p:spPr>
          <a:xfrm>
            <a:off x="7462385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4-cell384"/>
          <p:cNvSpPr/>
          <p:nvPr/>
        </p:nvSpPr>
        <p:spPr>
          <a:xfrm>
            <a:off x="778812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4-dot385"/>
          <p:cNvSpPr/>
          <p:nvPr/>
        </p:nvSpPr>
        <p:spPr>
          <a:xfrm>
            <a:off x="785484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4-cell386"/>
          <p:cNvSpPr/>
          <p:nvPr/>
        </p:nvSpPr>
        <p:spPr>
          <a:xfrm>
            <a:off x="818058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dot387"/>
          <p:cNvSpPr/>
          <p:nvPr/>
        </p:nvSpPr>
        <p:spPr>
          <a:xfrm>
            <a:off x="824730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4-cell388"/>
          <p:cNvSpPr/>
          <p:nvPr/>
        </p:nvSpPr>
        <p:spPr>
          <a:xfrm>
            <a:off x="857304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4-dot389"/>
          <p:cNvSpPr/>
          <p:nvPr/>
        </p:nvSpPr>
        <p:spPr>
          <a:xfrm>
            <a:off x="8639767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4-cell390"/>
          <p:cNvSpPr/>
          <p:nvPr/>
        </p:nvSpPr>
        <p:spPr>
          <a:xfrm>
            <a:off x="896550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4-cell391"/>
          <p:cNvSpPr/>
          <p:nvPr/>
        </p:nvSpPr>
        <p:spPr>
          <a:xfrm>
            <a:off x="73956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cell392"/>
          <p:cNvSpPr/>
          <p:nvPr/>
        </p:nvSpPr>
        <p:spPr>
          <a:xfrm>
            <a:off x="778812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4-cell393"/>
          <p:cNvSpPr/>
          <p:nvPr/>
        </p:nvSpPr>
        <p:spPr>
          <a:xfrm>
            <a:off x="818058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4-cell394"/>
          <p:cNvSpPr/>
          <p:nvPr/>
        </p:nvSpPr>
        <p:spPr>
          <a:xfrm>
            <a:off x="857304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4-cell395"/>
          <p:cNvSpPr/>
          <p:nvPr/>
        </p:nvSpPr>
        <p:spPr>
          <a:xfrm>
            <a:off x="896550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4-figure396" descr="십 칸 틀에 4개"/>
          <p:cNvSpPr/>
          <p:nvPr/>
        </p:nvSpPr>
        <p:spPr>
          <a:xfrm>
            <a:off x="7395667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2" name="S14-label397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3" name="S14-cell398"/>
          <p:cNvSpPr/>
          <p:nvPr/>
        </p:nvSpPr>
        <p:spPr>
          <a:xfrm>
            <a:off x="967801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4-dot399"/>
          <p:cNvSpPr/>
          <p:nvPr/>
        </p:nvSpPr>
        <p:spPr>
          <a:xfrm>
            <a:off x="974472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14-cell400"/>
          <p:cNvSpPr/>
          <p:nvPr/>
        </p:nvSpPr>
        <p:spPr>
          <a:xfrm>
            <a:off x="1007047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14-dot401"/>
          <p:cNvSpPr/>
          <p:nvPr/>
        </p:nvSpPr>
        <p:spPr>
          <a:xfrm>
            <a:off x="1013718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14-cell402"/>
          <p:cNvSpPr/>
          <p:nvPr/>
        </p:nvSpPr>
        <p:spPr>
          <a:xfrm>
            <a:off x="1046293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dot403"/>
          <p:cNvSpPr/>
          <p:nvPr/>
        </p:nvSpPr>
        <p:spPr>
          <a:xfrm>
            <a:off x="1052964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14-cell404"/>
          <p:cNvSpPr/>
          <p:nvPr/>
        </p:nvSpPr>
        <p:spPr>
          <a:xfrm>
            <a:off x="1085539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dot405"/>
          <p:cNvSpPr/>
          <p:nvPr/>
        </p:nvSpPr>
        <p:spPr>
          <a:xfrm>
            <a:off x="1092210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14-cell406"/>
          <p:cNvSpPr/>
          <p:nvPr/>
        </p:nvSpPr>
        <p:spPr>
          <a:xfrm>
            <a:off x="1124785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dot407"/>
          <p:cNvSpPr/>
          <p:nvPr/>
        </p:nvSpPr>
        <p:spPr>
          <a:xfrm>
            <a:off x="11314570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14-cell408"/>
          <p:cNvSpPr/>
          <p:nvPr/>
        </p:nvSpPr>
        <p:spPr>
          <a:xfrm>
            <a:off x="967801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cell409"/>
          <p:cNvSpPr/>
          <p:nvPr/>
        </p:nvSpPr>
        <p:spPr>
          <a:xfrm>
            <a:off x="1007047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cell410"/>
          <p:cNvSpPr/>
          <p:nvPr/>
        </p:nvSpPr>
        <p:spPr>
          <a:xfrm>
            <a:off x="1046293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cell411"/>
          <p:cNvSpPr/>
          <p:nvPr/>
        </p:nvSpPr>
        <p:spPr>
          <a:xfrm>
            <a:off x="1085539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cell412"/>
          <p:cNvSpPr/>
          <p:nvPr/>
        </p:nvSpPr>
        <p:spPr>
          <a:xfrm>
            <a:off x="1124785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413" descr="십 칸 틀에 5개"/>
          <p:cNvSpPr/>
          <p:nvPr/>
        </p:nvSpPr>
        <p:spPr>
          <a:xfrm>
            <a:off x="967801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14-label414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수의 순서와 크기 비교</dc:title>
  <dc:subject>KR22-G01-MAT-NUM9ORD-L01</dc:subject>
  <dc:creator>education-ppt</dc:creator>
  <cp:lastModifiedBy>education-ppt</cp:lastModifiedBy>
  <cp:revision>1</cp:revision>
  <dcterms:created xsi:type="dcterms:W3CDTF">2026-10-26T06:13:35Z</dcterms:created>
  <dcterms:modified xsi:type="dcterms:W3CDTF">2026-10-26T06:13:35Z</dcterms:modified>
</cp:coreProperties>
</file>