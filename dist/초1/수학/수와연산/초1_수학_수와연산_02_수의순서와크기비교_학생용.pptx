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623b66f-19cf-8157-e575-68b8f96c3cb4}">
          <p14:sldIdLst>
            <p14:sldId id="256"/>
            <p14:sldId id="257"/>
          </p14:sldIdLst>
        </p14:section>
        <p14:section name="개념" id="{6c6e0664-4cea-85fa-3ad7-c7d56268eb27}">
          <p14:sldIdLst>
            <p14:sldId id="258"/>
            <p14:sldId id="259"/>
            <p14:sldId id="260"/>
            <p14:sldId id="261"/>
          </p14:sldIdLst>
        </p14:section>
        <p14:section name="연습" id="{3ca9a135-2ab5-a3ab-4a58-89ff44948e2c}">
          <p14:sldIdLst>
            <p14:sldId id="262"/>
            <p14:sldId id="263"/>
            <p14:sldId id="264"/>
          </p14:sldIdLst>
        </p14:section>
        <p14:section name="확인" id="{6e904aa0-d696-41aa-7e55-051eb98e9308}">
          <p14:sldIdLst>
            <p14:sldId id="265"/>
            <p14:sldId id="266"/>
          </p14:sldIdLst>
        </p14:section>
        <p14:section name="정리" id="{abafa961-227a-d9eb-52df-4afbc1f87b25}">
          <p14:sldIdLst>
            <p14:sldId id="267"/>
          </p14:sldIdLst>
        </p14:section>
        <p14:section name="보충" id="{8cecc6d0-c2ee-6965-b286-cb5c38a29499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수의 순서와 크기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수의 순서와 크기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수의 순서와 크기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수의 순서와 크기 비교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수가 더 클까?</a:t>
            </a:r>
            <a:endParaRPr lang="ko-KR" sz="3200" dirty="0"/>
          </a:p>
        </p:txBody>
      </p:sp>
      <p:sp>
        <p:nvSpPr>
          <p:cNvPr id="4" name="S01-cell1"/>
          <p:cNvSpPr/>
          <p:nvPr/>
        </p:nvSpPr>
        <p:spPr>
          <a:xfrm>
            <a:off x="7680960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7742362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8042148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8103550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8403336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8464738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cell7"/>
          <p:cNvSpPr/>
          <p:nvPr/>
        </p:nvSpPr>
        <p:spPr>
          <a:xfrm>
            <a:off x="8764524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1-cell8"/>
          <p:cNvSpPr/>
          <p:nvPr/>
        </p:nvSpPr>
        <p:spPr>
          <a:xfrm>
            <a:off x="9125712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1-cell9"/>
          <p:cNvSpPr/>
          <p:nvPr/>
        </p:nvSpPr>
        <p:spPr>
          <a:xfrm>
            <a:off x="7680960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1-cell10"/>
          <p:cNvSpPr/>
          <p:nvPr/>
        </p:nvSpPr>
        <p:spPr>
          <a:xfrm>
            <a:off x="8042148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1-cell11"/>
          <p:cNvSpPr/>
          <p:nvPr/>
        </p:nvSpPr>
        <p:spPr>
          <a:xfrm>
            <a:off x="8403336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cell12"/>
          <p:cNvSpPr/>
          <p:nvPr/>
        </p:nvSpPr>
        <p:spPr>
          <a:xfrm>
            <a:off x="8764524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1-cell13"/>
          <p:cNvSpPr/>
          <p:nvPr/>
        </p:nvSpPr>
        <p:spPr>
          <a:xfrm>
            <a:off x="9125712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1-figure14" descr="1개의 십 칸 틀 중 1번째: 모두 3개"/>
          <p:cNvSpPr/>
          <p:nvPr/>
        </p:nvSpPr>
        <p:spPr>
          <a:xfrm>
            <a:off x="7680960" y="1741932"/>
            <a:ext cx="1805940" cy="72237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1-cell15"/>
          <p:cNvSpPr/>
          <p:nvPr/>
        </p:nvSpPr>
        <p:spPr>
          <a:xfrm>
            <a:off x="9806940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1-dot16"/>
          <p:cNvSpPr/>
          <p:nvPr/>
        </p:nvSpPr>
        <p:spPr>
          <a:xfrm>
            <a:off x="9868342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1-cell17"/>
          <p:cNvSpPr/>
          <p:nvPr/>
        </p:nvSpPr>
        <p:spPr>
          <a:xfrm>
            <a:off x="10168128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1-dot18"/>
          <p:cNvSpPr/>
          <p:nvPr/>
        </p:nvSpPr>
        <p:spPr>
          <a:xfrm>
            <a:off x="10229530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1-cell19"/>
          <p:cNvSpPr/>
          <p:nvPr/>
        </p:nvSpPr>
        <p:spPr>
          <a:xfrm>
            <a:off x="10529316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1-dot20"/>
          <p:cNvSpPr/>
          <p:nvPr/>
        </p:nvSpPr>
        <p:spPr>
          <a:xfrm>
            <a:off x="10590718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1-cell21"/>
          <p:cNvSpPr/>
          <p:nvPr/>
        </p:nvSpPr>
        <p:spPr>
          <a:xfrm>
            <a:off x="10890504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1-dot22"/>
          <p:cNvSpPr/>
          <p:nvPr/>
        </p:nvSpPr>
        <p:spPr>
          <a:xfrm>
            <a:off x="10951906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1-cell23"/>
          <p:cNvSpPr/>
          <p:nvPr/>
        </p:nvSpPr>
        <p:spPr>
          <a:xfrm>
            <a:off x="11251692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1-dot24"/>
          <p:cNvSpPr/>
          <p:nvPr/>
        </p:nvSpPr>
        <p:spPr>
          <a:xfrm>
            <a:off x="11313094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1-cell25"/>
          <p:cNvSpPr/>
          <p:nvPr/>
        </p:nvSpPr>
        <p:spPr>
          <a:xfrm>
            <a:off x="9806940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1-cell26"/>
          <p:cNvSpPr/>
          <p:nvPr/>
        </p:nvSpPr>
        <p:spPr>
          <a:xfrm>
            <a:off x="10168128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1-cell27"/>
          <p:cNvSpPr/>
          <p:nvPr/>
        </p:nvSpPr>
        <p:spPr>
          <a:xfrm>
            <a:off x="10529316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1-cell28"/>
          <p:cNvSpPr/>
          <p:nvPr/>
        </p:nvSpPr>
        <p:spPr>
          <a:xfrm>
            <a:off x="10890504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1-cell29"/>
          <p:cNvSpPr/>
          <p:nvPr/>
        </p:nvSpPr>
        <p:spPr>
          <a:xfrm>
            <a:off x="11251692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1-figure30" descr="1개의 십 칸 틀 중 1번째: 모두 5개"/>
          <p:cNvSpPr/>
          <p:nvPr/>
        </p:nvSpPr>
        <p:spPr>
          <a:xfrm>
            <a:off x="9806940" y="1741932"/>
            <a:ext cx="1805940" cy="72237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4" name="S01-card31"/>
          <p:cNvSpPr/>
          <p:nvPr/>
        </p:nvSpPr>
        <p:spPr>
          <a:xfrm>
            <a:off x="731520" y="3864356"/>
            <a:ext cx="10725912" cy="2262124"/>
          </a:xfrm>
          <a:prstGeom prst="roundRect">
            <a:avLst>
              <a:gd name="adj" fmla="val 4851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5" name="S01-cardtext32"/>
          <p:cNvSpPr txBox="1"/>
          <p:nvPr/>
        </p:nvSpPr>
        <p:spPr>
          <a:xfrm>
            <a:off x="1005840" y="4001516"/>
            <a:ext cx="10177272" cy="198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0부터 9까지 순서대로 세요.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1만큼 더 큰 수, 작은 수를 알아요.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두 수 중 더 큰 수를 찾아요.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개일까요?</a:t>
            </a:r>
            <a:endParaRPr lang="ko-KR" sz="4400" dirty="0"/>
          </a:p>
        </p:txBody>
      </p:sp>
      <p:sp>
        <p:nvSpPr>
          <p:cNvPr id="3" name="S02-text3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세어 보고, 수를 두 가지로 읽어요.</a:t>
            </a:r>
            <a:endParaRPr lang="ko-KR" sz="3200" dirty="0"/>
          </a:p>
        </p:txBody>
      </p:sp>
      <p:sp>
        <p:nvSpPr>
          <p:cNvPr id="4" name="S02-chip3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cell35"/>
          <p:cNvSpPr/>
          <p:nvPr/>
        </p:nvSpPr>
        <p:spPr>
          <a:xfrm>
            <a:off x="1847088" y="201168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2-dot36"/>
          <p:cNvSpPr/>
          <p:nvPr/>
        </p:nvSpPr>
        <p:spPr>
          <a:xfrm>
            <a:off x="1955902" y="2120494"/>
            <a:ext cx="422453" cy="4224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2-cell37"/>
          <p:cNvSpPr/>
          <p:nvPr/>
        </p:nvSpPr>
        <p:spPr>
          <a:xfrm>
            <a:off x="2487168" y="201168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2-dot38"/>
          <p:cNvSpPr/>
          <p:nvPr/>
        </p:nvSpPr>
        <p:spPr>
          <a:xfrm>
            <a:off x="2595982" y="2120494"/>
            <a:ext cx="422453" cy="4224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2-cell39"/>
          <p:cNvSpPr/>
          <p:nvPr/>
        </p:nvSpPr>
        <p:spPr>
          <a:xfrm>
            <a:off x="3127248" y="201168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2-dot40"/>
          <p:cNvSpPr/>
          <p:nvPr/>
        </p:nvSpPr>
        <p:spPr>
          <a:xfrm>
            <a:off x="3236062" y="2120494"/>
            <a:ext cx="422453" cy="4224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2-cell41"/>
          <p:cNvSpPr/>
          <p:nvPr/>
        </p:nvSpPr>
        <p:spPr>
          <a:xfrm>
            <a:off x="3767328" y="201168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2-dot42"/>
          <p:cNvSpPr/>
          <p:nvPr/>
        </p:nvSpPr>
        <p:spPr>
          <a:xfrm>
            <a:off x="3876142" y="2120494"/>
            <a:ext cx="422453" cy="4224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2-cell43"/>
          <p:cNvSpPr/>
          <p:nvPr/>
        </p:nvSpPr>
        <p:spPr>
          <a:xfrm>
            <a:off x="4407408" y="201168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2-dot44"/>
          <p:cNvSpPr/>
          <p:nvPr/>
        </p:nvSpPr>
        <p:spPr>
          <a:xfrm>
            <a:off x="4516222" y="2120494"/>
            <a:ext cx="422453" cy="4224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2-cell45"/>
          <p:cNvSpPr/>
          <p:nvPr/>
        </p:nvSpPr>
        <p:spPr>
          <a:xfrm>
            <a:off x="1847088" y="265176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2-dot46"/>
          <p:cNvSpPr/>
          <p:nvPr/>
        </p:nvSpPr>
        <p:spPr>
          <a:xfrm>
            <a:off x="1955902" y="2760574"/>
            <a:ext cx="422453" cy="4224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2-cell47"/>
          <p:cNvSpPr/>
          <p:nvPr/>
        </p:nvSpPr>
        <p:spPr>
          <a:xfrm>
            <a:off x="2487168" y="265176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2-dot48"/>
          <p:cNvSpPr/>
          <p:nvPr/>
        </p:nvSpPr>
        <p:spPr>
          <a:xfrm>
            <a:off x="2595982" y="2760574"/>
            <a:ext cx="422453" cy="4224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2-cell49"/>
          <p:cNvSpPr/>
          <p:nvPr/>
        </p:nvSpPr>
        <p:spPr>
          <a:xfrm>
            <a:off x="3127248" y="265176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2-cell50"/>
          <p:cNvSpPr/>
          <p:nvPr/>
        </p:nvSpPr>
        <p:spPr>
          <a:xfrm>
            <a:off x="3767328" y="265176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2-cell51"/>
          <p:cNvSpPr/>
          <p:nvPr/>
        </p:nvSpPr>
        <p:spPr>
          <a:xfrm>
            <a:off x="4407408" y="265176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2-figure52" descr="1개의 십 칸 틀 중 1번째: 모두 7개"/>
          <p:cNvSpPr/>
          <p:nvPr/>
        </p:nvSpPr>
        <p:spPr>
          <a:xfrm>
            <a:off x="1847088" y="2011680"/>
            <a:ext cx="3200400" cy="12801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2-chip53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4" name="S02-dot54"/>
          <p:cNvSpPr/>
          <p:nvPr/>
        </p:nvSpPr>
        <p:spPr>
          <a:xfrm>
            <a:off x="2205990" y="390220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2-dot55"/>
          <p:cNvSpPr/>
          <p:nvPr/>
        </p:nvSpPr>
        <p:spPr>
          <a:xfrm>
            <a:off x="2891790" y="390220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2-dot56"/>
          <p:cNvSpPr/>
          <p:nvPr/>
        </p:nvSpPr>
        <p:spPr>
          <a:xfrm>
            <a:off x="3577590" y="390220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2-dot57"/>
          <p:cNvSpPr/>
          <p:nvPr/>
        </p:nvSpPr>
        <p:spPr>
          <a:xfrm>
            <a:off x="4263390" y="390220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2-figure58" descr="점 4개를 1줄 4개씩 놓은 배열"/>
          <p:cNvSpPr/>
          <p:nvPr/>
        </p:nvSpPr>
        <p:spPr>
          <a:xfrm>
            <a:off x="2075688" y="3771900"/>
            <a:ext cx="27432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02-chip5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0" name="S02-text60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8을 두 가지로 읽어요.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순서대로 세어요</a:t>
            </a:r>
            <a:endParaRPr lang="ko-KR" sz="4400" dirty="0"/>
          </a:p>
        </p:txBody>
      </p:sp>
      <p:sp>
        <p:nvSpPr>
          <p:cNvPr id="3" name="S03-card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뒤로 갈수록 수가 1만큼씩 커져요.</a:t>
            </a:r>
            <a:endParaRPr lang="ko-KR" sz="3200" dirty="0"/>
          </a:p>
        </p:txBody>
      </p:sp>
      <p:sp>
        <p:nvSpPr>
          <p:cNvPr id="5" name="S03-card63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64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앞으로: 0, 1, 2, … 9</a:t>
            </a:r>
            <a:endParaRPr lang="ko-KR" sz="3200" dirty="0"/>
          </a:p>
        </p:txBody>
      </p:sp>
      <p:sp>
        <p:nvSpPr>
          <p:cNvPr id="7" name="S03-card65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66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거꾸로: 9, 8, 7, … 0</a:t>
            </a:r>
            <a:endParaRPr lang="ko-KR" sz="3200" dirty="0"/>
          </a:p>
        </p:txBody>
      </p:sp>
      <p:sp>
        <p:nvSpPr>
          <p:cNvPr id="9" name="S03-line67"/>
          <p:cNvSpPr/>
          <p:nvPr/>
        </p:nvSpPr>
        <p:spPr>
          <a:xfrm>
            <a:off x="685800" y="2459990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10" name="S03-line68"/>
          <p:cNvSpPr/>
          <p:nvPr/>
        </p:nvSpPr>
        <p:spPr>
          <a:xfrm>
            <a:off x="960120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3-label69"/>
          <p:cNvSpPr txBox="1"/>
          <p:nvPr/>
        </p:nvSpPr>
        <p:spPr>
          <a:xfrm>
            <a:off x="502920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12" name="S03-line70"/>
          <p:cNvSpPr/>
          <p:nvPr/>
        </p:nvSpPr>
        <p:spPr>
          <a:xfrm>
            <a:off x="2101088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3-label71"/>
          <p:cNvSpPr txBox="1"/>
          <p:nvPr/>
        </p:nvSpPr>
        <p:spPr>
          <a:xfrm>
            <a:off x="1643888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4" name="S03-line72"/>
          <p:cNvSpPr/>
          <p:nvPr/>
        </p:nvSpPr>
        <p:spPr>
          <a:xfrm>
            <a:off x="3242056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3-label73"/>
          <p:cNvSpPr txBox="1"/>
          <p:nvPr/>
        </p:nvSpPr>
        <p:spPr>
          <a:xfrm>
            <a:off x="2784856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6" name="S03-line74"/>
          <p:cNvSpPr/>
          <p:nvPr/>
        </p:nvSpPr>
        <p:spPr>
          <a:xfrm>
            <a:off x="4383024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3-label75"/>
          <p:cNvSpPr txBox="1"/>
          <p:nvPr/>
        </p:nvSpPr>
        <p:spPr>
          <a:xfrm>
            <a:off x="3925824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8" name="S03-line76"/>
          <p:cNvSpPr/>
          <p:nvPr/>
        </p:nvSpPr>
        <p:spPr>
          <a:xfrm>
            <a:off x="5523992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3-label77"/>
          <p:cNvSpPr txBox="1"/>
          <p:nvPr/>
        </p:nvSpPr>
        <p:spPr>
          <a:xfrm>
            <a:off x="5066792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0" name="S03-line78"/>
          <p:cNvSpPr/>
          <p:nvPr/>
        </p:nvSpPr>
        <p:spPr>
          <a:xfrm>
            <a:off x="6664960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3-label79"/>
          <p:cNvSpPr txBox="1"/>
          <p:nvPr/>
        </p:nvSpPr>
        <p:spPr>
          <a:xfrm>
            <a:off x="6207760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2" name="S03-line80"/>
          <p:cNvSpPr/>
          <p:nvPr/>
        </p:nvSpPr>
        <p:spPr>
          <a:xfrm>
            <a:off x="7805928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3-label81"/>
          <p:cNvSpPr txBox="1"/>
          <p:nvPr/>
        </p:nvSpPr>
        <p:spPr>
          <a:xfrm>
            <a:off x="7348728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4" name="S03-line82"/>
          <p:cNvSpPr/>
          <p:nvPr/>
        </p:nvSpPr>
        <p:spPr>
          <a:xfrm>
            <a:off x="8946896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03-label83"/>
          <p:cNvSpPr txBox="1"/>
          <p:nvPr/>
        </p:nvSpPr>
        <p:spPr>
          <a:xfrm>
            <a:off x="8489696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6" name="S03-line84"/>
          <p:cNvSpPr/>
          <p:nvPr/>
        </p:nvSpPr>
        <p:spPr>
          <a:xfrm>
            <a:off x="10087864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3-label85"/>
          <p:cNvSpPr txBox="1"/>
          <p:nvPr/>
        </p:nvSpPr>
        <p:spPr>
          <a:xfrm>
            <a:off x="9630664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8" name="S03-line86"/>
          <p:cNvSpPr/>
          <p:nvPr/>
        </p:nvSpPr>
        <p:spPr>
          <a:xfrm>
            <a:off x="11228832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03-label87"/>
          <p:cNvSpPr txBox="1"/>
          <p:nvPr/>
        </p:nvSpPr>
        <p:spPr>
          <a:xfrm>
            <a:off x="10771632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30" name="S03-figure88" descr="0부터 9까지 1씩 눈금이 있는 수직선"/>
          <p:cNvSpPr/>
          <p:nvPr/>
        </p:nvSpPr>
        <p:spPr>
          <a:xfrm>
            <a:off x="685800" y="2277110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1만큼 더 큰 수</a:t>
            </a:r>
            <a:endParaRPr lang="ko-KR" sz="4400" dirty="0"/>
          </a:p>
        </p:txBody>
      </p:sp>
      <p:sp>
        <p:nvSpPr>
          <p:cNvPr id="3" name="S04-text8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1개 더 놓았어요.</a:t>
            </a:r>
            <a:endParaRPr lang="ko-KR" sz="3200" dirty="0"/>
          </a:p>
        </p:txBody>
      </p:sp>
      <p:sp>
        <p:nvSpPr>
          <p:cNvPr id="4" name="S04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4보다 1만큼 더 큰 수는 5예요.</a:t>
            </a:r>
            <a:endParaRPr lang="ko-KR" sz="3200" dirty="0"/>
          </a:p>
        </p:txBody>
      </p:sp>
      <p:sp>
        <p:nvSpPr>
          <p:cNvPr id="6" name="S04-cell92"/>
          <p:cNvSpPr/>
          <p:nvPr/>
        </p:nvSpPr>
        <p:spPr>
          <a:xfrm>
            <a:off x="129844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4-dot93"/>
          <p:cNvSpPr/>
          <p:nvPr/>
        </p:nvSpPr>
        <p:spPr>
          <a:xfrm>
            <a:off x="143057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4-cell94"/>
          <p:cNvSpPr/>
          <p:nvPr/>
        </p:nvSpPr>
        <p:spPr>
          <a:xfrm>
            <a:off x="207568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4-dot95"/>
          <p:cNvSpPr/>
          <p:nvPr/>
        </p:nvSpPr>
        <p:spPr>
          <a:xfrm>
            <a:off x="220781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4-cell96"/>
          <p:cNvSpPr/>
          <p:nvPr/>
        </p:nvSpPr>
        <p:spPr>
          <a:xfrm>
            <a:off x="285292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4-dot97"/>
          <p:cNvSpPr/>
          <p:nvPr/>
        </p:nvSpPr>
        <p:spPr>
          <a:xfrm>
            <a:off x="298505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4-cell98"/>
          <p:cNvSpPr/>
          <p:nvPr/>
        </p:nvSpPr>
        <p:spPr>
          <a:xfrm>
            <a:off x="363016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4-dot99"/>
          <p:cNvSpPr/>
          <p:nvPr/>
        </p:nvSpPr>
        <p:spPr>
          <a:xfrm>
            <a:off x="376229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cell100"/>
          <p:cNvSpPr/>
          <p:nvPr/>
        </p:nvSpPr>
        <p:spPr>
          <a:xfrm>
            <a:off x="440740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4-cell101"/>
          <p:cNvSpPr/>
          <p:nvPr/>
        </p:nvSpPr>
        <p:spPr>
          <a:xfrm>
            <a:off x="129844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4-cell102"/>
          <p:cNvSpPr/>
          <p:nvPr/>
        </p:nvSpPr>
        <p:spPr>
          <a:xfrm>
            <a:off x="207568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4-cell103"/>
          <p:cNvSpPr/>
          <p:nvPr/>
        </p:nvSpPr>
        <p:spPr>
          <a:xfrm>
            <a:off x="285292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4-cell104"/>
          <p:cNvSpPr/>
          <p:nvPr/>
        </p:nvSpPr>
        <p:spPr>
          <a:xfrm>
            <a:off x="363016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4-cell105"/>
          <p:cNvSpPr/>
          <p:nvPr/>
        </p:nvSpPr>
        <p:spPr>
          <a:xfrm>
            <a:off x="440740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4-figure106" descr="1개의 십 칸 틀 중 1번째: 모두 4개"/>
          <p:cNvSpPr/>
          <p:nvPr/>
        </p:nvSpPr>
        <p:spPr>
          <a:xfrm>
            <a:off x="1298448" y="2529459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4-label107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2" name="S04-cell108"/>
          <p:cNvSpPr/>
          <p:nvPr/>
        </p:nvSpPr>
        <p:spPr>
          <a:xfrm>
            <a:off x="700430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4-dot109"/>
          <p:cNvSpPr/>
          <p:nvPr/>
        </p:nvSpPr>
        <p:spPr>
          <a:xfrm>
            <a:off x="713643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4-cell110"/>
          <p:cNvSpPr/>
          <p:nvPr/>
        </p:nvSpPr>
        <p:spPr>
          <a:xfrm>
            <a:off x="778154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4-dot111"/>
          <p:cNvSpPr/>
          <p:nvPr/>
        </p:nvSpPr>
        <p:spPr>
          <a:xfrm>
            <a:off x="791367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4-cell112"/>
          <p:cNvSpPr/>
          <p:nvPr/>
        </p:nvSpPr>
        <p:spPr>
          <a:xfrm>
            <a:off x="855878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4-dot113"/>
          <p:cNvSpPr/>
          <p:nvPr/>
        </p:nvSpPr>
        <p:spPr>
          <a:xfrm>
            <a:off x="869091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4-cell114"/>
          <p:cNvSpPr/>
          <p:nvPr/>
        </p:nvSpPr>
        <p:spPr>
          <a:xfrm>
            <a:off x="933602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4-dot115"/>
          <p:cNvSpPr/>
          <p:nvPr/>
        </p:nvSpPr>
        <p:spPr>
          <a:xfrm>
            <a:off x="946815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4-cell116"/>
          <p:cNvSpPr/>
          <p:nvPr/>
        </p:nvSpPr>
        <p:spPr>
          <a:xfrm>
            <a:off x="1011326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4-dot117"/>
          <p:cNvSpPr/>
          <p:nvPr/>
        </p:nvSpPr>
        <p:spPr>
          <a:xfrm>
            <a:off x="1024539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4-cell118"/>
          <p:cNvSpPr/>
          <p:nvPr/>
        </p:nvSpPr>
        <p:spPr>
          <a:xfrm>
            <a:off x="700430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4-cell119"/>
          <p:cNvSpPr/>
          <p:nvPr/>
        </p:nvSpPr>
        <p:spPr>
          <a:xfrm>
            <a:off x="778154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4-cell120"/>
          <p:cNvSpPr/>
          <p:nvPr/>
        </p:nvSpPr>
        <p:spPr>
          <a:xfrm>
            <a:off x="855878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4-cell121"/>
          <p:cNvSpPr/>
          <p:nvPr/>
        </p:nvSpPr>
        <p:spPr>
          <a:xfrm>
            <a:off x="933602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4-cell122"/>
          <p:cNvSpPr/>
          <p:nvPr/>
        </p:nvSpPr>
        <p:spPr>
          <a:xfrm>
            <a:off x="1011326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4-figure123" descr="1개의 십 칸 틀 중 1번째: 모두 5개"/>
          <p:cNvSpPr/>
          <p:nvPr/>
        </p:nvSpPr>
        <p:spPr>
          <a:xfrm>
            <a:off x="7004304" y="2529459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8" name="S04-label124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1만큼 더 작은 수</a:t>
            </a:r>
            <a:endParaRPr lang="ko-KR" sz="4400" dirty="0"/>
          </a:p>
        </p:txBody>
      </p:sp>
      <p:sp>
        <p:nvSpPr>
          <p:cNvPr id="3" name="S05-text1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1개 뺐어요.</a:t>
            </a:r>
            <a:endParaRPr lang="ko-KR" sz="3200" dirty="0"/>
          </a:p>
        </p:txBody>
      </p:sp>
      <p:sp>
        <p:nvSpPr>
          <p:cNvPr id="4" name="S05-card1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1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4보다 1만큼 더 작은 수는 3이에요.</a:t>
            </a:r>
            <a:endParaRPr lang="ko-KR" sz="3200" dirty="0"/>
          </a:p>
        </p:txBody>
      </p:sp>
      <p:sp>
        <p:nvSpPr>
          <p:cNvPr id="6" name="S05-cell128"/>
          <p:cNvSpPr/>
          <p:nvPr/>
        </p:nvSpPr>
        <p:spPr>
          <a:xfrm>
            <a:off x="129844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5-dot129"/>
          <p:cNvSpPr/>
          <p:nvPr/>
        </p:nvSpPr>
        <p:spPr>
          <a:xfrm>
            <a:off x="143057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5-cell130"/>
          <p:cNvSpPr/>
          <p:nvPr/>
        </p:nvSpPr>
        <p:spPr>
          <a:xfrm>
            <a:off x="207568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5-dot131"/>
          <p:cNvSpPr/>
          <p:nvPr/>
        </p:nvSpPr>
        <p:spPr>
          <a:xfrm>
            <a:off x="220781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5-cell132"/>
          <p:cNvSpPr/>
          <p:nvPr/>
        </p:nvSpPr>
        <p:spPr>
          <a:xfrm>
            <a:off x="285292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5-dot133"/>
          <p:cNvSpPr/>
          <p:nvPr/>
        </p:nvSpPr>
        <p:spPr>
          <a:xfrm>
            <a:off x="298505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5-cell134"/>
          <p:cNvSpPr/>
          <p:nvPr/>
        </p:nvSpPr>
        <p:spPr>
          <a:xfrm>
            <a:off x="363016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5-dot135"/>
          <p:cNvSpPr/>
          <p:nvPr/>
        </p:nvSpPr>
        <p:spPr>
          <a:xfrm>
            <a:off x="376229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5-cell136"/>
          <p:cNvSpPr/>
          <p:nvPr/>
        </p:nvSpPr>
        <p:spPr>
          <a:xfrm>
            <a:off x="440740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5-cell137"/>
          <p:cNvSpPr/>
          <p:nvPr/>
        </p:nvSpPr>
        <p:spPr>
          <a:xfrm>
            <a:off x="129844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5-cell138"/>
          <p:cNvSpPr/>
          <p:nvPr/>
        </p:nvSpPr>
        <p:spPr>
          <a:xfrm>
            <a:off x="207568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5-cell139"/>
          <p:cNvSpPr/>
          <p:nvPr/>
        </p:nvSpPr>
        <p:spPr>
          <a:xfrm>
            <a:off x="285292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5-cell140"/>
          <p:cNvSpPr/>
          <p:nvPr/>
        </p:nvSpPr>
        <p:spPr>
          <a:xfrm>
            <a:off x="363016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5-cell141"/>
          <p:cNvSpPr/>
          <p:nvPr/>
        </p:nvSpPr>
        <p:spPr>
          <a:xfrm>
            <a:off x="440740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5-figure142" descr="1개의 십 칸 틀 중 1번째: 모두 4개"/>
          <p:cNvSpPr/>
          <p:nvPr/>
        </p:nvSpPr>
        <p:spPr>
          <a:xfrm>
            <a:off x="1298448" y="2529459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5-label143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2" name="S05-cell144"/>
          <p:cNvSpPr/>
          <p:nvPr/>
        </p:nvSpPr>
        <p:spPr>
          <a:xfrm>
            <a:off x="700430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5-dot145"/>
          <p:cNvSpPr/>
          <p:nvPr/>
        </p:nvSpPr>
        <p:spPr>
          <a:xfrm>
            <a:off x="713643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5-cell146"/>
          <p:cNvSpPr/>
          <p:nvPr/>
        </p:nvSpPr>
        <p:spPr>
          <a:xfrm>
            <a:off x="778154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5-dot147"/>
          <p:cNvSpPr/>
          <p:nvPr/>
        </p:nvSpPr>
        <p:spPr>
          <a:xfrm>
            <a:off x="791367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5-cell148"/>
          <p:cNvSpPr/>
          <p:nvPr/>
        </p:nvSpPr>
        <p:spPr>
          <a:xfrm>
            <a:off x="855878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5-dot149"/>
          <p:cNvSpPr/>
          <p:nvPr/>
        </p:nvSpPr>
        <p:spPr>
          <a:xfrm>
            <a:off x="869091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5-cell150"/>
          <p:cNvSpPr/>
          <p:nvPr/>
        </p:nvSpPr>
        <p:spPr>
          <a:xfrm>
            <a:off x="933602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5-cell151"/>
          <p:cNvSpPr/>
          <p:nvPr/>
        </p:nvSpPr>
        <p:spPr>
          <a:xfrm>
            <a:off x="1011326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5-cell152"/>
          <p:cNvSpPr/>
          <p:nvPr/>
        </p:nvSpPr>
        <p:spPr>
          <a:xfrm>
            <a:off x="700430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5-cell153"/>
          <p:cNvSpPr/>
          <p:nvPr/>
        </p:nvSpPr>
        <p:spPr>
          <a:xfrm>
            <a:off x="778154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5-cell154"/>
          <p:cNvSpPr/>
          <p:nvPr/>
        </p:nvSpPr>
        <p:spPr>
          <a:xfrm>
            <a:off x="855878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5-cell155"/>
          <p:cNvSpPr/>
          <p:nvPr/>
        </p:nvSpPr>
        <p:spPr>
          <a:xfrm>
            <a:off x="933602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5-cell156"/>
          <p:cNvSpPr/>
          <p:nvPr/>
        </p:nvSpPr>
        <p:spPr>
          <a:xfrm>
            <a:off x="1011326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5-figure157" descr="1개의 십 칸 틀 중 1번째: 모두 3개"/>
          <p:cNvSpPr/>
          <p:nvPr/>
        </p:nvSpPr>
        <p:spPr>
          <a:xfrm>
            <a:off x="7004304" y="2529459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6" name="S05-label158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6과 4 비교하기</a:t>
            </a:r>
            <a:endParaRPr lang="ko-KR" sz="4400" dirty="0"/>
          </a:p>
        </p:txBody>
      </p:sp>
      <p:sp>
        <p:nvSpPr>
          <p:cNvPr id="3" name="S06-text1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짝 지어 봐요.</a:t>
            </a:r>
            <a:endParaRPr lang="ko-KR" sz="3200" dirty="0"/>
          </a:p>
        </p:txBody>
      </p:sp>
      <p:sp>
        <p:nvSpPr>
          <p:cNvPr id="4" name="S06-card1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6은 4보다 커요. 4는 6보다 작아요.</a:t>
            </a:r>
            <a:endParaRPr lang="ko-KR" sz="3200" dirty="0"/>
          </a:p>
        </p:txBody>
      </p:sp>
      <p:sp>
        <p:nvSpPr>
          <p:cNvPr id="6" name="S06-card162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163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윗줄 6, 아랫줄 4</a:t>
            </a:r>
            <a:endParaRPr lang="ko-KR" sz="3200" dirty="0"/>
          </a:p>
        </p:txBody>
      </p:sp>
      <p:sp>
        <p:nvSpPr>
          <p:cNvPr id="8" name="S06-card164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165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윗줄이 2개 남아요</a:t>
            </a:r>
            <a:endParaRPr lang="ko-KR" sz="3200" dirty="0"/>
          </a:p>
        </p:txBody>
      </p:sp>
      <p:sp>
        <p:nvSpPr>
          <p:cNvPr id="10" name="S06-cell166"/>
          <p:cNvSpPr/>
          <p:nvPr/>
        </p:nvSpPr>
        <p:spPr>
          <a:xfrm>
            <a:off x="3076956" y="201168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6-cell167"/>
          <p:cNvSpPr/>
          <p:nvPr/>
        </p:nvSpPr>
        <p:spPr>
          <a:xfrm>
            <a:off x="4082796" y="201168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6-cell168"/>
          <p:cNvSpPr/>
          <p:nvPr/>
        </p:nvSpPr>
        <p:spPr>
          <a:xfrm>
            <a:off x="5088636" y="201168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6-cell169"/>
          <p:cNvSpPr/>
          <p:nvPr/>
        </p:nvSpPr>
        <p:spPr>
          <a:xfrm>
            <a:off x="6094476" y="201168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6-cell170"/>
          <p:cNvSpPr/>
          <p:nvPr/>
        </p:nvSpPr>
        <p:spPr>
          <a:xfrm>
            <a:off x="7100316" y="201168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6-cell171"/>
          <p:cNvSpPr/>
          <p:nvPr/>
        </p:nvSpPr>
        <p:spPr>
          <a:xfrm>
            <a:off x="8106156" y="201168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6-cell172"/>
          <p:cNvSpPr/>
          <p:nvPr/>
        </p:nvSpPr>
        <p:spPr>
          <a:xfrm>
            <a:off x="3076956" y="301752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6-cell173"/>
          <p:cNvSpPr/>
          <p:nvPr/>
        </p:nvSpPr>
        <p:spPr>
          <a:xfrm>
            <a:off x="4082796" y="301752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6-cell174"/>
          <p:cNvSpPr/>
          <p:nvPr/>
        </p:nvSpPr>
        <p:spPr>
          <a:xfrm>
            <a:off x="5088636" y="301752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6-cell175"/>
          <p:cNvSpPr/>
          <p:nvPr/>
        </p:nvSpPr>
        <p:spPr>
          <a:xfrm>
            <a:off x="6094476" y="301752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6-cell176"/>
          <p:cNvSpPr/>
          <p:nvPr/>
        </p:nvSpPr>
        <p:spPr>
          <a:xfrm>
            <a:off x="7100316" y="301752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6-cell177"/>
          <p:cNvSpPr/>
          <p:nvPr/>
        </p:nvSpPr>
        <p:spPr>
          <a:xfrm>
            <a:off x="8106156" y="301752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6-figure178" descr="윗줄 6칸, 아랫줄 4칸을 색칠한 2줄 6칸 격자. 아랫줄 오른쪽 2칸이 비어 있다"/>
          <p:cNvSpPr/>
          <p:nvPr/>
        </p:nvSpPr>
        <p:spPr>
          <a:xfrm>
            <a:off x="3076956" y="2011680"/>
            <a:ext cx="603504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들어갈 수</a:t>
            </a:r>
            <a:endParaRPr lang="ko-KR" sz="4400" dirty="0"/>
          </a:p>
        </p:txBody>
      </p:sp>
      <p:sp>
        <p:nvSpPr>
          <p:cNvPr id="3" name="S07-text17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□에 알맞은 수를 말해요.</a:t>
            </a:r>
            <a:endParaRPr lang="ko-KR" sz="3200" dirty="0"/>
          </a:p>
        </p:txBody>
      </p:sp>
      <p:sp>
        <p:nvSpPr>
          <p:cNvPr id="4" name="S07-card18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18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카드를 늘어놓고 짚으며 세어요.</a:t>
            </a:r>
            <a:endParaRPr lang="ko-KR" sz="3200" dirty="0"/>
          </a:p>
        </p:txBody>
      </p:sp>
      <p:sp>
        <p:nvSpPr>
          <p:cNvPr id="6" name="S07-chip18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7-eqtext183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 4, □, 6</a:t>
            </a:r>
            <a:endParaRPr lang="ko-KR" sz="3600" dirty="0"/>
          </a:p>
        </p:txBody>
      </p:sp>
      <p:sp>
        <p:nvSpPr>
          <p:cNvPr id="8" name="S07-chip184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7-eqtext185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 8, □, 6</a:t>
            </a:r>
            <a:endParaRPr lang="ko-KR" sz="3600" dirty="0"/>
          </a:p>
        </p:txBody>
      </p:sp>
      <p:sp>
        <p:nvSpPr>
          <p:cNvPr id="10" name="S07-chip186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7-text187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5보다 1만큼 더 큰 수</a:t>
            </a:r>
            <a:endParaRPr lang="ko-KR" sz="3200" dirty="0"/>
          </a:p>
        </p:txBody>
      </p:sp>
      <p:sp>
        <p:nvSpPr>
          <p:cNvPr id="12" name="S07-chip188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7-text189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8보다 1만큼 더 작은 수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8-card19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9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“5보다 1만큼 더 큰 수는?”</a:t>
            </a:r>
            <a:endParaRPr lang="ko-KR" sz="3200" dirty="0"/>
          </a:p>
        </p:txBody>
      </p:sp>
      <p:sp>
        <p:nvSpPr>
          <p:cNvPr id="5" name="S08-card19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9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8-chip19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4예요</a:t>
            </a:r>
            <a:endParaRPr lang="ko-KR" sz="2600" dirty="0"/>
          </a:p>
        </p:txBody>
      </p:sp>
      <p:sp>
        <p:nvSpPr>
          <p:cNvPr id="8" name="S08-cell195"/>
          <p:cNvSpPr/>
          <p:nvPr/>
        </p:nvSpPr>
        <p:spPr>
          <a:xfrm>
            <a:off x="1390523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8-dot196"/>
          <p:cNvSpPr/>
          <p:nvPr/>
        </p:nvSpPr>
        <p:spPr>
          <a:xfrm>
            <a:off x="1515615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8-cell197"/>
          <p:cNvSpPr/>
          <p:nvPr/>
        </p:nvSpPr>
        <p:spPr>
          <a:xfrm>
            <a:off x="2126361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8-dot198"/>
          <p:cNvSpPr/>
          <p:nvPr/>
        </p:nvSpPr>
        <p:spPr>
          <a:xfrm>
            <a:off x="2251453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8-cell199"/>
          <p:cNvSpPr/>
          <p:nvPr/>
        </p:nvSpPr>
        <p:spPr>
          <a:xfrm>
            <a:off x="2862199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8-dot200"/>
          <p:cNvSpPr/>
          <p:nvPr/>
        </p:nvSpPr>
        <p:spPr>
          <a:xfrm>
            <a:off x="2987291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8-cell201"/>
          <p:cNvSpPr/>
          <p:nvPr/>
        </p:nvSpPr>
        <p:spPr>
          <a:xfrm>
            <a:off x="3598037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8-dot202"/>
          <p:cNvSpPr/>
          <p:nvPr/>
        </p:nvSpPr>
        <p:spPr>
          <a:xfrm>
            <a:off x="3723129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8-cell203"/>
          <p:cNvSpPr/>
          <p:nvPr/>
        </p:nvSpPr>
        <p:spPr>
          <a:xfrm>
            <a:off x="4333875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8-cell204"/>
          <p:cNvSpPr/>
          <p:nvPr/>
        </p:nvSpPr>
        <p:spPr>
          <a:xfrm>
            <a:off x="1390523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8-cell205"/>
          <p:cNvSpPr/>
          <p:nvPr/>
        </p:nvSpPr>
        <p:spPr>
          <a:xfrm>
            <a:off x="2126361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8-cell206"/>
          <p:cNvSpPr/>
          <p:nvPr/>
        </p:nvSpPr>
        <p:spPr>
          <a:xfrm>
            <a:off x="2862199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8-cell207"/>
          <p:cNvSpPr/>
          <p:nvPr/>
        </p:nvSpPr>
        <p:spPr>
          <a:xfrm>
            <a:off x="3598037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8-cell208"/>
          <p:cNvSpPr/>
          <p:nvPr/>
        </p:nvSpPr>
        <p:spPr>
          <a:xfrm>
            <a:off x="4333875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8-figure209" descr="1개의 십 칸 틀 중 1번째: 모두 4개"/>
          <p:cNvSpPr/>
          <p:nvPr/>
        </p:nvSpPr>
        <p:spPr>
          <a:xfrm>
            <a:off x="1390523" y="3154680"/>
            <a:ext cx="3679190" cy="147167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8-text210"/>
          <p:cNvSpPr txBox="1"/>
          <p:nvPr/>
        </p:nvSpPr>
        <p:spPr>
          <a:xfrm>
            <a:off x="548640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1개 뺐어요.</a:t>
            </a:r>
            <a:endParaRPr lang="ko-KR" sz="2600" dirty="0"/>
          </a:p>
        </p:txBody>
      </p:sp>
      <p:sp>
        <p:nvSpPr>
          <p:cNvPr id="24" name="S08-chip21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6이에요</a:t>
            </a:r>
            <a:endParaRPr lang="ko-KR" sz="2600" dirty="0"/>
          </a:p>
        </p:txBody>
      </p:sp>
      <p:sp>
        <p:nvSpPr>
          <p:cNvPr id="25" name="S08-cell212"/>
          <p:cNvSpPr/>
          <p:nvPr/>
        </p:nvSpPr>
        <p:spPr>
          <a:xfrm>
            <a:off x="7119239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8-dot213"/>
          <p:cNvSpPr/>
          <p:nvPr/>
        </p:nvSpPr>
        <p:spPr>
          <a:xfrm>
            <a:off x="7244331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8-cell214"/>
          <p:cNvSpPr/>
          <p:nvPr/>
        </p:nvSpPr>
        <p:spPr>
          <a:xfrm>
            <a:off x="7855077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8-dot215"/>
          <p:cNvSpPr/>
          <p:nvPr/>
        </p:nvSpPr>
        <p:spPr>
          <a:xfrm>
            <a:off x="7980169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8-cell216"/>
          <p:cNvSpPr/>
          <p:nvPr/>
        </p:nvSpPr>
        <p:spPr>
          <a:xfrm>
            <a:off x="8590915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8-dot217"/>
          <p:cNvSpPr/>
          <p:nvPr/>
        </p:nvSpPr>
        <p:spPr>
          <a:xfrm>
            <a:off x="8716007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8-cell218"/>
          <p:cNvSpPr/>
          <p:nvPr/>
        </p:nvSpPr>
        <p:spPr>
          <a:xfrm>
            <a:off x="9326753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8-dot219"/>
          <p:cNvSpPr/>
          <p:nvPr/>
        </p:nvSpPr>
        <p:spPr>
          <a:xfrm>
            <a:off x="9451845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8-cell220"/>
          <p:cNvSpPr/>
          <p:nvPr/>
        </p:nvSpPr>
        <p:spPr>
          <a:xfrm>
            <a:off x="10062591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8-dot221"/>
          <p:cNvSpPr/>
          <p:nvPr/>
        </p:nvSpPr>
        <p:spPr>
          <a:xfrm>
            <a:off x="10187683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8-cell222"/>
          <p:cNvSpPr/>
          <p:nvPr/>
        </p:nvSpPr>
        <p:spPr>
          <a:xfrm>
            <a:off x="7119239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8-dot223"/>
          <p:cNvSpPr/>
          <p:nvPr/>
        </p:nvSpPr>
        <p:spPr>
          <a:xfrm>
            <a:off x="7244331" y="4015610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8-cell224"/>
          <p:cNvSpPr/>
          <p:nvPr/>
        </p:nvSpPr>
        <p:spPr>
          <a:xfrm>
            <a:off x="7855077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8-cell225"/>
          <p:cNvSpPr/>
          <p:nvPr/>
        </p:nvSpPr>
        <p:spPr>
          <a:xfrm>
            <a:off x="8590915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8-cell226"/>
          <p:cNvSpPr/>
          <p:nvPr/>
        </p:nvSpPr>
        <p:spPr>
          <a:xfrm>
            <a:off x="9326753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8-cell227"/>
          <p:cNvSpPr/>
          <p:nvPr/>
        </p:nvSpPr>
        <p:spPr>
          <a:xfrm>
            <a:off x="10062591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8-figure228" descr="1개의 십 칸 틀 중 1번째: 모두 6개"/>
          <p:cNvSpPr/>
          <p:nvPr/>
        </p:nvSpPr>
        <p:spPr>
          <a:xfrm>
            <a:off x="7119239" y="3154680"/>
            <a:ext cx="3679190" cy="147167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2" name="S08-text229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1개 더 놓았어요.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큰 수는?</a:t>
            </a:r>
            <a:endParaRPr lang="ko-KR" sz="4400" dirty="0"/>
          </a:p>
        </p:txBody>
      </p:sp>
      <p:sp>
        <p:nvSpPr>
          <p:cNvPr id="3" name="S09-text2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큰 수를 찾아 말해요.</a:t>
            </a:r>
            <a:endParaRPr lang="ko-KR" sz="3200" dirty="0"/>
          </a:p>
        </p:txBody>
      </p:sp>
      <p:sp>
        <p:nvSpPr>
          <p:cNvPr id="4" name="S09-card2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2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“2는 1보다 커요.”처럼 말해요.</a:t>
            </a:r>
            <a:endParaRPr lang="ko-KR" sz="3200" dirty="0"/>
          </a:p>
        </p:txBody>
      </p:sp>
      <p:sp>
        <p:nvSpPr>
          <p:cNvPr id="6" name="S09-card233"/>
          <p:cNvSpPr/>
          <p:nvPr/>
        </p:nvSpPr>
        <p:spPr>
          <a:xfrm>
            <a:off x="6277356" y="2011680"/>
            <a:ext cx="5362956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234"/>
          <p:cNvSpPr txBox="1"/>
          <p:nvPr/>
        </p:nvSpPr>
        <p:spPr>
          <a:xfrm>
            <a:off x="6551676" y="2148840"/>
            <a:ext cx="481431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뒤에 있는 수가 더 커요</a:t>
            </a:r>
            <a:endParaRPr lang="ko-KR" sz="3200" dirty="0"/>
          </a:p>
        </p:txBody>
      </p:sp>
      <p:sp>
        <p:nvSpPr>
          <p:cNvPr id="8" name="S09-line235"/>
          <p:cNvSpPr/>
          <p:nvPr/>
        </p:nvSpPr>
        <p:spPr>
          <a:xfrm>
            <a:off x="6688836" y="3660775"/>
            <a:ext cx="453999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" name="S09-line236"/>
          <p:cNvSpPr/>
          <p:nvPr/>
        </p:nvSpPr>
        <p:spPr>
          <a:xfrm>
            <a:off x="6963156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9-label237"/>
          <p:cNvSpPr txBox="1"/>
          <p:nvPr/>
        </p:nvSpPr>
        <p:spPr>
          <a:xfrm>
            <a:off x="6505956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900" dirty="0"/>
          </a:p>
        </p:txBody>
      </p:sp>
      <p:sp>
        <p:nvSpPr>
          <p:cNvPr id="11" name="S09-line238"/>
          <p:cNvSpPr/>
          <p:nvPr/>
        </p:nvSpPr>
        <p:spPr>
          <a:xfrm>
            <a:off x="7406640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9-label239"/>
          <p:cNvSpPr txBox="1"/>
          <p:nvPr/>
        </p:nvSpPr>
        <p:spPr>
          <a:xfrm>
            <a:off x="6949440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900" dirty="0"/>
          </a:p>
        </p:txBody>
      </p:sp>
      <p:sp>
        <p:nvSpPr>
          <p:cNvPr id="13" name="S09-line240"/>
          <p:cNvSpPr/>
          <p:nvPr/>
        </p:nvSpPr>
        <p:spPr>
          <a:xfrm>
            <a:off x="7850124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9-label241"/>
          <p:cNvSpPr txBox="1"/>
          <p:nvPr/>
        </p:nvSpPr>
        <p:spPr>
          <a:xfrm>
            <a:off x="7392924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900" dirty="0"/>
          </a:p>
        </p:txBody>
      </p:sp>
      <p:sp>
        <p:nvSpPr>
          <p:cNvPr id="15" name="S09-line242"/>
          <p:cNvSpPr/>
          <p:nvPr/>
        </p:nvSpPr>
        <p:spPr>
          <a:xfrm>
            <a:off x="8293608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9-label243"/>
          <p:cNvSpPr txBox="1"/>
          <p:nvPr/>
        </p:nvSpPr>
        <p:spPr>
          <a:xfrm>
            <a:off x="7836408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900" dirty="0"/>
          </a:p>
        </p:txBody>
      </p:sp>
      <p:sp>
        <p:nvSpPr>
          <p:cNvPr id="17" name="S09-line244"/>
          <p:cNvSpPr/>
          <p:nvPr/>
        </p:nvSpPr>
        <p:spPr>
          <a:xfrm>
            <a:off x="8737092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9-label245"/>
          <p:cNvSpPr txBox="1"/>
          <p:nvPr/>
        </p:nvSpPr>
        <p:spPr>
          <a:xfrm>
            <a:off x="8279892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900" dirty="0"/>
          </a:p>
        </p:txBody>
      </p:sp>
      <p:sp>
        <p:nvSpPr>
          <p:cNvPr id="19" name="S09-line246"/>
          <p:cNvSpPr/>
          <p:nvPr/>
        </p:nvSpPr>
        <p:spPr>
          <a:xfrm>
            <a:off x="9180576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9-label247"/>
          <p:cNvSpPr txBox="1"/>
          <p:nvPr/>
        </p:nvSpPr>
        <p:spPr>
          <a:xfrm>
            <a:off x="8723376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900" dirty="0"/>
          </a:p>
        </p:txBody>
      </p:sp>
      <p:sp>
        <p:nvSpPr>
          <p:cNvPr id="21" name="S09-line248"/>
          <p:cNvSpPr/>
          <p:nvPr/>
        </p:nvSpPr>
        <p:spPr>
          <a:xfrm>
            <a:off x="9624060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9-label249"/>
          <p:cNvSpPr txBox="1"/>
          <p:nvPr/>
        </p:nvSpPr>
        <p:spPr>
          <a:xfrm>
            <a:off x="9166860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900" dirty="0"/>
          </a:p>
        </p:txBody>
      </p:sp>
      <p:sp>
        <p:nvSpPr>
          <p:cNvPr id="23" name="S09-line250"/>
          <p:cNvSpPr/>
          <p:nvPr/>
        </p:nvSpPr>
        <p:spPr>
          <a:xfrm>
            <a:off x="10067544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9-label251"/>
          <p:cNvSpPr txBox="1"/>
          <p:nvPr/>
        </p:nvSpPr>
        <p:spPr>
          <a:xfrm>
            <a:off x="9610344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900" dirty="0"/>
          </a:p>
        </p:txBody>
      </p:sp>
      <p:sp>
        <p:nvSpPr>
          <p:cNvPr id="25" name="S09-line252"/>
          <p:cNvSpPr/>
          <p:nvPr/>
        </p:nvSpPr>
        <p:spPr>
          <a:xfrm>
            <a:off x="10511028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9-label253"/>
          <p:cNvSpPr txBox="1"/>
          <p:nvPr/>
        </p:nvSpPr>
        <p:spPr>
          <a:xfrm>
            <a:off x="10053828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900" dirty="0"/>
          </a:p>
        </p:txBody>
      </p:sp>
      <p:sp>
        <p:nvSpPr>
          <p:cNvPr id="27" name="S09-line254"/>
          <p:cNvSpPr/>
          <p:nvPr/>
        </p:nvSpPr>
        <p:spPr>
          <a:xfrm>
            <a:off x="10954512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9-label255"/>
          <p:cNvSpPr txBox="1"/>
          <p:nvPr/>
        </p:nvSpPr>
        <p:spPr>
          <a:xfrm>
            <a:off x="10497312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900" dirty="0"/>
          </a:p>
        </p:txBody>
      </p:sp>
      <p:sp>
        <p:nvSpPr>
          <p:cNvPr id="29" name="S09-figure256" descr="0부터 9까지 1씩 눈금이 있는 수직선"/>
          <p:cNvSpPr/>
          <p:nvPr/>
        </p:nvSpPr>
        <p:spPr>
          <a:xfrm>
            <a:off x="6688836" y="3477895"/>
            <a:ext cx="453999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09-chip25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31" name="S09-text258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5</a:t>
            </a:r>
            <a:endParaRPr lang="ko-KR" sz="3200" dirty="0"/>
          </a:p>
        </p:txBody>
      </p:sp>
      <p:sp>
        <p:nvSpPr>
          <p:cNvPr id="32" name="S09-chip25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3" name="S09-text260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8과 6</a:t>
            </a:r>
            <a:endParaRPr lang="ko-KR" sz="3200" dirty="0"/>
          </a:p>
        </p:txBody>
      </p:sp>
      <p:sp>
        <p:nvSpPr>
          <p:cNvPr id="34" name="S09-chip26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5" name="S09-text262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0과 2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2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알았는지 말해요.</a:t>
            </a:r>
            <a:endParaRPr lang="ko-KR" sz="3200" dirty="0"/>
          </a:p>
        </p:txBody>
      </p:sp>
      <p:sp>
        <p:nvSpPr>
          <p:cNvPr id="4" name="S10-chip26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eqtext26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6, 7, □, 9</a:t>
            </a:r>
            <a:endParaRPr lang="ko-KR" sz="3600" dirty="0"/>
          </a:p>
        </p:txBody>
      </p:sp>
      <p:sp>
        <p:nvSpPr>
          <p:cNvPr id="6" name="S10-chip26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text26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3보다 1만큼 더 작은 수</a:t>
            </a:r>
            <a:endParaRPr lang="ko-KR" sz="3200" dirty="0"/>
          </a:p>
        </p:txBody>
      </p:sp>
      <p:sp>
        <p:nvSpPr>
          <p:cNvPr id="8" name="S10-chip26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text26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4와 7 중 더 큰 수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7보다 1만큼 더 작은 수는?</a:t>
            </a:r>
            <a:endParaRPr lang="ko-KR" sz="4400" dirty="0"/>
          </a:p>
        </p:txBody>
      </p:sp>
      <p:sp>
        <p:nvSpPr>
          <p:cNvPr id="3" name="S12-card2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2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5" name="S12-chip272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2-cell273"/>
          <p:cNvSpPr/>
          <p:nvPr/>
        </p:nvSpPr>
        <p:spPr>
          <a:xfrm>
            <a:off x="548640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2-dot274"/>
          <p:cNvSpPr/>
          <p:nvPr/>
        </p:nvSpPr>
        <p:spPr>
          <a:xfrm>
            <a:off x="666055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2-cell275"/>
          <p:cNvSpPr/>
          <p:nvPr/>
        </p:nvSpPr>
        <p:spPr>
          <a:xfrm>
            <a:off x="1239317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2-dot276"/>
          <p:cNvSpPr/>
          <p:nvPr/>
        </p:nvSpPr>
        <p:spPr>
          <a:xfrm>
            <a:off x="1356732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2-cell277"/>
          <p:cNvSpPr/>
          <p:nvPr/>
        </p:nvSpPr>
        <p:spPr>
          <a:xfrm>
            <a:off x="1929994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2-dot278"/>
          <p:cNvSpPr/>
          <p:nvPr/>
        </p:nvSpPr>
        <p:spPr>
          <a:xfrm>
            <a:off x="2047409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2-cell279"/>
          <p:cNvSpPr/>
          <p:nvPr/>
        </p:nvSpPr>
        <p:spPr>
          <a:xfrm>
            <a:off x="2620670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2-dot280"/>
          <p:cNvSpPr/>
          <p:nvPr/>
        </p:nvSpPr>
        <p:spPr>
          <a:xfrm>
            <a:off x="2738085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2-cell281"/>
          <p:cNvSpPr/>
          <p:nvPr/>
        </p:nvSpPr>
        <p:spPr>
          <a:xfrm>
            <a:off x="3311347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2-dot282"/>
          <p:cNvSpPr/>
          <p:nvPr/>
        </p:nvSpPr>
        <p:spPr>
          <a:xfrm>
            <a:off x="3428762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2-cell283"/>
          <p:cNvSpPr/>
          <p:nvPr/>
        </p:nvSpPr>
        <p:spPr>
          <a:xfrm>
            <a:off x="548640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2-dot284"/>
          <p:cNvSpPr/>
          <p:nvPr/>
        </p:nvSpPr>
        <p:spPr>
          <a:xfrm>
            <a:off x="666055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2-cell285"/>
          <p:cNvSpPr/>
          <p:nvPr/>
        </p:nvSpPr>
        <p:spPr>
          <a:xfrm>
            <a:off x="1239317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2-dot286"/>
          <p:cNvSpPr/>
          <p:nvPr/>
        </p:nvSpPr>
        <p:spPr>
          <a:xfrm>
            <a:off x="1356732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2-cell287"/>
          <p:cNvSpPr/>
          <p:nvPr/>
        </p:nvSpPr>
        <p:spPr>
          <a:xfrm>
            <a:off x="1929994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2-dot288"/>
          <p:cNvSpPr/>
          <p:nvPr/>
        </p:nvSpPr>
        <p:spPr>
          <a:xfrm>
            <a:off x="2047409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2-cell289"/>
          <p:cNvSpPr/>
          <p:nvPr/>
        </p:nvSpPr>
        <p:spPr>
          <a:xfrm>
            <a:off x="2620670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2-cell290"/>
          <p:cNvSpPr/>
          <p:nvPr/>
        </p:nvSpPr>
        <p:spPr>
          <a:xfrm>
            <a:off x="3311347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2-figure291" descr="1개의 십 칸 틀 중 1번째: 모두 8개"/>
          <p:cNvSpPr/>
          <p:nvPr/>
        </p:nvSpPr>
        <p:spPr>
          <a:xfrm>
            <a:off x="548640" y="2884627"/>
            <a:ext cx="3453384" cy="138135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12-chip292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26" name="S12-cell293"/>
          <p:cNvSpPr/>
          <p:nvPr/>
        </p:nvSpPr>
        <p:spPr>
          <a:xfrm>
            <a:off x="4367784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2-dot294"/>
          <p:cNvSpPr/>
          <p:nvPr/>
        </p:nvSpPr>
        <p:spPr>
          <a:xfrm>
            <a:off x="4485199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2-cell295"/>
          <p:cNvSpPr/>
          <p:nvPr/>
        </p:nvSpPr>
        <p:spPr>
          <a:xfrm>
            <a:off x="5058461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2-dot296"/>
          <p:cNvSpPr/>
          <p:nvPr/>
        </p:nvSpPr>
        <p:spPr>
          <a:xfrm>
            <a:off x="5175876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2-cell297"/>
          <p:cNvSpPr/>
          <p:nvPr/>
        </p:nvSpPr>
        <p:spPr>
          <a:xfrm>
            <a:off x="5749138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12-dot298"/>
          <p:cNvSpPr/>
          <p:nvPr/>
        </p:nvSpPr>
        <p:spPr>
          <a:xfrm>
            <a:off x="5866553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2-cell299"/>
          <p:cNvSpPr/>
          <p:nvPr/>
        </p:nvSpPr>
        <p:spPr>
          <a:xfrm>
            <a:off x="6439814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12-dot300"/>
          <p:cNvSpPr/>
          <p:nvPr/>
        </p:nvSpPr>
        <p:spPr>
          <a:xfrm>
            <a:off x="6557229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2-cell301"/>
          <p:cNvSpPr/>
          <p:nvPr/>
        </p:nvSpPr>
        <p:spPr>
          <a:xfrm>
            <a:off x="7130491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12-dot302"/>
          <p:cNvSpPr/>
          <p:nvPr/>
        </p:nvSpPr>
        <p:spPr>
          <a:xfrm>
            <a:off x="7247906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12-cell303"/>
          <p:cNvSpPr/>
          <p:nvPr/>
        </p:nvSpPr>
        <p:spPr>
          <a:xfrm>
            <a:off x="4367784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2-dot304"/>
          <p:cNvSpPr/>
          <p:nvPr/>
        </p:nvSpPr>
        <p:spPr>
          <a:xfrm>
            <a:off x="4485199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12-cell305"/>
          <p:cNvSpPr/>
          <p:nvPr/>
        </p:nvSpPr>
        <p:spPr>
          <a:xfrm>
            <a:off x="5058461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12-cell306"/>
          <p:cNvSpPr/>
          <p:nvPr/>
        </p:nvSpPr>
        <p:spPr>
          <a:xfrm>
            <a:off x="5749138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12-cell307"/>
          <p:cNvSpPr/>
          <p:nvPr/>
        </p:nvSpPr>
        <p:spPr>
          <a:xfrm>
            <a:off x="6439814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12-cell308"/>
          <p:cNvSpPr/>
          <p:nvPr/>
        </p:nvSpPr>
        <p:spPr>
          <a:xfrm>
            <a:off x="7130491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12-figure309" descr="1개의 십 칸 틀 중 1번째: 모두 6개"/>
          <p:cNvSpPr/>
          <p:nvPr/>
        </p:nvSpPr>
        <p:spPr>
          <a:xfrm>
            <a:off x="4367784" y="2884627"/>
            <a:ext cx="3453384" cy="138135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3" name="S12-chip310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44" name="S12-cell311"/>
          <p:cNvSpPr/>
          <p:nvPr/>
        </p:nvSpPr>
        <p:spPr>
          <a:xfrm>
            <a:off x="8186928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12-dot312"/>
          <p:cNvSpPr/>
          <p:nvPr/>
        </p:nvSpPr>
        <p:spPr>
          <a:xfrm>
            <a:off x="8304343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12-cell313"/>
          <p:cNvSpPr/>
          <p:nvPr/>
        </p:nvSpPr>
        <p:spPr>
          <a:xfrm>
            <a:off x="8877605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12-dot314"/>
          <p:cNvSpPr/>
          <p:nvPr/>
        </p:nvSpPr>
        <p:spPr>
          <a:xfrm>
            <a:off x="8995020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12-cell315"/>
          <p:cNvSpPr/>
          <p:nvPr/>
        </p:nvSpPr>
        <p:spPr>
          <a:xfrm>
            <a:off x="9568282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12-dot316"/>
          <p:cNvSpPr/>
          <p:nvPr/>
        </p:nvSpPr>
        <p:spPr>
          <a:xfrm>
            <a:off x="9685697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12-cell317"/>
          <p:cNvSpPr/>
          <p:nvPr/>
        </p:nvSpPr>
        <p:spPr>
          <a:xfrm>
            <a:off x="10258958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12-dot318"/>
          <p:cNvSpPr/>
          <p:nvPr/>
        </p:nvSpPr>
        <p:spPr>
          <a:xfrm>
            <a:off x="10376373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12-cell319"/>
          <p:cNvSpPr/>
          <p:nvPr/>
        </p:nvSpPr>
        <p:spPr>
          <a:xfrm>
            <a:off x="10949635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12-dot320"/>
          <p:cNvSpPr/>
          <p:nvPr/>
        </p:nvSpPr>
        <p:spPr>
          <a:xfrm>
            <a:off x="11067050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12-cell321"/>
          <p:cNvSpPr/>
          <p:nvPr/>
        </p:nvSpPr>
        <p:spPr>
          <a:xfrm>
            <a:off x="8186928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12-dot322"/>
          <p:cNvSpPr/>
          <p:nvPr/>
        </p:nvSpPr>
        <p:spPr>
          <a:xfrm>
            <a:off x="8304343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12-cell323"/>
          <p:cNvSpPr/>
          <p:nvPr/>
        </p:nvSpPr>
        <p:spPr>
          <a:xfrm>
            <a:off x="8877605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12-dot324"/>
          <p:cNvSpPr/>
          <p:nvPr/>
        </p:nvSpPr>
        <p:spPr>
          <a:xfrm>
            <a:off x="8995020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12-cell325"/>
          <p:cNvSpPr/>
          <p:nvPr/>
        </p:nvSpPr>
        <p:spPr>
          <a:xfrm>
            <a:off x="9568282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12-cell326"/>
          <p:cNvSpPr/>
          <p:nvPr/>
        </p:nvSpPr>
        <p:spPr>
          <a:xfrm>
            <a:off x="10258958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12-cell327"/>
          <p:cNvSpPr/>
          <p:nvPr/>
        </p:nvSpPr>
        <p:spPr>
          <a:xfrm>
            <a:off x="10949635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12-figure328" descr="1개의 십 칸 틀 중 1번째: 모두 7개"/>
          <p:cNvSpPr/>
          <p:nvPr/>
        </p:nvSpPr>
        <p:spPr>
          <a:xfrm>
            <a:off x="8186928" y="2884627"/>
            <a:ext cx="3453384" cy="138135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32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33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수는 순서대로 1만큼씩 커지고, 뒤에 있는 수가 더 커요.</a:t>
            </a:r>
            <a:endParaRPr lang="ko-KR" sz="3200" dirty="0"/>
          </a:p>
        </p:txBody>
      </p:sp>
      <p:sp>
        <p:nvSpPr>
          <p:cNvPr id="5" name="S13-chip33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앞으로·거꾸로 세어 보기</a:t>
            </a:r>
            <a:endParaRPr lang="ko-KR" sz="2600" dirty="0"/>
          </a:p>
        </p:txBody>
      </p:sp>
      <p:sp>
        <p:nvSpPr>
          <p:cNvPr id="6" name="S13-chip33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큰 수와 작은 수 바꿔 말하기</a:t>
            </a:r>
            <a:endParaRPr lang="ko-KR" sz="2600" dirty="0"/>
          </a:p>
        </p:txBody>
      </p:sp>
      <p:sp>
        <p:nvSpPr>
          <p:cNvPr id="7" name="S13-text33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33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5 바로 뒤의 수는?</a:t>
            </a:r>
            <a:endParaRPr lang="ko-KR" sz="2600" dirty="0"/>
          </a:p>
        </p:txBody>
      </p:sp>
      <p:sp>
        <p:nvSpPr>
          <p:cNvPr id="9" name="S13-text335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9보다 1만큼 더 작은 수는?</a:t>
            </a:r>
            <a:endParaRPr lang="ko-KR" sz="2600" dirty="0"/>
          </a:p>
        </p:txBody>
      </p:sp>
      <p:sp>
        <p:nvSpPr>
          <p:cNvPr id="10" name="S13-text336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2와 6 중 더 큰 수는?</a:t>
            </a:r>
            <a:endParaRPr lang="ko-KR" sz="2600" dirty="0"/>
          </a:p>
        </p:txBody>
      </p:sp>
      <p:sp>
        <p:nvSpPr>
          <p:cNvPr id="11" name="S13-text33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가르기와 모으기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1개씩 더 놓기</a:t>
            </a:r>
            <a:endParaRPr lang="ko-KR" sz="4400" dirty="0"/>
          </a:p>
        </p:txBody>
      </p:sp>
      <p:sp>
        <p:nvSpPr>
          <p:cNvPr id="3" name="S14-card3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3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수는 돌이 1개 더 많아요.</a:t>
            </a:r>
            <a:endParaRPr lang="ko-KR" sz="3200" dirty="0"/>
          </a:p>
        </p:txBody>
      </p:sp>
      <p:sp>
        <p:nvSpPr>
          <p:cNvPr id="5" name="S14-cell340"/>
          <p:cNvSpPr/>
          <p:nvPr/>
        </p:nvSpPr>
        <p:spPr>
          <a:xfrm>
            <a:off x="548640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4-dot341"/>
          <p:cNvSpPr/>
          <p:nvPr/>
        </p:nvSpPr>
        <p:spPr>
          <a:xfrm>
            <a:off x="615358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4-cell342"/>
          <p:cNvSpPr/>
          <p:nvPr/>
        </p:nvSpPr>
        <p:spPr>
          <a:xfrm>
            <a:off x="941100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4-cell343"/>
          <p:cNvSpPr/>
          <p:nvPr/>
        </p:nvSpPr>
        <p:spPr>
          <a:xfrm>
            <a:off x="1333561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4-cell344"/>
          <p:cNvSpPr/>
          <p:nvPr/>
        </p:nvSpPr>
        <p:spPr>
          <a:xfrm>
            <a:off x="1726021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4-cell345"/>
          <p:cNvSpPr/>
          <p:nvPr/>
        </p:nvSpPr>
        <p:spPr>
          <a:xfrm>
            <a:off x="2118482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4-cell346"/>
          <p:cNvSpPr/>
          <p:nvPr/>
        </p:nvSpPr>
        <p:spPr>
          <a:xfrm>
            <a:off x="548640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4-cell347"/>
          <p:cNvSpPr/>
          <p:nvPr/>
        </p:nvSpPr>
        <p:spPr>
          <a:xfrm>
            <a:off x="941100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4-cell348"/>
          <p:cNvSpPr/>
          <p:nvPr/>
        </p:nvSpPr>
        <p:spPr>
          <a:xfrm>
            <a:off x="1333561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4-cell349"/>
          <p:cNvSpPr/>
          <p:nvPr/>
        </p:nvSpPr>
        <p:spPr>
          <a:xfrm>
            <a:off x="1726021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4-cell350"/>
          <p:cNvSpPr/>
          <p:nvPr/>
        </p:nvSpPr>
        <p:spPr>
          <a:xfrm>
            <a:off x="2118482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4-figure351" descr="1개의 십 칸 틀 중 1번째: 모두 1개"/>
          <p:cNvSpPr/>
          <p:nvPr/>
        </p:nvSpPr>
        <p:spPr>
          <a:xfrm>
            <a:off x="548640" y="2571339"/>
            <a:ext cx="1962302" cy="784921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14-label352"/>
          <p:cNvSpPr txBox="1"/>
          <p:nvPr/>
        </p:nvSpPr>
        <p:spPr>
          <a:xfrm>
            <a:off x="548640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8" name="S14-cell353"/>
          <p:cNvSpPr/>
          <p:nvPr/>
        </p:nvSpPr>
        <p:spPr>
          <a:xfrm>
            <a:off x="2830982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4-dot354"/>
          <p:cNvSpPr/>
          <p:nvPr/>
        </p:nvSpPr>
        <p:spPr>
          <a:xfrm>
            <a:off x="2897701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4-cell355"/>
          <p:cNvSpPr/>
          <p:nvPr/>
        </p:nvSpPr>
        <p:spPr>
          <a:xfrm>
            <a:off x="3223443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4-dot356"/>
          <p:cNvSpPr/>
          <p:nvPr/>
        </p:nvSpPr>
        <p:spPr>
          <a:xfrm>
            <a:off x="3290161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4-cell357"/>
          <p:cNvSpPr/>
          <p:nvPr/>
        </p:nvSpPr>
        <p:spPr>
          <a:xfrm>
            <a:off x="3615903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4-cell358"/>
          <p:cNvSpPr/>
          <p:nvPr/>
        </p:nvSpPr>
        <p:spPr>
          <a:xfrm>
            <a:off x="4008364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4-cell359"/>
          <p:cNvSpPr/>
          <p:nvPr/>
        </p:nvSpPr>
        <p:spPr>
          <a:xfrm>
            <a:off x="4400824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4-cell360"/>
          <p:cNvSpPr/>
          <p:nvPr/>
        </p:nvSpPr>
        <p:spPr>
          <a:xfrm>
            <a:off x="2830982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4-cell361"/>
          <p:cNvSpPr/>
          <p:nvPr/>
        </p:nvSpPr>
        <p:spPr>
          <a:xfrm>
            <a:off x="3223443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4-cell362"/>
          <p:cNvSpPr/>
          <p:nvPr/>
        </p:nvSpPr>
        <p:spPr>
          <a:xfrm>
            <a:off x="3615903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4-cell363"/>
          <p:cNvSpPr/>
          <p:nvPr/>
        </p:nvSpPr>
        <p:spPr>
          <a:xfrm>
            <a:off x="4008364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4-cell364"/>
          <p:cNvSpPr/>
          <p:nvPr/>
        </p:nvSpPr>
        <p:spPr>
          <a:xfrm>
            <a:off x="4400824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14-figure365" descr="1개의 십 칸 틀 중 1번째: 모두 2개"/>
          <p:cNvSpPr/>
          <p:nvPr/>
        </p:nvSpPr>
        <p:spPr>
          <a:xfrm>
            <a:off x="2830982" y="2571339"/>
            <a:ext cx="1962302" cy="784921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14-label366"/>
          <p:cNvSpPr txBox="1"/>
          <p:nvPr/>
        </p:nvSpPr>
        <p:spPr>
          <a:xfrm>
            <a:off x="2830982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32" name="S14-cell367"/>
          <p:cNvSpPr/>
          <p:nvPr/>
        </p:nvSpPr>
        <p:spPr>
          <a:xfrm>
            <a:off x="5113325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14-dot368"/>
          <p:cNvSpPr/>
          <p:nvPr/>
        </p:nvSpPr>
        <p:spPr>
          <a:xfrm>
            <a:off x="5180043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4-cell369"/>
          <p:cNvSpPr/>
          <p:nvPr/>
        </p:nvSpPr>
        <p:spPr>
          <a:xfrm>
            <a:off x="5505785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14-dot370"/>
          <p:cNvSpPr/>
          <p:nvPr/>
        </p:nvSpPr>
        <p:spPr>
          <a:xfrm>
            <a:off x="5572504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14-cell371"/>
          <p:cNvSpPr/>
          <p:nvPr/>
        </p:nvSpPr>
        <p:spPr>
          <a:xfrm>
            <a:off x="5898246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4-dot372"/>
          <p:cNvSpPr/>
          <p:nvPr/>
        </p:nvSpPr>
        <p:spPr>
          <a:xfrm>
            <a:off x="5964964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14-cell373"/>
          <p:cNvSpPr/>
          <p:nvPr/>
        </p:nvSpPr>
        <p:spPr>
          <a:xfrm>
            <a:off x="6290706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14-cell374"/>
          <p:cNvSpPr/>
          <p:nvPr/>
        </p:nvSpPr>
        <p:spPr>
          <a:xfrm>
            <a:off x="6683167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14-cell375"/>
          <p:cNvSpPr/>
          <p:nvPr/>
        </p:nvSpPr>
        <p:spPr>
          <a:xfrm>
            <a:off x="5113325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14-cell376"/>
          <p:cNvSpPr/>
          <p:nvPr/>
        </p:nvSpPr>
        <p:spPr>
          <a:xfrm>
            <a:off x="5505785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14-cell377"/>
          <p:cNvSpPr/>
          <p:nvPr/>
        </p:nvSpPr>
        <p:spPr>
          <a:xfrm>
            <a:off x="5898246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14-cell378"/>
          <p:cNvSpPr/>
          <p:nvPr/>
        </p:nvSpPr>
        <p:spPr>
          <a:xfrm>
            <a:off x="6290706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14-cell379"/>
          <p:cNvSpPr/>
          <p:nvPr/>
        </p:nvSpPr>
        <p:spPr>
          <a:xfrm>
            <a:off x="6683167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14-figure380" descr="1개의 십 칸 틀 중 1번째: 모두 3개"/>
          <p:cNvSpPr/>
          <p:nvPr/>
        </p:nvSpPr>
        <p:spPr>
          <a:xfrm>
            <a:off x="5113325" y="2571339"/>
            <a:ext cx="1962302" cy="784921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6" name="S14-label381"/>
          <p:cNvSpPr txBox="1"/>
          <p:nvPr/>
        </p:nvSpPr>
        <p:spPr>
          <a:xfrm>
            <a:off x="5113325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47" name="S14-cell382"/>
          <p:cNvSpPr/>
          <p:nvPr/>
        </p:nvSpPr>
        <p:spPr>
          <a:xfrm>
            <a:off x="7395667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14-dot383"/>
          <p:cNvSpPr/>
          <p:nvPr/>
        </p:nvSpPr>
        <p:spPr>
          <a:xfrm>
            <a:off x="7462385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14-cell384"/>
          <p:cNvSpPr/>
          <p:nvPr/>
        </p:nvSpPr>
        <p:spPr>
          <a:xfrm>
            <a:off x="7788128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14-dot385"/>
          <p:cNvSpPr/>
          <p:nvPr/>
        </p:nvSpPr>
        <p:spPr>
          <a:xfrm>
            <a:off x="7854846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14-cell386"/>
          <p:cNvSpPr/>
          <p:nvPr/>
        </p:nvSpPr>
        <p:spPr>
          <a:xfrm>
            <a:off x="8180588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14-dot387"/>
          <p:cNvSpPr/>
          <p:nvPr/>
        </p:nvSpPr>
        <p:spPr>
          <a:xfrm>
            <a:off x="8247306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14-cell388"/>
          <p:cNvSpPr/>
          <p:nvPr/>
        </p:nvSpPr>
        <p:spPr>
          <a:xfrm>
            <a:off x="8573049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4" name="S14-dot389"/>
          <p:cNvSpPr/>
          <p:nvPr/>
        </p:nvSpPr>
        <p:spPr>
          <a:xfrm>
            <a:off x="8639767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S14-cell390"/>
          <p:cNvSpPr/>
          <p:nvPr/>
        </p:nvSpPr>
        <p:spPr>
          <a:xfrm>
            <a:off x="8965509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14-cell391"/>
          <p:cNvSpPr/>
          <p:nvPr/>
        </p:nvSpPr>
        <p:spPr>
          <a:xfrm>
            <a:off x="7395667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14-cell392"/>
          <p:cNvSpPr/>
          <p:nvPr/>
        </p:nvSpPr>
        <p:spPr>
          <a:xfrm>
            <a:off x="7788128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14-cell393"/>
          <p:cNvSpPr/>
          <p:nvPr/>
        </p:nvSpPr>
        <p:spPr>
          <a:xfrm>
            <a:off x="8180588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14-cell394"/>
          <p:cNvSpPr/>
          <p:nvPr/>
        </p:nvSpPr>
        <p:spPr>
          <a:xfrm>
            <a:off x="8573049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14-cell395"/>
          <p:cNvSpPr/>
          <p:nvPr/>
        </p:nvSpPr>
        <p:spPr>
          <a:xfrm>
            <a:off x="8965509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14-figure396" descr="1개의 십 칸 틀 중 1번째: 모두 4개"/>
          <p:cNvSpPr/>
          <p:nvPr/>
        </p:nvSpPr>
        <p:spPr>
          <a:xfrm>
            <a:off x="7395667" y="2571339"/>
            <a:ext cx="1962302" cy="784921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2" name="S14-label397"/>
          <p:cNvSpPr txBox="1"/>
          <p:nvPr/>
        </p:nvSpPr>
        <p:spPr>
          <a:xfrm>
            <a:off x="7395667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63" name="S14-cell398"/>
          <p:cNvSpPr/>
          <p:nvPr/>
        </p:nvSpPr>
        <p:spPr>
          <a:xfrm>
            <a:off x="9678010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14-dot399"/>
          <p:cNvSpPr/>
          <p:nvPr/>
        </p:nvSpPr>
        <p:spPr>
          <a:xfrm>
            <a:off x="9744728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5" name="S14-cell400"/>
          <p:cNvSpPr/>
          <p:nvPr/>
        </p:nvSpPr>
        <p:spPr>
          <a:xfrm>
            <a:off x="10070470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14-dot401"/>
          <p:cNvSpPr/>
          <p:nvPr/>
        </p:nvSpPr>
        <p:spPr>
          <a:xfrm>
            <a:off x="10137188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7" name="S14-cell402"/>
          <p:cNvSpPr/>
          <p:nvPr/>
        </p:nvSpPr>
        <p:spPr>
          <a:xfrm>
            <a:off x="10462931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14-dot403"/>
          <p:cNvSpPr/>
          <p:nvPr/>
        </p:nvSpPr>
        <p:spPr>
          <a:xfrm>
            <a:off x="10529649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9" name="S14-cell404"/>
          <p:cNvSpPr/>
          <p:nvPr/>
        </p:nvSpPr>
        <p:spPr>
          <a:xfrm>
            <a:off x="10855391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0" name="S14-dot405"/>
          <p:cNvSpPr/>
          <p:nvPr/>
        </p:nvSpPr>
        <p:spPr>
          <a:xfrm>
            <a:off x="10922109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1" name="S14-cell406"/>
          <p:cNvSpPr/>
          <p:nvPr/>
        </p:nvSpPr>
        <p:spPr>
          <a:xfrm>
            <a:off x="11247852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14-dot407"/>
          <p:cNvSpPr/>
          <p:nvPr/>
        </p:nvSpPr>
        <p:spPr>
          <a:xfrm>
            <a:off x="11314570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3" name="S14-cell408"/>
          <p:cNvSpPr/>
          <p:nvPr/>
        </p:nvSpPr>
        <p:spPr>
          <a:xfrm>
            <a:off x="9678010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14-cell409"/>
          <p:cNvSpPr/>
          <p:nvPr/>
        </p:nvSpPr>
        <p:spPr>
          <a:xfrm>
            <a:off x="10070470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5" name="S14-cell410"/>
          <p:cNvSpPr/>
          <p:nvPr/>
        </p:nvSpPr>
        <p:spPr>
          <a:xfrm>
            <a:off x="10462931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14-cell411"/>
          <p:cNvSpPr/>
          <p:nvPr/>
        </p:nvSpPr>
        <p:spPr>
          <a:xfrm>
            <a:off x="10855391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14-cell412"/>
          <p:cNvSpPr/>
          <p:nvPr/>
        </p:nvSpPr>
        <p:spPr>
          <a:xfrm>
            <a:off x="11247852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14-figure413" descr="1개의 십 칸 틀 중 1번째: 모두 5개"/>
          <p:cNvSpPr/>
          <p:nvPr/>
        </p:nvSpPr>
        <p:spPr>
          <a:xfrm>
            <a:off x="9678010" y="2571339"/>
            <a:ext cx="1962302" cy="784921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9" name="S14-label414"/>
          <p:cNvSpPr txBox="1"/>
          <p:nvPr/>
        </p:nvSpPr>
        <p:spPr>
          <a:xfrm>
            <a:off x="9678010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수의 순서와 크기 비교</dc:title>
  <dc:subject>KR22-G01-MAT-NUM9ORD-L01</dc:subject>
  <dc:creator>education-ppt</dc:creator>
  <cp:lastModifiedBy>education-ppt</cp:lastModifiedBy>
  <cp:revision>1</cp:revision>
  <dcterms:created xsi:type="dcterms:W3CDTF">2026-10-26T06:38:13Z</dcterms:created>
  <dcterms:modified xsi:type="dcterms:W3CDTF">2026-10-26T06:38:13Z</dcterms:modified>
</cp:coreProperties>
</file>