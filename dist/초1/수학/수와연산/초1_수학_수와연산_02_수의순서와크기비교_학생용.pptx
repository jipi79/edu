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0187f0-95bd-bb2a-4dda-73a38c55c6e6}">
          <p14:sldIdLst>
            <p14:sldId id="256"/>
            <p14:sldId id="257"/>
          </p14:sldIdLst>
        </p14:section>
        <p14:section name="개념" id="{759d19d8-bf37-612c-d371-6e4c91fb830d}">
          <p14:sldIdLst>
            <p14:sldId id="258"/>
            <p14:sldId id="259"/>
            <p14:sldId id="260"/>
            <p14:sldId id="261"/>
          </p14:sldIdLst>
        </p14:section>
        <p14:section name="연습" id="{bd3cb6af-c03c-2374-e369-d14c5544e9c4}">
          <p14:sldIdLst>
            <p14:sldId id="262"/>
            <p14:sldId id="263"/>
            <p14:sldId id="264"/>
          </p14:sldIdLst>
        </p14:section>
        <p14:section name="확인" id="{e0b3bc24-085f-e4b4-3187-a2fc9503125d}">
          <p14:sldIdLst>
            <p14:sldId id="265"/>
            <p14:sldId id="266"/>
          </p14:sldIdLst>
        </p14:section>
        <p14:section name="정리" id="{84958be8-3998-2df0-5353-10a16aecee3f}">
          <p14:sldIdLst>
            <p14:sldId id="267"/>
          </p14:sldIdLst>
        </p14:section>
        <p14:section name="보충" id="{4b0d05f3-30d5-3b9a-bb56-209c7ab4f42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순서와 크기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더 클까?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1개의 십 칸 틀 중 1번째: 모두 3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95190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dot24"/>
          <p:cNvSpPr/>
          <p:nvPr/>
        </p:nvSpPr>
        <p:spPr>
          <a:xfrm>
            <a:off x="1131309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figure30" descr="1개의 십 칸 틀 중 1번째: 모두 5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1-card31"/>
          <p:cNvSpPr/>
          <p:nvPr/>
        </p:nvSpPr>
        <p:spPr>
          <a:xfrm>
            <a:off x="731520" y="3864356"/>
            <a:ext cx="10725912" cy="2262124"/>
          </a:xfrm>
          <a:prstGeom prst="roundRect">
            <a:avLst>
              <a:gd name="adj" fmla="val 4851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5" name="S01-cardtext32"/>
          <p:cNvSpPr txBox="1"/>
          <p:nvPr/>
        </p:nvSpPr>
        <p:spPr>
          <a:xfrm>
            <a:off x="1005840" y="4001516"/>
            <a:ext cx="10177272" cy="198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0부터 9까지 순서대로 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1만큼 더 큰 수, 작은 수를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두 수 중 더 큰 수를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2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 보고, 수를 두 가지로 읽어요.</a:t>
            </a:r>
            <a:endParaRPr lang="ko-KR" sz="3200" dirty="0"/>
          </a:p>
        </p:txBody>
      </p:sp>
      <p:sp>
        <p:nvSpPr>
          <p:cNvPr id="4" name="S02-chip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cell35"/>
          <p:cNvSpPr/>
          <p:nvPr/>
        </p:nvSpPr>
        <p:spPr>
          <a:xfrm>
            <a:off x="248716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dot36"/>
          <p:cNvSpPr/>
          <p:nvPr/>
        </p:nvSpPr>
        <p:spPr>
          <a:xfrm>
            <a:off x="259598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cell37"/>
          <p:cNvSpPr/>
          <p:nvPr/>
        </p:nvSpPr>
        <p:spPr>
          <a:xfrm>
            <a:off x="312724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dot38"/>
          <p:cNvSpPr/>
          <p:nvPr/>
        </p:nvSpPr>
        <p:spPr>
          <a:xfrm>
            <a:off x="323606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cell39"/>
          <p:cNvSpPr/>
          <p:nvPr/>
        </p:nvSpPr>
        <p:spPr>
          <a:xfrm>
            <a:off x="376732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dot40"/>
          <p:cNvSpPr/>
          <p:nvPr/>
        </p:nvSpPr>
        <p:spPr>
          <a:xfrm>
            <a:off x="387614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cell41"/>
          <p:cNvSpPr/>
          <p:nvPr/>
        </p:nvSpPr>
        <p:spPr>
          <a:xfrm>
            <a:off x="440740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dot42"/>
          <p:cNvSpPr/>
          <p:nvPr/>
        </p:nvSpPr>
        <p:spPr>
          <a:xfrm>
            <a:off x="451622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cell43"/>
          <p:cNvSpPr/>
          <p:nvPr/>
        </p:nvSpPr>
        <p:spPr>
          <a:xfrm>
            <a:off x="504748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dot44"/>
          <p:cNvSpPr/>
          <p:nvPr/>
        </p:nvSpPr>
        <p:spPr>
          <a:xfrm>
            <a:off x="515630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cell45"/>
          <p:cNvSpPr/>
          <p:nvPr/>
        </p:nvSpPr>
        <p:spPr>
          <a:xfrm>
            <a:off x="248716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dot46"/>
          <p:cNvSpPr/>
          <p:nvPr/>
        </p:nvSpPr>
        <p:spPr>
          <a:xfrm>
            <a:off x="2595982" y="276057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cell47"/>
          <p:cNvSpPr/>
          <p:nvPr/>
        </p:nvSpPr>
        <p:spPr>
          <a:xfrm>
            <a:off x="312724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dot48"/>
          <p:cNvSpPr/>
          <p:nvPr/>
        </p:nvSpPr>
        <p:spPr>
          <a:xfrm>
            <a:off x="3236062" y="276057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2-cell49"/>
          <p:cNvSpPr/>
          <p:nvPr/>
        </p:nvSpPr>
        <p:spPr>
          <a:xfrm>
            <a:off x="376732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cell50"/>
          <p:cNvSpPr/>
          <p:nvPr/>
        </p:nvSpPr>
        <p:spPr>
          <a:xfrm>
            <a:off x="440740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cell51"/>
          <p:cNvSpPr/>
          <p:nvPr/>
        </p:nvSpPr>
        <p:spPr>
          <a:xfrm>
            <a:off x="504748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2-figure52" descr="1개의 십 칸 틀 중 1번째: 모두 7개"/>
          <p:cNvSpPr/>
          <p:nvPr/>
        </p:nvSpPr>
        <p:spPr>
          <a:xfrm>
            <a:off x="2487168" y="2011680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2-chip5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4" name="S02-dot54"/>
          <p:cNvSpPr/>
          <p:nvPr/>
        </p:nvSpPr>
        <p:spPr>
          <a:xfrm>
            <a:off x="28460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2-dot55"/>
          <p:cNvSpPr/>
          <p:nvPr/>
        </p:nvSpPr>
        <p:spPr>
          <a:xfrm>
            <a:off x="35318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2-dot56"/>
          <p:cNvSpPr/>
          <p:nvPr/>
        </p:nvSpPr>
        <p:spPr>
          <a:xfrm>
            <a:off x="42176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2-dot57"/>
          <p:cNvSpPr/>
          <p:nvPr/>
        </p:nvSpPr>
        <p:spPr>
          <a:xfrm>
            <a:off x="49034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2-figure58" descr="점 4개를 1줄 4개씩 놓은 배열"/>
          <p:cNvSpPr/>
          <p:nvPr/>
        </p:nvSpPr>
        <p:spPr>
          <a:xfrm>
            <a:off x="2715768" y="3771900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2-chip5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0" name="S02-text6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두 가지로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세어요</a:t>
            </a:r>
            <a:endParaRPr lang="ko-KR" sz="4400" dirty="0"/>
          </a:p>
        </p:txBody>
      </p:sp>
      <p:sp>
        <p:nvSpPr>
          <p:cNvPr id="3" name="S03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 갈수록 수가 1만큼씩 커져요.</a:t>
            </a:r>
            <a:endParaRPr lang="ko-KR" sz="3200" dirty="0"/>
          </a:p>
        </p:txBody>
      </p:sp>
      <p:sp>
        <p:nvSpPr>
          <p:cNvPr id="5" name="S03-card63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64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앞으로: 0, 1, 2, … 9</a:t>
            </a:r>
            <a:endParaRPr lang="ko-KR" sz="3200" dirty="0"/>
          </a:p>
        </p:txBody>
      </p:sp>
      <p:sp>
        <p:nvSpPr>
          <p:cNvPr id="7" name="S03-card65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66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거꾸로: 9, 8, 7, … 0</a:t>
            </a:r>
            <a:endParaRPr lang="ko-KR" sz="3200" dirty="0"/>
          </a:p>
        </p:txBody>
      </p:sp>
      <p:sp>
        <p:nvSpPr>
          <p:cNvPr id="9" name="S03-line67"/>
          <p:cNvSpPr/>
          <p:nvPr/>
        </p:nvSpPr>
        <p:spPr>
          <a:xfrm>
            <a:off x="685800" y="245999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03-line68"/>
          <p:cNvSpPr/>
          <p:nvPr/>
        </p:nvSpPr>
        <p:spPr>
          <a:xfrm>
            <a:off x="960120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label69"/>
          <p:cNvSpPr txBox="1"/>
          <p:nvPr/>
        </p:nvSpPr>
        <p:spPr>
          <a:xfrm>
            <a:off x="502920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2" name="S03-line70"/>
          <p:cNvSpPr/>
          <p:nvPr/>
        </p:nvSpPr>
        <p:spPr>
          <a:xfrm>
            <a:off x="2101088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label71"/>
          <p:cNvSpPr txBox="1"/>
          <p:nvPr/>
        </p:nvSpPr>
        <p:spPr>
          <a:xfrm>
            <a:off x="1643888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03-line72"/>
          <p:cNvSpPr/>
          <p:nvPr/>
        </p:nvSpPr>
        <p:spPr>
          <a:xfrm>
            <a:off x="3242056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label73"/>
          <p:cNvSpPr txBox="1"/>
          <p:nvPr/>
        </p:nvSpPr>
        <p:spPr>
          <a:xfrm>
            <a:off x="2784856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6" name="S03-line74"/>
          <p:cNvSpPr/>
          <p:nvPr/>
        </p:nvSpPr>
        <p:spPr>
          <a:xfrm>
            <a:off x="4383024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label75"/>
          <p:cNvSpPr txBox="1"/>
          <p:nvPr/>
        </p:nvSpPr>
        <p:spPr>
          <a:xfrm>
            <a:off x="3925824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03-line76"/>
          <p:cNvSpPr/>
          <p:nvPr/>
        </p:nvSpPr>
        <p:spPr>
          <a:xfrm>
            <a:off x="5523992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label77"/>
          <p:cNvSpPr txBox="1"/>
          <p:nvPr/>
        </p:nvSpPr>
        <p:spPr>
          <a:xfrm>
            <a:off x="5066792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0" name="S03-line78"/>
          <p:cNvSpPr/>
          <p:nvPr/>
        </p:nvSpPr>
        <p:spPr>
          <a:xfrm>
            <a:off x="6664960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3-label79"/>
          <p:cNvSpPr txBox="1"/>
          <p:nvPr/>
        </p:nvSpPr>
        <p:spPr>
          <a:xfrm>
            <a:off x="6207760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" name="S03-line80"/>
          <p:cNvSpPr/>
          <p:nvPr/>
        </p:nvSpPr>
        <p:spPr>
          <a:xfrm>
            <a:off x="7805928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label81"/>
          <p:cNvSpPr txBox="1"/>
          <p:nvPr/>
        </p:nvSpPr>
        <p:spPr>
          <a:xfrm>
            <a:off x="7348728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4" name="S03-line82"/>
          <p:cNvSpPr/>
          <p:nvPr/>
        </p:nvSpPr>
        <p:spPr>
          <a:xfrm>
            <a:off x="8946896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3-label83"/>
          <p:cNvSpPr txBox="1"/>
          <p:nvPr/>
        </p:nvSpPr>
        <p:spPr>
          <a:xfrm>
            <a:off x="8489696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6" name="S03-line84"/>
          <p:cNvSpPr/>
          <p:nvPr/>
        </p:nvSpPr>
        <p:spPr>
          <a:xfrm>
            <a:off x="10087864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3-label85"/>
          <p:cNvSpPr txBox="1"/>
          <p:nvPr/>
        </p:nvSpPr>
        <p:spPr>
          <a:xfrm>
            <a:off x="9630664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8" name="S03-line86"/>
          <p:cNvSpPr/>
          <p:nvPr/>
        </p:nvSpPr>
        <p:spPr>
          <a:xfrm>
            <a:off x="11228832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3-label87"/>
          <p:cNvSpPr txBox="1"/>
          <p:nvPr/>
        </p:nvSpPr>
        <p:spPr>
          <a:xfrm>
            <a:off x="10771632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0" name="S03-figure88" descr="0부터 9까지 1씩 눈금이 있는 수직선"/>
          <p:cNvSpPr/>
          <p:nvPr/>
        </p:nvSpPr>
        <p:spPr>
          <a:xfrm>
            <a:off x="685800" y="227711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1만큼 더 큰 수</a:t>
            </a:r>
            <a:endParaRPr lang="ko-KR" sz="4400" dirty="0"/>
          </a:p>
        </p:txBody>
      </p:sp>
      <p:sp>
        <p:nvSpPr>
          <p:cNvPr id="3" name="S0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더 놓았어요.</a:t>
            </a:r>
            <a:endParaRPr lang="ko-KR" sz="3200" dirty="0"/>
          </a:p>
        </p:txBody>
      </p:sp>
      <p:sp>
        <p:nvSpPr>
          <p:cNvPr id="4" name="S0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4보다 1만큼 더 큰 수는 5예요.</a:t>
            </a:r>
            <a:endParaRPr lang="ko-KR" sz="3200" dirty="0"/>
          </a:p>
        </p:txBody>
      </p:sp>
      <p:sp>
        <p:nvSpPr>
          <p:cNvPr id="6" name="S04-cell92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dot93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cell94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dot95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cell96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dot97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cell98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dot99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cell100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101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102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103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104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105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figure106" descr="1개의 십 칸 틀 중 1번째: 모두 4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10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4-cell108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dot109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cell110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dot111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cell112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dot113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cell114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dot115"/>
          <p:cNvSpPr/>
          <p:nvPr/>
        </p:nvSpPr>
        <p:spPr>
          <a:xfrm>
            <a:off x="946815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cell116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dot117"/>
          <p:cNvSpPr/>
          <p:nvPr/>
        </p:nvSpPr>
        <p:spPr>
          <a:xfrm>
            <a:off x="1024539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4-cell118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119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cell120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cell121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122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figure123" descr="1개의 십 칸 틀 중 1번째: 모두 5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4-label12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1만큼 더 작은 수</a:t>
            </a:r>
            <a:endParaRPr lang="ko-KR" sz="4400" dirty="0"/>
          </a:p>
        </p:txBody>
      </p:sp>
      <p:sp>
        <p:nvSpPr>
          <p:cNvPr id="3" name="S05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뺐어요.</a:t>
            </a:r>
            <a:endParaRPr lang="ko-KR" sz="3200" dirty="0"/>
          </a:p>
        </p:txBody>
      </p:sp>
      <p:sp>
        <p:nvSpPr>
          <p:cNvPr id="4" name="S05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4보다 1만큼 더 작은 수는 3이에요.</a:t>
            </a:r>
            <a:endParaRPr lang="ko-KR" sz="3200" dirty="0"/>
          </a:p>
        </p:txBody>
      </p:sp>
      <p:sp>
        <p:nvSpPr>
          <p:cNvPr id="6" name="S05-cell128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dot129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cell130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dot131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cell132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dot133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cell134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dot135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cell136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137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138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39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40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41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figure142" descr="1개의 십 칸 틀 중 1번째: 모두 4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label143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5-cell144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dot145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cell146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dot147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cell148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dot149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cell150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151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152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53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54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55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56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figure157" descr="1개의 십 칸 틀 중 1번째: 모두 3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label158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 비교하기</a:t>
            </a:r>
            <a:endParaRPr lang="ko-KR" sz="4400" dirty="0"/>
          </a:p>
        </p:txBody>
      </p:sp>
      <p:sp>
        <p:nvSpPr>
          <p:cNvPr id="3" name="S06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짝 지어 봐요.</a:t>
            </a:r>
            <a:endParaRPr lang="ko-KR" sz="3200" dirty="0"/>
          </a:p>
        </p:txBody>
      </p:sp>
      <p:sp>
        <p:nvSpPr>
          <p:cNvPr id="4" name="S06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4보다 커요. 4는 6보다 작아요.</a:t>
            </a:r>
            <a:endParaRPr lang="ko-KR" sz="3200" dirty="0"/>
          </a:p>
        </p:txBody>
      </p:sp>
      <p:sp>
        <p:nvSpPr>
          <p:cNvPr id="6" name="S06-card16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6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 6, 아랫줄 4</a:t>
            </a:r>
            <a:endParaRPr lang="ko-KR" sz="3200" dirty="0"/>
          </a:p>
        </p:txBody>
      </p:sp>
      <p:sp>
        <p:nvSpPr>
          <p:cNvPr id="8" name="S06-card16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6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윗줄이 2개 남아요</a:t>
            </a:r>
            <a:endParaRPr lang="ko-KR" sz="3200" dirty="0"/>
          </a:p>
        </p:txBody>
      </p:sp>
      <p:sp>
        <p:nvSpPr>
          <p:cNvPr id="10" name="S06-cell166"/>
          <p:cNvSpPr/>
          <p:nvPr/>
        </p:nvSpPr>
        <p:spPr>
          <a:xfrm>
            <a:off x="307695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67"/>
          <p:cNvSpPr/>
          <p:nvPr/>
        </p:nvSpPr>
        <p:spPr>
          <a:xfrm>
            <a:off x="408279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68"/>
          <p:cNvSpPr/>
          <p:nvPr/>
        </p:nvSpPr>
        <p:spPr>
          <a:xfrm>
            <a:off x="508863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69"/>
          <p:cNvSpPr/>
          <p:nvPr/>
        </p:nvSpPr>
        <p:spPr>
          <a:xfrm>
            <a:off x="609447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70"/>
          <p:cNvSpPr/>
          <p:nvPr/>
        </p:nvSpPr>
        <p:spPr>
          <a:xfrm>
            <a:off x="710031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71"/>
          <p:cNvSpPr/>
          <p:nvPr/>
        </p:nvSpPr>
        <p:spPr>
          <a:xfrm>
            <a:off x="810615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72"/>
          <p:cNvSpPr/>
          <p:nvPr/>
        </p:nvSpPr>
        <p:spPr>
          <a:xfrm>
            <a:off x="307695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73"/>
          <p:cNvSpPr/>
          <p:nvPr/>
        </p:nvSpPr>
        <p:spPr>
          <a:xfrm>
            <a:off x="408279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74"/>
          <p:cNvSpPr/>
          <p:nvPr/>
        </p:nvSpPr>
        <p:spPr>
          <a:xfrm>
            <a:off x="508863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75"/>
          <p:cNvSpPr/>
          <p:nvPr/>
        </p:nvSpPr>
        <p:spPr>
          <a:xfrm>
            <a:off x="609447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76"/>
          <p:cNvSpPr/>
          <p:nvPr/>
        </p:nvSpPr>
        <p:spPr>
          <a:xfrm>
            <a:off x="7100316" y="301752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77"/>
          <p:cNvSpPr/>
          <p:nvPr/>
        </p:nvSpPr>
        <p:spPr>
          <a:xfrm>
            <a:off x="8106156" y="301752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figure178" descr="윗줄 6칸, 아랫줄 4칸을 색칠한 2줄 6칸 격자. 아랫줄 오른쪽 2칸이 비어 있다"/>
          <p:cNvSpPr/>
          <p:nvPr/>
        </p:nvSpPr>
        <p:spPr>
          <a:xfrm>
            <a:off x="3076956" y="2011680"/>
            <a:ext cx="603504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수</a:t>
            </a:r>
            <a:endParaRPr lang="ko-KR" sz="4400" dirty="0"/>
          </a:p>
        </p:txBody>
      </p:sp>
      <p:sp>
        <p:nvSpPr>
          <p:cNvPr id="3" name="S07-text1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200" dirty="0"/>
          </a:p>
        </p:txBody>
      </p:sp>
      <p:sp>
        <p:nvSpPr>
          <p:cNvPr id="4" name="S07-card1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카드를 늘어놓고 짚으며 세어요.</a:t>
            </a:r>
            <a:endParaRPr lang="ko-KR" sz="3200" dirty="0"/>
          </a:p>
        </p:txBody>
      </p:sp>
      <p:sp>
        <p:nvSpPr>
          <p:cNvPr id="6" name="S07-chip1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eqtext18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4, □, 6</a:t>
            </a:r>
            <a:endParaRPr lang="ko-KR" sz="3600" dirty="0"/>
          </a:p>
        </p:txBody>
      </p:sp>
      <p:sp>
        <p:nvSpPr>
          <p:cNvPr id="8" name="S07-chip1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eqtext18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8, □, 6</a:t>
            </a:r>
            <a:endParaRPr lang="ko-KR" sz="3600" dirty="0"/>
          </a:p>
        </p:txBody>
      </p:sp>
      <p:sp>
        <p:nvSpPr>
          <p:cNvPr id="10" name="S07-chip18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18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5보다 1만큼 더 큰 수</a:t>
            </a:r>
            <a:endParaRPr lang="ko-KR" sz="3200" dirty="0"/>
          </a:p>
        </p:txBody>
      </p:sp>
      <p:sp>
        <p:nvSpPr>
          <p:cNvPr id="12" name="S07-chip18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18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8보다 1만큼 더 작은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“5보다 1만큼 더 큰 수는?”</a:t>
            </a:r>
            <a:endParaRPr lang="ko-KR" sz="3200" dirty="0"/>
          </a:p>
        </p:txBody>
      </p:sp>
      <p:sp>
        <p:nvSpPr>
          <p:cNvPr id="5" name="S08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19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4예요</a:t>
            </a:r>
            <a:endParaRPr lang="ko-KR" sz="2600" dirty="0"/>
          </a:p>
        </p:txBody>
      </p:sp>
      <p:sp>
        <p:nvSpPr>
          <p:cNvPr id="8" name="S08-cell195"/>
          <p:cNvSpPr/>
          <p:nvPr/>
        </p:nvSpPr>
        <p:spPr>
          <a:xfrm>
            <a:off x="1390523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dot196"/>
          <p:cNvSpPr/>
          <p:nvPr/>
        </p:nvSpPr>
        <p:spPr>
          <a:xfrm>
            <a:off x="1515615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cell197"/>
          <p:cNvSpPr/>
          <p:nvPr/>
        </p:nvSpPr>
        <p:spPr>
          <a:xfrm>
            <a:off x="2126361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dot198"/>
          <p:cNvSpPr/>
          <p:nvPr/>
        </p:nvSpPr>
        <p:spPr>
          <a:xfrm>
            <a:off x="2251453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cell199"/>
          <p:cNvSpPr/>
          <p:nvPr/>
        </p:nvSpPr>
        <p:spPr>
          <a:xfrm>
            <a:off x="2862199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dot200"/>
          <p:cNvSpPr/>
          <p:nvPr/>
        </p:nvSpPr>
        <p:spPr>
          <a:xfrm>
            <a:off x="2987291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cell201"/>
          <p:cNvSpPr/>
          <p:nvPr/>
        </p:nvSpPr>
        <p:spPr>
          <a:xfrm>
            <a:off x="3598037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dot202"/>
          <p:cNvSpPr/>
          <p:nvPr/>
        </p:nvSpPr>
        <p:spPr>
          <a:xfrm>
            <a:off x="3723129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cell203"/>
          <p:cNvSpPr/>
          <p:nvPr/>
        </p:nvSpPr>
        <p:spPr>
          <a:xfrm>
            <a:off x="4333875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204"/>
          <p:cNvSpPr/>
          <p:nvPr/>
        </p:nvSpPr>
        <p:spPr>
          <a:xfrm>
            <a:off x="1390523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205"/>
          <p:cNvSpPr/>
          <p:nvPr/>
        </p:nvSpPr>
        <p:spPr>
          <a:xfrm>
            <a:off x="2126361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206"/>
          <p:cNvSpPr/>
          <p:nvPr/>
        </p:nvSpPr>
        <p:spPr>
          <a:xfrm>
            <a:off x="2862199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207"/>
          <p:cNvSpPr/>
          <p:nvPr/>
        </p:nvSpPr>
        <p:spPr>
          <a:xfrm>
            <a:off x="3598037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208"/>
          <p:cNvSpPr/>
          <p:nvPr/>
        </p:nvSpPr>
        <p:spPr>
          <a:xfrm>
            <a:off x="4333875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209" descr="1개의 십 칸 틀 중 1번째: 모두 4개"/>
          <p:cNvSpPr/>
          <p:nvPr/>
        </p:nvSpPr>
        <p:spPr>
          <a:xfrm>
            <a:off x="1390523" y="3154680"/>
            <a:ext cx="3679190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text210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뺐어요.</a:t>
            </a:r>
            <a:endParaRPr lang="ko-KR" sz="2600" dirty="0"/>
          </a:p>
        </p:txBody>
      </p:sp>
      <p:sp>
        <p:nvSpPr>
          <p:cNvPr id="24" name="S08-chip21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6이에요</a:t>
            </a:r>
            <a:endParaRPr lang="ko-KR" sz="2600" dirty="0"/>
          </a:p>
        </p:txBody>
      </p:sp>
      <p:sp>
        <p:nvSpPr>
          <p:cNvPr id="25" name="S08-cell212"/>
          <p:cNvSpPr/>
          <p:nvPr/>
        </p:nvSpPr>
        <p:spPr>
          <a:xfrm>
            <a:off x="7119239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dot213"/>
          <p:cNvSpPr/>
          <p:nvPr/>
        </p:nvSpPr>
        <p:spPr>
          <a:xfrm>
            <a:off x="7244331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cell214"/>
          <p:cNvSpPr/>
          <p:nvPr/>
        </p:nvSpPr>
        <p:spPr>
          <a:xfrm>
            <a:off x="7855077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dot215"/>
          <p:cNvSpPr/>
          <p:nvPr/>
        </p:nvSpPr>
        <p:spPr>
          <a:xfrm>
            <a:off x="7980169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cell216"/>
          <p:cNvSpPr/>
          <p:nvPr/>
        </p:nvSpPr>
        <p:spPr>
          <a:xfrm>
            <a:off x="8590915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dot217"/>
          <p:cNvSpPr/>
          <p:nvPr/>
        </p:nvSpPr>
        <p:spPr>
          <a:xfrm>
            <a:off x="8716007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cell218"/>
          <p:cNvSpPr/>
          <p:nvPr/>
        </p:nvSpPr>
        <p:spPr>
          <a:xfrm>
            <a:off x="9326753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8-dot219"/>
          <p:cNvSpPr/>
          <p:nvPr/>
        </p:nvSpPr>
        <p:spPr>
          <a:xfrm>
            <a:off x="9451845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8-cell220"/>
          <p:cNvSpPr/>
          <p:nvPr/>
        </p:nvSpPr>
        <p:spPr>
          <a:xfrm>
            <a:off x="10062591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dot221"/>
          <p:cNvSpPr/>
          <p:nvPr/>
        </p:nvSpPr>
        <p:spPr>
          <a:xfrm>
            <a:off x="10187683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8-cell222"/>
          <p:cNvSpPr/>
          <p:nvPr/>
        </p:nvSpPr>
        <p:spPr>
          <a:xfrm>
            <a:off x="7119239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dot223"/>
          <p:cNvSpPr/>
          <p:nvPr/>
        </p:nvSpPr>
        <p:spPr>
          <a:xfrm>
            <a:off x="7244331" y="4015610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8-cell224"/>
          <p:cNvSpPr/>
          <p:nvPr/>
        </p:nvSpPr>
        <p:spPr>
          <a:xfrm>
            <a:off x="7855077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225"/>
          <p:cNvSpPr/>
          <p:nvPr/>
        </p:nvSpPr>
        <p:spPr>
          <a:xfrm>
            <a:off x="8590915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26"/>
          <p:cNvSpPr/>
          <p:nvPr/>
        </p:nvSpPr>
        <p:spPr>
          <a:xfrm>
            <a:off x="9326753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27"/>
          <p:cNvSpPr/>
          <p:nvPr/>
        </p:nvSpPr>
        <p:spPr>
          <a:xfrm>
            <a:off x="10062591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figure228" descr="1개의 십 칸 틀 중 1번째: 모두 6개"/>
          <p:cNvSpPr/>
          <p:nvPr/>
        </p:nvSpPr>
        <p:spPr>
          <a:xfrm>
            <a:off x="7119239" y="3154680"/>
            <a:ext cx="3679190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8-text229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더 놓았어요.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09-text2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수를 찾아 말해요.</a:t>
            </a:r>
            <a:endParaRPr lang="ko-KR" sz="3200" dirty="0"/>
          </a:p>
        </p:txBody>
      </p:sp>
      <p:sp>
        <p:nvSpPr>
          <p:cNvPr id="4" name="S09-card2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“2는 1보다 커요.”처럼 말해요.</a:t>
            </a:r>
            <a:endParaRPr lang="ko-KR" sz="3200" dirty="0"/>
          </a:p>
        </p:txBody>
      </p:sp>
      <p:sp>
        <p:nvSpPr>
          <p:cNvPr id="6" name="S09-card233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34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있는 수가 더 커요</a:t>
            </a:r>
            <a:endParaRPr lang="ko-KR" sz="3200" dirty="0"/>
          </a:p>
        </p:txBody>
      </p:sp>
      <p:sp>
        <p:nvSpPr>
          <p:cNvPr id="8" name="S09-line235"/>
          <p:cNvSpPr/>
          <p:nvPr/>
        </p:nvSpPr>
        <p:spPr>
          <a:xfrm>
            <a:off x="6688836" y="3660775"/>
            <a:ext cx="45399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ine236"/>
          <p:cNvSpPr/>
          <p:nvPr/>
        </p:nvSpPr>
        <p:spPr>
          <a:xfrm>
            <a:off x="6963156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abel237"/>
          <p:cNvSpPr txBox="1"/>
          <p:nvPr/>
        </p:nvSpPr>
        <p:spPr>
          <a:xfrm>
            <a:off x="6505956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900" dirty="0"/>
          </a:p>
        </p:txBody>
      </p:sp>
      <p:sp>
        <p:nvSpPr>
          <p:cNvPr id="11" name="S09-line238"/>
          <p:cNvSpPr/>
          <p:nvPr/>
        </p:nvSpPr>
        <p:spPr>
          <a:xfrm>
            <a:off x="7406640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239"/>
          <p:cNvSpPr txBox="1"/>
          <p:nvPr/>
        </p:nvSpPr>
        <p:spPr>
          <a:xfrm>
            <a:off x="6949440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13" name="S09-line240"/>
          <p:cNvSpPr/>
          <p:nvPr/>
        </p:nvSpPr>
        <p:spPr>
          <a:xfrm>
            <a:off x="7850124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abel241"/>
          <p:cNvSpPr txBox="1"/>
          <p:nvPr/>
        </p:nvSpPr>
        <p:spPr>
          <a:xfrm>
            <a:off x="7392924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15" name="S09-line242"/>
          <p:cNvSpPr/>
          <p:nvPr/>
        </p:nvSpPr>
        <p:spPr>
          <a:xfrm>
            <a:off x="8293608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abel243"/>
          <p:cNvSpPr txBox="1"/>
          <p:nvPr/>
        </p:nvSpPr>
        <p:spPr>
          <a:xfrm>
            <a:off x="7836408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17" name="S09-line244"/>
          <p:cNvSpPr/>
          <p:nvPr/>
        </p:nvSpPr>
        <p:spPr>
          <a:xfrm>
            <a:off x="8737092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abel245"/>
          <p:cNvSpPr txBox="1"/>
          <p:nvPr/>
        </p:nvSpPr>
        <p:spPr>
          <a:xfrm>
            <a:off x="8279892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19" name="S09-line246"/>
          <p:cNvSpPr/>
          <p:nvPr/>
        </p:nvSpPr>
        <p:spPr>
          <a:xfrm>
            <a:off x="9180576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abel247"/>
          <p:cNvSpPr txBox="1"/>
          <p:nvPr/>
        </p:nvSpPr>
        <p:spPr>
          <a:xfrm>
            <a:off x="8723376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21" name="S09-line248"/>
          <p:cNvSpPr/>
          <p:nvPr/>
        </p:nvSpPr>
        <p:spPr>
          <a:xfrm>
            <a:off x="9624060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249"/>
          <p:cNvSpPr txBox="1"/>
          <p:nvPr/>
        </p:nvSpPr>
        <p:spPr>
          <a:xfrm>
            <a:off x="9166860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23" name="S09-line250"/>
          <p:cNvSpPr/>
          <p:nvPr/>
        </p:nvSpPr>
        <p:spPr>
          <a:xfrm>
            <a:off x="10067544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abel251"/>
          <p:cNvSpPr txBox="1"/>
          <p:nvPr/>
        </p:nvSpPr>
        <p:spPr>
          <a:xfrm>
            <a:off x="9610344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25" name="S09-line252"/>
          <p:cNvSpPr/>
          <p:nvPr/>
        </p:nvSpPr>
        <p:spPr>
          <a:xfrm>
            <a:off x="10511028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253"/>
          <p:cNvSpPr txBox="1"/>
          <p:nvPr/>
        </p:nvSpPr>
        <p:spPr>
          <a:xfrm>
            <a:off x="10053828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27" name="S09-line254"/>
          <p:cNvSpPr/>
          <p:nvPr/>
        </p:nvSpPr>
        <p:spPr>
          <a:xfrm>
            <a:off x="10954512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abel255"/>
          <p:cNvSpPr txBox="1"/>
          <p:nvPr/>
        </p:nvSpPr>
        <p:spPr>
          <a:xfrm>
            <a:off x="10497312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29" name="S09-figure256" descr="0부터 9까지 1씩 눈금이 있는 수직선"/>
          <p:cNvSpPr/>
          <p:nvPr/>
        </p:nvSpPr>
        <p:spPr>
          <a:xfrm>
            <a:off x="6688836" y="3477895"/>
            <a:ext cx="45399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chip2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9-text25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</a:t>
            </a:r>
            <a:endParaRPr lang="ko-KR" sz="3200" dirty="0"/>
          </a:p>
        </p:txBody>
      </p:sp>
      <p:sp>
        <p:nvSpPr>
          <p:cNvPr id="32" name="S09-chip2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3" name="S09-text26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8과 6</a:t>
            </a:r>
            <a:endParaRPr lang="ko-KR" sz="3200" dirty="0"/>
          </a:p>
        </p:txBody>
      </p:sp>
      <p:sp>
        <p:nvSpPr>
          <p:cNvPr id="34" name="S09-chip2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5" name="S09-text26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0-chip26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26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 7, □, 9</a:t>
            </a:r>
            <a:endParaRPr lang="ko-KR" sz="3600" dirty="0"/>
          </a:p>
        </p:txBody>
      </p:sp>
      <p:sp>
        <p:nvSpPr>
          <p:cNvPr id="6" name="S10-chip26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26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3보다 1만큼 더 작은 수</a:t>
            </a:r>
            <a:endParaRPr lang="ko-KR" sz="3200" dirty="0"/>
          </a:p>
        </p:txBody>
      </p:sp>
      <p:sp>
        <p:nvSpPr>
          <p:cNvPr id="8" name="S10-chip26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26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7 중 더 큰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7보다 1만큼 더 작은 수는?</a:t>
            </a:r>
            <a:endParaRPr lang="ko-KR" sz="4400" dirty="0"/>
          </a:p>
        </p:txBody>
      </p:sp>
      <p:sp>
        <p:nvSpPr>
          <p:cNvPr id="3" name="S12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2-chip27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cell273"/>
          <p:cNvSpPr/>
          <p:nvPr/>
        </p:nvSpPr>
        <p:spPr>
          <a:xfrm>
            <a:off x="54864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dot274"/>
          <p:cNvSpPr/>
          <p:nvPr/>
        </p:nvSpPr>
        <p:spPr>
          <a:xfrm>
            <a:off x="66605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2-cell275"/>
          <p:cNvSpPr/>
          <p:nvPr/>
        </p:nvSpPr>
        <p:spPr>
          <a:xfrm>
            <a:off x="123931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dot276"/>
          <p:cNvSpPr/>
          <p:nvPr/>
        </p:nvSpPr>
        <p:spPr>
          <a:xfrm>
            <a:off x="135673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2-cell277"/>
          <p:cNvSpPr/>
          <p:nvPr/>
        </p:nvSpPr>
        <p:spPr>
          <a:xfrm>
            <a:off x="192999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dot278"/>
          <p:cNvSpPr/>
          <p:nvPr/>
        </p:nvSpPr>
        <p:spPr>
          <a:xfrm>
            <a:off x="204740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2-cell279"/>
          <p:cNvSpPr/>
          <p:nvPr/>
        </p:nvSpPr>
        <p:spPr>
          <a:xfrm>
            <a:off x="262067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dot280"/>
          <p:cNvSpPr/>
          <p:nvPr/>
        </p:nvSpPr>
        <p:spPr>
          <a:xfrm>
            <a:off x="273808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2-cell281"/>
          <p:cNvSpPr/>
          <p:nvPr/>
        </p:nvSpPr>
        <p:spPr>
          <a:xfrm>
            <a:off x="331134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2-dot282"/>
          <p:cNvSpPr/>
          <p:nvPr/>
        </p:nvSpPr>
        <p:spPr>
          <a:xfrm>
            <a:off x="342876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2-cell283"/>
          <p:cNvSpPr/>
          <p:nvPr/>
        </p:nvSpPr>
        <p:spPr>
          <a:xfrm>
            <a:off x="54864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dot284"/>
          <p:cNvSpPr/>
          <p:nvPr/>
        </p:nvSpPr>
        <p:spPr>
          <a:xfrm>
            <a:off x="666055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2-cell285"/>
          <p:cNvSpPr/>
          <p:nvPr/>
        </p:nvSpPr>
        <p:spPr>
          <a:xfrm>
            <a:off x="123931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dot286"/>
          <p:cNvSpPr/>
          <p:nvPr/>
        </p:nvSpPr>
        <p:spPr>
          <a:xfrm>
            <a:off x="1356732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2-cell287"/>
          <p:cNvSpPr/>
          <p:nvPr/>
        </p:nvSpPr>
        <p:spPr>
          <a:xfrm>
            <a:off x="192999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dot288"/>
          <p:cNvSpPr/>
          <p:nvPr/>
        </p:nvSpPr>
        <p:spPr>
          <a:xfrm>
            <a:off x="204740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2-cell289"/>
          <p:cNvSpPr/>
          <p:nvPr/>
        </p:nvSpPr>
        <p:spPr>
          <a:xfrm>
            <a:off x="262067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2-cell290"/>
          <p:cNvSpPr/>
          <p:nvPr/>
        </p:nvSpPr>
        <p:spPr>
          <a:xfrm>
            <a:off x="331134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figure291" descr="1개의 십 칸 틀 중 1번째: 모두 8개"/>
          <p:cNvSpPr/>
          <p:nvPr/>
        </p:nvSpPr>
        <p:spPr>
          <a:xfrm>
            <a:off x="548640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2-chip292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6" name="S12-cell293"/>
          <p:cNvSpPr/>
          <p:nvPr/>
        </p:nvSpPr>
        <p:spPr>
          <a:xfrm>
            <a:off x="436778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dot294"/>
          <p:cNvSpPr/>
          <p:nvPr/>
        </p:nvSpPr>
        <p:spPr>
          <a:xfrm>
            <a:off x="448519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2-cell295"/>
          <p:cNvSpPr/>
          <p:nvPr/>
        </p:nvSpPr>
        <p:spPr>
          <a:xfrm>
            <a:off x="505846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dot296"/>
          <p:cNvSpPr/>
          <p:nvPr/>
        </p:nvSpPr>
        <p:spPr>
          <a:xfrm>
            <a:off x="517587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2-cell297"/>
          <p:cNvSpPr/>
          <p:nvPr/>
        </p:nvSpPr>
        <p:spPr>
          <a:xfrm>
            <a:off x="574913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2-dot298"/>
          <p:cNvSpPr/>
          <p:nvPr/>
        </p:nvSpPr>
        <p:spPr>
          <a:xfrm>
            <a:off x="586655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2-cell299"/>
          <p:cNvSpPr/>
          <p:nvPr/>
        </p:nvSpPr>
        <p:spPr>
          <a:xfrm>
            <a:off x="643981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2-dot300"/>
          <p:cNvSpPr/>
          <p:nvPr/>
        </p:nvSpPr>
        <p:spPr>
          <a:xfrm>
            <a:off x="655722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2-cell301"/>
          <p:cNvSpPr/>
          <p:nvPr/>
        </p:nvSpPr>
        <p:spPr>
          <a:xfrm>
            <a:off x="713049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2-dot302"/>
          <p:cNvSpPr/>
          <p:nvPr/>
        </p:nvSpPr>
        <p:spPr>
          <a:xfrm>
            <a:off x="724790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2-cell303"/>
          <p:cNvSpPr/>
          <p:nvPr/>
        </p:nvSpPr>
        <p:spPr>
          <a:xfrm>
            <a:off x="436778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2-dot304"/>
          <p:cNvSpPr/>
          <p:nvPr/>
        </p:nvSpPr>
        <p:spPr>
          <a:xfrm>
            <a:off x="448519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2-cell305"/>
          <p:cNvSpPr/>
          <p:nvPr/>
        </p:nvSpPr>
        <p:spPr>
          <a:xfrm>
            <a:off x="505846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2-cell306"/>
          <p:cNvSpPr/>
          <p:nvPr/>
        </p:nvSpPr>
        <p:spPr>
          <a:xfrm>
            <a:off x="574913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2-cell307"/>
          <p:cNvSpPr/>
          <p:nvPr/>
        </p:nvSpPr>
        <p:spPr>
          <a:xfrm>
            <a:off x="643981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2-cell308"/>
          <p:cNvSpPr/>
          <p:nvPr/>
        </p:nvSpPr>
        <p:spPr>
          <a:xfrm>
            <a:off x="713049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2-figure309" descr="1개의 십 칸 틀 중 1번째: 모두 6개"/>
          <p:cNvSpPr/>
          <p:nvPr/>
        </p:nvSpPr>
        <p:spPr>
          <a:xfrm>
            <a:off x="4367784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12-chip31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4" name="S12-cell311"/>
          <p:cNvSpPr/>
          <p:nvPr/>
        </p:nvSpPr>
        <p:spPr>
          <a:xfrm>
            <a:off x="818692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2-dot312"/>
          <p:cNvSpPr/>
          <p:nvPr/>
        </p:nvSpPr>
        <p:spPr>
          <a:xfrm>
            <a:off x="830434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2-cell313"/>
          <p:cNvSpPr/>
          <p:nvPr/>
        </p:nvSpPr>
        <p:spPr>
          <a:xfrm>
            <a:off x="8877605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2-dot314"/>
          <p:cNvSpPr/>
          <p:nvPr/>
        </p:nvSpPr>
        <p:spPr>
          <a:xfrm>
            <a:off x="8995020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2-cell315"/>
          <p:cNvSpPr/>
          <p:nvPr/>
        </p:nvSpPr>
        <p:spPr>
          <a:xfrm>
            <a:off x="9568282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2-dot316"/>
          <p:cNvSpPr/>
          <p:nvPr/>
        </p:nvSpPr>
        <p:spPr>
          <a:xfrm>
            <a:off x="9685697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2-cell317"/>
          <p:cNvSpPr/>
          <p:nvPr/>
        </p:nvSpPr>
        <p:spPr>
          <a:xfrm>
            <a:off x="1025895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2-dot318"/>
          <p:cNvSpPr/>
          <p:nvPr/>
        </p:nvSpPr>
        <p:spPr>
          <a:xfrm>
            <a:off x="1037637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2-cell319"/>
          <p:cNvSpPr/>
          <p:nvPr/>
        </p:nvSpPr>
        <p:spPr>
          <a:xfrm>
            <a:off x="10949635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2-dot320"/>
          <p:cNvSpPr/>
          <p:nvPr/>
        </p:nvSpPr>
        <p:spPr>
          <a:xfrm>
            <a:off x="11067050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2-cell321"/>
          <p:cNvSpPr/>
          <p:nvPr/>
        </p:nvSpPr>
        <p:spPr>
          <a:xfrm>
            <a:off x="818692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2-dot322"/>
          <p:cNvSpPr/>
          <p:nvPr/>
        </p:nvSpPr>
        <p:spPr>
          <a:xfrm>
            <a:off x="8304343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2-cell323"/>
          <p:cNvSpPr/>
          <p:nvPr/>
        </p:nvSpPr>
        <p:spPr>
          <a:xfrm>
            <a:off x="8877605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2-dot324"/>
          <p:cNvSpPr/>
          <p:nvPr/>
        </p:nvSpPr>
        <p:spPr>
          <a:xfrm>
            <a:off x="8995020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2-cell325"/>
          <p:cNvSpPr/>
          <p:nvPr/>
        </p:nvSpPr>
        <p:spPr>
          <a:xfrm>
            <a:off x="9568282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2-cell326"/>
          <p:cNvSpPr/>
          <p:nvPr/>
        </p:nvSpPr>
        <p:spPr>
          <a:xfrm>
            <a:off x="1025895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2-cell327"/>
          <p:cNvSpPr/>
          <p:nvPr/>
        </p:nvSpPr>
        <p:spPr>
          <a:xfrm>
            <a:off x="10949635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2-figure328" descr="1개의 십 칸 틀 중 1번째: 모두 7개"/>
          <p:cNvSpPr/>
          <p:nvPr/>
        </p:nvSpPr>
        <p:spPr>
          <a:xfrm>
            <a:off x="8186928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3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 순서대로 1만큼씩 커지고, 뒤에 있는 수가 더 커요.</a:t>
            </a:r>
            <a:endParaRPr lang="ko-KR" sz="3200" dirty="0"/>
          </a:p>
        </p:txBody>
      </p:sp>
      <p:sp>
        <p:nvSpPr>
          <p:cNvPr id="5" name="S13-chip33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앞으로·거꾸로 세어 보기</a:t>
            </a:r>
            <a:endParaRPr lang="ko-KR" sz="2600" dirty="0"/>
          </a:p>
        </p:txBody>
      </p:sp>
      <p:sp>
        <p:nvSpPr>
          <p:cNvPr id="6" name="S13-chip33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수와 작은 수 바꿔 말하기</a:t>
            </a:r>
            <a:endParaRPr lang="ko-KR" sz="2600" dirty="0"/>
          </a:p>
        </p:txBody>
      </p:sp>
      <p:sp>
        <p:nvSpPr>
          <p:cNvPr id="7" name="S13-text33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33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 바로 뒤의 수는?</a:t>
            </a:r>
            <a:endParaRPr lang="ko-KR" sz="2600" dirty="0"/>
          </a:p>
        </p:txBody>
      </p:sp>
      <p:sp>
        <p:nvSpPr>
          <p:cNvPr id="9" name="S13-text33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9보다 1만큼 더 작은 수는?</a:t>
            </a:r>
            <a:endParaRPr lang="ko-KR" sz="2600" dirty="0"/>
          </a:p>
        </p:txBody>
      </p:sp>
      <p:sp>
        <p:nvSpPr>
          <p:cNvPr id="10" name="S13-text33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 6 중 더 큰 수는?</a:t>
            </a:r>
            <a:endParaRPr lang="ko-KR" sz="2600" dirty="0"/>
          </a:p>
        </p:txBody>
      </p:sp>
      <p:sp>
        <p:nvSpPr>
          <p:cNvPr id="11" name="S13-text3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가르기와 모으기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1개씩 더 놓기</a:t>
            </a:r>
            <a:endParaRPr lang="ko-KR" sz="4400" dirty="0"/>
          </a:p>
        </p:txBody>
      </p:sp>
      <p:sp>
        <p:nvSpPr>
          <p:cNvPr id="3" name="S14-card3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수는 돌이 1개 더 많아요.</a:t>
            </a:r>
            <a:endParaRPr lang="ko-KR" sz="3200" dirty="0"/>
          </a:p>
        </p:txBody>
      </p:sp>
      <p:sp>
        <p:nvSpPr>
          <p:cNvPr id="5" name="S14-cell340"/>
          <p:cNvSpPr/>
          <p:nvPr/>
        </p:nvSpPr>
        <p:spPr>
          <a:xfrm>
            <a:off x="54864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dot341"/>
          <p:cNvSpPr/>
          <p:nvPr/>
        </p:nvSpPr>
        <p:spPr>
          <a:xfrm>
            <a:off x="61535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cell342"/>
          <p:cNvSpPr/>
          <p:nvPr/>
        </p:nvSpPr>
        <p:spPr>
          <a:xfrm>
            <a:off x="94110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cell343"/>
          <p:cNvSpPr/>
          <p:nvPr/>
        </p:nvSpPr>
        <p:spPr>
          <a:xfrm>
            <a:off x="133356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344"/>
          <p:cNvSpPr/>
          <p:nvPr/>
        </p:nvSpPr>
        <p:spPr>
          <a:xfrm>
            <a:off x="172602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345"/>
          <p:cNvSpPr/>
          <p:nvPr/>
        </p:nvSpPr>
        <p:spPr>
          <a:xfrm>
            <a:off x="211848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346"/>
          <p:cNvSpPr/>
          <p:nvPr/>
        </p:nvSpPr>
        <p:spPr>
          <a:xfrm>
            <a:off x="54864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347"/>
          <p:cNvSpPr/>
          <p:nvPr/>
        </p:nvSpPr>
        <p:spPr>
          <a:xfrm>
            <a:off x="94110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348"/>
          <p:cNvSpPr/>
          <p:nvPr/>
        </p:nvSpPr>
        <p:spPr>
          <a:xfrm>
            <a:off x="133356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349"/>
          <p:cNvSpPr/>
          <p:nvPr/>
        </p:nvSpPr>
        <p:spPr>
          <a:xfrm>
            <a:off x="172602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350"/>
          <p:cNvSpPr/>
          <p:nvPr/>
        </p:nvSpPr>
        <p:spPr>
          <a:xfrm>
            <a:off x="211848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figure351" descr="1개의 십 칸 틀 중 1번째: 모두 1개"/>
          <p:cNvSpPr/>
          <p:nvPr/>
        </p:nvSpPr>
        <p:spPr>
          <a:xfrm>
            <a:off x="548640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4-label352"/>
          <p:cNvSpPr txBox="1"/>
          <p:nvPr/>
        </p:nvSpPr>
        <p:spPr>
          <a:xfrm>
            <a:off x="54864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8" name="S14-cell353"/>
          <p:cNvSpPr/>
          <p:nvPr/>
        </p:nvSpPr>
        <p:spPr>
          <a:xfrm>
            <a:off x="283098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dot354"/>
          <p:cNvSpPr/>
          <p:nvPr/>
        </p:nvSpPr>
        <p:spPr>
          <a:xfrm>
            <a:off x="2897701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cell355"/>
          <p:cNvSpPr/>
          <p:nvPr/>
        </p:nvSpPr>
        <p:spPr>
          <a:xfrm>
            <a:off x="3223443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dot356"/>
          <p:cNvSpPr/>
          <p:nvPr/>
        </p:nvSpPr>
        <p:spPr>
          <a:xfrm>
            <a:off x="3290161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cell357"/>
          <p:cNvSpPr/>
          <p:nvPr/>
        </p:nvSpPr>
        <p:spPr>
          <a:xfrm>
            <a:off x="3615903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358"/>
          <p:cNvSpPr/>
          <p:nvPr/>
        </p:nvSpPr>
        <p:spPr>
          <a:xfrm>
            <a:off x="4008364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cell359"/>
          <p:cNvSpPr/>
          <p:nvPr/>
        </p:nvSpPr>
        <p:spPr>
          <a:xfrm>
            <a:off x="4400824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4-cell360"/>
          <p:cNvSpPr/>
          <p:nvPr/>
        </p:nvSpPr>
        <p:spPr>
          <a:xfrm>
            <a:off x="283098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cell361"/>
          <p:cNvSpPr/>
          <p:nvPr/>
        </p:nvSpPr>
        <p:spPr>
          <a:xfrm>
            <a:off x="3223443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cell362"/>
          <p:cNvSpPr/>
          <p:nvPr/>
        </p:nvSpPr>
        <p:spPr>
          <a:xfrm>
            <a:off x="3615903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4-cell363"/>
          <p:cNvSpPr/>
          <p:nvPr/>
        </p:nvSpPr>
        <p:spPr>
          <a:xfrm>
            <a:off x="4008364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4-cell364"/>
          <p:cNvSpPr/>
          <p:nvPr/>
        </p:nvSpPr>
        <p:spPr>
          <a:xfrm>
            <a:off x="4400824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4-figure365" descr="1개의 십 칸 틀 중 1번째: 모두 2개"/>
          <p:cNvSpPr/>
          <p:nvPr/>
        </p:nvSpPr>
        <p:spPr>
          <a:xfrm>
            <a:off x="2830982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4-label366"/>
          <p:cNvSpPr txBox="1"/>
          <p:nvPr/>
        </p:nvSpPr>
        <p:spPr>
          <a:xfrm>
            <a:off x="2830982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2" name="S14-cell367"/>
          <p:cNvSpPr/>
          <p:nvPr/>
        </p:nvSpPr>
        <p:spPr>
          <a:xfrm>
            <a:off x="5113325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4-dot368"/>
          <p:cNvSpPr/>
          <p:nvPr/>
        </p:nvSpPr>
        <p:spPr>
          <a:xfrm>
            <a:off x="5180043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4-cell369"/>
          <p:cNvSpPr/>
          <p:nvPr/>
        </p:nvSpPr>
        <p:spPr>
          <a:xfrm>
            <a:off x="5505785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4-dot370"/>
          <p:cNvSpPr/>
          <p:nvPr/>
        </p:nvSpPr>
        <p:spPr>
          <a:xfrm>
            <a:off x="5572504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4-cell371"/>
          <p:cNvSpPr/>
          <p:nvPr/>
        </p:nvSpPr>
        <p:spPr>
          <a:xfrm>
            <a:off x="5898246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dot372"/>
          <p:cNvSpPr/>
          <p:nvPr/>
        </p:nvSpPr>
        <p:spPr>
          <a:xfrm>
            <a:off x="5964964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4-cell373"/>
          <p:cNvSpPr/>
          <p:nvPr/>
        </p:nvSpPr>
        <p:spPr>
          <a:xfrm>
            <a:off x="6290706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4-cell374"/>
          <p:cNvSpPr/>
          <p:nvPr/>
        </p:nvSpPr>
        <p:spPr>
          <a:xfrm>
            <a:off x="6683167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4-cell375"/>
          <p:cNvSpPr/>
          <p:nvPr/>
        </p:nvSpPr>
        <p:spPr>
          <a:xfrm>
            <a:off x="5113325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4-cell376"/>
          <p:cNvSpPr/>
          <p:nvPr/>
        </p:nvSpPr>
        <p:spPr>
          <a:xfrm>
            <a:off x="5505785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cell377"/>
          <p:cNvSpPr/>
          <p:nvPr/>
        </p:nvSpPr>
        <p:spPr>
          <a:xfrm>
            <a:off x="5898246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4-cell378"/>
          <p:cNvSpPr/>
          <p:nvPr/>
        </p:nvSpPr>
        <p:spPr>
          <a:xfrm>
            <a:off x="6290706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4-cell379"/>
          <p:cNvSpPr/>
          <p:nvPr/>
        </p:nvSpPr>
        <p:spPr>
          <a:xfrm>
            <a:off x="6683167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4-figure380" descr="1개의 십 칸 틀 중 1번째: 모두 3개"/>
          <p:cNvSpPr/>
          <p:nvPr/>
        </p:nvSpPr>
        <p:spPr>
          <a:xfrm>
            <a:off x="5113325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14-label381"/>
          <p:cNvSpPr txBox="1"/>
          <p:nvPr/>
        </p:nvSpPr>
        <p:spPr>
          <a:xfrm>
            <a:off x="5113325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7" name="S14-cell382"/>
          <p:cNvSpPr/>
          <p:nvPr/>
        </p:nvSpPr>
        <p:spPr>
          <a:xfrm>
            <a:off x="7395667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4-dot383"/>
          <p:cNvSpPr/>
          <p:nvPr/>
        </p:nvSpPr>
        <p:spPr>
          <a:xfrm>
            <a:off x="7462385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4-cell384"/>
          <p:cNvSpPr/>
          <p:nvPr/>
        </p:nvSpPr>
        <p:spPr>
          <a:xfrm>
            <a:off x="7788128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4-dot385"/>
          <p:cNvSpPr/>
          <p:nvPr/>
        </p:nvSpPr>
        <p:spPr>
          <a:xfrm>
            <a:off x="7854846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4-cell386"/>
          <p:cNvSpPr/>
          <p:nvPr/>
        </p:nvSpPr>
        <p:spPr>
          <a:xfrm>
            <a:off x="8180588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4-dot387"/>
          <p:cNvSpPr/>
          <p:nvPr/>
        </p:nvSpPr>
        <p:spPr>
          <a:xfrm>
            <a:off x="8247306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14-cell388"/>
          <p:cNvSpPr/>
          <p:nvPr/>
        </p:nvSpPr>
        <p:spPr>
          <a:xfrm>
            <a:off x="8573049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4-dot389"/>
          <p:cNvSpPr/>
          <p:nvPr/>
        </p:nvSpPr>
        <p:spPr>
          <a:xfrm>
            <a:off x="8639767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4-cell390"/>
          <p:cNvSpPr/>
          <p:nvPr/>
        </p:nvSpPr>
        <p:spPr>
          <a:xfrm>
            <a:off x="8965509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4-cell391"/>
          <p:cNvSpPr/>
          <p:nvPr/>
        </p:nvSpPr>
        <p:spPr>
          <a:xfrm>
            <a:off x="7395667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4-cell392"/>
          <p:cNvSpPr/>
          <p:nvPr/>
        </p:nvSpPr>
        <p:spPr>
          <a:xfrm>
            <a:off x="7788128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4-cell393"/>
          <p:cNvSpPr/>
          <p:nvPr/>
        </p:nvSpPr>
        <p:spPr>
          <a:xfrm>
            <a:off x="8180588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4-cell394"/>
          <p:cNvSpPr/>
          <p:nvPr/>
        </p:nvSpPr>
        <p:spPr>
          <a:xfrm>
            <a:off x="8573049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4-cell395"/>
          <p:cNvSpPr/>
          <p:nvPr/>
        </p:nvSpPr>
        <p:spPr>
          <a:xfrm>
            <a:off x="8965509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4-figure396" descr="1개의 십 칸 틀 중 1번째: 모두 4개"/>
          <p:cNvSpPr/>
          <p:nvPr/>
        </p:nvSpPr>
        <p:spPr>
          <a:xfrm>
            <a:off x="7395667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2" name="S14-label397"/>
          <p:cNvSpPr txBox="1"/>
          <p:nvPr/>
        </p:nvSpPr>
        <p:spPr>
          <a:xfrm>
            <a:off x="7395667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3" name="S14-cell398"/>
          <p:cNvSpPr/>
          <p:nvPr/>
        </p:nvSpPr>
        <p:spPr>
          <a:xfrm>
            <a:off x="967801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4-dot399"/>
          <p:cNvSpPr/>
          <p:nvPr/>
        </p:nvSpPr>
        <p:spPr>
          <a:xfrm>
            <a:off x="974472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14-cell400"/>
          <p:cNvSpPr/>
          <p:nvPr/>
        </p:nvSpPr>
        <p:spPr>
          <a:xfrm>
            <a:off x="1007047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14-dot401"/>
          <p:cNvSpPr/>
          <p:nvPr/>
        </p:nvSpPr>
        <p:spPr>
          <a:xfrm>
            <a:off x="1013718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14-cell402"/>
          <p:cNvSpPr/>
          <p:nvPr/>
        </p:nvSpPr>
        <p:spPr>
          <a:xfrm>
            <a:off x="1046293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4-dot403"/>
          <p:cNvSpPr/>
          <p:nvPr/>
        </p:nvSpPr>
        <p:spPr>
          <a:xfrm>
            <a:off x="10529649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14-cell404"/>
          <p:cNvSpPr/>
          <p:nvPr/>
        </p:nvSpPr>
        <p:spPr>
          <a:xfrm>
            <a:off x="1085539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4-dot405"/>
          <p:cNvSpPr/>
          <p:nvPr/>
        </p:nvSpPr>
        <p:spPr>
          <a:xfrm>
            <a:off x="10922109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1" name="S14-cell406"/>
          <p:cNvSpPr/>
          <p:nvPr/>
        </p:nvSpPr>
        <p:spPr>
          <a:xfrm>
            <a:off x="1124785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dot407"/>
          <p:cNvSpPr/>
          <p:nvPr/>
        </p:nvSpPr>
        <p:spPr>
          <a:xfrm>
            <a:off x="11314570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14-cell408"/>
          <p:cNvSpPr/>
          <p:nvPr/>
        </p:nvSpPr>
        <p:spPr>
          <a:xfrm>
            <a:off x="967801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cell409"/>
          <p:cNvSpPr/>
          <p:nvPr/>
        </p:nvSpPr>
        <p:spPr>
          <a:xfrm>
            <a:off x="1007047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cell410"/>
          <p:cNvSpPr/>
          <p:nvPr/>
        </p:nvSpPr>
        <p:spPr>
          <a:xfrm>
            <a:off x="1046293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cell411"/>
          <p:cNvSpPr/>
          <p:nvPr/>
        </p:nvSpPr>
        <p:spPr>
          <a:xfrm>
            <a:off x="1085539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4-cell412"/>
          <p:cNvSpPr/>
          <p:nvPr/>
        </p:nvSpPr>
        <p:spPr>
          <a:xfrm>
            <a:off x="1124785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4-figure413" descr="1개의 십 칸 틀 중 1번째: 모두 5개"/>
          <p:cNvSpPr/>
          <p:nvPr/>
        </p:nvSpPr>
        <p:spPr>
          <a:xfrm>
            <a:off x="9678010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9" name="S14-label414"/>
          <p:cNvSpPr txBox="1"/>
          <p:nvPr/>
        </p:nvSpPr>
        <p:spPr>
          <a:xfrm>
            <a:off x="967801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수의 순서와 크기 비교</dc:title>
  <dc:subject>KR22-G01-MAT-NUM9ORD-L01</dc:subject>
  <dc:creator>education-ppt</dc:creator>
  <cp:lastModifiedBy>education-ppt</cp:lastModifiedBy>
  <cp:revision>1</cp:revision>
  <dcterms:created xsi:type="dcterms:W3CDTF">2026-10-26T07:13:26Z</dcterms:created>
  <dcterms:modified xsi:type="dcterms:W3CDTF">2026-10-26T07:13:26Z</dcterms:modified>
</cp:coreProperties>
</file>