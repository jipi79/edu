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c3d39ad-5c9b-0743-13d2-8eee0f311835}">
          <p14:sldIdLst>
            <p14:sldId id="256"/>
            <p14:sldId id="257"/>
          </p14:sldIdLst>
        </p14:section>
        <p14:section name="개념" id="{297ca75a-c30c-a151-c55a-98556a685323}">
          <p14:sldIdLst>
            <p14:sldId id="258"/>
            <p14:sldId id="259"/>
            <p14:sldId id="260"/>
          </p14:sldIdLst>
        </p14:section>
        <p14:section name="연습" id="{24e283af-b7b9-5a7c-26cd-a752aaac0d41}">
          <p14:sldIdLst>
            <p14:sldId id="261"/>
            <p14:sldId id="262"/>
            <p14:sldId id="263"/>
          </p14:sldIdLst>
        </p14:section>
        <p14:section name="확인" id="{e01a408b-ef2a-def6-8704-5bb338ccbba2}">
          <p14:sldIdLst>
            <p14:sldId id="264"/>
            <p14:sldId id="265"/>
            <p14:sldId id="266"/>
          </p14:sldIdLst>
        </p14:section>
        <p14:section name="정리" id="{ca4099e0-c12b-3dbd-f0e6-2695cec66450}">
          <p14:sldIdLst>
            <p14:sldId id="267"/>
          </p14:sldIdLst>
        </p14:section>
        <p14:section name="보충" id="{43a940ab-6c8f-0407-612f-b35e8fbce065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합이 10보다 큰 덧셈을 궁금하게 합니다.
시간: 약 2분
이렇게 말해 보세요
- “오른쪽에 공이 8개, 5개 있어. 모두 몇 개일까? 지금까지 배운 덧셈보다 답이 커.”
- “오늘은 지난 시간에 배운 ‘10 만들기’로 이런 덧셈을 쉽게 하는 방법을 배울 거야.”
예상 답
- “13개요.” “모르겠어요.”
막히면
- 답을 확인하지 말고 넘어갑니다. S03부터 같은 그림으로 차근차근 합니다.
주의
- 종이 십 칸 틀 두 개와 두 가지 색 바둑돌을 미리 준비합니다.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확인(10이 되는 두 수, 10과 몇, 가르기)]
목적: 오늘 계산의 세 단계(10이 되는 짝 찾기, 뒤의 수 가르기, 10과 몇 모으기)가 되는지 확인합니다.
시간: 약 3분
이렇게 말해 보세요
- “①은 7에 몇을 더하면 10이 될까?”
- “②는 10과 4를 모으면 얼마일까? ③은 6을 2와 몇으로 가를 수 있을까?”
정답
- ① 3
- ② 14
- ③ 4
막히면
- ①은 십 칸 틀에 바둑돌 7개를 놓고 빈칸을 세게 합니다.
- 두 문제 이상 틀리면 S13(보충)을 먼저 합니다. 보충으로도 어려우면 9차시 ‘10이 되는 더하기’(KR22-G01-MAT-MAKE10-L01)를 다시 합니다.
주의
- ③의 가르기가 흔들리면 3차시 ‘가르기와 모으기’(KR22-G01-MAT-COMPOSE-L01)의 바둑돌 가르기를 짧게 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앞의 수가 10이 되려면 몇이 필요한지 보기]
목적: 8 + 5에서 앞의 수 8이 10이 되려면 2가 필요하다는 것을 십 칸 틀로 봅니다.
시간: 약 3분
이렇게 말해 보세요
- “왼쪽 틀에는 8개, 오른쪽 틀에는 5개가 있어. 왼쪽 틀의 빈칸은 몇 개야?”
- “그럼 8은 몇이 더 있으면 10이 될까?”
예상 답
- “빈칸이 2개요. 2가 더 있으면 10이에요.”
막히면
- 종이 십 칸 틀에 바둑돌 8개를 놓고 빈칸을 손가락으로 짚으며 셉니다.
주의
- 아직 답 13을 말하지 않아도 됩니다. 이 장은 ‘10까지 몇이 필요한지’만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뒤의 수에서 옮겨 10 만들기]
목적: 뒤의 수 5에서 2를 옮겨 10을 만들면, 10과 남은 3으로 13을 쉽게 구할 수 있음을 압니다.
시간: 약 4분
이렇게 말해 보세요
- “오른쪽 틀에서 공 2개를 왼쪽 빈칸으로 옮겨 보자. 왼쪽 틀은 어떻게 됐어?”
- “오른쪽 틀에는 몇 개 남았어? 10과 3을 모으면 얼마야?”
- “그래서 8 + 5 = 13이야.”
예상 답
- “꽉 찼어요. 10이에요.” “3개 남았어요. 13이에요.”
막히면
- 종이 틀에서 바둑돌 2개를 직접 옮기게 합니다. 두 가지 색 돌을 쓰면 옮긴 돌이 잘 보입니다.
- 103이라고 하면 꽉 찬 틀을 가리키며 “10개씩 묶음 1개, 낱개 3개는?”이라고 묻습니다(M2).
주의
- 왼쪽 틀의 10개는 처음 8개와 옮긴 2개입니다. 옮기기 전과 후의 공 수가 모두 13개로 같다는 것도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뒤의 수를 갈라 계산하기 시범]
목적: S04의 돌 옮기기를 가르기 그림과 식으로 나타내는 방법을 시범으로 보여 줍니다.
시간: 약 4분
이렇게 말해 보세요
- “8 + 5에서 8은 몇이 더 있으면 10이 됐지? 2! 그래서 5를 2와 3으로 갈라.”
- “8과 2를 더해 10, 10과 남은 3을 더해 13. 8 + 5 = 13이야.”
- “S04에서 돌 2개를 옮긴 것과 같은 생각이야.”
예상 답
- “5를 2와 3으로 갈라요. 10 + 3 = 13이에요.”
막히면
- S04로 돌아가 바둑돌을 다시 옮겨 본 뒤, 가르기 그림과 짝 지어 봅니다.
주의
- 부모님이 ‘먼저 10, 그다음 남은 수’라는 말을 반복해 주면 아이가 순서를 기억하기 쉽습니다.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연습(가르기 그림 채우고 계산)]
목적: 도움을 받으며 뒤의 수를 갈라 10을 만들고 계산합니다.
시간: 약 5분
이렇게 말해 보세요
- “①은 9 + 4야. 9는 1이 더 있으면 10이지? 그래서 4를 1과 몇으로 갈라?”
- “9 + 1 = 10, 10과 남은 수를 더하면 얼마야? ②, ③도 같은 방법으로 해 보자.”
정답
- ① 4는 1과 3, 9 + 4 = 13
- ② 5는 3과 2, 7 + 5 = 12
- ③ 7은 2와 5, 8 + 7 = 15
막히면
- 앞의 수만큼 십 칸 틀에 돌을 놓고, 뒤의 수만큼 옆에 놓은 뒤 빈칸을 채우게 합니다.
- 가른 두 수를 다시 모아 뒤의 수가 되는지 확인합니다(M1).
주의
- 가르기 그림의 첫째 수(1, 3, 2)는 앞의 수가 10이 되는 데 필요한 수입니다. 지난 시간의 ‘10이 되는 두 수’를 떠올리게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연습(계산)]
목적: 도움을 받으며 받아올림이 있는 덧셈을 10을 만들어 계산합니다.
시간: 약 4분
이렇게 말해 보세요
- “①은 7 + 6이야. 7은 몇이 더 있으면 10이 돼? 그럼 6을 어떻게 가를까?”
- “종이에 가르기 그림을 그려도 좋아. 답을 말하고, 어떻게 했는지도 말해 줘.”
정답
- ① 13 (6을 3과 3으로, 7 + 3 = 10, 10 + 3 = 13)
- ② 14 (5를 1과 4로, 9 + 1 = 10, 10 + 4 = 14)
- ③ 12 (6을 4와 2로, 6 + 4 = 10, 10 + 2 = 12)
- ④ 16 (8을 2와 6으로, 8 + 2 = 10, 10 + 6 = 16)
막히면
- 종이에 가르기 그림을 그려 주고 첫째 칸만 함께 채웁니다.
- 십 칸 틀과 바둑돌로 직접 옮겨 확인합니다.
주의
- 이어 세기로 바르게 구해도 맞습니다. 다만 ‘10 만들기로도 해 볼까?’라고 한 번 더 해 보게 합니다(M4).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비교(뒤의 수를 잘못 가르기)]
목적: 뒤의 수를 가를 때 두 부분을 모으면 처음 수가 되어야 함을 확인합니다(M1).
시간: 약 3분
이렇게 말해 보세요
- “토끼와 곰이 5를 다르게 갈랐어. 2와 2를 모으면 얼마야? 2와 3을 모으면?”
- “누가 5를 바르게 갈랐을까?”
예상 답
- “곰이요. 2와 2는 4라서 5가 안 돼요.”
정답
- 곰이 맞습니다. 8 + 5 = 13입니다.
- 토끼는 5를 2와 2로 갈랐는데, 2와 2를 모으면 4라서 5가 아닙니다. 돌 1개를 빠뜨렸습니다.
막히면
- 바둑돌 5개를 2개와 2개로 나누면 1개가 남는 것을 보여 줍니다.
주의
- 가른 뒤에는 ‘다시 모으면 처음 수가 되나?’로 스스로 확인하는 습관을 칭찬해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해결]
목적: 도움 없이 받아올림이 있는 덧셈을 계산하고, 이야기를 덧셈식으로 나타낼 수 있는지 확인합니다.
시간: 약 5분
이렇게 말해 보세요
- “이번에는 혼자 해 볼래? 답을 말한 다음, 뒤의 수를 어떻게 갈랐는지 말해 줘.”
- “③은 식을 종이에 쓰고 답을 말해 줘.”
정답
- ① 12 (3을 1과 2로, 9 + 1 = 10, 10 + 2 = 12)
- ② 13 (7을 4와 3으로, 6 + 4 = 10, 10 + 3 = 13)
- ③ 8 + 4 = 12, 12개
막히면
- 바로 알려 주지 말고 “앞의 수는 몇이 더 있으면 10이 될까?”라고만 묻습니다.
- 도움을 받아 해결했다면 기록표에 ‘도움’으로 표시합니다.
주의
- ③을 4 + 8 = 12로 써도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아이의 답을 함께 확인하고 흔한 실수를 바로잡습니다. 수업용에만 있는 장입니다.
시간: 약 2분
이렇게 말해 보세요
- “네 답과 같은지 볼까? 다르면 십 칸 틀로 다시 해 보자.”
정답
- ① 12 ② 13 ③ 8 + 4 = 12, 12개
막히면
- 103처럼 쓰면 S04로 돌아가 ‘묶음 1개, 낱개 3개’로 읽습니다(M2).
- 1 작게 답했다면 가르기를 다시 모아 확인하게 합니다(M1).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확인(10이 되도록 가르기)]
목적: 처음 보는 문제에서 앞의 수가 10이 되도록 뒤의 수를 가르고 계산하는지 확인합니다.
시간: 약 2분
이렇게 말해 보세요
- “세 그림 모두 5를 바르게 갈랐어. 그런데 7이 10이 되려면 첫째 수가 몇이어야 할까?”
- “고른 그림으로 7 + 5를 계산해 볼래?”
정답
- 나(3과 2). 7은 3이 더 있으면 10이므로 7 + 3 = 10, 10 + 2 = 12입니다.
- 가는 7 + 2 = 9, 다는 7 + 1 = 8이 되어 10이 만들어지지 않습니다.
막히면
- 십 칸 틀에 7개를 놓고 빈칸을 세게 합니다(M3).
주의
- 가를 고르고 9 + 3 = 12로 끝까지 계산했다면 답은 맞지만 10을 만들지 못한 것입니다.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정리와 다음 수업 복습]
목적: 핵심을 정리하고 다음 수업 첫 5분에 풀 복습 문제를 알려 줍니다.
시간: 약 2분
이렇게 말해 보세요
- “오늘 배운 것을 말해 볼래? 8 + 5는 어떻게 계산했어?”
예상 답
- “5를 2와 3으로 갈라서 8 + 2 = 10, 10 + 3 = 13이에요.”
정답
- ① 11 ② 14 ③ 12
막히면
- S04와 S05를 다시 보여 주며 ‘먼저 10, 그다음 남은 수’를 함께 말합니다.
주의
- ③은 5 + 5 = 10이므로 7을 5와 2로 가릅니다.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선수 학습 보충(10이 되는 두 수)]
목적: S02에서 10이 되는 두 수가 흔들리면, 받아올림 계산 전에 십 칸 틀로 10의 짝을 다시 익힙니다.
시간: 약 5분
이렇게 말해 보세요
- “공이 6개 있어. 빈칸은 몇 개야? 6과 몇을 더하면 10이 될까?”
- “이번에는 틀에 돌을 3개 놓아 볼까? 빈칸은 몇 개야?”
정답
- 6 + 4 = 10, 3 + 7 = 10
막히면
- 빈칸에 바둑돌을 하나씩 채우며 ‘일곱, 여덟, 아홉, 열’로 이어 셉니다.
주의
- 보충으로도 어려우면 9차시 ‘10이 되는 더하기’(KR22-G01-MAT-MAKE10-L01)를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10차시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받아올림이 있는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받아올림이 있는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받아올림이 있는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받아올림이 있는 덧셈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+ 5는 얼마일까?</a:t>
            </a:r>
            <a:endParaRPr lang="ko-KR" sz="3200" dirty="0"/>
          </a:p>
        </p:txBody>
      </p:sp>
      <p:sp>
        <p:nvSpPr>
          <p:cNvPr id="4" name="S01-cell1"/>
          <p:cNvSpPr/>
          <p:nvPr/>
        </p:nvSpPr>
        <p:spPr>
          <a:xfrm>
            <a:off x="7680960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7742362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8042148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8103550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8403336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8464738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cell7"/>
          <p:cNvSpPr/>
          <p:nvPr/>
        </p:nvSpPr>
        <p:spPr>
          <a:xfrm>
            <a:off x="8764524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8825926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9125712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9187114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cell11"/>
          <p:cNvSpPr/>
          <p:nvPr/>
        </p:nvSpPr>
        <p:spPr>
          <a:xfrm>
            <a:off x="7680960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7742362" y="2164522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cell13"/>
          <p:cNvSpPr/>
          <p:nvPr/>
        </p:nvSpPr>
        <p:spPr>
          <a:xfrm>
            <a:off x="8042148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1-dot14"/>
          <p:cNvSpPr/>
          <p:nvPr/>
        </p:nvSpPr>
        <p:spPr>
          <a:xfrm>
            <a:off x="8103550" y="2164522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1-cell15"/>
          <p:cNvSpPr/>
          <p:nvPr/>
        </p:nvSpPr>
        <p:spPr>
          <a:xfrm>
            <a:off x="8403336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1-dot16"/>
          <p:cNvSpPr/>
          <p:nvPr/>
        </p:nvSpPr>
        <p:spPr>
          <a:xfrm>
            <a:off x="8464738" y="2164522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1-cell17"/>
          <p:cNvSpPr/>
          <p:nvPr/>
        </p:nvSpPr>
        <p:spPr>
          <a:xfrm>
            <a:off x="8764524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1-cell18"/>
          <p:cNvSpPr/>
          <p:nvPr/>
        </p:nvSpPr>
        <p:spPr>
          <a:xfrm>
            <a:off x="9125712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1-figure19" descr="1개의 십 칸 틀 중 1번째: 모두 8개"/>
          <p:cNvSpPr/>
          <p:nvPr/>
        </p:nvSpPr>
        <p:spPr>
          <a:xfrm>
            <a:off x="7680960" y="1741932"/>
            <a:ext cx="1805940" cy="72237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1-cell20"/>
          <p:cNvSpPr/>
          <p:nvPr/>
        </p:nvSpPr>
        <p:spPr>
          <a:xfrm>
            <a:off x="9806940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1-dot21"/>
          <p:cNvSpPr/>
          <p:nvPr/>
        </p:nvSpPr>
        <p:spPr>
          <a:xfrm>
            <a:off x="9868342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1-cell22"/>
          <p:cNvSpPr/>
          <p:nvPr/>
        </p:nvSpPr>
        <p:spPr>
          <a:xfrm>
            <a:off x="10168128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1-dot23"/>
          <p:cNvSpPr/>
          <p:nvPr/>
        </p:nvSpPr>
        <p:spPr>
          <a:xfrm>
            <a:off x="10229530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1-cell24"/>
          <p:cNvSpPr/>
          <p:nvPr/>
        </p:nvSpPr>
        <p:spPr>
          <a:xfrm>
            <a:off x="10529316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1-dot25"/>
          <p:cNvSpPr/>
          <p:nvPr/>
        </p:nvSpPr>
        <p:spPr>
          <a:xfrm>
            <a:off x="10590718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1-cell26"/>
          <p:cNvSpPr/>
          <p:nvPr/>
        </p:nvSpPr>
        <p:spPr>
          <a:xfrm>
            <a:off x="10890504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1-dot27"/>
          <p:cNvSpPr/>
          <p:nvPr/>
        </p:nvSpPr>
        <p:spPr>
          <a:xfrm>
            <a:off x="10951906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1-cell28"/>
          <p:cNvSpPr/>
          <p:nvPr/>
        </p:nvSpPr>
        <p:spPr>
          <a:xfrm>
            <a:off x="11251692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1-dot29"/>
          <p:cNvSpPr/>
          <p:nvPr/>
        </p:nvSpPr>
        <p:spPr>
          <a:xfrm>
            <a:off x="11313094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1-cell30"/>
          <p:cNvSpPr/>
          <p:nvPr/>
        </p:nvSpPr>
        <p:spPr>
          <a:xfrm>
            <a:off x="9806940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1-cell31"/>
          <p:cNvSpPr/>
          <p:nvPr/>
        </p:nvSpPr>
        <p:spPr>
          <a:xfrm>
            <a:off x="10168128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1-cell32"/>
          <p:cNvSpPr/>
          <p:nvPr/>
        </p:nvSpPr>
        <p:spPr>
          <a:xfrm>
            <a:off x="10529316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1-cell33"/>
          <p:cNvSpPr/>
          <p:nvPr/>
        </p:nvSpPr>
        <p:spPr>
          <a:xfrm>
            <a:off x="10890504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1-cell34"/>
          <p:cNvSpPr/>
          <p:nvPr/>
        </p:nvSpPr>
        <p:spPr>
          <a:xfrm>
            <a:off x="11251692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1-figure35" descr="1개의 십 칸 틀 중 1번째: 모두 5개"/>
          <p:cNvSpPr/>
          <p:nvPr/>
        </p:nvSpPr>
        <p:spPr>
          <a:xfrm>
            <a:off x="9806940" y="1741932"/>
            <a:ext cx="1805940" cy="72237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9" name="S01-card36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0" name="S01-cardtext37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10을 만들어 더하는 방법을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 + 5 같은 덧셈을 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3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3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+ □ = 10</a:t>
            </a:r>
            <a:endParaRPr lang="ko-KR" sz="3600" dirty="0"/>
          </a:p>
        </p:txBody>
      </p:sp>
      <p:sp>
        <p:nvSpPr>
          <p:cNvPr id="5" name="S02-chip4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line41"/>
          <p:cNvSpPr/>
          <p:nvPr/>
        </p:nvSpPr>
        <p:spPr>
          <a:xfrm flipH="1" flipV="1">
            <a:off x="2593848" y="3627120"/>
            <a:ext cx="853440" cy="24384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2-line42"/>
          <p:cNvSpPr/>
          <p:nvPr/>
        </p:nvSpPr>
        <p:spPr>
          <a:xfrm flipV="1">
            <a:off x="3447288" y="3627120"/>
            <a:ext cx="853440" cy="24384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2-figure43" descr="10과 4를 모으는 그림, 모은 수는 빈칸"/>
          <p:cNvSpPr txBox="1"/>
          <p:nvPr/>
        </p:nvSpPr>
        <p:spPr>
          <a:xfrm>
            <a:off x="3142488" y="3870960"/>
            <a:ext cx="609600" cy="6096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9762B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2400" dirty="0"/>
          </a:p>
        </p:txBody>
      </p:sp>
      <p:sp>
        <p:nvSpPr>
          <p:cNvPr id="9" name="S02-bondpart44"/>
          <p:cNvSpPr txBox="1"/>
          <p:nvPr/>
        </p:nvSpPr>
        <p:spPr>
          <a:xfrm>
            <a:off x="2289048" y="3017520"/>
            <a:ext cx="609600" cy="60960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10" name="S02-bondpart45"/>
          <p:cNvSpPr txBox="1"/>
          <p:nvPr/>
        </p:nvSpPr>
        <p:spPr>
          <a:xfrm>
            <a:off x="3995928" y="3017520"/>
            <a:ext cx="609600" cy="60960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1" name="S02-chip4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2" name="S02-line47"/>
          <p:cNvSpPr/>
          <p:nvPr/>
        </p:nvSpPr>
        <p:spPr>
          <a:xfrm flipH="1">
            <a:off x="2593848" y="5318760"/>
            <a:ext cx="853440" cy="24384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3" name="S02-line48"/>
          <p:cNvSpPr/>
          <p:nvPr/>
        </p:nvSpPr>
        <p:spPr>
          <a:xfrm>
            <a:off x="3447288" y="5318760"/>
            <a:ext cx="853440" cy="24384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4" name="S02-figure49" descr="6을 2와 빈칸으로 가르는 그림"/>
          <p:cNvSpPr txBox="1"/>
          <p:nvPr/>
        </p:nvSpPr>
        <p:spPr>
          <a:xfrm>
            <a:off x="3142488" y="4709160"/>
            <a:ext cx="609600" cy="60960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15" name="S02-bondpart50"/>
          <p:cNvSpPr txBox="1"/>
          <p:nvPr/>
        </p:nvSpPr>
        <p:spPr>
          <a:xfrm>
            <a:off x="2289048" y="5562600"/>
            <a:ext cx="609600" cy="60960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6" name="S02-bondpart51"/>
          <p:cNvSpPr txBox="1"/>
          <p:nvPr/>
        </p:nvSpPr>
        <p:spPr>
          <a:xfrm>
            <a:off x="3995928" y="5562600"/>
            <a:ext cx="609600" cy="6096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+ 5를 해요</a:t>
            </a:r>
            <a:endParaRPr lang="ko-KR" sz="4400" dirty="0"/>
          </a:p>
        </p:txBody>
      </p:sp>
      <p:sp>
        <p:nvSpPr>
          <p:cNvPr id="3" name="S03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8은 몇이 더 있으면 10이 될까요?</a:t>
            </a:r>
            <a:endParaRPr lang="ko-KR" sz="3200" dirty="0"/>
          </a:p>
        </p:txBody>
      </p:sp>
      <p:sp>
        <p:nvSpPr>
          <p:cNvPr id="4" name="S03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8은 2가 더 있으면 10이에요.</a:t>
            </a:r>
            <a:endParaRPr lang="ko-KR" sz="3200" dirty="0"/>
          </a:p>
        </p:txBody>
      </p:sp>
      <p:sp>
        <p:nvSpPr>
          <p:cNvPr id="6" name="S03-cell55"/>
          <p:cNvSpPr/>
          <p:nvPr/>
        </p:nvSpPr>
        <p:spPr>
          <a:xfrm>
            <a:off x="129844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dot56"/>
          <p:cNvSpPr/>
          <p:nvPr/>
        </p:nvSpPr>
        <p:spPr>
          <a:xfrm>
            <a:off x="143057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cell57"/>
          <p:cNvSpPr/>
          <p:nvPr/>
        </p:nvSpPr>
        <p:spPr>
          <a:xfrm>
            <a:off x="207568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dot58"/>
          <p:cNvSpPr/>
          <p:nvPr/>
        </p:nvSpPr>
        <p:spPr>
          <a:xfrm>
            <a:off x="220781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cell59"/>
          <p:cNvSpPr/>
          <p:nvPr/>
        </p:nvSpPr>
        <p:spPr>
          <a:xfrm>
            <a:off x="285292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dot60"/>
          <p:cNvSpPr/>
          <p:nvPr/>
        </p:nvSpPr>
        <p:spPr>
          <a:xfrm>
            <a:off x="298505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cell61"/>
          <p:cNvSpPr/>
          <p:nvPr/>
        </p:nvSpPr>
        <p:spPr>
          <a:xfrm>
            <a:off x="363016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dot62"/>
          <p:cNvSpPr/>
          <p:nvPr/>
        </p:nvSpPr>
        <p:spPr>
          <a:xfrm>
            <a:off x="376229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cell63"/>
          <p:cNvSpPr/>
          <p:nvPr/>
        </p:nvSpPr>
        <p:spPr>
          <a:xfrm>
            <a:off x="440740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dot64"/>
          <p:cNvSpPr/>
          <p:nvPr/>
        </p:nvSpPr>
        <p:spPr>
          <a:xfrm>
            <a:off x="453953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cell65"/>
          <p:cNvSpPr/>
          <p:nvPr/>
        </p:nvSpPr>
        <p:spPr>
          <a:xfrm>
            <a:off x="129844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dot66"/>
          <p:cNvSpPr/>
          <p:nvPr/>
        </p:nvSpPr>
        <p:spPr>
          <a:xfrm>
            <a:off x="1430579" y="343883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cell67"/>
          <p:cNvSpPr/>
          <p:nvPr/>
        </p:nvSpPr>
        <p:spPr>
          <a:xfrm>
            <a:off x="207568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dot68"/>
          <p:cNvSpPr/>
          <p:nvPr/>
        </p:nvSpPr>
        <p:spPr>
          <a:xfrm>
            <a:off x="2207819" y="343883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cell69"/>
          <p:cNvSpPr/>
          <p:nvPr/>
        </p:nvSpPr>
        <p:spPr>
          <a:xfrm>
            <a:off x="285292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dot70"/>
          <p:cNvSpPr/>
          <p:nvPr/>
        </p:nvSpPr>
        <p:spPr>
          <a:xfrm>
            <a:off x="2985059" y="343883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3-cell71"/>
          <p:cNvSpPr/>
          <p:nvPr/>
        </p:nvSpPr>
        <p:spPr>
          <a:xfrm>
            <a:off x="363016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cell72"/>
          <p:cNvSpPr/>
          <p:nvPr/>
        </p:nvSpPr>
        <p:spPr>
          <a:xfrm>
            <a:off x="440740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figure73" descr="1개의 십 칸 틀 중 1번째: 모두 8개"/>
          <p:cNvSpPr/>
          <p:nvPr/>
        </p:nvSpPr>
        <p:spPr>
          <a:xfrm>
            <a:off x="1298448" y="2529459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3-label74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6" name="S03-cell75"/>
          <p:cNvSpPr/>
          <p:nvPr/>
        </p:nvSpPr>
        <p:spPr>
          <a:xfrm>
            <a:off x="700430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dot76"/>
          <p:cNvSpPr/>
          <p:nvPr/>
        </p:nvSpPr>
        <p:spPr>
          <a:xfrm>
            <a:off x="713643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3-cell77"/>
          <p:cNvSpPr/>
          <p:nvPr/>
        </p:nvSpPr>
        <p:spPr>
          <a:xfrm>
            <a:off x="778154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dot78"/>
          <p:cNvSpPr/>
          <p:nvPr/>
        </p:nvSpPr>
        <p:spPr>
          <a:xfrm>
            <a:off x="791367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3-cell79"/>
          <p:cNvSpPr/>
          <p:nvPr/>
        </p:nvSpPr>
        <p:spPr>
          <a:xfrm>
            <a:off x="855878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3-dot80"/>
          <p:cNvSpPr/>
          <p:nvPr/>
        </p:nvSpPr>
        <p:spPr>
          <a:xfrm>
            <a:off x="869091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3-cell81"/>
          <p:cNvSpPr/>
          <p:nvPr/>
        </p:nvSpPr>
        <p:spPr>
          <a:xfrm>
            <a:off x="933602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3-dot82"/>
          <p:cNvSpPr/>
          <p:nvPr/>
        </p:nvSpPr>
        <p:spPr>
          <a:xfrm>
            <a:off x="946815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3-cell83"/>
          <p:cNvSpPr/>
          <p:nvPr/>
        </p:nvSpPr>
        <p:spPr>
          <a:xfrm>
            <a:off x="1011326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dot84"/>
          <p:cNvSpPr/>
          <p:nvPr/>
        </p:nvSpPr>
        <p:spPr>
          <a:xfrm>
            <a:off x="1024539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3-cell85"/>
          <p:cNvSpPr/>
          <p:nvPr/>
        </p:nvSpPr>
        <p:spPr>
          <a:xfrm>
            <a:off x="700430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cell86"/>
          <p:cNvSpPr/>
          <p:nvPr/>
        </p:nvSpPr>
        <p:spPr>
          <a:xfrm>
            <a:off x="778154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3-cell87"/>
          <p:cNvSpPr/>
          <p:nvPr/>
        </p:nvSpPr>
        <p:spPr>
          <a:xfrm>
            <a:off x="855878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3-cell88"/>
          <p:cNvSpPr/>
          <p:nvPr/>
        </p:nvSpPr>
        <p:spPr>
          <a:xfrm>
            <a:off x="933602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3-cell89"/>
          <p:cNvSpPr/>
          <p:nvPr/>
        </p:nvSpPr>
        <p:spPr>
          <a:xfrm>
            <a:off x="1011326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3-figure90" descr="1개의 십 칸 틀 중 1번째: 모두 5개"/>
          <p:cNvSpPr/>
          <p:nvPr/>
        </p:nvSpPr>
        <p:spPr>
          <a:xfrm>
            <a:off x="7004304" y="2529459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2" name="S03-label91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2를 옮겨 10 만들기</a:t>
            </a:r>
            <a:endParaRPr lang="ko-KR" sz="4400" dirty="0"/>
          </a:p>
        </p:txBody>
      </p:sp>
      <p:sp>
        <p:nvSpPr>
          <p:cNvPr id="3" name="S04-text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5에서 2를 옮겨 왼쪽 틀을 채워요.</a:t>
            </a:r>
            <a:endParaRPr lang="ko-KR" sz="3200" dirty="0"/>
          </a:p>
        </p:txBody>
      </p:sp>
      <p:sp>
        <p:nvSpPr>
          <p:cNvPr id="4" name="S04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+ 5 = 13</a:t>
            </a:r>
            <a:endParaRPr lang="ko-KR" sz="3200" dirty="0"/>
          </a:p>
        </p:txBody>
      </p:sp>
      <p:sp>
        <p:nvSpPr>
          <p:cNvPr id="6" name="S04-card95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96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+ 2 = 10</a:t>
            </a:r>
            <a:endParaRPr lang="ko-KR" sz="3200" dirty="0"/>
          </a:p>
        </p:txBody>
      </p:sp>
      <p:sp>
        <p:nvSpPr>
          <p:cNvPr id="8" name="S04-card97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98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+ 3 = 13</a:t>
            </a:r>
            <a:endParaRPr lang="ko-KR" sz="3200" dirty="0"/>
          </a:p>
        </p:txBody>
      </p:sp>
      <p:sp>
        <p:nvSpPr>
          <p:cNvPr id="10" name="S04-cell99"/>
          <p:cNvSpPr/>
          <p:nvPr/>
        </p:nvSpPr>
        <p:spPr>
          <a:xfrm>
            <a:off x="1375601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dot100"/>
          <p:cNvSpPr/>
          <p:nvPr/>
        </p:nvSpPr>
        <p:spPr>
          <a:xfrm>
            <a:off x="1502485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4-cell101"/>
          <p:cNvSpPr/>
          <p:nvPr/>
        </p:nvSpPr>
        <p:spPr>
          <a:xfrm>
            <a:off x="2121980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dot102"/>
          <p:cNvSpPr/>
          <p:nvPr/>
        </p:nvSpPr>
        <p:spPr>
          <a:xfrm>
            <a:off x="2248864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cell103"/>
          <p:cNvSpPr/>
          <p:nvPr/>
        </p:nvSpPr>
        <p:spPr>
          <a:xfrm>
            <a:off x="2868359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dot104"/>
          <p:cNvSpPr/>
          <p:nvPr/>
        </p:nvSpPr>
        <p:spPr>
          <a:xfrm>
            <a:off x="2995243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4-cell105"/>
          <p:cNvSpPr/>
          <p:nvPr/>
        </p:nvSpPr>
        <p:spPr>
          <a:xfrm>
            <a:off x="3614738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dot106"/>
          <p:cNvSpPr/>
          <p:nvPr/>
        </p:nvSpPr>
        <p:spPr>
          <a:xfrm>
            <a:off x="3741622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4-cell107"/>
          <p:cNvSpPr/>
          <p:nvPr/>
        </p:nvSpPr>
        <p:spPr>
          <a:xfrm>
            <a:off x="4361117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4-dot108"/>
          <p:cNvSpPr/>
          <p:nvPr/>
        </p:nvSpPr>
        <p:spPr>
          <a:xfrm>
            <a:off x="4488001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4-cell109"/>
          <p:cNvSpPr/>
          <p:nvPr/>
        </p:nvSpPr>
        <p:spPr>
          <a:xfrm>
            <a:off x="1375601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4-dot110"/>
          <p:cNvSpPr/>
          <p:nvPr/>
        </p:nvSpPr>
        <p:spPr>
          <a:xfrm>
            <a:off x="1502485" y="2884943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4-cell111"/>
          <p:cNvSpPr/>
          <p:nvPr/>
        </p:nvSpPr>
        <p:spPr>
          <a:xfrm>
            <a:off x="2121980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4-dot112"/>
          <p:cNvSpPr/>
          <p:nvPr/>
        </p:nvSpPr>
        <p:spPr>
          <a:xfrm>
            <a:off x="2248864" y="2884943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4-cell113"/>
          <p:cNvSpPr/>
          <p:nvPr/>
        </p:nvSpPr>
        <p:spPr>
          <a:xfrm>
            <a:off x="2868359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4-dot114"/>
          <p:cNvSpPr/>
          <p:nvPr/>
        </p:nvSpPr>
        <p:spPr>
          <a:xfrm>
            <a:off x="2995243" y="2884943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4-cell115"/>
          <p:cNvSpPr/>
          <p:nvPr/>
        </p:nvSpPr>
        <p:spPr>
          <a:xfrm>
            <a:off x="3614738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dot116"/>
          <p:cNvSpPr/>
          <p:nvPr/>
        </p:nvSpPr>
        <p:spPr>
          <a:xfrm>
            <a:off x="3741622" y="2884943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4-cell117"/>
          <p:cNvSpPr/>
          <p:nvPr/>
        </p:nvSpPr>
        <p:spPr>
          <a:xfrm>
            <a:off x="4361117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4-dot118"/>
          <p:cNvSpPr/>
          <p:nvPr/>
        </p:nvSpPr>
        <p:spPr>
          <a:xfrm>
            <a:off x="4488001" y="2884943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4-figure119" descr="1개의 십 칸 틀 중 1번째: 모두 10개"/>
          <p:cNvSpPr/>
          <p:nvPr/>
        </p:nvSpPr>
        <p:spPr>
          <a:xfrm>
            <a:off x="1375601" y="2011680"/>
            <a:ext cx="3731895" cy="149275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4-label120"/>
          <p:cNvSpPr txBox="1"/>
          <p:nvPr/>
        </p:nvSpPr>
        <p:spPr>
          <a:xfrm>
            <a:off x="548640" y="357759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8과 2</a:t>
            </a:r>
            <a:endParaRPr lang="ko-KR" sz="2600" dirty="0"/>
          </a:p>
        </p:txBody>
      </p:sp>
      <p:sp>
        <p:nvSpPr>
          <p:cNvPr id="32" name="S04-cell121"/>
          <p:cNvSpPr/>
          <p:nvPr/>
        </p:nvSpPr>
        <p:spPr>
          <a:xfrm>
            <a:off x="7081457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4-dot122"/>
          <p:cNvSpPr/>
          <p:nvPr/>
        </p:nvSpPr>
        <p:spPr>
          <a:xfrm>
            <a:off x="7208341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4-cell123"/>
          <p:cNvSpPr/>
          <p:nvPr/>
        </p:nvSpPr>
        <p:spPr>
          <a:xfrm>
            <a:off x="7827836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4-dot124"/>
          <p:cNvSpPr/>
          <p:nvPr/>
        </p:nvSpPr>
        <p:spPr>
          <a:xfrm>
            <a:off x="7954720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4-cell125"/>
          <p:cNvSpPr/>
          <p:nvPr/>
        </p:nvSpPr>
        <p:spPr>
          <a:xfrm>
            <a:off x="8574215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4-dot126"/>
          <p:cNvSpPr/>
          <p:nvPr/>
        </p:nvSpPr>
        <p:spPr>
          <a:xfrm>
            <a:off x="8701099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4-cell127"/>
          <p:cNvSpPr/>
          <p:nvPr/>
        </p:nvSpPr>
        <p:spPr>
          <a:xfrm>
            <a:off x="9320594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4-cell128"/>
          <p:cNvSpPr/>
          <p:nvPr/>
        </p:nvSpPr>
        <p:spPr>
          <a:xfrm>
            <a:off x="10066972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4-cell129"/>
          <p:cNvSpPr/>
          <p:nvPr/>
        </p:nvSpPr>
        <p:spPr>
          <a:xfrm>
            <a:off x="7081457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4-cell130"/>
          <p:cNvSpPr/>
          <p:nvPr/>
        </p:nvSpPr>
        <p:spPr>
          <a:xfrm>
            <a:off x="7827836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4-cell131"/>
          <p:cNvSpPr/>
          <p:nvPr/>
        </p:nvSpPr>
        <p:spPr>
          <a:xfrm>
            <a:off x="8574215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4-cell132"/>
          <p:cNvSpPr/>
          <p:nvPr/>
        </p:nvSpPr>
        <p:spPr>
          <a:xfrm>
            <a:off x="9320594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4-cell133"/>
          <p:cNvSpPr/>
          <p:nvPr/>
        </p:nvSpPr>
        <p:spPr>
          <a:xfrm>
            <a:off x="10066972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4-figure134" descr="1개의 십 칸 틀 중 1번째: 모두 3개"/>
          <p:cNvSpPr/>
          <p:nvPr/>
        </p:nvSpPr>
        <p:spPr>
          <a:xfrm>
            <a:off x="7081457" y="2011680"/>
            <a:ext cx="3731895" cy="149275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6" name="S04-label135"/>
          <p:cNvSpPr txBox="1"/>
          <p:nvPr/>
        </p:nvSpPr>
        <p:spPr>
          <a:xfrm>
            <a:off x="6254496" y="357759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3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뒤의 수를 갈라요</a:t>
            </a:r>
            <a:endParaRPr lang="ko-KR" sz="4400" dirty="0"/>
          </a:p>
        </p:txBody>
      </p:sp>
      <p:sp>
        <p:nvSpPr>
          <p:cNvPr id="3" name="S05-eqtext136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+ 5 = □</a:t>
            </a:r>
            <a:endParaRPr lang="ko-KR" sz="3600" dirty="0"/>
          </a:p>
        </p:txBody>
      </p:sp>
      <p:sp>
        <p:nvSpPr>
          <p:cNvPr id="4" name="S05-line137"/>
          <p:cNvSpPr/>
          <p:nvPr/>
        </p:nvSpPr>
        <p:spPr>
          <a:xfrm flipH="1">
            <a:off x="7936443" y="3883914"/>
            <a:ext cx="1344168" cy="10561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5" name="S05-line138"/>
          <p:cNvSpPr/>
          <p:nvPr/>
        </p:nvSpPr>
        <p:spPr>
          <a:xfrm>
            <a:off x="9280611" y="3883914"/>
            <a:ext cx="1344168" cy="10561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6" name="S05-figure139" descr="5를 2와 3으로 가르기"/>
          <p:cNvSpPr txBox="1"/>
          <p:nvPr/>
        </p:nvSpPr>
        <p:spPr>
          <a:xfrm>
            <a:off x="8800551" y="2923794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800" dirty="0"/>
          </a:p>
        </p:txBody>
      </p:sp>
      <p:sp>
        <p:nvSpPr>
          <p:cNvPr id="7" name="S05-bondpart140"/>
          <p:cNvSpPr txBox="1"/>
          <p:nvPr/>
        </p:nvSpPr>
        <p:spPr>
          <a:xfrm>
            <a:off x="7456383" y="4940046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800" dirty="0"/>
          </a:p>
        </p:txBody>
      </p:sp>
      <p:sp>
        <p:nvSpPr>
          <p:cNvPr id="8" name="S05-bondpart141"/>
          <p:cNvSpPr txBox="1"/>
          <p:nvPr/>
        </p:nvSpPr>
        <p:spPr>
          <a:xfrm>
            <a:off x="10144719" y="4940046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800" dirty="0"/>
          </a:p>
        </p:txBody>
      </p:sp>
      <p:sp>
        <p:nvSpPr>
          <p:cNvPr id="9" name="S05-stepno142"/>
          <p:cNvSpPr txBox="1"/>
          <p:nvPr/>
        </p:nvSpPr>
        <p:spPr>
          <a:xfrm>
            <a:off x="548640" y="3202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0" name="S05-text143"/>
          <p:cNvSpPr txBox="1"/>
          <p:nvPr/>
        </p:nvSpPr>
        <p:spPr>
          <a:xfrm>
            <a:off x="1325880" y="320294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8에 2를 더하면 10</a:t>
            </a:r>
            <a:endParaRPr lang="ko-KR" sz="3200" dirty="0"/>
          </a:p>
        </p:txBody>
      </p:sp>
      <p:sp>
        <p:nvSpPr>
          <p:cNvPr id="11" name="S05-stepno144"/>
          <p:cNvSpPr txBox="1"/>
          <p:nvPr/>
        </p:nvSpPr>
        <p:spPr>
          <a:xfrm>
            <a:off x="548640" y="3916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2" name="S05-text145"/>
          <p:cNvSpPr txBox="1"/>
          <p:nvPr/>
        </p:nvSpPr>
        <p:spPr>
          <a:xfrm>
            <a:off x="1325880" y="391617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2와 3으로 갈라요.</a:t>
            </a:r>
            <a:endParaRPr lang="ko-KR" sz="3200" dirty="0"/>
          </a:p>
        </p:txBody>
      </p:sp>
      <p:sp>
        <p:nvSpPr>
          <p:cNvPr id="13" name="S05-stepno146"/>
          <p:cNvSpPr txBox="1"/>
          <p:nvPr/>
        </p:nvSpPr>
        <p:spPr>
          <a:xfrm>
            <a:off x="548640" y="46751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4" name="S05-text147"/>
          <p:cNvSpPr txBox="1"/>
          <p:nvPr/>
        </p:nvSpPr>
        <p:spPr>
          <a:xfrm>
            <a:off x="1325880" y="4629404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+ 2 = 10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+ 3 = 13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갈라서 더해요</a:t>
            </a:r>
            <a:endParaRPr lang="ko-KR" sz="4400" dirty="0"/>
          </a:p>
        </p:txBody>
      </p:sp>
      <p:sp>
        <p:nvSpPr>
          <p:cNvPr id="3" name="S06-text1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뒤의 수를 갈라 □를 채우고 계산해요.</a:t>
            </a:r>
            <a:endParaRPr lang="ko-KR" sz="3200" dirty="0"/>
          </a:p>
        </p:txBody>
      </p:sp>
      <p:sp>
        <p:nvSpPr>
          <p:cNvPr id="4" name="S06-card1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수가 10이 되도록 가르고, 10과 남은 수를 더해요.</a:t>
            </a:r>
            <a:endParaRPr lang="ko-KR" sz="3200" dirty="0"/>
          </a:p>
        </p:txBody>
      </p:sp>
      <p:sp>
        <p:nvSpPr>
          <p:cNvPr id="6" name="S06-line151"/>
          <p:cNvSpPr/>
          <p:nvPr/>
        </p:nvSpPr>
        <p:spPr>
          <a:xfrm flipH="1">
            <a:off x="1028700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6-line152"/>
          <p:cNvSpPr/>
          <p:nvPr/>
        </p:nvSpPr>
        <p:spPr>
          <a:xfrm>
            <a:off x="2290572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6-figure153" descr="9 + 4: 4를 1과 빈칸으로 가르기"/>
          <p:cNvSpPr txBox="1"/>
          <p:nvPr/>
        </p:nvSpPr>
        <p:spPr>
          <a:xfrm>
            <a:off x="1810512" y="2011680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800" dirty="0"/>
          </a:p>
        </p:txBody>
      </p:sp>
      <p:sp>
        <p:nvSpPr>
          <p:cNvPr id="9" name="S06-bondpart154"/>
          <p:cNvSpPr txBox="1"/>
          <p:nvPr/>
        </p:nvSpPr>
        <p:spPr>
          <a:xfrm>
            <a:off x="548640" y="3641598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800" dirty="0"/>
          </a:p>
        </p:txBody>
      </p:sp>
      <p:sp>
        <p:nvSpPr>
          <p:cNvPr id="10" name="S06-bondpart155"/>
          <p:cNvSpPr txBox="1"/>
          <p:nvPr/>
        </p:nvSpPr>
        <p:spPr>
          <a:xfrm>
            <a:off x="3072384" y="3641598"/>
            <a:ext cx="96012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3800" dirty="0"/>
          </a:p>
        </p:txBody>
      </p:sp>
      <p:sp>
        <p:nvSpPr>
          <p:cNvPr id="11" name="S06-label156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9 + 4 = □</a:t>
            </a:r>
            <a:endParaRPr lang="ko-KR" sz="2600" dirty="0"/>
          </a:p>
        </p:txBody>
      </p:sp>
      <p:sp>
        <p:nvSpPr>
          <p:cNvPr id="12" name="S06-line157"/>
          <p:cNvSpPr/>
          <p:nvPr/>
        </p:nvSpPr>
        <p:spPr>
          <a:xfrm flipH="1">
            <a:off x="4832604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3" name="S06-line158"/>
          <p:cNvSpPr/>
          <p:nvPr/>
        </p:nvSpPr>
        <p:spPr>
          <a:xfrm>
            <a:off x="6094476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4" name="S06-figure159" descr="7 + 5: 5를 3과 빈칸으로 가르기"/>
          <p:cNvSpPr txBox="1"/>
          <p:nvPr/>
        </p:nvSpPr>
        <p:spPr>
          <a:xfrm>
            <a:off x="5614416" y="2011680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800" dirty="0"/>
          </a:p>
        </p:txBody>
      </p:sp>
      <p:sp>
        <p:nvSpPr>
          <p:cNvPr id="15" name="S06-bondpart160"/>
          <p:cNvSpPr txBox="1"/>
          <p:nvPr/>
        </p:nvSpPr>
        <p:spPr>
          <a:xfrm>
            <a:off x="4352544" y="3641598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800" dirty="0"/>
          </a:p>
        </p:txBody>
      </p:sp>
      <p:sp>
        <p:nvSpPr>
          <p:cNvPr id="16" name="S06-bondpart161"/>
          <p:cNvSpPr txBox="1"/>
          <p:nvPr/>
        </p:nvSpPr>
        <p:spPr>
          <a:xfrm>
            <a:off x="6876288" y="3641598"/>
            <a:ext cx="96012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3800" dirty="0"/>
          </a:p>
        </p:txBody>
      </p:sp>
      <p:sp>
        <p:nvSpPr>
          <p:cNvPr id="17" name="S06-label162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 + 5 = □</a:t>
            </a:r>
            <a:endParaRPr lang="ko-KR" sz="2600" dirty="0"/>
          </a:p>
        </p:txBody>
      </p:sp>
      <p:sp>
        <p:nvSpPr>
          <p:cNvPr id="18" name="S06-line163"/>
          <p:cNvSpPr/>
          <p:nvPr/>
        </p:nvSpPr>
        <p:spPr>
          <a:xfrm flipH="1">
            <a:off x="8636508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9" name="S06-line164"/>
          <p:cNvSpPr/>
          <p:nvPr/>
        </p:nvSpPr>
        <p:spPr>
          <a:xfrm>
            <a:off x="9898380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0" name="S06-figure165" descr="8 + 7: 7을 2와 빈칸으로 가르기"/>
          <p:cNvSpPr txBox="1"/>
          <p:nvPr/>
        </p:nvSpPr>
        <p:spPr>
          <a:xfrm>
            <a:off x="9418320" y="2011680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800" dirty="0"/>
          </a:p>
        </p:txBody>
      </p:sp>
      <p:sp>
        <p:nvSpPr>
          <p:cNvPr id="21" name="S06-bondpart166"/>
          <p:cNvSpPr txBox="1"/>
          <p:nvPr/>
        </p:nvSpPr>
        <p:spPr>
          <a:xfrm>
            <a:off x="8156448" y="3641598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800" dirty="0"/>
          </a:p>
        </p:txBody>
      </p:sp>
      <p:sp>
        <p:nvSpPr>
          <p:cNvPr id="22" name="S06-bondpart167"/>
          <p:cNvSpPr txBox="1"/>
          <p:nvPr/>
        </p:nvSpPr>
        <p:spPr>
          <a:xfrm>
            <a:off x="10680192" y="3641598"/>
            <a:ext cx="96012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3800" dirty="0"/>
          </a:p>
        </p:txBody>
      </p:sp>
      <p:sp>
        <p:nvSpPr>
          <p:cNvPr id="23" name="S06-label168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 + 7 = □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덧셈을 해 봐요</a:t>
            </a:r>
            <a:endParaRPr lang="ko-KR" sz="4400" dirty="0"/>
          </a:p>
        </p:txBody>
      </p:sp>
      <p:sp>
        <p:nvSpPr>
          <p:cNvPr id="3" name="S07-card1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1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수가 10이 되도록 뒤의 수를 갈라요.</a:t>
            </a:r>
            <a:endParaRPr lang="ko-KR" sz="3200" dirty="0"/>
          </a:p>
        </p:txBody>
      </p:sp>
      <p:sp>
        <p:nvSpPr>
          <p:cNvPr id="5" name="S07-chip17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7-eqtext17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+ 6 = □</a:t>
            </a:r>
            <a:endParaRPr lang="ko-KR" sz="3600" dirty="0"/>
          </a:p>
        </p:txBody>
      </p:sp>
      <p:sp>
        <p:nvSpPr>
          <p:cNvPr id="7" name="S07-chip17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7-eqtext17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+ 5 = □</a:t>
            </a:r>
            <a:endParaRPr lang="ko-KR" sz="3600" dirty="0"/>
          </a:p>
        </p:txBody>
      </p:sp>
      <p:sp>
        <p:nvSpPr>
          <p:cNvPr id="9" name="S07-chip175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7-eqtext176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+ 6 = □</a:t>
            </a:r>
            <a:endParaRPr lang="ko-KR" sz="3600" dirty="0"/>
          </a:p>
        </p:txBody>
      </p:sp>
      <p:sp>
        <p:nvSpPr>
          <p:cNvPr id="11" name="S07-chip177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7-eqtext178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+ 8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8-card17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8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+ 5를 계산했어요.</a:t>
            </a:r>
            <a:endParaRPr lang="ko-KR" sz="3200" dirty="0"/>
          </a:p>
        </p:txBody>
      </p:sp>
      <p:sp>
        <p:nvSpPr>
          <p:cNvPr id="5" name="S08-card1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8-chip18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12</a:t>
            </a:r>
            <a:endParaRPr lang="ko-KR" sz="2600" dirty="0"/>
          </a:p>
        </p:txBody>
      </p:sp>
      <p:sp>
        <p:nvSpPr>
          <p:cNvPr id="8" name="S08-text18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2와 2로 갈라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+ 2 = 10, 10 + 2 = 12</a:t>
            </a:r>
            <a:endParaRPr lang="ko-KR" sz="3200" dirty="0"/>
          </a:p>
        </p:txBody>
      </p:sp>
      <p:sp>
        <p:nvSpPr>
          <p:cNvPr id="9" name="S08-chip18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13</a:t>
            </a:r>
            <a:endParaRPr lang="ko-KR" sz="2600" dirty="0"/>
          </a:p>
        </p:txBody>
      </p:sp>
      <p:sp>
        <p:nvSpPr>
          <p:cNvPr id="10" name="S08-text18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2와 3으로 갈라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+ 2 = 10, 10 + 3 = 13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1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10을 어떻게 만들었는지 말해요.</a:t>
            </a:r>
            <a:endParaRPr lang="ko-KR" sz="3200" dirty="0"/>
          </a:p>
        </p:txBody>
      </p:sp>
      <p:sp>
        <p:nvSpPr>
          <p:cNvPr id="4" name="S09-chip18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9-eqtext189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+ 3 = □</a:t>
            </a:r>
            <a:endParaRPr lang="ko-KR" sz="3600" dirty="0"/>
          </a:p>
        </p:txBody>
      </p:sp>
      <p:sp>
        <p:nvSpPr>
          <p:cNvPr id="6" name="S09-chip19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9-eqtext191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+ 7 = □</a:t>
            </a:r>
            <a:endParaRPr lang="ko-KR" sz="3600" dirty="0"/>
          </a:p>
        </p:txBody>
      </p:sp>
      <p:sp>
        <p:nvSpPr>
          <p:cNvPr id="8" name="S09-chip19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9-text193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8개가 있는데 4개를 더 받았어요.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개?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0-card1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십 칸 틀에서 돌을 옮겨 다시 해 보게 하세요.</a:t>
            </a:r>
            <a:endParaRPr lang="ko-KR" sz="3200" dirty="0"/>
          </a:p>
        </p:txBody>
      </p:sp>
      <p:sp>
        <p:nvSpPr>
          <p:cNvPr id="5" name="S10-chip19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0-text197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12</a:t>
            </a:r>
            <a:endParaRPr lang="ko-KR" sz="3200" dirty="0"/>
          </a:p>
        </p:txBody>
      </p:sp>
      <p:sp>
        <p:nvSpPr>
          <p:cNvPr id="7" name="S10-text198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1과 2로</a:t>
            </a:r>
            <a:endParaRPr lang="ko-KR" sz="2600" dirty="0"/>
          </a:p>
        </p:txBody>
      </p:sp>
      <p:sp>
        <p:nvSpPr>
          <p:cNvPr id="8" name="S10-text199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13</a:t>
            </a:r>
            <a:endParaRPr lang="ko-KR" sz="3200" dirty="0"/>
          </a:p>
        </p:txBody>
      </p:sp>
      <p:sp>
        <p:nvSpPr>
          <p:cNvPr id="9" name="S10-text200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7을 4와 3으로</a:t>
            </a:r>
            <a:endParaRPr lang="ko-KR" sz="2600" dirty="0"/>
          </a:p>
        </p:txBody>
      </p:sp>
      <p:sp>
        <p:nvSpPr>
          <p:cNvPr id="10" name="S10-text201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 + 4 = 12</a:t>
            </a:r>
            <a:endParaRPr lang="ko-KR" sz="3200" dirty="0"/>
          </a:p>
        </p:txBody>
      </p:sp>
      <p:sp>
        <p:nvSpPr>
          <p:cNvPr id="11" name="S10-text202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</a:t>
            </a:r>
            <a:endParaRPr lang="ko-KR" sz="2600" dirty="0"/>
          </a:p>
        </p:txBody>
      </p:sp>
      <p:sp>
        <p:nvSpPr>
          <p:cNvPr id="12" name="S10-chip20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0-text204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103</a:t>
            </a:r>
            <a:endParaRPr lang="ko-KR" sz="3200" dirty="0"/>
          </a:p>
        </p:txBody>
      </p:sp>
      <p:sp>
        <p:nvSpPr>
          <p:cNvPr id="14" name="S10-text205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10과 3을 붙임</a:t>
            </a:r>
            <a:endParaRPr lang="ko-KR" sz="2600" dirty="0"/>
          </a:p>
        </p:txBody>
      </p:sp>
      <p:sp>
        <p:nvSpPr>
          <p:cNvPr id="15" name="S10-text206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11</a:t>
            </a:r>
            <a:endParaRPr lang="ko-KR" sz="3200" dirty="0"/>
          </a:p>
        </p:txBody>
      </p:sp>
      <p:sp>
        <p:nvSpPr>
          <p:cNvPr id="16" name="S10-text207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1로 가름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가를까요?</a:t>
            </a:r>
            <a:endParaRPr lang="ko-KR" sz="4400" dirty="0"/>
          </a:p>
        </p:txBody>
      </p:sp>
      <p:sp>
        <p:nvSpPr>
          <p:cNvPr id="3" name="S11-text20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+ 5를 계산하려고 5를 갈랐어요.</a:t>
            </a:r>
            <a:endParaRPr lang="ko-KR" sz="3200" dirty="0"/>
          </a:p>
        </p:txBody>
      </p:sp>
      <p:sp>
        <p:nvSpPr>
          <p:cNvPr id="4" name="S11-card2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2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7이 10이 되게 가른 것을 고르고, 계산해요.</a:t>
            </a:r>
            <a:endParaRPr lang="ko-KR" sz="3200" dirty="0"/>
          </a:p>
        </p:txBody>
      </p:sp>
      <p:sp>
        <p:nvSpPr>
          <p:cNvPr id="6" name="S11-chip211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line212"/>
          <p:cNvSpPr/>
          <p:nvPr/>
        </p:nvSpPr>
        <p:spPr>
          <a:xfrm flipH="1">
            <a:off x="1028700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11-line213"/>
          <p:cNvSpPr/>
          <p:nvPr/>
        </p:nvSpPr>
        <p:spPr>
          <a:xfrm>
            <a:off x="2275332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9" name="S11-figure214" descr="5를 2와 3으로 가르기"/>
          <p:cNvSpPr txBox="1"/>
          <p:nvPr/>
        </p:nvSpPr>
        <p:spPr>
          <a:xfrm>
            <a:off x="1795272" y="2715768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800" dirty="0"/>
          </a:p>
        </p:txBody>
      </p:sp>
      <p:sp>
        <p:nvSpPr>
          <p:cNvPr id="10" name="S11-bondpart215"/>
          <p:cNvSpPr txBox="1"/>
          <p:nvPr/>
        </p:nvSpPr>
        <p:spPr>
          <a:xfrm>
            <a:off x="548640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800" dirty="0"/>
          </a:p>
        </p:txBody>
      </p:sp>
      <p:sp>
        <p:nvSpPr>
          <p:cNvPr id="11" name="S11-bondpart216"/>
          <p:cNvSpPr txBox="1"/>
          <p:nvPr/>
        </p:nvSpPr>
        <p:spPr>
          <a:xfrm>
            <a:off x="3041904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800" dirty="0"/>
          </a:p>
        </p:txBody>
      </p:sp>
      <p:sp>
        <p:nvSpPr>
          <p:cNvPr id="12" name="S11-chip21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3" name="S11-line218"/>
          <p:cNvSpPr/>
          <p:nvPr/>
        </p:nvSpPr>
        <p:spPr>
          <a:xfrm flipH="1">
            <a:off x="4847844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4" name="S11-line219"/>
          <p:cNvSpPr/>
          <p:nvPr/>
        </p:nvSpPr>
        <p:spPr>
          <a:xfrm>
            <a:off x="6094476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5" name="S11-figure220" descr="5를 3과 2로 가르기"/>
          <p:cNvSpPr txBox="1"/>
          <p:nvPr/>
        </p:nvSpPr>
        <p:spPr>
          <a:xfrm>
            <a:off x="5614416" y="2715768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800" dirty="0"/>
          </a:p>
        </p:txBody>
      </p:sp>
      <p:sp>
        <p:nvSpPr>
          <p:cNvPr id="16" name="S11-bondpart221"/>
          <p:cNvSpPr txBox="1"/>
          <p:nvPr/>
        </p:nvSpPr>
        <p:spPr>
          <a:xfrm>
            <a:off x="4367784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800" dirty="0"/>
          </a:p>
        </p:txBody>
      </p:sp>
      <p:sp>
        <p:nvSpPr>
          <p:cNvPr id="17" name="S11-bondpart222"/>
          <p:cNvSpPr txBox="1"/>
          <p:nvPr/>
        </p:nvSpPr>
        <p:spPr>
          <a:xfrm>
            <a:off x="6861048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800" dirty="0"/>
          </a:p>
        </p:txBody>
      </p:sp>
      <p:sp>
        <p:nvSpPr>
          <p:cNvPr id="18" name="S11-chip22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9" name="S11-line224"/>
          <p:cNvSpPr/>
          <p:nvPr/>
        </p:nvSpPr>
        <p:spPr>
          <a:xfrm flipH="1">
            <a:off x="8666988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0" name="S11-line225"/>
          <p:cNvSpPr/>
          <p:nvPr/>
        </p:nvSpPr>
        <p:spPr>
          <a:xfrm>
            <a:off x="9913620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1" name="S11-figure226" descr="5를 1과 4로 가르기"/>
          <p:cNvSpPr txBox="1"/>
          <p:nvPr/>
        </p:nvSpPr>
        <p:spPr>
          <a:xfrm>
            <a:off x="9433560" y="2715768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800" dirty="0"/>
          </a:p>
        </p:txBody>
      </p:sp>
      <p:sp>
        <p:nvSpPr>
          <p:cNvPr id="22" name="S11-bondpart227"/>
          <p:cNvSpPr txBox="1"/>
          <p:nvPr/>
        </p:nvSpPr>
        <p:spPr>
          <a:xfrm>
            <a:off x="8186928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800" dirty="0"/>
          </a:p>
        </p:txBody>
      </p:sp>
      <p:sp>
        <p:nvSpPr>
          <p:cNvPr id="23" name="S11-bondpart228"/>
          <p:cNvSpPr txBox="1"/>
          <p:nvPr/>
        </p:nvSpPr>
        <p:spPr>
          <a:xfrm>
            <a:off x="10680192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22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23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수가 10이 되도록 뒤의 수를 갈라 더해요.</a:t>
            </a:r>
            <a:endParaRPr lang="ko-KR" sz="3200" dirty="0"/>
          </a:p>
        </p:txBody>
      </p:sp>
      <p:sp>
        <p:nvSpPr>
          <p:cNvPr id="5" name="S12-chip23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10을 먼저 만들기</a:t>
            </a:r>
            <a:endParaRPr lang="ko-KR" sz="2600" dirty="0"/>
          </a:p>
        </p:txBody>
      </p:sp>
      <p:sp>
        <p:nvSpPr>
          <p:cNvPr id="6" name="S12-chip23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10 + 3을 103으로 쓰기</a:t>
            </a:r>
            <a:endParaRPr lang="ko-KR" sz="2600" dirty="0"/>
          </a:p>
        </p:txBody>
      </p:sp>
      <p:sp>
        <p:nvSpPr>
          <p:cNvPr id="7" name="S12-text23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eqtext23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9 + 2 = □</a:t>
            </a:r>
            <a:endParaRPr lang="ko-KR" sz="3000" dirty="0"/>
          </a:p>
        </p:txBody>
      </p:sp>
      <p:sp>
        <p:nvSpPr>
          <p:cNvPr id="9" name="S12-eqtext23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 + 6 = □</a:t>
            </a:r>
            <a:endParaRPr lang="ko-KR" sz="3000" dirty="0"/>
          </a:p>
        </p:txBody>
      </p:sp>
      <p:sp>
        <p:nvSpPr>
          <p:cNvPr id="10" name="S12-eqtext23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 + 7 = □</a:t>
            </a:r>
            <a:endParaRPr lang="ko-KR" sz="3000" dirty="0"/>
          </a:p>
        </p:txBody>
      </p:sp>
      <p:sp>
        <p:nvSpPr>
          <p:cNvPr id="11" name="S12-text23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받아내림이 있는 뺄셈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10이 되는 짝</a:t>
            </a:r>
            <a:endParaRPr lang="ko-KR" sz="4400" dirty="0"/>
          </a:p>
        </p:txBody>
      </p:sp>
      <p:sp>
        <p:nvSpPr>
          <p:cNvPr id="3" name="S13-text2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 더 있으면 틀이 꽉 찰까요?</a:t>
            </a:r>
            <a:endParaRPr lang="ko-KR" sz="3200" dirty="0"/>
          </a:p>
        </p:txBody>
      </p:sp>
      <p:sp>
        <p:nvSpPr>
          <p:cNvPr id="4" name="S13-card2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2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9, 2와 8, 3과 7, 4와 6, 5와 5</a:t>
            </a:r>
            <a:endParaRPr lang="ko-KR" sz="3200" dirty="0"/>
          </a:p>
        </p:txBody>
      </p:sp>
      <p:sp>
        <p:nvSpPr>
          <p:cNvPr id="6" name="S13-card241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242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빈칸은 4개</a:t>
            </a:r>
            <a:endParaRPr lang="ko-KR" sz="3200" dirty="0"/>
          </a:p>
        </p:txBody>
      </p:sp>
      <p:sp>
        <p:nvSpPr>
          <p:cNvPr id="8" name="S13-card243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3-cardtext244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+ 4 = 10</a:t>
            </a:r>
            <a:endParaRPr lang="ko-KR" sz="3200" dirty="0"/>
          </a:p>
        </p:txBody>
      </p:sp>
      <p:sp>
        <p:nvSpPr>
          <p:cNvPr id="10" name="S13-cell245"/>
          <p:cNvSpPr/>
          <p:nvPr/>
        </p:nvSpPr>
        <p:spPr>
          <a:xfrm>
            <a:off x="415137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3-dot246"/>
          <p:cNvSpPr/>
          <p:nvPr/>
        </p:nvSpPr>
        <p:spPr>
          <a:xfrm>
            <a:off x="428350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3-cell247"/>
          <p:cNvSpPr/>
          <p:nvPr/>
        </p:nvSpPr>
        <p:spPr>
          <a:xfrm>
            <a:off x="492861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3-dot248"/>
          <p:cNvSpPr/>
          <p:nvPr/>
        </p:nvSpPr>
        <p:spPr>
          <a:xfrm>
            <a:off x="506074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3-cell249"/>
          <p:cNvSpPr/>
          <p:nvPr/>
        </p:nvSpPr>
        <p:spPr>
          <a:xfrm>
            <a:off x="570585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3-dot250"/>
          <p:cNvSpPr/>
          <p:nvPr/>
        </p:nvSpPr>
        <p:spPr>
          <a:xfrm>
            <a:off x="583798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3-cell251"/>
          <p:cNvSpPr/>
          <p:nvPr/>
        </p:nvSpPr>
        <p:spPr>
          <a:xfrm>
            <a:off x="648309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dot252"/>
          <p:cNvSpPr/>
          <p:nvPr/>
        </p:nvSpPr>
        <p:spPr>
          <a:xfrm>
            <a:off x="661522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3-cell253"/>
          <p:cNvSpPr/>
          <p:nvPr/>
        </p:nvSpPr>
        <p:spPr>
          <a:xfrm>
            <a:off x="726033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3-dot254"/>
          <p:cNvSpPr/>
          <p:nvPr/>
        </p:nvSpPr>
        <p:spPr>
          <a:xfrm>
            <a:off x="739246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3-cell255"/>
          <p:cNvSpPr/>
          <p:nvPr/>
        </p:nvSpPr>
        <p:spPr>
          <a:xfrm>
            <a:off x="415137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3-dot256"/>
          <p:cNvSpPr/>
          <p:nvPr/>
        </p:nvSpPr>
        <p:spPr>
          <a:xfrm>
            <a:off x="428350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3-cell257"/>
          <p:cNvSpPr/>
          <p:nvPr/>
        </p:nvSpPr>
        <p:spPr>
          <a:xfrm>
            <a:off x="492861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3-cell258"/>
          <p:cNvSpPr/>
          <p:nvPr/>
        </p:nvSpPr>
        <p:spPr>
          <a:xfrm>
            <a:off x="570585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3-cell259"/>
          <p:cNvSpPr/>
          <p:nvPr/>
        </p:nvSpPr>
        <p:spPr>
          <a:xfrm>
            <a:off x="648309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3-cell260"/>
          <p:cNvSpPr/>
          <p:nvPr/>
        </p:nvSpPr>
        <p:spPr>
          <a:xfrm>
            <a:off x="726033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3-figure261" descr="1개의 십 칸 틀 중 1번째: 모두 6개"/>
          <p:cNvSpPr/>
          <p:nvPr/>
        </p:nvSpPr>
        <p:spPr>
          <a:xfrm>
            <a:off x="4151376" y="2240280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받아올림이 있는 덧셈</dc:title>
  <dc:subject>KR22-G01-MAT-CARRY-L01</dc:subject>
  <dc:creator>education-ppt</dc:creator>
  <cp:lastModifiedBy>education-ppt</cp:lastModifiedBy>
  <cp:revision>1</cp:revision>
  <dcterms:created xsi:type="dcterms:W3CDTF">2026-10-26T07:08:00Z</dcterms:created>
  <dcterms:modified xsi:type="dcterms:W3CDTF">2026-10-26T07:08:00Z</dcterms:modified>
</cp:coreProperties>
</file>