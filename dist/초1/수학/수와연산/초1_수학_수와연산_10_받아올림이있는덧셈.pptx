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e8fca08-9686-ff96-39c3-8f208ef020e8}">
          <p14:sldIdLst>
            <p14:sldId id="256"/>
            <p14:sldId id="257"/>
          </p14:sldIdLst>
        </p14:section>
        <p14:section name="개념" id="{59668efe-3ac7-36f6-6761-7416b5e1f101}">
          <p14:sldIdLst>
            <p14:sldId id="258"/>
            <p14:sldId id="259"/>
            <p14:sldId id="260"/>
          </p14:sldIdLst>
        </p14:section>
        <p14:section name="연습" id="{4e808371-b934-1c87-0682-11122c37192d}">
          <p14:sldIdLst>
            <p14:sldId id="261"/>
            <p14:sldId id="262"/>
            <p14:sldId id="263"/>
          </p14:sldIdLst>
        </p14:section>
        <p14:section name="확인" id="{04f53c4b-cc0c-3926-254c-bb2477879026}">
          <p14:sldIdLst>
            <p14:sldId id="264"/>
            <p14:sldId id="265"/>
            <p14:sldId id="266"/>
          </p14:sldIdLst>
        </p14:section>
        <p14:section name="정리" id="{3ae72727-4a06-8330-79fd-12723a264431}">
          <p14:sldIdLst>
            <p14:sldId id="267"/>
          </p14:sldIdLst>
        </p14:section>
        <p14:section name="보충" id="{d4638a74-ed67-f1f7-0c7c-7964a78d9a7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합이 10보다 큰 덧셈을 궁금하게 합니다.
시간: 약 2분
이렇게 말해 보세요
- “오른쪽에 공이 8개, 5개 있어. 모두 몇 개일까? 지금까지 배운 덧셈보다 답이 커.”
- “오늘은 지난 시간에 배운 ‘10 만들기’로 이런 덧셈을 쉽게 하는 방법을 배울 거야.”
예상 답
- “13개요.” “모르겠어요.”
막히면
- 답을 확인하지 말고 넘어갑니다. S03부터 같은 그림으로 차근차근 합니다.
주의
- 종이 십 칸 틀 두 개와 두 가지 색 바둑돌을 미리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확인(10이 되는 두 수, 10과 몇, 가르기)]
목적: 오늘 계산의 세 단계(10이 되는 짝 찾기, 뒤의 수 가르기, 10과 몇 모으기)가 되는지 확인합니다.
시간: 약 3분
이렇게 말해 보세요
- “①은 7에 몇을 더하면 10이 될까?”
- “②는 10과 4를 모으면 얼마일까? ③은 6을 2와 몇으로 가를 수 있을까?”
정답
- ① 3
- ② 14
- ③ 4
막히면
- ①은 십 칸 틀에 바둑돌 7개를 놓고 빈칸을 세게 합니다.
- 두 문제 이상 틀리면 S13(보충)을 먼저 합니다. 보충으로도 어려우면 9차시 ‘10이 되는 더하기’(KR22-G01-MAT-MAKE10-L01)를 다시 합니다.
주의
- ③의 가르기가 흔들리면 3차시 ‘가르기와 모으기’(KR22-G01-MAT-COMPOSE-L01)의 바둑돌 가르기를 짧게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앞의 수가 10이 되려면 몇이 필요한지 보기]
목적: 8 + 5에서 앞의 수 8이 10이 되려면 2가 필요하다는 것을 십 칸 틀로 봅니다.
시간: 약 3분
이렇게 말해 보세요
- “왼쪽 틀에는 8개, 오른쪽 틀에는 5개가 있어. 왼쪽 틀의 빈칸은 몇 개야?”
- “그럼 8은 몇이 더 있으면 10이 될까?”
예상 답
- “빈칸이 2개요. 2가 더 있으면 10이에요.”
막히면
- 종이 십 칸 틀에 바둑돌 8개를 놓고 빈칸을 손가락으로 짚으며 셉니다.
주의
- 아직 답 13을 말하지 않아도 됩니다. 이 장은 ‘10까지 몇이 필요한지’만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뒤의 수에서 옮겨 10 만들기]
목적: 뒤의 수 5에서 2를 옮겨 10을 만들면, 10과 남은 3으로 13을 쉽게 구할 수 있음을 압니다.
시간: 약 4분
이렇게 말해 보세요
- “오른쪽 틀에서 공 2개를 왼쪽 빈칸으로 옮겨 보자. 왼쪽 틀은 어떻게 됐어?”
- “오른쪽 틀에는 몇 개 남았어? 10과 3을 모으면 얼마야?”
- “그래서 8 + 5 = 13이야.”
예상 답
- “꽉 찼어요. 10이에요.” “3개 남았어요. 13이에요.”
막히면
- 종이 틀에서 바둑돌 2개를 직접 옮기게 합니다. 두 가지 색 돌을 쓰면 옮긴 돌이 잘 보입니다.
- 103이라고 하면 꽉 찬 틀을 가리키며 “10개씩 묶음 1개, 낱개 3개는?”이라고 묻습니다(M2).
주의
- 왼쪽 틀의 10개는 처음 8개와 옮긴 2개입니다. 옮기기 전과 후의 공 수가 모두 13개로 같다는 것도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뒤의 수를 갈라 계산하기 시범]
목적: S04의 돌 옮기기를 가르기 그림과 식으로 나타내는 방법을 시범으로 보여 줍니다.
시간: 약 4분
이렇게 말해 보세요
- “8 + 5에서 8은 몇이 더 있으면 10이 됐지? 2! 그래서 5를 2와 3으로 갈라.”
- “8과 2를 더해 10, 10과 남은 3을 더해 13. 8 + 5 = 13이야.”
- “S04에서 돌 2개를 옮긴 것과 같은 생각이야.”
예상 답
- “5를 2와 3으로 갈라요. 10 + 3 = 13이에요.”
막히면
- S04로 돌아가 바둑돌을 다시 옮겨 본 뒤, 가르기 그림과 짝 지어 봅니다.
주의
- 부모님이 ‘먼저 10, 그다음 남은 수’라는 말을 반복해 주면 아이가 순서를 기억하기 쉽습니다.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연습(가르기 그림 채우고 계산)]
목적: 도움을 받으며 뒤의 수를 갈라 10을 만들고 계산합니다.
시간: 약 5분
이렇게 말해 보세요
- “①은 9 + 4야. 9는 1이 더 있으면 10이지? 그래서 4를 1과 몇으로 갈라?”
- “9 + 1 = 10, 10과 남은 수를 더하면 얼마야? ②, ③도 같은 방법으로 해 보자.”
정답
- ① 4는 1과 3, 9 + 4 = 13
- ② 5는 3과 2, 7 + 5 = 12
- ③ 7은 2와 5, 8 + 7 = 15
막히면
- 앞의 수만큼 십 칸 틀에 돌을 놓고, 뒤의 수만큼 옆에 놓은 뒤 빈칸을 채우게 합니다.
- 가른 두 수를 다시 모아 뒤의 수가 되는지 확인합니다(M1).
주의
- 가르기 그림의 첫째 수(1, 3, 2)는 앞의 수가 10이 되는 데 필요한 수입니다. 지난 시간의 ‘10이 되는 두 수’를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연습(계산)]
목적: 도움을 받으며 받아올림이 있는 덧셈을 10을 만들어 계산합니다.
시간: 약 4분
이렇게 말해 보세요
- “①은 7 + 6이야. 7은 몇이 더 있으면 10이 돼? 그럼 6을 어떻게 가를까?”
- “종이에 가르기 그림을 그려도 좋아. 답을 말하고, 어떻게 했는지도 말해 줘.”
정답
- ① 13 (6을 3과 3으로, 7 + 3 = 10, 10 + 3 = 13)
- ② 14 (5를 1과 4로, 9 + 1 = 10, 10 + 4 = 14)
- ③ 12 (6을 4와 2로, 6 + 4 = 10, 10 + 2 = 12)
- ④ 16 (8을 2와 6으로, 8 + 2 = 10, 10 + 6 = 16)
막히면
- 종이에 가르기 그림을 그려 주고 첫째 칸만 함께 채웁니다.
- 십 칸 틀과 바둑돌로 직접 옮겨 확인합니다.
주의
- 이어 세기로 바르게 구해도 맞습니다. 다만 ‘10 만들기로도 해 볼까?’라고 한 번 더 해 보게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비교(뒤의 수를 잘못 가르기)]
목적: 뒤의 수를 가를 때 두 부분을 모으면 처음 수가 되어야 함을 확인합니다(M1).
시간: 약 3분
이렇게 말해 보세요
- “토끼와 곰이 5를 다르게 갈랐어. 2와 2를 모으면 얼마야? 2와 3을 모으면?”
- “누가 5를 바르게 갈랐을까?”
예상 답
- “곰이요. 2와 2는 4라서 5가 안 돼요.”
정답
- 곰이 맞습니다. 8 + 5 = 13입니다.
- 토끼는 5를 2와 2로 갈랐는데, 2와 2를 모으면 4라서 5가 아닙니다. 돌 1개를 빠뜨렸습니다.
막히면
- 바둑돌 5개를 2개와 2개로 나누면 1개가 남는 것을 보여 줍니다.
주의
- 가른 뒤에는 ‘다시 모으면 처음 수가 되나?’로 스스로 확인하는 습관을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받아올림이 있는 덧셈을 계산하고, 이야기를 덧셈식으로 나타낼 수 있는지 확인합니다.
시간: 약 5분
이렇게 말해 보세요
- “이번에는 혼자 해 볼래? 답을 말한 다음, 뒤의 수를 어떻게 갈랐는지 말해 줘.”
- “③은 식을 종이에 쓰고 답을 말해 줘.”
정답
- ① 12 (3을 1과 2로, 9 + 1 = 10, 10 + 2 = 12)
- ② 13 (7을 4와 3으로, 6 + 4 = 10, 10 + 3 = 13)
- ③ 8 + 4 = 12, 12개
막히면
- 바로 알려 주지 말고 “앞의 수는 몇이 더 있으면 10이 될까?”라고만 묻습니다.
- 도움을 받아 해결했다면 기록표에 ‘도움’으로 표시합니다.
주의
- ③을 4 + 8 = 12로 써도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십 칸 틀로 다시 해 보자.”
정답
- ① 12 ② 13 ③ 8 + 4 = 12, 12개
막히면
- 103처럼 쓰면 S04로 돌아가 ‘묶음 1개, 낱개 3개’로 읽습니다(M2).
- 1 작게 답했다면 가르기를 다시 모아 확인하게 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확인(10이 되도록 가르기)]
목적: 처음 보는 문제에서 앞의 수가 10이 되도록 뒤의 수를 가르고 계산하는지 확인합니다.
시간: 약 2분
이렇게 말해 보세요
- “세 그림 모두 5를 바르게 갈랐어. 그런데 7이 10이 되려면 첫째 수가 몇이어야 할까?”
- “고른 그림으로 7 + 5를 계산해 볼래?”
정답
- 나(3과 2). 7은 3이 더 있으면 10이므로 7 + 3 = 10, 10 + 2 = 12입니다.
- 가는 7 + 2 = 9, 다는 7 + 1 = 8이 되어 10이 만들어지지 않습니다.
막히면
- 십 칸 틀에 7개를 놓고 빈칸을 세게 합니다(M3).
주의
- 가를 고르고 9 + 3 = 12로 끝까지 계산했다면 답은 맞지만 10을 만들지 못한 것입니다.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8 + 5는 어떻게 계산했어?”
예상 답
- “5를 2와 3으로 갈라서 8 + 2 = 10, 10 + 3 = 13이에요.”
정답
- ① 11 ② 14 ③ 12
막히면
- S04와 S05를 다시 보여 주며 ‘먼저 10, 그다음 남은 수’를 함께 말합니다.
주의
- ③은 5 + 5 = 10이므로 7을 5와 2로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보충(10이 되는 두 수)]
목적: S02에서 10이 되는 두 수가 흔들리면, 받아올림 계산 전에 십 칸 틀로 10의 짝을 다시 익힙니다.
시간: 약 5분
이렇게 말해 보세요
- “공이 6개 있어. 빈칸은 몇 개야? 6과 몇을 더하면 10이 될까?”
- “이번에는 틀에 돌을 3개 놓아 볼까? 빈칸은 몇 개야?”
정답
- 6 + 4 = 10, 3 + 7 = 10
막히면
- 빈칸에 바둑돌을 하나씩 채우며 ‘일곱, 여덟, 아홉, 열’로 이어 셉니다.
주의
- 보충으로도 어려우면 9차시 ‘10이 되는 더하기’(KR22-G01-MAT-MAKE10-L01)를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+ 5는 얼마일까?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742362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103550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464738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figure19" descr="1개의 십 칸 틀 중 1번째: 모두 8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dot29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figure35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1-card3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0" name="S01-cardtext3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만들어 더하는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+ 5 같은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□ = 10</a:t>
            </a:r>
            <a:endParaRPr lang="ko-KR" sz="3600" dirty="0"/>
          </a:p>
        </p:txBody>
      </p:sp>
      <p:sp>
        <p:nvSpPr>
          <p:cNvPr id="5" name="S02-chip4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41"/>
          <p:cNvSpPr/>
          <p:nvPr/>
        </p:nvSpPr>
        <p:spPr>
          <a:xfrm flipH="1" flipV="1">
            <a:off x="259384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42"/>
          <p:cNvSpPr/>
          <p:nvPr/>
        </p:nvSpPr>
        <p:spPr>
          <a:xfrm flipV="1">
            <a:off x="344728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43" descr="10과 4를 모으는 그림, 모은 수는 빈칸"/>
          <p:cNvSpPr txBox="1"/>
          <p:nvPr/>
        </p:nvSpPr>
        <p:spPr>
          <a:xfrm>
            <a:off x="3142488" y="387096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9" name="S02-bondpart44"/>
          <p:cNvSpPr txBox="1"/>
          <p:nvPr/>
        </p:nvSpPr>
        <p:spPr>
          <a:xfrm>
            <a:off x="2289048" y="301752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0" name="S02-bondpart45"/>
          <p:cNvSpPr txBox="1"/>
          <p:nvPr/>
        </p:nvSpPr>
        <p:spPr>
          <a:xfrm>
            <a:off x="3995928" y="301752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2-chip4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47"/>
          <p:cNvSpPr/>
          <p:nvPr/>
        </p:nvSpPr>
        <p:spPr>
          <a:xfrm flipH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48"/>
          <p:cNvSpPr/>
          <p:nvPr/>
        </p:nvSpPr>
        <p:spPr>
          <a:xfrm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49" descr="6을 2와 빈칸으로 가르는 그림"/>
          <p:cNvSpPr txBox="1"/>
          <p:nvPr/>
        </p:nvSpPr>
        <p:spPr>
          <a:xfrm>
            <a:off x="3142488" y="470916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" name="S02-bondpart50"/>
          <p:cNvSpPr txBox="1"/>
          <p:nvPr/>
        </p:nvSpPr>
        <p:spPr>
          <a:xfrm>
            <a:off x="2289048" y="556260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2-bondpart51"/>
          <p:cNvSpPr txBox="1"/>
          <p:nvPr/>
        </p:nvSpPr>
        <p:spPr>
          <a:xfrm>
            <a:off x="399592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해요</a:t>
            </a:r>
            <a:endParaRPr lang="ko-KR" sz="4400" dirty="0"/>
          </a:p>
        </p:txBody>
      </p:sp>
      <p:sp>
        <p:nvSpPr>
          <p:cNvPr id="3" name="S03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몇이 더 있으면 10이 될까요?</a:t>
            </a:r>
            <a:endParaRPr lang="ko-KR" sz="3200" dirty="0"/>
          </a:p>
        </p:txBody>
      </p:sp>
      <p:sp>
        <p:nvSpPr>
          <p:cNvPr id="4" name="S03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2가 더 있으면 10이에요.</a:t>
            </a:r>
            <a:endParaRPr lang="ko-KR" sz="3200" dirty="0"/>
          </a:p>
        </p:txBody>
      </p:sp>
      <p:sp>
        <p:nvSpPr>
          <p:cNvPr id="6" name="S03-cell55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56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57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58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59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60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61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62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63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64"/>
          <p:cNvSpPr/>
          <p:nvPr/>
        </p:nvSpPr>
        <p:spPr>
          <a:xfrm>
            <a:off x="453953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65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66"/>
          <p:cNvSpPr/>
          <p:nvPr/>
        </p:nvSpPr>
        <p:spPr>
          <a:xfrm>
            <a:off x="143057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67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68"/>
          <p:cNvSpPr/>
          <p:nvPr/>
        </p:nvSpPr>
        <p:spPr>
          <a:xfrm>
            <a:off x="220781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6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70"/>
          <p:cNvSpPr/>
          <p:nvPr/>
        </p:nvSpPr>
        <p:spPr>
          <a:xfrm>
            <a:off x="298505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71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2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figure73" descr="1개의 십 칸 틀 중 1번째: 모두 8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label7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03-cell75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dot76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cell77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dot78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cell79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dot80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cell81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dot82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cell83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dot84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cell85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6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7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8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9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figure90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3-label9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옮겨 10 만들기</a:t>
            </a:r>
            <a:endParaRPr lang="ko-KR" sz="4400" dirty="0"/>
          </a:p>
        </p:txBody>
      </p:sp>
      <p:sp>
        <p:nvSpPr>
          <p:cNvPr id="3" name="S0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2를 옮겨 왼쪽 틀을 채워요.</a:t>
            </a:r>
            <a:endParaRPr lang="ko-KR" sz="3200" dirty="0"/>
          </a:p>
        </p:txBody>
      </p:sp>
      <p:sp>
        <p:nvSpPr>
          <p:cNvPr id="4" name="S0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</p:txBody>
      </p:sp>
      <p:sp>
        <p:nvSpPr>
          <p:cNvPr id="6" name="S04-card9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9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</p:txBody>
      </p:sp>
      <p:sp>
        <p:nvSpPr>
          <p:cNvPr id="8" name="S04-card9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9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4-cell99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100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101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102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3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dot104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cell105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dot106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cell107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dot108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cell109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dot110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cell111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12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3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4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5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6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7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8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119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label120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2</a:t>
            </a:r>
            <a:endParaRPr lang="ko-KR" sz="2600" dirty="0"/>
          </a:p>
        </p:txBody>
      </p:sp>
      <p:sp>
        <p:nvSpPr>
          <p:cNvPr id="32" name="S04-cell121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dot122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cell123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dot124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cell125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dot126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cell127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28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29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30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31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32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33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34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label13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갈라요</a:t>
            </a:r>
            <a:endParaRPr lang="ko-KR" sz="4400" dirty="0"/>
          </a:p>
        </p:txBody>
      </p:sp>
      <p:sp>
        <p:nvSpPr>
          <p:cNvPr id="3" name="S05-eqtext13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4" name="S05-line13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13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139" descr="5를 2와 3으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14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8" name="S05-bondpart14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9" name="S05-stepno142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143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더하면 10</a:t>
            </a:r>
            <a:endParaRPr lang="ko-KR" sz="3200" dirty="0"/>
          </a:p>
        </p:txBody>
      </p:sp>
      <p:sp>
        <p:nvSpPr>
          <p:cNvPr id="11" name="S05-stepno144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145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갈라요.</a:t>
            </a:r>
            <a:endParaRPr lang="ko-KR" sz="3200" dirty="0"/>
          </a:p>
        </p:txBody>
      </p:sp>
      <p:sp>
        <p:nvSpPr>
          <p:cNvPr id="13" name="S05-stepno146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147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더해요</a:t>
            </a:r>
            <a:endParaRPr lang="ko-KR" sz="4400" dirty="0"/>
          </a:p>
        </p:txBody>
      </p:sp>
      <p:sp>
        <p:nvSpPr>
          <p:cNvPr id="3" name="S06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 □를 채우고 계산해요.</a:t>
            </a:r>
            <a:endParaRPr lang="ko-KR" sz="3200" dirty="0"/>
          </a:p>
        </p:txBody>
      </p:sp>
      <p:sp>
        <p:nvSpPr>
          <p:cNvPr id="4" name="S06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가르고, 10과 남은 수를 더해요.</a:t>
            </a:r>
            <a:endParaRPr lang="ko-KR" sz="3200" dirty="0"/>
          </a:p>
        </p:txBody>
      </p:sp>
      <p:sp>
        <p:nvSpPr>
          <p:cNvPr id="6" name="S06-line15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5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53" descr="9 + 4: 4를 1과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9" name="S06-bondpart15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0" name="S06-bondpart15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5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+ 4 = □</a:t>
            </a:r>
            <a:endParaRPr lang="ko-KR" sz="2600" dirty="0"/>
          </a:p>
        </p:txBody>
      </p:sp>
      <p:sp>
        <p:nvSpPr>
          <p:cNvPr id="12" name="S06-line15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5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59" descr="7 + 5: 5를 3과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5" name="S06-bondpart16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6" name="S06-bondpart16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+ 5 = □</a:t>
            </a:r>
            <a:endParaRPr lang="ko-KR" sz="2600" dirty="0"/>
          </a:p>
        </p:txBody>
      </p:sp>
      <p:sp>
        <p:nvSpPr>
          <p:cNvPr id="18" name="S06-line16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6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65" descr="8 + 7: 7을 2와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800" dirty="0"/>
          </a:p>
        </p:txBody>
      </p:sp>
      <p:sp>
        <p:nvSpPr>
          <p:cNvPr id="21" name="S06-bondpart16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22" name="S06-bondpart16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+ 7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갈라요.</a:t>
            </a:r>
            <a:endParaRPr lang="ko-KR" sz="3200" dirty="0"/>
          </a:p>
        </p:txBody>
      </p:sp>
      <p:sp>
        <p:nvSpPr>
          <p:cNvPr id="5" name="S07-chip17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7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+ 6 = □</a:t>
            </a:r>
            <a:endParaRPr lang="ko-KR" sz="3600" dirty="0"/>
          </a:p>
        </p:txBody>
      </p:sp>
      <p:sp>
        <p:nvSpPr>
          <p:cNvPr id="7" name="S07-chip17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7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+ 5 = □</a:t>
            </a:r>
            <a:endParaRPr lang="ko-KR" sz="3600" dirty="0"/>
          </a:p>
        </p:txBody>
      </p:sp>
      <p:sp>
        <p:nvSpPr>
          <p:cNvPr id="9" name="S07-chip17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7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□</a:t>
            </a:r>
            <a:endParaRPr lang="ko-KR" sz="3600" dirty="0"/>
          </a:p>
        </p:txBody>
      </p:sp>
      <p:sp>
        <p:nvSpPr>
          <p:cNvPr id="11" name="S07-chip17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7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계산했어요.</a:t>
            </a:r>
            <a:endParaRPr lang="ko-KR" sz="3200" dirty="0"/>
          </a:p>
        </p:txBody>
      </p:sp>
      <p:sp>
        <p:nvSpPr>
          <p:cNvPr id="5" name="S08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2로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+ 2 = 12</a:t>
            </a:r>
            <a:endParaRPr lang="ko-KR" sz="3200" dirty="0"/>
          </a:p>
        </p:txBody>
      </p:sp>
      <p:sp>
        <p:nvSpPr>
          <p:cNvPr id="9" name="S08-chip1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13</a:t>
            </a:r>
            <a:endParaRPr lang="ko-KR" sz="2600" dirty="0"/>
          </a:p>
        </p:txBody>
      </p:sp>
      <p:sp>
        <p:nvSpPr>
          <p:cNvPr id="10" name="S08-text1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10을 어떻게 만들었는지 말해요.</a:t>
            </a:r>
            <a:endParaRPr lang="ko-KR" sz="3200" dirty="0"/>
          </a:p>
        </p:txBody>
      </p:sp>
      <p:sp>
        <p:nvSpPr>
          <p:cNvPr id="4" name="S09-chip1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+ 3 = □</a:t>
            </a:r>
            <a:endParaRPr lang="ko-KR" sz="3600" dirty="0"/>
          </a:p>
        </p:txBody>
      </p:sp>
      <p:sp>
        <p:nvSpPr>
          <p:cNvPr id="6" name="S09-chip1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+ 7 = □</a:t>
            </a:r>
            <a:endParaRPr lang="ko-KR" sz="3600" dirty="0"/>
          </a:p>
        </p:txBody>
      </p:sp>
      <p:sp>
        <p:nvSpPr>
          <p:cNvPr id="8" name="S09-chip1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8개가 있는데 4개를 더 받았어요.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1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십 칸 틀에서 돌을 옮겨 다시 해 보게 하세요.</a:t>
            </a:r>
            <a:endParaRPr lang="ko-KR" sz="3200" dirty="0"/>
          </a:p>
        </p:txBody>
      </p:sp>
      <p:sp>
        <p:nvSpPr>
          <p:cNvPr id="5" name="S10-chip19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19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</a:t>
            </a:r>
            <a:endParaRPr lang="ko-KR" sz="3200" dirty="0"/>
          </a:p>
        </p:txBody>
      </p:sp>
      <p:sp>
        <p:nvSpPr>
          <p:cNvPr id="7" name="S10-text19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1과 2로</a:t>
            </a:r>
            <a:endParaRPr lang="ko-KR" sz="2600" dirty="0"/>
          </a:p>
        </p:txBody>
      </p:sp>
      <p:sp>
        <p:nvSpPr>
          <p:cNvPr id="8" name="S10-text19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</a:t>
            </a:r>
            <a:endParaRPr lang="ko-KR" sz="3200" dirty="0"/>
          </a:p>
        </p:txBody>
      </p:sp>
      <p:sp>
        <p:nvSpPr>
          <p:cNvPr id="9" name="S10-text20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4와 3으로</a:t>
            </a:r>
            <a:endParaRPr lang="ko-KR" sz="2600" dirty="0"/>
          </a:p>
        </p:txBody>
      </p:sp>
      <p:sp>
        <p:nvSpPr>
          <p:cNvPr id="10" name="S10-text20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+ 4 = 12</a:t>
            </a:r>
            <a:endParaRPr lang="ko-KR" sz="3200" dirty="0"/>
          </a:p>
        </p:txBody>
      </p:sp>
      <p:sp>
        <p:nvSpPr>
          <p:cNvPr id="11" name="S10-text20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</a:t>
            </a:r>
            <a:endParaRPr lang="ko-KR" sz="2600" dirty="0"/>
          </a:p>
        </p:txBody>
      </p:sp>
      <p:sp>
        <p:nvSpPr>
          <p:cNvPr id="12" name="S10-chip20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20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103</a:t>
            </a:r>
            <a:endParaRPr lang="ko-KR" sz="3200" dirty="0"/>
          </a:p>
        </p:txBody>
      </p:sp>
      <p:sp>
        <p:nvSpPr>
          <p:cNvPr id="14" name="S10-text20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3을 붙임</a:t>
            </a:r>
            <a:endParaRPr lang="ko-KR" sz="2600" dirty="0"/>
          </a:p>
        </p:txBody>
      </p:sp>
      <p:sp>
        <p:nvSpPr>
          <p:cNvPr id="15" name="S10-text20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</a:t>
            </a:r>
            <a:endParaRPr lang="ko-KR" sz="3200" dirty="0"/>
          </a:p>
        </p:txBody>
      </p:sp>
      <p:sp>
        <p:nvSpPr>
          <p:cNvPr id="16" name="S10-text20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1로 가름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+ 5를 계산하려고 5를 갈랐어요.</a:t>
            </a:r>
            <a:endParaRPr lang="ko-KR" sz="3200" dirty="0"/>
          </a:p>
        </p:txBody>
      </p:sp>
      <p:sp>
        <p:nvSpPr>
          <p:cNvPr id="4" name="S11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10이 되게 가른 것을 고르고, 계산해요.</a:t>
            </a:r>
            <a:endParaRPr lang="ko-KR" sz="3200" dirty="0"/>
          </a:p>
        </p:txBody>
      </p:sp>
      <p:sp>
        <p:nvSpPr>
          <p:cNvPr id="6" name="S11-chip21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212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213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214" descr="5를 2와 3으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0" name="S11-bondpart215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216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2" name="S11-chip21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218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219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220" descr="5를 3과 2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1-bondpart221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7" name="S11-bondpart222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8" name="S11-chip22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224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225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226" descr="5를 1과 4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22" name="S11-bondpart227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3" name="S11-bondpart228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 더해요.</a:t>
            </a:r>
            <a:endParaRPr lang="ko-KR" sz="3200" dirty="0"/>
          </a:p>
        </p:txBody>
      </p:sp>
      <p:sp>
        <p:nvSpPr>
          <p:cNvPr id="5" name="S12-chip2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2-chip2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+ 3을 103으로 쓰기</a:t>
            </a:r>
            <a:endParaRPr lang="ko-KR" sz="2600" dirty="0"/>
          </a:p>
        </p:txBody>
      </p:sp>
      <p:sp>
        <p:nvSpPr>
          <p:cNvPr id="7" name="S12-text2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2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+ 2 = □</a:t>
            </a:r>
            <a:endParaRPr lang="ko-KR" sz="3000" dirty="0"/>
          </a:p>
        </p:txBody>
      </p:sp>
      <p:sp>
        <p:nvSpPr>
          <p:cNvPr id="9" name="S12-eqtext2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+ 6 = □</a:t>
            </a:r>
            <a:endParaRPr lang="ko-KR" sz="3000" dirty="0"/>
          </a:p>
        </p:txBody>
      </p:sp>
      <p:sp>
        <p:nvSpPr>
          <p:cNvPr id="10" name="S12-eqtext2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+ 7 = □</a:t>
            </a:r>
            <a:endParaRPr lang="ko-KR" sz="3000" dirty="0"/>
          </a:p>
        </p:txBody>
      </p:sp>
      <p:sp>
        <p:nvSpPr>
          <p:cNvPr id="11" name="S12-text2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10이 되는 짝</a:t>
            </a:r>
            <a:endParaRPr lang="ko-KR" sz="4400" dirty="0"/>
          </a:p>
        </p:txBody>
      </p:sp>
      <p:sp>
        <p:nvSpPr>
          <p:cNvPr id="3" name="S13-text2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틀이 꽉 찰까요?</a:t>
            </a:r>
            <a:endParaRPr lang="ko-KR" sz="3200" dirty="0"/>
          </a:p>
        </p:txBody>
      </p:sp>
      <p:sp>
        <p:nvSpPr>
          <p:cNvPr id="4" name="S13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9, 2와 8, 3과 7, 4와 6, 5와 5</a:t>
            </a:r>
            <a:endParaRPr lang="ko-KR" sz="3200" dirty="0"/>
          </a:p>
        </p:txBody>
      </p:sp>
      <p:sp>
        <p:nvSpPr>
          <p:cNvPr id="6" name="S13-card24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4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4개</a:t>
            </a:r>
            <a:endParaRPr lang="ko-KR" sz="3200" dirty="0"/>
          </a:p>
        </p:txBody>
      </p:sp>
      <p:sp>
        <p:nvSpPr>
          <p:cNvPr id="8" name="S13-card24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24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10" name="S13-cell245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dot246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cell247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dot248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cell249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dot250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cell251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dot252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cell253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dot254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cell255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dot256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cell257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258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259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260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261" descr="1개의 십 칸 틀 중 1번째: 모두 6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받아올림이 있는 덧셈</dc:title>
  <dc:subject>KR22-G01-MAT-CARRY-L01</dc:subject>
  <dc:creator>education-ppt</dc:creator>
  <cp:lastModifiedBy>education-ppt</cp:lastModifiedBy>
  <cp:revision>1</cp:revision>
  <dcterms:created xsi:type="dcterms:W3CDTF">2026-10-26T06:53:33Z</dcterms:created>
  <dcterms:modified xsi:type="dcterms:W3CDTF">2026-10-26T06:53:33Z</dcterms:modified>
</cp:coreProperties>
</file>