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cc732871-a3ce-f9d6-0544-9550d9390663}">
          <p14:sldIdLst>
            <p14:sldId id="256"/>
            <p14:sldId id="257"/>
          </p14:sldIdLst>
        </p14:section>
        <p14:section name="개념" id="{af022fa3-2f8a-ac96-d099-130788791128}">
          <p14:sldIdLst>
            <p14:sldId id="258"/>
            <p14:sldId id="259"/>
            <p14:sldId id="260"/>
            <p14:sldId id="261"/>
            <p14:sldId id="262"/>
          </p14:sldIdLst>
        </p14:section>
        <p14:section name="연습" id="{f5a01368-7a36-fa24-6f7d-6b4a864a7be4}">
          <p14:sldIdLst>
            <p14:sldId id="263"/>
            <p14:sldId id="264"/>
            <p14:sldId id="265"/>
          </p14:sldIdLst>
        </p14:section>
        <p14:section name="확인" id="{150d466e-0b23-14cd-8390-28b4512f1f3d}">
          <p14:sldIdLst>
            <p14:sldId id="266"/>
            <p14:sldId id="267"/>
            <p14:sldId id="268"/>
          </p14:sldIdLst>
        </p14:section>
        <p14:section name="정리" id="{94062f0b-aa40-49ab-b660-7c13850dbe1b}">
          <p14:sldIdLst>
            <p14:sldId id="269"/>
          </p14:sldIdLst>
        </p14:section>
        <p14:section name="보충" id="{32aed304-d63b-75e8-9522-49efbe7e2f65}">
          <p14:sldIdLst>
            <p14:sldId id="27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오늘 할 일을 알려 주고, 한 수를 둘로 나누는 놀이에 흥미를 갖게 합니다.
시간: 약 2분
이렇게 말해 보세요
- “돌 5개가 있어. 너랑 엄마(아빠)가 나누어 가지면 어떻게 나눌 수 있을까?”
- “오늘은 수를 둘로 나누는 ‘가르기’와 둘을 합치는 ‘모으기’를 해 볼 거야.”
예상 답
- “나 3개, 엄마 2개요.” / “반씩이요.”
막히면
- 바둑돌 5개를 실제로 손에 쥐여 주고 두 접시에 마음대로 나누어 보게 합니다.
주의
- 어떻게 나누어도 괜찮습니다. 정답이 여러 개라는 것이 오늘의 중요한 생각입니다.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학습 확인(세기, 1만큼 더 큰 수, 순서)]
목적: 모으기에 필요한 세기와 이어 세기(1만큼 더 큰 수, 수의 순서)가 되는지 확인합니다.
시간: 약 3분
이렇게 말해 보세요
- “①은 돌이 몇 개야? ②는 6보다 1만큼 더 큰 수, ③은 빈칸에 들어갈 수를 말해 볼래?”
정답
- ① 8개
- ② 7
- ③ 6
막히면
- ①은 윗줄 다섯에서 이어 세게 합니다(“다섯, 여섯, 일곱, 여덟”).
- 두 문제 이상 틀리면 S15(보충)를 먼저 합니다. 보충으로도 어려우면 2차시 ‘수의 순서와 크기 비교’(KR22-G01-MAT-NUM9ORD-L01)를 다시 합니다.
주의
- ②③은 오늘 ‘이어 세기’로 모으기를 할 때 꼭 필요합니다.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가르기 시범]
목적: 한 수를 두 수로 나누는 것을 ‘가르기’라고 한다는 것을 바둑돌로 압니다.
시간: 약 3분
이렇게 말해 보세요
- “돌 5개를 이쪽 접시에 2개, 저쪽 접시에 3개 나누었어. 이렇게 하나를 둘로 나누는 것을 ‘가르기’라고 해.”
- “5는 2와 3으로 가를 수 있어. 같이 말해 볼까?”
예상 답
- “5는 2와 3으로 가를 수 있어요.”
막히면
- 실제 접시 두 개와 바둑돌 5개로 아이가 직접 2개, 3개를 나누어 담게 합니다.
주의
- 나눈 뒤 두 접시의 돌을 다시 합쳐 5개인지 세어 보게 합니다. 이것이 모으기로 이어집니다.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여러 가지 방법으로 가르기]
목적: 한 수를 가르는 방법이 여러 가지임을 알고, 규칙(한쪽이 늘면 다른 쪽이 준다)을 봅니다.
시간: 약 3분
이렇게 말해 보세요
- “접시에 1개와 4개로 나누어 보자. 이제 4개 쪽에서 1개를 옮기면?”
- “한쪽이 하나 늘어나면 다른 쪽은 어떻게 돼?”
예상 답
- “2개와 3개가 돼요.” “다른 쪽은 하나 줄어요.”
막히면
- 바둑돌을 한 개씩 실제로 옮기면서 표의 칸을 하나씩 짚어 줍니다(M2).
주의
- 아이가 ‘0과 5’를 말하면 “맞아, 한쪽에 하나도 없게 가를 수도 있지.”라고 인정합니다. 교과서에서는 주로 0이 아닌 수로 가릅니다.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모으기 시범(이어 세기)]
목적: 두 수를 합쳐 하나의 수로 나타내는 것을 ‘모으기’라고 하고, 앞의 수에서 이어 세면 편하다는 것을 압니다.
시간: 약 3분
이렇게 말해 보세요
- “두 접시의 돌을 한곳에 모으면 몇 개일까? 처음부터 세어도 되고, 3에서 이어 세어도 돼.”
- “셋! 하고 주먹을 쥐고, 넷, 다섯, 여섯, 일곱. 3과 4를 모으면 7이야.”
예상 답
- “7개요.”
막히면
- 처음부터 하나씩 세게 합니다. 이어 세기는 처음부터 세기가 정확해진 뒤에 합니다.
- ‘3, 4, 5, 6’ 하고 6이라고 하면 앞의 수 3은 입으로만 말하고 파란 돌부터 짚게 합니다(M3).
주의
- 모으기는 다음 차시의 덧셈으로 이어집니다. 오늘은 기호(+, =) 없이 말로만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가르기·모으기 그림 읽기]
목적: 교과서와 활동지에 나오는 가르기·모으기 그림을 읽고, 두 활동이 서로 반대라는 것을 압니다.
시간: 약 2분
이렇게 말해 보세요
- “왼쪽은 6이 화살표를 따라 2와 4로 갈라졌어. 오른쪽은 2와 4가 모여서 6이 됐어.”
- “무엇이 같고 무엇이 달라?”
예상 답
- “수는 똑같아요. 화살표 방향이 반대예요.”
막히면
- 바둑돌 6개를 2개와 4개로 갈랐다가 다시 모아 보이며 화살표를 손가락으로 따라가게 합니다.
주의
- 가르기와 모으기를 함께 익혀 두면 다음 차시의 덧셈, 그다음 뺄셈이 쉬워집니다.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10 알아보기]
목적: 9에 1을 모으면 10이 된다는 것과 10을 두 가지로 읽는 방법을 압니다.
시간: 약 2분
이렇게 말해 보세요
- “십 칸 틀에 돌 9개가 있으면 빈칸이 몇 개야? 1개를 더 놓으면?”
- “칸이 꽉 찼지? 이 수가 10이야. ‘십’ 또는 ‘열’이라고 읽어.”
예상 답
- “빈칸이 1개요.” “열 개요.”
막히면
- 손가락 열 개를 모두 펴고 하나씩 세어 10을 확인합니다.
주의
- 10은 숫자 두 개(1과 0)로 쓰지만 하나의 수입니다. 자세한 것은 6차시 ‘50까지의 수’에서 배웁니다.
- 지치면 여기서 쉬고, 다음에 S08부터 이어도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안내받는 연습(가르기)]
목적: 도움을 받으며 10까지의 수를 가르고, 모아서 확인하는 습관을 들입니다.
시간: 약 4분
이렇게 말해 보세요
- “①은 6을 2와 몇으로 가른 걸까? 돌 6개를 놓고 2개를 한쪽으로 옮겨 봐. 나머지는?”
- “답을 찾았으면 두 쪽을 다시 모아서 처음 수가 되는지 세어 보자.”
정답
- ① 4
- ② 3
- ③ 5
- ④ 3
막히면
- 처음 수만큼 돌을 놓고, 알려 준 수만큼 옆으로 옮긴 뒤 남은 돌을 세게 합니다.
- ④는 십 칸 틀에 10개를 채우고 7개를 가린 뒤 보이는 칸을 세게 합니다.
주의
- ②는 빈칸이 왼쪽에 있습니다. 5개를 먼저 옮기고 남은 것을 세면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안내받는 연습(모으기)]
목적: 도움을 받으며 두 수를 모아 하나의 수로 나타냅니다.
시간: 약 4분
이렇게 말해 보세요
- “①은 2와 5를 모으는 거야. 돌로 놓아도 되고, 이어 세어도 돼.”
- “④는 5와 5야. 손가락으로 해 볼까?”
정답
- ① 7
- ② 8
- ③ 9
- ④ 10
막히면
- 두 접시에 각각 돌을 놓고 한곳에 모은 뒤 처음부터 셉니다.
- ④는 양손 손가락 다섯 개씩을 펴서 모두 몇 개인지 세게 합니다.
주의
- ①은 5에서 이어 세면(“다섯! 여섯, 일곱”) 더 빠르다는 것을 아이가 스스로 찾으면 칭찬합니다. 강요하지는 않습니다.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[S10 · 오개념 비교(가른 두 수의 확인)]
목적: 가른 두 수를 다시 모으면 처음 수가 되어야 한다는 것을 확인합니다(M1).
시간: 약 3분
이렇게 말해 보세요
- “토끼와 곰이 7을 다르게 갈랐어. 누가 바르게 갈랐을까?”
- “두 수를 다시 모아 보면 알 수 있어. 3과 5를 모으면? 3과 4를 모으면?”
예상 답
- “곰이요. 3이랑 4를 모으면 7이니까요.”
정답
- 곰이 바르게 갈랐습니다. 3과 4를 모으면 7입니다.
- 토끼의 3과 5를 모으면 8이므로 7을 가른 것이 아닙니다.
막히면
- 바둑돌 7개로 3개를 옮긴 뒤 남은 돌을 세어 4개임을 확인합니다.
주의
- 답만 말하면 “왜 토끼는 틀렸어?”라고 묻습니다. ‘모으면 8이 돼서’라고 말할 수 있으면 충분합니다.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[S11 · 혼자 해결]
목적: 도움 없이 가르기와 모으기를 하고, 여러 방법으로 가를 수 있는지 확인합니다.
시간: 약 5분
이렇게 말해 보세요
- “이번에는 혼자 해 볼래? 바둑돌을 써도 돼. 다 하면 어떻게 알았는지 말해 줘.”
정답
- ① 3
- ② 8
- ③ 1과 5, 2와 4, 3과 3, 4와 2, 5와 1 중 두 가지(0과 6도 인정)
막히면
- 바로 알려 주지 말고 “돌을 놓아 볼까?”라고만 말합니다.
- 도움을 받아 해결했다면 기록표에 ‘도움’으로 표시합니다.
주의
- ③에서 ‘2와 4’, ‘4와 2’를 두 가지로 말해도 맞습니다. 두 접시가 서로 바뀐 것입니다.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[S12 · 정답과 피드백]
목적: 아이의 답을 함께 확인하고 흔한 실수를 바로잡습니다. 수업용에만 있는 장입니다.
시간: 약 2분
이렇게 말해 보세요
- “네 답과 같은지 볼까? 다르면 바둑돌로 다시 해 보자.”
정답
- ① 3 ② 8 ③ 6을 가르는 방법 중 두 가지
막히면
- ①이 틀렸다면 S10으로 돌아가 ‘모아서 확인하기’를 다시 합니다.
- ②가 7이면 S05의 이어 세기를 다시 합니다(M3).
주의
- 이 장은 학생용 파일에는 없습니다. 아이와 함께 볼 때는 슬라이드 쇼로 보여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[S13 · 마무리 확인]
목적: 처음 보는 문제에서 두 수를 모아 처음 수가 되는지로 가르기를 판단하는지 확인합니다.
시간: 약 2분
이렇게 말해 보세요
- “8을 바르게 가른 것은 어느 것일까? 어떻게 알았어?”
정답
- 가(3과 5). 3과 5를 모으면 8입니다. 나(4와 3)와 다(6과 1)는 모으면 7입니다.
막히면
- 보기마다 두 수만큼 돌을 놓고 모아서 세게 합니다.
주의
- ‘모아 보면 8이 돼요’처럼 모으기로 까닭을 말하면 두 목표를 함께 확인한 것입니다.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[S14 · 정리와 다음 수업 복습]
목적: 핵심을 정리하고 다음 수업 첫 5분에 풀 복습 문제를 알려 줍니다.
시간: 약 2분
이렇게 말해 보세요
- “오늘 배운 것을 말해 볼래? 가르기를 하고 나서 맞았는지 어떻게 확인해?”
예상 답
- “두 수를 다시 모아서 처음 수가 되는지 봐요.”
정답
- ① 5 ② 9 ③ 1과 9, 2와 8, 3과 7, 4와 6, 5와 5 등
막히면
- S06의 그림을 다시 보여 주고 화살표를 따라 말하게 합니다.
주의
- 복습 세 문제는 다음 수업을 시작할 때 활동지 마지막 쪽과 함께 풉니다.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[S15 · 선수 학습 보충(이어 세기)]
목적: S02에서 이어 세기(1만큼 더 큰 수, 수의 순서)가 흔들리면, 모으기 전에 이어 세기를 연습합니다.
시간: 약 5분
이렇게 말해 보세요
- “돌 3개가 있어. ‘셋!’ 하고 말한 다음, 돌을 하나 놓을 때마다 다음 수를 말해 보자.”
- “3에서 3번 더 놓았더니 몇이 됐어?”
정답
- 넷, 다섯, 여섯 → 6
막히면
- 숫자 카드 0~9를 순서대로 놓고, 카드 3에서 시작해 한 장씩 짚으며 이어 셉니다.
주의
- 보충으로도 어려우면 2차시 ‘수의 순서와 크기 비교’(KR22-G01-MAT-NUM9ORD-L01)나 1차시 ‘9까지의 수’를 먼저 다시 합니다.
- 보충이 오래 걸리면 오늘은 여기까지 하고 다음 날 S02부터 다시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수학 · 수와연산 · 3차시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수학 · 가르기와 모으기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수학 · 가르기와 모으기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초1 수학 · 가르기와 모으기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가르기와 모으기</a:t>
            </a:r>
            <a:endParaRPr lang="ko-KR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돌 5개를 두 접시에 나누어 볼까?</a:t>
            </a:r>
            <a:endParaRPr lang="ko-KR" sz="3200" dirty="0"/>
          </a:p>
        </p:txBody>
      </p:sp>
      <p:sp>
        <p:nvSpPr>
          <p:cNvPr id="4" name="S01-dot1"/>
          <p:cNvSpPr/>
          <p:nvPr/>
        </p:nvSpPr>
        <p:spPr>
          <a:xfrm>
            <a:off x="8028432" y="189052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" name="S01-dot2"/>
          <p:cNvSpPr/>
          <p:nvPr/>
        </p:nvSpPr>
        <p:spPr>
          <a:xfrm>
            <a:off x="8714232" y="189052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" name="S01-figure3" descr="주황 점 2개"/>
          <p:cNvSpPr/>
          <p:nvPr/>
        </p:nvSpPr>
        <p:spPr>
          <a:xfrm>
            <a:off x="7898130" y="1760220"/>
            <a:ext cx="1371600" cy="6858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01-dot4"/>
          <p:cNvSpPr/>
          <p:nvPr/>
        </p:nvSpPr>
        <p:spPr>
          <a:xfrm>
            <a:off x="9921316" y="1916506"/>
            <a:ext cx="373228" cy="373228"/>
          </a:xfrm>
          <a:prstGeom prst="ellipse">
            <a:avLst/>
          </a:prstGeom>
          <a:solidFill>
            <a:srgbClr val="F2C14E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01-dot5"/>
          <p:cNvSpPr/>
          <p:nvPr/>
        </p:nvSpPr>
        <p:spPr>
          <a:xfrm>
            <a:off x="10523296" y="1916506"/>
            <a:ext cx="373228" cy="373228"/>
          </a:xfrm>
          <a:prstGeom prst="ellipse">
            <a:avLst/>
          </a:prstGeom>
          <a:solidFill>
            <a:srgbClr val="F2C14E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01-dot6"/>
          <p:cNvSpPr/>
          <p:nvPr/>
        </p:nvSpPr>
        <p:spPr>
          <a:xfrm>
            <a:off x="11125276" y="1916506"/>
            <a:ext cx="373228" cy="373228"/>
          </a:xfrm>
          <a:prstGeom prst="ellipse">
            <a:avLst/>
          </a:prstGeom>
          <a:solidFill>
            <a:srgbClr val="F2C14E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1-figure7" descr="노란 점 3개"/>
          <p:cNvSpPr/>
          <p:nvPr/>
        </p:nvSpPr>
        <p:spPr>
          <a:xfrm>
            <a:off x="9806940" y="1802130"/>
            <a:ext cx="1805940" cy="60198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01-card8"/>
          <p:cNvSpPr/>
          <p:nvPr/>
        </p:nvSpPr>
        <p:spPr>
          <a:xfrm>
            <a:off x="731520" y="4343400"/>
            <a:ext cx="10725912" cy="1783080"/>
          </a:xfrm>
          <a:prstGeom prst="roundRect">
            <a:avLst>
              <a:gd name="adj" fmla="val 6154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12" name="S01-cardtext9"/>
          <p:cNvSpPr txBox="1"/>
          <p:nvPr/>
        </p:nvSpPr>
        <p:spPr>
          <a:xfrm>
            <a:off x="1005840" y="4480560"/>
            <a:ext cx="10177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수를 두 수로 갈라요.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두 수를 모아 하나의 수로 만들어요.</a:t>
            </a:r>
            <a:endParaRPr lang="ko-KR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시간 기억하기</a:t>
            </a:r>
            <a:endParaRPr lang="ko-KR" sz="4400" dirty="0"/>
          </a:p>
        </p:txBody>
      </p:sp>
      <p:sp>
        <p:nvSpPr>
          <p:cNvPr id="3" name="S02-chip10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4" name="S02-cell11"/>
          <p:cNvSpPr/>
          <p:nvPr/>
        </p:nvSpPr>
        <p:spPr>
          <a:xfrm>
            <a:off x="1618488" y="1325880"/>
            <a:ext cx="731520" cy="7315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" name="S02-dot12"/>
          <p:cNvSpPr/>
          <p:nvPr/>
        </p:nvSpPr>
        <p:spPr>
          <a:xfrm>
            <a:off x="1742846" y="1450238"/>
            <a:ext cx="482803" cy="482803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" name="S02-cell13"/>
          <p:cNvSpPr/>
          <p:nvPr/>
        </p:nvSpPr>
        <p:spPr>
          <a:xfrm>
            <a:off x="2350008" y="1325880"/>
            <a:ext cx="731520" cy="7315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02-dot14"/>
          <p:cNvSpPr/>
          <p:nvPr/>
        </p:nvSpPr>
        <p:spPr>
          <a:xfrm>
            <a:off x="2474366" y="1450238"/>
            <a:ext cx="482803" cy="482803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02-cell15"/>
          <p:cNvSpPr/>
          <p:nvPr/>
        </p:nvSpPr>
        <p:spPr>
          <a:xfrm>
            <a:off x="3081528" y="1325880"/>
            <a:ext cx="731520" cy="7315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02-dot16"/>
          <p:cNvSpPr/>
          <p:nvPr/>
        </p:nvSpPr>
        <p:spPr>
          <a:xfrm>
            <a:off x="3205886" y="1450238"/>
            <a:ext cx="482803" cy="482803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2-cell17"/>
          <p:cNvSpPr/>
          <p:nvPr/>
        </p:nvSpPr>
        <p:spPr>
          <a:xfrm>
            <a:off x="3813048" y="1325880"/>
            <a:ext cx="731520" cy="7315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02-dot18"/>
          <p:cNvSpPr/>
          <p:nvPr/>
        </p:nvSpPr>
        <p:spPr>
          <a:xfrm>
            <a:off x="3937406" y="1450238"/>
            <a:ext cx="482803" cy="482803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2-cell19"/>
          <p:cNvSpPr/>
          <p:nvPr/>
        </p:nvSpPr>
        <p:spPr>
          <a:xfrm>
            <a:off x="4544568" y="1325880"/>
            <a:ext cx="731520" cy="7315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02-dot20"/>
          <p:cNvSpPr/>
          <p:nvPr/>
        </p:nvSpPr>
        <p:spPr>
          <a:xfrm>
            <a:off x="4668926" y="1450238"/>
            <a:ext cx="482803" cy="482803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02-cell21"/>
          <p:cNvSpPr/>
          <p:nvPr/>
        </p:nvSpPr>
        <p:spPr>
          <a:xfrm>
            <a:off x="1618488" y="2057400"/>
            <a:ext cx="731520" cy="7315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02-dot22"/>
          <p:cNvSpPr/>
          <p:nvPr/>
        </p:nvSpPr>
        <p:spPr>
          <a:xfrm>
            <a:off x="1742846" y="2181758"/>
            <a:ext cx="482803" cy="482803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02-cell23"/>
          <p:cNvSpPr/>
          <p:nvPr/>
        </p:nvSpPr>
        <p:spPr>
          <a:xfrm>
            <a:off x="2350008" y="2057400"/>
            <a:ext cx="731520" cy="7315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02-dot24"/>
          <p:cNvSpPr/>
          <p:nvPr/>
        </p:nvSpPr>
        <p:spPr>
          <a:xfrm>
            <a:off x="2474366" y="2181758"/>
            <a:ext cx="482803" cy="482803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02-cell25"/>
          <p:cNvSpPr/>
          <p:nvPr/>
        </p:nvSpPr>
        <p:spPr>
          <a:xfrm>
            <a:off x="3081528" y="2057400"/>
            <a:ext cx="731520" cy="7315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02-dot26"/>
          <p:cNvSpPr/>
          <p:nvPr/>
        </p:nvSpPr>
        <p:spPr>
          <a:xfrm>
            <a:off x="3205886" y="2181758"/>
            <a:ext cx="482803" cy="482803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0" name="S02-cell27"/>
          <p:cNvSpPr/>
          <p:nvPr/>
        </p:nvSpPr>
        <p:spPr>
          <a:xfrm>
            <a:off x="3813048" y="2057400"/>
            <a:ext cx="731520" cy="7315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02-cell28"/>
          <p:cNvSpPr/>
          <p:nvPr/>
        </p:nvSpPr>
        <p:spPr>
          <a:xfrm>
            <a:off x="4544568" y="2057400"/>
            <a:ext cx="731520" cy="7315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2" name="S02-figure29" descr="1개의 십 칸 틀 중 1번째: 모두 8개"/>
          <p:cNvSpPr/>
          <p:nvPr/>
        </p:nvSpPr>
        <p:spPr>
          <a:xfrm>
            <a:off x="1618488" y="1325880"/>
            <a:ext cx="3657600" cy="146304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3" name="S02-chip30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24" name="S02-text31"/>
          <p:cNvSpPr txBox="1"/>
          <p:nvPr/>
        </p:nvSpPr>
        <p:spPr>
          <a:xfrm>
            <a:off x="1344168" y="301752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6보다 1만큼 더 큰 수</a:t>
            </a:r>
            <a:endParaRPr lang="ko-KR" sz="3200" dirty="0"/>
          </a:p>
        </p:txBody>
      </p:sp>
      <p:sp>
        <p:nvSpPr>
          <p:cNvPr id="25" name="S02-chip32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26" name="S02-eqtext33"/>
          <p:cNvSpPr txBox="1"/>
          <p:nvPr/>
        </p:nvSpPr>
        <p:spPr>
          <a:xfrm>
            <a:off x="1344168" y="470916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4, 5, □, 7</a:t>
            </a:r>
            <a:endParaRPr lang="ko-KR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5를 둘로 갈라요</a:t>
            </a:r>
            <a:endParaRPr lang="ko-KR" sz="4400" dirty="0"/>
          </a:p>
        </p:txBody>
      </p:sp>
      <p:sp>
        <p:nvSpPr>
          <p:cNvPr id="3" name="S03-text3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돌 5개를 두 접시에 나누어요.</a:t>
            </a:r>
            <a:endParaRPr lang="ko-KR" sz="3200" dirty="0"/>
          </a:p>
        </p:txBody>
      </p:sp>
      <p:sp>
        <p:nvSpPr>
          <p:cNvPr id="4" name="S03-card3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3-cardtext3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5는 2와 3으로 가를 수 있어요.</a:t>
            </a:r>
            <a:endParaRPr lang="ko-KR" sz="3200" dirty="0"/>
          </a:p>
        </p:txBody>
      </p:sp>
      <p:sp>
        <p:nvSpPr>
          <p:cNvPr id="6" name="S03-dot37"/>
          <p:cNvSpPr/>
          <p:nvPr/>
        </p:nvSpPr>
        <p:spPr>
          <a:xfrm>
            <a:off x="2686050" y="3094101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03-dot38"/>
          <p:cNvSpPr/>
          <p:nvPr/>
        </p:nvSpPr>
        <p:spPr>
          <a:xfrm>
            <a:off x="3371850" y="3094101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03-figure39" descr="주황 점 2개"/>
          <p:cNvSpPr/>
          <p:nvPr/>
        </p:nvSpPr>
        <p:spPr>
          <a:xfrm>
            <a:off x="2555748" y="2963799"/>
            <a:ext cx="1371600" cy="6858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S03-label40"/>
          <p:cNvSpPr txBox="1"/>
          <p:nvPr/>
        </p:nvSpPr>
        <p:spPr>
          <a:xfrm>
            <a:off x="548640" y="4674870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600" dirty="0"/>
          </a:p>
        </p:txBody>
      </p:sp>
      <p:sp>
        <p:nvSpPr>
          <p:cNvPr id="10" name="S03-dot41"/>
          <p:cNvSpPr/>
          <p:nvPr/>
        </p:nvSpPr>
        <p:spPr>
          <a:xfrm>
            <a:off x="8049006" y="3094101"/>
            <a:ext cx="425196" cy="425196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03-dot42"/>
          <p:cNvSpPr/>
          <p:nvPr/>
        </p:nvSpPr>
        <p:spPr>
          <a:xfrm>
            <a:off x="8734806" y="3094101"/>
            <a:ext cx="425196" cy="425196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3-dot43"/>
          <p:cNvSpPr/>
          <p:nvPr/>
        </p:nvSpPr>
        <p:spPr>
          <a:xfrm>
            <a:off x="9420606" y="3094101"/>
            <a:ext cx="425196" cy="425196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03-figure44" descr="파란 점 3개"/>
          <p:cNvSpPr/>
          <p:nvPr/>
        </p:nvSpPr>
        <p:spPr>
          <a:xfrm>
            <a:off x="7918704" y="2963799"/>
            <a:ext cx="2057400" cy="6858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S03-label45"/>
          <p:cNvSpPr txBox="1"/>
          <p:nvPr/>
        </p:nvSpPr>
        <p:spPr>
          <a:xfrm>
            <a:off x="6254496" y="4674870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여러 가지로 갈라요</a:t>
            </a:r>
            <a:endParaRPr lang="ko-KR" sz="4400" dirty="0"/>
          </a:p>
        </p:txBody>
      </p:sp>
      <p:sp>
        <p:nvSpPr>
          <p:cNvPr id="3" name="S04-text4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5를 가르는 방법은 여러 가지예요.</a:t>
            </a:r>
            <a:endParaRPr lang="ko-KR" sz="3200" dirty="0"/>
          </a:p>
        </p:txBody>
      </p:sp>
      <p:sp>
        <p:nvSpPr>
          <p:cNvPr id="4" name="S04-card4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4-cardtext4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한쪽이 1 커지면 다른 쪽은 1 작아져요.</a:t>
            </a:r>
            <a:endParaRPr lang="ko-KR" sz="3200" dirty="0"/>
          </a:p>
        </p:txBody>
      </p:sp>
      <p:graphicFrame>
        <p:nvGraphicFramePr>
          <p:cNvPr id="5" name="S04-table4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979676" y="2590800"/>
          <a:ext cx="8229600" cy="914400"/>
        </p:xfrm>
        <a:graphic>
          <a:graphicData uri="http://schemas.openxmlformats.org/drawingml/2006/table">
            <a:tbl>
              <a:tblPr/>
              <a:tblGrid>
                <a:gridCol w="2304288"/>
                <a:gridCol w="1481328"/>
                <a:gridCol w="1481328"/>
                <a:gridCol w="1481328"/>
                <a:gridCol w="1481328"/>
              </a:tblGrid>
              <a:tr h="6502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①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②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③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④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6502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한쪽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02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다른 쪽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3과 4를 모아요</a:t>
            </a:r>
            <a:endParaRPr lang="ko-KR" sz="4400" dirty="0"/>
          </a:p>
        </p:txBody>
      </p:sp>
      <p:sp>
        <p:nvSpPr>
          <p:cNvPr id="3" name="S05-text5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접시의 돌을 한곳에 모아요.</a:t>
            </a:r>
            <a:endParaRPr lang="ko-KR" sz="3200" dirty="0"/>
          </a:p>
        </p:txBody>
      </p:sp>
      <p:sp>
        <p:nvSpPr>
          <p:cNvPr id="4" name="S05-card5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5-cardtext5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3과 4를 모으면 7이에요.</a:t>
            </a:r>
            <a:endParaRPr lang="ko-KR" sz="3200" dirty="0"/>
          </a:p>
        </p:txBody>
      </p:sp>
      <p:sp>
        <p:nvSpPr>
          <p:cNvPr id="6" name="S05-dot53"/>
          <p:cNvSpPr/>
          <p:nvPr/>
        </p:nvSpPr>
        <p:spPr>
          <a:xfrm>
            <a:off x="2343150" y="3094101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05-dot54"/>
          <p:cNvSpPr/>
          <p:nvPr/>
        </p:nvSpPr>
        <p:spPr>
          <a:xfrm>
            <a:off x="3028950" y="3094101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05-dot55"/>
          <p:cNvSpPr/>
          <p:nvPr/>
        </p:nvSpPr>
        <p:spPr>
          <a:xfrm>
            <a:off x="3714750" y="3094101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05-figure56" descr="주황 점 3개"/>
          <p:cNvSpPr/>
          <p:nvPr/>
        </p:nvSpPr>
        <p:spPr>
          <a:xfrm>
            <a:off x="2212848" y="2963799"/>
            <a:ext cx="2057400" cy="6858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S05-label57"/>
          <p:cNvSpPr txBox="1"/>
          <p:nvPr/>
        </p:nvSpPr>
        <p:spPr>
          <a:xfrm>
            <a:off x="548640" y="4674870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600" dirty="0"/>
          </a:p>
        </p:txBody>
      </p:sp>
      <p:sp>
        <p:nvSpPr>
          <p:cNvPr id="11" name="S05-dot58"/>
          <p:cNvSpPr/>
          <p:nvPr/>
        </p:nvSpPr>
        <p:spPr>
          <a:xfrm>
            <a:off x="7706106" y="3094101"/>
            <a:ext cx="425196" cy="425196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5-dot59"/>
          <p:cNvSpPr/>
          <p:nvPr/>
        </p:nvSpPr>
        <p:spPr>
          <a:xfrm>
            <a:off x="8391906" y="3094101"/>
            <a:ext cx="425196" cy="425196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05-dot60"/>
          <p:cNvSpPr/>
          <p:nvPr/>
        </p:nvSpPr>
        <p:spPr>
          <a:xfrm>
            <a:off x="9077706" y="3094101"/>
            <a:ext cx="425196" cy="425196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05-dot61"/>
          <p:cNvSpPr/>
          <p:nvPr/>
        </p:nvSpPr>
        <p:spPr>
          <a:xfrm>
            <a:off x="9763506" y="3094101"/>
            <a:ext cx="425196" cy="425196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05-figure62" descr="파란 점 4개"/>
          <p:cNvSpPr/>
          <p:nvPr/>
        </p:nvSpPr>
        <p:spPr>
          <a:xfrm>
            <a:off x="7575804" y="2963799"/>
            <a:ext cx="2743200" cy="6858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S05-label63"/>
          <p:cNvSpPr txBox="1"/>
          <p:nvPr/>
        </p:nvSpPr>
        <p:spPr>
          <a:xfrm>
            <a:off x="6254496" y="4674870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그림으로 나타내요</a:t>
            </a:r>
            <a:endParaRPr lang="ko-KR" sz="4400" dirty="0"/>
          </a:p>
        </p:txBody>
      </p:sp>
      <p:sp>
        <p:nvSpPr>
          <p:cNvPr id="3" name="S06-card6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6-cardtext6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6을 2와 4로 가르고, 2와 4를 모으면 6이에요.</a:t>
            </a:r>
            <a:endParaRPr lang="ko-KR" sz="3200" dirty="0"/>
          </a:p>
        </p:txBody>
      </p:sp>
      <p:sp>
        <p:nvSpPr>
          <p:cNvPr id="5" name="S06-eqtext66"/>
          <p:cNvSpPr txBox="1"/>
          <p:nvPr/>
        </p:nvSpPr>
        <p:spPr>
          <a:xfrm>
            <a:off x="548640" y="1325880"/>
            <a:ext cx="5385816" cy="32758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3600" dirty="0"/>
          </a:p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↙    ↘</a:t>
            </a:r>
            <a:endParaRPr lang="ko-KR" sz="3600" dirty="0"/>
          </a:p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2        4</a:t>
            </a:r>
            <a:endParaRPr lang="ko-KR" sz="3600" dirty="0"/>
          </a:p>
        </p:txBody>
      </p:sp>
      <p:sp>
        <p:nvSpPr>
          <p:cNvPr id="6" name="S06-label67"/>
          <p:cNvSpPr txBox="1"/>
          <p:nvPr/>
        </p:nvSpPr>
        <p:spPr>
          <a:xfrm>
            <a:off x="548640" y="4674870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가르기</a:t>
            </a:r>
            <a:endParaRPr lang="ko-KR" sz="2600" dirty="0"/>
          </a:p>
        </p:txBody>
      </p:sp>
      <p:sp>
        <p:nvSpPr>
          <p:cNvPr id="7" name="S06-eqtext68"/>
          <p:cNvSpPr txBox="1"/>
          <p:nvPr/>
        </p:nvSpPr>
        <p:spPr>
          <a:xfrm>
            <a:off x="6254496" y="1325880"/>
            <a:ext cx="5385816" cy="32758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2        4</a:t>
            </a:r>
            <a:endParaRPr lang="ko-KR" sz="3600" dirty="0"/>
          </a:p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↘    ↙</a:t>
            </a:r>
            <a:endParaRPr lang="ko-KR" sz="3600" dirty="0"/>
          </a:p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3600" dirty="0"/>
          </a:p>
        </p:txBody>
      </p:sp>
      <p:sp>
        <p:nvSpPr>
          <p:cNvPr id="8" name="S06-label69"/>
          <p:cNvSpPr txBox="1"/>
          <p:nvPr/>
        </p:nvSpPr>
        <p:spPr>
          <a:xfrm>
            <a:off x="6254496" y="4674870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모으기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10을 알아봐요</a:t>
            </a:r>
            <a:endParaRPr lang="ko-KR" sz="4400" dirty="0"/>
          </a:p>
        </p:txBody>
      </p:sp>
      <p:sp>
        <p:nvSpPr>
          <p:cNvPr id="3" name="S07-card7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7-cardtext7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십 칸이 꽉 차면 10이에요.</a:t>
            </a:r>
            <a:endParaRPr lang="ko-KR" sz="3200" dirty="0"/>
          </a:p>
        </p:txBody>
      </p:sp>
      <p:sp>
        <p:nvSpPr>
          <p:cNvPr id="5" name="S07-card72"/>
          <p:cNvSpPr/>
          <p:nvPr/>
        </p:nvSpPr>
        <p:spPr>
          <a:xfrm>
            <a:off x="548640" y="425196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7-cardtext73"/>
          <p:cNvSpPr txBox="1"/>
          <p:nvPr/>
        </p:nvSpPr>
        <p:spPr>
          <a:xfrm>
            <a:off x="822960" y="438912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9보다 1만큼 더 큰 수</a:t>
            </a:r>
            <a:endParaRPr lang="ko-KR" sz="3200" dirty="0"/>
          </a:p>
        </p:txBody>
      </p:sp>
      <p:sp>
        <p:nvSpPr>
          <p:cNvPr id="7" name="S07-card74"/>
          <p:cNvSpPr/>
          <p:nvPr/>
        </p:nvSpPr>
        <p:spPr>
          <a:xfrm>
            <a:off x="6208776" y="425196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7-cardtext75"/>
          <p:cNvSpPr txBox="1"/>
          <p:nvPr/>
        </p:nvSpPr>
        <p:spPr>
          <a:xfrm>
            <a:off x="6483096" y="438912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‘십’ 또는 ‘열’로 읽어요</a:t>
            </a:r>
            <a:endParaRPr lang="ko-KR" sz="3200" dirty="0"/>
          </a:p>
        </p:txBody>
      </p:sp>
      <p:sp>
        <p:nvSpPr>
          <p:cNvPr id="9" name="S07-cell76"/>
          <p:cNvSpPr/>
          <p:nvPr/>
        </p:nvSpPr>
        <p:spPr>
          <a:xfrm>
            <a:off x="4151376" y="189738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" name="S07-dot77"/>
          <p:cNvSpPr/>
          <p:nvPr/>
        </p:nvSpPr>
        <p:spPr>
          <a:xfrm>
            <a:off x="4283507" y="202951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07-cell78"/>
          <p:cNvSpPr/>
          <p:nvPr/>
        </p:nvSpPr>
        <p:spPr>
          <a:xfrm>
            <a:off x="4928616" y="189738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07-dot79"/>
          <p:cNvSpPr/>
          <p:nvPr/>
        </p:nvSpPr>
        <p:spPr>
          <a:xfrm>
            <a:off x="5060747" y="202951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07-cell80"/>
          <p:cNvSpPr/>
          <p:nvPr/>
        </p:nvSpPr>
        <p:spPr>
          <a:xfrm>
            <a:off x="5705856" y="189738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" name="S07-dot81"/>
          <p:cNvSpPr/>
          <p:nvPr/>
        </p:nvSpPr>
        <p:spPr>
          <a:xfrm>
            <a:off x="5837987" y="202951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07-cell82"/>
          <p:cNvSpPr/>
          <p:nvPr/>
        </p:nvSpPr>
        <p:spPr>
          <a:xfrm>
            <a:off x="6483096" y="189738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07-dot83"/>
          <p:cNvSpPr/>
          <p:nvPr/>
        </p:nvSpPr>
        <p:spPr>
          <a:xfrm>
            <a:off x="6615227" y="202951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7" name="S07-cell84"/>
          <p:cNvSpPr/>
          <p:nvPr/>
        </p:nvSpPr>
        <p:spPr>
          <a:xfrm>
            <a:off x="7260336" y="189738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" name="S07-dot85"/>
          <p:cNvSpPr/>
          <p:nvPr/>
        </p:nvSpPr>
        <p:spPr>
          <a:xfrm>
            <a:off x="7392467" y="202951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9" name="S07-cell86"/>
          <p:cNvSpPr/>
          <p:nvPr/>
        </p:nvSpPr>
        <p:spPr>
          <a:xfrm>
            <a:off x="4151376" y="267462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" name="S07-dot87"/>
          <p:cNvSpPr/>
          <p:nvPr/>
        </p:nvSpPr>
        <p:spPr>
          <a:xfrm>
            <a:off x="4283507" y="280675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1" name="S07-cell88"/>
          <p:cNvSpPr/>
          <p:nvPr/>
        </p:nvSpPr>
        <p:spPr>
          <a:xfrm>
            <a:off x="4928616" y="267462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2" name="S07-dot89"/>
          <p:cNvSpPr/>
          <p:nvPr/>
        </p:nvSpPr>
        <p:spPr>
          <a:xfrm>
            <a:off x="5060747" y="280675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3" name="S07-cell90"/>
          <p:cNvSpPr/>
          <p:nvPr/>
        </p:nvSpPr>
        <p:spPr>
          <a:xfrm>
            <a:off x="5705856" y="267462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4" name="S07-dot91"/>
          <p:cNvSpPr/>
          <p:nvPr/>
        </p:nvSpPr>
        <p:spPr>
          <a:xfrm>
            <a:off x="5837987" y="280675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5" name="S07-cell92"/>
          <p:cNvSpPr/>
          <p:nvPr/>
        </p:nvSpPr>
        <p:spPr>
          <a:xfrm>
            <a:off x="6483096" y="267462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6" name="S07-dot93"/>
          <p:cNvSpPr/>
          <p:nvPr/>
        </p:nvSpPr>
        <p:spPr>
          <a:xfrm>
            <a:off x="6615227" y="280675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7" name="S07-cell94"/>
          <p:cNvSpPr/>
          <p:nvPr/>
        </p:nvSpPr>
        <p:spPr>
          <a:xfrm>
            <a:off x="7260336" y="267462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8" name="S07-dot95"/>
          <p:cNvSpPr/>
          <p:nvPr/>
        </p:nvSpPr>
        <p:spPr>
          <a:xfrm>
            <a:off x="7392467" y="280675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9" name="S07-figure96" descr="1개의 십 칸 틀 중 1번째: 모두 10개"/>
          <p:cNvSpPr/>
          <p:nvPr/>
        </p:nvSpPr>
        <p:spPr>
          <a:xfrm>
            <a:off x="4151376" y="1897380"/>
            <a:ext cx="3886200" cy="155448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갈라 보아요</a:t>
            </a:r>
            <a:endParaRPr lang="ko-KR" sz="4400" dirty="0"/>
          </a:p>
        </p:txBody>
      </p:sp>
      <p:sp>
        <p:nvSpPr>
          <p:cNvPr id="3" name="S08-card9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4" name="S08-cardtext9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바둑돌을 놓고 둘로 나누어 봐요.</a:t>
            </a:r>
            <a:endParaRPr lang="ko-KR" sz="3200" dirty="0"/>
          </a:p>
        </p:txBody>
      </p:sp>
      <p:sp>
        <p:nvSpPr>
          <p:cNvPr id="5" name="S08-chip99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6" name="S08-eqtext100"/>
          <p:cNvSpPr txBox="1"/>
          <p:nvPr/>
        </p:nvSpPr>
        <p:spPr>
          <a:xfrm>
            <a:off x="1344168" y="1325880"/>
            <a:ext cx="4206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600" dirty="0"/>
          </a:p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↙    ↘</a:t>
            </a:r>
            <a:endParaRPr lang="ko-KR" sz="2600" dirty="0"/>
          </a:p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       □</a:t>
            </a:r>
            <a:endParaRPr lang="ko-KR" sz="2600" dirty="0"/>
          </a:p>
        </p:txBody>
      </p:sp>
      <p:sp>
        <p:nvSpPr>
          <p:cNvPr id="7" name="S08-chip101"/>
          <p:cNvSpPr txBox="1"/>
          <p:nvPr/>
        </p:nvSpPr>
        <p:spPr>
          <a:xfrm>
            <a:off x="6277356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8" name="S08-eqtext102"/>
          <p:cNvSpPr txBox="1"/>
          <p:nvPr/>
        </p:nvSpPr>
        <p:spPr>
          <a:xfrm>
            <a:off x="7072884" y="1325880"/>
            <a:ext cx="4206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600" dirty="0"/>
          </a:p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↙    ↘</a:t>
            </a:r>
            <a:endParaRPr lang="ko-KR" sz="2600" dirty="0"/>
          </a:p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□        5</a:t>
            </a:r>
            <a:endParaRPr lang="ko-KR" sz="2600" dirty="0"/>
          </a:p>
        </p:txBody>
      </p:sp>
      <p:sp>
        <p:nvSpPr>
          <p:cNvPr id="9" name="S08-chip103"/>
          <p:cNvSpPr txBox="1"/>
          <p:nvPr/>
        </p:nvSpPr>
        <p:spPr>
          <a:xfrm>
            <a:off x="548640" y="37627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0" name="S08-eqtext104"/>
          <p:cNvSpPr txBox="1"/>
          <p:nvPr/>
        </p:nvSpPr>
        <p:spPr>
          <a:xfrm>
            <a:off x="1344168" y="3314700"/>
            <a:ext cx="4206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600" dirty="0"/>
          </a:p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↙    ↘</a:t>
            </a:r>
            <a:endParaRPr lang="ko-KR" sz="2600" dirty="0"/>
          </a:p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       □</a:t>
            </a:r>
            <a:endParaRPr lang="ko-KR" sz="2600" dirty="0"/>
          </a:p>
        </p:txBody>
      </p:sp>
      <p:sp>
        <p:nvSpPr>
          <p:cNvPr id="11" name="S08-chip105"/>
          <p:cNvSpPr txBox="1"/>
          <p:nvPr/>
        </p:nvSpPr>
        <p:spPr>
          <a:xfrm>
            <a:off x="6277356" y="37627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600" dirty="0"/>
          </a:p>
        </p:txBody>
      </p:sp>
      <p:sp>
        <p:nvSpPr>
          <p:cNvPr id="12" name="S08-eqtext106"/>
          <p:cNvSpPr txBox="1"/>
          <p:nvPr/>
        </p:nvSpPr>
        <p:spPr>
          <a:xfrm>
            <a:off x="7072884" y="3314700"/>
            <a:ext cx="4206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600" dirty="0"/>
          </a:p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↙    ↘</a:t>
            </a:r>
            <a:endParaRPr lang="ko-KR" sz="2600" dirty="0"/>
          </a:p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        □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모아 보아요</a:t>
            </a:r>
            <a:endParaRPr lang="ko-KR" sz="4400" dirty="0"/>
          </a:p>
        </p:txBody>
      </p:sp>
      <p:sp>
        <p:nvSpPr>
          <p:cNvPr id="3" name="S09-card10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4" name="S09-cardtext10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앞의 수를 말하고 이어 세어요.</a:t>
            </a:r>
            <a:endParaRPr lang="ko-KR" sz="3200" dirty="0"/>
          </a:p>
        </p:txBody>
      </p:sp>
      <p:sp>
        <p:nvSpPr>
          <p:cNvPr id="5" name="S09-chip109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6" name="S09-eqtext110"/>
          <p:cNvSpPr txBox="1"/>
          <p:nvPr/>
        </p:nvSpPr>
        <p:spPr>
          <a:xfrm>
            <a:off x="1344168" y="1325880"/>
            <a:ext cx="4206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2        5</a:t>
            </a:r>
            <a:endParaRPr lang="ko-KR" sz="2600" dirty="0"/>
          </a:p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↘    ↙</a:t>
            </a:r>
            <a:endParaRPr lang="ko-KR" sz="2600" dirty="0"/>
          </a:p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□</a:t>
            </a:r>
            <a:endParaRPr lang="ko-KR" sz="2600" dirty="0"/>
          </a:p>
        </p:txBody>
      </p:sp>
      <p:sp>
        <p:nvSpPr>
          <p:cNvPr id="7" name="S09-chip111"/>
          <p:cNvSpPr txBox="1"/>
          <p:nvPr/>
        </p:nvSpPr>
        <p:spPr>
          <a:xfrm>
            <a:off x="6277356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8" name="S09-eqtext112"/>
          <p:cNvSpPr txBox="1"/>
          <p:nvPr/>
        </p:nvSpPr>
        <p:spPr>
          <a:xfrm>
            <a:off x="7072884" y="1325880"/>
            <a:ext cx="4206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4        4</a:t>
            </a:r>
            <a:endParaRPr lang="ko-KR" sz="2600" dirty="0"/>
          </a:p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↘    ↙</a:t>
            </a:r>
            <a:endParaRPr lang="ko-KR" sz="2600" dirty="0"/>
          </a:p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□</a:t>
            </a:r>
            <a:endParaRPr lang="ko-KR" sz="2600" dirty="0"/>
          </a:p>
        </p:txBody>
      </p:sp>
      <p:sp>
        <p:nvSpPr>
          <p:cNvPr id="9" name="S09-chip113"/>
          <p:cNvSpPr txBox="1"/>
          <p:nvPr/>
        </p:nvSpPr>
        <p:spPr>
          <a:xfrm>
            <a:off x="548640" y="37627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0" name="S09-eqtext114"/>
          <p:cNvSpPr txBox="1"/>
          <p:nvPr/>
        </p:nvSpPr>
        <p:spPr>
          <a:xfrm>
            <a:off x="1344168" y="3314700"/>
            <a:ext cx="4206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6        3</a:t>
            </a:r>
            <a:endParaRPr lang="ko-KR" sz="2600" dirty="0"/>
          </a:p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↘    ↙</a:t>
            </a:r>
            <a:endParaRPr lang="ko-KR" sz="2600" dirty="0"/>
          </a:p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□</a:t>
            </a:r>
            <a:endParaRPr lang="ko-KR" sz="2600" dirty="0"/>
          </a:p>
        </p:txBody>
      </p:sp>
      <p:sp>
        <p:nvSpPr>
          <p:cNvPr id="11" name="S09-chip115"/>
          <p:cNvSpPr txBox="1"/>
          <p:nvPr/>
        </p:nvSpPr>
        <p:spPr>
          <a:xfrm>
            <a:off x="6277356" y="37627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600" dirty="0"/>
          </a:p>
        </p:txBody>
      </p:sp>
      <p:sp>
        <p:nvSpPr>
          <p:cNvPr id="12" name="S09-eqtext116"/>
          <p:cNvSpPr txBox="1"/>
          <p:nvPr/>
        </p:nvSpPr>
        <p:spPr>
          <a:xfrm>
            <a:off x="7072884" y="3314700"/>
            <a:ext cx="4206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5        5</a:t>
            </a:r>
            <a:endParaRPr lang="ko-KR" sz="2600" dirty="0"/>
          </a:p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↘    ↙</a:t>
            </a:r>
            <a:endParaRPr lang="ko-KR" sz="2600" dirty="0"/>
          </a:p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□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바르게 갈랐나요?</a:t>
            </a:r>
            <a:endParaRPr lang="ko-KR" sz="4400" dirty="0"/>
          </a:p>
        </p:txBody>
      </p:sp>
      <p:sp>
        <p:nvSpPr>
          <p:cNvPr id="3" name="S10-card117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0-cardtext118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돌 7개를 두 접시에 갈랐어요.</a:t>
            </a:r>
            <a:endParaRPr lang="ko-KR" sz="3200" dirty="0"/>
          </a:p>
        </p:txBody>
      </p:sp>
      <p:sp>
        <p:nvSpPr>
          <p:cNvPr id="5" name="S10-card11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10-cardtext12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확인할 수 있을까요?</a:t>
            </a:r>
            <a:endParaRPr lang="ko-KR" sz="3200" dirty="0"/>
          </a:p>
        </p:txBody>
      </p:sp>
      <p:sp>
        <p:nvSpPr>
          <p:cNvPr id="7" name="S10-chip121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토끼: 3과 5</a:t>
            </a:r>
            <a:endParaRPr lang="ko-KR" sz="2600" dirty="0"/>
          </a:p>
        </p:txBody>
      </p:sp>
      <p:sp>
        <p:nvSpPr>
          <p:cNvPr id="8" name="S10-eqtext122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3600" dirty="0"/>
          </a:p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↙    ↘</a:t>
            </a:r>
            <a:endParaRPr lang="ko-KR" sz="3600" dirty="0"/>
          </a:p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3        5</a:t>
            </a:r>
            <a:endParaRPr lang="ko-KR" sz="3600" dirty="0"/>
          </a:p>
        </p:txBody>
      </p:sp>
      <p:sp>
        <p:nvSpPr>
          <p:cNvPr id="9" name="S10-chip123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곰: 3과 4</a:t>
            </a:r>
            <a:endParaRPr lang="ko-KR" sz="2600" dirty="0"/>
          </a:p>
        </p:txBody>
      </p:sp>
      <p:sp>
        <p:nvSpPr>
          <p:cNvPr id="10" name="S10-eqtext124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3600" dirty="0"/>
          </a:p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↙    ↘</a:t>
            </a:r>
            <a:endParaRPr lang="ko-KR" sz="3600" dirty="0"/>
          </a:p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3        4</a:t>
            </a:r>
            <a:endParaRPr lang="ko-KR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400" dirty="0"/>
          </a:p>
        </p:txBody>
      </p:sp>
      <p:sp>
        <p:nvSpPr>
          <p:cNvPr id="3" name="S11-text12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풀고, 어떻게 알았는지 말해요.</a:t>
            </a:r>
            <a:endParaRPr lang="ko-KR" sz="3200" dirty="0"/>
          </a:p>
        </p:txBody>
      </p:sp>
      <p:sp>
        <p:nvSpPr>
          <p:cNvPr id="4" name="S11-chip126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5" name="S11-text127"/>
          <p:cNvSpPr txBox="1"/>
          <p:nvPr/>
        </p:nvSpPr>
        <p:spPr>
          <a:xfrm>
            <a:off x="1344168" y="201168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9를 6과 □로 갈라요.</a:t>
            </a:r>
            <a:endParaRPr lang="ko-KR" sz="3200" dirty="0"/>
          </a:p>
        </p:txBody>
      </p:sp>
      <p:sp>
        <p:nvSpPr>
          <p:cNvPr id="6" name="S11-chip128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7" name="S11-text129"/>
          <p:cNvSpPr txBox="1"/>
          <p:nvPr/>
        </p:nvSpPr>
        <p:spPr>
          <a:xfrm>
            <a:off x="1344168" y="347472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2와 6을 모으면 □예요.</a:t>
            </a:r>
            <a:endParaRPr lang="ko-KR" sz="3200" dirty="0"/>
          </a:p>
        </p:txBody>
      </p:sp>
      <p:sp>
        <p:nvSpPr>
          <p:cNvPr id="8" name="S11-chip130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9" name="S11-text131"/>
          <p:cNvSpPr txBox="1"/>
          <p:nvPr/>
        </p:nvSpPr>
        <p:spPr>
          <a:xfrm>
            <a:off x="1344168" y="493776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6을 두 가지로 갈라 봐요.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 정답</a:t>
            </a:r>
            <a:endParaRPr lang="ko-KR" sz="4400" dirty="0"/>
          </a:p>
        </p:txBody>
      </p:sp>
      <p:sp>
        <p:nvSpPr>
          <p:cNvPr id="3" name="S12-card13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2-cardtext13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틀린 문제는 두 쪽을 다시 모아 세어 보게 하세요.</a:t>
            </a:r>
            <a:endParaRPr lang="ko-KR" sz="3200" dirty="0"/>
          </a:p>
        </p:txBody>
      </p:sp>
      <p:sp>
        <p:nvSpPr>
          <p:cNvPr id="5" name="S12-chip134"/>
          <p:cNvSpPr txBox="1"/>
          <p:nvPr/>
        </p:nvSpPr>
        <p:spPr>
          <a:xfrm>
            <a:off x="548640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정답</a:t>
            </a:r>
            <a:endParaRPr lang="ko-KR" sz="2600" dirty="0"/>
          </a:p>
        </p:txBody>
      </p:sp>
      <p:sp>
        <p:nvSpPr>
          <p:cNvPr id="6" name="S12-text135"/>
          <p:cNvSpPr txBox="1"/>
          <p:nvPr/>
        </p:nvSpPr>
        <p:spPr>
          <a:xfrm>
            <a:off x="548640" y="20574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3</a:t>
            </a:r>
            <a:endParaRPr lang="ko-KR" sz="3200" dirty="0"/>
          </a:p>
        </p:txBody>
      </p:sp>
      <p:sp>
        <p:nvSpPr>
          <p:cNvPr id="7" name="S12-text136"/>
          <p:cNvSpPr txBox="1"/>
          <p:nvPr/>
        </p:nvSpPr>
        <p:spPr>
          <a:xfrm>
            <a:off x="3367278" y="20574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모으면 9가 돼요</a:t>
            </a:r>
            <a:endParaRPr lang="ko-KR" sz="2600" dirty="0"/>
          </a:p>
        </p:txBody>
      </p:sp>
      <p:sp>
        <p:nvSpPr>
          <p:cNvPr id="8" name="S12-text137"/>
          <p:cNvSpPr txBox="1"/>
          <p:nvPr/>
        </p:nvSpPr>
        <p:spPr>
          <a:xfrm>
            <a:off x="548640" y="31242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8</a:t>
            </a:r>
            <a:endParaRPr lang="ko-KR" sz="3200" dirty="0"/>
          </a:p>
        </p:txBody>
      </p:sp>
      <p:sp>
        <p:nvSpPr>
          <p:cNvPr id="9" name="S12-text138"/>
          <p:cNvSpPr txBox="1"/>
          <p:nvPr/>
        </p:nvSpPr>
        <p:spPr>
          <a:xfrm>
            <a:off x="3367278" y="31242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6에서 이어 세기</a:t>
            </a:r>
            <a:endParaRPr lang="ko-KR" sz="2600" dirty="0"/>
          </a:p>
        </p:txBody>
      </p:sp>
      <p:sp>
        <p:nvSpPr>
          <p:cNvPr id="10" name="S12-text139"/>
          <p:cNvSpPr txBox="1"/>
          <p:nvPr/>
        </p:nvSpPr>
        <p:spPr>
          <a:xfrm>
            <a:off x="548640" y="41910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1과 5, 2와 4</a:t>
            </a:r>
            <a:endParaRPr lang="ko-KR" sz="2600" dirty="0"/>
          </a:p>
        </p:txBody>
      </p:sp>
      <p:sp>
        <p:nvSpPr>
          <p:cNvPr id="11" name="S12-text140"/>
          <p:cNvSpPr txBox="1"/>
          <p:nvPr/>
        </p:nvSpPr>
        <p:spPr>
          <a:xfrm>
            <a:off x="3367278" y="41910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3과 3 등도 맞음</a:t>
            </a:r>
            <a:endParaRPr lang="ko-KR" sz="2600" dirty="0"/>
          </a:p>
        </p:txBody>
      </p:sp>
      <p:sp>
        <p:nvSpPr>
          <p:cNvPr id="12" name="S12-chip141"/>
          <p:cNvSpPr txBox="1"/>
          <p:nvPr/>
        </p:nvSpPr>
        <p:spPr>
          <a:xfrm>
            <a:off x="6277356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흔한 실수</a:t>
            </a:r>
            <a:endParaRPr lang="ko-KR" sz="2600" dirty="0"/>
          </a:p>
        </p:txBody>
      </p:sp>
      <p:sp>
        <p:nvSpPr>
          <p:cNvPr id="13" name="S12-text142"/>
          <p:cNvSpPr txBox="1"/>
          <p:nvPr/>
        </p:nvSpPr>
        <p:spPr>
          <a:xfrm>
            <a:off x="6277356" y="20574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4</a:t>
            </a:r>
            <a:endParaRPr lang="ko-KR" sz="3200" dirty="0"/>
          </a:p>
        </p:txBody>
      </p:sp>
      <p:sp>
        <p:nvSpPr>
          <p:cNvPr id="14" name="S12-text143"/>
          <p:cNvSpPr txBox="1"/>
          <p:nvPr/>
        </p:nvSpPr>
        <p:spPr>
          <a:xfrm>
            <a:off x="9095994" y="20574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모아서 확인 안 함</a:t>
            </a:r>
            <a:endParaRPr lang="ko-KR" sz="2600" dirty="0"/>
          </a:p>
        </p:txBody>
      </p:sp>
      <p:sp>
        <p:nvSpPr>
          <p:cNvPr id="15" name="S12-text144"/>
          <p:cNvSpPr txBox="1"/>
          <p:nvPr/>
        </p:nvSpPr>
        <p:spPr>
          <a:xfrm>
            <a:off x="6277356" y="34290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7</a:t>
            </a:r>
            <a:endParaRPr lang="ko-KR" sz="3200" dirty="0"/>
          </a:p>
        </p:txBody>
      </p:sp>
      <p:sp>
        <p:nvSpPr>
          <p:cNvPr id="16" name="S12-text145"/>
          <p:cNvSpPr txBox="1"/>
          <p:nvPr/>
        </p:nvSpPr>
        <p:spPr>
          <a:xfrm>
            <a:off x="9095994" y="34290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앞 수를 두 번 셈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8을 바르게 가른 것은?</a:t>
            </a:r>
            <a:endParaRPr lang="ko-KR" sz="4400" dirty="0"/>
          </a:p>
        </p:txBody>
      </p:sp>
      <p:sp>
        <p:nvSpPr>
          <p:cNvPr id="3" name="S13-card14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3-cardtext14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알았는지 말해 보세요.</a:t>
            </a:r>
            <a:endParaRPr lang="ko-KR" sz="3200" dirty="0"/>
          </a:p>
        </p:txBody>
      </p:sp>
      <p:sp>
        <p:nvSpPr>
          <p:cNvPr id="5" name="S13-chip148"/>
          <p:cNvSpPr txBox="1"/>
          <p:nvPr/>
        </p:nvSpPr>
        <p:spPr>
          <a:xfrm>
            <a:off x="1991868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</p:txBody>
      </p:sp>
      <p:sp>
        <p:nvSpPr>
          <p:cNvPr id="6" name="S13-card149"/>
          <p:cNvSpPr/>
          <p:nvPr/>
        </p:nvSpPr>
        <p:spPr>
          <a:xfrm>
            <a:off x="548640" y="2029968"/>
            <a:ext cx="3453384" cy="3090672"/>
          </a:xfrm>
          <a:prstGeom prst="roundRect">
            <a:avLst>
              <a:gd name="adj" fmla="val 355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13-cardtext150"/>
          <p:cNvSpPr txBox="1"/>
          <p:nvPr/>
        </p:nvSpPr>
        <p:spPr>
          <a:xfrm>
            <a:off x="822960" y="2167128"/>
            <a:ext cx="2904744" cy="2816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3과 5</a:t>
            </a:r>
            <a:endParaRPr lang="ko-KR" sz="3200" dirty="0"/>
          </a:p>
        </p:txBody>
      </p:sp>
      <p:sp>
        <p:nvSpPr>
          <p:cNvPr id="8" name="S13-chip151"/>
          <p:cNvSpPr txBox="1"/>
          <p:nvPr/>
        </p:nvSpPr>
        <p:spPr>
          <a:xfrm>
            <a:off x="5811012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9" name="S13-card152"/>
          <p:cNvSpPr/>
          <p:nvPr/>
        </p:nvSpPr>
        <p:spPr>
          <a:xfrm>
            <a:off x="4367784" y="2029968"/>
            <a:ext cx="3453384" cy="3090672"/>
          </a:xfrm>
          <a:prstGeom prst="roundRect">
            <a:avLst>
              <a:gd name="adj" fmla="val 355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0" name="S13-cardtext153"/>
          <p:cNvSpPr txBox="1"/>
          <p:nvPr/>
        </p:nvSpPr>
        <p:spPr>
          <a:xfrm>
            <a:off x="4642104" y="2167128"/>
            <a:ext cx="2904744" cy="2816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4와 3</a:t>
            </a:r>
            <a:endParaRPr lang="ko-KR" sz="3200" dirty="0"/>
          </a:p>
        </p:txBody>
      </p:sp>
      <p:sp>
        <p:nvSpPr>
          <p:cNvPr id="11" name="S13-chip154"/>
          <p:cNvSpPr txBox="1"/>
          <p:nvPr/>
        </p:nvSpPr>
        <p:spPr>
          <a:xfrm>
            <a:off x="9630156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200" dirty="0"/>
          </a:p>
        </p:txBody>
      </p:sp>
      <p:sp>
        <p:nvSpPr>
          <p:cNvPr id="12" name="S13-card155"/>
          <p:cNvSpPr/>
          <p:nvPr/>
        </p:nvSpPr>
        <p:spPr>
          <a:xfrm>
            <a:off x="8186928" y="2029968"/>
            <a:ext cx="3453384" cy="3090672"/>
          </a:xfrm>
          <a:prstGeom prst="roundRect">
            <a:avLst>
              <a:gd name="adj" fmla="val 355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3" name="S13-cardtext156"/>
          <p:cNvSpPr txBox="1"/>
          <p:nvPr/>
        </p:nvSpPr>
        <p:spPr>
          <a:xfrm>
            <a:off x="8461248" y="2167128"/>
            <a:ext cx="2904744" cy="2816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6과 1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400" dirty="0"/>
          </a:p>
        </p:txBody>
      </p:sp>
      <p:sp>
        <p:nvSpPr>
          <p:cNvPr id="3" name="S14-card157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4-cardtext158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가른 두 수를 다시 모으면 처음 수가 돼요.</a:t>
            </a:r>
            <a:endParaRPr lang="ko-KR" sz="3200" dirty="0"/>
          </a:p>
        </p:txBody>
      </p:sp>
      <p:sp>
        <p:nvSpPr>
          <p:cNvPr id="5" name="S14-chip159"/>
          <p:cNvSpPr txBox="1"/>
          <p:nvPr/>
        </p:nvSpPr>
        <p:spPr>
          <a:xfrm>
            <a:off x="548640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모아서 확인하기</a:t>
            </a:r>
            <a:endParaRPr lang="ko-KR" sz="2600" dirty="0"/>
          </a:p>
        </p:txBody>
      </p:sp>
      <p:sp>
        <p:nvSpPr>
          <p:cNvPr id="6" name="S14-chip160"/>
          <p:cNvSpPr txBox="1"/>
          <p:nvPr/>
        </p:nvSpPr>
        <p:spPr>
          <a:xfrm>
            <a:off x="6208776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가르는 방법은 하나뿐</a:t>
            </a:r>
            <a:endParaRPr lang="ko-KR" sz="2600" dirty="0"/>
          </a:p>
        </p:txBody>
      </p:sp>
      <p:sp>
        <p:nvSpPr>
          <p:cNvPr id="7" name="S14-text161"/>
          <p:cNvSpPr txBox="1"/>
          <p:nvPr/>
        </p:nvSpPr>
        <p:spPr>
          <a:xfrm>
            <a:off x="548640" y="32461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600" dirty="0"/>
          </a:p>
        </p:txBody>
      </p:sp>
      <p:sp>
        <p:nvSpPr>
          <p:cNvPr id="8" name="S14-text162"/>
          <p:cNvSpPr txBox="1"/>
          <p:nvPr/>
        </p:nvSpPr>
        <p:spPr>
          <a:xfrm>
            <a:off x="548640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7을 2와 □로 가르기</a:t>
            </a:r>
            <a:endParaRPr lang="ko-KR" sz="2600" dirty="0"/>
          </a:p>
        </p:txBody>
      </p:sp>
      <p:sp>
        <p:nvSpPr>
          <p:cNvPr id="9" name="S14-text163"/>
          <p:cNvSpPr txBox="1"/>
          <p:nvPr/>
        </p:nvSpPr>
        <p:spPr>
          <a:xfrm>
            <a:off x="4322064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4와 5를 모으면?</a:t>
            </a:r>
            <a:endParaRPr lang="ko-KR" sz="2600" dirty="0"/>
          </a:p>
        </p:txBody>
      </p:sp>
      <p:sp>
        <p:nvSpPr>
          <p:cNvPr id="10" name="S14-text164"/>
          <p:cNvSpPr txBox="1"/>
          <p:nvPr/>
        </p:nvSpPr>
        <p:spPr>
          <a:xfrm>
            <a:off x="8095488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10을 둘로 갈라 보기</a:t>
            </a:r>
            <a:endParaRPr lang="ko-KR" sz="2600" dirty="0"/>
          </a:p>
        </p:txBody>
      </p:sp>
      <p:sp>
        <p:nvSpPr>
          <p:cNvPr id="11" name="S14-text165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덧셈의 뜻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이어 세기</a:t>
            </a:r>
            <a:endParaRPr lang="ko-KR" sz="4400" dirty="0"/>
          </a:p>
        </p:txBody>
      </p:sp>
      <p:sp>
        <p:nvSpPr>
          <p:cNvPr id="3" name="S15-text16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3에서 1개씩 더 놓으면?</a:t>
            </a:r>
            <a:endParaRPr lang="ko-KR" sz="3200" dirty="0"/>
          </a:p>
        </p:txBody>
      </p:sp>
      <p:sp>
        <p:nvSpPr>
          <p:cNvPr id="4" name="S15-card16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5-cardtext16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셋! 넷, 다섯, 여섯. 이어 세면 6이에요.</a:t>
            </a:r>
            <a:endParaRPr lang="ko-KR" sz="3200" dirty="0"/>
          </a:p>
        </p:txBody>
      </p:sp>
      <p:sp>
        <p:nvSpPr>
          <p:cNvPr id="6" name="S15-line169"/>
          <p:cNvSpPr/>
          <p:nvPr/>
        </p:nvSpPr>
        <p:spPr>
          <a:xfrm>
            <a:off x="685800" y="3939235"/>
            <a:ext cx="10817352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  <a:headEnd type="triangle"/>
            <a:tailEnd type="triangle"/>
          </a:ln>
        </p:spPr>
      </p:sp>
      <p:sp>
        <p:nvSpPr>
          <p:cNvPr id="7" name="S15-line170"/>
          <p:cNvSpPr/>
          <p:nvPr/>
        </p:nvSpPr>
        <p:spPr>
          <a:xfrm>
            <a:off x="960120" y="3792931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8" name="S15-label171"/>
          <p:cNvSpPr txBox="1"/>
          <p:nvPr/>
        </p:nvSpPr>
        <p:spPr>
          <a:xfrm>
            <a:off x="502920" y="4122115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2600" dirty="0"/>
          </a:p>
        </p:txBody>
      </p:sp>
      <p:sp>
        <p:nvSpPr>
          <p:cNvPr id="9" name="S15-line172"/>
          <p:cNvSpPr/>
          <p:nvPr/>
        </p:nvSpPr>
        <p:spPr>
          <a:xfrm>
            <a:off x="2101088" y="3792931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0" name="S15-label173"/>
          <p:cNvSpPr txBox="1"/>
          <p:nvPr/>
        </p:nvSpPr>
        <p:spPr>
          <a:xfrm>
            <a:off x="1643888" y="4122115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600" dirty="0"/>
          </a:p>
        </p:txBody>
      </p:sp>
      <p:sp>
        <p:nvSpPr>
          <p:cNvPr id="11" name="S15-line174"/>
          <p:cNvSpPr/>
          <p:nvPr/>
        </p:nvSpPr>
        <p:spPr>
          <a:xfrm>
            <a:off x="3242056" y="3792931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2" name="S15-label175"/>
          <p:cNvSpPr txBox="1"/>
          <p:nvPr/>
        </p:nvSpPr>
        <p:spPr>
          <a:xfrm>
            <a:off x="2784856" y="4122115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600" dirty="0"/>
          </a:p>
        </p:txBody>
      </p:sp>
      <p:sp>
        <p:nvSpPr>
          <p:cNvPr id="13" name="S15-line176"/>
          <p:cNvSpPr/>
          <p:nvPr/>
        </p:nvSpPr>
        <p:spPr>
          <a:xfrm>
            <a:off x="4383024" y="3792931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4" name="S15-label177"/>
          <p:cNvSpPr txBox="1"/>
          <p:nvPr/>
        </p:nvSpPr>
        <p:spPr>
          <a:xfrm>
            <a:off x="3925824" y="4122115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600" dirty="0"/>
          </a:p>
        </p:txBody>
      </p:sp>
      <p:sp>
        <p:nvSpPr>
          <p:cNvPr id="15" name="S15-line178"/>
          <p:cNvSpPr/>
          <p:nvPr/>
        </p:nvSpPr>
        <p:spPr>
          <a:xfrm>
            <a:off x="5523992" y="3792931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6" name="S15-label179"/>
          <p:cNvSpPr txBox="1"/>
          <p:nvPr/>
        </p:nvSpPr>
        <p:spPr>
          <a:xfrm>
            <a:off x="5066792" y="4122115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600" dirty="0"/>
          </a:p>
        </p:txBody>
      </p:sp>
      <p:sp>
        <p:nvSpPr>
          <p:cNvPr id="17" name="S15-line180"/>
          <p:cNvSpPr/>
          <p:nvPr/>
        </p:nvSpPr>
        <p:spPr>
          <a:xfrm>
            <a:off x="6664960" y="3792931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8" name="S15-label181"/>
          <p:cNvSpPr txBox="1"/>
          <p:nvPr/>
        </p:nvSpPr>
        <p:spPr>
          <a:xfrm>
            <a:off x="6207760" y="4122115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600" dirty="0"/>
          </a:p>
        </p:txBody>
      </p:sp>
      <p:sp>
        <p:nvSpPr>
          <p:cNvPr id="19" name="S15-line182"/>
          <p:cNvSpPr/>
          <p:nvPr/>
        </p:nvSpPr>
        <p:spPr>
          <a:xfrm>
            <a:off x="7805928" y="3792931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0" name="S15-label183"/>
          <p:cNvSpPr txBox="1"/>
          <p:nvPr/>
        </p:nvSpPr>
        <p:spPr>
          <a:xfrm>
            <a:off x="7348728" y="4122115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600" dirty="0"/>
          </a:p>
        </p:txBody>
      </p:sp>
      <p:sp>
        <p:nvSpPr>
          <p:cNvPr id="21" name="S15-line184"/>
          <p:cNvSpPr/>
          <p:nvPr/>
        </p:nvSpPr>
        <p:spPr>
          <a:xfrm>
            <a:off x="8946896" y="3792931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2" name="S15-label185"/>
          <p:cNvSpPr txBox="1"/>
          <p:nvPr/>
        </p:nvSpPr>
        <p:spPr>
          <a:xfrm>
            <a:off x="8489696" y="4122115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600" dirty="0"/>
          </a:p>
        </p:txBody>
      </p:sp>
      <p:sp>
        <p:nvSpPr>
          <p:cNvPr id="23" name="S15-line186"/>
          <p:cNvSpPr/>
          <p:nvPr/>
        </p:nvSpPr>
        <p:spPr>
          <a:xfrm>
            <a:off x="10087864" y="3792931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4" name="S15-label187"/>
          <p:cNvSpPr txBox="1"/>
          <p:nvPr/>
        </p:nvSpPr>
        <p:spPr>
          <a:xfrm>
            <a:off x="9630664" y="4122115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600" dirty="0"/>
          </a:p>
        </p:txBody>
      </p:sp>
      <p:sp>
        <p:nvSpPr>
          <p:cNvPr id="25" name="S15-line188"/>
          <p:cNvSpPr/>
          <p:nvPr/>
        </p:nvSpPr>
        <p:spPr>
          <a:xfrm>
            <a:off x="11228832" y="3792931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6" name="S15-label189"/>
          <p:cNvSpPr txBox="1"/>
          <p:nvPr/>
        </p:nvSpPr>
        <p:spPr>
          <a:xfrm>
            <a:off x="10771632" y="4122115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600" dirty="0"/>
          </a:p>
        </p:txBody>
      </p:sp>
      <p:sp>
        <p:nvSpPr>
          <p:cNvPr id="27" name="S15-line190"/>
          <p:cNvSpPr/>
          <p:nvPr/>
        </p:nvSpPr>
        <p:spPr>
          <a:xfrm flipV="1">
            <a:off x="4383024" y="3555187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28" name="S15-line191"/>
          <p:cNvSpPr/>
          <p:nvPr/>
        </p:nvSpPr>
        <p:spPr>
          <a:xfrm>
            <a:off x="4383024" y="3555187"/>
            <a:ext cx="1140968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29" name="S15-label192"/>
          <p:cNvSpPr txBox="1"/>
          <p:nvPr/>
        </p:nvSpPr>
        <p:spPr>
          <a:xfrm>
            <a:off x="4383024" y="3107639"/>
            <a:ext cx="1140968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넷</a:t>
            </a:r>
            <a:endParaRPr lang="ko-KR" sz="2600" dirty="0"/>
          </a:p>
        </p:txBody>
      </p:sp>
      <p:sp>
        <p:nvSpPr>
          <p:cNvPr id="30" name="S15-line193"/>
          <p:cNvSpPr/>
          <p:nvPr/>
        </p:nvSpPr>
        <p:spPr>
          <a:xfrm flipV="1">
            <a:off x="5523992" y="3555187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31" name="S15-line194"/>
          <p:cNvSpPr/>
          <p:nvPr/>
        </p:nvSpPr>
        <p:spPr>
          <a:xfrm>
            <a:off x="5523992" y="3555187"/>
            <a:ext cx="1140968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32" name="S15-label195"/>
          <p:cNvSpPr txBox="1"/>
          <p:nvPr/>
        </p:nvSpPr>
        <p:spPr>
          <a:xfrm>
            <a:off x="5523992" y="3107639"/>
            <a:ext cx="1140968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다섯</a:t>
            </a:r>
            <a:endParaRPr lang="ko-KR" sz="2600" dirty="0"/>
          </a:p>
        </p:txBody>
      </p:sp>
      <p:sp>
        <p:nvSpPr>
          <p:cNvPr id="33" name="S15-line196"/>
          <p:cNvSpPr/>
          <p:nvPr/>
        </p:nvSpPr>
        <p:spPr>
          <a:xfrm flipV="1">
            <a:off x="6664960" y="3555187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34" name="S15-line197"/>
          <p:cNvSpPr/>
          <p:nvPr/>
        </p:nvSpPr>
        <p:spPr>
          <a:xfrm>
            <a:off x="6664960" y="3555187"/>
            <a:ext cx="1140968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35" name="S15-label198"/>
          <p:cNvSpPr txBox="1"/>
          <p:nvPr/>
        </p:nvSpPr>
        <p:spPr>
          <a:xfrm>
            <a:off x="6664960" y="3107639"/>
            <a:ext cx="1140968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여섯</a:t>
            </a:r>
            <a:endParaRPr lang="ko-KR" sz="2600" dirty="0"/>
          </a:p>
        </p:txBody>
      </p:sp>
      <p:sp>
        <p:nvSpPr>
          <p:cNvPr id="36" name="S15-figure199" descr="0부터 9까지 수직선에서 3에서 4, 5, 6으로 한 칸씩 뛰어가는 화살표"/>
          <p:cNvSpPr/>
          <p:nvPr/>
        </p:nvSpPr>
        <p:spPr>
          <a:xfrm>
            <a:off x="685800" y="3756355"/>
            <a:ext cx="10817352" cy="36576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초1 수학 가르기와 모으기</dc:title>
  <dc:subject>KR22-G01-MAT-COMPOSE-L01</dc:subject>
  <dc:creator>education-ppt</dc:creator>
  <cp:lastModifiedBy>education-ppt</cp:lastModifiedBy>
  <cp:revision>1</cp:revision>
  <dcterms:created xsi:type="dcterms:W3CDTF">2026-10-26T06:38:03Z</dcterms:created>
  <dcterms:modified xsi:type="dcterms:W3CDTF">2026-10-26T06:38:03Z</dcterms:modified>
</cp:coreProperties>
</file>