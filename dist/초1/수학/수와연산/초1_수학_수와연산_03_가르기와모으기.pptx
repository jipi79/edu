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47ecef1-8e58-9f20-e568-24bdbacadbed}">
          <p14:sldIdLst>
            <p14:sldId id="256"/>
            <p14:sldId id="257"/>
          </p14:sldIdLst>
        </p14:section>
        <p14:section name="개념" id="{bdbe8e7a-43fd-cc6c-e724-3d7f336a5441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9daaab5c-e978-cc2a-bda7-6d27f6bb0a43}">
          <p14:sldIdLst>
            <p14:sldId id="263"/>
            <p14:sldId id="264"/>
            <p14:sldId id="265"/>
          </p14:sldIdLst>
        </p14:section>
        <p14:section name="확인" id="{1a9de77a-60c0-a067-1668-6cceaaad0d4e}">
          <p14:sldIdLst>
            <p14:sldId id="266"/>
            <p14:sldId id="267"/>
            <p14:sldId id="268"/>
          </p14:sldIdLst>
        </p14:section>
        <p14:section name="정리" id="{408c4075-da62-9c13-9c6e-b2405f2247d7}">
          <p14:sldIdLst>
            <p14:sldId id="269"/>
          </p14:sldIdLst>
        </p14:section>
        <p14:section name="보충" id="{3d9b68bd-d762-4cc2-4a71-7be2c34fdf2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한 수를 둘로 나누는 놀이에 흥미를 갖게 합니다.
시간: 약 2분
이렇게 말해 보세요
- “돌 5개가 있어. 너랑 엄마(아빠)가 나누어 가지면 어떻게 나눌 수 있을까?”
- “오늘은 수를 둘로 나누는 ‘가르기’와 둘을 합치는 ‘모으기’를 해 볼 거야.”
예상 답
- “나 3개, 엄마 2개요.” / “반씩이요.”
막히면
- 바둑돌 5개를 실제로 손에 쥐여 주고 두 접시에 마음대로 나누어 보게 합니다.
주의
- 어떻게 나누어도 괜찮습니다. 정답이 여러 개라는 것이 오늘의 중요한 생각입니다.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확인(세기, 1만큼 더 큰 수, 순서)]
목적: 모으기에 필요한 세기와 이어 세기(1만큼 더 큰 수, 수의 순서)가 되는지 확인합니다.
시간: 약 3분
이렇게 말해 보세요
- “①은 돌이 몇 개야? ②는 6보다 1만큼 더 큰 수, ③은 빈칸에 들어갈 수를 말해 볼래?”
정답
- ① 8개
- ② 7
- ③ 6
막히면
- ①은 윗줄 다섯에서 이어 세게 합니다(“다섯, 여섯, 일곱, 여덟”).
- 두 문제 이상 틀리면 S15(보충)를 먼저 합니다. 보충으로도 어려우면 2차시 ‘수의 순서와 크기 비교’(KR22-G01-MAT-NUM9ORD-L01)를 다시 합니다.
주의
- ②③은 오늘 ‘이어 세기’로 모으기를 할 때 꼭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가르기 시범]
목적: 한 수를 두 수로 나누는 것을 ‘가르기’라고 한다는 것을 바둑돌로 압니다.
시간: 약 3분
이렇게 말해 보세요
- “돌 5개를 이쪽 접시에 2개, 저쪽 접시에 3개 나누었어. 이렇게 하나를 둘로 나누는 것을 ‘가르기’라고 해.”
- “5는 2와 3으로 가를 수 있어. 같이 말해 볼까?”
예상 답
- “5는 2와 3으로 가를 수 있어요.”
막히면
- 실제 접시 두 개와 바둑돌 5개로 아이가 직접 2개, 3개를 나누어 담게 합니다.
주의
- 나눈 뒤 두 접시의 돌을 다시 합쳐 5개인지 세어 보게 합니다. 이것이 모으기로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여러 가지 방법으로 가르기]
목적: 한 수를 가르는 방법이 여러 가지임을 알고, 규칙(한쪽이 늘면 다른 쪽이 준다)을 봅니다.
시간: 약 3분
이렇게 말해 보세요
- “접시에 1개와 4개로 나누어 보자. 이제 4개 쪽에서 1개를 옮기면?”
- “한쪽이 하나 늘어나면 다른 쪽은 어떻게 돼?”
예상 답
- “2개와 3개가 돼요.” “다른 쪽은 하나 줄어요.”
막히면
- 바둑돌을 한 개씩 실제로 옮기면서 표의 칸을 하나씩 짚어 줍니다(M2).
주의
- 아이가 ‘0과 5’를 말하면 “맞아, 한쪽에 하나도 없게 가를 수도 있지.”라고 인정합니다. 교과서에서는 주로 0이 아닌 수로 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모으기 시범(이어 세기)]
목적: 두 수를 합쳐 하나의 수로 나타내는 것을 ‘모으기’라고 하고, 앞의 수에서 이어 세면 편하다는 것을 압니다.
시간: 약 3분
이렇게 말해 보세요
- “두 접시의 돌을 한곳에 모으면 몇 개일까? 처음부터 세어도 되고, 3에서 이어 세어도 돼.”
- “셋! 하고 주먹을 쥐고, 넷, 다섯, 여섯, 일곱. 3과 4를 모으면 7이야.”
예상 답
- “7개요.”
막히면
- 처음부터 하나씩 세게 합니다. 이어 세기는 처음부터 세기가 정확해진 뒤에 합니다.
- ‘3, 4, 5, 6’ 하고 6이라고 하면 앞의 수 3은 입으로만 말하고 파란 돌부터 짚게 합니다(M3).
주의
- 모으기는 다음 차시의 덧셈으로 이어집니다. 오늘은 기호(+, =) 없이 말로만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가르기·모으기 그림 읽기]
목적: 교과서와 활동지에 나오는 가르기·모으기 그림을 읽고, 두 활동이 서로 반대라는 것을 압니다.
시간: 약 2분
이렇게 말해 보세요
- “왼쪽은 6이 화살표를 따라 2와 4로 갈라졌어. 오른쪽은 2와 4가 모여서 6이 됐어.”
- “무엇이 같고 무엇이 달라?”
예상 답
- “수는 똑같아요. 화살표 방향이 반대예요.”
막히면
- 바둑돌 6개를 2개와 4개로 갈랐다가 다시 모아 보이며 화살표를 손가락으로 따라가게 합니다.
주의
- 가르기와 모으기를 함께 익혀 두면 다음 차시의 덧셈, 그다음 뺄셈이 쉬워집니다.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10 알아보기]
목적: 9에 1을 모으면 10이 된다는 것과 10을 두 가지로 읽는 방법을 압니다.
시간: 약 2분
이렇게 말해 보세요
- “십 칸 틀에 돌 9개가 있으면 빈칸이 몇 개야? 1개를 더 놓으면?”
- “칸이 꽉 찼지? 이 수가 10이야. ‘십’ 또는 ‘열’이라고 읽어.”
예상 답
- “빈칸이 1개요.” “열 개요.”
막히면
- 손가락 열 개를 모두 펴고 하나씩 세어 10을 확인합니다.
주의
- 10은 숫자 두 개(1과 0)로 쓰지만 하나의 수입니다. 자세한 것은 6차시 ‘50까지의 수’에서 배웁니다.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연습(가르기)]
목적: 도움을 받으며 10까지의 수를 가르고, 모아서 확인하는 습관을 들입니다.
시간: 약 4분
이렇게 말해 보세요
- “①은 6을 2와 몇으로 가른 걸까? 돌 6개를 놓고 2개를 한쪽으로 옮겨 봐. 나머지는?”
- “답을 찾았으면 두 쪽을 다시 모아서 처음 수가 되는지 세어 보자.”
정답
- ① 4
- ② 3
- ③ 5
- ④ 3
막히면
- 처음 수만큼 돌을 놓고, 알려 준 수만큼 옆으로 옮긴 뒤 남은 돌을 세게 합니다.
- ④는 십 칸 틀에 10개를 채우고 7개를 가린 뒤 보이는 칸을 세게 합니다.
주의
- ②는 빈칸이 왼쪽에 있습니다. 5개를 먼저 옮기고 남은 것을 세면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연습(모으기)]
목적: 도움을 받으며 두 수를 모아 하나의 수로 나타냅니다.
시간: 약 4분
이렇게 말해 보세요
- “①은 2와 5를 모으는 거야. 돌로 놓아도 되고, 이어 세어도 돼.”
- “④는 5와 5야. 손가락으로 해 볼까?”
정답
- ① 7
- ② 8
- ③ 9
- ④ 10
막히면
- 두 접시에 각각 돌을 놓고 한곳에 모은 뒤 처음부터 셉니다.
- ④는 양손 손가락 다섯 개씩을 펴서 모두 몇 개인지 세게 합니다.
주의
- ①은 5에서 이어 세면(“다섯! 여섯, 일곱”) 더 빠르다는 것을 아이가 스스로 찾으면 칭찬합니다. 강요하지는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비교(가른 두 수의 확인)]
목적: 가른 두 수를 다시 모으면 처음 수가 되어야 한다는 것을 확인합니다(M1).
시간: 약 3분
이렇게 말해 보세요
- “토끼와 곰이 7을 다르게 갈랐어. 누가 바르게 갈랐을까?”
- “두 수를 다시 모아 보면 알 수 있어. 3과 5를 모으면? 3과 4를 모으면?”
예상 답
- “곰이요. 3이랑 4를 모으면 7이니까요.”
정답
- 곰이 바르게 갈랐습니다. 3과 4를 모으면 7입니다.
- 토끼의 3과 5를 모으면 8이므로 7을 가른 것이 아닙니다.
막히면
- 바둑돌 7개로 3개를 옮긴 뒤 남은 돌을 세어 4개임을 확인합니다.
주의
- 답만 말하면 “왜 토끼는 틀렸어?”라고 묻습니다. ‘모으면 8이 돼서’라고 말할 수 있으면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가르기와 모으기를 하고, 여러 방법으로 가를 수 있는지 확인합니다.
시간: 약 5분
이렇게 말해 보세요
- “이번에는 혼자 해 볼래? 바둑돌을 써도 돼. 다 하면 어떻게 알았는지 말해 줘.”
정답
- ① 3
- ② 8
- ③ 1과 5, 2와 4, 3과 3, 4와 2, 5와 1 중 두 가지(0과 6도 인정)
막히면
- 바로 알려 주지 말고 “돌을 놓아 볼까?”라고만 말합니다.
- 도움을 받아 해결했다면 기록표에 ‘도움’으로 표시합니다.
주의
- ③에서 ‘2와 4’, ‘4와 2’를 두 가지로 말해도 맞습니다. 두 접시가 서로 바뀐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바둑돌로 다시 해 보자.”
정답
- ① 3 ② 8 ③ 6을 가르는 방법 중 두 가지
막히면
- ①이 틀렸다면 S10으로 돌아가 ‘모아서 확인하기’를 다시 합니다.
- ②가 7이면 S05의 이어 세기를 다시 합니다(M3).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확인]
목적: 처음 보는 문제에서 두 수를 모아 처음 수가 되는지로 가르기를 판단하는지 확인합니다.
시간: 약 2분
이렇게 말해 보세요
- “8을 바르게 가른 것은 어느 것일까? 어떻게 알았어?”
정답
- 가(3과 5). 3과 5를 모으면 8입니다. 나(4와 3)와 다(6과 1)는 모으면 7입니다.
막히면
- 보기마다 두 수만큼 돌을 놓고 모아서 세게 합니다.
주의
- ‘모아 보면 8이 돼요’처럼 모으기로 까닭을 말하면 두 목표를 함께 확인한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것을 말해 볼래? 가르기를 하고 나서 맞았는지 어떻게 확인해?”
예상 답
- “두 수를 다시 모아서 처음 수가 되는지 봐요.”
정답
- ① 5 ② 9 ③ 1과 9, 2와 8, 3과 7, 4와 6, 5와 5 등
막히면
- S06의 그림을 다시 보여 주고 화살표를 따라 말하게 합니다.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보충(이어 세기)]
목적: S02에서 이어 세기(1만큼 더 큰 수, 수의 순서)가 흔들리면, 모으기 전에 이어 세기를 연습합니다.
시간: 약 5분
이렇게 말해 보세요
- “돌 3개가 있어. ‘셋!’ 하고 말한 다음, 돌을 하나 놓을 때마다 다음 수를 말해 보자.”
- “3에서 3번 더 놓았더니 몇이 됐어?”
정답
- 넷, 다섯, 여섯 → 6
막히면
- 숫자 카드 0~9를 순서대로 놓고, 카드 3에서 시작해 한 장씩 짚으며 이어 셉니다.
주의
- 보충으로도 어려우면 2차시 ‘수의 순서와 크기 비교’(KR22-G01-MAT-NUM9ORD-L01)나 1차시 ‘9까지의 수’를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가르기와 모으기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가르기와 모으기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가르기와 모으기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가르기와 모으기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5개를 두 접시에 나누어 볼까?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802843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71423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figure3" descr="주황 점 2개"/>
          <p:cNvSpPr/>
          <p:nvPr/>
        </p:nvSpPr>
        <p:spPr>
          <a:xfrm>
            <a:off x="7898130" y="1760220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9921316" y="1916506"/>
            <a:ext cx="373228" cy="3732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10523296" y="1916506"/>
            <a:ext cx="373228" cy="3732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11125276" y="1916506"/>
            <a:ext cx="373228" cy="3732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figure7" descr="노란 점 3개"/>
          <p:cNvSpPr/>
          <p:nvPr/>
        </p:nvSpPr>
        <p:spPr>
          <a:xfrm>
            <a:off x="9806940" y="1802130"/>
            <a:ext cx="1805940" cy="6019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수를 두 수로 갈라요.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수를 모아 하나의 수로 만들어요.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96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cell11"/>
          <p:cNvSpPr/>
          <p:nvPr/>
        </p:nvSpPr>
        <p:spPr>
          <a:xfrm>
            <a:off x="2201418" y="132588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dot12"/>
          <p:cNvSpPr/>
          <p:nvPr/>
        </p:nvSpPr>
        <p:spPr>
          <a:xfrm>
            <a:off x="2329663" y="145412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2-cell13"/>
          <p:cNvSpPr/>
          <p:nvPr/>
        </p:nvSpPr>
        <p:spPr>
          <a:xfrm>
            <a:off x="2955798" y="132588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dot14"/>
          <p:cNvSpPr/>
          <p:nvPr/>
        </p:nvSpPr>
        <p:spPr>
          <a:xfrm>
            <a:off x="3084043" y="145412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cell15"/>
          <p:cNvSpPr/>
          <p:nvPr/>
        </p:nvSpPr>
        <p:spPr>
          <a:xfrm>
            <a:off x="3710178" y="132588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dot16"/>
          <p:cNvSpPr/>
          <p:nvPr/>
        </p:nvSpPr>
        <p:spPr>
          <a:xfrm>
            <a:off x="3838423" y="145412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cell17"/>
          <p:cNvSpPr/>
          <p:nvPr/>
        </p:nvSpPr>
        <p:spPr>
          <a:xfrm>
            <a:off x="4464558" y="132588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dot18"/>
          <p:cNvSpPr/>
          <p:nvPr/>
        </p:nvSpPr>
        <p:spPr>
          <a:xfrm>
            <a:off x="4592803" y="145412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2-cell19"/>
          <p:cNvSpPr/>
          <p:nvPr/>
        </p:nvSpPr>
        <p:spPr>
          <a:xfrm>
            <a:off x="5218938" y="132588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dot20"/>
          <p:cNvSpPr/>
          <p:nvPr/>
        </p:nvSpPr>
        <p:spPr>
          <a:xfrm>
            <a:off x="5347183" y="145412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cell21"/>
          <p:cNvSpPr/>
          <p:nvPr/>
        </p:nvSpPr>
        <p:spPr>
          <a:xfrm>
            <a:off x="2201418" y="208026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dot22"/>
          <p:cNvSpPr/>
          <p:nvPr/>
        </p:nvSpPr>
        <p:spPr>
          <a:xfrm>
            <a:off x="2329663" y="220850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cell23"/>
          <p:cNvSpPr/>
          <p:nvPr/>
        </p:nvSpPr>
        <p:spPr>
          <a:xfrm>
            <a:off x="2955798" y="208026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dot24"/>
          <p:cNvSpPr/>
          <p:nvPr/>
        </p:nvSpPr>
        <p:spPr>
          <a:xfrm>
            <a:off x="3084043" y="220850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2-cell25"/>
          <p:cNvSpPr/>
          <p:nvPr/>
        </p:nvSpPr>
        <p:spPr>
          <a:xfrm>
            <a:off x="3710178" y="208026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2-dot26"/>
          <p:cNvSpPr/>
          <p:nvPr/>
        </p:nvSpPr>
        <p:spPr>
          <a:xfrm>
            <a:off x="3838423" y="220850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2-cell27"/>
          <p:cNvSpPr/>
          <p:nvPr/>
        </p:nvSpPr>
        <p:spPr>
          <a:xfrm>
            <a:off x="4464558" y="208026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2-cell28"/>
          <p:cNvSpPr/>
          <p:nvPr/>
        </p:nvSpPr>
        <p:spPr>
          <a:xfrm>
            <a:off x="5218938" y="208026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2-figure29" descr="1개의 십 칸 틀 중 1번째: 모두 8개"/>
          <p:cNvSpPr/>
          <p:nvPr/>
        </p:nvSpPr>
        <p:spPr>
          <a:xfrm>
            <a:off x="2201418" y="1325880"/>
            <a:ext cx="37719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2-chip3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4" name="S02-text3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6보다 1만큼 더 큰 수</a:t>
            </a:r>
            <a:endParaRPr lang="ko-KR" sz="3200" dirty="0"/>
          </a:p>
        </p:txBody>
      </p:sp>
      <p:sp>
        <p:nvSpPr>
          <p:cNvPr id="25" name="S02-chip3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6" name="S02-eqtext3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 5, □, 7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둘로 갈라요</a:t>
            </a:r>
            <a:endParaRPr lang="ko-KR" sz="4400" dirty="0"/>
          </a:p>
        </p:txBody>
      </p:sp>
      <p:sp>
        <p:nvSpPr>
          <p:cNvPr id="3" name="S03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5개를 두 접시에 나누어요.</a:t>
            </a:r>
            <a:endParaRPr lang="ko-KR" sz="3200" dirty="0"/>
          </a:p>
        </p:txBody>
      </p:sp>
      <p:sp>
        <p:nvSpPr>
          <p:cNvPr id="4" name="S03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5는 2와 3으로 가를 수 있어요.</a:t>
            </a:r>
            <a:endParaRPr lang="ko-KR" sz="3200" dirty="0"/>
          </a:p>
        </p:txBody>
      </p:sp>
      <p:sp>
        <p:nvSpPr>
          <p:cNvPr id="6" name="S03-dot37"/>
          <p:cNvSpPr/>
          <p:nvPr/>
        </p:nvSpPr>
        <p:spPr>
          <a:xfrm>
            <a:off x="26860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38"/>
          <p:cNvSpPr/>
          <p:nvPr/>
        </p:nvSpPr>
        <p:spPr>
          <a:xfrm>
            <a:off x="33718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figure39" descr="주황 점 2개"/>
          <p:cNvSpPr/>
          <p:nvPr/>
        </p:nvSpPr>
        <p:spPr>
          <a:xfrm>
            <a:off x="2555748" y="2963799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3-label40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03-dot41"/>
          <p:cNvSpPr/>
          <p:nvPr/>
        </p:nvSpPr>
        <p:spPr>
          <a:xfrm>
            <a:off x="80490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42"/>
          <p:cNvSpPr/>
          <p:nvPr/>
        </p:nvSpPr>
        <p:spPr>
          <a:xfrm>
            <a:off x="87348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43"/>
          <p:cNvSpPr/>
          <p:nvPr/>
        </p:nvSpPr>
        <p:spPr>
          <a:xfrm>
            <a:off x="94206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figure44" descr="파란 점 3개"/>
          <p:cNvSpPr/>
          <p:nvPr/>
        </p:nvSpPr>
        <p:spPr>
          <a:xfrm>
            <a:off x="7918704" y="2963799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3-label45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가지로 갈라요</a:t>
            </a:r>
            <a:endParaRPr lang="ko-KR" sz="4400" dirty="0"/>
          </a:p>
        </p:txBody>
      </p:sp>
      <p:sp>
        <p:nvSpPr>
          <p:cNvPr id="3" name="S04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가르는 방법은 여러 가지예요.</a:t>
            </a:r>
            <a:endParaRPr lang="ko-KR" sz="3200" dirty="0"/>
          </a:p>
        </p:txBody>
      </p:sp>
      <p:sp>
        <p:nvSpPr>
          <p:cNvPr id="4" name="S04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한쪽이 1 커지면 다른 쪽은 1 작아져요.</a:t>
            </a:r>
            <a:endParaRPr lang="ko-KR" sz="3200" dirty="0"/>
          </a:p>
        </p:txBody>
      </p:sp>
      <p:graphicFrame>
        <p:nvGraphicFramePr>
          <p:cNvPr id="5" name="S04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621280"/>
          <a:ext cx="82296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1481328"/>
                <a:gridCol w="1481328"/>
                <a:gridCol w="1481328"/>
                <a:gridCol w="1481328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한쪽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쪽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4를 모아요</a:t>
            </a:r>
            <a:endParaRPr lang="ko-KR" sz="4400" dirty="0"/>
          </a:p>
        </p:txBody>
      </p:sp>
      <p:sp>
        <p:nvSpPr>
          <p:cNvPr id="3" name="S05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접시의 돌을 한곳에 모아요.</a:t>
            </a:r>
            <a:endParaRPr lang="ko-KR" sz="3200" dirty="0"/>
          </a:p>
        </p:txBody>
      </p:sp>
      <p:sp>
        <p:nvSpPr>
          <p:cNvPr id="4" name="S05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4를 모으면 7이에요.</a:t>
            </a:r>
            <a:endParaRPr lang="ko-KR" sz="3200" dirty="0"/>
          </a:p>
        </p:txBody>
      </p:sp>
      <p:sp>
        <p:nvSpPr>
          <p:cNvPr id="6" name="S05-dot53"/>
          <p:cNvSpPr/>
          <p:nvPr/>
        </p:nvSpPr>
        <p:spPr>
          <a:xfrm>
            <a:off x="23431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54"/>
          <p:cNvSpPr/>
          <p:nvPr/>
        </p:nvSpPr>
        <p:spPr>
          <a:xfrm>
            <a:off x="30289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55"/>
          <p:cNvSpPr/>
          <p:nvPr/>
        </p:nvSpPr>
        <p:spPr>
          <a:xfrm>
            <a:off x="37147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figure56" descr="주황 점 3개"/>
          <p:cNvSpPr/>
          <p:nvPr/>
        </p:nvSpPr>
        <p:spPr>
          <a:xfrm>
            <a:off x="2212848" y="2963799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5-label57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1" name="S05-dot58"/>
          <p:cNvSpPr/>
          <p:nvPr/>
        </p:nvSpPr>
        <p:spPr>
          <a:xfrm>
            <a:off x="77061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59"/>
          <p:cNvSpPr/>
          <p:nvPr/>
        </p:nvSpPr>
        <p:spPr>
          <a:xfrm>
            <a:off x="83919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dot60"/>
          <p:cNvSpPr/>
          <p:nvPr/>
        </p:nvSpPr>
        <p:spPr>
          <a:xfrm>
            <a:off x="90777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dot61"/>
          <p:cNvSpPr/>
          <p:nvPr/>
        </p:nvSpPr>
        <p:spPr>
          <a:xfrm>
            <a:off x="97635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figure62" descr="파란 점 4개"/>
          <p:cNvSpPr/>
          <p:nvPr/>
        </p:nvSpPr>
        <p:spPr>
          <a:xfrm>
            <a:off x="7575804" y="2963799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5-label63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나타내요</a:t>
            </a:r>
            <a:endParaRPr lang="ko-KR" sz="4400" dirty="0"/>
          </a:p>
        </p:txBody>
      </p:sp>
      <p:sp>
        <p:nvSpPr>
          <p:cNvPr id="3" name="S06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2와 4로 가르고, 2와 4를 모으면 6이에요.</a:t>
            </a:r>
            <a:endParaRPr lang="ko-KR" sz="3200" dirty="0"/>
          </a:p>
        </p:txBody>
      </p:sp>
      <p:sp>
        <p:nvSpPr>
          <p:cNvPr id="5" name="S06-eqtext66"/>
          <p:cNvSpPr txBox="1"/>
          <p:nvPr/>
        </p:nvSpPr>
        <p:spPr>
          <a:xfrm>
            <a:off x="548640" y="1325880"/>
            <a:ext cx="5385816" cy="3275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2        4</a:t>
            </a:r>
            <a:endParaRPr lang="ko-KR" sz="3600" dirty="0"/>
          </a:p>
        </p:txBody>
      </p:sp>
      <p:sp>
        <p:nvSpPr>
          <p:cNvPr id="6" name="S06-label67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가르기</a:t>
            </a:r>
            <a:endParaRPr lang="ko-KR" sz="2600" dirty="0"/>
          </a:p>
        </p:txBody>
      </p:sp>
      <p:sp>
        <p:nvSpPr>
          <p:cNvPr id="7" name="S06-eqtext68"/>
          <p:cNvSpPr txBox="1"/>
          <p:nvPr/>
        </p:nvSpPr>
        <p:spPr>
          <a:xfrm>
            <a:off x="6254496" y="1325880"/>
            <a:ext cx="5385816" cy="3275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2        4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600" dirty="0"/>
          </a:p>
        </p:txBody>
      </p:sp>
      <p:sp>
        <p:nvSpPr>
          <p:cNvPr id="8" name="S06-label69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알아봐요</a:t>
            </a:r>
            <a:endParaRPr lang="ko-KR" sz="4400" dirty="0"/>
          </a:p>
        </p:txBody>
      </p:sp>
      <p:sp>
        <p:nvSpPr>
          <p:cNvPr id="3" name="S07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칸이 꽉 차면 10이에요.</a:t>
            </a:r>
            <a:endParaRPr lang="ko-KR" sz="3200" dirty="0"/>
          </a:p>
        </p:txBody>
      </p:sp>
      <p:sp>
        <p:nvSpPr>
          <p:cNvPr id="5" name="S07-card72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73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9보다 1만큼 더 큰 수</a:t>
            </a:r>
            <a:endParaRPr lang="ko-KR" sz="3200" dirty="0"/>
          </a:p>
        </p:txBody>
      </p:sp>
      <p:sp>
        <p:nvSpPr>
          <p:cNvPr id="7" name="S07-card74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75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‘십’ 또는 ‘열’로 읽어요</a:t>
            </a:r>
            <a:endParaRPr lang="ko-KR" sz="3200" dirty="0"/>
          </a:p>
        </p:txBody>
      </p:sp>
      <p:sp>
        <p:nvSpPr>
          <p:cNvPr id="9" name="S07-cell76"/>
          <p:cNvSpPr/>
          <p:nvPr/>
        </p:nvSpPr>
        <p:spPr>
          <a:xfrm>
            <a:off x="4151376" y="18973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dot77"/>
          <p:cNvSpPr/>
          <p:nvPr/>
        </p:nvSpPr>
        <p:spPr>
          <a:xfrm>
            <a:off x="4283507" y="20295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cell78"/>
          <p:cNvSpPr/>
          <p:nvPr/>
        </p:nvSpPr>
        <p:spPr>
          <a:xfrm>
            <a:off x="4928616" y="18973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dot79"/>
          <p:cNvSpPr/>
          <p:nvPr/>
        </p:nvSpPr>
        <p:spPr>
          <a:xfrm>
            <a:off x="5060747" y="20295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cell80"/>
          <p:cNvSpPr/>
          <p:nvPr/>
        </p:nvSpPr>
        <p:spPr>
          <a:xfrm>
            <a:off x="5705856" y="18973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7-dot81"/>
          <p:cNvSpPr/>
          <p:nvPr/>
        </p:nvSpPr>
        <p:spPr>
          <a:xfrm>
            <a:off x="5837987" y="20295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7-cell82"/>
          <p:cNvSpPr/>
          <p:nvPr/>
        </p:nvSpPr>
        <p:spPr>
          <a:xfrm>
            <a:off x="6483096" y="18973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dot83"/>
          <p:cNvSpPr/>
          <p:nvPr/>
        </p:nvSpPr>
        <p:spPr>
          <a:xfrm>
            <a:off x="6615227" y="20295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7-cell84"/>
          <p:cNvSpPr/>
          <p:nvPr/>
        </p:nvSpPr>
        <p:spPr>
          <a:xfrm>
            <a:off x="7260336" y="18973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dot85"/>
          <p:cNvSpPr/>
          <p:nvPr/>
        </p:nvSpPr>
        <p:spPr>
          <a:xfrm>
            <a:off x="7392467" y="20295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7-cell86"/>
          <p:cNvSpPr/>
          <p:nvPr/>
        </p:nvSpPr>
        <p:spPr>
          <a:xfrm>
            <a:off x="4151376" y="26746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dot87"/>
          <p:cNvSpPr/>
          <p:nvPr/>
        </p:nvSpPr>
        <p:spPr>
          <a:xfrm>
            <a:off x="4283507" y="28067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cell88"/>
          <p:cNvSpPr/>
          <p:nvPr/>
        </p:nvSpPr>
        <p:spPr>
          <a:xfrm>
            <a:off x="4928616" y="26746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7-dot89"/>
          <p:cNvSpPr/>
          <p:nvPr/>
        </p:nvSpPr>
        <p:spPr>
          <a:xfrm>
            <a:off x="5060747" y="28067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7-cell90"/>
          <p:cNvSpPr/>
          <p:nvPr/>
        </p:nvSpPr>
        <p:spPr>
          <a:xfrm>
            <a:off x="5705856" y="26746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dot91"/>
          <p:cNvSpPr/>
          <p:nvPr/>
        </p:nvSpPr>
        <p:spPr>
          <a:xfrm>
            <a:off x="5837987" y="28067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7-cell92"/>
          <p:cNvSpPr/>
          <p:nvPr/>
        </p:nvSpPr>
        <p:spPr>
          <a:xfrm>
            <a:off x="6483096" y="26746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dot93"/>
          <p:cNvSpPr/>
          <p:nvPr/>
        </p:nvSpPr>
        <p:spPr>
          <a:xfrm>
            <a:off x="6615227" y="28067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7-cell94"/>
          <p:cNvSpPr/>
          <p:nvPr/>
        </p:nvSpPr>
        <p:spPr>
          <a:xfrm>
            <a:off x="7260336" y="26746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dot95"/>
          <p:cNvSpPr/>
          <p:nvPr/>
        </p:nvSpPr>
        <p:spPr>
          <a:xfrm>
            <a:off x="7392467" y="28067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7-figure96" descr="1개의 십 칸 틀 중 1번째: 모두 10개"/>
          <p:cNvSpPr/>
          <p:nvPr/>
        </p:nvSpPr>
        <p:spPr>
          <a:xfrm>
            <a:off x="4151376" y="18973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갈라 보아요</a:t>
            </a:r>
            <a:endParaRPr lang="ko-KR" sz="4400" dirty="0"/>
          </a:p>
        </p:txBody>
      </p:sp>
      <p:sp>
        <p:nvSpPr>
          <p:cNvPr id="3" name="S08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바둑돌을 놓고 둘로 나누어 봐요.</a:t>
            </a:r>
            <a:endParaRPr lang="ko-KR" sz="3200" dirty="0"/>
          </a:p>
        </p:txBody>
      </p:sp>
      <p:sp>
        <p:nvSpPr>
          <p:cNvPr id="5" name="S08-chip99"/>
          <p:cNvSpPr txBox="1"/>
          <p:nvPr/>
        </p:nvSpPr>
        <p:spPr>
          <a:xfrm>
            <a:off x="548640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eqtext100"/>
          <p:cNvSpPr txBox="1"/>
          <p:nvPr/>
        </p:nvSpPr>
        <p:spPr>
          <a:xfrm>
            <a:off x="1344168" y="1325880"/>
            <a:ext cx="4567428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      □</a:t>
            </a:r>
            <a:endParaRPr lang="ko-KR" sz="3600" dirty="0"/>
          </a:p>
        </p:txBody>
      </p:sp>
      <p:sp>
        <p:nvSpPr>
          <p:cNvPr id="7" name="S08-chip101"/>
          <p:cNvSpPr txBox="1"/>
          <p:nvPr/>
        </p:nvSpPr>
        <p:spPr>
          <a:xfrm>
            <a:off x="6277356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eqtext102"/>
          <p:cNvSpPr txBox="1"/>
          <p:nvPr/>
        </p:nvSpPr>
        <p:spPr>
          <a:xfrm>
            <a:off x="7072884" y="1325880"/>
            <a:ext cx="4567428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      5</a:t>
            </a:r>
            <a:endParaRPr lang="ko-KR" sz="3600" dirty="0"/>
          </a:p>
        </p:txBody>
      </p:sp>
      <p:sp>
        <p:nvSpPr>
          <p:cNvPr id="9" name="S08-chip103"/>
          <p:cNvSpPr txBox="1"/>
          <p:nvPr/>
        </p:nvSpPr>
        <p:spPr>
          <a:xfrm>
            <a:off x="548640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eqtext104"/>
          <p:cNvSpPr txBox="1"/>
          <p:nvPr/>
        </p:nvSpPr>
        <p:spPr>
          <a:xfrm>
            <a:off x="1344168" y="3314700"/>
            <a:ext cx="4567428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      □</a:t>
            </a:r>
            <a:endParaRPr lang="ko-KR" sz="3600" dirty="0"/>
          </a:p>
        </p:txBody>
      </p:sp>
      <p:sp>
        <p:nvSpPr>
          <p:cNvPr id="11" name="S08-chip105"/>
          <p:cNvSpPr txBox="1"/>
          <p:nvPr/>
        </p:nvSpPr>
        <p:spPr>
          <a:xfrm>
            <a:off x="6277356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eqtext106"/>
          <p:cNvSpPr txBox="1"/>
          <p:nvPr/>
        </p:nvSpPr>
        <p:spPr>
          <a:xfrm>
            <a:off x="7072884" y="3314700"/>
            <a:ext cx="4567428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      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모아 보아요</a:t>
            </a:r>
            <a:endParaRPr lang="ko-KR" sz="4400" dirty="0"/>
          </a:p>
        </p:txBody>
      </p:sp>
      <p:sp>
        <p:nvSpPr>
          <p:cNvPr id="3" name="S09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수를 말하고 이어 세어요.</a:t>
            </a:r>
            <a:endParaRPr lang="ko-KR" sz="3200" dirty="0"/>
          </a:p>
        </p:txBody>
      </p:sp>
      <p:sp>
        <p:nvSpPr>
          <p:cNvPr id="5" name="S09-chip109"/>
          <p:cNvSpPr txBox="1"/>
          <p:nvPr/>
        </p:nvSpPr>
        <p:spPr>
          <a:xfrm>
            <a:off x="548640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9-eqtext110"/>
          <p:cNvSpPr txBox="1"/>
          <p:nvPr/>
        </p:nvSpPr>
        <p:spPr>
          <a:xfrm>
            <a:off x="1344168" y="1325880"/>
            <a:ext cx="4567428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2        5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3600" dirty="0"/>
          </a:p>
        </p:txBody>
      </p:sp>
      <p:sp>
        <p:nvSpPr>
          <p:cNvPr id="7" name="S09-chip111"/>
          <p:cNvSpPr txBox="1"/>
          <p:nvPr/>
        </p:nvSpPr>
        <p:spPr>
          <a:xfrm>
            <a:off x="6277356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9-eqtext112"/>
          <p:cNvSpPr txBox="1"/>
          <p:nvPr/>
        </p:nvSpPr>
        <p:spPr>
          <a:xfrm>
            <a:off x="7072884" y="1325880"/>
            <a:ext cx="4567428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4        4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3600" dirty="0"/>
          </a:p>
        </p:txBody>
      </p:sp>
      <p:sp>
        <p:nvSpPr>
          <p:cNvPr id="9" name="S09-chip113"/>
          <p:cNvSpPr txBox="1"/>
          <p:nvPr/>
        </p:nvSpPr>
        <p:spPr>
          <a:xfrm>
            <a:off x="548640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9-eqtext114"/>
          <p:cNvSpPr txBox="1"/>
          <p:nvPr/>
        </p:nvSpPr>
        <p:spPr>
          <a:xfrm>
            <a:off x="1344168" y="3314700"/>
            <a:ext cx="4567428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6        3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3600" dirty="0"/>
          </a:p>
        </p:txBody>
      </p:sp>
      <p:sp>
        <p:nvSpPr>
          <p:cNvPr id="11" name="S09-chip115"/>
          <p:cNvSpPr txBox="1"/>
          <p:nvPr/>
        </p:nvSpPr>
        <p:spPr>
          <a:xfrm>
            <a:off x="6277356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9-eqtext116"/>
          <p:cNvSpPr txBox="1"/>
          <p:nvPr/>
        </p:nvSpPr>
        <p:spPr>
          <a:xfrm>
            <a:off x="7072884" y="3314700"/>
            <a:ext cx="4567428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5        5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갈랐나요?</a:t>
            </a:r>
            <a:endParaRPr lang="ko-KR" sz="4400" dirty="0"/>
          </a:p>
        </p:txBody>
      </p:sp>
      <p:sp>
        <p:nvSpPr>
          <p:cNvPr id="3" name="S10-card11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1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7개를 두 접시에 갈랐어요.</a:t>
            </a:r>
            <a:endParaRPr lang="ko-KR" sz="3200" dirty="0"/>
          </a:p>
        </p:txBody>
      </p:sp>
      <p:sp>
        <p:nvSpPr>
          <p:cNvPr id="5" name="S10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확인할 수 있을까요?</a:t>
            </a:r>
            <a:endParaRPr lang="ko-KR" sz="3200" dirty="0"/>
          </a:p>
        </p:txBody>
      </p:sp>
      <p:sp>
        <p:nvSpPr>
          <p:cNvPr id="7" name="S10-chip12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3과 5</a:t>
            </a:r>
            <a:endParaRPr lang="ko-KR" sz="2600" dirty="0"/>
          </a:p>
        </p:txBody>
      </p:sp>
      <p:sp>
        <p:nvSpPr>
          <p:cNvPr id="8" name="S10-eqtext12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3        5</a:t>
            </a:r>
            <a:endParaRPr lang="ko-KR" sz="3600" dirty="0"/>
          </a:p>
        </p:txBody>
      </p:sp>
      <p:sp>
        <p:nvSpPr>
          <p:cNvPr id="9" name="S10-chip1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3과 4</a:t>
            </a:r>
            <a:endParaRPr lang="ko-KR" sz="2600" dirty="0"/>
          </a:p>
        </p:txBody>
      </p:sp>
      <p:sp>
        <p:nvSpPr>
          <p:cNvPr id="10" name="S10-eqtext12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3        4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1-chip12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12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9를 6과 □로 갈라요.</a:t>
            </a:r>
            <a:endParaRPr lang="ko-KR" sz="3200" dirty="0"/>
          </a:p>
        </p:txBody>
      </p:sp>
      <p:sp>
        <p:nvSpPr>
          <p:cNvPr id="6" name="S11-chip12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12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6을 모으면 □예요.</a:t>
            </a:r>
            <a:endParaRPr lang="ko-KR" sz="3200" dirty="0"/>
          </a:p>
        </p:txBody>
      </p:sp>
      <p:sp>
        <p:nvSpPr>
          <p:cNvPr id="8" name="S11-chip13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13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두 가지로 갈라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두 쪽을 다시 모아 세어 보게 하세요.</a:t>
            </a:r>
            <a:endParaRPr lang="ko-KR" sz="3200" dirty="0"/>
          </a:p>
        </p:txBody>
      </p:sp>
      <p:sp>
        <p:nvSpPr>
          <p:cNvPr id="5" name="S12-chip13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13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</a:t>
            </a:r>
            <a:endParaRPr lang="ko-KR" sz="3200" dirty="0"/>
          </a:p>
        </p:txBody>
      </p:sp>
      <p:sp>
        <p:nvSpPr>
          <p:cNvPr id="7" name="S12-text13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모으면 9가 돼요</a:t>
            </a:r>
            <a:endParaRPr lang="ko-KR" sz="2600" dirty="0"/>
          </a:p>
        </p:txBody>
      </p:sp>
      <p:sp>
        <p:nvSpPr>
          <p:cNvPr id="8" name="S12-text13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</a:t>
            </a:r>
            <a:endParaRPr lang="ko-KR" sz="3200" dirty="0"/>
          </a:p>
        </p:txBody>
      </p:sp>
      <p:sp>
        <p:nvSpPr>
          <p:cNvPr id="9" name="S12-text13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6에서 이어 세기</a:t>
            </a:r>
            <a:endParaRPr lang="ko-KR" sz="2600" dirty="0"/>
          </a:p>
        </p:txBody>
      </p:sp>
      <p:sp>
        <p:nvSpPr>
          <p:cNvPr id="10" name="S12-text13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1과 5, 2와 4</a:t>
            </a:r>
            <a:endParaRPr lang="ko-KR" sz="2600" dirty="0"/>
          </a:p>
        </p:txBody>
      </p:sp>
      <p:sp>
        <p:nvSpPr>
          <p:cNvPr id="11" name="S12-text14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3 등도 맞음</a:t>
            </a:r>
            <a:endParaRPr lang="ko-KR" sz="2600" dirty="0"/>
          </a:p>
        </p:txBody>
      </p:sp>
      <p:sp>
        <p:nvSpPr>
          <p:cNvPr id="12" name="S12-chip14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14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</a:t>
            </a:r>
            <a:endParaRPr lang="ko-KR" sz="3200" dirty="0"/>
          </a:p>
        </p:txBody>
      </p:sp>
      <p:sp>
        <p:nvSpPr>
          <p:cNvPr id="14" name="S12-text14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모아서 확인 안 함</a:t>
            </a:r>
            <a:endParaRPr lang="ko-KR" sz="2600" dirty="0"/>
          </a:p>
        </p:txBody>
      </p:sp>
      <p:sp>
        <p:nvSpPr>
          <p:cNvPr id="15" name="S12-text14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</a:t>
            </a:r>
            <a:endParaRPr lang="ko-KR" sz="3200" dirty="0"/>
          </a:p>
        </p:txBody>
      </p:sp>
      <p:sp>
        <p:nvSpPr>
          <p:cNvPr id="16" name="S12-text14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수를 두 번 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8을 바르게 가른 것은?</a:t>
            </a:r>
            <a:endParaRPr lang="ko-KR" sz="4400" dirty="0"/>
          </a:p>
        </p:txBody>
      </p:sp>
      <p:sp>
        <p:nvSpPr>
          <p:cNvPr id="3" name="S13-card1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3-chip14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3-card149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150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</a:t>
            </a:r>
            <a:endParaRPr lang="ko-KR" sz="3200" dirty="0"/>
          </a:p>
        </p:txBody>
      </p:sp>
      <p:sp>
        <p:nvSpPr>
          <p:cNvPr id="8" name="S13-chip151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9" name="S13-card152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153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3</a:t>
            </a:r>
            <a:endParaRPr lang="ko-KR" sz="3200" dirty="0"/>
          </a:p>
        </p:txBody>
      </p:sp>
      <p:sp>
        <p:nvSpPr>
          <p:cNvPr id="11" name="S13-chip154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2" name="S13-card155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156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1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5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5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가른 두 수를 다시 모으면 처음 수가 돼요.</a:t>
            </a:r>
            <a:endParaRPr lang="ko-KR" sz="3200" dirty="0"/>
          </a:p>
        </p:txBody>
      </p:sp>
      <p:sp>
        <p:nvSpPr>
          <p:cNvPr id="5" name="S14-chip15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모아서 확인하기</a:t>
            </a:r>
            <a:endParaRPr lang="ko-KR" sz="2600" dirty="0"/>
          </a:p>
        </p:txBody>
      </p:sp>
      <p:sp>
        <p:nvSpPr>
          <p:cNvPr id="6" name="S14-chip16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가르는 방법은 하나뿐</a:t>
            </a:r>
            <a:endParaRPr lang="ko-KR" sz="2600" dirty="0"/>
          </a:p>
        </p:txBody>
      </p:sp>
      <p:sp>
        <p:nvSpPr>
          <p:cNvPr id="7" name="S14-text16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6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7을 2와 □로 가르기</a:t>
            </a:r>
            <a:endParaRPr lang="ko-KR" sz="2600" dirty="0"/>
          </a:p>
        </p:txBody>
      </p:sp>
      <p:sp>
        <p:nvSpPr>
          <p:cNvPr id="9" name="S14-text16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4와 5를 모으면?</a:t>
            </a:r>
            <a:endParaRPr lang="ko-KR" sz="2600" dirty="0"/>
          </a:p>
        </p:txBody>
      </p:sp>
      <p:sp>
        <p:nvSpPr>
          <p:cNvPr id="10" name="S14-text16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10을 둘로 갈라 보기</a:t>
            </a:r>
            <a:endParaRPr lang="ko-KR" sz="2600" dirty="0"/>
          </a:p>
        </p:txBody>
      </p:sp>
      <p:sp>
        <p:nvSpPr>
          <p:cNvPr id="11" name="S14-text16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덧셈의 뜻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이어 세기</a:t>
            </a:r>
            <a:endParaRPr lang="ko-KR" sz="4400" dirty="0"/>
          </a:p>
        </p:txBody>
      </p:sp>
      <p:sp>
        <p:nvSpPr>
          <p:cNvPr id="3" name="S15-text1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3에서 1개씩 더 놓으면?</a:t>
            </a:r>
            <a:endParaRPr lang="ko-KR" sz="3200" dirty="0"/>
          </a:p>
        </p:txBody>
      </p:sp>
      <p:sp>
        <p:nvSpPr>
          <p:cNvPr id="4" name="S15-card1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셋! 넷, 다섯, 여섯. 이어 세면 6이에요.</a:t>
            </a:r>
            <a:endParaRPr lang="ko-KR" sz="3200" dirty="0"/>
          </a:p>
        </p:txBody>
      </p:sp>
      <p:sp>
        <p:nvSpPr>
          <p:cNvPr id="6" name="S15-line169"/>
          <p:cNvSpPr/>
          <p:nvPr/>
        </p:nvSpPr>
        <p:spPr>
          <a:xfrm>
            <a:off x="685800" y="393923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5-line170"/>
          <p:cNvSpPr/>
          <p:nvPr/>
        </p:nvSpPr>
        <p:spPr>
          <a:xfrm>
            <a:off x="96012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5-label171"/>
          <p:cNvSpPr txBox="1"/>
          <p:nvPr/>
        </p:nvSpPr>
        <p:spPr>
          <a:xfrm>
            <a:off x="50292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15-line172"/>
          <p:cNvSpPr/>
          <p:nvPr/>
        </p:nvSpPr>
        <p:spPr>
          <a:xfrm>
            <a:off x="210108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label173"/>
          <p:cNvSpPr txBox="1"/>
          <p:nvPr/>
        </p:nvSpPr>
        <p:spPr>
          <a:xfrm>
            <a:off x="1643888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15-line174"/>
          <p:cNvSpPr/>
          <p:nvPr/>
        </p:nvSpPr>
        <p:spPr>
          <a:xfrm>
            <a:off x="324205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175"/>
          <p:cNvSpPr txBox="1"/>
          <p:nvPr/>
        </p:nvSpPr>
        <p:spPr>
          <a:xfrm>
            <a:off x="278485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3" name="S15-line176"/>
          <p:cNvSpPr/>
          <p:nvPr/>
        </p:nvSpPr>
        <p:spPr>
          <a:xfrm>
            <a:off x="438302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label177"/>
          <p:cNvSpPr txBox="1"/>
          <p:nvPr/>
        </p:nvSpPr>
        <p:spPr>
          <a:xfrm>
            <a:off x="3925824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15-line178"/>
          <p:cNvSpPr/>
          <p:nvPr/>
        </p:nvSpPr>
        <p:spPr>
          <a:xfrm>
            <a:off x="552399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179"/>
          <p:cNvSpPr txBox="1"/>
          <p:nvPr/>
        </p:nvSpPr>
        <p:spPr>
          <a:xfrm>
            <a:off x="506679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7" name="S15-line180"/>
          <p:cNvSpPr/>
          <p:nvPr/>
        </p:nvSpPr>
        <p:spPr>
          <a:xfrm>
            <a:off x="666496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181"/>
          <p:cNvSpPr txBox="1"/>
          <p:nvPr/>
        </p:nvSpPr>
        <p:spPr>
          <a:xfrm>
            <a:off x="620776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15-line182"/>
          <p:cNvSpPr/>
          <p:nvPr/>
        </p:nvSpPr>
        <p:spPr>
          <a:xfrm>
            <a:off x="780592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183"/>
          <p:cNvSpPr txBox="1"/>
          <p:nvPr/>
        </p:nvSpPr>
        <p:spPr>
          <a:xfrm>
            <a:off x="7348728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1" name="S15-line184"/>
          <p:cNvSpPr/>
          <p:nvPr/>
        </p:nvSpPr>
        <p:spPr>
          <a:xfrm>
            <a:off x="894689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185"/>
          <p:cNvSpPr txBox="1"/>
          <p:nvPr/>
        </p:nvSpPr>
        <p:spPr>
          <a:xfrm>
            <a:off x="848969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15-line186"/>
          <p:cNvSpPr/>
          <p:nvPr/>
        </p:nvSpPr>
        <p:spPr>
          <a:xfrm>
            <a:off x="1008786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label187"/>
          <p:cNvSpPr txBox="1"/>
          <p:nvPr/>
        </p:nvSpPr>
        <p:spPr>
          <a:xfrm>
            <a:off x="9630664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5" name="S15-line188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label189"/>
          <p:cNvSpPr txBox="1"/>
          <p:nvPr/>
        </p:nvSpPr>
        <p:spPr>
          <a:xfrm>
            <a:off x="1077163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7" name="S15-line190"/>
          <p:cNvSpPr/>
          <p:nvPr/>
        </p:nvSpPr>
        <p:spPr>
          <a:xfrm flipV="1">
            <a:off x="4383024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8" name="S15-line191"/>
          <p:cNvSpPr/>
          <p:nvPr/>
        </p:nvSpPr>
        <p:spPr>
          <a:xfrm>
            <a:off x="4383024" y="3555187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9" name="S15-label192"/>
          <p:cNvSpPr txBox="1"/>
          <p:nvPr/>
        </p:nvSpPr>
        <p:spPr>
          <a:xfrm>
            <a:off x="4383024" y="3107639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</a:t>
            </a:r>
            <a:endParaRPr lang="ko-KR" sz="2600" dirty="0"/>
          </a:p>
        </p:txBody>
      </p:sp>
      <p:sp>
        <p:nvSpPr>
          <p:cNvPr id="30" name="S15-line193"/>
          <p:cNvSpPr/>
          <p:nvPr/>
        </p:nvSpPr>
        <p:spPr>
          <a:xfrm flipV="1">
            <a:off x="5523992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1" name="S15-line194"/>
          <p:cNvSpPr/>
          <p:nvPr/>
        </p:nvSpPr>
        <p:spPr>
          <a:xfrm>
            <a:off x="5523992" y="3555187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2" name="S15-label195"/>
          <p:cNvSpPr txBox="1"/>
          <p:nvPr/>
        </p:nvSpPr>
        <p:spPr>
          <a:xfrm>
            <a:off x="5523992" y="3107639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</a:t>
            </a:r>
            <a:endParaRPr lang="ko-KR" sz="2600" dirty="0"/>
          </a:p>
        </p:txBody>
      </p:sp>
      <p:sp>
        <p:nvSpPr>
          <p:cNvPr id="33" name="S15-line196"/>
          <p:cNvSpPr/>
          <p:nvPr/>
        </p:nvSpPr>
        <p:spPr>
          <a:xfrm flipV="1">
            <a:off x="666496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4" name="S15-line197"/>
          <p:cNvSpPr/>
          <p:nvPr/>
        </p:nvSpPr>
        <p:spPr>
          <a:xfrm>
            <a:off x="6664960" y="3555187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15-label198"/>
          <p:cNvSpPr txBox="1"/>
          <p:nvPr/>
        </p:nvSpPr>
        <p:spPr>
          <a:xfrm>
            <a:off x="6664960" y="3107639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</a:t>
            </a:r>
            <a:endParaRPr lang="ko-KR" sz="2600" dirty="0"/>
          </a:p>
        </p:txBody>
      </p:sp>
      <p:sp>
        <p:nvSpPr>
          <p:cNvPr id="36" name="S15-figure199" descr="0부터 9까지 수직선에서 3에서 4, 5, 6으로 한 칸씩 뛰어가는 화살표"/>
          <p:cNvSpPr/>
          <p:nvPr/>
        </p:nvSpPr>
        <p:spPr>
          <a:xfrm>
            <a:off x="685800" y="375635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가르기와 모으기</dc:title>
  <dc:subject>KR22-G01-MAT-COMPOSE-L01</dc:subject>
  <dc:creator>education-ppt</dc:creator>
  <cp:lastModifiedBy>education-ppt</cp:lastModifiedBy>
  <cp:revision>1</cp:revision>
  <dcterms:created xsi:type="dcterms:W3CDTF">2026-10-26T07:45:20Z</dcterms:created>
  <dcterms:modified xsi:type="dcterms:W3CDTF">2026-10-26T07:45:20Z</dcterms:modified>
</cp:coreProperties>
</file>