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40024b0-fdb5-b2e7-3e7d-fafd312fbc05}">
          <p14:sldIdLst>
            <p14:sldId id="256"/>
            <p14:sldId id="257"/>
          </p14:sldIdLst>
        </p14:section>
        <p14:section name="개념" id="{65a9445c-6790-fd59-8309-4c1e7a1a1be7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b2813580-ac64-8e2f-a076-2150930b7d77}">
          <p14:sldIdLst>
            <p14:sldId id="263"/>
            <p14:sldId id="264"/>
            <p14:sldId id="265"/>
          </p14:sldIdLst>
        </p14:section>
        <p14:section name="확인" id="{cda60ab3-acba-3a41-dacd-c1ef788ec1b9}">
          <p14:sldIdLst>
            <p14:sldId id="266"/>
            <p14:sldId id="267"/>
          </p14:sldIdLst>
        </p14:section>
        <p14:section name="정리" id="{3ed9ade4-c443-120c-e239-ef204ab46a6f}">
          <p14:sldIdLst>
            <p14:sldId id="268"/>
          </p14:sldIdLst>
        </p14:section>
        <p14:section name="보충" id="{9f37ddbb-672a-d34e-cfb9-3e7861c6859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50까지의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50까지의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50까지의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50까지의 수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것을 쉽게 세려면?</a:t>
            </a:r>
            <a:endParaRPr lang="ko-KR" sz="3200" dirty="0"/>
          </a:p>
        </p:txBody>
      </p:sp>
      <p:sp>
        <p:nvSpPr>
          <p:cNvPr id="4" name="S01-rod1"/>
          <p:cNvSpPr/>
          <p:nvPr/>
        </p:nvSpPr>
        <p:spPr>
          <a:xfrm>
            <a:off x="9013874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9013874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>
            <a:off x="9013874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>
            <a:off x="9013874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>
            <a:off x="9013874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>
            <a:off x="9013874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>
            <a:off x="9013874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>
            <a:off x="9013874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>
            <a:off x="9013874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>
            <a:off x="9013874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rod11"/>
          <p:cNvSpPr/>
          <p:nvPr/>
        </p:nvSpPr>
        <p:spPr>
          <a:xfrm>
            <a:off x="9464040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>
            <a:off x="9464040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>
            <a:off x="9464040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>
            <a:off x="9464040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>
            <a:off x="9464040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>
            <a:off x="9464040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>
            <a:off x="9464040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>
            <a:off x="9464040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>
            <a:off x="9464040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>
            <a:off x="9464040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unit21"/>
          <p:cNvSpPr/>
          <p:nvPr/>
        </p:nvSpPr>
        <p:spPr>
          <a:xfrm>
            <a:off x="9914206" y="3158197"/>
            <a:ext cx="281354" cy="28135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1-unit22"/>
          <p:cNvSpPr/>
          <p:nvPr/>
        </p:nvSpPr>
        <p:spPr>
          <a:xfrm>
            <a:off x="9914206" y="2806505"/>
            <a:ext cx="281354" cy="28135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1-unit23"/>
          <p:cNvSpPr/>
          <p:nvPr/>
        </p:nvSpPr>
        <p:spPr>
          <a:xfrm>
            <a:off x="9914206" y="2454812"/>
            <a:ext cx="281354" cy="28135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1-figure24" descr="10개 막대 2개와 낱개 3개"/>
          <p:cNvSpPr/>
          <p:nvPr/>
        </p:nvSpPr>
        <p:spPr>
          <a:xfrm>
            <a:off x="7680960" y="696351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01-card2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9" name="S01-cardtext2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10개씩 묶어 세어요.</a:t>
            </a:r>
            <a:endParaRPr lang="ko-KR" sz="32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50까지의 수를 읽고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기억해요</a:t>
            </a:r>
            <a:endParaRPr lang="ko-KR" sz="4400" dirty="0"/>
          </a:p>
        </p:txBody>
      </p:sp>
      <p:sp>
        <p:nvSpPr>
          <p:cNvPr id="3" name="S02-chip2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cell28"/>
          <p:cNvSpPr/>
          <p:nvPr/>
        </p:nvSpPr>
        <p:spPr>
          <a:xfrm>
            <a:off x="1618488" y="13258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2-dot29"/>
          <p:cNvSpPr/>
          <p:nvPr/>
        </p:nvSpPr>
        <p:spPr>
          <a:xfrm>
            <a:off x="1742846" y="145023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2-cell30"/>
          <p:cNvSpPr/>
          <p:nvPr/>
        </p:nvSpPr>
        <p:spPr>
          <a:xfrm>
            <a:off x="2350008" y="13258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dot31"/>
          <p:cNvSpPr/>
          <p:nvPr/>
        </p:nvSpPr>
        <p:spPr>
          <a:xfrm>
            <a:off x="2474366" y="145023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2-cell32"/>
          <p:cNvSpPr/>
          <p:nvPr/>
        </p:nvSpPr>
        <p:spPr>
          <a:xfrm>
            <a:off x="3081528" y="13258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dot33"/>
          <p:cNvSpPr/>
          <p:nvPr/>
        </p:nvSpPr>
        <p:spPr>
          <a:xfrm>
            <a:off x="3205886" y="145023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2-cell34"/>
          <p:cNvSpPr/>
          <p:nvPr/>
        </p:nvSpPr>
        <p:spPr>
          <a:xfrm>
            <a:off x="3813048" y="13258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2-dot35"/>
          <p:cNvSpPr/>
          <p:nvPr/>
        </p:nvSpPr>
        <p:spPr>
          <a:xfrm>
            <a:off x="3937406" y="145023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2-cell36"/>
          <p:cNvSpPr/>
          <p:nvPr/>
        </p:nvSpPr>
        <p:spPr>
          <a:xfrm>
            <a:off x="4544568" y="13258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dot37"/>
          <p:cNvSpPr/>
          <p:nvPr/>
        </p:nvSpPr>
        <p:spPr>
          <a:xfrm>
            <a:off x="4668926" y="145023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2-cell38"/>
          <p:cNvSpPr/>
          <p:nvPr/>
        </p:nvSpPr>
        <p:spPr>
          <a:xfrm>
            <a:off x="1618488" y="205740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2-dot39"/>
          <p:cNvSpPr/>
          <p:nvPr/>
        </p:nvSpPr>
        <p:spPr>
          <a:xfrm>
            <a:off x="1742846" y="218175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2-cell40"/>
          <p:cNvSpPr/>
          <p:nvPr/>
        </p:nvSpPr>
        <p:spPr>
          <a:xfrm>
            <a:off x="2350008" y="205740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2-dot41"/>
          <p:cNvSpPr/>
          <p:nvPr/>
        </p:nvSpPr>
        <p:spPr>
          <a:xfrm>
            <a:off x="2474366" y="218175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2-cell42"/>
          <p:cNvSpPr/>
          <p:nvPr/>
        </p:nvSpPr>
        <p:spPr>
          <a:xfrm>
            <a:off x="3081528" y="205740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2-dot43"/>
          <p:cNvSpPr/>
          <p:nvPr/>
        </p:nvSpPr>
        <p:spPr>
          <a:xfrm>
            <a:off x="3205886" y="218175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2-cell44"/>
          <p:cNvSpPr/>
          <p:nvPr/>
        </p:nvSpPr>
        <p:spPr>
          <a:xfrm>
            <a:off x="3813048" y="205740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2-dot45"/>
          <p:cNvSpPr/>
          <p:nvPr/>
        </p:nvSpPr>
        <p:spPr>
          <a:xfrm>
            <a:off x="3937406" y="218175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2-cell46"/>
          <p:cNvSpPr/>
          <p:nvPr/>
        </p:nvSpPr>
        <p:spPr>
          <a:xfrm>
            <a:off x="4544568" y="205740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2-dot47"/>
          <p:cNvSpPr/>
          <p:nvPr/>
        </p:nvSpPr>
        <p:spPr>
          <a:xfrm>
            <a:off x="4668926" y="218175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2-figure48" descr="십 칸 틀에 10개"/>
          <p:cNvSpPr/>
          <p:nvPr/>
        </p:nvSpPr>
        <p:spPr>
          <a:xfrm>
            <a:off x="1618488" y="1325880"/>
            <a:ext cx="36576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2-chip4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6" name="S02-text5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9보다 1만큼 더 큰 수는?</a:t>
            </a:r>
            <a:endParaRPr lang="ko-KR" sz="3200" dirty="0"/>
          </a:p>
        </p:txBody>
      </p:sp>
      <p:sp>
        <p:nvSpPr>
          <p:cNvPr id="27" name="S02-chip5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8" name="S02-text5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두 가지로 읽어요.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10과 3이면 13</a:t>
            </a:r>
            <a:endParaRPr lang="ko-KR" sz="4400" dirty="0"/>
          </a:p>
        </p:txBody>
      </p:sp>
      <p:sp>
        <p:nvSpPr>
          <p:cNvPr id="3" name="S03-card5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5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32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십삼 또는 열셋이라고 읽어요.</a:t>
            </a:r>
            <a:endParaRPr lang="ko-KR" sz="3200" dirty="0"/>
          </a:p>
        </p:txBody>
      </p:sp>
      <p:sp>
        <p:nvSpPr>
          <p:cNvPr id="5" name="S03-cell55"/>
          <p:cNvSpPr/>
          <p:nvPr/>
        </p:nvSpPr>
        <p:spPr>
          <a:xfrm>
            <a:off x="1298448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3-dot56"/>
          <p:cNvSpPr/>
          <p:nvPr/>
        </p:nvSpPr>
        <p:spPr>
          <a:xfrm>
            <a:off x="1430579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cell57"/>
          <p:cNvSpPr/>
          <p:nvPr/>
        </p:nvSpPr>
        <p:spPr>
          <a:xfrm>
            <a:off x="2075688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dot58"/>
          <p:cNvSpPr/>
          <p:nvPr/>
        </p:nvSpPr>
        <p:spPr>
          <a:xfrm>
            <a:off x="2207819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cell59"/>
          <p:cNvSpPr/>
          <p:nvPr/>
        </p:nvSpPr>
        <p:spPr>
          <a:xfrm>
            <a:off x="2852928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dot60"/>
          <p:cNvSpPr/>
          <p:nvPr/>
        </p:nvSpPr>
        <p:spPr>
          <a:xfrm>
            <a:off x="2985059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cell61"/>
          <p:cNvSpPr/>
          <p:nvPr/>
        </p:nvSpPr>
        <p:spPr>
          <a:xfrm>
            <a:off x="3630168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dot62"/>
          <p:cNvSpPr/>
          <p:nvPr/>
        </p:nvSpPr>
        <p:spPr>
          <a:xfrm>
            <a:off x="3762299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cell63"/>
          <p:cNvSpPr/>
          <p:nvPr/>
        </p:nvSpPr>
        <p:spPr>
          <a:xfrm>
            <a:off x="4407408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dot64"/>
          <p:cNvSpPr/>
          <p:nvPr/>
        </p:nvSpPr>
        <p:spPr>
          <a:xfrm>
            <a:off x="4539539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cell65"/>
          <p:cNvSpPr/>
          <p:nvPr/>
        </p:nvSpPr>
        <p:spPr>
          <a:xfrm>
            <a:off x="1298448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dot66"/>
          <p:cNvSpPr/>
          <p:nvPr/>
        </p:nvSpPr>
        <p:spPr>
          <a:xfrm>
            <a:off x="1430579" y="28782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cell67"/>
          <p:cNvSpPr/>
          <p:nvPr/>
        </p:nvSpPr>
        <p:spPr>
          <a:xfrm>
            <a:off x="2075688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dot68"/>
          <p:cNvSpPr/>
          <p:nvPr/>
        </p:nvSpPr>
        <p:spPr>
          <a:xfrm>
            <a:off x="2207819" y="28782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3-cell69"/>
          <p:cNvSpPr/>
          <p:nvPr/>
        </p:nvSpPr>
        <p:spPr>
          <a:xfrm>
            <a:off x="2852928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dot70"/>
          <p:cNvSpPr/>
          <p:nvPr/>
        </p:nvSpPr>
        <p:spPr>
          <a:xfrm>
            <a:off x="2985059" y="28782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cell71"/>
          <p:cNvSpPr/>
          <p:nvPr/>
        </p:nvSpPr>
        <p:spPr>
          <a:xfrm>
            <a:off x="3630168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dot72"/>
          <p:cNvSpPr/>
          <p:nvPr/>
        </p:nvSpPr>
        <p:spPr>
          <a:xfrm>
            <a:off x="3762299" y="28782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cell73"/>
          <p:cNvSpPr/>
          <p:nvPr/>
        </p:nvSpPr>
        <p:spPr>
          <a:xfrm>
            <a:off x="4407408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dot74"/>
          <p:cNvSpPr/>
          <p:nvPr/>
        </p:nvSpPr>
        <p:spPr>
          <a:xfrm>
            <a:off x="4539539" y="28782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figure75" descr="십 칸 틀에 10개"/>
          <p:cNvSpPr/>
          <p:nvPr/>
        </p:nvSpPr>
        <p:spPr>
          <a:xfrm>
            <a:off x="1298448" y="1968881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3-label7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1개</a:t>
            </a:r>
            <a:endParaRPr lang="ko-KR" sz="2600" dirty="0"/>
          </a:p>
        </p:txBody>
      </p:sp>
      <p:sp>
        <p:nvSpPr>
          <p:cNvPr id="27" name="S03-cell77"/>
          <p:cNvSpPr/>
          <p:nvPr/>
        </p:nvSpPr>
        <p:spPr>
          <a:xfrm>
            <a:off x="7004304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dot78"/>
          <p:cNvSpPr/>
          <p:nvPr/>
        </p:nvSpPr>
        <p:spPr>
          <a:xfrm>
            <a:off x="7136435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cell79"/>
          <p:cNvSpPr/>
          <p:nvPr/>
        </p:nvSpPr>
        <p:spPr>
          <a:xfrm>
            <a:off x="7781544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dot80"/>
          <p:cNvSpPr/>
          <p:nvPr/>
        </p:nvSpPr>
        <p:spPr>
          <a:xfrm>
            <a:off x="7913675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3-cell81"/>
          <p:cNvSpPr/>
          <p:nvPr/>
        </p:nvSpPr>
        <p:spPr>
          <a:xfrm>
            <a:off x="8558784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dot82"/>
          <p:cNvSpPr/>
          <p:nvPr/>
        </p:nvSpPr>
        <p:spPr>
          <a:xfrm>
            <a:off x="8690915" y="21010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3-cell83"/>
          <p:cNvSpPr/>
          <p:nvPr/>
        </p:nvSpPr>
        <p:spPr>
          <a:xfrm>
            <a:off x="9336024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84"/>
          <p:cNvSpPr/>
          <p:nvPr/>
        </p:nvSpPr>
        <p:spPr>
          <a:xfrm>
            <a:off x="10113264" y="19688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85"/>
          <p:cNvSpPr/>
          <p:nvPr/>
        </p:nvSpPr>
        <p:spPr>
          <a:xfrm>
            <a:off x="7004304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cell86"/>
          <p:cNvSpPr/>
          <p:nvPr/>
        </p:nvSpPr>
        <p:spPr>
          <a:xfrm>
            <a:off x="7781544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cell87"/>
          <p:cNvSpPr/>
          <p:nvPr/>
        </p:nvSpPr>
        <p:spPr>
          <a:xfrm>
            <a:off x="8558784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cell88"/>
          <p:cNvSpPr/>
          <p:nvPr/>
        </p:nvSpPr>
        <p:spPr>
          <a:xfrm>
            <a:off x="9336024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cell89"/>
          <p:cNvSpPr/>
          <p:nvPr/>
        </p:nvSpPr>
        <p:spPr>
          <a:xfrm>
            <a:off x="10113264" y="27461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3-figure90" descr="십 칸 틀에 3개"/>
          <p:cNvSpPr/>
          <p:nvPr/>
        </p:nvSpPr>
        <p:spPr>
          <a:xfrm>
            <a:off x="7004304" y="1968881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1" name="S03-label91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3개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11부터 19까지</a:t>
            </a:r>
            <a:endParaRPr lang="ko-KR" sz="4400" dirty="0"/>
          </a:p>
        </p:txBody>
      </p:sp>
      <p:sp>
        <p:nvSpPr>
          <p:cNvPr id="3" name="S04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‘십’ 뒤에 일, 이, 삼… ‘열’ 뒤에 하나, 둘, 셋…</a:t>
            </a:r>
            <a:endParaRPr lang="ko-KR" sz="3200" dirty="0"/>
          </a:p>
        </p:txBody>
      </p:sp>
      <p:graphicFrame>
        <p:nvGraphicFramePr>
          <p:cNvPr id="5" name="S04-table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" y="163830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28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이렇게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또는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열하나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열넷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열다섯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S04-table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8524" y="190246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28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이렇게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또는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열여섯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열일곱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열여덟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열아홉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20, 30, 40, 50</a:t>
            </a:r>
            <a:endParaRPr lang="ko-KR" sz="4400" dirty="0"/>
          </a:p>
        </p:txBody>
      </p:sp>
      <p:sp>
        <p:nvSpPr>
          <p:cNvPr id="3" name="S05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하나는 10개예요.</a:t>
            </a:r>
            <a:endParaRPr lang="ko-KR" sz="3200" dirty="0"/>
          </a:p>
        </p:txBody>
      </p:sp>
      <p:sp>
        <p:nvSpPr>
          <p:cNvPr id="4" name="S05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2개는 20이에요.</a:t>
            </a:r>
            <a:endParaRPr lang="ko-KR" sz="3200" dirty="0"/>
          </a:p>
        </p:txBody>
      </p:sp>
      <p:sp>
        <p:nvSpPr>
          <p:cNvPr id="6" name="S05-rod99"/>
          <p:cNvSpPr/>
          <p:nvPr/>
        </p:nvSpPr>
        <p:spPr>
          <a:xfrm>
            <a:off x="1416617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line100"/>
          <p:cNvSpPr/>
          <p:nvPr/>
        </p:nvSpPr>
        <p:spPr>
          <a:xfrm>
            <a:off x="1416617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5-line101"/>
          <p:cNvSpPr/>
          <p:nvPr/>
        </p:nvSpPr>
        <p:spPr>
          <a:xfrm>
            <a:off x="1416617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line102"/>
          <p:cNvSpPr/>
          <p:nvPr/>
        </p:nvSpPr>
        <p:spPr>
          <a:xfrm>
            <a:off x="1416617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line103"/>
          <p:cNvSpPr/>
          <p:nvPr/>
        </p:nvSpPr>
        <p:spPr>
          <a:xfrm>
            <a:off x="1416617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line104"/>
          <p:cNvSpPr/>
          <p:nvPr/>
        </p:nvSpPr>
        <p:spPr>
          <a:xfrm>
            <a:off x="1416617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line105"/>
          <p:cNvSpPr/>
          <p:nvPr/>
        </p:nvSpPr>
        <p:spPr>
          <a:xfrm>
            <a:off x="1416617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line106"/>
          <p:cNvSpPr/>
          <p:nvPr/>
        </p:nvSpPr>
        <p:spPr>
          <a:xfrm>
            <a:off x="1416617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107"/>
          <p:cNvSpPr/>
          <p:nvPr/>
        </p:nvSpPr>
        <p:spPr>
          <a:xfrm>
            <a:off x="1416617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108"/>
          <p:cNvSpPr/>
          <p:nvPr/>
        </p:nvSpPr>
        <p:spPr>
          <a:xfrm>
            <a:off x="1416617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rod109"/>
          <p:cNvSpPr/>
          <p:nvPr/>
        </p:nvSpPr>
        <p:spPr>
          <a:xfrm>
            <a:off x="1815084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5-line110"/>
          <p:cNvSpPr/>
          <p:nvPr/>
        </p:nvSpPr>
        <p:spPr>
          <a:xfrm>
            <a:off x="1815084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line111"/>
          <p:cNvSpPr/>
          <p:nvPr/>
        </p:nvSpPr>
        <p:spPr>
          <a:xfrm>
            <a:off x="1815084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line112"/>
          <p:cNvSpPr/>
          <p:nvPr/>
        </p:nvSpPr>
        <p:spPr>
          <a:xfrm>
            <a:off x="1815084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line113"/>
          <p:cNvSpPr/>
          <p:nvPr/>
        </p:nvSpPr>
        <p:spPr>
          <a:xfrm>
            <a:off x="1815084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line114"/>
          <p:cNvSpPr/>
          <p:nvPr/>
        </p:nvSpPr>
        <p:spPr>
          <a:xfrm>
            <a:off x="1815084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line115"/>
          <p:cNvSpPr/>
          <p:nvPr/>
        </p:nvSpPr>
        <p:spPr>
          <a:xfrm>
            <a:off x="1815084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line116"/>
          <p:cNvSpPr/>
          <p:nvPr/>
        </p:nvSpPr>
        <p:spPr>
          <a:xfrm>
            <a:off x="1815084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line117"/>
          <p:cNvSpPr/>
          <p:nvPr/>
        </p:nvSpPr>
        <p:spPr>
          <a:xfrm>
            <a:off x="1815084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line118"/>
          <p:cNvSpPr/>
          <p:nvPr/>
        </p:nvSpPr>
        <p:spPr>
          <a:xfrm>
            <a:off x="1815084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figure119" descr="수 모형: 백 0개, 십 2개, 일 0개"/>
          <p:cNvSpPr/>
          <p:nvPr/>
        </p:nvSpPr>
        <p:spPr>
          <a:xfrm>
            <a:off x="548640" y="2061488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05-label120"/>
          <p:cNvSpPr txBox="1"/>
          <p:nvPr/>
        </p:nvSpPr>
        <p:spPr>
          <a:xfrm>
            <a:off x="548640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이십 스물</a:t>
            </a:r>
            <a:endParaRPr lang="ko-KR" sz="2600" dirty="0"/>
          </a:p>
        </p:txBody>
      </p:sp>
      <p:sp>
        <p:nvSpPr>
          <p:cNvPr id="28" name="S05-rod121"/>
          <p:cNvSpPr/>
          <p:nvPr/>
        </p:nvSpPr>
        <p:spPr>
          <a:xfrm>
            <a:off x="4070311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5-line122"/>
          <p:cNvSpPr/>
          <p:nvPr/>
        </p:nvSpPr>
        <p:spPr>
          <a:xfrm>
            <a:off x="4070311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line123"/>
          <p:cNvSpPr/>
          <p:nvPr/>
        </p:nvSpPr>
        <p:spPr>
          <a:xfrm>
            <a:off x="4070311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line124"/>
          <p:cNvSpPr/>
          <p:nvPr/>
        </p:nvSpPr>
        <p:spPr>
          <a:xfrm>
            <a:off x="4070311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5-line125"/>
          <p:cNvSpPr/>
          <p:nvPr/>
        </p:nvSpPr>
        <p:spPr>
          <a:xfrm>
            <a:off x="4070311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line126"/>
          <p:cNvSpPr/>
          <p:nvPr/>
        </p:nvSpPr>
        <p:spPr>
          <a:xfrm>
            <a:off x="4070311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127"/>
          <p:cNvSpPr/>
          <p:nvPr/>
        </p:nvSpPr>
        <p:spPr>
          <a:xfrm>
            <a:off x="4070311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128"/>
          <p:cNvSpPr/>
          <p:nvPr/>
        </p:nvSpPr>
        <p:spPr>
          <a:xfrm>
            <a:off x="4070311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line129"/>
          <p:cNvSpPr/>
          <p:nvPr/>
        </p:nvSpPr>
        <p:spPr>
          <a:xfrm>
            <a:off x="4070311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line130"/>
          <p:cNvSpPr/>
          <p:nvPr/>
        </p:nvSpPr>
        <p:spPr>
          <a:xfrm>
            <a:off x="4070311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rod131"/>
          <p:cNvSpPr/>
          <p:nvPr/>
        </p:nvSpPr>
        <p:spPr>
          <a:xfrm>
            <a:off x="4468778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5-line132"/>
          <p:cNvSpPr/>
          <p:nvPr/>
        </p:nvSpPr>
        <p:spPr>
          <a:xfrm>
            <a:off x="4468778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line133"/>
          <p:cNvSpPr/>
          <p:nvPr/>
        </p:nvSpPr>
        <p:spPr>
          <a:xfrm>
            <a:off x="4468778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line134"/>
          <p:cNvSpPr/>
          <p:nvPr/>
        </p:nvSpPr>
        <p:spPr>
          <a:xfrm>
            <a:off x="4468778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5-line135"/>
          <p:cNvSpPr/>
          <p:nvPr/>
        </p:nvSpPr>
        <p:spPr>
          <a:xfrm>
            <a:off x="4468778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5-line136"/>
          <p:cNvSpPr/>
          <p:nvPr/>
        </p:nvSpPr>
        <p:spPr>
          <a:xfrm>
            <a:off x="4468778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line137"/>
          <p:cNvSpPr/>
          <p:nvPr/>
        </p:nvSpPr>
        <p:spPr>
          <a:xfrm>
            <a:off x="4468778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138"/>
          <p:cNvSpPr/>
          <p:nvPr/>
        </p:nvSpPr>
        <p:spPr>
          <a:xfrm>
            <a:off x="4468778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line139"/>
          <p:cNvSpPr/>
          <p:nvPr/>
        </p:nvSpPr>
        <p:spPr>
          <a:xfrm>
            <a:off x="4468778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5-line140"/>
          <p:cNvSpPr/>
          <p:nvPr/>
        </p:nvSpPr>
        <p:spPr>
          <a:xfrm>
            <a:off x="4468778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5-rod141"/>
          <p:cNvSpPr/>
          <p:nvPr/>
        </p:nvSpPr>
        <p:spPr>
          <a:xfrm>
            <a:off x="4867246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5-line142"/>
          <p:cNvSpPr/>
          <p:nvPr/>
        </p:nvSpPr>
        <p:spPr>
          <a:xfrm>
            <a:off x="4867246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line143"/>
          <p:cNvSpPr/>
          <p:nvPr/>
        </p:nvSpPr>
        <p:spPr>
          <a:xfrm>
            <a:off x="4867246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line144"/>
          <p:cNvSpPr/>
          <p:nvPr/>
        </p:nvSpPr>
        <p:spPr>
          <a:xfrm>
            <a:off x="4867246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5-line145"/>
          <p:cNvSpPr/>
          <p:nvPr/>
        </p:nvSpPr>
        <p:spPr>
          <a:xfrm>
            <a:off x="4867246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5-line146"/>
          <p:cNvSpPr/>
          <p:nvPr/>
        </p:nvSpPr>
        <p:spPr>
          <a:xfrm>
            <a:off x="4867246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5-line147"/>
          <p:cNvSpPr/>
          <p:nvPr/>
        </p:nvSpPr>
        <p:spPr>
          <a:xfrm>
            <a:off x="4867246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148"/>
          <p:cNvSpPr/>
          <p:nvPr/>
        </p:nvSpPr>
        <p:spPr>
          <a:xfrm>
            <a:off x="4867246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line149"/>
          <p:cNvSpPr/>
          <p:nvPr/>
        </p:nvSpPr>
        <p:spPr>
          <a:xfrm>
            <a:off x="4867246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5-line150"/>
          <p:cNvSpPr/>
          <p:nvPr/>
        </p:nvSpPr>
        <p:spPr>
          <a:xfrm>
            <a:off x="4867246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5-figure151" descr="수 모형: 백 0개, 십 3개, 일 0개"/>
          <p:cNvSpPr/>
          <p:nvPr/>
        </p:nvSpPr>
        <p:spPr>
          <a:xfrm>
            <a:off x="3401568" y="2061488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05-label152"/>
          <p:cNvSpPr txBox="1"/>
          <p:nvPr/>
        </p:nvSpPr>
        <p:spPr>
          <a:xfrm>
            <a:off x="3401568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삼십 서른</a:t>
            </a:r>
            <a:endParaRPr lang="ko-KR" sz="2600" dirty="0"/>
          </a:p>
        </p:txBody>
      </p:sp>
      <p:sp>
        <p:nvSpPr>
          <p:cNvPr id="60" name="S05-rod153"/>
          <p:cNvSpPr/>
          <p:nvPr/>
        </p:nvSpPr>
        <p:spPr>
          <a:xfrm>
            <a:off x="6724005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5-line154"/>
          <p:cNvSpPr/>
          <p:nvPr/>
        </p:nvSpPr>
        <p:spPr>
          <a:xfrm>
            <a:off x="6724005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5-line155"/>
          <p:cNvSpPr/>
          <p:nvPr/>
        </p:nvSpPr>
        <p:spPr>
          <a:xfrm>
            <a:off x="6724005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5-line156"/>
          <p:cNvSpPr/>
          <p:nvPr/>
        </p:nvSpPr>
        <p:spPr>
          <a:xfrm>
            <a:off x="6724005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5-line157"/>
          <p:cNvSpPr/>
          <p:nvPr/>
        </p:nvSpPr>
        <p:spPr>
          <a:xfrm>
            <a:off x="6724005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ine158"/>
          <p:cNvSpPr/>
          <p:nvPr/>
        </p:nvSpPr>
        <p:spPr>
          <a:xfrm>
            <a:off x="6724005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line159"/>
          <p:cNvSpPr/>
          <p:nvPr/>
        </p:nvSpPr>
        <p:spPr>
          <a:xfrm>
            <a:off x="6724005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5-line160"/>
          <p:cNvSpPr/>
          <p:nvPr/>
        </p:nvSpPr>
        <p:spPr>
          <a:xfrm>
            <a:off x="6724005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5-line161"/>
          <p:cNvSpPr/>
          <p:nvPr/>
        </p:nvSpPr>
        <p:spPr>
          <a:xfrm>
            <a:off x="6724005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5-line162"/>
          <p:cNvSpPr/>
          <p:nvPr/>
        </p:nvSpPr>
        <p:spPr>
          <a:xfrm>
            <a:off x="6724005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5-rod163"/>
          <p:cNvSpPr/>
          <p:nvPr/>
        </p:nvSpPr>
        <p:spPr>
          <a:xfrm>
            <a:off x="7122473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5-line164"/>
          <p:cNvSpPr/>
          <p:nvPr/>
        </p:nvSpPr>
        <p:spPr>
          <a:xfrm>
            <a:off x="7122473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5-line165"/>
          <p:cNvSpPr/>
          <p:nvPr/>
        </p:nvSpPr>
        <p:spPr>
          <a:xfrm>
            <a:off x="7122473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5-line166"/>
          <p:cNvSpPr/>
          <p:nvPr/>
        </p:nvSpPr>
        <p:spPr>
          <a:xfrm>
            <a:off x="7122473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5-line167"/>
          <p:cNvSpPr/>
          <p:nvPr/>
        </p:nvSpPr>
        <p:spPr>
          <a:xfrm>
            <a:off x="7122473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5-line168"/>
          <p:cNvSpPr/>
          <p:nvPr/>
        </p:nvSpPr>
        <p:spPr>
          <a:xfrm>
            <a:off x="7122473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5-line169"/>
          <p:cNvSpPr/>
          <p:nvPr/>
        </p:nvSpPr>
        <p:spPr>
          <a:xfrm>
            <a:off x="7122473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5-line170"/>
          <p:cNvSpPr/>
          <p:nvPr/>
        </p:nvSpPr>
        <p:spPr>
          <a:xfrm>
            <a:off x="7122473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5-line171"/>
          <p:cNvSpPr/>
          <p:nvPr/>
        </p:nvSpPr>
        <p:spPr>
          <a:xfrm>
            <a:off x="7122473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5-line172"/>
          <p:cNvSpPr/>
          <p:nvPr/>
        </p:nvSpPr>
        <p:spPr>
          <a:xfrm>
            <a:off x="7122473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5-rod173"/>
          <p:cNvSpPr/>
          <p:nvPr/>
        </p:nvSpPr>
        <p:spPr>
          <a:xfrm>
            <a:off x="7520940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5-line174"/>
          <p:cNvSpPr/>
          <p:nvPr/>
        </p:nvSpPr>
        <p:spPr>
          <a:xfrm>
            <a:off x="7520940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5-line175"/>
          <p:cNvSpPr/>
          <p:nvPr/>
        </p:nvSpPr>
        <p:spPr>
          <a:xfrm>
            <a:off x="7520940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5-line176"/>
          <p:cNvSpPr/>
          <p:nvPr/>
        </p:nvSpPr>
        <p:spPr>
          <a:xfrm>
            <a:off x="7520940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5-line177"/>
          <p:cNvSpPr/>
          <p:nvPr/>
        </p:nvSpPr>
        <p:spPr>
          <a:xfrm>
            <a:off x="7520940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5-line178"/>
          <p:cNvSpPr/>
          <p:nvPr/>
        </p:nvSpPr>
        <p:spPr>
          <a:xfrm>
            <a:off x="7520940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5-line179"/>
          <p:cNvSpPr/>
          <p:nvPr/>
        </p:nvSpPr>
        <p:spPr>
          <a:xfrm>
            <a:off x="7520940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5-line180"/>
          <p:cNvSpPr/>
          <p:nvPr/>
        </p:nvSpPr>
        <p:spPr>
          <a:xfrm>
            <a:off x="7520940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5-line181"/>
          <p:cNvSpPr/>
          <p:nvPr/>
        </p:nvSpPr>
        <p:spPr>
          <a:xfrm>
            <a:off x="7520940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5-line182"/>
          <p:cNvSpPr/>
          <p:nvPr/>
        </p:nvSpPr>
        <p:spPr>
          <a:xfrm>
            <a:off x="7520940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5-rod183"/>
          <p:cNvSpPr/>
          <p:nvPr/>
        </p:nvSpPr>
        <p:spPr>
          <a:xfrm>
            <a:off x="7919407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5-line184"/>
          <p:cNvSpPr/>
          <p:nvPr/>
        </p:nvSpPr>
        <p:spPr>
          <a:xfrm>
            <a:off x="7919407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5-line185"/>
          <p:cNvSpPr/>
          <p:nvPr/>
        </p:nvSpPr>
        <p:spPr>
          <a:xfrm>
            <a:off x="7919407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5-line186"/>
          <p:cNvSpPr/>
          <p:nvPr/>
        </p:nvSpPr>
        <p:spPr>
          <a:xfrm>
            <a:off x="7919407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5-line187"/>
          <p:cNvSpPr/>
          <p:nvPr/>
        </p:nvSpPr>
        <p:spPr>
          <a:xfrm>
            <a:off x="7919407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5-line188"/>
          <p:cNvSpPr/>
          <p:nvPr/>
        </p:nvSpPr>
        <p:spPr>
          <a:xfrm>
            <a:off x="7919407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5-line189"/>
          <p:cNvSpPr/>
          <p:nvPr/>
        </p:nvSpPr>
        <p:spPr>
          <a:xfrm>
            <a:off x="7919407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5-line190"/>
          <p:cNvSpPr/>
          <p:nvPr/>
        </p:nvSpPr>
        <p:spPr>
          <a:xfrm>
            <a:off x="7919407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5-line191"/>
          <p:cNvSpPr/>
          <p:nvPr/>
        </p:nvSpPr>
        <p:spPr>
          <a:xfrm>
            <a:off x="7919407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5-line192"/>
          <p:cNvSpPr/>
          <p:nvPr/>
        </p:nvSpPr>
        <p:spPr>
          <a:xfrm>
            <a:off x="7919407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5-figure193" descr="수 모형: 백 0개, 십 4개, 일 0개"/>
          <p:cNvSpPr/>
          <p:nvPr/>
        </p:nvSpPr>
        <p:spPr>
          <a:xfrm>
            <a:off x="6254496" y="2061488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05-label194"/>
          <p:cNvSpPr txBox="1"/>
          <p:nvPr/>
        </p:nvSpPr>
        <p:spPr>
          <a:xfrm>
            <a:off x="6254496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사십 마흔</a:t>
            </a:r>
            <a:endParaRPr lang="ko-KR" sz="2600" dirty="0"/>
          </a:p>
        </p:txBody>
      </p:sp>
      <p:sp>
        <p:nvSpPr>
          <p:cNvPr id="102" name="S05-rod195"/>
          <p:cNvSpPr/>
          <p:nvPr/>
        </p:nvSpPr>
        <p:spPr>
          <a:xfrm>
            <a:off x="9377700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05-line196"/>
          <p:cNvSpPr/>
          <p:nvPr/>
        </p:nvSpPr>
        <p:spPr>
          <a:xfrm>
            <a:off x="9377700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5-line197"/>
          <p:cNvSpPr/>
          <p:nvPr/>
        </p:nvSpPr>
        <p:spPr>
          <a:xfrm>
            <a:off x="9377700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5-line198"/>
          <p:cNvSpPr/>
          <p:nvPr/>
        </p:nvSpPr>
        <p:spPr>
          <a:xfrm>
            <a:off x="9377700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5-line199"/>
          <p:cNvSpPr/>
          <p:nvPr/>
        </p:nvSpPr>
        <p:spPr>
          <a:xfrm>
            <a:off x="9377700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5-line200"/>
          <p:cNvSpPr/>
          <p:nvPr/>
        </p:nvSpPr>
        <p:spPr>
          <a:xfrm>
            <a:off x="9377700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5-line201"/>
          <p:cNvSpPr/>
          <p:nvPr/>
        </p:nvSpPr>
        <p:spPr>
          <a:xfrm>
            <a:off x="9377700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5-line202"/>
          <p:cNvSpPr/>
          <p:nvPr/>
        </p:nvSpPr>
        <p:spPr>
          <a:xfrm>
            <a:off x="9377700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5-line203"/>
          <p:cNvSpPr/>
          <p:nvPr/>
        </p:nvSpPr>
        <p:spPr>
          <a:xfrm>
            <a:off x="9377700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5-line204"/>
          <p:cNvSpPr/>
          <p:nvPr/>
        </p:nvSpPr>
        <p:spPr>
          <a:xfrm>
            <a:off x="9377700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5-rod205"/>
          <p:cNvSpPr/>
          <p:nvPr/>
        </p:nvSpPr>
        <p:spPr>
          <a:xfrm>
            <a:off x="9776167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3" name="S05-line206"/>
          <p:cNvSpPr/>
          <p:nvPr/>
        </p:nvSpPr>
        <p:spPr>
          <a:xfrm>
            <a:off x="9776167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5-line207"/>
          <p:cNvSpPr/>
          <p:nvPr/>
        </p:nvSpPr>
        <p:spPr>
          <a:xfrm>
            <a:off x="9776167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5-line208"/>
          <p:cNvSpPr/>
          <p:nvPr/>
        </p:nvSpPr>
        <p:spPr>
          <a:xfrm>
            <a:off x="9776167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5-line209"/>
          <p:cNvSpPr/>
          <p:nvPr/>
        </p:nvSpPr>
        <p:spPr>
          <a:xfrm>
            <a:off x="9776167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5-line210"/>
          <p:cNvSpPr/>
          <p:nvPr/>
        </p:nvSpPr>
        <p:spPr>
          <a:xfrm>
            <a:off x="9776167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5-line211"/>
          <p:cNvSpPr/>
          <p:nvPr/>
        </p:nvSpPr>
        <p:spPr>
          <a:xfrm>
            <a:off x="9776167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5-line212"/>
          <p:cNvSpPr/>
          <p:nvPr/>
        </p:nvSpPr>
        <p:spPr>
          <a:xfrm>
            <a:off x="9776167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5-line213"/>
          <p:cNvSpPr/>
          <p:nvPr/>
        </p:nvSpPr>
        <p:spPr>
          <a:xfrm>
            <a:off x="9776167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5-line214"/>
          <p:cNvSpPr/>
          <p:nvPr/>
        </p:nvSpPr>
        <p:spPr>
          <a:xfrm>
            <a:off x="9776167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5-rod215"/>
          <p:cNvSpPr/>
          <p:nvPr/>
        </p:nvSpPr>
        <p:spPr>
          <a:xfrm>
            <a:off x="10174634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3" name="S05-line216"/>
          <p:cNvSpPr/>
          <p:nvPr/>
        </p:nvSpPr>
        <p:spPr>
          <a:xfrm>
            <a:off x="10174634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5-line217"/>
          <p:cNvSpPr/>
          <p:nvPr/>
        </p:nvSpPr>
        <p:spPr>
          <a:xfrm>
            <a:off x="10174634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5-line218"/>
          <p:cNvSpPr/>
          <p:nvPr/>
        </p:nvSpPr>
        <p:spPr>
          <a:xfrm>
            <a:off x="10174634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5-line219"/>
          <p:cNvSpPr/>
          <p:nvPr/>
        </p:nvSpPr>
        <p:spPr>
          <a:xfrm>
            <a:off x="10174634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5-line220"/>
          <p:cNvSpPr/>
          <p:nvPr/>
        </p:nvSpPr>
        <p:spPr>
          <a:xfrm>
            <a:off x="10174634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5-line221"/>
          <p:cNvSpPr/>
          <p:nvPr/>
        </p:nvSpPr>
        <p:spPr>
          <a:xfrm>
            <a:off x="10174634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5-line222"/>
          <p:cNvSpPr/>
          <p:nvPr/>
        </p:nvSpPr>
        <p:spPr>
          <a:xfrm>
            <a:off x="10174634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5-line223"/>
          <p:cNvSpPr/>
          <p:nvPr/>
        </p:nvSpPr>
        <p:spPr>
          <a:xfrm>
            <a:off x="10174634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5-line224"/>
          <p:cNvSpPr/>
          <p:nvPr/>
        </p:nvSpPr>
        <p:spPr>
          <a:xfrm>
            <a:off x="10174634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5-rod225"/>
          <p:cNvSpPr/>
          <p:nvPr/>
        </p:nvSpPr>
        <p:spPr>
          <a:xfrm>
            <a:off x="10573102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3" name="S05-line226"/>
          <p:cNvSpPr/>
          <p:nvPr/>
        </p:nvSpPr>
        <p:spPr>
          <a:xfrm>
            <a:off x="10573102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5-line227"/>
          <p:cNvSpPr/>
          <p:nvPr/>
        </p:nvSpPr>
        <p:spPr>
          <a:xfrm>
            <a:off x="10573102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5-line228"/>
          <p:cNvSpPr/>
          <p:nvPr/>
        </p:nvSpPr>
        <p:spPr>
          <a:xfrm>
            <a:off x="10573102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5-line229"/>
          <p:cNvSpPr/>
          <p:nvPr/>
        </p:nvSpPr>
        <p:spPr>
          <a:xfrm>
            <a:off x="10573102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5-line230"/>
          <p:cNvSpPr/>
          <p:nvPr/>
        </p:nvSpPr>
        <p:spPr>
          <a:xfrm>
            <a:off x="10573102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5-line231"/>
          <p:cNvSpPr/>
          <p:nvPr/>
        </p:nvSpPr>
        <p:spPr>
          <a:xfrm>
            <a:off x="10573102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5-line232"/>
          <p:cNvSpPr/>
          <p:nvPr/>
        </p:nvSpPr>
        <p:spPr>
          <a:xfrm>
            <a:off x="10573102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5-line233"/>
          <p:cNvSpPr/>
          <p:nvPr/>
        </p:nvSpPr>
        <p:spPr>
          <a:xfrm>
            <a:off x="10573102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5-line234"/>
          <p:cNvSpPr/>
          <p:nvPr/>
        </p:nvSpPr>
        <p:spPr>
          <a:xfrm>
            <a:off x="10573102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5-rod235"/>
          <p:cNvSpPr/>
          <p:nvPr/>
        </p:nvSpPr>
        <p:spPr>
          <a:xfrm>
            <a:off x="10971569" y="2061488"/>
            <a:ext cx="249042" cy="249042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3" name="S05-line236"/>
          <p:cNvSpPr/>
          <p:nvPr/>
        </p:nvSpPr>
        <p:spPr>
          <a:xfrm>
            <a:off x="10971569" y="231053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5-line237"/>
          <p:cNvSpPr/>
          <p:nvPr/>
        </p:nvSpPr>
        <p:spPr>
          <a:xfrm>
            <a:off x="10971569" y="255957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5-line238"/>
          <p:cNvSpPr/>
          <p:nvPr/>
        </p:nvSpPr>
        <p:spPr>
          <a:xfrm>
            <a:off x="10971569" y="280861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5-line239"/>
          <p:cNvSpPr/>
          <p:nvPr/>
        </p:nvSpPr>
        <p:spPr>
          <a:xfrm>
            <a:off x="10971569" y="305765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05-line240"/>
          <p:cNvSpPr/>
          <p:nvPr/>
        </p:nvSpPr>
        <p:spPr>
          <a:xfrm>
            <a:off x="10971569" y="3306699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05-line241"/>
          <p:cNvSpPr/>
          <p:nvPr/>
        </p:nvSpPr>
        <p:spPr>
          <a:xfrm>
            <a:off x="10971569" y="3555741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05-line242"/>
          <p:cNvSpPr/>
          <p:nvPr/>
        </p:nvSpPr>
        <p:spPr>
          <a:xfrm>
            <a:off x="10971569" y="3804783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05-line243"/>
          <p:cNvSpPr/>
          <p:nvPr/>
        </p:nvSpPr>
        <p:spPr>
          <a:xfrm>
            <a:off x="10971569" y="4053825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05-line244"/>
          <p:cNvSpPr/>
          <p:nvPr/>
        </p:nvSpPr>
        <p:spPr>
          <a:xfrm>
            <a:off x="10971569" y="4302867"/>
            <a:ext cx="24904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05-figure245" descr="수 모형: 백 0개, 십 5개, 일 0개"/>
          <p:cNvSpPr/>
          <p:nvPr/>
        </p:nvSpPr>
        <p:spPr>
          <a:xfrm>
            <a:off x="9107424" y="2061488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05-label246"/>
          <p:cNvSpPr txBox="1"/>
          <p:nvPr/>
        </p:nvSpPr>
        <p:spPr>
          <a:xfrm>
            <a:off x="9107424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오십 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묶어 세기</a:t>
            </a:r>
            <a:endParaRPr lang="ko-KR" sz="4400" dirty="0"/>
          </a:p>
        </p:txBody>
      </p:sp>
      <p:sp>
        <p:nvSpPr>
          <p:cNvPr id="3" name="S06-text2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콩을 10개씩 묶었어요.</a:t>
            </a:r>
            <a:endParaRPr lang="ko-KR" sz="3200" dirty="0"/>
          </a:p>
        </p:txBody>
      </p:sp>
      <p:sp>
        <p:nvSpPr>
          <p:cNvPr id="4" name="S06-card24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4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ko-KR" sz="32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이십삼 또는 스물셋이라고 읽어요.</a:t>
            </a:r>
            <a:endParaRPr lang="ko-KR" sz="3200" dirty="0"/>
          </a:p>
        </p:txBody>
      </p:sp>
      <p:sp>
        <p:nvSpPr>
          <p:cNvPr id="6" name="S06-dot250"/>
          <p:cNvSpPr/>
          <p:nvPr/>
        </p:nvSpPr>
        <p:spPr>
          <a:xfrm>
            <a:off x="650971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dot251"/>
          <p:cNvSpPr/>
          <p:nvPr/>
        </p:nvSpPr>
        <p:spPr>
          <a:xfrm>
            <a:off x="1189552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252"/>
          <p:cNvSpPr/>
          <p:nvPr/>
        </p:nvSpPr>
        <p:spPr>
          <a:xfrm>
            <a:off x="1728134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253"/>
          <p:cNvSpPr/>
          <p:nvPr/>
        </p:nvSpPr>
        <p:spPr>
          <a:xfrm>
            <a:off x="2266715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254"/>
          <p:cNvSpPr/>
          <p:nvPr/>
        </p:nvSpPr>
        <p:spPr>
          <a:xfrm>
            <a:off x="2805297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255"/>
          <p:cNvSpPr/>
          <p:nvPr/>
        </p:nvSpPr>
        <p:spPr>
          <a:xfrm>
            <a:off x="3343879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256"/>
          <p:cNvSpPr/>
          <p:nvPr/>
        </p:nvSpPr>
        <p:spPr>
          <a:xfrm>
            <a:off x="3882460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257"/>
          <p:cNvSpPr/>
          <p:nvPr/>
        </p:nvSpPr>
        <p:spPr>
          <a:xfrm>
            <a:off x="4421042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258"/>
          <p:cNvSpPr/>
          <p:nvPr/>
        </p:nvSpPr>
        <p:spPr>
          <a:xfrm>
            <a:off x="4959623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259"/>
          <p:cNvSpPr/>
          <p:nvPr/>
        </p:nvSpPr>
        <p:spPr>
          <a:xfrm>
            <a:off x="5498205" y="265277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260"/>
          <p:cNvSpPr/>
          <p:nvPr/>
        </p:nvSpPr>
        <p:spPr>
          <a:xfrm>
            <a:off x="650971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261"/>
          <p:cNvSpPr/>
          <p:nvPr/>
        </p:nvSpPr>
        <p:spPr>
          <a:xfrm>
            <a:off x="1189552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dot262"/>
          <p:cNvSpPr/>
          <p:nvPr/>
        </p:nvSpPr>
        <p:spPr>
          <a:xfrm>
            <a:off x="1728134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6-dot263"/>
          <p:cNvSpPr/>
          <p:nvPr/>
        </p:nvSpPr>
        <p:spPr>
          <a:xfrm>
            <a:off x="2266715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dot264"/>
          <p:cNvSpPr/>
          <p:nvPr/>
        </p:nvSpPr>
        <p:spPr>
          <a:xfrm>
            <a:off x="2805297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dot265"/>
          <p:cNvSpPr/>
          <p:nvPr/>
        </p:nvSpPr>
        <p:spPr>
          <a:xfrm>
            <a:off x="3343879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dot266"/>
          <p:cNvSpPr/>
          <p:nvPr/>
        </p:nvSpPr>
        <p:spPr>
          <a:xfrm>
            <a:off x="3882460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6-dot267"/>
          <p:cNvSpPr/>
          <p:nvPr/>
        </p:nvSpPr>
        <p:spPr>
          <a:xfrm>
            <a:off x="4421042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dot268"/>
          <p:cNvSpPr/>
          <p:nvPr/>
        </p:nvSpPr>
        <p:spPr>
          <a:xfrm>
            <a:off x="4959623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dot269"/>
          <p:cNvSpPr/>
          <p:nvPr/>
        </p:nvSpPr>
        <p:spPr>
          <a:xfrm>
            <a:off x="5498205" y="3191352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group270"/>
          <p:cNvSpPr/>
          <p:nvPr/>
        </p:nvSpPr>
        <p:spPr>
          <a:xfrm>
            <a:off x="576072" y="2587015"/>
            <a:ext cx="5330952" cy="465430"/>
          </a:xfrm>
          <a:prstGeom prst="roundRect">
            <a:avLst>
              <a:gd name="adj" fmla="val 23576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6-group271"/>
          <p:cNvSpPr/>
          <p:nvPr/>
        </p:nvSpPr>
        <p:spPr>
          <a:xfrm>
            <a:off x="576072" y="3125597"/>
            <a:ext cx="5330952" cy="465430"/>
          </a:xfrm>
          <a:prstGeom prst="roundRect">
            <a:avLst>
              <a:gd name="adj" fmla="val 23576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6-figure272" descr="10개씩 묶은 점 두 줄"/>
          <p:cNvSpPr/>
          <p:nvPr/>
        </p:nvSpPr>
        <p:spPr>
          <a:xfrm>
            <a:off x="548640" y="2550439"/>
            <a:ext cx="5385816" cy="10771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6-label273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2개</a:t>
            </a:r>
            <a:endParaRPr lang="ko-KR" sz="2600" dirty="0"/>
          </a:p>
        </p:txBody>
      </p:sp>
      <p:sp>
        <p:nvSpPr>
          <p:cNvPr id="30" name="S06-dot274"/>
          <p:cNvSpPr/>
          <p:nvPr/>
        </p:nvSpPr>
        <p:spPr>
          <a:xfrm>
            <a:off x="6356827" y="2922061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275"/>
          <p:cNvSpPr/>
          <p:nvPr/>
        </p:nvSpPr>
        <p:spPr>
          <a:xfrm>
            <a:off x="6895408" y="2922061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276"/>
          <p:cNvSpPr/>
          <p:nvPr/>
        </p:nvSpPr>
        <p:spPr>
          <a:xfrm>
            <a:off x="7433990" y="2922061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figure277" descr="묶지 않은 점 3개"/>
          <p:cNvSpPr/>
          <p:nvPr/>
        </p:nvSpPr>
        <p:spPr>
          <a:xfrm>
            <a:off x="6254496" y="2819730"/>
            <a:ext cx="5385816" cy="5385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06-label278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3개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먼저, 낱개 나중</a:t>
            </a:r>
            <a:endParaRPr lang="ko-KR" sz="4400" dirty="0"/>
          </a:p>
        </p:txBody>
      </p:sp>
      <p:sp>
        <p:nvSpPr>
          <p:cNvPr id="3" name="S07-card27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28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ko-KR" sz="32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삼십사 또는 서른넷이라고 읽어요.</a:t>
            </a:r>
            <a:endParaRPr lang="ko-KR" sz="3200" dirty="0"/>
          </a:p>
        </p:txBody>
      </p:sp>
      <p:sp>
        <p:nvSpPr>
          <p:cNvPr id="5" name="S07-rod281"/>
          <p:cNvSpPr/>
          <p:nvPr/>
        </p:nvSpPr>
        <p:spPr>
          <a:xfrm>
            <a:off x="2256338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7-line282"/>
          <p:cNvSpPr/>
          <p:nvPr/>
        </p:nvSpPr>
        <p:spPr>
          <a:xfrm>
            <a:off x="2256338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7-line283"/>
          <p:cNvSpPr/>
          <p:nvPr/>
        </p:nvSpPr>
        <p:spPr>
          <a:xfrm>
            <a:off x="2256338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7-line284"/>
          <p:cNvSpPr/>
          <p:nvPr/>
        </p:nvSpPr>
        <p:spPr>
          <a:xfrm>
            <a:off x="2256338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7-line285"/>
          <p:cNvSpPr/>
          <p:nvPr/>
        </p:nvSpPr>
        <p:spPr>
          <a:xfrm>
            <a:off x="2256338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7-line286"/>
          <p:cNvSpPr/>
          <p:nvPr/>
        </p:nvSpPr>
        <p:spPr>
          <a:xfrm>
            <a:off x="2256338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287"/>
          <p:cNvSpPr/>
          <p:nvPr/>
        </p:nvSpPr>
        <p:spPr>
          <a:xfrm>
            <a:off x="2256338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7-line288"/>
          <p:cNvSpPr/>
          <p:nvPr/>
        </p:nvSpPr>
        <p:spPr>
          <a:xfrm>
            <a:off x="2256338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7-line289"/>
          <p:cNvSpPr/>
          <p:nvPr/>
        </p:nvSpPr>
        <p:spPr>
          <a:xfrm>
            <a:off x="2256338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290"/>
          <p:cNvSpPr/>
          <p:nvPr/>
        </p:nvSpPr>
        <p:spPr>
          <a:xfrm>
            <a:off x="2256338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7-rod291"/>
          <p:cNvSpPr/>
          <p:nvPr/>
        </p:nvSpPr>
        <p:spPr>
          <a:xfrm>
            <a:off x="2773170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line292"/>
          <p:cNvSpPr/>
          <p:nvPr/>
        </p:nvSpPr>
        <p:spPr>
          <a:xfrm>
            <a:off x="2773170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7-line293"/>
          <p:cNvSpPr/>
          <p:nvPr/>
        </p:nvSpPr>
        <p:spPr>
          <a:xfrm>
            <a:off x="2773170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7-line294"/>
          <p:cNvSpPr/>
          <p:nvPr/>
        </p:nvSpPr>
        <p:spPr>
          <a:xfrm>
            <a:off x="2773170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7-line295"/>
          <p:cNvSpPr/>
          <p:nvPr/>
        </p:nvSpPr>
        <p:spPr>
          <a:xfrm>
            <a:off x="2773170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7-line296"/>
          <p:cNvSpPr/>
          <p:nvPr/>
        </p:nvSpPr>
        <p:spPr>
          <a:xfrm>
            <a:off x="2773170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7-line297"/>
          <p:cNvSpPr/>
          <p:nvPr/>
        </p:nvSpPr>
        <p:spPr>
          <a:xfrm>
            <a:off x="2773170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7-line298"/>
          <p:cNvSpPr/>
          <p:nvPr/>
        </p:nvSpPr>
        <p:spPr>
          <a:xfrm>
            <a:off x="2773170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7-line299"/>
          <p:cNvSpPr/>
          <p:nvPr/>
        </p:nvSpPr>
        <p:spPr>
          <a:xfrm>
            <a:off x="2773170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line300"/>
          <p:cNvSpPr/>
          <p:nvPr/>
        </p:nvSpPr>
        <p:spPr>
          <a:xfrm>
            <a:off x="2773170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7-rod301"/>
          <p:cNvSpPr/>
          <p:nvPr/>
        </p:nvSpPr>
        <p:spPr>
          <a:xfrm>
            <a:off x="3290001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line302"/>
          <p:cNvSpPr/>
          <p:nvPr/>
        </p:nvSpPr>
        <p:spPr>
          <a:xfrm>
            <a:off x="3290001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7-line303"/>
          <p:cNvSpPr/>
          <p:nvPr/>
        </p:nvSpPr>
        <p:spPr>
          <a:xfrm>
            <a:off x="3290001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7-line304"/>
          <p:cNvSpPr/>
          <p:nvPr/>
        </p:nvSpPr>
        <p:spPr>
          <a:xfrm>
            <a:off x="3290001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305"/>
          <p:cNvSpPr/>
          <p:nvPr/>
        </p:nvSpPr>
        <p:spPr>
          <a:xfrm>
            <a:off x="3290001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7-line306"/>
          <p:cNvSpPr/>
          <p:nvPr/>
        </p:nvSpPr>
        <p:spPr>
          <a:xfrm>
            <a:off x="3290001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307"/>
          <p:cNvSpPr/>
          <p:nvPr/>
        </p:nvSpPr>
        <p:spPr>
          <a:xfrm>
            <a:off x="3290001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7-line308"/>
          <p:cNvSpPr/>
          <p:nvPr/>
        </p:nvSpPr>
        <p:spPr>
          <a:xfrm>
            <a:off x="3290001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7-line309"/>
          <p:cNvSpPr/>
          <p:nvPr/>
        </p:nvSpPr>
        <p:spPr>
          <a:xfrm>
            <a:off x="3290001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7-line310"/>
          <p:cNvSpPr/>
          <p:nvPr/>
        </p:nvSpPr>
        <p:spPr>
          <a:xfrm>
            <a:off x="3290001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7-unit311"/>
          <p:cNvSpPr/>
          <p:nvPr/>
        </p:nvSpPr>
        <p:spPr>
          <a:xfrm>
            <a:off x="3806832" y="4216906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7-unit312"/>
          <p:cNvSpPr/>
          <p:nvPr/>
        </p:nvSpPr>
        <p:spPr>
          <a:xfrm>
            <a:off x="3806832" y="3813131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7-unit313"/>
          <p:cNvSpPr/>
          <p:nvPr/>
        </p:nvSpPr>
        <p:spPr>
          <a:xfrm>
            <a:off x="3806832" y="3409357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7-unit314"/>
          <p:cNvSpPr/>
          <p:nvPr/>
        </p:nvSpPr>
        <p:spPr>
          <a:xfrm>
            <a:off x="3806832" y="3005582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7-figure315" descr="10개 막대 3개와 낱개 4개"/>
          <p:cNvSpPr/>
          <p:nvPr/>
        </p:nvSpPr>
        <p:spPr>
          <a:xfrm>
            <a:off x="548640" y="139048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8" name="S07-table3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8524" y="2355342"/>
          <a:ext cx="4937760" cy="914400"/>
        </p:xfrm>
        <a:graphic>
          <a:graphicData uri="http://schemas.openxmlformats.org/drawingml/2006/table">
            <a:tbl>
              <a:tblPr/>
              <a:tblGrid>
                <a:gridCol w="2962656"/>
                <a:gridCol w="1975104"/>
              </a:tblGrid>
              <a:tr h="650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10개씩 묶음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얼마일까요?</a:t>
            </a:r>
            <a:endParaRPr lang="ko-KR" sz="4400" dirty="0"/>
          </a:p>
        </p:txBody>
      </p:sp>
      <p:sp>
        <p:nvSpPr>
          <p:cNvPr id="3" name="S08-text3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묶음과 낱개를 세어요.</a:t>
            </a:r>
            <a:endParaRPr lang="ko-KR" sz="3200" dirty="0"/>
          </a:p>
        </p:txBody>
      </p:sp>
      <p:sp>
        <p:nvSpPr>
          <p:cNvPr id="4" name="S08-card3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3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다는 얼마일까요? 두 가지로 읽어요.</a:t>
            </a:r>
            <a:endParaRPr lang="ko-KR" sz="3200" dirty="0"/>
          </a:p>
        </p:txBody>
      </p:sp>
      <p:sp>
        <p:nvSpPr>
          <p:cNvPr id="6" name="S08-chip32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ell321"/>
          <p:cNvSpPr/>
          <p:nvPr/>
        </p:nvSpPr>
        <p:spPr>
          <a:xfrm>
            <a:off x="548640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dot322"/>
          <p:cNvSpPr/>
          <p:nvPr/>
        </p:nvSpPr>
        <p:spPr>
          <a:xfrm>
            <a:off x="601907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8-cell323"/>
          <p:cNvSpPr/>
          <p:nvPr/>
        </p:nvSpPr>
        <p:spPr>
          <a:xfrm>
            <a:off x="861974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dot324"/>
          <p:cNvSpPr/>
          <p:nvPr/>
        </p:nvSpPr>
        <p:spPr>
          <a:xfrm>
            <a:off x="915241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cell325"/>
          <p:cNvSpPr/>
          <p:nvPr/>
        </p:nvSpPr>
        <p:spPr>
          <a:xfrm>
            <a:off x="1175309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dot326"/>
          <p:cNvSpPr/>
          <p:nvPr/>
        </p:nvSpPr>
        <p:spPr>
          <a:xfrm>
            <a:off x="1228576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8-cell327"/>
          <p:cNvSpPr/>
          <p:nvPr/>
        </p:nvSpPr>
        <p:spPr>
          <a:xfrm>
            <a:off x="1488643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dot328"/>
          <p:cNvSpPr/>
          <p:nvPr/>
        </p:nvSpPr>
        <p:spPr>
          <a:xfrm>
            <a:off x="1541910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8-cell329"/>
          <p:cNvSpPr/>
          <p:nvPr/>
        </p:nvSpPr>
        <p:spPr>
          <a:xfrm>
            <a:off x="1801978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8-dot330"/>
          <p:cNvSpPr/>
          <p:nvPr/>
        </p:nvSpPr>
        <p:spPr>
          <a:xfrm>
            <a:off x="1855244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8-cell331"/>
          <p:cNvSpPr/>
          <p:nvPr/>
        </p:nvSpPr>
        <p:spPr>
          <a:xfrm>
            <a:off x="548640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8-dot332"/>
          <p:cNvSpPr/>
          <p:nvPr/>
        </p:nvSpPr>
        <p:spPr>
          <a:xfrm>
            <a:off x="601907" y="3971471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8-cell333"/>
          <p:cNvSpPr/>
          <p:nvPr/>
        </p:nvSpPr>
        <p:spPr>
          <a:xfrm>
            <a:off x="861974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dot334"/>
          <p:cNvSpPr/>
          <p:nvPr/>
        </p:nvSpPr>
        <p:spPr>
          <a:xfrm>
            <a:off x="915241" y="3971471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8-cell335"/>
          <p:cNvSpPr/>
          <p:nvPr/>
        </p:nvSpPr>
        <p:spPr>
          <a:xfrm>
            <a:off x="1175309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dot336"/>
          <p:cNvSpPr/>
          <p:nvPr/>
        </p:nvSpPr>
        <p:spPr>
          <a:xfrm>
            <a:off x="1228576" y="3971471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8-cell337"/>
          <p:cNvSpPr/>
          <p:nvPr/>
        </p:nvSpPr>
        <p:spPr>
          <a:xfrm>
            <a:off x="1488643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8-dot338"/>
          <p:cNvSpPr/>
          <p:nvPr/>
        </p:nvSpPr>
        <p:spPr>
          <a:xfrm>
            <a:off x="1541910" y="3971471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8-cell339"/>
          <p:cNvSpPr/>
          <p:nvPr/>
        </p:nvSpPr>
        <p:spPr>
          <a:xfrm>
            <a:off x="1801978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8-dot340"/>
          <p:cNvSpPr/>
          <p:nvPr/>
        </p:nvSpPr>
        <p:spPr>
          <a:xfrm>
            <a:off x="1855244" y="3971471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8-figure341" descr="꽉 찬 십 칸 틀(10개)"/>
          <p:cNvSpPr/>
          <p:nvPr/>
        </p:nvSpPr>
        <p:spPr>
          <a:xfrm>
            <a:off x="548640" y="3604870"/>
            <a:ext cx="1566672" cy="626669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8-cell342"/>
          <p:cNvSpPr/>
          <p:nvPr/>
        </p:nvSpPr>
        <p:spPr>
          <a:xfrm>
            <a:off x="2435352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8-dot343"/>
          <p:cNvSpPr/>
          <p:nvPr/>
        </p:nvSpPr>
        <p:spPr>
          <a:xfrm>
            <a:off x="2488619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8-cell344"/>
          <p:cNvSpPr/>
          <p:nvPr/>
        </p:nvSpPr>
        <p:spPr>
          <a:xfrm>
            <a:off x="2748686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8-dot345"/>
          <p:cNvSpPr/>
          <p:nvPr/>
        </p:nvSpPr>
        <p:spPr>
          <a:xfrm>
            <a:off x="2801953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8-cell346"/>
          <p:cNvSpPr/>
          <p:nvPr/>
        </p:nvSpPr>
        <p:spPr>
          <a:xfrm>
            <a:off x="3062021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8-dot347"/>
          <p:cNvSpPr/>
          <p:nvPr/>
        </p:nvSpPr>
        <p:spPr>
          <a:xfrm>
            <a:off x="3115288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8-cell348"/>
          <p:cNvSpPr/>
          <p:nvPr/>
        </p:nvSpPr>
        <p:spPr>
          <a:xfrm>
            <a:off x="3375355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8-dot349"/>
          <p:cNvSpPr/>
          <p:nvPr/>
        </p:nvSpPr>
        <p:spPr>
          <a:xfrm>
            <a:off x="3428622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8-cell350"/>
          <p:cNvSpPr/>
          <p:nvPr/>
        </p:nvSpPr>
        <p:spPr>
          <a:xfrm>
            <a:off x="3688690" y="3604870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8-dot351"/>
          <p:cNvSpPr/>
          <p:nvPr/>
        </p:nvSpPr>
        <p:spPr>
          <a:xfrm>
            <a:off x="3741956" y="3658136"/>
            <a:ext cx="206801" cy="20680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8-cell352"/>
          <p:cNvSpPr/>
          <p:nvPr/>
        </p:nvSpPr>
        <p:spPr>
          <a:xfrm>
            <a:off x="2435352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8-cell353"/>
          <p:cNvSpPr/>
          <p:nvPr/>
        </p:nvSpPr>
        <p:spPr>
          <a:xfrm>
            <a:off x="2748686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8-cell354"/>
          <p:cNvSpPr/>
          <p:nvPr/>
        </p:nvSpPr>
        <p:spPr>
          <a:xfrm>
            <a:off x="3062021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8-cell355"/>
          <p:cNvSpPr/>
          <p:nvPr/>
        </p:nvSpPr>
        <p:spPr>
          <a:xfrm>
            <a:off x="3375355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8-cell356"/>
          <p:cNvSpPr/>
          <p:nvPr/>
        </p:nvSpPr>
        <p:spPr>
          <a:xfrm>
            <a:off x="3688690" y="3918204"/>
            <a:ext cx="313334" cy="31333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8-figure357" descr="십 칸 틀에 5개"/>
          <p:cNvSpPr/>
          <p:nvPr/>
        </p:nvSpPr>
        <p:spPr>
          <a:xfrm>
            <a:off x="2435352" y="3604870"/>
            <a:ext cx="1566672" cy="626669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4" name="S08-chip35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45" name="S08-rod359"/>
          <p:cNvSpPr/>
          <p:nvPr/>
        </p:nvSpPr>
        <p:spPr>
          <a:xfrm>
            <a:off x="5423887" y="2762016"/>
            <a:ext cx="231238" cy="231237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8-line360"/>
          <p:cNvSpPr/>
          <p:nvPr/>
        </p:nvSpPr>
        <p:spPr>
          <a:xfrm>
            <a:off x="5423887" y="2993253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8-line361"/>
          <p:cNvSpPr/>
          <p:nvPr/>
        </p:nvSpPr>
        <p:spPr>
          <a:xfrm>
            <a:off x="5423887" y="3224491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8-line362"/>
          <p:cNvSpPr/>
          <p:nvPr/>
        </p:nvSpPr>
        <p:spPr>
          <a:xfrm>
            <a:off x="5423887" y="345572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8-line363"/>
          <p:cNvSpPr/>
          <p:nvPr/>
        </p:nvSpPr>
        <p:spPr>
          <a:xfrm>
            <a:off x="5423887" y="3686966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8-line364"/>
          <p:cNvSpPr/>
          <p:nvPr/>
        </p:nvSpPr>
        <p:spPr>
          <a:xfrm>
            <a:off x="5423887" y="3918204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8-line365"/>
          <p:cNvSpPr/>
          <p:nvPr/>
        </p:nvSpPr>
        <p:spPr>
          <a:xfrm>
            <a:off x="5423887" y="4149442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8-line366"/>
          <p:cNvSpPr/>
          <p:nvPr/>
        </p:nvSpPr>
        <p:spPr>
          <a:xfrm>
            <a:off x="5423887" y="438067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8-line367"/>
          <p:cNvSpPr/>
          <p:nvPr/>
        </p:nvSpPr>
        <p:spPr>
          <a:xfrm>
            <a:off x="5423887" y="4611917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8-line368"/>
          <p:cNvSpPr/>
          <p:nvPr/>
        </p:nvSpPr>
        <p:spPr>
          <a:xfrm>
            <a:off x="5423887" y="4843155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8-rod369"/>
          <p:cNvSpPr/>
          <p:nvPr/>
        </p:nvSpPr>
        <p:spPr>
          <a:xfrm>
            <a:off x="5793867" y="2762016"/>
            <a:ext cx="231238" cy="231237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8-line370"/>
          <p:cNvSpPr/>
          <p:nvPr/>
        </p:nvSpPr>
        <p:spPr>
          <a:xfrm>
            <a:off x="5793867" y="2993253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8-line371"/>
          <p:cNvSpPr/>
          <p:nvPr/>
        </p:nvSpPr>
        <p:spPr>
          <a:xfrm>
            <a:off x="5793867" y="3224491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8-line372"/>
          <p:cNvSpPr/>
          <p:nvPr/>
        </p:nvSpPr>
        <p:spPr>
          <a:xfrm>
            <a:off x="5793867" y="345572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8-line373"/>
          <p:cNvSpPr/>
          <p:nvPr/>
        </p:nvSpPr>
        <p:spPr>
          <a:xfrm>
            <a:off x="5793867" y="3686966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8-line374"/>
          <p:cNvSpPr/>
          <p:nvPr/>
        </p:nvSpPr>
        <p:spPr>
          <a:xfrm>
            <a:off x="5793867" y="3918204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8-line375"/>
          <p:cNvSpPr/>
          <p:nvPr/>
        </p:nvSpPr>
        <p:spPr>
          <a:xfrm>
            <a:off x="5793867" y="4149442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8-line376"/>
          <p:cNvSpPr/>
          <p:nvPr/>
        </p:nvSpPr>
        <p:spPr>
          <a:xfrm>
            <a:off x="5793867" y="438067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8-line377"/>
          <p:cNvSpPr/>
          <p:nvPr/>
        </p:nvSpPr>
        <p:spPr>
          <a:xfrm>
            <a:off x="5793867" y="4611917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8-line378"/>
          <p:cNvSpPr/>
          <p:nvPr/>
        </p:nvSpPr>
        <p:spPr>
          <a:xfrm>
            <a:off x="5793867" y="4843155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8-unit379"/>
          <p:cNvSpPr/>
          <p:nvPr/>
        </p:nvSpPr>
        <p:spPr>
          <a:xfrm>
            <a:off x="6163847" y="4785345"/>
            <a:ext cx="231238" cy="2312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8-unit380"/>
          <p:cNvSpPr/>
          <p:nvPr/>
        </p:nvSpPr>
        <p:spPr>
          <a:xfrm>
            <a:off x="6163847" y="4496298"/>
            <a:ext cx="231238" cy="2312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8-unit381"/>
          <p:cNvSpPr/>
          <p:nvPr/>
        </p:nvSpPr>
        <p:spPr>
          <a:xfrm>
            <a:off x="6163847" y="4207251"/>
            <a:ext cx="231238" cy="2312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8-unit382"/>
          <p:cNvSpPr/>
          <p:nvPr/>
        </p:nvSpPr>
        <p:spPr>
          <a:xfrm>
            <a:off x="6163847" y="3918204"/>
            <a:ext cx="231238" cy="2312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8-unit383"/>
          <p:cNvSpPr/>
          <p:nvPr/>
        </p:nvSpPr>
        <p:spPr>
          <a:xfrm>
            <a:off x="6163847" y="3629157"/>
            <a:ext cx="231238" cy="2312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8-unit384"/>
          <p:cNvSpPr/>
          <p:nvPr/>
        </p:nvSpPr>
        <p:spPr>
          <a:xfrm>
            <a:off x="6464456" y="4785345"/>
            <a:ext cx="231238" cy="2312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8-figure385" descr="10개 막대 2개와 낱개 6개"/>
          <p:cNvSpPr/>
          <p:nvPr/>
        </p:nvSpPr>
        <p:spPr>
          <a:xfrm>
            <a:off x="4367784" y="27620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08-chip38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73" name="S08-rod387"/>
          <p:cNvSpPr/>
          <p:nvPr/>
        </p:nvSpPr>
        <p:spPr>
          <a:xfrm>
            <a:off x="9023355" y="2762016"/>
            <a:ext cx="231238" cy="231237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8-line388"/>
          <p:cNvSpPr/>
          <p:nvPr/>
        </p:nvSpPr>
        <p:spPr>
          <a:xfrm>
            <a:off x="9023355" y="2993253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8-line389"/>
          <p:cNvSpPr/>
          <p:nvPr/>
        </p:nvSpPr>
        <p:spPr>
          <a:xfrm>
            <a:off x="9023355" y="3224491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8-line390"/>
          <p:cNvSpPr/>
          <p:nvPr/>
        </p:nvSpPr>
        <p:spPr>
          <a:xfrm>
            <a:off x="9023355" y="345572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8-line391"/>
          <p:cNvSpPr/>
          <p:nvPr/>
        </p:nvSpPr>
        <p:spPr>
          <a:xfrm>
            <a:off x="9023355" y="3686966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8-line392"/>
          <p:cNvSpPr/>
          <p:nvPr/>
        </p:nvSpPr>
        <p:spPr>
          <a:xfrm>
            <a:off x="9023355" y="3918204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8-line393"/>
          <p:cNvSpPr/>
          <p:nvPr/>
        </p:nvSpPr>
        <p:spPr>
          <a:xfrm>
            <a:off x="9023355" y="4149442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8-line394"/>
          <p:cNvSpPr/>
          <p:nvPr/>
        </p:nvSpPr>
        <p:spPr>
          <a:xfrm>
            <a:off x="9023355" y="438067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8-line395"/>
          <p:cNvSpPr/>
          <p:nvPr/>
        </p:nvSpPr>
        <p:spPr>
          <a:xfrm>
            <a:off x="9023355" y="4611917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8-line396"/>
          <p:cNvSpPr/>
          <p:nvPr/>
        </p:nvSpPr>
        <p:spPr>
          <a:xfrm>
            <a:off x="9023355" y="4843155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8-rod397"/>
          <p:cNvSpPr/>
          <p:nvPr/>
        </p:nvSpPr>
        <p:spPr>
          <a:xfrm>
            <a:off x="9393335" y="2762016"/>
            <a:ext cx="231238" cy="231237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8-line398"/>
          <p:cNvSpPr/>
          <p:nvPr/>
        </p:nvSpPr>
        <p:spPr>
          <a:xfrm>
            <a:off x="9393335" y="2993253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8-line399"/>
          <p:cNvSpPr/>
          <p:nvPr/>
        </p:nvSpPr>
        <p:spPr>
          <a:xfrm>
            <a:off x="9393335" y="3224491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8-line400"/>
          <p:cNvSpPr/>
          <p:nvPr/>
        </p:nvSpPr>
        <p:spPr>
          <a:xfrm>
            <a:off x="9393335" y="345572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8-line401"/>
          <p:cNvSpPr/>
          <p:nvPr/>
        </p:nvSpPr>
        <p:spPr>
          <a:xfrm>
            <a:off x="9393335" y="3686966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8-line402"/>
          <p:cNvSpPr/>
          <p:nvPr/>
        </p:nvSpPr>
        <p:spPr>
          <a:xfrm>
            <a:off x="9393335" y="3918204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8-line403"/>
          <p:cNvSpPr/>
          <p:nvPr/>
        </p:nvSpPr>
        <p:spPr>
          <a:xfrm>
            <a:off x="9393335" y="4149442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8-line404"/>
          <p:cNvSpPr/>
          <p:nvPr/>
        </p:nvSpPr>
        <p:spPr>
          <a:xfrm>
            <a:off x="9393335" y="438067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8-line405"/>
          <p:cNvSpPr/>
          <p:nvPr/>
        </p:nvSpPr>
        <p:spPr>
          <a:xfrm>
            <a:off x="9393335" y="4611917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8-line406"/>
          <p:cNvSpPr/>
          <p:nvPr/>
        </p:nvSpPr>
        <p:spPr>
          <a:xfrm>
            <a:off x="9393335" y="4843155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8-rod407"/>
          <p:cNvSpPr/>
          <p:nvPr/>
        </p:nvSpPr>
        <p:spPr>
          <a:xfrm>
            <a:off x="9763316" y="2762016"/>
            <a:ext cx="231238" cy="231237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8-line408"/>
          <p:cNvSpPr/>
          <p:nvPr/>
        </p:nvSpPr>
        <p:spPr>
          <a:xfrm>
            <a:off x="9763316" y="2993253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8-line409"/>
          <p:cNvSpPr/>
          <p:nvPr/>
        </p:nvSpPr>
        <p:spPr>
          <a:xfrm>
            <a:off x="9763316" y="3224491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8-line410"/>
          <p:cNvSpPr/>
          <p:nvPr/>
        </p:nvSpPr>
        <p:spPr>
          <a:xfrm>
            <a:off x="9763316" y="345572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8-line411"/>
          <p:cNvSpPr/>
          <p:nvPr/>
        </p:nvSpPr>
        <p:spPr>
          <a:xfrm>
            <a:off x="9763316" y="3686966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8-line412"/>
          <p:cNvSpPr/>
          <p:nvPr/>
        </p:nvSpPr>
        <p:spPr>
          <a:xfrm>
            <a:off x="9763316" y="3918204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8-line413"/>
          <p:cNvSpPr/>
          <p:nvPr/>
        </p:nvSpPr>
        <p:spPr>
          <a:xfrm>
            <a:off x="9763316" y="4149442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8-line414"/>
          <p:cNvSpPr/>
          <p:nvPr/>
        </p:nvSpPr>
        <p:spPr>
          <a:xfrm>
            <a:off x="9763316" y="438067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8-line415"/>
          <p:cNvSpPr/>
          <p:nvPr/>
        </p:nvSpPr>
        <p:spPr>
          <a:xfrm>
            <a:off x="9763316" y="4611917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8-line416"/>
          <p:cNvSpPr/>
          <p:nvPr/>
        </p:nvSpPr>
        <p:spPr>
          <a:xfrm>
            <a:off x="9763316" y="4843155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8-rod417"/>
          <p:cNvSpPr/>
          <p:nvPr/>
        </p:nvSpPr>
        <p:spPr>
          <a:xfrm>
            <a:off x="10133296" y="2762016"/>
            <a:ext cx="231238" cy="231237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4" name="S08-line418"/>
          <p:cNvSpPr/>
          <p:nvPr/>
        </p:nvSpPr>
        <p:spPr>
          <a:xfrm>
            <a:off x="10133296" y="2993253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8-line419"/>
          <p:cNvSpPr/>
          <p:nvPr/>
        </p:nvSpPr>
        <p:spPr>
          <a:xfrm>
            <a:off x="10133296" y="3224491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8-line420"/>
          <p:cNvSpPr/>
          <p:nvPr/>
        </p:nvSpPr>
        <p:spPr>
          <a:xfrm>
            <a:off x="10133296" y="345572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8-line421"/>
          <p:cNvSpPr/>
          <p:nvPr/>
        </p:nvSpPr>
        <p:spPr>
          <a:xfrm>
            <a:off x="10133296" y="3686966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8-line422"/>
          <p:cNvSpPr/>
          <p:nvPr/>
        </p:nvSpPr>
        <p:spPr>
          <a:xfrm>
            <a:off x="10133296" y="3918204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8-line423"/>
          <p:cNvSpPr/>
          <p:nvPr/>
        </p:nvSpPr>
        <p:spPr>
          <a:xfrm>
            <a:off x="10133296" y="4149442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8-line424"/>
          <p:cNvSpPr/>
          <p:nvPr/>
        </p:nvSpPr>
        <p:spPr>
          <a:xfrm>
            <a:off x="10133296" y="4380679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8-line425"/>
          <p:cNvSpPr/>
          <p:nvPr/>
        </p:nvSpPr>
        <p:spPr>
          <a:xfrm>
            <a:off x="10133296" y="4611917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8-line426"/>
          <p:cNvSpPr/>
          <p:nvPr/>
        </p:nvSpPr>
        <p:spPr>
          <a:xfrm>
            <a:off x="10133296" y="4843155"/>
            <a:ext cx="2312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8-unit427"/>
          <p:cNvSpPr/>
          <p:nvPr/>
        </p:nvSpPr>
        <p:spPr>
          <a:xfrm>
            <a:off x="10503276" y="4785345"/>
            <a:ext cx="231238" cy="2312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4" name="S08-figure428" descr="10개 막대 4개와 낱개 1개"/>
          <p:cNvSpPr/>
          <p:nvPr/>
        </p:nvSpPr>
        <p:spPr>
          <a:xfrm>
            <a:off x="8186928" y="27620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말하고 써 봐요</a:t>
            </a:r>
            <a:endParaRPr lang="ko-KR" sz="4400" dirty="0"/>
          </a:p>
        </p:txBody>
      </p:sp>
      <p:sp>
        <p:nvSpPr>
          <p:cNvPr id="3" name="S09-card4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4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묶음의 수를 먼저, 낱개의 수를 뒤에 써요.</a:t>
            </a:r>
            <a:endParaRPr lang="ko-KR" sz="3200" dirty="0"/>
          </a:p>
        </p:txBody>
      </p:sp>
      <p:sp>
        <p:nvSpPr>
          <p:cNvPr id="5" name="S09-chip43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9-text43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4개, 낱개 7개는?</a:t>
            </a:r>
            <a:endParaRPr lang="ko-KR" sz="3200" dirty="0"/>
          </a:p>
        </p:txBody>
      </p:sp>
      <p:sp>
        <p:nvSpPr>
          <p:cNvPr id="7" name="S09-chip43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9-text43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38을 두 가지로 읽어요.</a:t>
            </a:r>
            <a:endParaRPr lang="ko-KR" sz="3200" dirty="0"/>
          </a:p>
        </p:txBody>
      </p:sp>
      <p:sp>
        <p:nvSpPr>
          <p:cNvPr id="9" name="S09-chip43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9-text43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열다섯을 숫자로 써요.</a:t>
            </a:r>
            <a:endParaRPr lang="ko-KR" sz="3200" dirty="0"/>
          </a:p>
        </p:txBody>
      </p:sp>
      <p:sp>
        <p:nvSpPr>
          <p:cNvPr id="11" name="S09-chip43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9-text43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50은 묶음 몇 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0-card4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4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‘서른넷’을 숫자로 썼어요.</a:t>
            </a:r>
            <a:endParaRPr lang="ko-KR" sz="3200" dirty="0"/>
          </a:p>
        </p:txBody>
      </p:sp>
      <p:sp>
        <p:nvSpPr>
          <p:cNvPr id="5" name="S10-card4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4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0-chip4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600" dirty="0"/>
          </a:p>
        </p:txBody>
      </p:sp>
      <p:sp>
        <p:nvSpPr>
          <p:cNvPr id="8" name="S10-eqtext44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304</a:t>
            </a:r>
            <a:endParaRPr lang="ko-KR" sz="3600" dirty="0"/>
          </a:p>
        </p:txBody>
      </p:sp>
      <p:sp>
        <p:nvSpPr>
          <p:cNvPr id="9" name="S10-chip44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600" dirty="0"/>
          </a:p>
        </p:txBody>
      </p:sp>
      <p:sp>
        <p:nvSpPr>
          <p:cNvPr id="10" name="S10-eqtext44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4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200" dirty="0"/>
          </a:p>
        </p:txBody>
      </p:sp>
      <p:sp>
        <p:nvSpPr>
          <p:cNvPr id="4" name="S11-chip44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text449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1개, 낱개 8개는?</a:t>
            </a:r>
            <a:endParaRPr lang="ko-KR" sz="3200" dirty="0"/>
          </a:p>
        </p:txBody>
      </p:sp>
      <p:sp>
        <p:nvSpPr>
          <p:cNvPr id="6" name="S11-chip45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text45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45를 두 가지로 읽어요.</a:t>
            </a:r>
            <a:endParaRPr lang="ko-KR" sz="3200" dirty="0"/>
          </a:p>
        </p:txBody>
      </p:sp>
      <p:sp>
        <p:nvSpPr>
          <p:cNvPr id="8" name="S11-chip45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text45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서른둘을 숫자로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34를 나타내는 것은?</a:t>
            </a:r>
            <a:endParaRPr lang="ko-KR" sz="4400" dirty="0"/>
          </a:p>
        </p:txBody>
      </p:sp>
      <p:sp>
        <p:nvSpPr>
          <p:cNvPr id="3" name="S13-card4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4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13-chip456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3-rod457"/>
          <p:cNvSpPr/>
          <p:nvPr/>
        </p:nvSpPr>
        <p:spPr>
          <a:xfrm>
            <a:off x="1131189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3-line458"/>
          <p:cNvSpPr/>
          <p:nvPr/>
        </p:nvSpPr>
        <p:spPr>
          <a:xfrm>
            <a:off x="1131189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3-line459"/>
          <p:cNvSpPr/>
          <p:nvPr/>
        </p:nvSpPr>
        <p:spPr>
          <a:xfrm>
            <a:off x="1131189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3-line460"/>
          <p:cNvSpPr/>
          <p:nvPr/>
        </p:nvSpPr>
        <p:spPr>
          <a:xfrm>
            <a:off x="1131189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3-line461"/>
          <p:cNvSpPr/>
          <p:nvPr/>
        </p:nvSpPr>
        <p:spPr>
          <a:xfrm>
            <a:off x="1131189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3-line462"/>
          <p:cNvSpPr/>
          <p:nvPr/>
        </p:nvSpPr>
        <p:spPr>
          <a:xfrm>
            <a:off x="1131189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3-line463"/>
          <p:cNvSpPr/>
          <p:nvPr/>
        </p:nvSpPr>
        <p:spPr>
          <a:xfrm>
            <a:off x="1131189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3-line464"/>
          <p:cNvSpPr/>
          <p:nvPr/>
        </p:nvSpPr>
        <p:spPr>
          <a:xfrm>
            <a:off x="1131189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3-line465"/>
          <p:cNvSpPr/>
          <p:nvPr/>
        </p:nvSpPr>
        <p:spPr>
          <a:xfrm>
            <a:off x="1131189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3-line466"/>
          <p:cNvSpPr/>
          <p:nvPr/>
        </p:nvSpPr>
        <p:spPr>
          <a:xfrm>
            <a:off x="1131189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3-rod467"/>
          <p:cNvSpPr/>
          <p:nvPr/>
        </p:nvSpPr>
        <p:spPr>
          <a:xfrm>
            <a:off x="1606677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line468"/>
          <p:cNvSpPr/>
          <p:nvPr/>
        </p:nvSpPr>
        <p:spPr>
          <a:xfrm>
            <a:off x="1606677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3-line469"/>
          <p:cNvSpPr/>
          <p:nvPr/>
        </p:nvSpPr>
        <p:spPr>
          <a:xfrm>
            <a:off x="1606677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3-line470"/>
          <p:cNvSpPr/>
          <p:nvPr/>
        </p:nvSpPr>
        <p:spPr>
          <a:xfrm>
            <a:off x="1606677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3-line471"/>
          <p:cNvSpPr/>
          <p:nvPr/>
        </p:nvSpPr>
        <p:spPr>
          <a:xfrm>
            <a:off x="1606677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3-line472"/>
          <p:cNvSpPr/>
          <p:nvPr/>
        </p:nvSpPr>
        <p:spPr>
          <a:xfrm>
            <a:off x="1606677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3-line473"/>
          <p:cNvSpPr/>
          <p:nvPr/>
        </p:nvSpPr>
        <p:spPr>
          <a:xfrm>
            <a:off x="1606677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3-line474"/>
          <p:cNvSpPr/>
          <p:nvPr/>
        </p:nvSpPr>
        <p:spPr>
          <a:xfrm>
            <a:off x="1606677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3-line475"/>
          <p:cNvSpPr/>
          <p:nvPr/>
        </p:nvSpPr>
        <p:spPr>
          <a:xfrm>
            <a:off x="1606677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3-line476"/>
          <p:cNvSpPr/>
          <p:nvPr/>
        </p:nvSpPr>
        <p:spPr>
          <a:xfrm>
            <a:off x="1606677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3-rod477"/>
          <p:cNvSpPr/>
          <p:nvPr/>
        </p:nvSpPr>
        <p:spPr>
          <a:xfrm>
            <a:off x="2082165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3-line478"/>
          <p:cNvSpPr/>
          <p:nvPr/>
        </p:nvSpPr>
        <p:spPr>
          <a:xfrm>
            <a:off x="2082165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3-line479"/>
          <p:cNvSpPr/>
          <p:nvPr/>
        </p:nvSpPr>
        <p:spPr>
          <a:xfrm>
            <a:off x="2082165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3-line480"/>
          <p:cNvSpPr/>
          <p:nvPr/>
        </p:nvSpPr>
        <p:spPr>
          <a:xfrm>
            <a:off x="2082165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3-line481"/>
          <p:cNvSpPr/>
          <p:nvPr/>
        </p:nvSpPr>
        <p:spPr>
          <a:xfrm>
            <a:off x="2082165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3-line482"/>
          <p:cNvSpPr/>
          <p:nvPr/>
        </p:nvSpPr>
        <p:spPr>
          <a:xfrm>
            <a:off x="2082165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3-line483"/>
          <p:cNvSpPr/>
          <p:nvPr/>
        </p:nvSpPr>
        <p:spPr>
          <a:xfrm>
            <a:off x="2082165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3-line484"/>
          <p:cNvSpPr/>
          <p:nvPr/>
        </p:nvSpPr>
        <p:spPr>
          <a:xfrm>
            <a:off x="2082165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3-line485"/>
          <p:cNvSpPr/>
          <p:nvPr/>
        </p:nvSpPr>
        <p:spPr>
          <a:xfrm>
            <a:off x="2082165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3-line486"/>
          <p:cNvSpPr/>
          <p:nvPr/>
        </p:nvSpPr>
        <p:spPr>
          <a:xfrm>
            <a:off x="2082165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3-rod487"/>
          <p:cNvSpPr/>
          <p:nvPr/>
        </p:nvSpPr>
        <p:spPr>
          <a:xfrm>
            <a:off x="2557653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3-line488"/>
          <p:cNvSpPr/>
          <p:nvPr/>
        </p:nvSpPr>
        <p:spPr>
          <a:xfrm>
            <a:off x="2557653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3-line489"/>
          <p:cNvSpPr/>
          <p:nvPr/>
        </p:nvSpPr>
        <p:spPr>
          <a:xfrm>
            <a:off x="2557653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3-line490"/>
          <p:cNvSpPr/>
          <p:nvPr/>
        </p:nvSpPr>
        <p:spPr>
          <a:xfrm>
            <a:off x="2557653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3-line491"/>
          <p:cNvSpPr/>
          <p:nvPr/>
        </p:nvSpPr>
        <p:spPr>
          <a:xfrm>
            <a:off x="2557653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3-line492"/>
          <p:cNvSpPr/>
          <p:nvPr/>
        </p:nvSpPr>
        <p:spPr>
          <a:xfrm>
            <a:off x="2557653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3-line493"/>
          <p:cNvSpPr/>
          <p:nvPr/>
        </p:nvSpPr>
        <p:spPr>
          <a:xfrm>
            <a:off x="2557653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3-line494"/>
          <p:cNvSpPr/>
          <p:nvPr/>
        </p:nvSpPr>
        <p:spPr>
          <a:xfrm>
            <a:off x="2557653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3-line495"/>
          <p:cNvSpPr/>
          <p:nvPr/>
        </p:nvSpPr>
        <p:spPr>
          <a:xfrm>
            <a:off x="2557653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3-line496"/>
          <p:cNvSpPr/>
          <p:nvPr/>
        </p:nvSpPr>
        <p:spPr>
          <a:xfrm>
            <a:off x="2557653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3-unit497"/>
          <p:cNvSpPr/>
          <p:nvPr/>
        </p:nvSpPr>
        <p:spPr>
          <a:xfrm>
            <a:off x="3033141" y="46897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13-unit498"/>
          <p:cNvSpPr/>
          <p:nvPr/>
        </p:nvSpPr>
        <p:spPr>
          <a:xfrm>
            <a:off x="3033141" y="431825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3-unit499"/>
          <p:cNvSpPr/>
          <p:nvPr/>
        </p:nvSpPr>
        <p:spPr>
          <a:xfrm>
            <a:off x="3033141" y="394677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13-figure500" descr="10개 막대 4개와 낱개 3개"/>
          <p:cNvSpPr/>
          <p:nvPr/>
        </p:nvSpPr>
        <p:spPr>
          <a:xfrm>
            <a:off x="548640" y="208940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13-chip501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51" name="S13-rod502"/>
          <p:cNvSpPr/>
          <p:nvPr/>
        </p:nvSpPr>
        <p:spPr>
          <a:xfrm>
            <a:off x="5188077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13-line503"/>
          <p:cNvSpPr/>
          <p:nvPr/>
        </p:nvSpPr>
        <p:spPr>
          <a:xfrm>
            <a:off x="5188077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3-line504"/>
          <p:cNvSpPr/>
          <p:nvPr/>
        </p:nvSpPr>
        <p:spPr>
          <a:xfrm>
            <a:off x="5188077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3-line505"/>
          <p:cNvSpPr/>
          <p:nvPr/>
        </p:nvSpPr>
        <p:spPr>
          <a:xfrm>
            <a:off x="5188077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3-line506"/>
          <p:cNvSpPr/>
          <p:nvPr/>
        </p:nvSpPr>
        <p:spPr>
          <a:xfrm>
            <a:off x="5188077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3-line507"/>
          <p:cNvSpPr/>
          <p:nvPr/>
        </p:nvSpPr>
        <p:spPr>
          <a:xfrm>
            <a:off x="5188077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3-line508"/>
          <p:cNvSpPr/>
          <p:nvPr/>
        </p:nvSpPr>
        <p:spPr>
          <a:xfrm>
            <a:off x="5188077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3-line509"/>
          <p:cNvSpPr/>
          <p:nvPr/>
        </p:nvSpPr>
        <p:spPr>
          <a:xfrm>
            <a:off x="5188077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3-line510"/>
          <p:cNvSpPr/>
          <p:nvPr/>
        </p:nvSpPr>
        <p:spPr>
          <a:xfrm>
            <a:off x="5188077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3-line511"/>
          <p:cNvSpPr/>
          <p:nvPr/>
        </p:nvSpPr>
        <p:spPr>
          <a:xfrm>
            <a:off x="5188077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3-rod512"/>
          <p:cNvSpPr/>
          <p:nvPr/>
        </p:nvSpPr>
        <p:spPr>
          <a:xfrm>
            <a:off x="5663565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13-line513"/>
          <p:cNvSpPr/>
          <p:nvPr/>
        </p:nvSpPr>
        <p:spPr>
          <a:xfrm>
            <a:off x="5663565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3-line514"/>
          <p:cNvSpPr/>
          <p:nvPr/>
        </p:nvSpPr>
        <p:spPr>
          <a:xfrm>
            <a:off x="5663565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3-line515"/>
          <p:cNvSpPr/>
          <p:nvPr/>
        </p:nvSpPr>
        <p:spPr>
          <a:xfrm>
            <a:off x="5663565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3-line516"/>
          <p:cNvSpPr/>
          <p:nvPr/>
        </p:nvSpPr>
        <p:spPr>
          <a:xfrm>
            <a:off x="5663565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3-line517"/>
          <p:cNvSpPr/>
          <p:nvPr/>
        </p:nvSpPr>
        <p:spPr>
          <a:xfrm>
            <a:off x="5663565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3-line518"/>
          <p:cNvSpPr/>
          <p:nvPr/>
        </p:nvSpPr>
        <p:spPr>
          <a:xfrm>
            <a:off x="5663565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3-line519"/>
          <p:cNvSpPr/>
          <p:nvPr/>
        </p:nvSpPr>
        <p:spPr>
          <a:xfrm>
            <a:off x="5663565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3-line520"/>
          <p:cNvSpPr/>
          <p:nvPr/>
        </p:nvSpPr>
        <p:spPr>
          <a:xfrm>
            <a:off x="5663565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3-line521"/>
          <p:cNvSpPr/>
          <p:nvPr/>
        </p:nvSpPr>
        <p:spPr>
          <a:xfrm>
            <a:off x="5663565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3-rod522"/>
          <p:cNvSpPr/>
          <p:nvPr/>
        </p:nvSpPr>
        <p:spPr>
          <a:xfrm>
            <a:off x="6139053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13-line523"/>
          <p:cNvSpPr/>
          <p:nvPr/>
        </p:nvSpPr>
        <p:spPr>
          <a:xfrm>
            <a:off x="6139053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3-line524"/>
          <p:cNvSpPr/>
          <p:nvPr/>
        </p:nvSpPr>
        <p:spPr>
          <a:xfrm>
            <a:off x="6139053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13-line525"/>
          <p:cNvSpPr/>
          <p:nvPr/>
        </p:nvSpPr>
        <p:spPr>
          <a:xfrm>
            <a:off x="6139053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13-line526"/>
          <p:cNvSpPr/>
          <p:nvPr/>
        </p:nvSpPr>
        <p:spPr>
          <a:xfrm>
            <a:off x="6139053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13-line527"/>
          <p:cNvSpPr/>
          <p:nvPr/>
        </p:nvSpPr>
        <p:spPr>
          <a:xfrm>
            <a:off x="6139053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13-line528"/>
          <p:cNvSpPr/>
          <p:nvPr/>
        </p:nvSpPr>
        <p:spPr>
          <a:xfrm>
            <a:off x="6139053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13-line529"/>
          <p:cNvSpPr/>
          <p:nvPr/>
        </p:nvSpPr>
        <p:spPr>
          <a:xfrm>
            <a:off x="6139053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13-line530"/>
          <p:cNvSpPr/>
          <p:nvPr/>
        </p:nvSpPr>
        <p:spPr>
          <a:xfrm>
            <a:off x="6139053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13-line531"/>
          <p:cNvSpPr/>
          <p:nvPr/>
        </p:nvSpPr>
        <p:spPr>
          <a:xfrm>
            <a:off x="6139053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13-unit532"/>
          <p:cNvSpPr/>
          <p:nvPr/>
        </p:nvSpPr>
        <p:spPr>
          <a:xfrm>
            <a:off x="6614541" y="46897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13-unit533"/>
          <p:cNvSpPr/>
          <p:nvPr/>
        </p:nvSpPr>
        <p:spPr>
          <a:xfrm>
            <a:off x="6614541" y="431825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13-unit534"/>
          <p:cNvSpPr/>
          <p:nvPr/>
        </p:nvSpPr>
        <p:spPr>
          <a:xfrm>
            <a:off x="6614541" y="394677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13-unit535"/>
          <p:cNvSpPr/>
          <p:nvPr/>
        </p:nvSpPr>
        <p:spPr>
          <a:xfrm>
            <a:off x="6614541" y="357530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13-figure536" descr="10개 막대 3개와 낱개 4개"/>
          <p:cNvSpPr/>
          <p:nvPr/>
        </p:nvSpPr>
        <p:spPr>
          <a:xfrm>
            <a:off x="4367784" y="208940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13-chip537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87" name="S13-rod538"/>
          <p:cNvSpPr/>
          <p:nvPr/>
        </p:nvSpPr>
        <p:spPr>
          <a:xfrm>
            <a:off x="9007221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13-line539"/>
          <p:cNvSpPr/>
          <p:nvPr/>
        </p:nvSpPr>
        <p:spPr>
          <a:xfrm>
            <a:off x="9007221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3-line540"/>
          <p:cNvSpPr/>
          <p:nvPr/>
        </p:nvSpPr>
        <p:spPr>
          <a:xfrm>
            <a:off x="9007221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3-line541"/>
          <p:cNvSpPr/>
          <p:nvPr/>
        </p:nvSpPr>
        <p:spPr>
          <a:xfrm>
            <a:off x="9007221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3-line542"/>
          <p:cNvSpPr/>
          <p:nvPr/>
        </p:nvSpPr>
        <p:spPr>
          <a:xfrm>
            <a:off x="9007221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3-line543"/>
          <p:cNvSpPr/>
          <p:nvPr/>
        </p:nvSpPr>
        <p:spPr>
          <a:xfrm>
            <a:off x="9007221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3-line544"/>
          <p:cNvSpPr/>
          <p:nvPr/>
        </p:nvSpPr>
        <p:spPr>
          <a:xfrm>
            <a:off x="9007221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3-line545"/>
          <p:cNvSpPr/>
          <p:nvPr/>
        </p:nvSpPr>
        <p:spPr>
          <a:xfrm>
            <a:off x="9007221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3-line546"/>
          <p:cNvSpPr/>
          <p:nvPr/>
        </p:nvSpPr>
        <p:spPr>
          <a:xfrm>
            <a:off x="9007221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3-line547"/>
          <p:cNvSpPr/>
          <p:nvPr/>
        </p:nvSpPr>
        <p:spPr>
          <a:xfrm>
            <a:off x="9007221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3-rod548"/>
          <p:cNvSpPr/>
          <p:nvPr/>
        </p:nvSpPr>
        <p:spPr>
          <a:xfrm>
            <a:off x="9482709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8" name="S13-line549"/>
          <p:cNvSpPr/>
          <p:nvPr/>
        </p:nvSpPr>
        <p:spPr>
          <a:xfrm>
            <a:off x="9482709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3-line550"/>
          <p:cNvSpPr/>
          <p:nvPr/>
        </p:nvSpPr>
        <p:spPr>
          <a:xfrm>
            <a:off x="9482709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3-line551"/>
          <p:cNvSpPr/>
          <p:nvPr/>
        </p:nvSpPr>
        <p:spPr>
          <a:xfrm>
            <a:off x="9482709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3-line552"/>
          <p:cNvSpPr/>
          <p:nvPr/>
        </p:nvSpPr>
        <p:spPr>
          <a:xfrm>
            <a:off x="9482709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3-line553"/>
          <p:cNvSpPr/>
          <p:nvPr/>
        </p:nvSpPr>
        <p:spPr>
          <a:xfrm>
            <a:off x="9482709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3-line554"/>
          <p:cNvSpPr/>
          <p:nvPr/>
        </p:nvSpPr>
        <p:spPr>
          <a:xfrm>
            <a:off x="9482709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3-line555"/>
          <p:cNvSpPr/>
          <p:nvPr/>
        </p:nvSpPr>
        <p:spPr>
          <a:xfrm>
            <a:off x="9482709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3-line556"/>
          <p:cNvSpPr/>
          <p:nvPr/>
        </p:nvSpPr>
        <p:spPr>
          <a:xfrm>
            <a:off x="9482709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3-line557"/>
          <p:cNvSpPr/>
          <p:nvPr/>
        </p:nvSpPr>
        <p:spPr>
          <a:xfrm>
            <a:off x="9482709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3-rod558"/>
          <p:cNvSpPr/>
          <p:nvPr/>
        </p:nvSpPr>
        <p:spPr>
          <a:xfrm>
            <a:off x="9958197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8" name="S13-line559"/>
          <p:cNvSpPr/>
          <p:nvPr/>
        </p:nvSpPr>
        <p:spPr>
          <a:xfrm>
            <a:off x="9958197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3-line560"/>
          <p:cNvSpPr/>
          <p:nvPr/>
        </p:nvSpPr>
        <p:spPr>
          <a:xfrm>
            <a:off x="9958197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3-line561"/>
          <p:cNvSpPr/>
          <p:nvPr/>
        </p:nvSpPr>
        <p:spPr>
          <a:xfrm>
            <a:off x="9958197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3-line562"/>
          <p:cNvSpPr/>
          <p:nvPr/>
        </p:nvSpPr>
        <p:spPr>
          <a:xfrm>
            <a:off x="9958197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3-line563"/>
          <p:cNvSpPr/>
          <p:nvPr/>
        </p:nvSpPr>
        <p:spPr>
          <a:xfrm>
            <a:off x="9958197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3-line564"/>
          <p:cNvSpPr/>
          <p:nvPr/>
        </p:nvSpPr>
        <p:spPr>
          <a:xfrm>
            <a:off x="9958197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3-line565"/>
          <p:cNvSpPr/>
          <p:nvPr/>
        </p:nvSpPr>
        <p:spPr>
          <a:xfrm>
            <a:off x="9958197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3-line566"/>
          <p:cNvSpPr/>
          <p:nvPr/>
        </p:nvSpPr>
        <p:spPr>
          <a:xfrm>
            <a:off x="9958197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3-line567"/>
          <p:cNvSpPr/>
          <p:nvPr/>
        </p:nvSpPr>
        <p:spPr>
          <a:xfrm>
            <a:off x="9958197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3-unit568"/>
          <p:cNvSpPr/>
          <p:nvPr/>
        </p:nvSpPr>
        <p:spPr>
          <a:xfrm>
            <a:off x="10433685" y="46897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8" name="S13-unit569"/>
          <p:cNvSpPr/>
          <p:nvPr/>
        </p:nvSpPr>
        <p:spPr>
          <a:xfrm>
            <a:off x="10433685" y="431825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9" name="S13-unit570"/>
          <p:cNvSpPr/>
          <p:nvPr/>
        </p:nvSpPr>
        <p:spPr>
          <a:xfrm>
            <a:off x="10433685" y="394677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0" name="S13-unit571"/>
          <p:cNvSpPr/>
          <p:nvPr/>
        </p:nvSpPr>
        <p:spPr>
          <a:xfrm>
            <a:off x="10433685" y="357530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13-unit572"/>
          <p:cNvSpPr/>
          <p:nvPr/>
        </p:nvSpPr>
        <p:spPr>
          <a:xfrm>
            <a:off x="10433685" y="32038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2" name="S13-figure573" descr="10개 막대 3개와 낱개 5개"/>
          <p:cNvSpPr/>
          <p:nvPr/>
        </p:nvSpPr>
        <p:spPr>
          <a:xfrm>
            <a:off x="8186928" y="208940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57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57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3개와 낱개 4개는 34예요.</a:t>
            </a:r>
            <a:endParaRPr lang="ko-KR" sz="3200" dirty="0"/>
          </a:p>
        </p:txBody>
      </p:sp>
      <p:sp>
        <p:nvSpPr>
          <p:cNvPr id="5" name="S14-chip57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묶음 먼저, 낱개 나중</a:t>
            </a:r>
            <a:endParaRPr lang="ko-KR" sz="2600" dirty="0"/>
          </a:p>
        </p:txBody>
      </p:sp>
      <p:sp>
        <p:nvSpPr>
          <p:cNvPr id="6" name="S14-chip57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30과 4를 붙여 304</a:t>
            </a:r>
            <a:endParaRPr lang="ko-KR" sz="2600" dirty="0"/>
          </a:p>
        </p:txBody>
      </p:sp>
      <p:sp>
        <p:nvSpPr>
          <p:cNvPr id="7" name="S14-text57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57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묶음 2개와</a:t>
            </a:r>
            <a:endParaRPr lang="ko-KR" sz="2600" dirty="0"/>
          </a:p>
          <a:p>
            <a:pPr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9개는?</a:t>
            </a:r>
            <a:endParaRPr lang="ko-KR" sz="2600" dirty="0"/>
          </a:p>
        </p:txBody>
      </p:sp>
      <p:sp>
        <p:nvSpPr>
          <p:cNvPr id="9" name="S14-text58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41을 두 가지로 읽기</a:t>
            </a:r>
            <a:endParaRPr lang="ko-KR" sz="2600" dirty="0"/>
          </a:p>
        </p:txBody>
      </p:sp>
      <p:sp>
        <p:nvSpPr>
          <p:cNvPr id="10" name="S14-text58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마흔을 숫자로 쓰기</a:t>
            </a:r>
            <a:endParaRPr lang="ko-KR" sz="2600" dirty="0"/>
          </a:p>
        </p:txBody>
      </p:sp>
      <p:sp>
        <p:nvSpPr>
          <p:cNvPr id="11" name="S14-text58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100까지의 수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10개가 한 묶음</a:t>
            </a:r>
            <a:endParaRPr lang="ko-KR" sz="4400" dirty="0"/>
          </a:p>
        </p:txBody>
      </p:sp>
      <p:sp>
        <p:nvSpPr>
          <p:cNvPr id="3" name="S15-text5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콩을 하나씩 세어 10개를 채워요.</a:t>
            </a:r>
            <a:endParaRPr lang="ko-KR" sz="3200" dirty="0"/>
          </a:p>
        </p:txBody>
      </p:sp>
      <p:sp>
        <p:nvSpPr>
          <p:cNvPr id="4" name="S15-card5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5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10개를 모으면 한 묶음이에요.</a:t>
            </a:r>
            <a:endParaRPr lang="ko-KR" sz="3200" dirty="0"/>
          </a:p>
        </p:txBody>
      </p:sp>
      <p:sp>
        <p:nvSpPr>
          <p:cNvPr id="6" name="S15-card586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587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다음 수는 10</a:t>
            </a:r>
            <a:endParaRPr lang="ko-KR" sz="3200" dirty="0"/>
          </a:p>
        </p:txBody>
      </p:sp>
      <p:sp>
        <p:nvSpPr>
          <p:cNvPr id="8" name="S15-card588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589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10은 십 또는 열</a:t>
            </a:r>
            <a:endParaRPr lang="ko-KR" sz="3200" dirty="0"/>
          </a:p>
        </p:txBody>
      </p:sp>
      <p:sp>
        <p:nvSpPr>
          <p:cNvPr id="10" name="S15-cell590"/>
          <p:cNvSpPr/>
          <p:nvPr/>
        </p:nvSpPr>
        <p:spPr>
          <a:xfrm>
            <a:off x="415137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dot591"/>
          <p:cNvSpPr/>
          <p:nvPr/>
        </p:nvSpPr>
        <p:spPr>
          <a:xfrm>
            <a:off x="428350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cell592"/>
          <p:cNvSpPr/>
          <p:nvPr/>
        </p:nvSpPr>
        <p:spPr>
          <a:xfrm>
            <a:off x="492861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dot593"/>
          <p:cNvSpPr/>
          <p:nvPr/>
        </p:nvSpPr>
        <p:spPr>
          <a:xfrm>
            <a:off x="506074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5-cell594"/>
          <p:cNvSpPr/>
          <p:nvPr/>
        </p:nvSpPr>
        <p:spPr>
          <a:xfrm>
            <a:off x="570585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dot595"/>
          <p:cNvSpPr/>
          <p:nvPr/>
        </p:nvSpPr>
        <p:spPr>
          <a:xfrm>
            <a:off x="583798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cell596"/>
          <p:cNvSpPr/>
          <p:nvPr/>
        </p:nvSpPr>
        <p:spPr>
          <a:xfrm>
            <a:off x="648309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5-dot597"/>
          <p:cNvSpPr/>
          <p:nvPr/>
        </p:nvSpPr>
        <p:spPr>
          <a:xfrm>
            <a:off x="661522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cell598"/>
          <p:cNvSpPr/>
          <p:nvPr/>
        </p:nvSpPr>
        <p:spPr>
          <a:xfrm>
            <a:off x="726033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5-dot599"/>
          <p:cNvSpPr/>
          <p:nvPr/>
        </p:nvSpPr>
        <p:spPr>
          <a:xfrm>
            <a:off x="739246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5-cell600"/>
          <p:cNvSpPr/>
          <p:nvPr/>
        </p:nvSpPr>
        <p:spPr>
          <a:xfrm>
            <a:off x="415137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dot601"/>
          <p:cNvSpPr/>
          <p:nvPr/>
        </p:nvSpPr>
        <p:spPr>
          <a:xfrm>
            <a:off x="428350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5-cell602"/>
          <p:cNvSpPr/>
          <p:nvPr/>
        </p:nvSpPr>
        <p:spPr>
          <a:xfrm>
            <a:off x="492861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5-dot603"/>
          <p:cNvSpPr/>
          <p:nvPr/>
        </p:nvSpPr>
        <p:spPr>
          <a:xfrm>
            <a:off x="506074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5-cell604"/>
          <p:cNvSpPr/>
          <p:nvPr/>
        </p:nvSpPr>
        <p:spPr>
          <a:xfrm>
            <a:off x="570585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5-dot605"/>
          <p:cNvSpPr/>
          <p:nvPr/>
        </p:nvSpPr>
        <p:spPr>
          <a:xfrm>
            <a:off x="583798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5-cell606"/>
          <p:cNvSpPr/>
          <p:nvPr/>
        </p:nvSpPr>
        <p:spPr>
          <a:xfrm>
            <a:off x="648309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5-dot607"/>
          <p:cNvSpPr/>
          <p:nvPr/>
        </p:nvSpPr>
        <p:spPr>
          <a:xfrm>
            <a:off x="661522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5-cell608"/>
          <p:cNvSpPr/>
          <p:nvPr/>
        </p:nvSpPr>
        <p:spPr>
          <a:xfrm>
            <a:off x="726033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5-dot609"/>
          <p:cNvSpPr/>
          <p:nvPr/>
        </p:nvSpPr>
        <p:spPr>
          <a:xfrm>
            <a:off x="739246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5-figure610" descr="십 칸 틀에 10개"/>
          <p:cNvSpPr/>
          <p:nvPr/>
        </p:nvSpPr>
        <p:spPr>
          <a:xfrm>
            <a:off x="4151376" y="22402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50까지의 수</dc:title>
  <dc:subject>KR22-G01-MAT-NUM50-L01</dc:subject>
  <dc:creator>education-ppt</dc:creator>
  <cp:lastModifiedBy>education-ppt</cp:lastModifiedBy>
  <cp:revision>1</cp:revision>
  <dcterms:created xsi:type="dcterms:W3CDTF">2026-10-26T06:28:38Z</dcterms:created>
  <dcterms:modified xsi:type="dcterms:W3CDTF">2026-10-26T06:28:38Z</dcterms:modified>
</cp:coreProperties>
</file>