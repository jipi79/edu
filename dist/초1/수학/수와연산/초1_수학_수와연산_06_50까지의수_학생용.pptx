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ae2881c-f0d0-0cdc-9f30-ff73d4e1e345}">
          <p14:sldIdLst>
            <p14:sldId id="256"/>
            <p14:sldId id="257"/>
          </p14:sldIdLst>
        </p14:section>
        <p14:section name="개념" id="{6cc46e6e-8f8b-a158-ad66-ded45a3d7f99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9af56ce6-5ce2-fb61-42cd-15fbc2f3df41}">
          <p14:sldIdLst>
            <p14:sldId id="263"/>
            <p14:sldId id="264"/>
            <p14:sldId id="265"/>
          </p14:sldIdLst>
        </p14:section>
        <p14:section name="확인" id="{630b7b50-9d89-4bee-3233-0037c4181eb5}">
          <p14:sldIdLst>
            <p14:sldId id="266"/>
            <p14:sldId id="267"/>
          </p14:sldIdLst>
        </p14:section>
        <p14:section name="정리" id="{363318f5-e557-4b92-a660-210b67b136c3}">
          <p14:sldIdLst>
            <p14:sldId id="268"/>
          </p14:sldIdLst>
        </p14:section>
        <p14:section name="보충" id="{270460cb-9673-8565-b9a3-a29d3f035c8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것을 쉽게 세려면?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9013874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013874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9013874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9013874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9013874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9013874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9013874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9013874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9013874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9013874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9464040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9464040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9464040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9464040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9464040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9464040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9464040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9464040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9464040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9464040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unit21"/>
          <p:cNvSpPr/>
          <p:nvPr/>
        </p:nvSpPr>
        <p:spPr>
          <a:xfrm>
            <a:off x="9914206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unit22"/>
          <p:cNvSpPr/>
          <p:nvPr/>
        </p:nvSpPr>
        <p:spPr>
          <a:xfrm>
            <a:off x="9914206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unit23"/>
          <p:cNvSpPr/>
          <p:nvPr/>
        </p:nvSpPr>
        <p:spPr>
          <a:xfrm>
            <a:off x="9914206" y="2454812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figure24" descr="10개 막대 2개와 낱개 3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1-card2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9" name="S01-cardtext2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10개씩 묶어 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50까지의 수를 읽고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기억해요</a:t>
            </a:r>
            <a:endParaRPr lang="ko-KR" sz="4400" dirty="0"/>
          </a:p>
        </p:txBody>
      </p:sp>
      <p:sp>
        <p:nvSpPr>
          <p:cNvPr id="3" name="S02-chip27"/>
          <p:cNvSpPr txBox="1"/>
          <p:nvPr/>
        </p:nvSpPr>
        <p:spPr>
          <a:xfrm>
            <a:off x="548640" y="1796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28"/>
          <p:cNvSpPr/>
          <p:nvPr/>
        </p:nvSpPr>
        <p:spPr>
          <a:xfrm>
            <a:off x="220141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29"/>
          <p:cNvSpPr/>
          <p:nvPr/>
        </p:nvSpPr>
        <p:spPr>
          <a:xfrm>
            <a:off x="232966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30"/>
          <p:cNvSpPr/>
          <p:nvPr/>
        </p:nvSpPr>
        <p:spPr>
          <a:xfrm>
            <a:off x="295579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31"/>
          <p:cNvSpPr/>
          <p:nvPr/>
        </p:nvSpPr>
        <p:spPr>
          <a:xfrm>
            <a:off x="308404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32"/>
          <p:cNvSpPr/>
          <p:nvPr/>
        </p:nvSpPr>
        <p:spPr>
          <a:xfrm>
            <a:off x="371017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33"/>
          <p:cNvSpPr/>
          <p:nvPr/>
        </p:nvSpPr>
        <p:spPr>
          <a:xfrm>
            <a:off x="383842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34"/>
          <p:cNvSpPr/>
          <p:nvPr/>
        </p:nvSpPr>
        <p:spPr>
          <a:xfrm>
            <a:off x="446455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35"/>
          <p:cNvSpPr/>
          <p:nvPr/>
        </p:nvSpPr>
        <p:spPr>
          <a:xfrm>
            <a:off x="459280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36"/>
          <p:cNvSpPr/>
          <p:nvPr/>
        </p:nvSpPr>
        <p:spPr>
          <a:xfrm>
            <a:off x="521893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37"/>
          <p:cNvSpPr/>
          <p:nvPr/>
        </p:nvSpPr>
        <p:spPr>
          <a:xfrm>
            <a:off x="534718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38"/>
          <p:cNvSpPr/>
          <p:nvPr/>
        </p:nvSpPr>
        <p:spPr>
          <a:xfrm>
            <a:off x="220141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39"/>
          <p:cNvSpPr/>
          <p:nvPr/>
        </p:nvSpPr>
        <p:spPr>
          <a:xfrm>
            <a:off x="232966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40"/>
          <p:cNvSpPr/>
          <p:nvPr/>
        </p:nvSpPr>
        <p:spPr>
          <a:xfrm>
            <a:off x="295579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41"/>
          <p:cNvSpPr/>
          <p:nvPr/>
        </p:nvSpPr>
        <p:spPr>
          <a:xfrm>
            <a:off x="308404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42"/>
          <p:cNvSpPr/>
          <p:nvPr/>
        </p:nvSpPr>
        <p:spPr>
          <a:xfrm>
            <a:off x="371017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43"/>
          <p:cNvSpPr/>
          <p:nvPr/>
        </p:nvSpPr>
        <p:spPr>
          <a:xfrm>
            <a:off x="383842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44"/>
          <p:cNvSpPr/>
          <p:nvPr/>
        </p:nvSpPr>
        <p:spPr>
          <a:xfrm>
            <a:off x="446455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dot45"/>
          <p:cNvSpPr/>
          <p:nvPr/>
        </p:nvSpPr>
        <p:spPr>
          <a:xfrm>
            <a:off x="459280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2-cell46"/>
          <p:cNvSpPr/>
          <p:nvPr/>
        </p:nvSpPr>
        <p:spPr>
          <a:xfrm>
            <a:off x="521893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dot47"/>
          <p:cNvSpPr/>
          <p:nvPr/>
        </p:nvSpPr>
        <p:spPr>
          <a:xfrm>
            <a:off x="534718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2-figure48" descr="1개의 십 칸 틀 중 1번째: 모두 10개"/>
          <p:cNvSpPr/>
          <p:nvPr/>
        </p:nvSpPr>
        <p:spPr>
          <a:xfrm>
            <a:off x="2201418" y="1325880"/>
            <a:ext cx="37719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2-chip4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6" name="S02-text5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9보다 1만큼 더 큰 수는?</a:t>
            </a:r>
            <a:endParaRPr lang="ko-KR" sz="3200" dirty="0"/>
          </a:p>
        </p:txBody>
      </p:sp>
      <p:sp>
        <p:nvSpPr>
          <p:cNvPr id="27" name="S02-chip5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8" name="S02-text5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두 가지로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3이면 13</a:t>
            </a:r>
            <a:endParaRPr lang="ko-KR" sz="4400" dirty="0"/>
          </a:p>
        </p:txBody>
      </p:sp>
      <p:sp>
        <p:nvSpPr>
          <p:cNvPr id="3" name="S03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십삼 또는 열셋이라고 읽어요.</a:t>
            </a:r>
            <a:endParaRPr lang="ko-KR" sz="3200" dirty="0"/>
          </a:p>
        </p:txBody>
      </p:sp>
      <p:sp>
        <p:nvSpPr>
          <p:cNvPr id="5" name="S03-cell55"/>
          <p:cNvSpPr/>
          <p:nvPr/>
        </p:nvSpPr>
        <p:spPr>
          <a:xfrm>
            <a:off x="129844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dot56"/>
          <p:cNvSpPr/>
          <p:nvPr/>
        </p:nvSpPr>
        <p:spPr>
          <a:xfrm>
            <a:off x="143057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cell57"/>
          <p:cNvSpPr/>
          <p:nvPr/>
        </p:nvSpPr>
        <p:spPr>
          <a:xfrm>
            <a:off x="207568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dot58"/>
          <p:cNvSpPr/>
          <p:nvPr/>
        </p:nvSpPr>
        <p:spPr>
          <a:xfrm>
            <a:off x="220781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cell59"/>
          <p:cNvSpPr/>
          <p:nvPr/>
        </p:nvSpPr>
        <p:spPr>
          <a:xfrm>
            <a:off x="285292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dot60"/>
          <p:cNvSpPr/>
          <p:nvPr/>
        </p:nvSpPr>
        <p:spPr>
          <a:xfrm>
            <a:off x="298505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cell61"/>
          <p:cNvSpPr/>
          <p:nvPr/>
        </p:nvSpPr>
        <p:spPr>
          <a:xfrm>
            <a:off x="363016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dot62"/>
          <p:cNvSpPr/>
          <p:nvPr/>
        </p:nvSpPr>
        <p:spPr>
          <a:xfrm>
            <a:off x="376229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cell63"/>
          <p:cNvSpPr/>
          <p:nvPr/>
        </p:nvSpPr>
        <p:spPr>
          <a:xfrm>
            <a:off x="440740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dot64"/>
          <p:cNvSpPr/>
          <p:nvPr/>
        </p:nvSpPr>
        <p:spPr>
          <a:xfrm>
            <a:off x="453953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cell65"/>
          <p:cNvSpPr/>
          <p:nvPr/>
        </p:nvSpPr>
        <p:spPr>
          <a:xfrm>
            <a:off x="129844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dot66"/>
          <p:cNvSpPr/>
          <p:nvPr/>
        </p:nvSpPr>
        <p:spPr>
          <a:xfrm>
            <a:off x="143057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cell67"/>
          <p:cNvSpPr/>
          <p:nvPr/>
        </p:nvSpPr>
        <p:spPr>
          <a:xfrm>
            <a:off x="207568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dot68"/>
          <p:cNvSpPr/>
          <p:nvPr/>
        </p:nvSpPr>
        <p:spPr>
          <a:xfrm>
            <a:off x="220781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cell69"/>
          <p:cNvSpPr/>
          <p:nvPr/>
        </p:nvSpPr>
        <p:spPr>
          <a:xfrm>
            <a:off x="285292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dot70"/>
          <p:cNvSpPr/>
          <p:nvPr/>
        </p:nvSpPr>
        <p:spPr>
          <a:xfrm>
            <a:off x="298505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cell71"/>
          <p:cNvSpPr/>
          <p:nvPr/>
        </p:nvSpPr>
        <p:spPr>
          <a:xfrm>
            <a:off x="363016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dot72"/>
          <p:cNvSpPr/>
          <p:nvPr/>
        </p:nvSpPr>
        <p:spPr>
          <a:xfrm>
            <a:off x="376229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cell73"/>
          <p:cNvSpPr/>
          <p:nvPr/>
        </p:nvSpPr>
        <p:spPr>
          <a:xfrm>
            <a:off x="440740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dot74"/>
          <p:cNvSpPr/>
          <p:nvPr/>
        </p:nvSpPr>
        <p:spPr>
          <a:xfrm>
            <a:off x="453953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figure75" descr="1개의 십 칸 틀 중 1번째: 모두 10개"/>
          <p:cNvSpPr/>
          <p:nvPr/>
        </p:nvSpPr>
        <p:spPr>
          <a:xfrm>
            <a:off x="1298448" y="19688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3-label7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1개</a:t>
            </a:r>
            <a:endParaRPr lang="ko-KR" sz="2600" dirty="0"/>
          </a:p>
        </p:txBody>
      </p:sp>
      <p:sp>
        <p:nvSpPr>
          <p:cNvPr id="27" name="S03-cell77"/>
          <p:cNvSpPr/>
          <p:nvPr/>
        </p:nvSpPr>
        <p:spPr>
          <a:xfrm>
            <a:off x="700430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dot78"/>
          <p:cNvSpPr/>
          <p:nvPr/>
        </p:nvSpPr>
        <p:spPr>
          <a:xfrm>
            <a:off x="713643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cell79"/>
          <p:cNvSpPr/>
          <p:nvPr/>
        </p:nvSpPr>
        <p:spPr>
          <a:xfrm>
            <a:off x="778154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dot80"/>
          <p:cNvSpPr/>
          <p:nvPr/>
        </p:nvSpPr>
        <p:spPr>
          <a:xfrm>
            <a:off x="791367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cell81"/>
          <p:cNvSpPr/>
          <p:nvPr/>
        </p:nvSpPr>
        <p:spPr>
          <a:xfrm>
            <a:off x="855878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dot82"/>
          <p:cNvSpPr/>
          <p:nvPr/>
        </p:nvSpPr>
        <p:spPr>
          <a:xfrm>
            <a:off x="869091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cell83"/>
          <p:cNvSpPr/>
          <p:nvPr/>
        </p:nvSpPr>
        <p:spPr>
          <a:xfrm>
            <a:off x="933602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84"/>
          <p:cNvSpPr/>
          <p:nvPr/>
        </p:nvSpPr>
        <p:spPr>
          <a:xfrm>
            <a:off x="1011326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85"/>
          <p:cNvSpPr/>
          <p:nvPr/>
        </p:nvSpPr>
        <p:spPr>
          <a:xfrm>
            <a:off x="700430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cell86"/>
          <p:cNvSpPr/>
          <p:nvPr/>
        </p:nvSpPr>
        <p:spPr>
          <a:xfrm>
            <a:off x="778154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87"/>
          <p:cNvSpPr/>
          <p:nvPr/>
        </p:nvSpPr>
        <p:spPr>
          <a:xfrm>
            <a:off x="855878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8"/>
          <p:cNvSpPr/>
          <p:nvPr/>
        </p:nvSpPr>
        <p:spPr>
          <a:xfrm>
            <a:off x="933602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9"/>
          <p:cNvSpPr/>
          <p:nvPr/>
        </p:nvSpPr>
        <p:spPr>
          <a:xfrm>
            <a:off x="1011326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figure90" descr="1개의 십 칸 틀 중 1번째: 모두 3개"/>
          <p:cNvSpPr/>
          <p:nvPr/>
        </p:nvSpPr>
        <p:spPr>
          <a:xfrm>
            <a:off x="7004304" y="19688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3-label9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11부터 19까지</a:t>
            </a:r>
            <a:endParaRPr lang="ko-KR" sz="4400" dirty="0"/>
          </a:p>
        </p:txBody>
      </p:sp>
      <p:sp>
        <p:nvSpPr>
          <p:cNvPr id="3" name="S04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‘십’ 뒤에 일, 이, 삼… ‘열’ 뒤에 하나, 둘, 셋…</a:t>
            </a:r>
            <a:endParaRPr lang="ko-KR" sz="3200" dirty="0"/>
          </a:p>
        </p:txBody>
      </p:sp>
      <p:graphicFrame>
        <p:nvGraphicFramePr>
          <p:cNvPr id="5" name="S04-table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" y="163830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열하나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열넷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열다섯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S04-table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190246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열여섯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열일곱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열여덟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열아홉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20, 30, 40, 50</a:t>
            </a:r>
            <a:endParaRPr lang="ko-KR" sz="4400" dirty="0"/>
          </a:p>
        </p:txBody>
      </p:sp>
      <p:sp>
        <p:nvSpPr>
          <p:cNvPr id="3" name="S05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하나는 10개예요.</a:t>
            </a:r>
            <a:endParaRPr lang="ko-KR" sz="3200" dirty="0"/>
          </a:p>
        </p:txBody>
      </p:sp>
      <p:sp>
        <p:nvSpPr>
          <p:cNvPr id="4" name="S05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2개는 20이에요.</a:t>
            </a:r>
            <a:endParaRPr lang="ko-KR" sz="3200" dirty="0"/>
          </a:p>
        </p:txBody>
      </p:sp>
      <p:sp>
        <p:nvSpPr>
          <p:cNvPr id="6" name="S05-rod99"/>
          <p:cNvSpPr/>
          <p:nvPr/>
        </p:nvSpPr>
        <p:spPr>
          <a:xfrm>
            <a:off x="141661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line100"/>
          <p:cNvSpPr/>
          <p:nvPr/>
        </p:nvSpPr>
        <p:spPr>
          <a:xfrm>
            <a:off x="141661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101"/>
          <p:cNvSpPr/>
          <p:nvPr/>
        </p:nvSpPr>
        <p:spPr>
          <a:xfrm>
            <a:off x="141661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102"/>
          <p:cNvSpPr/>
          <p:nvPr/>
        </p:nvSpPr>
        <p:spPr>
          <a:xfrm>
            <a:off x="141661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103"/>
          <p:cNvSpPr/>
          <p:nvPr/>
        </p:nvSpPr>
        <p:spPr>
          <a:xfrm>
            <a:off x="141661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04"/>
          <p:cNvSpPr/>
          <p:nvPr/>
        </p:nvSpPr>
        <p:spPr>
          <a:xfrm>
            <a:off x="141661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105"/>
          <p:cNvSpPr/>
          <p:nvPr/>
        </p:nvSpPr>
        <p:spPr>
          <a:xfrm>
            <a:off x="141661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106"/>
          <p:cNvSpPr/>
          <p:nvPr/>
        </p:nvSpPr>
        <p:spPr>
          <a:xfrm>
            <a:off x="141661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07"/>
          <p:cNvSpPr/>
          <p:nvPr/>
        </p:nvSpPr>
        <p:spPr>
          <a:xfrm>
            <a:off x="141661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08"/>
          <p:cNvSpPr/>
          <p:nvPr/>
        </p:nvSpPr>
        <p:spPr>
          <a:xfrm>
            <a:off x="141661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rod109"/>
          <p:cNvSpPr/>
          <p:nvPr/>
        </p:nvSpPr>
        <p:spPr>
          <a:xfrm>
            <a:off x="1815084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line110"/>
          <p:cNvSpPr/>
          <p:nvPr/>
        </p:nvSpPr>
        <p:spPr>
          <a:xfrm>
            <a:off x="1815084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111"/>
          <p:cNvSpPr/>
          <p:nvPr/>
        </p:nvSpPr>
        <p:spPr>
          <a:xfrm>
            <a:off x="1815084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112"/>
          <p:cNvSpPr/>
          <p:nvPr/>
        </p:nvSpPr>
        <p:spPr>
          <a:xfrm>
            <a:off x="1815084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113"/>
          <p:cNvSpPr/>
          <p:nvPr/>
        </p:nvSpPr>
        <p:spPr>
          <a:xfrm>
            <a:off x="1815084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114"/>
          <p:cNvSpPr/>
          <p:nvPr/>
        </p:nvSpPr>
        <p:spPr>
          <a:xfrm>
            <a:off x="1815084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115"/>
          <p:cNvSpPr/>
          <p:nvPr/>
        </p:nvSpPr>
        <p:spPr>
          <a:xfrm>
            <a:off x="1815084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116"/>
          <p:cNvSpPr/>
          <p:nvPr/>
        </p:nvSpPr>
        <p:spPr>
          <a:xfrm>
            <a:off x="1815084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117"/>
          <p:cNvSpPr/>
          <p:nvPr/>
        </p:nvSpPr>
        <p:spPr>
          <a:xfrm>
            <a:off x="1815084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118"/>
          <p:cNvSpPr/>
          <p:nvPr/>
        </p:nvSpPr>
        <p:spPr>
          <a:xfrm>
            <a:off x="1815084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figure119" descr="수 모형: 백 0개, 십 2개, 일 0개"/>
          <p:cNvSpPr/>
          <p:nvPr/>
        </p:nvSpPr>
        <p:spPr>
          <a:xfrm>
            <a:off x="548640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5-label120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이십 스물</a:t>
            </a:r>
            <a:endParaRPr lang="ko-KR" sz="2600" dirty="0"/>
          </a:p>
        </p:txBody>
      </p:sp>
      <p:sp>
        <p:nvSpPr>
          <p:cNvPr id="28" name="S05-rod121"/>
          <p:cNvSpPr/>
          <p:nvPr/>
        </p:nvSpPr>
        <p:spPr>
          <a:xfrm>
            <a:off x="4070311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line122"/>
          <p:cNvSpPr/>
          <p:nvPr/>
        </p:nvSpPr>
        <p:spPr>
          <a:xfrm>
            <a:off x="4070311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123"/>
          <p:cNvSpPr/>
          <p:nvPr/>
        </p:nvSpPr>
        <p:spPr>
          <a:xfrm>
            <a:off x="4070311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124"/>
          <p:cNvSpPr/>
          <p:nvPr/>
        </p:nvSpPr>
        <p:spPr>
          <a:xfrm>
            <a:off x="4070311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125"/>
          <p:cNvSpPr/>
          <p:nvPr/>
        </p:nvSpPr>
        <p:spPr>
          <a:xfrm>
            <a:off x="4070311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126"/>
          <p:cNvSpPr/>
          <p:nvPr/>
        </p:nvSpPr>
        <p:spPr>
          <a:xfrm>
            <a:off x="4070311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127"/>
          <p:cNvSpPr/>
          <p:nvPr/>
        </p:nvSpPr>
        <p:spPr>
          <a:xfrm>
            <a:off x="4070311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128"/>
          <p:cNvSpPr/>
          <p:nvPr/>
        </p:nvSpPr>
        <p:spPr>
          <a:xfrm>
            <a:off x="4070311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129"/>
          <p:cNvSpPr/>
          <p:nvPr/>
        </p:nvSpPr>
        <p:spPr>
          <a:xfrm>
            <a:off x="4070311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130"/>
          <p:cNvSpPr/>
          <p:nvPr/>
        </p:nvSpPr>
        <p:spPr>
          <a:xfrm>
            <a:off x="4070311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rod131"/>
          <p:cNvSpPr/>
          <p:nvPr/>
        </p:nvSpPr>
        <p:spPr>
          <a:xfrm>
            <a:off x="4468778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5-line132"/>
          <p:cNvSpPr/>
          <p:nvPr/>
        </p:nvSpPr>
        <p:spPr>
          <a:xfrm>
            <a:off x="4468778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133"/>
          <p:cNvSpPr/>
          <p:nvPr/>
        </p:nvSpPr>
        <p:spPr>
          <a:xfrm>
            <a:off x="4468778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134"/>
          <p:cNvSpPr/>
          <p:nvPr/>
        </p:nvSpPr>
        <p:spPr>
          <a:xfrm>
            <a:off x="4468778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135"/>
          <p:cNvSpPr/>
          <p:nvPr/>
        </p:nvSpPr>
        <p:spPr>
          <a:xfrm>
            <a:off x="4468778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136"/>
          <p:cNvSpPr/>
          <p:nvPr/>
        </p:nvSpPr>
        <p:spPr>
          <a:xfrm>
            <a:off x="4468778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137"/>
          <p:cNvSpPr/>
          <p:nvPr/>
        </p:nvSpPr>
        <p:spPr>
          <a:xfrm>
            <a:off x="4468778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138"/>
          <p:cNvSpPr/>
          <p:nvPr/>
        </p:nvSpPr>
        <p:spPr>
          <a:xfrm>
            <a:off x="4468778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139"/>
          <p:cNvSpPr/>
          <p:nvPr/>
        </p:nvSpPr>
        <p:spPr>
          <a:xfrm>
            <a:off x="4468778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140"/>
          <p:cNvSpPr/>
          <p:nvPr/>
        </p:nvSpPr>
        <p:spPr>
          <a:xfrm>
            <a:off x="4468778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rod141"/>
          <p:cNvSpPr/>
          <p:nvPr/>
        </p:nvSpPr>
        <p:spPr>
          <a:xfrm>
            <a:off x="4867246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5-line142"/>
          <p:cNvSpPr/>
          <p:nvPr/>
        </p:nvSpPr>
        <p:spPr>
          <a:xfrm>
            <a:off x="4867246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143"/>
          <p:cNvSpPr/>
          <p:nvPr/>
        </p:nvSpPr>
        <p:spPr>
          <a:xfrm>
            <a:off x="4867246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144"/>
          <p:cNvSpPr/>
          <p:nvPr/>
        </p:nvSpPr>
        <p:spPr>
          <a:xfrm>
            <a:off x="4867246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145"/>
          <p:cNvSpPr/>
          <p:nvPr/>
        </p:nvSpPr>
        <p:spPr>
          <a:xfrm>
            <a:off x="4867246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146"/>
          <p:cNvSpPr/>
          <p:nvPr/>
        </p:nvSpPr>
        <p:spPr>
          <a:xfrm>
            <a:off x="4867246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147"/>
          <p:cNvSpPr/>
          <p:nvPr/>
        </p:nvSpPr>
        <p:spPr>
          <a:xfrm>
            <a:off x="4867246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148"/>
          <p:cNvSpPr/>
          <p:nvPr/>
        </p:nvSpPr>
        <p:spPr>
          <a:xfrm>
            <a:off x="4867246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149"/>
          <p:cNvSpPr/>
          <p:nvPr/>
        </p:nvSpPr>
        <p:spPr>
          <a:xfrm>
            <a:off x="4867246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150"/>
          <p:cNvSpPr/>
          <p:nvPr/>
        </p:nvSpPr>
        <p:spPr>
          <a:xfrm>
            <a:off x="4867246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figure151" descr="수 모형: 백 0개, 십 3개, 일 0개"/>
          <p:cNvSpPr/>
          <p:nvPr/>
        </p:nvSpPr>
        <p:spPr>
          <a:xfrm>
            <a:off x="3401568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05-label152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삼십 서른</a:t>
            </a:r>
            <a:endParaRPr lang="ko-KR" sz="2600" dirty="0"/>
          </a:p>
        </p:txBody>
      </p:sp>
      <p:sp>
        <p:nvSpPr>
          <p:cNvPr id="60" name="S05-rod153"/>
          <p:cNvSpPr/>
          <p:nvPr/>
        </p:nvSpPr>
        <p:spPr>
          <a:xfrm>
            <a:off x="6724005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5-line154"/>
          <p:cNvSpPr/>
          <p:nvPr/>
        </p:nvSpPr>
        <p:spPr>
          <a:xfrm>
            <a:off x="6724005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155"/>
          <p:cNvSpPr/>
          <p:nvPr/>
        </p:nvSpPr>
        <p:spPr>
          <a:xfrm>
            <a:off x="6724005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156"/>
          <p:cNvSpPr/>
          <p:nvPr/>
        </p:nvSpPr>
        <p:spPr>
          <a:xfrm>
            <a:off x="6724005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157"/>
          <p:cNvSpPr/>
          <p:nvPr/>
        </p:nvSpPr>
        <p:spPr>
          <a:xfrm>
            <a:off x="6724005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158"/>
          <p:cNvSpPr/>
          <p:nvPr/>
        </p:nvSpPr>
        <p:spPr>
          <a:xfrm>
            <a:off x="6724005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159"/>
          <p:cNvSpPr/>
          <p:nvPr/>
        </p:nvSpPr>
        <p:spPr>
          <a:xfrm>
            <a:off x="6724005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ine160"/>
          <p:cNvSpPr/>
          <p:nvPr/>
        </p:nvSpPr>
        <p:spPr>
          <a:xfrm>
            <a:off x="6724005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line161"/>
          <p:cNvSpPr/>
          <p:nvPr/>
        </p:nvSpPr>
        <p:spPr>
          <a:xfrm>
            <a:off x="6724005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line162"/>
          <p:cNvSpPr/>
          <p:nvPr/>
        </p:nvSpPr>
        <p:spPr>
          <a:xfrm>
            <a:off x="6724005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5-rod163"/>
          <p:cNvSpPr/>
          <p:nvPr/>
        </p:nvSpPr>
        <p:spPr>
          <a:xfrm>
            <a:off x="7122473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5-line164"/>
          <p:cNvSpPr/>
          <p:nvPr/>
        </p:nvSpPr>
        <p:spPr>
          <a:xfrm>
            <a:off x="7122473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line165"/>
          <p:cNvSpPr/>
          <p:nvPr/>
        </p:nvSpPr>
        <p:spPr>
          <a:xfrm>
            <a:off x="7122473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line166"/>
          <p:cNvSpPr/>
          <p:nvPr/>
        </p:nvSpPr>
        <p:spPr>
          <a:xfrm>
            <a:off x="7122473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5-line167"/>
          <p:cNvSpPr/>
          <p:nvPr/>
        </p:nvSpPr>
        <p:spPr>
          <a:xfrm>
            <a:off x="7122473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line168"/>
          <p:cNvSpPr/>
          <p:nvPr/>
        </p:nvSpPr>
        <p:spPr>
          <a:xfrm>
            <a:off x="7122473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5-line169"/>
          <p:cNvSpPr/>
          <p:nvPr/>
        </p:nvSpPr>
        <p:spPr>
          <a:xfrm>
            <a:off x="7122473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line170"/>
          <p:cNvSpPr/>
          <p:nvPr/>
        </p:nvSpPr>
        <p:spPr>
          <a:xfrm>
            <a:off x="7122473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5-line171"/>
          <p:cNvSpPr/>
          <p:nvPr/>
        </p:nvSpPr>
        <p:spPr>
          <a:xfrm>
            <a:off x="7122473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line172"/>
          <p:cNvSpPr/>
          <p:nvPr/>
        </p:nvSpPr>
        <p:spPr>
          <a:xfrm>
            <a:off x="7122473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5-rod173"/>
          <p:cNvSpPr/>
          <p:nvPr/>
        </p:nvSpPr>
        <p:spPr>
          <a:xfrm>
            <a:off x="7520940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5-line174"/>
          <p:cNvSpPr/>
          <p:nvPr/>
        </p:nvSpPr>
        <p:spPr>
          <a:xfrm>
            <a:off x="7520940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5-line175"/>
          <p:cNvSpPr/>
          <p:nvPr/>
        </p:nvSpPr>
        <p:spPr>
          <a:xfrm>
            <a:off x="7520940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line176"/>
          <p:cNvSpPr/>
          <p:nvPr/>
        </p:nvSpPr>
        <p:spPr>
          <a:xfrm>
            <a:off x="7520940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5-line177"/>
          <p:cNvSpPr/>
          <p:nvPr/>
        </p:nvSpPr>
        <p:spPr>
          <a:xfrm>
            <a:off x="7520940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line178"/>
          <p:cNvSpPr/>
          <p:nvPr/>
        </p:nvSpPr>
        <p:spPr>
          <a:xfrm>
            <a:off x="7520940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line179"/>
          <p:cNvSpPr/>
          <p:nvPr/>
        </p:nvSpPr>
        <p:spPr>
          <a:xfrm>
            <a:off x="7520940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line180"/>
          <p:cNvSpPr/>
          <p:nvPr/>
        </p:nvSpPr>
        <p:spPr>
          <a:xfrm>
            <a:off x="7520940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line181"/>
          <p:cNvSpPr/>
          <p:nvPr/>
        </p:nvSpPr>
        <p:spPr>
          <a:xfrm>
            <a:off x="7520940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line182"/>
          <p:cNvSpPr/>
          <p:nvPr/>
        </p:nvSpPr>
        <p:spPr>
          <a:xfrm>
            <a:off x="7520940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5-rod183"/>
          <p:cNvSpPr/>
          <p:nvPr/>
        </p:nvSpPr>
        <p:spPr>
          <a:xfrm>
            <a:off x="791940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5-line184"/>
          <p:cNvSpPr/>
          <p:nvPr/>
        </p:nvSpPr>
        <p:spPr>
          <a:xfrm>
            <a:off x="791940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line185"/>
          <p:cNvSpPr/>
          <p:nvPr/>
        </p:nvSpPr>
        <p:spPr>
          <a:xfrm>
            <a:off x="791940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line186"/>
          <p:cNvSpPr/>
          <p:nvPr/>
        </p:nvSpPr>
        <p:spPr>
          <a:xfrm>
            <a:off x="791940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5-line187"/>
          <p:cNvSpPr/>
          <p:nvPr/>
        </p:nvSpPr>
        <p:spPr>
          <a:xfrm>
            <a:off x="791940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line188"/>
          <p:cNvSpPr/>
          <p:nvPr/>
        </p:nvSpPr>
        <p:spPr>
          <a:xfrm>
            <a:off x="791940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line189"/>
          <p:cNvSpPr/>
          <p:nvPr/>
        </p:nvSpPr>
        <p:spPr>
          <a:xfrm>
            <a:off x="791940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line190"/>
          <p:cNvSpPr/>
          <p:nvPr/>
        </p:nvSpPr>
        <p:spPr>
          <a:xfrm>
            <a:off x="791940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line191"/>
          <p:cNvSpPr/>
          <p:nvPr/>
        </p:nvSpPr>
        <p:spPr>
          <a:xfrm>
            <a:off x="791940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line192"/>
          <p:cNvSpPr/>
          <p:nvPr/>
        </p:nvSpPr>
        <p:spPr>
          <a:xfrm>
            <a:off x="791940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5-figure193" descr="수 모형: 백 0개, 십 4개, 일 0개"/>
          <p:cNvSpPr/>
          <p:nvPr/>
        </p:nvSpPr>
        <p:spPr>
          <a:xfrm>
            <a:off x="6254496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05-label194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사십 마흔</a:t>
            </a:r>
            <a:endParaRPr lang="ko-KR" sz="2600" dirty="0"/>
          </a:p>
        </p:txBody>
      </p:sp>
      <p:sp>
        <p:nvSpPr>
          <p:cNvPr id="102" name="S05-rod195"/>
          <p:cNvSpPr/>
          <p:nvPr/>
        </p:nvSpPr>
        <p:spPr>
          <a:xfrm>
            <a:off x="9377700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5-line196"/>
          <p:cNvSpPr/>
          <p:nvPr/>
        </p:nvSpPr>
        <p:spPr>
          <a:xfrm>
            <a:off x="9377700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5-line197"/>
          <p:cNvSpPr/>
          <p:nvPr/>
        </p:nvSpPr>
        <p:spPr>
          <a:xfrm>
            <a:off x="9377700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line198"/>
          <p:cNvSpPr/>
          <p:nvPr/>
        </p:nvSpPr>
        <p:spPr>
          <a:xfrm>
            <a:off x="9377700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5-line199"/>
          <p:cNvSpPr/>
          <p:nvPr/>
        </p:nvSpPr>
        <p:spPr>
          <a:xfrm>
            <a:off x="9377700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line200"/>
          <p:cNvSpPr/>
          <p:nvPr/>
        </p:nvSpPr>
        <p:spPr>
          <a:xfrm>
            <a:off x="9377700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line201"/>
          <p:cNvSpPr/>
          <p:nvPr/>
        </p:nvSpPr>
        <p:spPr>
          <a:xfrm>
            <a:off x="9377700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line202"/>
          <p:cNvSpPr/>
          <p:nvPr/>
        </p:nvSpPr>
        <p:spPr>
          <a:xfrm>
            <a:off x="9377700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5-line203"/>
          <p:cNvSpPr/>
          <p:nvPr/>
        </p:nvSpPr>
        <p:spPr>
          <a:xfrm>
            <a:off x="9377700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5-line204"/>
          <p:cNvSpPr/>
          <p:nvPr/>
        </p:nvSpPr>
        <p:spPr>
          <a:xfrm>
            <a:off x="9377700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5-rod205"/>
          <p:cNvSpPr/>
          <p:nvPr/>
        </p:nvSpPr>
        <p:spPr>
          <a:xfrm>
            <a:off x="977616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05-line206"/>
          <p:cNvSpPr/>
          <p:nvPr/>
        </p:nvSpPr>
        <p:spPr>
          <a:xfrm>
            <a:off x="977616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5-line207"/>
          <p:cNvSpPr/>
          <p:nvPr/>
        </p:nvSpPr>
        <p:spPr>
          <a:xfrm>
            <a:off x="977616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5-line208"/>
          <p:cNvSpPr/>
          <p:nvPr/>
        </p:nvSpPr>
        <p:spPr>
          <a:xfrm>
            <a:off x="977616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5-line209"/>
          <p:cNvSpPr/>
          <p:nvPr/>
        </p:nvSpPr>
        <p:spPr>
          <a:xfrm>
            <a:off x="977616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5-line210"/>
          <p:cNvSpPr/>
          <p:nvPr/>
        </p:nvSpPr>
        <p:spPr>
          <a:xfrm>
            <a:off x="977616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5-line211"/>
          <p:cNvSpPr/>
          <p:nvPr/>
        </p:nvSpPr>
        <p:spPr>
          <a:xfrm>
            <a:off x="977616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5-line212"/>
          <p:cNvSpPr/>
          <p:nvPr/>
        </p:nvSpPr>
        <p:spPr>
          <a:xfrm>
            <a:off x="977616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5-line213"/>
          <p:cNvSpPr/>
          <p:nvPr/>
        </p:nvSpPr>
        <p:spPr>
          <a:xfrm>
            <a:off x="977616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5-line214"/>
          <p:cNvSpPr/>
          <p:nvPr/>
        </p:nvSpPr>
        <p:spPr>
          <a:xfrm>
            <a:off x="977616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5-rod215"/>
          <p:cNvSpPr/>
          <p:nvPr/>
        </p:nvSpPr>
        <p:spPr>
          <a:xfrm>
            <a:off x="10174634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5-line216"/>
          <p:cNvSpPr/>
          <p:nvPr/>
        </p:nvSpPr>
        <p:spPr>
          <a:xfrm>
            <a:off x="10174634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5-line217"/>
          <p:cNvSpPr/>
          <p:nvPr/>
        </p:nvSpPr>
        <p:spPr>
          <a:xfrm>
            <a:off x="10174634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5-line218"/>
          <p:cNvSpPr/>
          <p:nvPr/>
        </p:nvSpPr>
        <p:spPr>
          <a:xfrm>
            <a:off x="10174634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5-line219"/>
          <p:cNvSpPr/>
          <p:nvPr/>
        </p:nvSpPr>
        <p:spPr>
          <a:xfrm>
            <a:off x="10174634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5-line220"/>
          <p:cNvSpPr/>
          <p:nvPr/>
        </p:nvSpPr>
        <p:spPr>
          <a:xfrm>
            <a:off x="10174634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5-line221"/>
          <p:cNvSpPr/>
          <p:nvPr/>
        </p:nvSpPr>
        <p:spPr>
          <a:xfrm>
            <a:off x="10174634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5-line222"/>
          <p:cNvSpPr/>
          <p:nvPr/>
        </p:nvSpPr>
        <p:spPr>
          <a:xfrm>
            <a:off x="10174634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5-line223"/>
          <p:cNvSpPr/>
          <p:nvPr/>
        </p:nvSpPr>
        <p:spPr>
          <a:xfrm>
            <a:off x="10174634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5-line224"/>
          <p:cNvSpPr/>
          <p:nvPr/>
        </p:nvSpPr>
        <p:spPr>
          <a:xfrm>
            <a:off x="10174634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5-rod225"/>
          <p:cNvSpPr/>
          <p:nvPr/>
        </p:nvSpPr>
        <p:spPr>
          <a:xfrm>
            <a:off x="10573102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05-line226"/>
          <p:cNvSpPr/>
          <p:nvPr/>
        </p:nvSpPr>
        <p:spPr>
          <a:xfrm>
            <a:off x="10573102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5-line227"/>
          <p:cNvSpPr/>
          <p:nvPr/>
        </p:nvSpPr>
        <p:spPr>
          <a:xfrm>
            <a:off x="10573102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5-line228"/>
          <p:cNvSpPr/>
          <p:nvPr/>
        </p:nvSpPr>
        <p:spPr>
          <a:xfrm>
            <a:off x="10573102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5-line229"/>
          <p:cNvSpPr/>
          <p:nvPr/>
        </p:nvSpPr>
        <p:spPr>
          <a:xfrm>
            <a:off x="10573102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5-line230"/>
          <p:cNvSpPr/>
          <p:nvPr/>
        </p:nvSpPr>
        <p:spPr>
          <a:xfrm>
            <a:off x="10573102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5-line231"/>
          <p:cNvSpPr/>
          <p:nvPr/>
        </p:nvSpPr>
        <p:spPr>
          <a:xfrm>
            <a:off x="10573102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5-line232"/>
          <p:cNvSpPr/>
          <p:nvPr/>
        </p:nvSpPr>
        <p:spPr>
          <a:xfrm>
            <a:off x="10573102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5-line233"/>
          <p:cNvSpPr/>
          <p:nvPr/>
        </p:nvSpPr>
        <p:spPr>
          <a:xfrm>
            <a:off x="10573102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5-line234"/>
          <p:cNvSpPr/>
          <p:nvPr/>
        </p:nvSpPr>
        <p:spPr>
          <a:xfrm>
            <a:off x="10573102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5-rod235"/>
          <p:cNvSpPr/>
          <p:nvPr/>
        </p:nvSpPr>
        <p:spPr>
          <a:xfrm>
            <a:off x="10971569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5-line236"/>
          <p:cNvSpPr/>
          <p:nvPr/>
        </p:nvSpPr>
        <p:spPr>
          <a:xfrm>
            <a:off x="10971569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5-line237"/>
          <p:cNvSpPr/>
          <p:nvPr/>
        </p:nvSpPr>
        <p:spPr>
          <a:xfrm>
            <a:off x="10971569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5-line238"/>
          <p:cNvSpPr/>
          <p:nvPr/>
        </p:nvSpPr>
        <p:spPr>
          <a:xfrm>
            <a:off x="10971569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5-line239"/>
          <p:cNvSpPr/>
          <p:nvPr/>
        </p:nvSpPr>
        <p:spPr>
          <a:xfrm>
            <a:off x="10971569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5-line240"/>
          <p:cNvSpPr/>
          <p:nvPr/>
        </p:nvSpPr>
        <p:spPr>
          <a:xfrm>
            <a:off x="10971569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5-line241"/>
          <p:cNvSpPr/>
          <p:nvPr/>
        </p:nvSpPr>
        <p:spPr>
          <a:xfrm>
            <a:off x="10971569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5-line242"/>
          <p:cNvSpPr/>
          <p:nvPr/>
        </p:nvSpPr>
        <p:spPr>
          <a:xfrm>
            <a:off x="10971569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5-line243"/>
          <p:cNvSpPr/>
          <p:nvPr/>
        </p:nvSpPr>
        <p:spPr>
          <a:xfrm>
            <a:off x="10971569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05-line244"/>
          <p:cNvSpPr/>
          <p:nvPr/>
        </p:nvSpPr>
        <p:spPr>
          <a:xfrm>
            <a:off x="10971569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05-figure245" descr="수 모형: 백 0개, 십 5개, 일 0개"/>
          <p:cNvSpPr/>
          <p:nvPr/>
        </p:nvSpPr>
        <p:spPr>
          <a:xfrm>
            <a:off x="9107424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3" name="S05-label246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오십 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묶어 세기</a:t>
            </a:r>
            <a:endParaRPr lang="ko-KR" sz="4400" dirty="0"/>
          </a:p>
        </p:txBody>
      </p:sp>
      <p:sp>
        <p:nvSpPr>
          <p:cNvPr id="3" name="S06-text2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10개씩 묶었어요.</a:t>
            </a:r>
            <a:endParaRPr lang="ko-KR" sz="3200" dirty="0"/>
          </a:p>
        </p:txBody>
      </p:sp>
      <p:sp>
        <p:nvSpPr>
          <p:cNvPr id="4" name="S06-card24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4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이십삼 또는 스물셋이라고 읽어요.</a:t>
            </a:r>
            <a:endParaRPr lang="ko-KR" sz="3200" dirty="0"/>
          </a:p>
        </p:txBody>
      </p:sp>
      <p:sp>
        <p:nvSpPr>
          <p:cNvPr id="6" name="S06-dot250"/>
          <p:cNvSpPr/>
          <p:nvPr/>
        </p:nvSpPr>
        <p:spPr>
          <a:xfrm>
            <a:off x="650971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251"/>
          <p:cNvSpPr/>
          <p:nvPr/>
        </p:nvSpPr>
        <p:spPr>
          <a:xfrm>
            <a:off x="1189552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252"/>
          <p:cNvSpPr/>
          <p:nvPr/>
        </p:nvSpPr>
        <p:spPr>
          <a:xfrm>
            <a:off x="1728134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253"/>
          <p:cNvSpPr/>
          <p:nvPr/>
        </p:nvSpPr>
        <p:spPr>
          <a:xfrm>
            <a:off x="2266715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254"/>
          <p:cNvSpPr/>
          <p:nvPr/>
        </p:nvSpPr>
        <p:spPr>
          <a:xfrm>
            <a:off x="2805297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255"/>
          <p:cNvSpPr/>
          <p:nvPr/>
        </p:nvSpPr>
        <p:spPr>
          <a:xfrm>
            <a:off x="3343879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256"/>
          <p:cNvSpPr/>
          <p:nvPr/>
        </p:nvSpPr>
        <p:spPr>
          <a:xfrm>
            <a:off x="3882460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257"/>
          <p:cNvSpPr/>
          <p:nvPr/>
        </p:nvSpPr>
        <p:spPr>
          <a:xfrm>
            <a:off x="4421042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258"/>
          <p:cNvSpPr/>
          <p:nvPr/>
        </p:nvSpPr>
        <p:spPr>
          <a:xfrm>
            <a:off x="4959623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259"/>
          <p:cNvSpPr/>
          <p:nvPr/>
        </p:nvSpPr>
        <p:spPr>
          <a:xfrm>
            <a:off x="5498205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260"/>
          <p:cNvSpPr/>
          <p:nvPr/>
        </p:nvSpPr>
        <p:spPr>
          <a:xfrm>
            <a:off x="650971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261"/>
          <p:cNvSpPr/>
          <p:nvPr/>
        </p:nvSpPr>
        <p:spPr>
          <a:xfrm>
            <a:off x="1189552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262"/>
          <p:cNvSpPr/>
          <p:nvPr/>
        </p:nvSpPr>
        <p:spPr>
          <a:xfrm>
            <a:off x="1728134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263"/>
          <p:cNvSpPr/>
          <p:nvPr/>
        </p:nvSpPr>
        <p:spPr>
          <a:xfrm>
            <a:off x="2266715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264"/>
          <p:cNvSpPr/>
          <p:nvPr/>
        </p:nvSpPr>
        <p:spPr>
          <a:xfrm>
            <a:off x="2805297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265"/>
          <p:cNvSpPr/>
          <p:nvPr/>
        </p:nvSpPr>
        <p:spPr>
          <a:xfrm>
            <a:off x="3343879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266"/>
          <p:cNvSpPr/>
          <p:nvPr/>
        </p:nvSpPr>
        <p:spPr>
          <a:xfrm>
            <a:off x="3882460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267"/>
          <p:cNvSpPr/>
          <p:nvPr/>
        </p:nvSpPr>
        <p:spPr>
          <a:xfrm>
            <a:off x="4421042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268"/>
          <p:cNvSpPr/>
          <p:nvPr/>
        </p:nvSpPr>
        <p:spPr>
          <a:xfrm>
            <a:off x="4959623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269"/>
          <p:cNvSpPr/>
          <p:nvPr/>
        </p:nvSpPr>
        <p:spPr>
          <a:xfrm>
            <a:off x="5498205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group270"/>
          <p:cNvSpPr/>
          <p:nvPr/>
        </p:nvSpPr>
        <p:spPr>
          <a:xfrm>
            <a:off x="576072" y="2587015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6-group271"/>
          <p:cNvSpPr/>
          <p:nvPr/>
        </p:nvSpPr>
        <p:spPr>
          <a:xfrm>
            <a:off x="576072" y="3125597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6-figure272" descr="10개씩 묶은 점 두 줄"/>
          <p:cNvSpPr/>
          <p:nvPr/>
        </p:nvSpPr>
        <p:spPr>
          <a:xfrm>
            <a:off x="548640" y="2550439"/>
            <a:ext cx="5385816" cy="107716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6-label27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</a:t>
            </a:r>
            <a:endParaRPr lang="ko-KR" sz="2600" dirty="0"/>
          </a:p>
        </p:txBody>
      </p:sp>
      <p:sp>
        <p:nvSpPr>
          <p:cNvPr id="30" name="S06-dot274"/>
          <p:cNvSpPr/>
          <p:nvPr/>
        </p:nvSpPr>
        <p:spPr>
          <a:xfrm>
            <a:off x="6356827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275"/>
          <p:cNvSpPr/>
          <p:nvPr/>
        </p:nvSpPr>
        <p:spPr>
          <a:xfrm>
            <a:off x="6895408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276"/>
          <p:cNvSpPr/>
          <p:nvPr/>
        </p:nvSpPr>
        <p:spPr>
          <a:xfrm>
            <a:off x="7433990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figure277" descr="묶지 않은 점 3개"/>
          <p:cNvSpPr/>
          <p:nvPr/>
        </p:nvSpPr>
        <p:spPr>
          <a:xfrm>
            <a:off x="6254496" y="2819730"/>
            <a:ext cx="5385816" cy="5385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06-label278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먼저, 낱개 나중</a:t>
            </a:r>
            <a:endParaRPr lang="ko-KR" sz="4400" dirty="0"/>
          </a:p>
        </p:txBody>
      </p:sp>
      <p:sp>
        <p:nvSpPr>
          <p:cNvPr id="3" name="S07-card27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8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삼십사 또는 서른넷이라고 읽어요.</a:t>
            </a:r>
            <a:endParaRPr lang="ko-KR" sz="3200" dirty="0"/>
          </a:p>
        </p:txBody>
      </p:sp>
      <p:sp>
        <p:nvSpPr>
          <p:cNvPr id="5" name="S07-rod281"/>
          <p:cNvSpPr/>
          <p:nvPr/>
        </p:nvSpPr>
        <p:spPr>
          <a:xfrm>
            <a:off x="2256338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line282"/>
          <p:cNvSpPr/>
          <p:nvPr/>
        </p:nvSpPr>
        <p:spPr>
          <a:xfrm>
            <a:off x="2256338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7-line283"/>
          <p:cNvSpPr/>
          <p:nvPr/>
        </p:nvSpPr>
        <p:spPr>
          <a:xfrm>
            <a:off x="2256338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284"/>
          <p:cNvSpPr/>
          <p:nvPr/>
        </p:nvSpPr>
        <p:spPr>
          <a:xfrm>
            <a:off x="2256338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285"/>
          <p:cNvSpPr/>
          <p:nvPr/>
        </p:nvSpPr>
        <p:spPr>
          <a:xfrm>
            <a:off x="2256338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286"/>
          <p:cNvSpPr/>
          <p:nvPr/>
        </p:nvSpPr>
        <p:spPr>
          <a:xfrm>
            <a:off x="2256338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287"/>
          <p:cNvSpPr/>
          <p:nvPr/>
        </p:nvSpPr>
        <p:spPr>
          <a:xfrm>
            <a:off x="2256338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288"/>
          <p:cNvSpPr/>
          <p:nvPr/>
        </p:nvSpPr>
        <p:spPr>
          <a:xfrm>
            <a:off x="2256338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289"/>
          <p:cNvSpPr/>
          <p:nvPr/>
        </p:nvSpPr>
        <p:spPr>
          <a:xfrm>
            <a:off x="2256338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290"/>
          <p:cNvSpPr/>
          <p:nvPr/>
        </p:nvSpPr>
        <p:spPr>
          <a:xfrm>
            <a:off x="2256338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rod291"/>
          <p:cNvSpPr/>
          <p:nvPr/>
        </p:nvSpPr>
        <p:spPr>
          <a:xfrm>
            <a:off x="2773170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line292"/>
          <p:cNvSpPr/>
          <p:nvPr/>
        </p:nvSpPr>
        <p:spPr>
          <a:xfrm>
            <a:off x="2773170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293"/>
          <p:cNvSpPr/>
          <p:nvPr/>
        </p:nvSpPr>
        <p:spPr>
          <a:xfrm>
            <a:off x="2773170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294"/>
          <p:cNvSpPr/>
          <p:nvPr/>
        </p:nvSpPr>
        <p:spPr>
          <a:xfrm>
            <a:off x="2773170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295"/>
          <p:cNvSpPr/>
          <p:nvPr/>
        </p:nvSpPr>
        <p:spPr>
          <a:xfrm>
            <a:off x="2773170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296"/>
          <p:cNvSpPr/>
          <p:nvPr/>
        </p:nvSpPr>
        <p:spPr>
          <a:xfrm>
            <a:off x="2773170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297"/>
          <p:cNvSpPr/>
          <p:nvPr/>
        </p:nvSpPr>
        <p:spPr>
          <a:xfrm>
            <a:off x="2773170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298"/>
          <p:cNvSpPr/>
          <p:nvPr/>
        </p:nvSpPr>
        <p:spPr>
          <a:xfrm>
            <a:off x="2773170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299"/>
          <p:cNvSpPr/>
          <p:nvPr/>
        </p:nvSpPr>
        <p:spPr>
          <a:xfrm>
            <a:off x="2773170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300"/>
          <p:cNvSpPr/>
          <p:nvPr/>
        </p:nvSpPr>
        <p:spPr>
          <a:xfrm>
            <a:off x="2773170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rod301"/>
          <p:cNvSpPr/>
          <p:nvPr/>
        </p:nvSpPr>
        <p:spPr>
          <a:xfrm>
            <a:off x="3290001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line302"/>
          <p:cNvSpPr/>
          <p:nvPr/>
        </p:nvSpPr>
        <p:spPr>
          <a:xfrm>
            <a:off x="3290001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303"/>
          <p:cNvSpPr/>
          <p:nvPr/>
        </p:nvSpPr>
        <p:spPr>
          <a:xfrm>
            <a:off x="3290001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304"/>
          <p:cNvSpPr/>
          <p:nvPr/>
        </p:nvSpPr>
        <p:spPr>
          <a:xfrm>
            <a:off x="3290001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305"/>
          <p:cNvSpPr/>
          <p:nvPr/>
        </p:nvSpPr>
        <p:spPr>
          <a:xfrm>
            <a:off x="3290001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306"/>
          <p:cNvSpPr/>
          <p:nvPr/>
        </p:nvSpPr>
        <p:spPr>
          <a:xfrm>
            <a:off x="3290001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307"/>
          <p:cNvSpPr/>
          <p:nvPr/>
        </p:nvSpPr>
        <p:spPr>
          <a:xfrm>
            <a:off x="3290001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308"/>
          <p:cNvSpPr/>
          <p:nvPr/>
        </p:nvSpPr>
        <p:spPr>
          <a:xfrm>
            <a:off x="3290001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309"/>
          <p:cNvSpPr/>
          <p:nvPr/>
        </p:nvSpPr>
        <p:spPr>
          <a:xfrm>
            <a:off x="3290001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310"/>
          <p:cNvSpPr/>
          <p:nvPr/>
        </p:nvSpPr>
        <p:spPr>
          <a:xfrm>
            <a:off x="3290001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unit311"/>
          <p:cNvSpPr/>
          <p:nvPr/>
        </p:nvSpPr>
        <p:spPr>
          <a:xfrm>
            <a:off x="3806832" y="4216906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unit312"/>
          <p:cNvSpPr/>
          <p:nvPr/>
        </p:nvSpPr>
        <p:spPr>
          <a:xfrm>
            <a:off x="3806832" y="3813131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unit313"/>
          <p:cNvSpPr/>
          <p:nvPr/>
        </p:nvSpPr>
        <p:spPr>
          <a:xfrm>
            <a:off x="3806832" y="340935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7-unit314"/>
          <p:cNvSpPr/>
          <p:nvPr/>
        </p:nvSpPr>
        <p:spPr>
          <a:xfrm>
            <a:off x="3806832" y="3005582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figure315" descr="10개 막대 3개와 낱개 4개"/>
          <p:cNvSpPr/>
          <p:nvPr/>
        </p:nvSpPr>
        <p:spPr>
          <a:xfrm>
            <a:off x="548640" y="139048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8" name="S07-table3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355342"/>
          <a:ext cx="493776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975104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얼마일까요?</a:t>
            </a:r>
            <a:endParaRPr lang="ko-KR" sz="4400" dirty="0"/>
          </a:p>
        </p:txBody>
      </p:sp>
      <p:sp>
        <p:nvSpPr>
          <p:cNvPr id="3" name="S08-text3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묶음과 낱개를 세어요.</a:t>
            </a:r>
            <a:endParaRPr lang="ko-KR" sz="3200" dirty="0"/>
          </a:p>
        </p:txBody>
      </p:sp>
      <p:sp>
        <p:nvSpPr>
          <p:cNvPr id="4" name="S08-card3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3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다는 얼마일까요? 두 가지로 읽어요.</a:t>
            </a:r>
            <a:endParaRPr lang="ko-KR" sz="3200" dirty="0"/>
          </a:p>
        </p:txBody>
      </p:sp>
      <p:sp>
        <p:nvSpPr>
          <p:cNvPr id="6" name="S08-chip32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ell321"/>
          <p:cNvSpPr/>
          <p:nvPr/>
        </p:nvSpPr>
        <p:spPr>
          <a:xfrm>
            <a:off x="548640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dot322"/>
          <p:cNvSpPr/>
          <p:nvPr/>
        </p:nvSpPr>
        <p:spPr>
          <a:xfrm>
            <a:off x="601907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cell323"/>
          <p:cNvSpPr/>
          <p:nvPr/>
        </p:nvSpPr>
        <p:spPr>
          <a:xfrm>
            <a:off x="861974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dot324"/>
          <p:cNvSpPr/>
          <p:nvPr/>
        </p:nvSpPr>
        <p:spPr>
          <a:xfrm>
            <a:off x="915241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cell325"/>
          <p:cNvSpPr/>
          <p:nvPr/>
        </p:nvSpPr>
        <p:spPr>
          <a:xfrm>
            <a:off x="1175309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dot326"/>
          <p:cNvSpPr/>
          <p:nvPr/>
        </p:nvSpPr>
        <p:spPr>
          <a:xfrm>
            <a:off x="1228576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cell327"/>
          <p:cNvSpPr/>
          <p:nvPr/>
        </p:nvSpPr>
        <p:spPr>
          <a:xfrm>
            <a:off x="1488643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dot328"/>
          <p:cNvSpPr/>
          <p:nvPr/>
        </p:nvSpPr>
        <p:spPr>
          <a:xfrm>
            <a:off x="1541910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cell329"/>
          <p:cNvSpPr/>
          <p:nvPr/>
        </p:nvSpPr>
        <p:spPr>
          <a:xfrm>
            <a:off x="1801978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dot330"/>
          <p:cNvSpPr/>
          <p:nvPr/>
        </p:nvSpPr>
        <p:spPr>
          <a:xfrm>
            <a:off x="1855244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8-cell331"/>
          <p:cNvSpPr/>
          <p:nvPr/>
        </p:nvSpPr>
        <p:spPr>
          <a:xfrm>
            <a:off x="548640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dot332"/>
          <p:cNvSpPr/>
          <p:nvPr/>
        </p:nvSpPr>
        <p:spPr>
          <a:xfrm>
            <a:off x="601907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cell333"/>
          <p:cNvSpPr/>
          <p:nvPr/>
        </p:nvSpPr>
        <p:spPr>
          <a:xfrm>
            <a:off x="861974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dot334"/>
          <p:cNvSpPr/>
          <p:nvPr/>
        </p:nvSpPr>
        <p:spPr>
          <a:xfrm>
            <a:off x="915241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cell335"/>
          <p:cNvSpPr/>
          <p:nvPr/>
        </p:nvSpPr>
        <p:spPr>
          <a:xfrm>
            <a:off x="1175309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dot336"/>
          <p:cNvSpPr/>
          <p:nvPr/>
        </p:nvSpPr>
        <p:spPr>
          <a:xfrm>
            <a:off x="1228576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8-cell337"/>
          <p:cNvSpPr/>
          <p:nvPr/>
        </p:nvSpPr>
        <p:spPr>
          <a:xfrm>
            <a:off x="1488643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8-dot338"/>
          <p:cNvSpPr/>
          <p:nvPr/>
        </p:nvSpPr>
        <p:spPr>
          <a:xfrm>
            <a:off x="1541910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cell339"/>
          <p:cNvSpPr/>
          <p:nvPr/>
        </p:nvSpPr>
        <p:spPr>
          <a:xfrm>
            <a:off x="1801978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dot340"/>
          <p:cNvSpPr/>
          <p:nvPr/>
        </p:nvSpPr>
        <p:spPr>
          <a:xfrm>
            <a:off x="1855244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figure341" descr="1개의 십 칸 틀 중 1번째: 모두 10개"/>
          <p:cNvSpPr/>
          <p:nvPr/>
        </p:nvSpPr>
        <p:spPr>
          <a:xfrm>
            <a:off x="548640" y="3604870"/>
            <a:ext cx="1566672" cy="626669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8-cell342"/>
          <p:cNvSpPr/>
          <p:nvPr/>
        </p:nvSpPr>
        <p:spPr>
          <a:xfrm>
            <a:off x="2435352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dot343"/>
          <p:cNvSpPr/>
          <p:nvPr/>
        </p:nvSpPr>
        <p:spPr>
          <a:xfrm>
            <a:off x="2488619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cell344"/>
          <p:cNvSpPr/>
          <p:nvPr/>
        </p:nvSpPr>
        <p:spPr>
          <a:xfrm>
            <a:off x="2748686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8-dot345"/>
          <p:cNvSpPr/>
          <p:nvPr/>
        </p:nvSpPr>
        <p:spPr>
          <a:xfrm>
            <a:off x="2801953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cell346"/>
          <p:cNvSpPr/>
          <p:nvPr/>
        </p:nvSpPr>
        <p:spPr>
          <a:xfrm>
            <a:off x="3062021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dot347"/>
          <p:cNvSpPr/>
          <p:nvPr/>
        </p:nvSpPr>
        <p:spPr>
          <a:xfrm>
            <a:off x="3115288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cell348"/>
          <p:cNvSpPr/>
          <p:nvPr/>
        </p:nvSpPr>
        <p:spPr>
          <a:xfrm>
            <a:off x="3375355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dot349"/>
          <p:cNvSpPr/>
          <p:nvPr/>
        </p:nvSpPr>
        <p:spPr>
          <a:xfrm>
            <a:off x="3428622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8-cell350"/>
          <p:cNvSpPr/>
          <p:nvPr/>
        </p:nvSpPr>
        <p:spPr>
          <a:xfrm>
            <a:off x="3688690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dot351"/>
          <p:cNvSpPr/>
          <p:nvPr/>
        </p:nvSpPr>
        <p:spPr>
          <a:xfrm>
            <a:off x="3741956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8-cell352"/>
          <p:cNvSpPr/>
          <p:nvPr/>
        </p:nvSpPr>
        <p:spPr>
          <a:xfrm>
            <a:off x="2435352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353"/>
          <p:cNvSpPr/>
          <p:nvPr/>
        </p:nvSpPr>
        <p:spPr>
          <a:xfrm>
            <a:off x="2748686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354"/>
          <p:cNvSpPr/>
          <p:nvPr/>
        </p:nvSpPr>
        <p:spPr>
          <a:xfrm>
            <a:off x="3062021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cell355"/>
          <p:cNvSpPr/>
          <p:nvPr/>
        </p:nvSpPr>
        <p:spPr>
          <a:xfrm>
            <a:off x="3375355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8-cell356"/>
          <p:cNvSpPr/>
          <p:nvPr/>
        </p:nvSpPr>
        <p:spPr>
          <a:xfrm>
            <a:off x="3688690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8-figure357" descr="1개의 십 칸 틀 중 1번째: 모두 5개"/>
          <p:cNvSpPr/>
          <p:nvPr/>
        </p:nvSpPr>
        <p:spPr>
          <a:xfrm>
            <a:off x="2435352" y="3604870"/>
            <a:ext cx="1566672" cy="626669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08-chip35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45" name="S08-rod359"/>
          <p:cNvSpPr/>
          <p:nvPr/>
        </p:nvSpPr>
        <p:spPr>
          <a:xfrm>
            <a:off x="5423887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8-line360"/>
          <p:cNvSpPr/>
          <p:nvPr/>
        </p:nvSpPr>
        <p:spPr>
          <a:xfrm>
            <a:off x="5423887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line361"/>
          <p:cNvSpPr/>
          <p:nvPr/>
        </p:nvSpPr>
        <p:spPr>
          <a:xfrm>
            <a:off x="5423887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8-line362"/>
          <p:cNvSpPr/>
          <p:nvPr/>
        </p:nvSpPr>
        <p:spPr>
          <a:xfrm>
            <a:off x="5423887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363"/>
          <p:cNvSpPr/>
          <p:nvPr/>
        </p:nvSpPr>
        <p:spPr>
          <a:xfrm>
            <a:off x="5423887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364"/>
          <p:cNvSpPr/>
          <p:nvPr/>
        </p:nvSpPr>
        <p:spPr>
          <a:xfrm>
            <a:off x="5423887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365"/>
          <p:cNvSpPr/>
          <p:nvPr/>
        </p:nvSpPr>
        <p:spPr>
          <a:xfrm>
            <a:off x="5423887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8-line366"/>
          <p:cNvSpPr/>
          <p:nvPr/>
        </p:nvSpPr>
        <p:spPr>
          <a:xfrm>
            <a:off x="5423887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line367"/>
          <p:cNvSpPr/>
          <p:nvPr/>
        </p:nvSpPr>
        <p:spPr>
          <a:xfrm>
            <a:off x="5423887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368"/>
          <p:cNvSpPr/>
          <p:nvPr/>
        </p:nvSpPr>
        <p:spPr>
          <a:xfrm>
            <a:off x="5423887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rod369"/>
          <p:cNvSpPr/>
          <p:nvPr/>
        </p:nvSpPr>
        <p:spPr>
          <a:xfrm>
            <a:off x="5793867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8-line370"/>
          <p:cNvSpPr/>
          <p:nvPr/>
        </p:nvSpPr>
        <p:spPr>
          <a:xfrm>
            <a:off x="5793867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8-line371"/>
          <p:cNvSpPr/>
          <p:nvPr/>
        </p:nvSpPr>
        <p:spPr>
          <a:xfrm>
            <a:off x="5793867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8-line372"/>
          <p:cNvSpPr/>
          <p:nvPr/>
        </p:nvSpPr>
        <p:spPr>
          <a:xfrm>
            <a:off x="5793867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373"/>
          <p:cNvSpPr/>
          <p:nvPr/>
        </p:nvSpPr>
        <p:spPr>
          <a:xfrm>
            <a:off x="5793867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374"/>
          <p:cNvSpPr/>
          <p:nvPr/>
        </p:nvSpPr>
        <p:spPr>
          <a:xfrm>
            <a:off x="5793867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375"/>
          <p:cNvSpPr/>
          <p:nvPr/>
        </p:nvSpPr>
        <p:spPr>
          <a:xfrm>
            <a:off x="5793867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8-line376"/>
          <p:cNvSpPr/>
          <p:nvPr/>
        </p:nvSpPr>
        <p:spPr>
          <a:xfrm>
            <a:off x="5793867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8-line377"/>
          <p:cNvSpPr/>
          <p:nvPr/>
        </p:nvSpPr>
        <p:spPr>
          <a:xfrm>
            <a:off x="5793867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378"/>
          <p:cNvSpPr/>
          <p:nvPr/>
        </p:nvSpPr>
        <p:spPr>
          <a:xfrm>
            <a:off x="5793867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unit379"/>
          <p:cNvSpPr/>
          <p:nvPr/>
        </p:nvSpPr>
        <p:spPr>
          <a:xfrm>
            <a:off x="6163847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8-unit380"/>
          <p:cNvSpPr/>
          <p:nvPr/>
        </p:nvSpPr>
        <p:spPr>
          <a:xfrm>
            <a:off x="6163847" y="4496298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8-unit381"/>
          <p:cNvSpPr/>
          <p:nvPr/>
        </p:nvSpPr>
        <p:spPr>
          <a:xfrm>
            <a:off x="6163847" y="4207251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8-unit382"/>
          <p:cNvSpPr/>
          <p:nvPr/>
        </p:nvSpPr>
        <p:spPr>
          <a:xfrm>
            <a:off x="6163847" y="3918204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8-unit383"/>
          <p:cNvSpPr/>
          <p:nvPr/>
        </p:nvSpPr>
        <p:spPr>
          <a:xfrm>
            <a:off x="6163847" y="3629157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8-unit384"/>
          <p:cNvSpPr/>
          <p:nvPr/>
        </p:nvSpPr>
        <p:spPr>
          <a:xfrm>
            <a:off x="6464456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8-figure385" descr="10개 막대 2개와 낱개 6개"/>
          <p:cNvSpPr/>
          <p:nvPr/>
        </p:nvSpPr>
        <p:spPr>
          <a:xfrm>
            <a:off x="4367784" y="27620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08-chip3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73" name="S08-rod387"/>
          <p:cNvSpPr/>
          <p:nvPr/>
        </p:nvSpPr>
        <p:spPr>
          <a:xfrm>
            <a:off x="9023355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8-line388"/>
          <p:cNvSpPr/>
          <p:nvPr/>
        </p:nvSpPr>
        <p:spPr>
          <a:xfrm>
            <a:off x="9023355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8-line389"/>
          <p:cNvSpPr/>
          <p:nvPr/>
        </p:nvSpPr>
        <p:spPr>
          <a:xfrm>
            <a:off x="9023355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8-line390"/>
          <p:cNvSpPr/>
          <p:nvPr/>
        </p:nvSpPr>
        <p:spPr>
          <a:xfrm>
            <a:off x="9023355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8-line391"/>
          <p:cNvSpPr/>
          <p:nvPr/>
        </p:nvSpPr>
        <p:spPr>
          <a:xfrm>
            <a:off x="9023355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8-line392"/>
          <p:cNvSpPr/>
          <p:nvPr/>
        </p:nvSpPr>
        <p:spPr>
          <a:xfrm>
            <a:off x="9023355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8-line393"/>
          <p:cNvSpPr/>
          <p:nvPr/>
        </p:nvSpPr>
        <p:spPr>
          <a:xfrm>
            <a:off x="9023355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8-line394"/>
          <p:cNvSpPr/>
          <p:nvPr/>
        </p:nvSpPr>
        <p:spPr>
          <a:xfrm>
            <a:off x="9023355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8-line395"/>
          <p:cNvSpPr/>
          <p:nvPr/>
        </p:nvSpPr>
        <p:spPr>
          <a:xfrm>
            <a:off x="9023355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8-line396"/>
          <p:cNvSpPr/>
          <p:nvPr/>
        </p:nvSpPr>
        <p:spPr>
          <a:xfrm>
            <a:off x="9023355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8-rod397"/>
          <p:cNvSpPr/>
          <p:nvPr/>
        </p:nvSpPr>
        <p:spPr>
          <a:xfrm>
            <a:off x="9393335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8-line398"/>
          <p:cNvSpPr/>
          <p:nvPr/>
        </p:nvSpPr>
        <p:spPr>
          <a:xfrm>
            <a:off x="9393335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8-line399"/>
          <p:cNvSpPr/>
          <p:nvPr/>
        </p:nvSpPr>
        <p:spPr>
          <a:xfrm>
            <a:off x="9393335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400"/>
          <p:cNvSpPr/>
          <p:nvPr/>
        </p:nvSpPr>
        <p:spPr>
          <a:xfrm>
            <a:off x="9393335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401"/>
          <p:cNvSpPr/>
          <p:nvPr/>
        </p:nvSpPr>
        <p:spPr>
          <a:xfrm>
            <a:off x="9393335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402"/>
          <p:cNvSpPr/>
          <p:nvPr/>
        </p:nvSpPr>
        <p:spPr>
          <a:xfrm>
            <a:off x="9393335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8-line403"/>
          <p:cNvSpPr/>
          <p:nvPr/>
        </p:nvSpPr>
        <p:spPr>
          <a:xfrm>
            <a:off x="9393335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8-line404"/>
          <p:cNvSpPr/>
          <p:nvPr/>
        </p:nvSpPr>
        <p:spPr>
          <a:xfrm>
            <a:off x="9393335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405"/>
          <p:cNvSpPr/>
          <p:nvPr/>
        </p:nvSpPr>
        <p:spPr>
          <a:xfrm>
            <a:off x="9393335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406"/>
          <p:cNvSpPr/>
          <p:nvPr/>
        </p:nvSpPr>
        <p:spPr>
          <a:xfrm>
            <a:off x="9393335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rod407"/>
          <p:cNvSpPr/>
          <p:nvPr/>
        </p:nvSpPr>
        <p:spPr>
          <a:xfrm>
            <a:off x="9763316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8-line408"/>
          <p:cNvSpPr/>
          <p:nvPr/>
        </p:nvSpPr>
        <p:spPr>
          <a:xfrm>
            <a:off x="9763316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8-line409"/>
          <p:cNvSpPr/>
          <p:nvPr/>
        </p:nvSpPr>
        <p:spPr>
          <a:xfrm>
            <a:off x="9763316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410"/>
          <p:cNvSpPr/>
          <p:nvPr/>
        </p:nvSpPr>
        <p:spPr>
          <a:xfrm>
            <a:off x="9763316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411"/>
          <p:cNvSpPr/>
          <p:nvPr/>
        </p:nvSpPr>
        <p:spPr>
          <a:xfrm>
            <a:off x="9763316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412"/>
          <p:cNvSpPr/>
          <p:nvPr/>
        </p:nvSpPr>
        <p:spPr>
          <a:xfrm>
            <a:off x="9763316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8-line413"/>
          <p:cNvSpPr/>
          <p:nvPr/>
        </p:nvSpPr>
        <p:spPr>
          <a:xfrm>
            <a:off x="9763316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8-line414"/>
          <p:cNvSpPr/>
          <p:nvPr/>
        </p:nvSpPr>
        <p:spPr>
          <a:xfrm>
            <a:off x="9763316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415"/>
          <p:cNvSpPr/>
          <p:nvPr/>
        </p:nvSpPr>
        <p:spPr>
          <a:xfrm>
            <a:off x="9763316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416"/>
          <p:cNvSpPr/>
          <p:nvPr/>
        </p:nvSpPr>
        <p:spPr>
          <a:xfrm>
            <a:off x="9763316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rod417"/>
          <p:cNvSpPr/>
          <p:nvPr/>
        </p:nvSpPr>
        <p:spPr>
          <a:xfrm>
            <a:off x="10133296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8-line418"/>
          <p:cNvSpPr/>
          <p:nvPr/>
        </p:nvSpPr>
        <p:spPr>
          <a:xfrm>
            <a:off x="10133296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8-line419"/>
          <p:cNvSpPr/>
          <p:nvPr/>
        </p:nvSpPr>
        <p:spPr>
          <a:xfrm>
            <a:off x="10133296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420"/>
          <p:cNvSpPr/>
          <p:nvPr/>
        </p:nvSpPr>
        <p:spPr>
          <a:xfrm>
            <a:off x="10133296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421"/>
          <p:cNvSpPr/>
          <p:nvPr/>
        </p:nvSpPr>
        <p:spPr>
          <a:xfrm>
            <a:off x="10133296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422"/>
          <p:cNvSpPr/>
          <p:nvPr/>
        </p:nvSpPr>
        <p:spPr>
          <a:xfrm>
            <a:off x="10133296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8-line423"/>
          <p:cNvSpPr/>
          <p:nvPr/>
        </p:nvSpPr>
        <p:spPr>
          <a:xfrm>
            <a:off x="10133296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8-line424"/>
          <p:cNvSpPr/>
          <p:nvPr/>
        </p:nvSpPr>
        <p:spPr>
          <a:xfrm>
            <a:off x="10133296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425"/>
          <p:cNvSpPr/>
          <p:nvPr/>
        </p:nvSpPr>
        <p:spPr>
          <a:xfrm>
            <a:off x="10133296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426"/>
          <p:cNvSpPr/>
          <p:nvPr/>
        </p:nvSpPr>
        <p:spPr>
          <a:xfrm>
            <a:off x="10133296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unit427"/>
          <p:cNvSpPr/>
          <p:nvPr/>
        </p:nvSpPr>
        <p:spPr>
          <a:xfrm>
            <a:off x="10503276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4" name="S08-figure428" descr="10개 막대 4개와 낱개 1개"/>
          <p:cNvSpPr/>
          <p:nvPr/>
        </p:nvSpPr>
        <p:spPr>
          <a:xfrm>
            <a:off x="8186928" y="27620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써 봐요</a:t>
            </a:r>
            <a:endParaRPr lang="ko-KR" sz="4400" dirty="0"/>
          </a:p>
        </p:txBody>
      </p:sp>
      <p:sp>
        <p:nvSpPr>
          <p:cNvPr id="3" name="S09-card4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4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묶음의 수를 먼저, 낱개의 수를 뒤에 써요.</a:t>
            </a:r>
            <a:endParaRPr lang="ko-KR" sz="3200" dirty="0"/>
          </a:p>
        </p:txBody>
      </p:sp>
      <p:sp>
        <p:nvSpPr>
          <p:cNvPr id="5" name="S09-chip43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43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4개, 낱개 7개는?</a:t>
            </a:r>
            <a:endParaRPr lang="ko-KR" sz="3200" dirty="0"/>
          </a:p>
        </p:txBody>
      </p:sp>
      <p:sp>
        <p:nvSpPr>
          <p:cNvPr id="7" name="S09-chip43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text43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38을 두 가지로 읽어요.</a:t>
            </a:r>
            <a:endParaRPr lang="ko-KR" sz="3200" dirty="0"/>
          </a:p>
        </p:txBody>
      </p:sp>
      <p:sp>
        <p:nvSpPr>
          <p:cNvPr id="9" name="S09-chip43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text43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열다섯을 숫자로 써요.</a:t>
            </a:r>
            <a:endParaRPr lang="ko-KR" sz="3200" dirty="0"/>
          </a:p>
        </p:txBody>
      </p:sp>
      <p:sp>
        <p:nvSpPr>
          <p:cNvPr id="11" name="S09-chip43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43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50은 묶음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4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4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‘서른넷’을 숫자로 썼어요.</a:t>
            </a:r>
            <a:endParaRPr lang="ko-KR" sz="3200" dirty="0"/>
          </a:p>
        </p:txBody>
      </p:sp>
      <p:sp>
        <p:nvSpPr>
          <p:cNvPr id="5" name="S10-card4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4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4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10-eqtext4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304</a:t>
            </a:r>
            <a:endParaRPr lang="ko-KR" sz="3600" dirty="0"/>
          </a:p>
        </p:txBody>
      </p:sp>
      <p:sp>
        <p:nvSpPr>
          <p:cNvPr id="9" name="S10-chip4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10-eqtext4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4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44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44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1개, 낱개 8개는?</a:t>
            </a:r>
            <a:endParaRPr lang="ko-KR" sz="3200" dirty="0"/>
          </a:p>
        </p:txBody>
      </p:sp>
      <p:sp>
        <p:nvSpPr>
          <p:cNvPr id="6" name="S11-chip45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45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45를 두 가지로 읽어요.</a:t>
            </a:r>
            <a:endParaRPr lang="ko-KR" sz="3200" dirty="0"/>
          </a:p>
        </p:txBody>
      </p:sp>
      <p:sp>
        <p:nvSpPr>
          <p:cNvPr id="8" name="S11-chip45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45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서른둘을 숫자로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34를 나타내는 것은?</a:t>
            </a:r>
            <a:endParaRPr lang="ko-KR" sz="4400" dirty="0"/>
          </a:p>
        </p:txBody>
      </p:sp>
      <p:sp>
        <p:nvSpPr>
          <p:cNvPr id="3" name="S13-card4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4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3-chip456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rod457"/>
          <p:cNvSpPr/>
          <p:nvPr/>
        </p:nvSpPr>
        <p:spPr>
          <a:xfrm>
            <a:off x="113118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line458"/>
          <p:cNvSpPr/>
          <p:nvPr/>
        </p:nvSpPr>
        <p:spPr>
          <a:xfrm>
            <a:off x="113118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3-line459"/>
          <p:cNvSpPr/>
          <p:nvPr/>
        </p:nvSpPr>
        <p:spPr>
          <a:xfrm>
            <a:off x="113118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460"/>
          <p:cNvSpPr/>
          <p:nvPr/>
        </p:nvSpPr>
        <p:spPr>
          <a:xfrm>
            <a:off x="113118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461"/>
          <p:cNvSpPr/>
          <p:nvPr/>
        </p:nvSpPr>
        <p:spPr>
          <a:xfrm>
            <a:off x="113118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462"/>
          <p:cNvSpPr/>
          <p:nvPr/>
        </p:nvSpPr>
        <p:spPr>
          <a:xfrm>
            <a:off x="113118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463"/>
          <p:cNvSpPr/>
          <p:nvPr/>
        </p:nvSpPr>
        <p:spPr>
          <a:xfrm>
            <a:off x="113118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3-line464"/>
          <p:cNvSpPr/>
          <p:nvPr/>
        </p:nvSpPr>
        <p:spPr>
          <a:xfrm>
            <a:off x="113118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465"/>
          <p:cNvSpPr/>
          <p:nvPr/>
        </p:nvSpPr>
        <p:spPr>
          <a:xfrm>
            <a:off x="113118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466"/>
          <p:cNvSpPr/>
          <p:nvPr/>
        </p:nvSpPr>
        <p:spPr>
          <a:xfrm>
            <a:off x="113118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rod467"/>
          <p:cNvSpPr/>
          <p:nvPr/>
        </p:nvSpPr>
        <p:spPr>
          <a:xfrm>
            <a:off x="160667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line468"/>
          <p:cNvSpPr/>
          <p:nvPr/>
        </p:nvSpPr>
        <p:spPr>
          <a:xfrm>
            <a:off x="160667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3-line469"/>
          <p:cNvSpPr/>
          <p:nvPr/>
        </p:nvSpPr>
        <p:spPr>
          <a:xfrm>
            <a:off x="160667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470"/>
          <p:cNvSpPr/>
          <p:nvPr/>
        </p:nvSpPr>
        <p:spPr>
          <a:xfrm>
            <a:off x="160667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471"/>
          <p:cNvSpPr/>
          <p:nvPr/>
        </p:nvSpPr>
        <p:spPr>
          <a:xfrm>
            <a:off x="160667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472"/>
          <p:cNvSpPr/>
          <p:nvPr/>
        </p:nvSpPr>
        <p:spPr>
          <a:xfrm>
            <a:off x="160667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473"/>
          <p:cNvSpPr/>
          <p:nvPr/>
        </p:nvSpPr>
        <p:spPr>
          <a:xfrm>
            <a:off x="160667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3-line474"/>
          <p:cNvSpPr/>
          <p:nvPr/>
        </p:nvSpPr>
        <p:spPr>
          <a:xfrm>
            <a:off x="160667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475"/>
          <p:cNvSpPr/>
          <p:nvPr/>
        </p:nvSpPr>
        <p:spPr>
          <a:xfrm>
            <a:off x="160667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476"/>
          <p:cNvSpPr/>
          <p:nvPr/>
        </p:nvSpPr>
        <p:spPr>
          <a:xfrm>
            <a:off x="160667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rod477"/>
          <p:cNvSpPr/>
          <p:nvPr/>
        </p:nvSpPr>
        <p:spPr>
          <a:xfrm>
            <a:off x="208216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line478"/>
          <p:cNvSpPr/>
          <p:nvPr/>
        </p:nvSpPr>
        <p:spPr>
          <a:xfrm>
            <a:off x="208216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3-line479"/>
          <p:cNvSpPr/>
          <p:nvPr/>
        </p:nvSpPr>
        <p:spPr>
          <a:xfrm>
            <a:off x="208216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480"/>
          <p:cNvSpPr/>
          <p:nvPr/>
        </p:nvSpPr>
        <p:spPr>
          <a:xfrm>
            <a:off x="208216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481"/>
          <p:cNvSpPr/>
          <p:nvPr/>
        </p:nvSpPr>
        <p:spPr>
          <a:xfrm>
            <a:off x="208216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482"/>
          <p:cNvSpPr/>
          <p:nvPr/>
        </p:nvSpPr>
        <p:spPr>
          <a:xfrm>
            <a:off x="208216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483"/>
          <p:cNvSpPr/>
          <p:nvPr/>
        </p:nvSpPr>
        <p:spPr>
          <a:xfrm>
            <a:off x="208216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3-line484"/>
          <p:cNvSpPr/>
          <p:nvPr/>
        </p:nvSpPr>
        <p:spPr>
          <a:xfrm>
            <a:off x="208216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485"/>
          <p:cNvSpPr/>
          <p:nvPr/>
        </p:nvSpPr>
        <p:spPr>
          <a:xfrm>
            <a:off x="208216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486"/>
          <p:cNvSpPr/>
          <p:nvPr/>
        </p:nvSpPr>
        <p:spPr>
          <a:xfrm>
            <a:off x="208216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rod487"/>
          <p:cNvSpPr/>
          <p:nvPr/>
        </p:nvSpPr>
        <p:spPr>
          <a:xfrm>
            <a:off x="2557653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line488"/>
          <p:cNvSpPr/>
          <p:nvPr/>
        </p:nvSpPr>
        <p:spPr>
          <a:xfrm>
            <a:off x="2557653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3-line489"/>
          <p:cNvSpPr/>
          <p:nvPr/>
        </p:nvSpPr>
        <p:spPr>
          <a:xfrm>
            <a:off x="2557653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3-line490"/>
          <p:cNvSpPr/>
          <p:nvPr/>
        </p:nvSpPr>
        <p:spPr>
          <a:xfrm>
            <a:off x="2557653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3-line491"/>
          <p:cNvSpPr/>
          <p:nvPr/>
        </p:nvSpPr>
        <p:spPr>
          <a:xfrm>
            <a:off x="2557653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3-line492"/>
          <p:cNvSpPr/>
          <p:nvPr/>
        </p:nvSpPr>
        <p:spPr>
          <a:xfrm>
            <a:off x="2557653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3-line493"/>
          <p:cNvSpPr/>
          <p:nvPr/>
        </p:nvSpPr>
        <p:spPr>
          <a:xfrm>
            <a:off x="2557653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3-line494"/>
          <p:cNvSpPr/>
          <p:nvPr/>
        </p:nvSpPr>
        <p:spPr>
          <a:xfrm>
            <a:off x="2557653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3-line495"/>
          <p:cNvSpPr/>
          <p:nvPr/>
        </p:nvSpPr>
        <p:spPr>
          <a:xfrm>
            <a:off x="2557653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3-line496"/>
          <p:cNvSpPr/>
          <p:nvPr/>
        </p:nvSpPr>
        <p:spPr>
          <a:xfrm>
            <a:off x="2557653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3-unit497"/>
          <p:cNvSpPr/>
          <p:nvPr/>
        </p:nvSpPr>
        <p:spPr>
          <a:xfrm>
            <a:off x="3033141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3-unit498"/>
          <p:cNvSpPr/>
          <p:nvPr/>
        </p:nvSpPr>
        <p:spPr>
          <a:xfrm>
            <a:off x="3033141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3-unit499"/>
          <p:cNvSpPr/>
          <p:nvPr/>
        </p:nvSpPr>
        <p:spPr>
          <a:xfrm>
            <a:off x="3033141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3-figure500" descr="10개 막대 4개와 낱개 3개"/>
          <p:cNvSpPr/>
          <p:nvPr/>
        </p:nvSpPr>
        <p:spPr>
          <a:xfrm>
            <a:off x="548640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13-chip50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51" name="S13-rod502"/>
          <p:cNvSpPr/>
          <p:nvPr/>
        </p:nvSpPr>
        <p:spPr>
          <a:xfrm>
            <a:off x="518807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3-line503"/>
          <p:cNvSpPr/>
          <p:nvPr/>
        </p:nvSpPr>
        <p:spPr>
          <a:xfrm>
            <a:off x="518807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3-line504"/>
          <p:cNvSpPr/>
          <p:nvPr/>
        </p:nvSpPr>
        <p:spPr>
          <a:xfrm>
            <a:off x="518807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505"/>
          <p:cNvSpPr/>
          <p:nvPr/>
        </p:nvSpPr>
        <p:spPr>
          <a:xfrm>
            <a:off x="518807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506"/>
          <p:cNvSpPr/>
          <p:nvPr/>
        </p:nvSpPr>
        <p:spPr>
          <a:xfrm>
            <a:off x="518807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507"/>
          <p:cNvSpPr/>
          <p:nvPr/>
        </p:nvSpPr>
        <p:spPr>
          <a:xfrm>
            <a:off x="518807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line508"/>
          <p:cNvSpPr/>
          <p:nvPr/>
        </p:nvSpPr>
        <p:spPr>
          <a:xfrm>
            <a:off x="518807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3-line509"/>
          <p:cNvSpPr/>
          <p:nvPr/>
        </p:nvSpPr>
        <p:spPr>
          <a:xfrm>
            <a:off x="518807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510"/>
          <p:cNvSpPr/>
          <p:nvPr/>
        </p:nvSpPr>
        <p:spPr>
          <a:xfrm>
            <a:off x="518807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511"/>
          <p:cNvSpPr/>
          <p:nvPr/>
        </p:nvSpPr>
        <p:spPr>
          <a:xfrm>
            <a:off x="518807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rod512"/>
          <p:cNvSpPr/>
          <p:nvPr/>
        </p:nvSpPr>
        <p:spPr>
          <a:xfrm>
            <a:off x="566356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3-line513"/>
          <p:cNvSpPr/>
          <p:nvPr/>
        </p:nvSpPr>
        <p:spPr>
          <a:xfrm>
            <a:off x="566356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3-line514"/>
          <p:cNvSpPr/>
          <p:nvPr/>
        </p:nvSpPr>
        <p:spPr>
          <a:xfrm>
            <a:off x="566356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515"/>
          <p:cNvSpPr/>
          <p:nvPr/>
        </p:nvSpPr>
        <p:spPr>
          <a:xfrm>
            <a:off x="566356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516"/>
          <p:cNvSpPr/>
          <p:nvPr/>
        </p:nvSpPr>
        <p:spPr>
          <a:xfrm>
            <a:off x="566356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517"/>
          <p:cNvSpPr/>
          <p:nvPr/>
        </p:nvSpPr>
        <p:spPr>
          <a:xfrm>
            <a:off x="566356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line518"/>
          <p:cNvSpPr/>
          <p:nvPr/>
        </p:nvSpPr>
        <p:spPr>
          <a:xfrm>
            <a:off x="566356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3-line519"/>
          <p:cNvSpPr/>
          <p:nvPr/>
        </p:nvSpPr>
        <p:spPr>
          <a:xfrm>
            <a:off x="566356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3-line520"/>
          <p:cNvSpPr/>
          <p:nvPr/>
        </p:nvSpPr>
        <p:spPr>
          <a:xfrm>
            <a:off x="566356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3-line521"/>
          <p:cNvSpPr/>
          <p:nvPr/>
        </p:nvSpPr>
        <p:spPr>
          <a:xfrm>
            <a:off x="566356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3-rod522"/>
          <p:cNvSpPr/>
          <p:nvPr/>
        </p:nvSpPr>
        <p:spPr>
          <a:xfrm>
            <a:off x="6139053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3-line523"/>
          <p:cNvSpPr/>
          <p:nvPr/>
        </p:nvSpPr>
        <p:spPr>
          <a:xfrm>
            <a:off x="6139053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3-line524"/>
          <p:cNvSpPr/>
          <p:nvPr/>
        </p:nvSpPr>
        <p:spPr>
          <a:xfrm>
            <a:off x="6139053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3-line525"/>
          <p:cNvSpPr/>
          <p:nvPr/>
        </p:nvSpPr>
        <p:spPr>
          <a:xfrm>
            <a:off x="6139053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3-line526"/>
          <p:cNvSpPr/>
          <p:nvPr/>
        </p:nvSpPr>
        <p:spPr>
          <a:xfrm>
            <a:off x="6139053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3-line527"/>
          <p:cNvSpPr/>
          <p:nvPr/>
        </p:nvSpPr>
        <p:spPr>
          <a:xfrm>
            <a:off x="6139053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3-line528"/>
          <p:cNvSpPr/>
          <p:nvPr/>
        </p:nvSpPr>
        <p:spPr>
          <a:xfrm>
            <a:off x="6139053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13-line529"/>
          <p:cNvSpPr/>
          <p:nvPr/>
        </p:nvSpPr>
        <p:spPr>
          <a:xfrm>
            <a:off x="6139053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3-line530"/>
          <p:cNvSpPr/>
          <p:nvPr/>
        </p:nvSpPr>
        <p:spPr>
          <a:xfrm>
            <a:off x="6139053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3-line531"/>
          <p:cNvSpPr/>
          <p:nvPr/>
        </p:nvSpPr>
        <p:spPr>
          <a:xfrm>
            <a:off x="6139053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3-unit532"/>
          <p:cNvSpPr/>
          <p:nvPr/>
        </p:nvSpPr>
        <p:spPr>
          <a:xfrm>
            <a:off x="6614541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13-unit533"/>
          <p:cNvSpPr/>
          <p:nvPr/>
        </p:nvSpPr>
        <p:spPr>
          <a:xfrm>
            <a:off x="6614541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13-unit534"/>
          <p:cNvSpPr/>
          <p:nvPr/>
        </p:nvSpPr>
        <p:spPr>
          <a:xfrm>
            <a:off x="6614541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13-unit535"/>
          <p:cNvSpPr/>
          <p:nvPr/>
        </p:nvSpPr>
        <p:spPr>
          <a:xfrm>
            <a:off x="6614541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13-figure536" descr="10개 막대 3개와 낱개 4개"/>
          <p:cNvSpPr/>
          <p:nvPr/>
        </p:nvSpPr>
        <p:spPr>
          <a:xfrm>
            <a:off x="4367784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S13-chip537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87" name="S13-rod538"/>
          <p:cNvSpPr/>
          <p:nvPr/>
        </p:nvSpPr>
        <p:spPr>
          <a:xfrm>
            <a:off x="9007221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13-line539"/>
          <p:cNvSpPr/>
          <p:nvPr/>
        </p:nvSpPr>
        <p:spPr>
          <a:xfrm>
            <a:off x="9007221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3-line540"/>
          <p:cNvSpPr/>
          <p:nvPr/>
        </p:nvSpPr>
        <p:spPr>
          <a:xfrm>
            <a:off x="9007221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3-line541"/>
          <p:cNvSpPr/>
          <p:nvPr/>
        </p:nvSpPr>
        <p:spPr>
          <a:xfrm>
            <a:off x="9007221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3-line542"/>
          <p:cNvSpPr/>
          <p:nvPr/>
        </p:nvSpPr>
        <p:spPr>
          <a:xfrm>
            <a:off x="9007221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3-line543"/>
          <p:cNvSpPr/>
          <p:nvPr/>
        </p:nvSpPr>
        <p:spPr>
          <a:xfrm>
            <a:off x="9007221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3-line544"/>
          <p:cNvSpPr/>
          <p:nvPr/>
        </p:nvSpPr>
        <p:spPr>
          <a:xfrm>
            <a:off x="9007221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3-line545"/>
          <p:cNvSpPr/>
          <p:nvPr/>
        </p:nvSpPr>
        <p:spPr>
          <a:xfrm>
            <a:off x="9007221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3-line546"/>
          <p:cNvSpPr/>
          <p:nvPr/>
        </p:nvSpPr>
        <p:spPr>
          <a:xfrm>
            <a:off x="9007221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3-line547"/>
          <p:cNvSpPr/>
          <p:nvPr/>
        </p:nvSpPr>
        <p:spPr>
          <a:xfrm>
            <a:off x="9007221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3-rod548"/>
          <p:cNvSpPr/>
          <p:nvPr/>
        </p:nvSpPr>
        <p:spPr>
          <a:xfrm>
            <a:off x="948270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13-line549"/>
          <p:cNvSpPr/>
          <p:nvPr/>
        </p:nvSpPr>
        <p:spPr>
          <a:xfrm>
            <a:off x="948270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3-line550"/>
          <p:cNvSpPr/>
          <p:nvPr/>
        </p:nvSpPr>
        <p:spPr>
          <a:xfrm>
            <a:off x="948270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3-line551"/>
          <p:cNvSpPr/>
          <p:nvPr/>
        </p:nvSpPr>
        <p:spPr>
          <a:xfrm>
            <a:off x="948270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3-line552"/>
          <p:cNvSpPr/>
          <p:nvPr/>
        </p:nvSpPr>
        <p:spPr>
          <a:xfrm>
            <a:off x="948270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3-line553"/>
          <p:cNvSpPr/>
          <p:nvPr/>
        </p:nvSpPr>
        <p:spPr>
          <a:xfrm>
            <a:off x="948270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3-line554"/>
          <p:cNvSpPr/>
          <p:nvPr/>
        </p:nvSpPr>
        <p:spPr>
          <a:xfrm>
            <a:off x="948270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3-line555"/>
          <p:cNvSpPr/>
          <p:nvPr/>
        </p:nvSpPr>
        <p:spPr>
          <a:xfrm>
            <a:off x="948270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3-line556"/>
          <p:cNvSpPr/>
          <p:nvPr/>
        </p:nvSpPr>
        <p:spPr>
          <a:xfrm>
            <a:off x="948270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3-line557"/>
          <p:cNvSpPr/>
          <p:nvPr/>
        </p:nvSpPr>
        <p:spPr>
          <a:xfrm>
            <a:off x="948270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3-rod558"/>
          <p:cNvSpPr/>
          <p:nvPr/>
        </p:nvSpPr>
        <p:spPr>
          <a:xfrm>
            <a:off x="995819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13-line559"/>
          <p:cNvSpPr/>
          <p:nvPr/>
        </p:nvSpPr>
        <p:spPr>
          <a:xfrm>
            <a:off x="995819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3-line560"/>
          <p:cNvSpPr/>
          <p:nvPr/>
        </p:nvSpPr>
        <p:spPr>
          <a:xfrm>
            <a:off x="995819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3-line561"/>
          <p:cNvSpPr/>
          <p:nvPr/>
        </p:nvSpPr>
        <p:spPr>
          <a:xfrm>
            <a:off x="995819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3-line562"/>
          <p:cNvSpPr/>
          <p:nvPr/>
        </p:nvSpPr>
        <p:spPr>
          <a:xfrm>
            <a:off x="995819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3-line563"/>
          <p:cNvSpPr/>
          <p:nvPr/>
        </p:nvSpPr>
        <p:spPr>
          <a:xfrm>
            <a:off x="995819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3-line564"/>
          <p:cNvSpPr/>
          <p:nvPr/>
        </p:nvSpPr>
        <p:spPr>
          <a:xfrm>
            <a:off x="995819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3-line565"/>
          <p:cNvSpPr/>
          <p:nvPr/>
        </p:nvSpPr>
        <p:spPr>
          <a:xfrm>
            <a:off x="995819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3-line566"/>
          <p:cNvSpPr/>
          <p:nvPr/>
        </p:nvSpPr>
        <p:spPr>
          <a:xfrm>
            <a:off x="995819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3-line567"/>
          <p:cNvSpPr/>
          <p:nvPr/>
        </p:nvSpPr>
        <p:spPr>
          <a:xfrm>
            <a:off x="995819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3-unit568"/>
          <p:cNvSpPr/>
          <p:nvPr/>
        </p:nvSpPr>
        <p:spPr>
          <a:xfrm>
            <a:off x="10433685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8" name="S13-unit569"/>
          <p:cNvSpPr/>
          <p:nvPr/>
        </p:nvSpPr>
        <p:spPr>
          <a:xfrm>
            <a:off x="10433685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13-unit570"/>
          <p:cNvSpPr/>
          <p:nvPr/>
        </p:nvSpPr>
        <p:spPr>
          <a:xfrm>
            <a:off x="10433685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13-unit571"/>
          <p:cNvSpPr/>
          <p:nvPr/>
        </p:nvSpPr>
        <p:spPr>
          <a:xfrm>
            <a:off x="10433685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3-unit572"/>
          <p:cNvSpPr/>
          <p:nvPr/>
        </p:nvSpPr>
        <p:spPr>
          <a:xfrm>
            <a:off x="10433685" y="32038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13-figure573" descr="10개 막대 3개와 낱개 5개"/>
          <p:cNvSpPr/>
          <p:nvPr/>
        </p:nvSpPr>
        <p:spPr>
          <a:xfrm>
            <a:off x="8186928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57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57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3개와 낱개 4개는 34예요.</a:t>
            </a:r>
            <a:endParaRPr lang="ko-KR" sz="3200" dirty="0"/>
          </a:p>
        </p:txBody>
      </p:sp>
      <p:sp>
        <p:nvSpPr>
          <p:cNvPr id="5" name="S14-chip57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 먼저, 낱개 나중</a:t>
            </a:r>
            <a:endParaRPr lang="ko-KR" sz="2600" dirty="0"/>
          </a:p>
        </p:txBody>
      </p:sp>
      <p:sp>
        <p:nvSpPr>
          <p:cNvPr id="6" name="S14-chip57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30과 4를 붙여 304</a:t>
            </a:r>
            <a:endParaRPr lang="ko-KR" sz="2600" dirty="0"/>
          </a:p>
        </p:txBody>
      </p:sp>
      <p:sp>
        <p:nvSpPr>
          <p:cNvPr id="7" name="S14-text57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57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 2개와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9개는?</a:t>
            </a:r>
            <a:endParaRPr lang="ko-KR" sz="2600" dirty="0"/>
          </a:p>
        </p:txBody>
      </p:sp>
      <p:sp>
        <p:nvSpPr>
          <p:cNvPr id="9" name="S14-text58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41을 두 가지로 읽기</a:t>
            </a:r>
            <a:endParaRPr lang="ko-KR" sz="2600" dirty="0"/>
          </a:p>
        </p:txBody>
      </p:sp>
      <p:sp>
        <p:nvSpPr>
          <p:cNvPr id="10" name="S14-text58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마흔을 숫자로 쓰기</a:t>
            </a:r>
            <a:endParaRPr lang="ko-KR" sz="2600" dirty="0"/>
          </a:p>
        </p:txBody>
      </p:sp>
      <p:sp>
        <p:nvSpPr>
          <p:cNvPr id="11" name="S14-text58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100까지의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10개가 한 묶음</a:t>
            </a:r>
            <a:endParaRPr lang="ko-KR" sz="4400" dirty="0"/>
          </a:p>
        </p:txBody>
      </p:sp>
      <p:sp>
        <p:nvSpPr>
          <p:cNvPr id="3" name="S15-text5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하나씩 세어 10개를 채워요.</a:t>
            </a:r>
            <a:endParaRPr lang="ko-KR" sz="3200" dirty="0"/>
          </a:p>
        </p:txBody>
      </p:sp>
      <p:sp>
        <p:nvSpPr>
          <p:cNvPr id="4" name="S15-card5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5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10개를 모으면 한 묶음이에요.</a:t>
            </a:r>
            <a:endParaRPr lang="ko-KR" sz="3200" dirty="0"/>
          </a:p>
        </p:txBody>
      </p:sp>
      <p:sp>
        <p:nvSpPr>
          <p:cNvPr id="6" name="S15-card586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587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다음 수는 10</a:t>
            </a:r>
            <a:endParaRPr lang="ko-KR" sz="3200" dirty="0"/>
          </a:p>
        </p:txBody>
      </p:sp>
      <p:sp>
        <p:nvSpPr>
          <p:cNvPr id="8" name="S15-card588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589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십 또는 열</a:t>
            </a:r>
            <a:endParaRPr lang="ko-KR" sz="3200" dirty="0"/>
          </a:p>
        </p:txBody>
      </p:sp>
      <p:sp>
        <p:nvSpPr>
          <p:cNvPr id="10" name="S15-cell590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dot591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cell592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dot593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cell594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dot595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cell596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dot597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cell598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dot599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cell600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dot601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cell602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dot603"/>
          <p:cNvSpPr/>
          <p:nvPr/>
        </p:nvSpPr>
        <p:spPr>
          <a:xfrm>
            <a:off x="50607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cell604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dot605"/>
          <p:cNvSpPr/>
          <p:nvPr/>
        </p:nvSpPr>
        <p:spPr>
          <a:xfrm>
            <a:off x="583798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cell606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dot607"/>
          <p:cNvSpPr/>
          <p:nvPr/>
        </p:nvSpPr>
        <p:spPr>
          <a:xfrm>
            <a:off x="661522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cell608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dot609"/>
          <p:cNvSpPr/>
          <p:nvPr/>
        </p:nvSpPr>
        <p:spPr>
          <a:xfrm>
            <a:off x="739246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figure610" descr="1개의 십 칸 틀 중 1번째: 모두 10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50까지의 수</dc:title>
  <dc:subject>KR22-G01-MAT-NUM50-L01</dc:subject>
  <dc:creator>education-ppt</dc:creator>
  <cp:lastModifiedBy>education-ppt</cp:lastModifiedBy>
  <cp:revision>1</cp:revision>
  <dcterms:created xsi:type="dcterms:W3CDTF">2026-10-26T07:13:21Z</dcterms:created>
  <dcterms:modified xsi:type="dcterms:W3CDTF">2026-10-26T07:13:21Z</dcterms:modified>
</cp:coreProperties>
</file>