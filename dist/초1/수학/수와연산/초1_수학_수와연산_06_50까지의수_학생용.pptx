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96bca2c-226a-8b06-b264-032f989d53bd}">
          <p14:sldIdLst>
            <p14:sldId id="256"/>
            <p14:sldId id="257"/>
          </p14:sldIdLst>
        </p14:section>
        <p14:section name="개념" id="{60c6cc28-0606-122b-6ce7-0a9c0667bedc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a7708d6c-c234-b00d-9724-405e3f44ac88}">
          <p14:sldIdLst>
            <p14:sldId id="263"/>
            <p14:sldId id="264"/>
            <p14:sldId id="265"/>
          </p14:sldIdLst>
        </p14:section>
        <p14:section name="확인" id="{f0104070-67ca-6450-2daa-927b9043fec8}">
          <p14:sldIdLst>
            <p14:sldId id="266"/>
            <p14:sldId id="267"/>
          </p14:sldIdLst>
        </p14:section>
        <p14:section name="정리" id="{ec0fbae5-7d0e-8425-b2e3-da04a830d24b}">
          <p14:sldIdLst>
            <p14:sldId id="268"/>
          </p14:sldIdLst>
        </p14:section>
        <p14:section name="보충" id="{3c1375a9-1e11-3366-92d5-3d340624e09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것을 쉽게 세려면?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unit21"/>
          <p:cNvSpPr/>
          <p:nvPr/>
        </p:nvSpPr>
        <p:spPr>
          <a:xfrm>
            <a:off x="9914206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unit22"/>
          <p:cNvSpPr/>
          <p:nvPr/>
        </p:nvSpPr>
        <p:spPr>
          <a:xfrm>
            <a:off x="9914206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unit23"/>
          <p:cNvSpPr/>
          <p:nvPr/>
        </p:nvSpPr>
        <p:spPr>
          <a:xfrm>
            <a:off x="9914206" y="2454812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figure24" descr="10개 막대 2개와 낱개 3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1-card2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9" name="S01-cardtext2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10개씩 묶어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50까지의 수를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기억해요</a:t>
            </a:r>
            <a:endParaRPr lang="ko-KR" sz="4400" dirty="0"/>
          </a:p>
        </p:txBody>
      </p:sp>
      <p:sp>
        <p:nvSpPr>
          <p:cNvPr id="3" name="S02-chip27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28"/>
          <p:cNvSpPr/>
          <p:nvPr/>
        </p:nvSpPr>
        <p:spPr>
          <a:xfrm>
            <a:off x="220141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29"/>
          <p:cNvSpPr/>
          <p:nvPr/>
        </p:nvSpPr>
        <p:spPr>
          <a:xfrm>
            <a:off x="232966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30"/>
          <p:cNvSpPr/>
          <p:nvPr/>
        </p:nvSpPr>
        <p:spPr>
          <a:xfrm>
            <a:off x="295579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31"/>
          <p:cNvSpPr/>
          <p:nvPr/>
        </p:nvSpPr>
        <p:spPr>
          <a:xfrm>
            <a:off x="308404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32"/>
          <p:cNvSpPr/>
          <p:nvPr/>
        </p:nvSpPr>
        <p:spPr>
          <a:xfrm>
            <a:off x="371017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33"/>
          <p:cNvSpPr/>
          <p:nvPr/>
        </p:nvSpPr>
        <p:spPr>
          <a:xfrm>
            <a:off x="383842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34"/>
          <p:cNvSpPr/>
          <p:nvPr/>
        </p:nvSpPr>
        <p:spPr>
          <a:xfrm>
            <a:off x="446455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35"/>
          <p:cNvSpPr/>
          <p:nvPr/>
        </p:nvSpPr>
        <p:spPr>
          <a:xfrm>
            <a:off x="459280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36"/>
          <p:cNvSpPr/>
          <p:nvPr/>
        </p:nvSpPr>
        <p:spPr>
          <a:xfrm>
            <a:off x="521893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37"/>
          <p:cNvSpPr/>
          <p:nvPr/>
        </p:nvSpPr>
        <p:spPr>
          <a:xfrm>
            <a:off x="534718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38"/>
          <p:cNvSpPr/>
          <p:nvPr/>
        </p:nvSpPr>
        <p:spPr>
          <a:xfrm>
            <a:off x="220141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39"/>
          <p:cNvSpPr/>
          <p:nvPr/>
        </p:nvSpPr>
        <p:spPr>
          <a:xfrm>
            <a:off x="232966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40"/>
          <p:cNvSpPr/>
          <p:nvPr/>
        </p:nvSpPr>
        <p:spPr>
          <a:xfrm>
            <a:off x="295579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41"/>
          <p:cNvSpPr/>
          <p:nvPr/>
        </p:nvSpPr>
        <p:spPr>
          <a:xfrm>
            <a:off x="308404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42"/>
          <p:cNvSpPr/>
          <p:nvPr/>
        </p:nvSpPr>
        <p:spPr>
          <a:xfrm>
            <a:off x="371017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43"/>
          <p:cNvSpPr/>
          <p:nvPr/>
        </p:nvSpPr>
        <p:spPr>
          <a:xfrm>
            <a:off x="383842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44"/>
          <p:cNvSpPr/>
          <p:nvPr/>
        </p:nvSpPr>
        <p:spPr>
          <a:xfrm>
            <a:off x="446455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45"/>
          <p:cNvSpPr/>
          <p:nvPr/>
        </p:nvSpPr>
        <p:spPr>
          <a:xfrm>
            <a:off x="459280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46"/>
          <p:cNvSpPr/>
          <p:nvPr/>
        </p:nvSpPr>
        <p:spPr>
          <a:xfrm>
            <a:off x="521893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47"/>
          <p:cNvSpPr/>
          <p:nvPr/>
        </p:nvSpPr>
        <p:spPr>
          <a:xfrm>
            <a:off x="534718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48" descr="1개의 십 칸 틀 중 1번째: 모두 10개"/>
          <p:cNvSpPr/>
          <p:nvPr/>
        </p:nvSpPr>
        <p:spPr>
          <a:xfrm>
            <a:off x="2201418" y="1325880"/>
            <a:ext cx="37719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hip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2-text5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수는?</a:t>
            </a:r>
            <a:endParaRPr lang="ko-KR" sz="3200" dirty="0"/>
          </a:p>
        </p:txBody>
      </p:sp>
      <p:sp>
        <p:nvSpPr>
          <p:cNvPr id="27" name="S02-chip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2-text5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3이면 13</a:t>
            </a:r>
            <a:endParaRPr lang="ko-KR" sz="4400" dirty="0"/>
          </a:p>
        </p:txBody>
      </p:sp>
      <p:sp>
        <p:nvSpPr>
          <p:cNvPr id="3" name="S03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십삼 또는 열셋이라고 읽어요.</a:t>
            </a:r>
            <a:endParaRPr lang="ko-KR" sz="3200" dirty="0"/>
          </a:p>
        </p:txBody>
      </p:sp>
      <p:sp>
        <p:nvSpPr>
          <p:cNvPr id="5" name="S03-cell55"/>
          <p:cNvSpPr/>
          <p:nvPr/>
        </p:nvSpPr>
        <p:spPr>
          <a:xfrm>
            <a:off x="129844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dot56"/>
          <p:cNvSpPr/>
          <p:nvPr/>
        </p:nvSpPr>
        <p:spPr>
          <a:xfrm>
            <a:off x="143057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cell57"/>
          <p:cNvSpPr/>
          <p:nvPr/>
        </p:nvSpPr>
        <p:spPr>
          <a:xfrm>
            <a:off x="207568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dot58"/>
          <p:cNvSpPr/>
          <p:nvPr/>
        </p:nvSpPr>
        <p:spPr>
          <a:xfrm>
            <a:off x="220781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cell59"/>
          <p:cNvSpPr/>
          <p:nvPr/>
        </p:nvSpPr>
        <p:spPr>
          <a:xfrm>
            <a:off x="285292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dot60"/>
          <p:cNvSpPr/>
          <p:nvPr/>
        </p:nvSpPr>
        <p:spPr>
          <a:xfrm>
            <a:off x="298505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cell61"/>
          <p:cNvSpPr/>
          <p:nvPr/>
        </p:nvSpPr>
        <p:spPr>
          <a:xfrm>
            <a:off x="363016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dot62"/>
          <p:cNvSpPr/>
          <p:nvPr/>
        </p:nvSpPr>
        <p:spPr>
          <a:xfrm>
            <a:off x="376229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cell63"/>
          <p:cNvSpPr/>
          <p:nvPr/>
        </p:nvSpPr>
        <p:spPr>
          <a:xfrm>
            <a:off x="440740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dot64"/>
          <p:cNvSpPr/>
          <p:nvPr/>
        </p:nvSpPr>
        <p:spPr>
          <a:xfrm>
            <a:off x="453953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cell65"/>
          <p:cNvSpPr/>
          <p:nvPr/>
        </p:nvSpPr>
        <p:spPr>
          <a:xfrm>
            <a:off x="129844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dot66"/>
          <p:cNvSpPr/>
          <p:nvPr/>
        </p:nvSpPr>
        <p:spPr>
          <a:xfrm>
            <a:off x="143057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cell67"/>
          <p:cNvSpPr/>
          <p:nvPr/>
        </p:nvSpPr>
        <p:spPr>
          <a:xfrm>
            <a:off x="207568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dot68"/>
          <p:cNvSpPr/>
          <p:nvPr/>
        </p:nvSpPr>
        <p:spPr>
          <a:xfrm>
            <a:off x="220781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cell69"/>
          <p:cNvSpPr/>
          <p:nvPr/>
        </p:nvSpPr>
        <p:spPr>
          <a:xfrm>
            <a:off x="285292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dot70"/>
          <p:cNvSpPr/>
          <p:nvPr/>
        </p:nvSpPr>
        <p:spPr>
          <a:xfrm>
            <a:off x="298505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cell71"/>
          <p:cNvSpPr/>
          <p:nvPr/>
        </p:nvSpPr>
        <p:spPr>
          <a:xfrm>
            <a:off x="363016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dot72"/>
          <p:cNvSpPr/>
          <p:nvPr/>
        </p:nvSpPr>
        <p:spPr>
          <a:xfrm>
            <a:off x="376229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cell73"/>
          <p:cNvSpPr/>
          <p:nvPr/>
        </p:nvSpPr>
        <p:spPr>
          <a:xfrm>
            <a:off x="440740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74"/>
          <p:cNvSpPr/>
          <p:nvPr/>
        </p:nvSpPr>
        <p:spPr>
          <a:xfrm>
            <a:off x="453953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75" descr="1개의 십 칸 틀 중 1번째: 모두 10개"/>
          <p:cNvSpPr/>
          <p:nvPr/>
        </p:nvSpPr>
        <p:spPr>
          <a:xfrm>
            <a:off x="1298448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7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</a:t>
            </a:r>
            <a:endParaRPr lang="ko-KR" sz="2600" dirty="0"/>
          </a:p>
        </p:txBody>
      </p:sp>
      <p:sp>
        <p:nvSpPr>
          <p:cNvPr id="27" name="S03-cell77"/>
          <p:cNvSpPr/>
          <p:nvPr/>
        </p:nvSpPr>
        <p:spPr>
          <a:xfrm>
            <a:off x="700430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78"/>
          <p:cNvSpPr/>
          <p:nvPr/>
        </p:nvSpPr>
        <p:spPr>
          <a:xfrm>
            <a:off x="713643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79"/>
          <p:cNvSpPr/>
          <p:nvPr/>
        </p:nvSpPr>
        <p:spPr>
          <a:xfrm>
            <a:off x="778154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dot80"/>
          <p:cNvSpPr/>
          <p:nvPr/>
        </p:nvSpPr>
        <p:spPr>
          <a:xfrm>
            <a:off x="791367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cell81"/>
          <p:cNvSpPr/>
          <p:nvPr/>
        </p:nvSpPr>
        <p:spPr>
          <a:xfrm>
            <a:off x="855878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dot82"/>
          <p:cNvSpPr/>
          <p:nvPr/>
        </p:nvSpPr>
        <p:spPr>
          <a:xfrm>
            <a:off x="869091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cell83"/>
          <p:cNvSpPr/>
          <p:nvPr/>
        </p:nvSpPr>
        <p:spPr>
          <a:xfrm>
            <a:off x="933602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4"/>
          <p:cNvSpPr/>
          <p:nvPr/>
        </p:nvSpPr>
        <p:spPr>
          <a:xfrm>
            <a:off x="1011326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85"/>
          <p:cNvSpPr/>
          <p:nvPr/>
        </p:nvSpPr>
        <p:spPr>
          <a:xfrm>
            <a:off x="700430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86"/>
          <p:cNvSpPr/>
          <p:nvPr/>
        </p:nvSpPr>
        <p:spPr>
          <a:xfrm>
            <a:off x="778154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7"/>
          <p:cNvSpPr/>
          <p:nvPr/>
        </p:nvSpPr>
        <p:spPr>
          <a:xfrm>
            <a:off x="855878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8"/>
          <p:cNvSpPr/>
          <p:nvPr/>
        </p:nvSpPr>
        <p:spPr>
          <a:xfrm>
            <a:off x="933602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9"/>
          <p:cNvSpPr/>
          <p:nvPr/>
        </p:nvSpPr>
        <p:spPr>
          <a:xfrm>
            <a:off x="1011326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90" descr="1개의 십 칸 틀 중 1번째: 모두 3개"/>
          <p:cNvSpPr/>
          <p:nvPr/>
        </p:nvSpPr>
        <p:spPr>
          <a:xfrm>
            <a:off x="7004304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label9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11부터 19까지</a:t>
            </a:r>
            <a:endParaRPr lang="ko-KR" sz="4400" dirty="0"/>
          </a:p>
        </p:txBody>
      </p:sp>
      <p:sp>
        <p:nvSpPr>
          <p:cNvPr id="3" name="S0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뒤에 일, 이, 삼… ‘열’ 뒤에 하나, 둘, 셋…</a:t>
            </a:r>
            <a:endParaRPr lang="ko-KR" sz="3200" dirty="0"/>
          </a:p>
        </p:txBody>
      </p:sp>
      <p:graphicFrame>
        <p:nvGraphicFramePr>
          <p:cNvPr id="5" name="S04-table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168783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열다섯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0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1943735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열일곱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열여덟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열아홉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20, 30, 40, 50</a:t>
            </a:r>
            <a:endParaRPr lang="ko-KR" sz="4400" dirty="0"/>
          </a:p>
        </p:txBody>
      </p:sp>
      <p:sp>
        <p:nvSpPr>
          <p:cNvPr id="3" name="S0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하나는 10개예요.</a:t>
            </a:r>
            <a:endParaRPr lang="ko-KR" sz="3200" dirty="0"/>
          </a:p>
        </p:txBody>
      </p:sp>
      <p:sp>
        <p:nvSpPr>
          <p:cNvPr id="4" name="S0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2개는 20이에요.</a:t>
            </a:r>
            <a:endParaRPr lang="ko-KR" sz="3200" dirty="0"/>
          </a:p>
        </p:txBody>
      </p:sp>
      <p:sp>
        <p:nvSpPr>
          <p:cNvPr id="6" name="S05-rod99"/>
          <p:cNvSpPr/>
          <p:nvPr/>
        </p:nvSpPr>
        <p:spPr>
          <a:xfrm>
            <a:off x="141661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line100"/>
          <p:cNvSpPr/>
          <p:nvPr/>
        </p:nvSpPr>
        <p:spPr>
          <a:xfrm>
            <a:off x="141661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01"/>
          <p:cNvSpPr/>
          <p:nvPr/>
        </p:nvSpPr>
        <p:spPr>
          <a:xfrm>
            <a:off x="141661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02"/>
          <p:cNvSpPr/>
          <p:nvPr/>
        </p:nvSpPr>
        <p:spPr>
          <a:xfrm>
            <a:off x="141661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03"/>
          <p:cNvSpPr/>
          <p:nvPr/>
        </p:nvSpPr>
        <p:spPr>
          <a:xfrm>
            <a:off x="141661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04"/>
          <p:cNvSpPr/>
          <p:nvPr/>
        </p:nvSpPr>
        <p:spPr>
          <a:xfrm>
            <a:off x="141661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05"/>
          <p:cNvSpPr/>
          <p:nvPr/>
        </p:nvSpPr>
        <p:spPr>
          <a:xfrm>
            <a:off x="141661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06"/>
          <p:cNvSpPr/>
          <p:nvPr/>
        </p:nvSpPr>
        <p:spPr>
          <a:xfrm>
            <a:off x="141661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07"/>
          <p:cNvSpPr/>
          <p:nvPr/>
        </p:nvSpPr>
        <p:spPr>
          <a:xfrm>
            <a:off x="141661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08"/>
          <p:cNvSpPr/>
          <p:nvPr/>
        </p:nvSpPr>
        <p:spPr>
          <a:xfrm>
            <a:off x="141661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rod109"/>
          <p:cNvSpPr/>
          <p:nvPr/>
        </p:nvSpPr>
        <p:spPr>
          <a:xfrm>
            <a:off x="181508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line110"/>
          <p:cNvSpPr/>
          <p:nvPr/>
        </p:nvSpPr>
        <p:spPr>
          <a:xfrm>
            <a:off x="181508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11"/>
          <p:cNvSpPr/>
          <p:nvPr/>
        </p:nvSpPr>
        <p:spPr>
          <a:xfrm>
            <a:off x="181508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12"/>
          <p:cNvSpPr/>
          <p:nvPr/>
        </p:nvSpPr>
        <p:spPr>
          <a:xfrm>
            <a:off x="181508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13"/>
          <p:cNvSpPr/>
          <p:nvPr/>
        </p:nvSpPr>
        <p:spPr>
          <a:xfrm>
            <a:off x="181508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14"/>
          <p:cNvSpPr/>
          <p:nvPr/>
        </p:nvSpPr>
        <p:spPr>
          <a:xfrm>
            <a:off x="181508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15"/>
          <p:cNvSpPr/>
          <p:nvPr/>
        </p:nvSpPr>
        <p:spPr>
          <a:xfrm>
            <a:off x="181508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16"/>
          <p:cNvSpPr/>
          <p:nvPr/>
        </p:nvSpPr>
        <p:spPr>
          <a:xfrm>
            <a:off x="181508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17"/>
          <p:cNvSpPr/>
          <p:nvPr/>
        </p:nvSpPr>
        <p:spPr>
          <a:xfrm>
            <a:off x="181508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18"/>
          <p:cNvSpPr/>
          <p:nvPr/>
        </p:nvSpPr>
        <p:spPr>
          <a:xfrm>
            <a:off x="181508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figure119" descr="수 모형: 백 0개, 십 2개, 일 0개"/>
          <p:cNvSpPr/>
          <p:nvPr/>
        </p:nvSpPr>
        <p:spPr>
          <a:xfrm>
            <a:off x="548640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label1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이십 스물</a:t>
            </a:r>
            <a:endParaRPr lang="ko-KR" sz="2600" dirty="0"/>
          </a:p>
        </p:txBody>
      </p:sp>
      <p:sp>
        <p:nvSpPr>
          <p:cNvPr id="28" name="S05-rod121"/>
          <p:cNvSpPr/>
          <p:nvPr/>
        </p:nvSpPr>
        <p:spPr>
          <a:xfrm>
            <a:off x="4070311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line122"/>
          <p:cNvSpPr/>
          <p:nvPr/>
        </p:nvSpPr>
        <p:spPr>
          <a:xfrm>
            <a:off x="4070311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23"/>
          <p:cNvSpPr/>
          <p:nvPr/>
        </p:nvSpPr>
        <p:spPr>
          <a:xfrm>
            <a:off x="4070311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24"/>
          <p:cNvSpPr/>
          <p:nvPr/>
        </p:nvSpPr>
        <p:spPr>
          <a:xfrm>
            <a:off x="4070311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25"/>
          <p:cNvSpPr/>
          <p:nvPr/>
        </p:nvSpPr>
        <p:spPr>
          <a:xfrm>
            <a:off x="4070311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26"/>
          <p:cNvSpPr/>
          <p:nvPr/>
        </p:nvSpPr>
        <p:spPr>
          <a:xfrm>
            <a:off x="4070311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27"/>
          <p:cNvSpPr/>
          <p:nvPr/>
        </p:nvSpPr>
        <p:spPr>
          <a:xfrm>
            <a:off x="4070311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28"/>
          <p:cNvSpPr/>
          <p:nvPr/>
        </p:nvSpPr>
        <p:spPr>
          <a:xfrm>
            <a:off x="4070311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29"/>
          <p:cNvSpPr/>
          <p:nvPr/>
        </p:nvSpPr>
        <p:spPr>
          <a:xfrm>
            <a:off x="4070311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30"/>
          <p:cNvSpPr/>
          <p:nvPr/>
        </p:nvSpPr>
        <p:spPr>
          <a:xfrm>
            <a:off x="4070311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rod131"/>
          <p:cNvSpPr/>
          <p:nvPr/>
        </p:nvSpPr>
        <p:spPr>
          <a:xfrm>
            <a:off x="4468778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line132"/>
          <p:cNvSpPr/>
          <p:nvPr/>
        </p:nvSpPr>
        <p:spPr>
          <a:xfrm>
            <a:off x="4468778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33"/>
          <p:cNvSpPr/>
          <p:nvPr/>
        </p:nvSpPr>
        <p:spPr>
          <a:xfrm>
            <a:off x="4468778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34"/>
          <p:cNvSpPr/>
          <p:nvPr/>
        </p:nvSpPr>
        <p:spPr>
          <a:xfrm>
            <a:off x="4468778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35"/>
          <p:cNvSpPr/>
          <p:nvPr/>
        </p:nvSpPr>
        <p:spPr>
          <a:xfrm>
            <a:off x="4468778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36"/>
          <p:cNvSpPr/>
          <p:nvPr/>
        </p:nvSpPr>
        <p:spPr>
          <a:xfrm>
            <a:off x="4468778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37"/>
          <p:cNvSpPr/>
          <p:nvPr/>
        </p:nvSpPr>
        <p:spPr>
          <a:xfrm>
            <a:off x="4468778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38"/>
          <p:cNvSpPr/>
          <p:nvPr/>
        </p:nvSpPr>
        <p:spPr>
          <a:xfrm>
            <a:off x="4468778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39"/>
          <p:cNvSpPr/>
          <p:nvPr/>
        </p:nvSpPr>
        <p:spPr>
          <a:xfrm>
            <a:off x="4468778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40"/>
          <p:cNvSpPr/>
          <p:nvPr/>
        </p:nvSpPr>
        <p:spPr>
          <a:xfrm>
            <a:off x="4468778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rod141"/>
          <p:cNvSpPr/>
          <p:nvPr/>
        </p:nvSpPr>
        <p:spPr>
          <a:xfrm>
            <a:off x="4867246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line142"/>
          <p:cNvSpPr/>
          <p:nvPr/>
        </p:nvSpPr>
        <p:spPr>
          <a:xfrm>
            <a:off x="4867246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43"/>
          <p:cNvSpPr/>
          <p:nvPr/>
        </p:nvSpPr>
        <p:spPr>
          <a:xfrm>
            <a:off x="4867246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44"/>
          <p:cNvSpPr/>
          <p:nvPr/>
        </p:nvSpPr>
        <p:spPr>
          <a:xfrm>
            <a:off x="4867246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145"/>
          <p:cNvSpPr/>
          <p:nvPr/>
        </p:nvSpPr>
        <p:spPr>
          <a:xfrm>
            <a:off x="4867246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46"/>
          <p:cNvSpPr/>
          <p:nvPr/>
        </p:nvSpPr>
        <p:spPr>
          <a:xfrm>
            <a:off x="4867246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47"/>
          <p:cNvSpPr/>
          <p:nvPr/>
        </p:nvSpPr>
        <p:spPr>
          <a:xfrm>
            <a:off x="4867246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48"/>
          <p:cNvSpPr/>
          <p:nvPr/>
        </p:nvSpPr>
        <p:spPr>
          <a:xfrm>
            <a:off x="4867246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49"/>
          <p:cNvSpPr/>
          <p:nvPr/>
        </p:nvSpPr>
        <p:spPr>
          <a:xfrm>
            <a:off x="4867246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150"/>
          <p:cNvSpPr/>
          <p:nvPr/>
        </p:nvSpPr>
        <p:spPr>
          <a:xfrm>
            <a:off x="4867246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figure151" descr="수 모형: 백 0개, 십 3개, 일 0개"/>
          <p:cNvSpPr/>
          <p:nvPr/>
        </p:nvSpPr>
        <p:spPr>
          <a:xfrm>
            <a:off x="3401568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5-label15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삼십 서른</a:t>
            </a:r>
            <a:endParaRPr lang="ko-KR" sz="2600" dirty="0"/>
          </a:p>
        </p:txBody>
      </p:sp>
      <p:sp>
        <p:nvSpPr>
          <p:cNvPr id="60" name="S05-rod153"/>
          <p:cNvSpPr/>
          <p:nvPr/>
        </p:nvSpPr>
        <p:spPr>
          <a:xfrm>
            <a:off x="6724005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5-line154"/>
          <p:cNvSpPr/>
          <p:nvPr/>
        </p:nvSpPr>
        <p:spPr>
          <a:xfrm>
            <a:off x="6724005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155"/>
          <p:cNvSpPr/>
          <p:nvPr/>
        </p:nvSpPr>
        <p:spPr>
          <a:xfrm>
            <a:off x="6724005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56"/>
          <p:cNvSpPr/>
          <p:nvPr/>
        </p:nvSpPr>
        <p:spPr>
          <a:xfrm>
            <a:off x="6724005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57"/>
          <p:cNvSpPr/>
          <p:nvPr/>
        </p:nvSpPr>
        <p:spPr>
          <a:xfrm>
            <a:off x="6724005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58"/>
          <p:cNvSpPr/>
          <p:nvPr/>
        </p:nvSpPr>
        <p:spPr>
          <a:xfrm>
            <a:off x="6724005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159"/>
          <p:cNvSpPr/>
          <p:nvPr/>
        </p:nvSpPr>
        <p:spPr>
          <a:xfrm>
            <a:off x="6724005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160"/>
          <p:cNvSpPr/>
          <p:nvPr/>
        </p:nvSpPr>
        <p:spPr>
          <a:xfrm>
            <a:off x="6724005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161"/>
          <p:cNvSpPr/>
          <p:nvPr/>
        </p:nvSpPr>
        <p:spPr>
          <a:xfrm>
            <a:off x="6724005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162"/>
          <p:cNvSpPr/>
          <p:nvPr/>
        </p:nvSpPr>
        <p:spPr>
          <a:xfrm>
            <a:off x="6724005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rod163"/>
          <p:cNvSpPr/>
          <p:nvPr/>
        </p:nvSpPr>
        <p:spPr>
          <a:xfrm>
            <a:off x="7122473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line164"/>
          <p:cNvSpPr/>
          <p:nvPr/>
        </p:nvSpPr>
        <p:spPr>
          <a:xfrm>
            <a:off x="7122473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165"/>
          <p:cNvSpPr/>
          <p:nvPr/>
        </p:nvSpPr>
        <p:spPr>
          <a:xfrm>
            <a:off x="7122473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166"/>
          <p:cNvSpPr/>
          <p:nvPr/>
        </p:nvSpPr>
        <p:spPr>
          <a:xfrm>
            <a:off x="7122473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167"/>
          <p:cNvSpPr/>
          <p:nvPr/>
        </p:nvSpPr>
        <p:spPr>
          <a:xfrm>
            <a:off x="7122473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168"/>
          <p:cNvSpPr/>
          <p:nvPr/>
        </p:nvSpPr>
        <p:spPr>
          <a:xfrm>
            <a:off x="7122473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169"/>
          <p:cNvSpPr/>
          <p:nvPr/>
        </p:nvSpPr>
        <p:spPr>
          <a:xfrm>
            <a:off x="7122473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170"/>
          <p:cNvSpPr/>
          <p:nvPr/>
        </p:nvSpPr>
        <p:spPr>
          <a:xfrm>
            <a:off x="7122473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171"/>
          <p:cNvSpPr/>
          <p:nvPr/>
        </p:nvSpPr>
        <p:spPr>
          <a:xfrm>
            <a:off x="7122473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172"/>
          <p:cNvSpPr/>
          <p:nvPr/>
        </p:nvSpPr>
        <p:spPr>
          <a:xfrm>
            <a:off x="7122473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rod173"/>
          <p:cNvSpPr/>
          <p:nvPr/>
        </p:nvSpPr>
        <p:spPr>
          <a:xfrm>
            <a:off x="752094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line174"/>
          <p:cNvSpPr/>
          <p:nvPr/>
        </p:nvSpPr>
        <p:spPr>
          <a:xfrm>
            <a:off x="752094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175"/>
          <p:cNvSpPr/>
          <p:nvPr/>
        </p:nvSpPr>
        <p:spPr>
          <a:xfrm>
            <a:off x="752094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176"/>
          <p:cNvSpPr/>
          <p:nvPr/>
        </p:nvSpPr>
        <p:spPr>
          <a:xfrm>
            <a:off x="752094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177"/>
          <p:cNvSpPr/>
          <p:nvPr/>
        </p:nvSpPr>
        <p:spPr>
          <a:xfrm>
            <a:off x="752094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78"/>
          <p:cNvSpPr/>
          <p:nvPr/>
        </p:nvSpPr>
        <p:spPr>
          <a:xfrm>
            <a:off x="752094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79"/>
          <p:cNvSpPr/>
          <p:nvPr/>
        </p:nvSpPr>
        <p:spPr>
          <a:xfrm>
            <a:off x="752094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80"/>
          <p:cNvSpPr/>
          <p:nvPr/>
        </p:nvSpPr>
        <p:spPr>
          <a:xfrm>
            <a:off x="752094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81"/>
          <p:cNvSpPr/>
          <p:nvPr/>
        </p:nvSpPr>
        <p:spPr>
          <a:xfrm>
            <a:off x="752094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line182"/>
          <p:cNvSpPr/>
          <p:nvPr/>
        </p:nvSpPr>
        <p:spPr>
          <a:xfrm>
            <a:off x="752094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rod183"/>
          <p:cNvSpPr/>
          <p:nvPr/>
        </p:nvSpPr>
        <p:spPr>
          <a:xfrm>
            <a:off x="791940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5-line184"/>
          <p:cNvSpPr/>
          <p:nvPr/>
        </p:nvSpPr>
        <p:spPr>
          <a:xfrm>
            <a:off x="791940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85"/>
          <p:cNvSpPr/>
          <p:nvPr/>
        </p:nvSpPr>
        <p:spPr>
          <a:xfrm>
            <a:off x="791940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86"/>
          <p:cNvSpPr/>
          <p:nvPr/>
        </p:nvSpPr>
        <p:spPr>
          <a:xfrm>
            <a:off x="791940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187"/>
          <p:cNvSpPr/>
          <p:nvPr/>
        </p:nvSpPr>
        <p:spPr>
          <a:xfrm>
            <a:off x="791940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88"/>
          <p:cNvSpPr/>
          <p:nvPr/>
        </p:nvSpPr>
        <p:spPr>
          <a:xfrm>
            <a:off x="791940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189"/>
          <p:cNvSpPr/>
          <p:nvPr/>
        </p:nvSpPr>
        <p:spPr>
          <a:xfrm>
            <a:off x="791940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190"/>
          <p:cNvSpPr/>
          <p:nvPr/>
        </p:nvSpPr>
        <p:spPr>
          <a:xfrm>
            <a:off x="791940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191"/>
          <p:cNvSpPr/>
          <p:nvPr/>
        </p:nvSpPr>
        <p:spPr>
          <a:xfrm>
            <a:off x="791940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line192"/>
          <p:cNvSpPr/>
          <p:nvPr/>
        </p:nvSpPr>
        <p:spPr>
          <a:xfrm>
            <a:off x="791940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figure193" descr="수 모형: 백 0개, 십 4개, 일 0개"/>
          <p:cNvSpPr/>
          <p:nvPr/>
        </p:nvSpPr>
        <p:spPr>
          <a:xfrm>
            <a:off x="6254496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05-label19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사십 마흔</a:t>
            </a:r>
            <a:endParaRPr lang="ko-KR" sz="2600" dirty="0"/>
          </a:p>
        </p:txBody>
      </p:sp>
      <p:sp>
        <p:nvSpPr>
          <p:cNvPr id="102" name="S05-rod195"/>
          <p:cNvSpPr/>
          <p:nvPr/>
        </p:nvSpPr>
        <p:spPr>
          <a:xfrm>
            <a:off x="937770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5-line196"/>
          <p:cNvSpPr/>
          <p:nvPr/>
        </p:nvSpPr>
        <p:spPr>
          <a:xfrm>
            <a:off x="937770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197"/>
          <p:cNvSpPr/>
          <p:nvPr/>
        </p:nvSpPr>
        <p:spPr>
          <a:xfrm>
            <a:off x="937770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198"/>
          <p:cNvSpPr/>
          <p:nvPr/>
        </p:nvSpPr>
        <p:spPr>
          <a:xfrm>
            <a:off x="937770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199"/>
          <p:cNvSpPr/>
          <p:nvPr/>
        </p:nvSpPr>
        <p:spPr>
          <a:xfrm>
            <a:off x="937770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00"/>
          <p:cNvSpPr/>
          <p:nvPr/>
        </p:nvSpPr>
        <p:spPr>
          <a:xfrm>
            <a:off x="937770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01"/>
          <p:cNvSpPr/>
          <p:nvPr/>
        </p:nvSpPr>
        <p:spPr>
          <a:xfrm>
            <a:off x="937770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line202"/>
          <p:cNvSpPr/>
          <p:nvPr/>
        </p:nvSpPr>
        <p:spPr>
          <a:xfrm>
            <a:off x="937770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03"/>
          <p:cNvSpPr/>
          <p:nvPr/>
        </p:nvSpPr>
        <p:spPr>
          <a:xfrm>
            <a:off x="937770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04"/>
          <p:cNvSpPr/>
          <p:nvPr/>
        </p:nvSpPr>
        <p:spPr>
          <a:xfrm>
            <a:off x="937770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rod205"/>
          <p:cNvSpPr/>
          <p:nvPr/>
        </p:nvSpPr>
        <p:spPr>
          <a:xfrm>
            <a:off x="977616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5-line206"/>
          <p:cNvSpPr/>
          <p:nvPr/>
        </p:nvSpPr>
        <p:spPr>
          <a:xfrm>
            <a:off x="977616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line207"/>
          <p:cNvSpPr/>
          <p:nvPr/>
        </p:nvSpPr>
        <p:spPr>
          <a:xfrm>
            <a:off x="977616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08"/>
          <p:cNvSpPr/>
          <p:nvPr/>
        </p:nvSpPr>
        <p:spPr>
          <a:xfrm>
            <a:off x="977616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09"/>
          <p:cNvSpPr/>
          <p:nvPr/>
        </p:nvSpPr>
        <p:spPr>
          <a:xfrm>
            <a:off x="977616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10"/>
          <p:cNvSpPr/>
          <p:nvPr/>
        </p:nvSpPr>
        <p:spPr>
          <a:xfrm>
            <a:off x="977616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11"/>
          <p:cNvSpPr/>
          <p:nvPr/>
        </p:nvSpPr>
        <p:spPr>
          <a:xfrm>
            <a:off x="977616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line212"/>
          <p:cNvSpPr/>
          <p:nvPr/>
        </p:nvSpPr>
        <p:spPr>
          <a:xfrm>
            <a:off x="977616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13"/>
          <p:cNvSpPr/>
          <p:nvPr/>
        </p:nvSpPr>
        <p:spPr>
          <a:xfrm>
            <a:off x="977616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14"/>
          <p:cNvSpPr/>
          <p:nvPr/>
        </p:nvSpPr>
        <p:spPr>
          <a:xfrm>
            <a:off x="977616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rod215"/>
          <p:cNvSpPr/>
          <p:nvPr/>
        </p:nvSpPr>
        <p:spPr>
          <a:xfrm>
            <a:off x="1017463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5-line216"/>
          <p:cNvSpPr/>
          <p:nvPr/>
        </p:nvSpPr>
        <p:spPr>
          <a:xfrm>
            <a:off x="1017463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line217"/>
          <p:cNvSpPr/>
          <p:nvPr/>
        </p:nvSpPr>
        <p:spPr>
          <a:xfrm>
            <a:off x="1017463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18"/>
          <p:cNvSpPr/>
          <p:nvPr/>
        </p:nvSpPr>
        <p:spPr>
          <a:xfrm>
            <a:off x="1017463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19"/>
          <p:cNvSpPr/>
          <p:nvPr/>
        </p:nvSpPr>
        <p:spPr>
          <a:xfrm>
            <a:off x="1017463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20"/>
          <p:cNvSpPr/>
          <p:nvPr/>
        </p:nvSpPr>
        <p:spPr>
          <a:xfrm>
            <a:off x="1017463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21"/>
          <p:cNvSpPr/>
          <p:nvPr/>
        </p:nvSpPr>
        <p:spPr>
          <a:xfrm>
            <a:off x="1017463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line222"/>
          <p:cNvSpPr/>
          <p:nvPr/>
        </p:nvSpPr>
        <p:spPr>
          <a:xfrm>
            <a:off x="1017463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23"/>
          <p:cNvSpPr/>
          <p:nvPr/>
        </p:nvSpPr>
        <p:spPr>
          <a:xfrm>
            <a:off x="1017463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24"/>
          <p:cNvSpPr/>
          <p:nvPr/>
        </p:nvSpPr>
        <p:spPr>
          <a:xfrm>
            <a:off x="1017463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rod225"/>
          <p:cNvSpPr/>
          <p:nvPr/>
        </p:nvSpPr>
        <p:spPr>
          <a:xfrm>
            <a:off x="10573102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5-line226"/>
          <p:cNvSpPr/>
          <p:nvPr/>
        </p:nvSpPr>
        <p:spPr>
          <a:xfrm>
            <a:off x="10573102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line227"/>
          <p:cNvSpPr/>
          <p:nvPr/>
        </p:nvSpPr>
        <p:spPr>
          <a:xfrm>
            <a:off x="10573102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28"/>
          <p:cNvSpPr/>
          <p:nvPr/>
        </p:nvSpPr>
        <p:spPr>
          <a:xfrm>
            <a:off x="10573102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29"/>
          <p:cNvSpPr/>
          <p:nvPr/>
        </p:nvSpPr>
        <p:spPr>
          <a:xfrm>
            <a:off x="10573102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30"/>
          <p:cNvSpPr/>
          <p:nvPr/>
        </p:nvSpPr>
        <p:spPr>
          <a:xfrm>
            <a:off x="10573102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31"/>
          <p:cNvSpPr/>
          <p:nvPr/>
        </p:nvSpPr>
        <p:spPr>
          <a:xfrm>
            <a:off x="10573102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5-line232"/>
          <p:cNvSpPr/>
          <p:nvPr/>
        </p:nvSpPr>
        <p:spPr>
          <a:xfrm>
            <a:off x="10573102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33"/>
          <p:cNvSpPr/>
          <p:nvPr/>
        </p:nvSpPr>
        <p:spPr>
          <a:xfrm>
            <a:off x="10573102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34"/>
          <p:cNvSpPr/>
          <p:nvPr/>
        </p:nvSpPr>
        <p:spPr>
          <a:xfrm>
            <a:off x="10573102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rod235"/>
          <p:cNvSpPr/>
          <p:nvPr/>
        </p:nvSpPr>
        <p:spPr>
          <a:xfrm>
            <a:off x="10971569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5-line236"/>
          <p:cNvSpPr/>
          <p:nvPr/>
        </p:nvSpPr>
        <p:spPr>
          <a:xfrm>
            <a:off x="10971569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line237"/>
          <p:cNvSpPr/>
          <p:nvPr/>
        </p:nvSpPr>
        <p:spPr>
          <a:xfrm>
            <a:off x="10971569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line238"/>
          <p:cNvSpPr/>
          <p:nvPr/>
        </p:nvSpPr>
        <p:spPr>
          <a:xfrm>
            <a:off x="10971569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line239"/>
          <p:cNvSpPr/>
          <p:nvPr/>
        </p:nvSpPr>
        <p:spPr>
          <a:xfrm>
            <a:off x="10971569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line240"/>
          <p:cNvSpPr/>
          <p:nvPr/>
        </p:nvSpPr>
        <p:spPr>
          <a:xfrm>
            <a:off x="10971569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line241"/>
          <p:cNvSpPr/>
          <p:nvPr/>
        </p:nvSpPr>
        <p:spPr>
          <a:xfrm>
            <a:off x="10971569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5-line242"/>
          <p:cNvSpPr/>
          <p:nvPr/>
        </p:nvSpPr>
        <p:spPr>
          <a:xfrm>
            <a:off x="10971569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line243"/>
          <p:cNvSpPr/>
          <p:nvPr/>
        </p:nvSpPr>
        <p:spPr>
          <a:xfrm>
            <a:off x="10971569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5-line244"/>
          <p:cNvSpPr/>
          <p:nvPr/>
        </p:nvSpPr>
        <p:spPr>
          <a:xfrm>
            <a:off x="10971569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figure245" descr="수 모형: 백 0개, 십 5개, 일 0개"/>
          <p:cNvSpPr/>
          <p:nvPr/>
        </p:nvSpPr>
        <p:spPr>
          <a:xfrm>
            <a:off x="9107424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05-label24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오십 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묶어 세기</a:t>
            </a:r>
            <a:endParaRPr lang="ko-KR" sz="4400" dirty="0"/>
          </a:p>
        </p:txBody>
      </p:sp>
      <p:sp>
        <p:nvSpPr>
          <p:cNvPr id="3" name="S06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06-card24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4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이십삼 또는 스물셋이라고 읽어요.</a:t>
            </a:r>
            <a:endParaRPr lang="ko-KR" sz="3200" dirty="0"/>
          </a:p>
        </p:txBody>
      </p:sp>
      <p:sp>
        <p:nvSpPr>
          <p:cNvPr id="6" name="S06-dot250"/>
          <p:cNvSpPr/>
          <p:nvPr/>
        </p:nvSpPr>
        <p:spPr>
          <a:xfrm>
            <a:off x="650971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251"/>
          <p:cNvSpPr/>
          <p:nvPr/>
        </p:nvSpPr>
        <p:spPr>
          <a:xfrm>
            <a:off x="118955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252"/>
          <p:cNvSpPr/>
          <p:nvPr/>
        </p:nvSpPr>
        <p:spPr>
          <a:xfrm>
            <a:off x="1728134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253"/>
          <p:cNvSpPr/>
          <p:nvPr/>
        </p:nvSpPr>
        <p:spPr>
          <a:xfrm>
            <a:off x="226671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254"/>
          <p:cNvSpPr/>
          <p:nvPr/>
        </p:nvSpPr>
        <p:spPr>
          <a:xfrm>
            <a:off x="2805297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255"/>
          <p:cNvSpPr/>
          <p:nvPr/>
        </p:nvSpPr>
        <p:spPr>
          <a:xfrm>
            <a:off x="3343879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256"/>
          <p:cNvSpPr/>
          <p:nvPr/>
        </p:nvSpPr>
        <p:spPr>
          <a:xfrm>
            <a:off x="3882460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257"/>
          <p:cNvSpPr/>
          <p:nvPr/>
        </p:nvSpPr>
        <p:spPr>
          <a:xfrm>
            <a:off x="442104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258"/>
          <p:cNvSpPr/>
          <p:nvPr/>
        </p:nvSpPr>
        <p:spPr>
          <a:xfrm>
            <a:off x="4959623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259"/>
          <p:cNvSpPr/>
          <p:nvPr/>
        </p:nvSpPr>
        <p:spPr>
          <a:xfrm>
            <a:off x="549820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260"/>
          <p:cNvSpPr/>
          <p:nvPr/>
        </p:nvSpPr>
        <p:spPr>
          <a:xfrm>
            <a:off x="650971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261"/>
          <p:cNvSpPr/>
          <p:nvPr/>
        </p:nvSpPr>
        <p:spPr>
          <a:xfrm>
            <a:off x="118955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262"/>
          <p:cNvSpPr/>
          <p:nvPr/>
        </p:nvSpPr>
        <p:spPr>
          <a:xfrm>
            <a:off x="1728134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263"/>
          <p:cNvSpPr/>
          <p:nvPr/>
        </p:nvSpPr>
        <p:spPr>
          <a:xfrm>
            <a:off x="226671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264"/>
          <p:cNvSpPr/>
          <p:nvPr/>
        </p:nvSpPr>
        <p:spPr>
          <a:xfrm>
            <a:off x="2805297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265"/>
          <p:cNvSpPr/>
          <p:nvPr/>
        </p:nvSpPr>
        <p:spPr>
          <a:xfrm>
            <a:off x="3343879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266"/>
          <p:cNvSpPr/>
          <p:nvPr/>
        </p:nvSpPr>
        <p:spPr>
          <a:xfrm>
            <a:off x="3882460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267"/>
          <p:cNvSpPr/>
          <p:nvPr/>
        </p:nvSpPr>
        <p:spPr>
          <a:xfrm>
            <a:off x="442104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268"/>
          <p:cNvSpPr/>
          <p:nvPr/>
        </p:nvSpPr>
        <p:spPr>
          <a:xfrm>
            <a:off x="4959623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269"/>
          <p:cNvSpPr/>
          <p:nvPr/>
        </p:nvSpPr>
        <p:spPr>
          <a:xfrm>
            <a:off x="549820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group270"/>
          <p:cNvSpPr/>
          <p:nvPr/>
        </p:nvSpPr>
        <p:spPr>
          <a:xfrm>
            <a:off x="576072" y="258701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6-group271"/>
          <p:cNvSpPr/>
          <p:nvPr/>
        </p:nvSpPr>
        <p:spPr>
          <a:xfrm>
            <a:off x="576072" y="3125597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6-figure272" descr="10개씩 묶은 점 두 줄"/>
          <p:cNvSpPr/>
          <p:nvPr/>
        </p:nvSpPr>
        <p:spPr>
          <a:xfrm>
            <a:off x="548640" y="2550439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6-label27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06-dot274"/>
          <p:cNvSpPr/>
          <p:nvPr/>
        </p:nvSpPr>
        <p:spPr>
          <a:xfrm>
            <a:off x="6356827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75"/>
          <p:cNvSpPr/>
          <p:nvPr/>
        </p:nvSpPr>
        <p:spPr>
          <a:xfrm>
            <a:off x="6895408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76"/>
          <p:cNvSpPr/>
          <p:nvPr/>
        </p:nvSpPr>
        <p:spPr>
          <a:xfrm>
            <a:off x="7433990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figure277" descr="묶지 않은 점 3개"/>
          <p:cNvSpPr/>
          <p:nvPr/>
        </p:nvSpPr>
        <p:spPr>
          <a:xfrm>
            <a:off x="6254496" y="2819730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label27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먼저, 낱개 나중</a:t>
            </a:r>
            <a:endParaRPr lang="ko-KR" sz="4400" dirty="0"/>
          </a:p>
        </p:txBody>
      </p:sp>
      <p:sp>
        <p:nvSpPr>
          <p:cNvPr id="3" name="S07-card2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삼십사 또는 서른넷이라고 읽어요.</a:t>
            </a:r>
            <a:endParaRPr lang="ko-KR" sz="3200" dirty="0"/>
          </a:p>
        </p:txBody>
      </p:sp>
      <p:sp>
        <p:nvSpPr>
          <p:cNvPr id="5" name="S07-rod281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282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283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284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285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286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287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288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289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290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291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292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293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294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295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296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297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298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299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300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301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302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03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04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05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06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07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08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09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10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unit311"/>
          <p:cNvSpPr/>
          <p:nvPr/>
        </p:nvSpPr>
        <p:spPr>
          <a:xfrm>
            <a:off x="3806832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unit312"/>
          <p:cNvSpPr/>
          <p:nvPr/>
        </p:nvSpPr>
        <p:spPr>
          <a:xfrm>
            <a:off x="3806832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unit313"/>
          <p:cNvSpPr/>
          <p:nvPr/>
        </p:nvSpPr>
        <p:spPr>
          <a:xfrm>
            <a:off x="3806832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unit314"/>
          <p:cNvSpPr/>
          <p:nvPr/>
        </p:nvSpPr>
        <p:spPr>
          <a:xfrm>
            <a:off x="3806832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figure315" descr="10개 막대 3개와 낱개 4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7566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얼마일까요?</a:t>
            </a:r>
            <a:endParaRPr lang="ko-KR" sz="4400" dirty="0"/>
          </a:p>
        </p:txBody>
      </p:sp>
      <p:sp>
        <p:nvSpPr>
          <p:cNvPr id="3" name="S08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낱개를 세어요.</a:t>
            </a:r>
            <a:endParaRPr lang="ko-KR" sz="3200" dirty="0"/>
          </a:p>
        </p:txBody>
      </p:sp>
      <p:sp>
        <p:nvSpPr>
          <p:cNvPr id="4" name="S08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얼마일까요? 두 가지로 읽어요.</a:t>
            </a:r>
            <a:endParaRPr lang="ko-KR" sz="3200" dirty="0"/>
          </a:p>
        </p:txBody>
      </p:sp>
      <p:sp>
        <p:nvSpPr>
          <p:cNvPr id="6" name="S08-chip32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ell321"/>
          <p:cNvSpPr/>
          <p:nvPr/>
        </p:nvSpPr>
        <p:spPr>
          <a:xfrm>
            <a:off x="54864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dot322"/>
          <p:cNvSpPr/>
          <p:nvPr/>
        </p:nvSpPr>
        <p:spPr>
          <a:xfrm>
            <a:off x="601907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cell323"/>
          <p:cNvSpPr/>
          <p:nvPr/>
        </p:nvSpPr>
        <p:spPr>
          <a:xfrm>
            <a:off x="861974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dot324"/>
          <p:cNvSpPr/>
          <p:nvPr/>
        </p:nvSpPr>
        <p:spPr>
          <a:xfrm>
            <a:off x="915241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cell325"/>
          <p:cNvSpPr/>
          <p:nvPr/>
        </p:nvSpPr>
        <p:spPr>
          <a:xfrm>
            <a:off x="1175309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dot326"/>
          <p:cNvSpPr/>
          <p:nvPr/>
        </p:nvSpPr>
        <p:spPr>
          <a:xfrm>
            <a:off x="122857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cell327"/>
          <p:cNvSpPr/>
          <p:nvPr/>
        </p:nvSpPr>
        <p:spPr>
          <a:xfrm>
            <a:off x="1488643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dot328"/>
          <p:cNvSpPr/>
          <p:nvPr/>
        </p:nvSpPr>
        <p:spPr>
          <a:xfrm>
            <a:off x="1541910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cell329"/>
          <p:cNvSpPr/>
          <p:nvPr/>
        </p:nvSpPr>
        <p:spPr>
          <a:xfrm>
            <a:off x="1801978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dot330"/>
          <p:cNvSpPr/>
          <p:nvPr/>
        </p:nvSpPr>
        <p:spPr>
          <a:xfrm>
            <a:off x="1855244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cell331"/>
          <p:cNvSpPr/>
          <p:nvPr/>
        </p:nvSpPr>
        <p:spPr>
          <a:xfrm>
            <a:off x="54864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dot332"/>
          <p:cNvSpPr/>
          <p:nvPr/>
        </p:nvSpPr>
        <p:spPr>
          <a:xfrm>
            <a:off x="601907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cell333"/>
          <p:cNvSpPr/>
          <p:nvPr/>
        </p:nvSpPr>
        <p:spPr>
          <a:xfrm>
            <a:off x="861974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dot334"/>
          <p:cNvSpPr/>
          <p:nvPr/>
        </p:nvSpPr>
        <p:spPr>
          <a:xfrm>
            <a:off x="915241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cell335"/>
          <p:cNvSpPr/>
          <p:nvPr/>
        </p:nvSpPr>
        <p:spPr>
          <a:xfrm>
            <a:off x="1175309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dot336"/>
          <p:cNvSpPr/>
          <p:nvPr/>
        </p:nvSpPr>
        <p:spPr>
          <a:xfrm>
            <a:off x="1228576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cell337"/>
          <p:cNvSpPr/>
          <p:nvPr/>
        </p:nvSpPr>
        <p:spPr>
          <a:xfrm>
            <a:off x="1488643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dot338"/>
          <p:cNvSpPr/>
          <p:nvPr/>
        </p:nvSpPr>
        <p:spPr>
          <a:xfrm>
            <a:off x="1541910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cell339"/>
          <p:cNvSpPr/>
          <p:nvPr/>
        </p:nvSpPr>
        <p:spPr>
          <a:xfrm>
            <a:off x="1801978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340"/>
          <p:cNvSpPr/>
          <p:nvPr/>
        </p:nvSpPr>
        <p:spPr>
          <a:xfrm>
            <a:off x="1855244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341" descr="1개의 십 칸 틀 중 1번째: 모두 10개"/>
          <p:cNvSpPr/>
          <p:nvPr/>
        </p:nvSpPr>
        <p:spPr>
          <a:xfrm>
            <a:off x="548640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8-cell342"/>
          <p:cNvSpPr/>
          <p:nvPr/>
        </p:nvSpPr>
        <p:spPr>
          <a:xfrm>
            <a:off x="2435352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343"/>
          <p:cNvSpPr/>
          <p:nvPr/>
        </p:nvSpPr>
        <p:spPr>
          <a:xfrm>
            <a:off x="2488619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344"/>
          <p:cNvSpPr/>
          <p:nvPr/>
        </p:nvSpPr>
        <p:spPr>
          <a:xfrm>
            <a:off x="2748686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345"/>
          <p:cNvSpPr/>
          <p:nvPr/>
        </p:nvSpPr>
        <p:spPr>
          <a:xfrm>
            <a:off x="2801953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346"/>
          <p:cNvSpPr/>
          <p:nvPr/>
        </p:nvSpPr>
        <p:spPr>
          <a:xfrm>
            <a:off x="3062021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347"/>
          <p:cNvSpPr/>
          <p:nvPr/>
        </p:nvSpPr>
        <p:spPr>
          <a:xfrm>
            <a:off x="3115288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348"/>
          <p:cNvSpPr/>
          <p:nvPr/>
        </p:nvSpPr>
        <p:spPr>
          <a:xfrm>
            <a:off x="3375355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dot349"/>
          <p:cNvSpPr/>
          <p:nvPr/>
        </p:nvSpPr>
        <p:spPr>
          <a:xfrm>
            <a:off x="3428622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cell350"/>
          <p:cNvSpPr/>
          <p:nvPr/>
        </p:nvSpPr>
        <p:spPr>
          <a:xfrm>
            <a:off x="368869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dot351"/>
          <p:cNvSpPr/>
          <p:nvPr/>
        </p:nvSpPr>
        <p:spPr>
          <a:xfrm>
            <a:off x="374195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8-cell352"/>
          <p:cNvSpPr/>
          <p:nvPr/>
        </p:nvSpPr>
        <p:spPr>
          <a:xfrm>
            <a:off x="2435352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353"/>
          <p:cNvSpPr/>
          <p:nvPr/>
        </p:nvSpPr>
        <p:spPr>
          <a:xfrm>
            <a:off x="2748686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354"/>
          <p:cNvSpPr/>
          <p:nvPr/>
        </p:nvSpPr>
        <p:spPr>
          <a:xfrm>
            <a:off x="3062021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355"/>
          <p:cNvSpPr/>
          <p:nvPr/>
        </p:nvSpPr>
        <p:spPr>
          <a:xfrm>
            <a:off x="3375355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356"/>
          <p:cNvSpPr/>
          <p:nvPr/>
        </p:nvSpPr>
        <p:spPr>
          <a:xfrm>
            <a:off x="368869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figure357" descr="1개의 십 칸 틀 중 1번째: 모두 5개"/>
          <p:cNvSpPr/>
          <p:nvPr/>
        </p:nvSpPr>
        <p:spPr>
          <a:xfrm>
            <a:off x="2435352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8-chip3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5" name="S08-rod359"/>
          <p:cNvSpPr/>
          <p:nvPr/>
        </p:nvSpPr>
        <p:spPr>
          <a:xfrm>
            <a:off x="542388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line360"/>
          <p:cNvSpPr/>
          <p:nvPr/>
        </p:nvSpPr>
        <p:spPr>
          <a:xfrm>
            <a:off x="542388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361"/>
          <p:cNvSpPr/>
          <p:nvPr/>
        </p:nvSpPr>
        <p:spPr>
          <a:xfrm>
            <a:off x="542388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362"/>
          <p:cNvSpPr/>
          <p:nvPr/>
        </p:nvSpPr>
        <p:spPr>
          <a:xfrm>
            <a:off x="542388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363"/>
          <p:cNvSpPr/>
          <p:nvPr/>
        </p:nvSpPr>
        <p:spPr>
          <a:xfrm>
            <a:off x="542388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364"/>
          <p:cNvSpPr/>
          <p:nvPr/>
        </p:nvSpPr>
        <p:spPr>
          <a:xfrm>
            <a:off x="542388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365"/>
          <p:cNvSpPr/>
          <p:nvPr/>
        </p:nvSpPr>
        <p:spPr>
          <a:xfrm>
            <a:off x="542388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366"/>
          <p:cNvSpPr/>
          <p:nvPr/>
        </p:nvSpPr>
        <p:spPr>
          <a:xfrm>
            <a:off x="542388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367"/>
          <p:cNvSpPr/>
          <p:nvPr/>
        </p:nvSpPr>
        <p:spPr>
          <a:xfrm>
            <a:off x="542388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368"/>
          <p:cNvSpPr/>
          <p:nvPr/>
        </p:nvSpPr>
        <p:spPr>
          <a:xfrm>
            <a:off x="542388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rod369"/>
          <p:cNvSpPr/>
          <p:nvPr/>
        </p:nvSpPr>
        <p:spPr>
          <a:xfrm>
            <a:off x="579386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line370"/>
          <p:cNvSpPr/>
          <p:nvPr/>
        </p:nvSpPr>
        <p:spPr>
          <a:xfrm>
            <a:off x="579386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371"/>
          <p:cNvSpPr/>
          <p:nvPr/>
        </p:nvSpPr>
        <p:spPr>
          <a:xfrm>
            <a:off x="579386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372"/>
          <p:cNvSpPr/>
          <p:nvPr/>
        </p:nvSpPr>
        <p:spPr>
          <a:xfrm>
            <a:off x="579386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373"/>
          <p:cNvSpPr/>
          <p:nvPr/>
        </p:nvSpPr>
        <p:spPr>
          <a:xfrm>
            <a:off x="579386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374"/>
          <p:cNvSpPr/>
          <p:nvPr/>
        </p:nvSpPr>
        <p:spPr>
          <a:xfrm>
            <a:off x="579386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375"/>
          <p:cNvSpPr/>
          <p:nvPr/>
        </p:nvSpPr>
        <p:spPr>
          <a:xfrm>
            <a:off x="579386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376"/>
          <p:cNvSpPr/>
          <p:nvPr/>
        </p:nvSpPr>
        <p:spPr>
          <a:xfrm>
            <a:off x="579386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377"/>
          <p:cNvSpPr/>
          <p:nvPr/>
        </p:nvSpPr>
        <p:spPr>
          <a:xfrm>
            <a:off x="579386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378"/>
          <p:cNvSpPr/>
          <p:nvPr/>
        </p:nvSpPr>
        <p:spPr>
          <a:xfrm>
            <a:off x="579386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unit379"/>
          <p:cNvSpPr/>
          <p:nvPr/>
        </p:nvSpPr>
        <p:spPr>
          <a:xfrm>
            <a:off x="6163847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8-unit380"/>
          <p:cNvSpPr/>
          <p:nvPr/>
        </p:nvSpPr>
        <p:spPr>
          <a:xfrm>
            <a:off x="6163847" y="4496298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8-unit381"/>
          <p:cNvSpPr/>
          <p:nvPr/>
        </p:nvSpPr>
        <p:spPr>
          <a:xfrm>
            <a:off x="6163847" y="4207251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8-unit382"/>
          <p:cNvSpPr/>
          <p:nvPr/>
        </p:nvSpPr>
        <p:spPr>
          <a:xfrm>
            <a:off x="6163847" y="3918204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8-unit383"/>
          <p:cNvSpPr/>
          <p:nvPr/>
        </p:nvSpPr>
        <p:spPr>
          <a:xfrm>
            <a:off x="6163847" y="3629157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8-unit384"/>
          <p:cNvSpPr/>
          <p:nvPr/>
        </p:nvSpPr>
        <p:spPr>
          <a:xfrm>
            <a:off x="646445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8-figure385" descr="10개 막대 2개와 낱개 6개"/>
          <p:cNvSpPr/>
          <p:nvPr/>
        </p:nvSpPr>
        <p:spPr>
          <a:xfrm>
            <a:off x="4367784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8-chip3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73" name="S08-rod387"/>
          <p:cNvSpPr/>
          <p:nvPr/>
        </p:nvSpPr>
        <p:spPr>
          <a:xfrm>
            <a:off x="902335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8-line388"/>
          <p:cNvSpPr/>
          <p:nvPr/>
        </p:nvSpPr>
        <p:spPr>
          <a:xfrm>
            <a:off x="902335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8-line389"/>
          <p:cNvSpPr/>
          <p:nvPr/>
        </p:nvSpPr>
        <p:spPr>
          <a:xfrm>
            <a:off x="902335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8-line390"/>
          <p:cNvSpPr/>
          <p:nvPr/>
        </p:nvSpPr>
        <p:spPr>
          <a:xfrm>
            <a:off x="902335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8-line391"/>
          <p:cNvSpPr/>
          <p:nvPr/>
        </p:nvSpPr>
        <p:spPr>
          <a:xfrm>
            <a:off x="902335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8-line392"/>
          <p:cNvSpPr/>
          <p:nvPr/>
        </p:nvSpPr>
        <p:spPr>
          <a:xfrm>
            <a:off x="902335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8-line393"/>
          <p:cNvSpPr/>
          <p:nvPr/>
        </p:nvSpPr>
        <p:spPr>
          <a:xfrm>
            <a:off x="902335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8-line394"/>
          <p:cNvSpPr/>
          <p:nvPr/>
        </p:nvSpPr>
        <p:spPr>
          <a:xfrm>
            <a:off x="902335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8-line395"/>
          <p:cNvSpPr/>
          <p:nvPr/>
        </p:nvSpPr>
        <p:spPr>
          <a:xfrm>
            <a:off x="902335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8-line396"/>
          <p:cNvSpPr/>
          <p:nvPr/>
        </p:nvSpPr>
        <p:spPr>
          <a:xfrm>
            <a:off x="902335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8-rod397"/>
          <p:cNvSpPr/>
          <p:nvPr/>
        </p:nvSpPr>
        <p:spPr>
          <a:xfrm>
            <a:off x="939333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8-line398"/>
          <p:cNvSpPr/>
          <p:nvPr/>
        </p:nvSpPr>
        <p:spPr>
          <a:xfrm>
            <a:off x="939333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399"/>
          <p:cNvSpPr/>
          <p:nvPr/>
        </p:nvSpPr>
        <p:spPr>
          <a:xfrm>
            <a:off x="939333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00"/>
          <p:cNvSpPr/>
          <p:nvPr/>
        </p:nvSpPr>
        <p:spPr>
          <a:xfrm>
            <a:off x="939333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01"/>
          <p:cNvSpPr/>
          <p:nvPr/>
        </p:nvSpPr>
        <p:spPr>
          <a:xfrm>
            <a:off x="939333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02"/>
          <p:cNvSpPr/>
          <p:nvPr/>
        </p:nvSpPr>
        <p:spPr>
          <a:xfrm>
            <a:off x="939333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403"/>
          <p:cNvSpPr/>
          <p:nvPr/>
        </p:nvSpPr>
        <p:spPr>
          <a:xfrm>
            <a:off x="939333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04"/>
          <p:cNvSpPr/>
          <p:nvPr/>
        </p:nvSpPr>
        <p:spPr>
          <a:xfrm>
            <a:off x="939333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05"/>
          <p:cNvSpPr/>
          <p:nvPr/>
        </p:nvSpPr>
        <p:spPr>
          <a:xfrm>
            <a:off x="939333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06"/>
          <p:cNvSpPr/>
          <p:nvPr/>
        </p:nvSpPr>
        <p:spPr>
          <a:xfrm>
            <a:off x="939333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rod407"/>
          <p:cNvSpPr/>
          <p:nvPr/>
        </p:nvSpPr>
        <p:spPr>
          <a:xfrm>
            <a:off x="976331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8-line408"/>
          <p:cNvSpPr/>
          <p:nvPr/>
        </p:nvSpPr>
        <p:spPr>
          <a:xfrm>
            <a:off x="976331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09"/>
          <p:cNvSpPr/>
          <p:nvPr/>
        </p:nvSpPr>
        <p:spPr>
          <a:xfrm>
            <a:off x="976331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10"/>
          <p:cNvSpPr/>
          <p:nvPr/>
        </p:nvSpPr>
        <p:spPr>
          <a:xfrm>
            <a:off x="976331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11"/>
          <p:cNvSpPr/>
          <p:nvPr/>
        </p:nvSpPr>
        <p:spPr>
          <a:xfrm>
            <a:off x="976331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12"/>
          <p:cNvSpPr/>
          <p:nvPr/>
        </p:nvSpPr>
        <p:spPr>
          <a:xfrm>
            <a:off x="976331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413"/>
          <p:cNvSpPr/>
          <p:nvPr/>
        </p:nvSpPr>
        <p:spPr>
          <a:xfrm>
            <a:off x="976331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14"/>
          <p:cNvSpPr/>
          <p:nvPr/>
        </p:nvSpPr>
        <p:spPr>
          <a:xfrm>
            <a:off x="976331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15"/>
          <p:cNvSpPr/>
          <p:nvPr/>
        </p:nvSpPr>
        <p:spPr>
          <a:xfrm>
            <a:off x="976331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16"/>
          <p:cNvSpPr/>
          <p:nvPr/>
        </p:nvSpPr>
        <p:spPr>
          <a:xfrm>
            <a:off x="976331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rod417"/>
          <p:cNvSpPr/>
          <p:nvPr/>
        </p:nvSpPr>
        <p:spPr>
          <a:xfrm>
            <a:off x="1013329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8-line418"/>
          <p:cNvSpPr/>
          <p:nvPr/>
        </p:nvSpPr>
        <p:spPr>
          <a:xfrm>
            <a:off x="1013329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19"/>
          <p:cNvSpPr/>
          <p:nvPr/>
        </p:nvSpPr>
        <p:spPr>
          <a:xfrm>
            <a:off x="1013329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20"/>
          <p:cNvSpPr/>
          <p:nvPr/>
        </p:nvSpPr>
        <p:spPr>
          <a:xfrm>
            <a:off x="1013329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21"/>
          <p:cNvSpPr/>
          <p:nvPr/>
        </p:nvSpPr>
        <p:spPr>
          <a:xfrm>
            <a:off x="1013329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22"/>
          <p:cNvSpPr/>
          <p:nvPr/>
        </p:nvSpPr>
        <p:spPr>
          <a:xfrm>
            <a:off x="1013329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423"/>
          <p:cNvSpPr/>
          <p:nvPr/>
        </p:nvSpPr>
        <p:spPr>
          <a:xfrm>
            <a:off x="1013329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24"/>
          <p:cNvSpPr/>
          <p:nvPr/>
        </p:nvSpPr>
        <p:spPr>
          <a:xfrm>
            <a:off x="1013329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25"/>
          <p:cNvSpPr/>
          <p:nvPr/>
        </p:nvSpPr>
        <p:spPr>
          <a:xfrm>
            <a:off x="1013329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26"/>
          <p:cNvSpPr/>
          <p:nvPr/>
        </p:nvSpPr>
        <p:spPr>
          <a:xfrm>
            <a:off x="1013329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unit427"/>
          <p:cNvSpPr/>
          <p:nvPr/>
        </p:nvSpPr>
        <p:spPr>
          <a:xfrm>
            <a:off x="1050327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8-figure428" descr="10개 막대 4개와 낱개 1개"/>
          <p:cNvSpPr/>
          <p:nvPr/>
        </p:nvSpPr>
        <p:spPr>
          <a:xfrm>
            <a:off x="8186928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9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9-chip4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4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7개는?</a:t>
            </a:r>
            <a:endParaRPr lang="ko-KR" sz="3200" dirty="0"/>
          </a:p>
        </p:txBody>
      </p:sp>
      <p:sp>
        <p:nvSpPr>
          <p:cNvPr id="7" name="S09-chip4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4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38을 두 가지로 읽어요.</a:t>
            </a:r>
            <a:endParaRPr lang="ko-KR" sz="3200" dirty="0"/>
          </a:p>
        </p:txBody>
      </p:sp>
      <p:sp>
        <p:nvSpPr>
          <p:cNvPr id="9" name="S09-chip4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4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열다섯을 숫자로 써요.</a:t>
            </a:r>
            <a:endParaRPr lang="ko-KR" sz="3200" dirty="0"/>
          </a:p>
        </p:txBody>
      </p:sp>
      <p:sp>
        <p:nvSpPr>
          <p:cNvPr id="11" name="S09-chip4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4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50은 묶음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4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4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‘서른넷’을 숫자로 썼어요.</a:t>
            </a:r>
            <a:endParaRPr lang="ko-KR" sz="3200" dirty="0"/>
          </a:p>
        </p:txBody>
      </p:sp>
      <p:sp>
        <p:nvSpPr>
          <p:cNvPr id="5" name="S10-card4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4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4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10-eqtext4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</a:t>
            </a:r>
            <a:endParaRPr lang="ko-KR" sz="3600" dirty="0"/>
          </a:p>
        </p:txBody>
      </p:sp>
      <p:sp>
        <p:nvSpPr>
          <p:cNvPr id="9" name="S10-chip4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10-eqtext4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4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4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1개, 낱개 8개는?</a:t>
            </a:r>
            <a:endParaRPr lang="ko-KR" sz="3200" dirty="0"/>
          </a:p>
        </p:txBody>
      </p:sp>
      <p:sp>
        <p:nvSpPr>
          <p:cNvPr id="6" name="S11-chip4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4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45를 두 가지로 읽어요.</a:t>
            </a:r>
            <a:endParaRPr lang="ko-KR" sz="3200" dirty="0"/>
          </a:p>
        </p:txBody>
      </p:sp>
      <p:sp>
        <p:nvSpPr>
          <p:cNvPr id="8" name="S11-chip4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4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서른둘을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34를 나타내는 것은?</a:t>
            </a:r>
            <a:endParaRPr lang="ko-KR" sz="4400" dirty="0"/>
          </a:p>
        </p:txBody>
      </p:sp>
      <p:sp>
        <p:nvSpPr>
          <p:cNvPr id="3" name="S13-card4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45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457"/>
          <p:cNvSpPr/>
          <p:nvPr/>
        </p:nvSpPr>
        <p:spPr>
          <a:xfrm>
            <a:off x="113118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458"/>
          <p:cNvSpPr/>
          <p:nvPr/>
        </p:nvSpPr>
        <p:spPr>
          <a:xfrm>
            <a:off x="113118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459"/>
          <p:cNvSpPr/>
          <p:nvPr/>
        </p:nvSpPr>
        <p:spPr>
          <a:xfrm>
            <a:off x="113118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460"/>
          <p:cNvSpPr/>
          <p:nvPr/>
        </p:nvSpPr>
        <p:spPr>
          <a:xfrm>
            <a:off x="113118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461"/>
          <p:cNvSpPr/>
          <p:nvPr/>
        </p:nvSpPr>
        <p:spPr>
          <a:xfrm>
            <a:off x="113118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462"/>
          <p:cNvSpPr/>
          <p:nvPr/>
        </p:nvSpPr>
        <p:spPr>
          <a:xfrm>
            <a:off x="113118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463"/>
          <p:cNvSpPr/>
          <p:nvPr/>
        </p:nvSpPr>
        <p:spPr>
          <a:xfrm>
            <a:off x="113118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464"/>
          <p:cNvSpPr/>
          <p:nvPr/>
        </p:nvSpPr>
        <p:spPr>
          <a:xfrm>
            <a:off x="113118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465"/>
          <p:cNvSpPr/>
          <p:nvPr/>
        </p:nvSpPr>
        <p:spPr>
          <a:xfrm>
            <a:off x="113118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466"/>
          <p:cNvSpPr/>
          <p:nvPr/>
        </p:nvSpPr>
        <p:spPr>
          <a:xfrm>
            <a:off x="113118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467"/>
          <p:cNvSpPr/>
          <p:nvPr/>
        </p:nvSpPr>
        <p:spPr>
          <a:xfrm>
            <a:off x="16066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468"/>
          <p:cNvSpPr/>
          <p:nvPr/>
        </p:nvSpPr>
        <p:spPr>
          <a:xfrm>
            <a:off x="16066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469"/>
          <p:cNvSpPr/>
          <p:nvPr/>
        </p:nvSpPr>
        <p:spPr>
          <a:xfrm>
            <a:off x="16066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470"/>
          <p:cNvSpPr/>
          <p:nvPr/>
        </p:nvSpPr>
        <p:spPr>
          <a:xfrm>
            <a:off x="16066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471"/>
          <p:cNvSpPr/>
          <p:nvPr/>
        </p:nvSpPr>
        <p:spPr>
          <a:xfrm>
            <a:off x="16066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472"/>
          <p:cNvSpPr/>
          <p:nvPr/>
        </p:nvSpPr>
        <p:spPr>
          <a:xfrm>
            <a:off x="16066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473"/>
          <p:cNvSpPr/>
          <p:nvPr/>
        </p:nvSpPr>
        <p:spPr>
          <a:xfrm>
            <a:off x="16066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474"/>
          <p:cNvSpPr/>
          <p:nvPr/>
        </p:nvSpPr>
        <p:spPr>
          <a:xfrm>
            <a:off x="16066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475"/>
          <p:cNvSpPr/>
          <p:nvPr/>
        </p:nvSpPr>
        <p:spPr>
          <a:xfrm>
            <a:off x="16066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476"/>
          <p:cNvSpPr/>
          <p:nvPr/>
        </p:nvSpPr>
        <p:spPr>
          <a:xfrm>
            <a:off x="16066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477"/>
          <p:cNvSpPr/>
          <p:nvPr/>
        </p:nvSpPr>
        <p:spPr>
          <a:xfrm>
            <a:off x="20821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478"/>
          <p:cNvSpPr/>
          <p:nvPr/>
        </p:nvSpPr>
        <p:spPr>
          <a:xfrm>
            <a:off x="20821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479"/>
          <p:cNvSpPr/>
          <p:nvPr/>
        </p:nvSpPr>
        <p:spPr>
          <a:xfrm>
            <a:off x="20821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480"/>
          <p:cNvSpPr/>
          <p:nvPr/>
        </p:nvSpPr>
        <p:spPr>
          <a:xfrm>
            <a:off x="20821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481"/>
          <p:cNvSpPr/>
          <p:nvPr/>
        </p:nvSpPr>
        <p:spPr>
          <a:xfrm>
            <a:off x="20821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482"/>
          <p:cNvSpPr/>
          <p:nvPr/>
        </p:nvSpPr>
        <p:spPr>
          <a:xfrm>
            <a:off x="20821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483"/>
          <p:cNvSpPr/>
          <p:nvPr/>
        </p:nvSpPr>
        <p:spPr>
          <a:xfrm>
            <a:off x="20821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484"/>
          <p:cNvSpPr/>
          <p:nvPr/>
        </p:nvSpPr>
        <p:spPr>
          <a:xfrm>
            <a:off x="20821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485"/>
          <p:cNvSpPr/>
          <p:nvPr/>
        </p:nvSpPr>
        <p:spPr>
          <a:xfrm>
            <a:off x="20821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486"/>
          <p:cNvSpPr/>
          <p:nvPr/>
        </p:nvSpPr>
        <p:spPr>
          <a:xfrm>
            <a:off x="20821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rod487"/>
          <p:cNvSpPr/>
          <p:nvPr/>
        </p:nvSpPr>
        <p:spPr>
          <a:xfrm>
            <a:off x="25576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line488"/>
          <p:cNvSpPr/>
          <p:nvPr/>
        </p:nvSpPr>
        <p:spPr>
          <a:xfrm>
            <a:off x="25576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3-line489"/>
          <p:cNvSpPr/>
          <p:nvPr/>
        </p:nvSpPr>
        <p:spPr>
          <a:xfrm>
            <a:off x="25576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490"/>
          <p:cNvSpPr/>
          <p:nvPr/>
        </p:nvSpPr>
        <p:spPr>
          <a:xfrm>
            <a:off x="25576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491"/>
          <p:cNvSpPr/>
          <p:nvPr/>
        </p:nvSpPr>
        <p:spPr>
          <a:xfrm>
            <a:off x="25576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492"/>
          <p:cNvSpPr/>
          <p:nvPr/>
        </p:nvSpPr>
        <p:spPr>
          <a:xfrm>
            <a:off x="25576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493"/>
          <p:cNvSpPr/>
          <p:nvPr/>
        </p:nvSpPr>
        <p:spPr>
          <a:xfrm>
            <a:off x="25576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3-line494"/>
          <p:cNvSpPr/>
          <p:nvPr/>
        </p:nvSpPr>
        <p:spPr>
          <a:xfrm>
            <a:off x="25576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495"/>
          <p:cNvSpPr/>
          <p:nvPr/>
        </p:nvSpPr>
        <p:spPr>
          <a:xfrm>
            <a:off x="25576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496"/>
          <p:cNvSpPr/>
          <p:nvPr/>
        </p:nvSpPr>
        <p:spPr>
          <a:xfrm>
            <a:off x="25576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unit497"/>
          <p:cNvSpPr/>
          <p:nvPr/>
        </p:nvSpPr>
        <p:spPr>
          <a:xfrm>
            <a:off x="30331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unit498"/>
          <p:cNvSpPr/>
          <p:nvPr/>
        </p:nvSpPr>
        <p:spPr>
          <a:xfrm>
            <a:off x="30331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unit499"/>
          <p:cNvSpPr/>
          <p:nvPr/>
        </p:nvSpPr>
        <p:spPr>
          <a:xfrm>
            <a:off x="30331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3-figure500" descr="10개 막대 4개와 낱개 3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13-chip50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51" name="S13-rod502"/>
          <p:cNvSpPr/>
          <p:nvPr/>
        </p:nvSpPr>
        <p:spPr>
          <a:xfrm>
            <a:off x="51880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3-line503"/>
          <p:cNvSpPr/>
          <p:nvPr/>
        </p:nvSpPr>
        <p:spPr>
          <a:xfrm>
            <a:off x="51880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504"/>
          <p:cNvSpPr/>
          <p:nvPr/>
        </p:nvSpPr>
        <p:spPr>
          <a:xfrm>
            <a:off x="51880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505"/>
          <p:cNvSpPr/>
          <p:nvPr/>
        </p:nvSpPr>
        <p:spPr>
          <a:xfrm>
            <a:off x="51880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506"/>
          <p:cNvSpPr/>
          <p:nvPr/>
        </p:nvSpPr>
        <p:spPr>
          <a:xfrm>
            <a:off x="51880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507"/>
          <p:cNvSpPr/>
          <p:nvPr/>
        </p:nvSpPr>
        <p:spPr>
          <a:xfrm>
            <a:off x="51880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508"/>
          <p:cNvSpPr/>
          <p:nvPr/>
        </p:nvSpPr>
        <p:spPr>
          <a:xfrm>
            <a:off x="51880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3-line509"/>
          <p:cNvSpPr/>
          <p:nvPr/>
        </p:nvSpPr>
        <p:spPr>
          <a:xfrm>
            <a:off x="51880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510"/>
          <p:cNvSpPr/>
          <p:nvPr/>
        </p:nvSpPr>
        <p:spPr>
          <a:xfrm>
            <a:off x="51880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511"/>
          <p:cNvSpPr/>
          <p:nvPr/>
        </p:nvSpPr>
        <p:spPr>
          <a:xfrm>
            <a:off x="51880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rod512"/>
          <p:cNvSpPr/>
          <p:nvPr/>
        </p:nvSpPr>
        <p:spPr>
          <a:xfrm>
            <a:off x="56635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3-line513"/>
          <p:cNvSpPr/>
          <p:nvPr/>
        </p:nvSpPr>
        <p:spPr>
          <a:xfrm>
            <a:off x="56635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514"/>
          <p:cNvSpPr/>
          <p:nvPr/>
        </p:nvSpPr>
        <p:spPr>
          <a:xfrm>
            <a:off x="56635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515"/>
          <p:cNvSpPr/>
          <p:nvPr/>
        </p:nvSpPr>
        <p:spPr>
          <a:xfrm>
            <a:off x="56635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516"/>
          <p:cNvSpPr/>
          <p:nvPr/>
        </p:nvSpPr>
        <p:spPr>
          <a:xfrm>
            <a:off x="56635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517"/>
          <p:cNvSpPr/>
          <p:nvPr/>
        </p:nvSpPr>
        <p:spPr>
          <a:xfrm>
            <a:off x="56635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ine518"/>
          <p:cNvSpPr/>
          <p:nvPr/>
        </p:nvSpPr>
        <p:spPr>
          <a:xfrm>
            <a:off x="56635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3-line519"/>
          <p:cNvSpPr/>
          <p:nvPr/>
        </p:nvSpPr>
        <p:spPr>
          <a:xfrm>
            <a:off x="56635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520"/>
          <p:cNvSpPr/>
          <p:nvPr/>
        </p:nvSpPr>
        <p:spPr>
          <a:xfrm>
            <a:off x="56635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521"/>
          <p:cNvSpPr/>
          <p:nvPr/>
        </p:nvSpPr>
        <p:spPr>
          <a:xfrm>
            <a:off x="56635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rod522"/>
          <p:cNvSpPr/>
          <p:nvPr/>
        </p:nvSpPr>
        <p:spPr>
          <a:xfrm>
            <a:off x="61390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3-line523"/>
          <p:cNvSpPr/>
          <p:nvPr/>
        </p:nvSpPr>
        <p:spPr>
          <a:xfrm>
            <a:off x="61390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524"/>
          <p:cNvSpPr/>
          <p:nvPr/>
        </p:nvSpPr>
        <p:spPr>
          <a:xfrm>
            <a:off x="61390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525"/>
          <p:cNvSpPr/>
          <p:nvPr/>
        </p:nvSpPr>
        <p:spPr>
          <a:xfrm>
            <a:off x="61390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526"/>
          <p:cNvSpPr/>
          <p:nvPr/>
        </p:nvSpPr>
        <p:spPr>
          <a:xfrm>
            <a:off x="61390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527"/>
          <p:cNvSpPr/>
          <p:nvPr/>
        </p:nvSpPr>
        <p:spPr>
          <a:xfrm>
            <a:off x="61390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line528"/>
          <p:cNvSpPr/>
          <p:nvPr/>
        </p:nvSpPr>
        <p:spPr>
          <a:xfrm>
            <a:off x="61390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3-line529"/>
          <p:cNvSpPr/>
          <p:nvPr/>
        </p:nvSpPr>
        <p:spPr>
          <a:xfrm>
            <a:off x="61390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530"/>
          <p:cNvSpPr/>
          <p:nvPr/>
        </p:nvSpPr>
        <p:spPr>
          <a:xfrm>
            <a:off x="61390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531"/>
          <p:cNvSpPr/>
          <p:nvPr/>
        </p:nvSpPr>
        <p:spPr>
          <a:xfrm>
            <a:off x="61390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unit532"/>
          <p:cNvSpPr/>
          <p:nvPr/>
        </p:nvSpPr>
        <p:spPr>
          <a:xfrm>
            <a:off x="66145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3-unit533"/>
          <p:cNvSpPr/>
          <p:nvPr/>
        </p:nvSpPr>
        <p:spPr>
          <a:xfrm>
            <a:off x="66145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3-unit534"/>
          <p:cNvSpPr/>
          <p:nvPr/>
        </p:nvSpPr>
        <p:spPr>
          <a:xfrm>
            <a:off x="66145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3-unit535"/>
          <p:cNvSpPr/>
          <p:nvPr/>
        </p:nvSpPr>
        <p:spPr>
          <a:xfrm>
            <a:off x="6614541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3-figure536" descr="10개 막대 3개와 낱개 4개"/>
          <p:cNvSpPr/>
          <p:nvPr/>
        </p:nvSpPr>
        <p:spPr>
          <a:xfrm>
            <a:off x="4367784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13-chip537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87" name="S13-rod538"/>
          <p:cNvSpPr/>
          <p:nvPr/>
        </p:nvSpPr>
        <p:spPr>
          <a:xfrm>
            <a:off x="900722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line539"/>
          <p:cNvSpPr/>
          <p:nvPr/>
        </p:nvSpPr>
        <p:spPr>
          <a:xfrm>
            <a:off x="900722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540"/>
          <p:cNvSpPr/>
          <p:nvPr/>
        </p:nvSpPr>
        <p:spPr>
          <a:xfrm>
            <a:off x="900722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3-line541"/>
          <p:cNvSpPr/>
          <p:nvPr/>
        </p:nvSpPr>
        <p:spPr>
          <a:xfrm>
            <a:off x="900722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542"/>
          <p:cNvSpPr/>
          <p:nvPr/>
        </p:nvSpPr>
        <p:spPr>
          <a:xfrm>
            <a:off x="900722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543"/>
          <p:cNvSpPr/>
          <p:nvPr/>
        </p:nvSpPr>
        <p:spPr>
          <a:xfrm>
            <a:off x="900722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544"/>
          <p:cNvSpPr/>
          <p:nvPr/>
        </p:nvSpPr>
        <p:spPr>
          <a:xfrm>
            <a:off x="900722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545"/>
          <p:cNvSpPr/>
          <p:nvPr/>
        </p:nvSpPr>
        <p:spPr>
          <a:xfrm>
            <a:off x="900722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3-line546"/>
          <p:cNvSpPr/>
          <p:nvPr/>
        </p:nvSpPr>
        <p:spPr>
          <a:xfrm>
            <a:off x="900722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547"/>
          <p:cNvSpPr/>
          <p:nvPr/>
        </p:nvSpPr>
        <p:spPr>
          <a:xfrm>
            <a:off x="900722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rod548"/>
          <p:cNvSpPr/>
          <p:nvPr/>
        </p:nvSpPr>
        <p:spPr>
          <a:xfrm>
            <a:off x="948270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13-line549"/>
          <p:cNvSpPr/>
          <p:nvPr/>
        </p:nvSpPr>
        <p:spPr>
          <a:xfrm>
            <a:off x="948270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550"/>
          <p:cNvSpPr/>
          <p:nvPr/>
        </p:nvSpPr>
        <p:spPr>
          <a:xfrm>
            <a:off x="948270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3-line551"/>
          <p:cNvSpPr/>
          <p:nvPr/>
        </p:nvSpPr>
        <p:spPr>
          <a:xfrm>
            <a:off x="948270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552"/>
          <p:cNvSpPr/>
          <p:nvPr/>
        </p:nvSpPr>
        <p:spPr>
          <a:xfrm>
            <a:off x="948270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553"/>
          <p:cNvSpPr/>
          <p:nvPr/>
        </p:nvSpPr>
        <p:spPr>
          <a:xfrm>
            <a:off x="948270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554"/>
          <p:cNvSpPr/>
          <p:nvPr/>
        </p:nvSpPr>
        <p:spPr>
          <a:xfrm>
            <a:off x="948270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555"/>
          <p:cNvSpPr/>
          <p:nvPr/>
        </p:nvSpPr>
        <p:spPr>
          <a:xfrm>
            <a:off x="948270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3-line556"/>
          <p:cNvSpPr/>
          <p:nvPr/>
        </p:nvSpPr>
        <p:spPr>
          <a:xfrm>
            <a:off x="948270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557"/>
          <p:cNvSpPr/>
          <p:nvPr/>
        </p:nvSpPr>
        <p:spPr>
          <a:xfrm>
            <a:off x="948270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rod558"/>
          <p:cNvSpPr/>
          <p:nvPr/>
        </p:nvSpPr>
        <p:spPr>
          <a:xfrm>
            <a:off x="995819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13-line559"/>
          <p:cNvSpPr/>
          <p:nvPr/>
        </p:nvSpPr>
        <p:spPr>
          <a:xfrm>
            <a:off x="995819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560"/>
          <p:cNvSpPr/>
          <p:nvPr/>
        </p:nvSpPr>
        <p:spPr>
          <a:xfrm>
            <a:off x="995819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3-line561"/>
          <p:cNvSpPr/>
          <p:nvPr/>
        </p:nvSpPr>
        <p:spPr>
          <a:xfrm>
            <a:off x="995819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562"/>
          <p:cNvSpPr/>
          <p:nvPr/>
        </p:nvSpPr>
        <p:spPr>
          <a:xfrm>
            <a:off x="995819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563"/>
          <p:cNvSpPr/>
          <p:nvPr/>
        </p:nvSpPr>
        <p:spPr>
          <a:xfrm>
            <a:off x="995819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564"/>
          <p:cNvSpPr/>
          <p:nvPr/>
        </p:nvSpPr>
        <p:spPr>
          <a:xfrm>
            <a:off x="995819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565"/>
          <p:cNvSpPr/>
          <p:nvPr/>
        </p:nvSpPr>
        <p:spPr>
          <a:xfrm>
            <a:off x="995819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3-line566"/>
          <p:cNvSpPr/>
          <p:nvPr/>
        </p:nvSpPr>
        <p:spPr>
          <a:xfrm>
            <a:off x="995819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567"/>
          <p:cNvSpPr/>
          <p:nvPr/>
        </p:nvSpPr>
        <p:spPr>
          <a:xfrm>
            <a:off x="995819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unit568"/>
          <p:cNvSpPr/>
          <p:nvPr/>
        </p:nvSpPr>
        <p:spPr>
          <a:xfrm>
            <a:off x="10433685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13-unit569"/>
          <p:cNvSpPr/>
          <p:nvPr/>
        </p:nvSpPr>
        <p:spPr>
          <a:xfrm>
            <a:off x="10433685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3-unit570"/>
          <p:cNvSpPr/>
          <p:nvPr/>
        </p:nvSpPr>
        <p:spPr>
          <a:xfrm>
            <a:off x="10433685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3-unit571"/>
          <p:cNvSpPr/>
          <p:nvPr/>
        </p:nvSpPr>
        <p:spPr>
          <a:xfrm>
            <a:off x="10433685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3-unit572"/>
          <p:cNvSpPr/>
          <p:nvPr/>
        </p:nvSpPr>
        <p:spPr>
          <a:xfrm>
            <a:off x="10433685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3-figure573" descr="10개 막대 3개와 낱개 5개"/>
          <p:cNvSpPr/>
          <p:nvPr/>
        </p:nvSpPr>
        <p:spPr>
          <a:xfrm>
            <a:off x="8186928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5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3개와 낱개 4개는 34예요.</a:t>
            </a:r>
            <a:endParaRPr lang="ko-KR" sz="3200" dirty="0"/>
          </a:p>
        </p:txBody>
      </p:sp>
      <p:sp>
        <p:nvSpPr>
          <p:cNvPr id="5" name="S14-chip57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먼저, 낱개 나중</a:t>
            </a:r>
            <a:endParaRPr lang="ko-KR" sz="2600" dirty="0"/>
          </a:p>
        </p:txBody>
      </p:sp>
      <p:sp>
        <p:nvSpPr>
          <p:cNvPr id="6" name="S14-chip57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30과 4를 붙여 304</a:t>
            </a:r>
            <a:endParaRPr lang="ko-KR" sz="2600" dirty="0"/>
          </a:p>
        </p:txBody>
      </p:sp>
      <p:sp>
        <p:nvSpPr>
          <p:cNvPr id="7" name="S14-text57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57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2개와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9개는?</a:t>
            </a:r>
            <a:endParaRPr lang="ko-KR" sz="2600" dirty="0"/>
          </a:p>
        </p:txBody>
      </p:sp>
      <p:sp>
        <p:nvSpPr>
          <p:cNvPr id="9" name="S14-text58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41을 두 가지로 읽기</a:t>
            </a:r>
            <a:endParaRPr lang="ko-KR" sz="2600" dirty="0"/>
          </a:p>
        </p:txBody>
      </p:sp>
      <p:sp>
        <p:nvSpPr>
          <p:cNvPr id="10" name="S14-text58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마흔을 숫자로 쓰기</a:t>
            </a:r>
            <a:endParaRPr lang="ko-KR" sz="2600" dirty="0"/>
          </a:p>
        </p:txBody>
      </p:sp>
      <p:sp>
        <p:nvSpPr>
          <p:cNvPr id="11" name="S14-text5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10개가 한 묶음</a:t>
            </a:r>
            <a:endParaRPr lang="ko-KR" sz="4400" dirty="0"/>
          </a:p>
        </p:txBody>
      </p:sp>
      <p:sp>
        <p:nvSpPr>
          <p:cNvPr id="3" name="S15-text5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하나씩 세어 10개를 채워요.</a:t>
            </a:r>
            <a:endParaRPr lang="ko-KR" sz="3200" dirty="0"/>
          </a:p>
        </p:txBody>
      </p:sp>
      <p:sp>
        <p:nvSpPr>
          <p:cNvPr id="4" name="S15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10개를 모으면 한 묶음이에요.</a:t>
            </a:r>
            <a:endParaRPr lang="ko-KR" sz="3200" dirty="0"/>
          </a:p>
        </p:txBody>
      </p:sp>
      <p:sp>
        <p:nvSpPr>
          <p:cNvPr id="6" name="S15-card58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58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다음 수는 10</a:t>
            </a:r>
            <a:endParaRPr lang="ko-KR" sz="3200" dirty="0"/>
          </a:p>
        </p:txBody>
      </p:sp>
      <p:sp>
        <p:nvSpPr>
          <p:cNvPr id="8" name="S15-card58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58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십 또는 열</a:t>
            </a:r>
            <a:endParaRPr lang="ko-KR" sz="3200" dirty="0"/>
          </a:p>
        </p:txBody>
      </p:sp>
      <p:sp>
        <p:nvSpPr>
          <p:cNvPr id="10" name="S15-cell590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591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592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593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594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595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596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597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598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599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600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601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602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603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604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605"/>
          <p:cNvSpPr/>
          <p:nvPr/>
        </p:nvSpPr>
        <p:spPr>
          <a:xfrm>
            <a:off x="58379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606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607"/>
          <p:cNvSpPr/>
          <p:nvPr/>
        </p:nvSpPr>
        <p:spPr>
          <a:xfrm>
            <a:off x="66152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608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609"/>
          <p:cNvSpPr/>
          <p:nvPr/>
        </p:nvSpPr>
        <p:spPr>
          <a:xfrm>
            <a:off x="73924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610" descr="1개의 십 칸 틀 중 1번째: 모두 10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50까지의 수</dc:title>
  <dc:subject>KR22-G01-MAT-NUM50-L01</dc:subject>
  <dc:creator>education-ppt</dc:creator>
  <cp:lastModifiedBy>education-ppt</cp:lastModifiedBy>
  <cp:revision>1</cp:revision>
  <dcterms:created xsi:type="dcterms:W3CDTF">2026-10-26T07:45:27Z</dcterms:created>
  <dcterms:modified xsi:type="dcterms:W3CDTF">2026-10-26T07:45:27Z</dcterms:modified>
</cp:coreProperties>
</file>