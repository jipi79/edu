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45b615b-2304-bc8e-554a-4dfc797b78bb}">
          <p14:sldIdLst>
            <p14:sldId id="256"/>
            <p14:sldId id="257"/>
          </p14:sldIdLst>
        </p14:section>
        <p14:section name="개념" id="{45b315f2-44bf-5690-647e-5afcde385dd2}">
          <p14:sldIdLst>
            <p14:sldId id="258"/>
            <p14:sldId id="259"/>
            <p14:sldId id="261"/>
            <p14:sldId id="262"/>
          </p14:sldIdLst>
        </p14:section>
        <p14:section name="연습" id="{bb6a4804-3b44-8214-61d7-fe7a9b5d79fc}">
          <p14:sldIdLst>
            <p14:sldId id="260"/>
            <p14:sldId id="263"/>
            <p14:sldId id="264"/>
          </p14:sldIdLst>
        </p14:section>
        <p14:section name="개념" id="{98477a3b-f4eb-f6c4-eacd-767df165697c}">
          <p14:sldIdLst/>
        </p14:section>
        <p14:section name="연습" id="{3b05318d-fc63-a216-4cf3-69acba45e909}">
          <p14:sldIdLst/>
        </p14:section>
        <p14:section name="확인" id="{7cb61341-2f0b-2bb8-720f-be614f8f2687}">
          <p14:sldIdLst>
            <p14:sldId id="265"/>
            <p14:sldId id="266"/>
            <p14:sldId id="267"/>
          </p14:sldIdLst>
        </p14:section>
        <p14:section name="정리" id="{ab797cea-24cc-9b9b-f364-5482edecc5c4}">
          <p14:sldIdLst>
            <p14:sldId id="268"/>
          </p14:sldIdLst>
        </p14:section>
        <p14:section name="보충" id="{edfd05b6-79f6-2d60-3c51-aedd55420de5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10을 만드는 것이 왜 쓸모 있는지 궁금하게 합니다.
시간: 약 2분
이렇게 말해 보세요
- “오른쪽 십 칸 틀에 공이 몇 개 있어? 몇 개를 더 놓으면 틀이 꽉 찰까?”
- “오늘은 더해서 10이 되는 두 수를 찾고, 10을 먼저 만들어 세 수를 쉽게 더하는 방법을 배울 거야.”
예상 답
- “7개요. 3개 더 놓으면 꽉 차요.”
막히면
- 답을 확인하지 말고 넘어갑니다. S03에서 같은 그림으로 다시 합니다.
주의
- 종이에 십 칸 틀(가로 5칸, 세로 2칸)을 두 개 그려 두면 S03부터 바둑돌을 직접 놓을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확인(세 수의 계산, 10과 몇)]
목적: 지난 차시의 세 수 계산과, 오늘 답을 쓸 때 필요한 ‘10과 몇’이 되는지 확인합니다.
시간: 약 3분
이렇게 말해 보세요
- “①, ②는 지난 시간에 한 세 수의 계산이야. 앞에서부터 차례로 해 볼래?”
- “③은 10과 6을 모으는 그림이야. 모으면 얼마일까?”
정답
- ① 9
- ② 3
- ③ 16
막히면
- ①, ②는 중간 수를 식 아래에 쓰게 합니다.
- ③은 꽉 찬 십 칸 틀 하나와 바둑돌 6개를 놓고 “10개씩 묶음 1개, 낱개 6개는?”이라고 묻습니다.
- 두 문제 이상 틀리면 S14(보충)를 먼저 합니다. 보충으로도 어려우면 8차시 ‘세 수의 덧셈과 뺄셈’(KR22-G01-MAT-ADD3-L01)을 다시 합니다.
주의
- ③을 106이라고 하면 ‘10과 몇’을 붙여 쓰는 실수입니다(M2). 6차시 ‘50까지의 수’(KR22-G01-MAT-NUM50-L01)의 묶음과 낱개를 짧게 다시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십 칸 틀로 10이 되는 두 수 찾기]
목적: 십 칸 틀의 빈칸을 세어 7과 더해서 10이 되는 수가 3임을 압니다.
시간: 약 3분
이렇게 말해 보세요
- “공이 7개 있어. 틀이 꽉 차려면 몇 개가 더 있어야 할까? 빈칸을 세어 보자.”
- “7과 3을 모으면 10. 식으로 쓰면 7 + 3 = 10이야.”
예상 답
- “빈칸이 3개예요. 3개 더 있어야 해요.”
막히면
- 종이 십 칸 틀에 바둑돌 7개를 놓고, 빈칸에 하나씩 더 놓으며 “여덟, 아홉, 열”로 이어 셉니다.
주의
- 십 칸 틀은 칸이 10개라서, 빈칸의 수가 곧 10이 되는 데 필요한 수입니다.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10이 되는 두 수를 모두 찾기]
목적: 더해서 10이 되는 두 수를 모두 찾고, 그 규칙을 압니다.
시간: 약 3분
이렇게 말해 보세요
- “1과 몇을 더하면 10이 될까? 9! 2와 몇? 8! 같이 끝까지 읽어 보자.”
- “위의 수가 1 커지면 아래 수는 어떻게 돼?”
예상 답
- “1과 9, 2와 8, 3과 7 … 9와 1.” “아래 수는 1씩 작아져요.”
막히면
- 십 칸 틀에 바둑돌을 한 개씩 늘려 놓으며 빈칸의 수를 함께 셉니다.
주의
- 3차시 ‘가르기와 모으기’에서 10을 두 수로 가른 것과 같은 내용입니다. 손가락 열 개로 ‘한 손 몇 개, 다른 손 몇 개’ 놀이를 해도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연습(10이 되는 수 찾기)]
목적: 도움을 받으며 더해서 10이 되는 수를 찾아 빈칸을 채웁니다.
시간: 약 4분
이렇게 말해 보세요
- “①은 6에 몇을 더하면 10이 되는지 묻는 거야. 오른쪽 틀의 빈칸을 세어 볼까?”
- “②는 몇에 8을 더하면 10이 될까? 틀에 8개를 놓으면 빈칸이 몇 개야?”
정답
- ① 4
- ② 2
- ③ 5
- ④ 9
막히면
- 종이 십 칸 틀에 바둑돌을 앞의 수만큼 놓고 빈칸을 세게 합니다.
- ②에서 18이나 10이라고 하면 “8에 몇을 더하면 10이 될까?”로 다시 읽어 줍니다(M3).
주의
- S04의 표를 보고 답해도 괜찮습니다. 여러 번 하면 표 없이도 떠올리게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10을 먼저 만들어 세 수 더하기]
목적: 세 수 중 더해서 10이 되는 두 수를 먼저 더하면, 10과 남은 수로 쉽게 계산할 수 있음을 압니다.
시간: 약 4분
이렇게 말해 보세요
- “6 + 4 + 3에서 더해서 10이 되는 두 수가 있을까? 6과 4!”
- “6과 4를 모으면 십 칸 틀이 꽉 차. 10과 남은 3을 모으면 얼마야?”
- “10개씩 묶음 1개, 낱개 3개라서 13이야.”
예상 답
- “6과 4요.” “13이에요.”
막히면
- 종이 십 칸 틀에 바둑돌 6개와 4개를 놓아 틀을 채우고, 옆 틀에 3개를 놓아 함께 셉니다.
- 103이라고 쓰면 꽉 찬 틀을 가리키며 “10개씩 묶음 1개, 낱개 3개는?”이라고 묻습니다(M2).
주의
- 왼쪽 틀의 공 10개는 6개와 4개를 모은 것입니다. 바둑돌 두 가지 색으로 놓으면 더 잘 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10이 되는 두 수를 찾아 먼저 더하기 시범]
목적: 10이 되는 두 수가 뒤에 있어도 그 두 수를 먼저 더할 수 있음을 시범으로 보여 줍니다.
시간: 약 4분
이렇게 말해 보세요
- “4 + 2 + 8에서 더해서 10이 되는 두 수를 찾아볼까? 2와 8에 ○ 하자.”
- “2 + 8 = 10을 먼저 하고, 10과 남은 4를 더하면 14야.”
- “덧셈은 어느 두 수를 먼저 더해도 답이 같아. 그래서 10이 되는 두 수를 먼저 더하면 쉬워.”
예상 답
- “2와 8이요. 10 + 4 = 14예요.”
막히면
- 바둑돌 4개, 2개, 8개를 놓고 2개와 8개를 십 칸 틀에 모아 꽉 채운 뒤, 남은 4개를 옆 틀에 놓아 셉니다.
- 앞에서부터 해도 답이 같은지 확인하고 싶어 하면, 4 + 2 = 6, 6과 8은 돌로 세어 14가 되는 것을 함께 봅니다.
주의
- 지난 차시에는 ‘앞에서부터’ 계산했습니다. 덧셈만 두 수를 먼저 골라 더해도 되고, 뺄셈은 지금처럼 앞에서부터 해야 합니다.
-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연습(10을 만들어 세 수 더하기)]
목적: 도움을 받으며 10이 되는 두 수를 찾아 먼저 더하고, 10과 남은 수를 더합니다.
시간: 약 5분
이렇게 말해 보세요
- “①에서 더해서 10이 되는 두 수는 무엇일까? 종이에 식을 쓰고 ○ 해 볼래?”
- “10과 남은 수를 더하면 얼마야? 10개씩 묶음 1개와 낱개 몇 개인지 생각해 봐.”
정답
- ① 14 (3 + 7 = 10, 10 + 4 = 14)
- ② 16 (5 + 5 = 10, 10 + 6 = 16)
- ③ 12 (1 + 9 = 10, 10 + 2 = 12)
- ④ 18 (6 + 4 = 10, 10 + 8 = 18)
막히면
- S04의 표를 다시 보여 주고 “이 중에 있는 짝을 찾아볼까?”라고 묻습니다.
- 10과 몇은 꽉 찬 십 칸 틀과 바둑돌로 확인합니다.
주의
- ③, ④는 뒤의 두 수가 10이 됩니다. 앞의 두 수부터 하려다 막히면(M1) “10이 되는 짝이 어디 있니?”라고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비교(늘 앞에서부터만 더하기)]
목적: 늘 앞에서부터만 더하면 어려워지는 경우를 보고, 10을 먼저 만드는 방법의 좋은 점을 말합니다(M1).
시간: 약 3분
이렇게 말해 보세요
- “토끼는 앞에서부터, 곰은 10이 되는 두 수부터 더했어. 누구 방법이 더 쉬울까?”
- “곰은 왜 6과 4를 먼저 골랐을까?”
예상 답
- “곰이요. 10을 만들면 쉬워요.” “6과 4를 더하면 10이 돼요.”
정답
- 곰의 방법이 더 쉽습니다. 6 + 4 = 10을 먼저 만들면 10 + 3 = 13으로 바로 구할 수 있습니다.
- 토끼의 방법도 틀린 것은 아닙니다. 9 + 4도 13이지만, 이 계산은 다음 차시에 배웁니다.
막히면
- 바둑돌 9개와 4개, 10개와 3개를 각각 놓고 어느 쪽이 세기 쉬운지 비교해 봅니다.
주의
- 두 방법 모두 답은 13으로 같다는 것도 함께 말해 줍니다. ‘틀린 방법’이 아니라 ‘더 쉬운 방법’을 고르는 장입니다.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10이 되는 수를 찾고, 10을 만들어 세 수를 더할 수 있는지 확인합니다.
시간: 약 5분
이렇게 말해 보세요
- “이번에는 혼자 해 볼래? ②, ③은 어떤 두 수로 10을 만들었는지도 말해 줘.”
정답
- ① 6
- ② 17 (9 + 1 = 10, 10 + 7 = 17)
- ③ 12 (5 + 5 = 10, 10 + 2 = 12)
막히면
- 바로 알려 주지 말고 “10이 되는 짝이 있니?”라고만 묻습니다.
- 도움을 받아 해결했다면 기록표에 ‘도움’으로 표시합니다.
주의
- 답이 맞아도 10을 만들지 않고 처음부터 세었다면, 기록표의 ‘계산 방법’에 표시해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십 칸 틀로 다시 해 보자.”
정답
- ① 6 ② 17 ③ 12
막히면
- ①이 14이면 S05로 돌아가 빈칸을 세는 방법을 다시 합니다(M3).
- ②가 107이면 S06의 꽉 찬 틀을 보며 ‘묶음 1개, 낱개 7개’로 읽습니다(M2).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확인(10이 되는 두 수가 있는 식 고르기)]
목적: 처음 보는 식에서 10이 되는 두 수를 찾아 고르고, 10을 만들어 계산하는지 확인합니다.
시간: 약 2분
이렇게 말해 보세요
- “세 식 중에서 나란히 있는 두 수를 더해 10이 되는 식은 어느 것일까? 그 식을 계산해 볼래?”
정답
- 나(8 + 2 + 5). 8 + 2 = 10, 10 + 5 = 15입니다.
- 가는 3과 4, 4와 2, 다는 5와 2, 2와 4로 나란히 있는 두 수를 더해도 10이 되지 않습니다.
막히면
- S04의 표를 보여 주고 표에 있는 짝을 찾게 합니다.
주의
- ‘이웃한’이 어려우면 “나란히 붙어 있는”으로 바꾸어 읽어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“오늘 배운 것을 말해 볼래? 더해서 10이 되는 두 수를 말해 볼까? 세 수를 더할 때 무엇을 먼저 찾으면 좋아?”
예상 답
- “1과 9, 2와 8 … 5와 5.” “10이 되는 두 수를 먼저 찾아요.”
정답
- ① 7 ② 12 ③ 15
막히면
- S04의 표와 S06의 그림을 다시 보여 줍니다.
주의
- 다음 차시(받아올림이 있는 덧셈)는 오늘의 ‘10이 되는 두 수’를 계속 씁니다. 짝을 빨리 떠올리도록 손가락 놀이로 자주 연습해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보충(세 수를 차례로 더하기)]
목적: S02에서 세 수의 계산이 흔들리면, 접시와 바둑돌로 두 번 모으는 과정을 다시 익힙니다.
시간: 약 5분
이렇게 말해 보세요
- “접시 세 개에 돌을 2개, 3개, 4개 놓자. 먼저 두 접시를 모으면 몇 개야?”
- “모은 5개에 남은 4개를 또 모으면 몇 개야?”
정답
- 2 + 3 = 5, 5 + 4 = 9
막히면
- 돌을 한 개씩 옮기며 이어 셉니다. ‘다섯! 여섯, 일곱, 여덟, 아홉.’
주의
- 보충으로도 어려우면 8차시 ‘세 수의 덧셈과 뺄셈’(KR22-G01-MAT-ADD3-L01)을 먼저 다시 합니다.
- S02 ③(10과 6)이 어려웠다면 6차시 ‘50까지의 수’(KR22-G01-MAT-NUM50-L01)의 묶음과 낱개를 짧게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9차시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10이 되는 더하기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10이 되는 더하기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10이 되는 더하기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되는 더하기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몇을 더하면 10이 될까?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70382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783595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48106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61319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925830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39043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1003554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1016767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081278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1094491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770382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7835951" y="22352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48106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8613191" y="22352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25830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1003554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1081278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figure18" descr="1개의 십 칸 틀 중 1번째: 모두 7개"/>
          <p:cNvSpPr/>
          <p:nvPr/>
        </p:nvSpPr>
        <p:spPr>
          <a:xfrm>
            <a:off x="7703820" y="13258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1-card19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3" name="S01-cardtext20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더해서 10이 되는 두 수를 찾아요.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10을 만들어 세 수를 더해요.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400" dirty="0"/>
          </a:p>
        </p:txBody>
      </p:sp>
      <p:sp>
        <p:nvSpPr>
          <p:cNvPr id="3" name="S02-chip21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22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+ 4 = □</a:t>
            </a:r>
            <a:endParaRPr lang="ko-KR" sz="3600" dirty="0"/>
          </a:p>
        </p:txBody>
      </p:sp>
      <p:sp>
        <p:nvSpPr>
          <p:cNvPr id="5" name="S02-chip23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24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8 − 2 − 3 = □</a:t>
            </a:r>
            <a:endParaRPr lang="ko-KR" sz="3600" dirty="0"/>
          </a:p>
        </p:txBody>
      </p:sp>
      <p:sp>
        <p:nvSpPr>
          <p:cNvPr id="7" name="S02-chip25"/>
          <p:cNvSpPr txBox="1"/>
          <p:nvPr/>
        </p:nvSpPr>
        <p:spPr>
          <a:xfrm>
            <a:off x="548640" y="51800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line26"/>
          <p:cNvSpPr/>
          <p:nvPr/>
        </p:nvSpPr>
        <p:spPr>
          <a:xfrm flipH="1" flipV="1">
            <a:off x="3207258" y="5337810"/>
            <a:ext cx="880110" cy="2514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9" name="S02-line27"/>
          <p:cNvSpPr/>
          <p:nvPr/>
        </p:nvSpPr>
        <p:spPr>
          <a:xfrm flipV="1">
            <a:off x="4087368" y="5337810"/>
            <a:ext cx="880110" cy="251460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0" name="S02-figure28" descr="10과 6을 모으는 그림, 모은 수는 빈칸"/>
          <p:cNvSpPr txBox="1"/>
          <p:nvPr/>
        </p:nvSpPr>
        <p:spPr>
          <a:xfrm>
            <a:off x="3773043" y="5589270"/>
            <a:ext cx="628650" cy="62865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E9762B"/>
            </a:solidFill>
            <a:prstDash val="dash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endParaRPr lang="ko-KR" sz="2500" dirty="0"/>
          </a:p>
        </p:txBody>
      </p:sp>
      <p:sp>
        <p:nvSpPr>
          <p:cNvPr id="11" name="S02-bondpart29"/>
          <p:cNvSpPr txBox="1"/>
          <p:nvPr/>
        </p:nvSpPr>
        <p:spPr>
          <a:xfrm>
            <a:off x="2892933" y="4709160"/>
            <a:ext cx="628650" cy="62865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500" dirty="0"/>
          </a:p>
        </p:txBody>
      </p:sp>
      <p:sp>
        <p:nvSpPr>
          <p:cNvPr id="12" name="S02-bondpart30"/>
          <p:cNvSpPr txBox="1"/>
          <p:nvPr/>
        </p:nvSpPr>
        <p:spPr>
          <a:xfrm>
            <a:off x="4653153" y="4709160"/>
            <a:ext cx="628650" cy="62865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 더 있으면 10?</a:t>
            </a:r>
            <a:endParaRPr lang="ko-KR" sz="4400" dirty="0"/>
          </a:p>
        </p:txBody>
      </p:sp>
      <p:sp>
        <p:nvSpPr>
          <p:cNvPr id="3" name="S03-text3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칸 틀에 공이 7개 있어요.</a:t>
            </a:r>
            <a:endParaRPr lang="ko-KR" sz="3200" dirty="0"/>
          </a:p>
        </p:txBody>
      </p:sp>
      <p:sp>
        <p:nvSpPr>
          <p:cNvPr id="4" name="S03-card3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+ 3 = 10</a:t>
            </a:r>
            <a:endParaRPr lang="ko-KR" sz="3200" dirty="0"/>
          </a:p>
        </p:txBody>
      </p:sp>
      <p:sp>
        <p:nvSpPr>
          <p:cNvPr id="6" name="S03-card34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35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빈칸은 3개예요.</a:t>
            </a:r>
            <a:endParaRPr lang="ko-KR" sz="3200" dirty="0"/>
          </a:p>
        </p:txBody>
      </p:sp>
      <p:sp>
        <p:nvSpPr>
          <p:cNvPr id="8" name="S03-card36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37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7과 3을 모으면 10</a:t>
            </a:r>
            <a:endParaRPr lang="ko-KR" sz="3200" dirty="0"/>
          </a:p>
        </p:txBody>
      </p:sp>
      <p:sp>
        <p:nvSpPr>
          <p:cNvPr id="10" name="S03-cell38"/>
          <p:cNvSpPr/>
          <p:nvPr/>
        </p:nvSpPr>
        <p:spPr>
          <a:xfrm>
            <a:off x="415137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dot39"/>
          <p:cNvSpPr/>
          <p:nvPr/>
        </p:nvSpPr>
        <p:spPr>
          <a:xfrm>
            <a:off x="428350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3-cell40"/>
          <p:cNvSpPr/>
          <p:nvPr/>
        </p:nvSpPr>
        <p:spPr>
          <a:xfrm>
            <a:off x="492861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3-dot41"/>
          <p:cNvSpPr/>
          <p:nvPr/>
        </p:nvSpPr>
        <p:spPr>
          <a:xfrm>
            <a:off x="506074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3-cell42"/>
          <p:cNvSpPr/>
          <p:nvPr/>
        </p:nvSpPr>
        <p:spPr>
          <a:xfrm>
            <a:off x="570585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3-dot43"/>
          <p:cNvSpPr/>
          <p:nvPr/>
        </p:nvSpPr>
        <p:spPr>
          <a:xfrm>
            <a:off x="583798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3-cell44"/>
          <p:cNvSpPr/>
          <p:nvPr/>
        </p:nvSpPr>
        <p:spPr>
          <a:xfrm>
            <a:off x="648309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dot45"/>
          <p:cNvSpPr/>
          <p:nvPr/>
        </p:nvSpPr>
        <p:spPr>
          <a:xfrm>
            <a:off x="661522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3-cell46"/>
          <p:cNvSpPr/>
          <p:nvPr/>
        </p:nvSpPr>
        <p:spPr>
          <a:xfrm>
            <a:off x="7260336" y="22402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dot47"/>
          <p:cNvSpPr/>
          <p:nvPr/>
        </p:nvSpPr>
        <p:spPr>
          <a:xfrm>
            <a:off x="7392467" y="23724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3-cell48"/>
          <p:cNvSpPr/>
          <p:nvPr/>
        </p:nvSpPr>
        <p:spPr>
          <a:xfrm>
            <a:off x="415137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dot49"/>
          <p:cNvSpPr/>
          <p:nvPr/>
        </p:nvSpPr>
        <p:spPr>
          <a:xfrm>
            <a:off x="428350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3-cell50"/>
          <p:cNvSpPr/>
          <p:nvPr/>
        </p:nvSpPr>
        <p:spPr>
          <a:xfrm>
            <a:off x="492861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3-dot51"/>
          <p:cNvSpPr/>
          <p:nvPr/>
        </p:nvSpPr>
        <p:spPr>
          <a:xfrm>
            <a:off x="5060747" y="31496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3-cell52"/>
          <p:cNvSpPr/>
          <p:nvPr/>
        </p:nvSpPr>
        <p:spPr>
          <a:xfrm>
            <a:off x="570585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3-cell53"/>
          <p:cNvSpPr/>
          <p:nvPr/>
        </p:nvSpPr>
        <p:spPr>
          <a:xfrm>
            <a:off x="648309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3-cell54"/>
          <p:cNvSpPr/>
          <p:nvPr/>
        </p:nvSpPr>
        <p:spPr>
          <a:xfrm>
            <a:off x="7260336" y="30175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figure55" descr="1개의 십 칸 틀 중 1번째: 모두 7개"/>
          <p:cNvSpPr/>
          <p:nvPr/>
        </p:nvSpPr>
        <p:spPr>
          <a:xfrm>
            <a:off x="4151376" y="22402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되는 두 수</a:t>
            </a:r>
            <a:endParaRPr lang="ko-KR" sz="4400" dirty="0"/>
          </a:p>
        </p:txBody>
      </p:sp>
      <p:sp>
        <p:nvSpPr>
          <p:cNvPr id="3" name="S04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더해서 10이 되는 두 수예요.</a:t>
            </a:r>
            <a:endParaRPr lang="ko-KR" sz="3200" dirty="0"/>
          </a:p>
        </p:txBody>
      </p:sp>
      <p:sp>
        <p:nvSpPr>
          <p:cNvPr id="4" name="S04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수가 1 커지면 다른 수는 1 작아져요.</a:t>
            </a:r>
            <a:endParaRPr lang="ko-KR" sz="3200" dirty="0"/>
          </a:p>
        </p:txBody>
      </p:sp>
      <p:graphicFrame>
        <p:nvGraphicFramePr>
          <p:cNvPr id="5" name="S04-table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915920"/>
          <a:ext cx="10515600" cy="914400"/>
        </p:xfrm>
        <a:graphic>
          <a:graphicData uri="http://schemas.openxmlformats.org/drawingml/2006/table">
            <a:tbl>
              <a:tblPr/>
              <a:tblGrid>
                <a:gridCol w="1997964"/>
                <a:gridCol w="946404"/>
                <a:gridCol w="946404"/>
                <a:gridCol w="946404"/>
                <a:gridCol w="946404"/>
                <a:gridCol w="946404"/>
                <a:gridCol w="946404"/>
                <a:gridCol w="946404"/>
                <a:gridCol w="946404"/>
                <a:gridCol w="946404"/>
              </a:tblGrid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한 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02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다른 수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만들어요</a:t>
            </a:r>
            <a:endParaRPr lang="ko-KR" sz="4400" dirty="0"/>
          </a:p>
        </p:txBody>
      </p:sp>
      <p:sp>
        <p:nvSpPr>
          <p:cNvPr id="3" name="S05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5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빈칸이 몇 개인지 세어 봐요.</a:t>
            </a:r>
            <a:endParaRPr lang="ko-KR" sz="3200" dirty="0"/>
          </a:p>
        </p:txBody>
      </p:sp>
      <p:sp>
        <p:nvSpPr>
          <p:cNvPr id="5" name="S05-card62"/>
          <p:cNvSpPr/>
          <p:nvPr/>
        </p:nvSpPr>
        <p:spPr>
          <a:xfrm>
            <a:off x="6277356" y="1325880"/>
            <a:ext cx="5362956" cy="3794760"/>
          </a:xfrm>
          <a:prstGeom prst="roundRect">
            <a:avLst>
              <a:gd name="adj" fmla="val 289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63"/>
          <p:cNvSpPr txBox="1"/>
          <p:nvPr/>
        </p:nvSpPr>
        <p:spPr>
          <a:xfrm>
            <a:off x="6551676" y="1463040"/>
            <a:ext cx="481431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①을 십 칸 틀로 보면</a:t>
            </a:r>
            <a:endParaRPr lang="ko-KR" sz="3200" dirty="0"/>
          </a:p>
        </p:txBody>
      </p:sp>
      <p:sp>
        <p:nvSpPr>
          <p:cNvPr id="7" name="S05-cell64"/>
          <p:cNvSpPr/>
          <p:nvPr/>
        </p:nvSpPr>
        <p:spPr>
          <a:xfrm>
            <a:off x="7015734" y="26974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dot65"/>
          <p:cNvSpPr/>
          <p:nvPr/>
        </p:nvSpPr>
        <p:spPr>
          <a:xfrm>
            <a:off x="7147865" y="28296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cell66"/>
          <p:cNvSpPr/>
          <p:nvPr/>
        </p:nvSpPr>
        <p:spPr>
          <a:xfrm>
            <a:off x="7792974" y="26974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dot67"/>
          <p:cNvSpPr/>
          <p:nvPr/>
        </p:nvSpPr>
        <p:spPr>
          <a:xfrm>
            <a:off x="7925105" y="28296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cell68"/>
          <p:cNvSpPr/>
          <p:nvPr/>
        </p:nvSpPr>
        <p:spPr>
          <a:xfrm>
            <a:off x="8570214" y="26974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dot69"/>
          <p:cNvSpPr/>
          <p:nvPr/>
        </p:nvSpPr>
        <p:spPr>
          <a:xfrm>
            <a:off x="8702345" y="28296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cell70"/>
          <p:cNvSpPr/>
          <p:nvPr/>
        </p:nvSpPr>
        <p:spPr>
          <a:xfrm>
            <a:off x="9347454" y="26974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dot71"/>
          <p:cNvSpPr/>
          <p:nvPr/>
        </p:nvSpPr>
        <p:spPr>
          <a:xfrm>
            <a:off x="9479585" y="28296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cell72"/>
          <p:cNvSpPr/>
          <p:nvPr/>
        </p:nvSpPr>
        <p:spPr>
          <a:xfrm>
            <a:off x="10124694" y="26974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dot73"/>
          <p:cNvSpPr/>
          <p:nvPr/>
        </p:nvSpPr>
        <p:spPr>
          <a:xfrm>
            <a:off x="10256825" y="28296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cell74"/>
          <p:cNvSpPr/>
          <p:nvPr/>
        </p:nvSpPr>
        <p:spPr>
          <a:xfrm>
            <a:off x="7015734" y="34747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dot75"/>
          <p:cNvSpPr/>
          <p:nvPr/>
        </p:nvSpPr>
        <p:spPr>
          <a:xfrm>
            <a:off x="7147865" y="36068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5-cell76"/>
          <p:cNvSpPr/>
          <p:nvPr/>
        </p:nvSpPr>
        <p:spPr>
          <a:xfrm>
            <a:off x="7792974" y="34747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cell77"/>
          <p:cNvSpPr/>
          <p:nvPr/>
        </p:nvSpPr>
        <p:spPr>
          <a:xfrm>
            <a:off x="8570214" y="34747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cell78"/>
          <p:cNvSpPr/>
          <p:nvPr/>
        </p:nvSpPr>
        <p:spPr>
          <a:xfrm>
            <a:off x="9347454" y="34747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cell79"/>
          <p:cNvSpPr/>
          <p:nvPr/>
        </p:nvSpPr>
        <p:spPr>
          <a:xfrm>
            <a:off x="10124694" y="34747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5-figure80" descr="1개의 십 칸 틀 중 1번째: 모두 6개"/>
          <p:cNvSpPr/>
          <p:nvPr/>
        </p:nvSpPr>
        <p:spPr>
          <a:xfrm>
            <a:off x="7015734" y="26974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5-chip81"/>
          <p:cNvSpPr txBox="1"/>
          <p:nvPr/>
        </p:nvSpPr>
        <p:spPr>
          <a:xfrm>
            <a:off x="548640" y="144818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25" name="S05-eqtext82"/>
          <p:cNvSpPr txBox="1"/>
          <p:nvPr/>
        </p:nvSpPr>
        <p:spPr>
          <a:xfrm>
            <a:off x="1344168" y="1325880"/>
            <a:ext cx="456742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□ = 10</a:t>
            </a:r>
            <a:endParaRPr lang="ko-KR" sz="3600" dirty="0"/>
          </a:p>
        </p:txBody>
      </p:sp>
      <p:sp>
        <p:nvSpPr>
          <p:cNvPr id="26" name="S05-chip83"/>
          <p:cNvSpPr txBox="1"/>
          <p:nvPr/>
        </p:nvSpPr>
        <p:spPr>
          <a:xfrm>
            <a:off x="548640" y="244259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27" name="S05-eqtext84"/>
          <p:cNvSpPr txBox="1"/>
          <p:nvPr/>
        </p:nvSpPr>
        <p:spPr>
          <a:xfrm>
            <a:off x="1344168" y="2320290"/>
            <a:ext cx="456742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+ 8 = 10</a:t>
            </a:r>
            <a:endParaRPr lang="ko-KR" sz="3600" dirty="0"/>
          </a:p>
        </p:txBody>
      </p:sp>
      <p:sp>
        <p:nvSpPr>
          <p:cNvPr id="28" name="S05-chip85"/>
          <p:cNvSpPr txBox="1"/>
          <p:nvPr/>
        </p:nvSpPr>
        <p:spPr>
          <a:xfrm>
            <a:off x="548640" y="343700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9" name="S05-eqtext86"/>
          <p:cNvSpPr txBox="1"/>
          <p:nvPr/>
        </p:nvSpPr>
        <p:spPr>
          <a:xfrm>
            <a:off x="1344168" y="3314700"/>
            <a:ext cx="456742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□ = 10</a:t>
            </a:r>
            <a:endParaRPr lang="ko-KR" sz="3600" dirty="0"/>
          </a:p>
        </p:txBody>
      </p:sp>
      <p:sp>
        <p:nvSpPr>
          <p:cNvPr id="30" name="S05-chip87"/>
          <p:cNvSpPr txBox="1"/>
          <p:nvPr/>
        </p:nvSpPr>
        <p:spPr>
          <a:xfrm>
            <a:off x="548640" y="4431411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31" name="S05-eqtext88"/>
          <p:cNvSpPr txBox="1"/>
          <p:nvPr/>
        </p:nvSpPr>
        <p:spPr>
          <a:xfrm>
            <a:off x="1344168" y="4309110"/>
            <a:ext cx="4567428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□ = 10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먼저 만들어요</a:t>
            </a:r>
            <a:endParaRPr lang="ko-KR" sz="4400" dirty="0"/>
          </a:p>
        </p:txBody>
      </p:sp>
      <p:sp>
        <p:nvSpPr>
          <p:cNvPr id="3" name="S06-text8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+ 3에서 6과 4를 먼저 모아요.</a:t>
            </a:r>
            <a:endParaRPr lang="ko-KR" sz="3200" dirty="0"/>
          </a:p>
        </p:txBody>
      </p:sp>
      <p:sp>
        <p:nvSpPr>
          <p:cNvPr id="4" name="S06-card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+ 3 = 13</a:t>
            </a:r>
            <a:endParaRPr lang="ko-KR" sz="3200" dirty="0"/>
          </a:p>
        </p:txBody>
      </p:sp>
      <p:sp>
        <p:nvSpPr>
          <p:cNvPr id="6" name="S06-card92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93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= 10</a:t>
            </a:r>
            <a:endParaRPr lang="ko-KR" sz="3200" dirty="0"/>
          </a:p>
        </p:txBody>
      </p:sp>
      <p:sp>
        <p:nvSpPr>
          <p:cNvPr id="8" name="S06-card94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95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+ 3 = 13</a:t>
            </a:r>
            <a:endParaRPr lang="ko-KR" sz="3200" dirty="0"/>
          </a:p>
        </p:txBody>
      </p:sp>
      <p:sp>
        <p:nvSpPr>
          <p:cNvPr id="10" name="S06-cell96"/>
          <p:cNvSpPr/>
          <p:nvPr/>
        </p:nvSpPr>
        <p:spPr>
          <a:xfrm>
            <a:off x="1375601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dot97"/>
          <p:cNvSpPr/>
          <p:nvPr/>
        </p:nvSpPr>
        <p:spPr>
          <a:xfrm>
            <a:off x="1502485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6-cell98"/>
          <p:cNvSpPr/>
          <p:nvPr/>
        </p:nvSpPr>
        <p:spPr>
          <a:xfrm>
            <a:off x="2121980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dot99"/>
          <p:cNvSpPr/>
          <p:nvPr/>
        </p:nvSpPr>
        <p:spPr>
          <a:xfrm>
            <a:off x="2248864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6-cell100"/>
          <p:cNvSpPr/>
          <p:nvPr/>
        </p:nvSpPr>
        <p:spPr>
          <a:xfrm>
            <a:off x="2868359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dot101"/>
          <p:cNvSpPr/>
          <p:nvPr/>
        </p:nvSpPr>
        <p:spPr>
          <a:xfrm>
            <a:off x="2995243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6-cell102"/>
          <p:cNvSpPr/>
          <p:nvPr/>
        </p:nvSpPr>
        <p:spPr>
          <a:xfrm>
            <a:off x="3614738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dot103"/>
          <p:cNvSpPr/>
          <p:nvPr/>
        </p:nvSpPr>
        <p:spPr>
          <a:xfrm>
            <a:off x="3741622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6-cell104"/>
          <p:cNvSpPr/>
          <p:nvPr/>
        </p:nvSpPr>
        <p:spPr>
          <a:xfrm>
            <a:off x="4361117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dot105"/>
          <p:cNvSpPr/>
          <p:nvPr/>
        </p:nvSpPr>
        <p:spPr>
          <a:xfrm>
            <a:off x="4488001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6-cell106"/>
          <p:cNvSpPr/>
          <p:nvPr/>
        </p:nvSpPr>
        <p:spPr>
          <a:xfrm>
            <a:off x="1375601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dot107"/>
          <p:cNvSpPr/>
          <p:nvPr/>
        </p:nvSpPr>
        <p:spPr>
          <a:xfrm>
            <a:off x="1502485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06-cell108"/>
          <p:cNvSpPr/>
          <p:nvPr/>
        </p:nvSpPr>
        <p:spPr>
          <a:xfrm>
            <a:off x="2121980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dot109"/>
          <p:cNvSpPr/>
          <p:nvPr/>
        </p:nvSpPr>
        <p:spPr>
          <a:xfrm>
            <a:off x="2248864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6-cell110"/>
          <p:cNvSpPr/>
          <p:nvPr/>
        </p:nvSpPr>
        <p:spPr>
          <a:xfrm>
            <a:off x="2868359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dot111"/>
          <p:cNvSpPr/>
          <p:nvPr/>
        </p:nvSpPr>
        <p:spPr>
          <a:xfrm>
            <a:off x="2995243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6-cell112"/>
          <p:cNvSpPr/>
          <p:nvPr/>
        </p:nvSpPr>
        <p:spPr>
          <a:xfrm>
            <a:off x="3614738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dot113"/>
          <p:cNvSpPr/>
          <p:nvPr/>
        </p:nvSpPr>
        <p:spPr>
          <a:xfrm>
            <a:off x="3741622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6-cell114"/>
          <p:cNvSpPr/>
          <p:nvPr/>
        </p:nvSpPr>
        <p:spPr>
          <a:xfrm>
            <a:off x="4361117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dot115"/>
          <p:cNvSpPr/>
          <p:nvPr/>
        </p:nvSpPr>
        <p:spPr>
          <a:xfrm>
            <a:off x="4488001" y="2884943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6-figure116" descr="1개의 십 칸 틀 중 1번째: 모두 10개"/>
          <p:cNvSpPr/>
          <p:nvPr/>
        </p:nvSpPr>
        <p:spPr>
          <a:xfrm>
            <a:off x="1375601" y="2011680"/>
            <a:ext cx="3731895" cy="149275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6-label117"/>
          <p:cNvSpPr txBox="1"/>
          <p:nvPr/>
        </p:nvSpPr>
        <p:spPr>
          <a:xfrm>
            <a:off x="548640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4를 모아 10</a:t>
            </a:r>
            <a:endParaRPr lang="ko-KR" sz="2600" dirty="0"/>
          </a:p>
        </p:txBody>
      </p:sp>
      <p:sp>
        <p:nvSpPr>
          <p:cNvPr id="32" name="S06-cell118"/>
          <p:cNvSpPr/>
          <p:nvPr/>
        </p:nvSpPr>
        <p:spPr>
          <a:xfrm>
            <a:off x="7081457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6-dot119"/>
          <p:cNvSpPr/>
          <p:nvPr/>
        </p:nvSpPr>
        <p:spPr>
          <a:xfrm>
            <a:off x="7208341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6-cell120"/>
          <p:cNvSpPr/>
          <p:nvPr/>
        </p:nvSpPr>
        <p:spPr>
          <a:xfrm>
            <a:off x="7827836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6-dot121"/>
          <p:cNvSpPr/>
          <p:nvPr/>
        </p:nvSpPr>
        <p:spPr>
          <a:xfrm>
            <a:off x="7954720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06-cell122"/>
          <p:cNvSpPr/>
          <p:nvPr/>
        </p:nvSpPr>
        <p:spPr>
          <a:xfrm>
            <a:off x="8574215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6-dot123"/>
          <p:cNvSpPr/>
          <p:nvPr/>
        </p:nvSpPr>
        <p:spPr>
          <a:xfrm>
            <a:off x="8701099" y="2138564"/>
            <a:ext cx="492610" cy="49261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06-cell124"/>
          <p:cNvSpPr/>
          <p:nvPr/>
        </p:nvSpPr>
        <p:spPr>
          <a:xfrm>
            <a:off x="9320594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6-cell125"/>
          <p:cNvSpPr/>
          <p:nvPr/>
        </p:nvSpPr>
        <p:spPr>
          <a:xfrm>
            <a:off x="10066972" y="2011680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6-cell126"/>
          <p:cNvSpPr/>
          <p:nvPr/>
        </p:nvSpPr>
        <p:spPr>
          <a:xfrm>
            <a:off x="7081457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6-cell127"/>
          <p:cNvSpPr/>
          <p:nvPr/>
        </p:nvSpPr>
        <p:spPr>
          <a:xfrm>
            <a:off x="7827836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6-cell128"/>
          <p:cNvSpPr/>
          <p:nvPr/>
        </p:nvSpPr>
        <p:spPr>
          <a:xfrm>
            <a:off x="8574215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6-cell129"/>
          <p:cNvSpPr/>
          <p:nvPr/>
        </p:nvSpPr>
        <p:spPr>
          <a:xfrm>
            <a:off x="9320594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6-cell130"/>
          <p:cNvSpPr/>
          <p:nvPr/>
        </p:nvSpPr>
        <p:spPr>
          <a:xfrm>
            <a:off x="10066972" y="2758059"/>
            <a:ext cx="746379" cy="746379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6-figure131" descr="1개의 십 칸 틀 중 1번째: 모두 3개"/>
          <p:cNvSpPr/>
          <p:nvPr/>
        </p:nvSpPr>
        <p:spPr>
          <a:xfrm>
            <a:off x="7081457" y="2011680"/>
            <a:ext cx="3731895" cy="1492758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6" name="S06-label132"/>
          <p:cNvSpPr txBox="1"/>
          <p:nvPr/>
        </p:nvSpPr>
        <p:spPr>
          <a:xfrm>
            <a:off x="6254496" y="357759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두 수를 먼저?</a:t>
            </a:r>
            <a:endParaRPr lang="ko-KR" sz="4400" dirty="0"/>
          </a:p>
        </p:txBody>
      </p:sp>
      <p:sp>
        <p:nvSpPr>
          <p:cNvPr id="3" name="S07-eqtext133"/>
          <p:cNvSpPr txBox="1"/>
          <p:nvPr/>
        </p:nvSpPr>
        <p:spPr>
          <a:xfrm>
            <a:off x="548640" y="1325880"/>
            <a:ext cx="1109167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+ 2 + 8 = □</a:t>
            </a:r>
            <a:endParaRPr lang="ko-KR" sz="3600" dirty="0"/>
          </a:p>
        </p:txBody>
      </p:sp>
      <p:sp>
        <p:nvSpPr>
          <p:cNvPr id="4" name="S07-line134"/>
          <p:cNvSpPr/>
          <p:nvPr/>
        </p:nvSpPr>
        <p:spPr>
          <a:xfrm flipH="1" flipV="1">
            <a:off x="6648159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5" name="S07-line135"/>
          <p:cNvSpPr/>
          <p:nvPr/>
        </p:nvSpPr>
        <p:spPr>
          <a:xfrm flipV="1">
            <a:off x="7538085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6" name="S07-figure136" descr="2와 8을 모아 10"/>
          <p:cNvSpPr txBox="1"/>
          <p:nvPr/>
        </p:nvSpPr>
        <p:spPr>
          <a:xfrm>
            <a:off x="7167282" y="4560402"/>
            <a:ext cx="741605" cy="741605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900" dirty="0"/>
          </a:p>
        </p:txBody>
      </p:sp>
      <p:sp>
        <p:nvSpPr>
          <p:cNvPr id="7" name="S07-bondpart137"/>
          <p:cNvSpPr txBox="1"/>
          <p:nvPr/>
        </p:nvSpPr>
        <p:spPr>
          <a:xfrm>
            <a:off x="6277356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900" dirty="0"/>
          </a:p>
        </p:txBody>
      </p:sp>
      <p:sp>
        <p:nvSpPr>
          <p:cNvPr id="8" name="S07-bondpart138"/>
          <p:cNvSpPr txBox="1"/>
          <p:nvPr/>
        </p:nvSpPr>
        <p:spPr>
          <a:xfrm>
            <a:off x="8057209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900" dirty="0"/>
          </a:p>
        </p:txBody>
      </p:sp>
      <p:sp>
        <p:nvSpPr>
          <p:cNvPr id="9" name="S07-label139"/>
          <p:cNvSpPr txBox="1"/>
          <p:nvPr/>
        </p:nvSpPr>
        <p:spPr>
          <a:xfrm>
            <a:off x="6277356" y="5772150"/>
            <a:ext cx="252145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600" dirty="0"/>
          </a:p>
        </p:txBody>
      </p:sp>
      <p:sp>
        <p:nvSpPr>
          <p:cNvPr id="10" name="S07-line140"/>
          <p:cNvSpPr/>
          <p:nvPr/>
        </p:nvSpPr>
        <p:spPr>
          <a:xfrm flipH="1" flipV="1">
            <a:off x="9489657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1" name="S07-line141"/>
          <p:cNvSpPr/>
          <p:nvPr/>
        </p:nvSpPr>
        <p:spPr>
          <a:xfrm flipV="1">
            <a:off x="10379583" y="3744636"/>
            <a:ext cx="889926" cy="815766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2" name="S07-figure142" descr="4와 10을 모아 14"/>
          <p:cNvSpPr txBox="1"/>
          <p:nvPr/>
        </p:nvSpPr>
        <p:spPr>
          <a:xfrm>
            <a:off x="10008780" y="4560402"/>
            <a:ext cx="741605" cy="741605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ko-KR" sz="2900" dirty="0"/>
          </a:p>
        </p:txBody>
      </p:sp>
      <p:sp>
        <p:nvSpPr>
          <p:cNvPr id="13" name="S07-bondpart143"/>
          <p:cNvSpPr txBox="1"/>
          <p:nvPr/>
        </p:nvSpPr>
        <p:spPr>
          <a:xfrm>
            <a:off x="9118854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900" dirty="0"/>
          </a:p>
        </p:txBody>
      </p:sp>
      <p:sp>
        <p:nvSpPr>
          <p:cNvPr id="14" name="S07-bondpart144"/>
          <p:cNvSpPr txBox="1"/>
          <p:nvPr/>
        </p:nvSpPr>
        <p:spPr>
          <a:xfrm>
            <a:off x="10898707" y="3003031"/>
            <a:ext cx="741605" cy="741605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900" dirty="0"/>
          </a:p>
        </p:txBody>
      </p:sp>
      <p:sp>
        <p:nvSpPr>
          <p:cNvPr id="15" name="S07-label145"/>
          <p:cNvSpPr txBox="1"/>
          <p:nvPr/>
        </p:nvSpPr>
        <p:spPr>
          <a:xfrm>
            <a:off x="9118854" y="5772150"/>
            <a:ext cx="252145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600" dirty="0"/>
          </a:p>
        </p:txBody>
      </p:sp>
      <p:sp>
        <p:nvSpPr>
          <p:cNvPr id="16" name="S07-stepno146"/>
          <p:cNvSpPr txBox="1"/>
          <p:nvPr/>
        </p:nvSpPr>
        <p:spPr>
          <a:xfrm>
            <a:off x="548640" y="27792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7" name="S07-text147"/>
          <p:cNvSpPr txBox="1"/>
          <p:nvPr/>
        </p:nvSpPr>
        <p:spPr>
          <a:xfrm>
            <a:off x="1325880" y="2733548"/>
            <a:ext cx="4585716" cy="1487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되는 두 수를 찾아요.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8</a:t>
            </a:r>
            <a:endParaRPr lang="ko-KR" sz="3200" dirty="0"/>
          </a:p>
        </p:txBody>
      </p:sp>
      <p:sp>
        <p:nvSpPr>
          <p:cNvPr id="18" name="S07-stepno148"/>
          <p:cNvSpPr txBox="1"/>
          <p:nvPr/>
        </p:nvSpPr>
        <p:spPr>
          <a:xfrm>
            <a:off x="548640" y="43855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9" name="S07-text149"/>
          <p:cNvSpPr txBox="1"/>
          <p:nvPr/>
        </p:nvSpPr>
        <p:spPr>
          <a:xfrm>
            <a:off x="1325880" y="4385564"/>
            <a:ext cx="45857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+ 8 = 10</a:t>
            </a:r>
            <a:endParaRPr lang="ko-KR" sz="3200" dirty="0"/>
          </a:p>
        </p:txBody>
      </p:sp>
      <p:sp>
        <p:nvSpPr>
          <p:cNvPr id="20" name="S07-stepno150"/>
          <p:cNvSpPr txBox="1"/>
          <p:nvPr/>
        </p:nvSpPr>
        <p:spPr>
          <a:xfrm>
            <a:off x="548640" y="51445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1" name="S07-text151"/>
          <p:cNvSpPr txBox="1"/>
          <p:nvPr/>
        </p:nvSpPr>
        <p:spPr>
          <a:xfrm>
            <a:off x="1325880" y="5098796"/>
            <a:ext cx="4585716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10과 4를 더해요.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+ 4 = 14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만들어 더해요</a:t>
            </a:r>
            <a:endParaRPr lang="ko-KR" sz="4400" dirty="0"/>
          </a:p>
        </p:txBody>
      </p:sp>
      <p:sp>
        <p:nvSpPr>
          <p:cNvPr id="3" name="S08-card1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8-cardtext1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되는 두 수에 ○ 하고 먼저 더해요.</a:t>
            </a:r>
            <a:endParaRPr lang="ko-KR" sz="3200" dirty="0"/>
          </a:p>
        </p:txBody>
      </p:sp>
      <p:sp>
        <p:nvSpPr>
          <p:cNvPr id="5" name="S08-chip15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6" name="S08-eqtext155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+ 7 + 4 = □</a:t>
            </a:r>
            <a:endParaRPr lang="ko-KR" sz="3600" dirty="0"/>
          </a:p>
        </p:txBody>
      </p:sp>
      <p:sp>
        <p:nvSpPr>
          <p:cNvPr id="7" name="S08-chip156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8" name="S08-eqtext157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+ 5 + 6 = □</a:t>
            </a:r>
            <a:endParaRPr lang="ko-KR" sz="3600" dirty="0"/>
          </a:p>
        </p:txBody>
      </p:sp>
      <p:sp>
        <p:nvSpPr>
          <p:cNvPr id="9" name="S08-chip158"/>
          <p:cNvSpPr txBox="1"/>
          <p:nvPr/>
        </p:nvSpPr>
        <p:spPr>
          <a:xfrm>
            <a:off x="548640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0" name="S08-eqtext159"/>
          <p:cNvSpPr txBox="1"/>
          <p:nvPr/>
        </p:nvSpPr>
        <p:spPr>
          <a:xfrm>
            <a:off x="1344168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+ 1 + 9 = □</a:t>
            </a:r>
            <a:endParaRPr lang="ko-KR" sz="3600" dirty="0"/>
          </a:p>
        </p:txBody>
      </p:sp>
      <p:sp>
        <p:nvSpPr>
          <p:cNvPr id="11" name="S08-chip160"/>
          <p:cNvSpPr txBox="1"/>
          <p:nvPr/>
        </p:nvSpPr>
        <p:spPr>
          <a:xfrm>
            <a:off x="6277356" y="37627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2" name="S08-eqtext161"/>
          <p:cNvSpPr txBox="1"/>
          <p:nvPr/>
        </p:nvSpPr>
        <p:spPr>
          <a:xfrm>
            <a:off x="7072884" y="33147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+ 6 + 4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방법이 쉬울까요?</a:t>
            </a:r>
            <a:endParaRPr lang="ko-KR" sz="4400" dirty="0"/>
          </a:p>
        </p:txBody>
      </p:sp>
      <p:sp>
        <p:nvSpPr>
          <p:cNvPr id="3" name="S09-card16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16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+ 6 + 4를 계산해요.</a:t>
            </a:r>
            <a:endParaRPr lang="ko-KR" sz="3200" dirty="0"/>
          </a:p>
        </p:txBody>
      </p:sp>
      <p:sp>
        <p:nvSpPr>
          <p:cNvPr id="5" name="S09-card1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1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방법이 더 쉬울까요? 왜 그럴까요?</a:t>
            </a:r>
            <a:endParaRPr lang="ko-KR" sz="3200" dirty="0"/>
          </a:p>
        </p:txBody>
      </p:sp>
      <p:sp>
        <p:nvSpPr>
          <p:cNvPr id="7" name="S09-chip16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600" dirty="0"/>
          </a:p>
        </p:txBody>
      </p:sp>
      <p:sp>
        <p:nvSpPr>
          <p:cNvPr id="8" name="S09-text16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+ 6 = 9를 먼저 하고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+ 4는… 어려워요.</a:t>
            </a:r>
            <a:endParaRPr lang="ko-KR" sz="3200" dirty="0"/>
          </a:p>
        </p:txBody>
      </p:sp>
      <p:sp>
        <p:nvSpPr>
          <p:cNvPr id="9" name="S09-chip16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600" dirty="0"/>
          </a:p>
        </p:txBody>
      </p:sp>
      <p:sp>
        <p:nvSpPr>
          <p:cNvPr id="10" name="S09-text16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+ 4 = 10을 먼저 하고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+ 3 = 13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1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두 수로 10을 만들었는지 말해요.</a:t>
            </a:r>
            <a:endParaRPr lang="ko-KR" sz="3200" dirty="0"/>
          </a:p>
        </p:txBody>
      </p:sp>
      <p:sp>
        <p:nvSpPr>
          <p:cNvPr id="4" name="S10-chip17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eqtext17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+ □ = 10</a:t>
            </a:r>
            <a:endParaRPr lang="ko-KR" sz="3600" dirty="0"/>
          </a:p>
        </p:txBody>
      </p:sp>
      <p:sp>
        <p:nvSpPr>
          <p:cNvPr id="6" name="S10-chip17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174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+ 1 + 7 = □</a:t>
            </a:r>
            <a:endParaRPr lang="ko-KR" sz="3600" dirty="0"/>
          </a:p>
        </p:txBody>
      </p:sp>
      <p:sp>
        <p:nvSpPr>
          <p:cNvPr id="8" name="S10-chip175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eqtext176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+ 5 + 5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400" dirty="0"/>
          </a:p>
        </p:txBody>
      </p:sp>
      <p:sp>
        <p:nvSpPr>
          <p:cNvPr id="3" name="S11-card1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1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십 칸 틀과 바둑돌로 다시 해 보게 하세요.</a:t>
            </a:r>
            <a:endParaRPr lang="ko-KR" sz="3200" dirty="0"/>
          </a:p>
        </p:txBody>
      </p:sp>
      <p:sp>
        <p:nvSpPr>
          <p:cNvPr id="5" name="S11-chip17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1-text180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</a:t>
            </a:r>
            <a:endParaRPr lang="ko-KR" sz="3200" dirty="0"/>
          </a:p>
        </p:txBody>
      </p:sp>
      <p:sp>
        <p:nvSpPr>
          <p:cNvPr id="7" name="S11-text181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6은 10</a:t>
            </a:r>
            <a:endParaRPr lang="ko-KR" sz="2600" dirty="0"/>
          </a:p>
        </p:txBody>
      </p:sp>
      <p:sp>
        <p:nvSpPr>
          <p:cNvPr id="8" name="S11-text182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17</a:t>
            </a:r>
            <a:endParaRPr lang="ko-KR" sz="3200" dirty="0"/>
          </a:p>
        </p:txBody>
      </p:sp>
      <p:sp>
        <p:nvSpPr>
          <p:cNvPr id="9" name="S11-text183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+ 1 = 10</a:t>
            </a:r>
            <a:endParaRPr lang="ko-KR" sz="2600" dirty="0"/>
          </a:p>
        </p:txBody>
      </p:sp>
      <p:sp>
        <p:nvSpPr>
          <p:cNvPr id="10" name="S11-text184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12</a:t>
            </a:r>
            <a:endParaRPr lang="ko-KR" sz="3200" dirty="0"/>
          </a:p>
        </p:txBody>
      </p:sp>
      <p:sp>
        <p:nvSpPr>
          <p:cNvPr id="11" name="S11-text185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+ 5 = 10</a:t>
            </a:r>
            <a:endParaRPr lang="ko-KR" sz="2600" dirty="0"/>
          </a:p>
        </p:txBody>
      </p:sp>
      <p:sp>
        <p:nvSpPr>
          <p:cNvPr id="12" name="S11-chip18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3" name="S11-text187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14</a:t>
            </a:r>
            <a:endParaRPr lang="ko-KR" sz="3200" dirty="0"/>
          </a:p>
        </p:txBody>
      </p:sp>
      <p:sp>
        <p:nvSpPr>
          <p:cNvPr id="14" name="S11-text188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10을 더함</a:t>
            </a:r>
            <a:endParaRPr lang="ko-KR" sz="2600" dirty="0"/>
          </a:p>
        </p:txBody>
      </p:sp>
      <p:sp>
        <p:nvSpPr>
          <p:cNvPr id="15" name="S11-text189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107</a:t>
            </a:r>
            <a:endParaRPr lang="ko-KR" sz="3200" dirty="0"/>
          </a:p>
        </p:txBody>
      </p:sp>
      <p:sp>
        <p:nvSpPr>
          <p:cNvPr id="16" name="S11-text190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10과 7을 붙임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10을 만들 수 있는 식은?</a:t>
            </a:r>
            <a:endParaRPr lang="ko-KR" sz="4400" dirty="0"/>
          </a:p>
        </p:txBody>
      </p:sp>
      <p:sp>
        <p:nvSpPr>
          <p:cNvPr id="3" name="S12-text1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이웃한 두 수로 10을 만들 수 있는 식은?</a:t>
            </a:r>
            <a:endParaRPr lang="ko-KR" sz="3200" dirty="0"/>
          </a:p>
        </p:txBody>
      </p:sp>
      <p:sp>
        <p:nvSpPr>
          <p:cNvPr id="4" name="S12-card1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식을 계산하고, 어떻게 했는지 말해요.</a:t>
            </a:r>
            <a:endParaRPr lang="ko-KR" sz="3200" dirty="0"/>
          </a:p>
        </p:txBody>
      </p:sp>
      <p:sp>
        <p:nvSpPr>
          <p:cNvPr id="6" name="S12-chip194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card195"/>
          <p:cNvSpPr/>
          <p:nvPr/>
        </p:nvSpPr>
        <p:spPr>
          <a:xfrm>
            <a:off x="548640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2-cardtext196"/>
          <p:cNvSpPr txBox="1"/>
          <p:nvPr/>
        </p:nvSpPr>
        <p:spPr>
          <a:xfrm>
            <a:off x="822960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+ 4 + 2</a:t>
            </a:r>
            <a:endParaRPr lang="ko-KR" sz="3200" dirty="0"/>
          </a:p>
        </p:txBody>
      </p:sp>
      <p:sp>
        <p:nvSpPr>
          <p:cNvPr id="9" name="S12-chip197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12-card198"/>
          <p:cNvSpPr/>
          <p:nvPr/>
        </p:nvSpPr>
        <p:spPr>
          <a:xfrm>
            <a:off x="4367784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2-cardtext199"/>
          <p:cNvSpPr txBox="1"/>
          <p:nvPr/>
        </p:nvSpPr>
        <p:spPr>
          <a:xfrm>
            <a:off x="4642104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+ 2 + 5</a:t>
            </a:r>
            <a:endParaRPr lang="ko-KR" sz="3200" dirty="0"/>
          </a:p>
        </p:txBody>
      </p:sp>
      <p:sp>
        <p:nvSpPr>
          <p:cNvPr id="12" name="S12-chip20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3" name="S12-card201"/>
          <p:cNvSpPr/>
          <p:nvPr/>
        </p:nvSpPr>
        <p:spPr>
          <a:xfrm>
            <a:off x="8186928" y="2715768"/>
            <a:ext cx="3453384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2-cardtext202"/>
          <p:cNvSpPr txBox="1"/>
          <p:nvPr/>
        </p:nvSpPr>
        <p:spPr>
          <a:xfrm>
            <a:off x="8461248" y="2852928"/>
            <a:ext cx="2904744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+ 2 + 4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20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20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되는 두 수를 먼저 더하면 쉬워요.</a:t>
            </a:r>
            <a:endParaRPr lang="ko-KR" sz="3200" dirty="0"/>
          </a:p>
        </p:txBody>
      </p:sp>
      <p:sp>
        <p:nvSpPr>
          <p:cNvPr id="5" name="S13-chip205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10을 먼저 만들기</a:t>
            </a:r>
            <a:endParaRPr lang="ko-KR" sz="2600" dirty="0"/>
          </a:p>
        </p:txBody>
      </p:sp>
      <p:sp>
        <p:nvSpPr>
          <p:cNvPr id="6" name="S13-chip206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10 + 4를 104로 쓰기</a:t>
            </a:r>
            <a:endParaRPr lang="ko-KR" sz="2600" dirty="0"/>
          </a:p>
        </p:txBody>
      </p:sp>
      <p:sp>
        <p:nvSpPr>
          <p:cNvPr id="7" name="S13-text207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208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 + □ = 10</a:t>
            </a:r>
            <a:endParaRPr lang="ko-KR" sz="3000" dirty="0"/>
          </a:p>
        </p:txBody>
      </p:sp>
      <p:sp>
        <p:nvSpPr>
          <p:cNvPr id="9" name="S13-eqtext209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 + 3 + 2 = □</a:t>
            </a:r>
            <a:endParaRPr lang="ko-KR" sz="3000" dirty="0"/>
          </a:p>
        </p:txBody>
      </p:sp>
      <p:sp>
        <p:nvSpPr>
          <p:cNvPr id="10" name="S13-eqtext210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 + 1 + 9 = □</a:t>
            </a:r>
            <a:endParaRPr lang="ko-KR" sz="3000" dirty="0"/>
          </a:p>
        </p:txBody>
      </p:sp>
      <p:sp>
        <p:nvSpPr>
          <p:cNvPr id="11" name="S13-text211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받아올림이 있는 덧셈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차례로 더해요</a:t>
            </a:r>
            <a:endParaRPr lang="ko-KR" sz="4400" dirty="0"/>
          </a:p>
        </p:txBody>
      </p:sp>
      <p:sp>
        <p:nvSpPr>
          <p:cNvPr id="3" name="S14-text2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+ 4를 차례로 더해요.</a:t>
            </a:r>
            <a:endParaRPr lang="ko-KR" sz="3200" dirty="0"/>
          </a:p>
        </p:txBody>
      </p:sp>
      <p:sp>
        <p:nvSpPr>
          <p:cNvPr id="4" name="S14-card2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2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+ 3 = 5, 5 + 4 = 9</a:t>
            </a:r>
            <a:endParaRPr lang="ko-KR" sz="3200" dirty="0"/>
          </a:p>
        </p:txBody>
      </p:sp>
      <p:sp>
        <p:nvSpPr>
          <p:cNvPr id="6" name="S14-line215"/>
          <p:cNvSpPr/>
          <p:nvPr/>
        </p:nvSpPr>
        <p:spPr>
          <a:xfrm flipH="1" flipV="1">
            <a:off x="1897380" y="2971800"/>
            <a:ext cx="1344168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14-line216"/>
          <p:cNvSpPr/>
          <p:nvPr/>
        </p:nvSpPr>
        <p:spPr>
          <a:xfrm flipV="1">
            <a:off x="3241548" y="2971800"/>
            <a:ext cx="1344168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8" name="S14-figure217" descr="2와 3을 모아 5"/>
          <p:cNvSpPr txBox="1"/>
          <p:nvPr/>
        </p:nvSpPr>
        <p:spPr>
          <a:xfrm>
            <a:off x="2761488" y="364159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9" name="S14-bondpart218"/>
          <p:cNvSpPr txBox="1"/>
          <p:nvPr/>
        </p:nvSpPr>
        <p:spPr>
          <a:xfrm>
            <a:off x="1417320" y="201168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800" dirty="0"/>
          </a:p>
        </p:txBody>
      </p:sp>
      <p:sp>
        <p:nvSpPr>
          <p:cNvPr id="10" name="S14-bondpart219"/>
          <p:cNvSpPr txBox="1"/>
          <p:nvPr/>
        </p:nvSpPr>
        <p:spPr>
          <a:xfrm>
            <a:off x="4105656" y="201168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800" dirty="0"/>
          </a:p>
        </p:txBody>
      </p:sp>
      <p:sp>
        <p:nvSpPr>
          <p:cNvPr id="11" name="S14-label220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</a:t>
            </a:r>
            <a:endParaRPr lang="ko-KR" sz="2600" dirty="0"/>
          </a:p>
        </p:txBody>
      </p:sp>
      <p:sp>
        <p:nvSpPr>
          <p:cNvPr id="12" name="S14-line221"/>
          <p:cNvSpPr/>
          <p:nvPr/>
        </p:nvSpPr>
        <p:spPr>
          <a:xfrm flipH="1" flipV="1">
            <a:off x="7603236" y="2971800"/>
            <a:ext cx="1344168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3" name="S14-line222"/>
          <p:cNvSpPr/>
          <p:nvPr/>
        </p:nvSpPr>
        <p:spPr>
          <a:xfrm flipV="1">
            <a:off x="8947404" y="2971800"/>
            <a:ext cx="1344168" cy="669798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14" name="S14-figure223" descr="5와 4를 모아 9"/>
          <p:cNvSpPr txBox="1"/>
          <p:nvPr/>
        </p:nvSpPr>
        <p:spPr>
          <a:xfrm>
            <a:off x="8467344" y="3641598"/>
            <a:ext cx="960120" cy="960120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800" dirty="0"/>
          </a:p>
        </p:txBody>
      </p:sp>
      <p:sp>
        <p:nvSpPr>
          <p:cNvPr id="15" name="S14-bondpart224"/>
          <p:cNvSpPr txBox="1"/>
          <p:nvPr/>
        </p:nvSpPr>
        <p:spPr>
          <a:xfrm>
            <a:off x="7123176" y="201168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800" dirty="0"/>
          </a:p>
        </p:txBody>
      </p:sp>
      <p:sp>
        <p:nvSpPr>
          <p:cNvPr id="16" name="S14-bondpart225"/>
          <p:cNvSpPr txBox="1"/>
          <p:nvPr/>
        </p:nvSpPr>
        <p:spPr>
          <a:xfrm>
            <a:off x="9811512" y="2011680"/>
            <a:ext cx="960120" cy="960120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800" dirty="0"/>
          </a:p>
        </p:txBody>
      </p:sp>
      <p:sp>
        <p:nvSpPr>
          <p:cNvPr id="17" name="S14-label226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10이 되는 더하기</dc:title>
  <dc:subject>KR22-G01-MAT-MAKE10-L01</dc:subject>
  <dc:creator>education-ppt</dc:creator>
  <cp:lastModifiedBy>education-ppt</cp:lastModifiedBy>
  <cp:revision>1</cp:revision>
  <dcterms:created xsi:type="dcterms:W3CDTF">2026-10-26T07:13:16Z</dcterms:created>
  <dcterms:modified xsi:type="dcterms:W3CDTF">2026-10-26T07:13:16Z</dcterms:modified>
</cp:coreProperties>
</file>