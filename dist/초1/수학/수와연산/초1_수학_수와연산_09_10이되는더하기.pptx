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f74001f-b231-47f9-817b-2b393269764c}">
          <p14:sldIdLst>
            <p14:sldId id="256"/>
            <p14:sldId id="257"/>
          </p14:sldIdLst>
        </p14:section>
        <p14:section name="개념" id="{2cb0ebad-ef26-78b5-cf3e-cacf39f8ee0e}">
          <p14:sldIdLst>
            <p14:sldId id="258"/>
            <p14:sldId id="259"/>
            <p14:sldId id="261"/>
            <p14:sldId id="262"/>
          </p14:sldIdLst>
        </p14:section>
        <p14:section name="연습" id="{8ea4d001-ea7d-3ee4-5fb5-14f8b2d6f662}">
          <p14:sldIdLst>
            <p14:sldId id="260"/>
            <p14:sldId id="263"/>
            <p14:sldId id="264"/>
          </p14:sldIdLst>
        </p14:section>
        <p14:section name="개념" id="{eb233f6c-631b-5be4-a7ca-397063ea0eca}">
          <p14:sldIdLst/>
        </p14:section>
        <p14:section name="연습" id="{4e815d41-e3da-3491-3518-cfa50d0463e3}">
          <p14:sldIdLst/>
        </p14:section>
        <p14:section name="확인" id="{c81fbaf0-ee45-9f35-9fdd-027032e48492}">
          <p14:sldIdLst>
            <p14:sldId id="265"/>
            <p14:sldId id="266"/>
            <p14:sldId id="267"/>
          </p14:sldIdLst>
        </p14:section>
        <p14:section name="정리" id="{fc084017-1486-babf-2d2e-57d766ae0417}">
          <p14:sldIdLst>
            <p14:sldId id="268"/>
          </p14:sldIdLst>
        </p14:section>
        <p14:section name="보충" id="{1394b9a0-0f27-37e8-63bd-743d345f745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10을 만드는 것이 왜 쓸모 있는지 궁금하게 합니다.
시간: 약 2분
이렇게 말해 보세요
- “오른쪽 십 칸 틀에 공이 몇 개 있어? 몇 개를 더 놓으면 틀이 꽉 찰까?”
- “오늘은 더해서 10이 되는 두 수를 찾고, 10을 먼저 만들어 세 수를 쉽게 더하는 방법을 배울 거야.”
예상 답
- “7개요. 3개 더 놓으면 꽉 차요.”
막히면
- 답을 확인하지 말고 넘어갑니다. S03에서 같은 그림으로 다시 합니다.
주의
- 종이에 십 칸 틀(가로 5칸, 세로 2칸)을 두 개 그려 두면 S03부터 바둑돌을 직접 놓을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수의 계산, 10과 몇)]
목적: 지난 차시의 세 수 계산과, 오늘 답을 쓸 때 필요한 ‘10과 몇’이 되는지 확인합니다.
시간: 약 3분
이렇게 말해 보세요
- “①, ②는 지난 시간에 한 세 수의 계산이야. 앞에서부터 차례로 해 볼래?”
- “③은 10과 6을 모으는 그림이야. 모으면 얼마일까?”
정답
- ① 9
- ② 3
- ③ 16
막히면
- ①, ②는 중간 수를 식 아래에 쓰게 합니다.
- ③은 꽉 찬 십 칸 틀 하나와 바둑돌 6개를 놓고 “10개씩 묶음 1개, 낱개 6개는?”이라고 묻습니다.
- 두 문제 이상 틀리면 S14(보충)를 먼저 합니다. 보충으로도 어려우면 8차시 ‘세 수의 덧셈과 뺄셈’(KR22-G01-MAT-ADD3-L01)을 다시 합니다.
주의
- ③을 106이라고 하면 ‘10과 몇’을 붙여 쓰는 실수입니다(M2). 6차시 ‘50까지의 수’(KR22-G01-MAT-NUM50-L01)의 묶음과 낱개를 짧게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 칸 틀로 10이 되는 두 수 찾기]
목적: 십 칸 틀의 빈칸을 세어 7과 더해서 10이 되는 수가 3임을 압니다.
시간: 약 3분
이렇게 말해 보세요
- “공이 7개 있어. 틀이 꽉 차려면 몇 개가 더 있어야 할까? 빈칸을 세어 보자.”
- “7과 3을 모으면 10. 식으로 쓰면 7 + 3 = 10이야.”
예상 답
- “빈칸이 3개예요. 3개 더 있어야 해요.”
막히면
- 종이 십 칸 틀에 바둑돌 7개를 놓고, 빈칸에 하나씩 더 놓으며 “여덟, 아홉, 열”로 이어 셉니다.
주의
- 십 칸 틀은 칸이 10개라서, 빈칸의 수가 곧 10이 되는 데 필요한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10이 되는 두 수를 모두 찾기]
목적: 더해서 10이 되는 두 수를 모두 찾고, 그 규칙을 압니다.
시간: 약 3분
이렇게 말해 보세요
- “1과 몇을 더하면 10이 될까? 9! 2와 몇? 8! 같이 끝까지 읽어 보자.”
- “위의 수가 1 커지면 아래 수는 어떻게 돼?”
예상 답
- “1과 9, 2와 8, 3과 7 … 9와 1.” “아래 수는 1씩 작아져요.”
막히면
- 십 칸 틀에 바둑돌을 한 개씩 늘려 놓으며 빈칸의 수를 함께 셉니다.
주의
- 3차시 ‘가르기와 모으기’에서 10을 두 수로 가른 것과 같은 내용입니다. 손가락 열 개로 ‘한 손 몇 개, 다른 손 몇 개’ 놀이를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연습(10이 되는 수 찾기)]
목적: 도움을 받으며 더해서 10이 되는 수를 찾아 빈칸을 채웁니다.
시간: 약 4분
이렇게 말해 보세요
- “①은 6에 몇을 더하면 10이 되는지 묻는 거야. 오른쪽 틀의 빈칸을 세어 볼까?”
- “②는 몇에 8을 더하면 10이 될까? 틀에 8개를 놓으면 빈칸이 몇 개야?”
정답
- ① 4
- ② 2
- ③ 5
- ④ 9
막히면
- 종이 십 칸 틀에 바둑돌을 앞의 수만큼 놓고 빈칸을 세게 합니다.
- ②에서 18이나 10이라고 하면 “8에 몇을 더하면 10이 될까?”로 다시 읽어 줍니다(M3).
주의
- S04의 표를 보고 답해도 괜찮습니다. 여러 번 하면 표 없이도 떠올리게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10을 먼저 만들어 세 수 더하기]
목적: 세 수 중 더해서 10이 되는 두 수를 먼저 더하면, 10과 남은 수로 쉽게 계산할 수 있음을 압니다.
시간: 약 4분
이렇게 말해 보세요
- “6 + 4 + 3에서 더해서 10이 되는 두 수가 있을까? 6과 4!”
- “6과 4를 모으면 십 칸 틀이 꽉 차. 10과 남은 3을 모으면 얼마야?”
- “10개씩 묶음 1개, 낱개 3개라서 13이야.”
예상 답
- “6과 4요.” “13이에요.”
막히면
- 종이 십 칸 틀에 바둑돌 6개와 4개를 놓아 틀을 채우고, 옆 틀에 3개를 놓아 함께 셉니다.
- 103이라고 쓰면 꽉 찬 틀을 가리키며 “10개씩 묶음 1개, 낱개 3개는?”이라고 묻습니다(M2).
주의
- 왼쪽 틀의 공 10개는 6개와 4개를 모은 것입니다. 바둑돌 두 가지 색으로 놓으면 더 잘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10이 되는 두 수를 찾아 먼저 더하기 시범]
목적: 10이 되는 두 수가 뒤에 있어도 그 두 수를 먼저 더할 수 있음을 시범으로 보여 줍니다.
시간: 약 4분
이렇게 말해 보세요
- “4 + 2 + 8에서 더해서 10이 되는 두 수를 찾아볼까? 2와 8에 ○ 하자.”
- “2 + 8 = 10을 먼저 하고, 10과 남은 4를 더하면 14야.”
- “덧셈은 어느 두 수를 먼저 더해도 답이 같아. 그래서 10이 되는 두 수를 먼저 더하면 쉬워.”
예상 답
- “2와 8이요. 10 + 4 = 14예요.”
막히면
- 바둑돌 4개, 2개, 8개를 놓고 2개와 8개를 십 칸 틀에 모아 꽉 채운 뒤, 남은 4개를 옆 틀에 놓아 셉니다.
- 앞에서부터 해도 답이 같은지 확인하고 싶어 하면, 4 + 2 = 6, 6과 8은 돌로 세어 14가 되는 것을 함께 봅니다.
주의
- 지난 차시에는 ‘앞에서부터’ 계산했습니다. 덧셈만 두 수를 먼저 골라 더해도 되고, 뺄셈은 지금처럼 앞에서부터 해야 합니다.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연습(10을 만들어 세 수 더하기)]
목적: 도움을 받으며 10이 되는 두 수를 찾아 먼저 더하고, 10과 남은 수를 더합니다.
시간: 약 5분
이렇게 말해 보세요
- “①에서 더해서 10이 되는 두 수는 무엇일까? 종이에 식을 쓰고 ○ 해 볼래?”
- “10과 남은 수를 더하면 얼마야? 10개씩 묶음 1개와 낱개 몇 개인지 생각해 봐.”
정답
- ① 14 (3 + 7 = 10, 10 + 4 = 14)
- ② 16 (5 + 5 = 10, 10 + 6 = 16)
- ③ 12 (1 + 9 = 10, 10 + 2 = 12)
- ④ 18 (6 + 4 = 10, 10 + 8 = 18)
막히면
- S04의 표를 다시 보여 주고 “이 중에 있는 짝을 찾아볼까?”라고 묻습니다.
- 10과 몇은 꽉 찬 십 칸 틀과 바둑돌로 확인합니다.
주의
- ③, ④는 뒤의 두 수가 10이 됩니다. 앞의 두 수부터 하려다 막히면(M1) “10이 되는 짝이 어디 있니?”라고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비교(늘 앞에서부터만 더하기)]
목적: 늘 앞에서부터만 더하면 어려워지는 경우를 보고, 10을 먼저 만드는 방법의 좋은 점을 말합니다(M1).
시간: 약 3분
이렇게 말해 보세요
- “토끼는 앞에서부터, 곰은 10이 되는 두 수부터 더했어. 누구 방법이 더 쉬울까?”
- “곰은 왜 6과 4를 먼저 골랐을까?”
예상 답
- “곰이요. 10을 만들면 쉬워요.” “6과 4를 더하면 10이 돼요.”
정답
- 곰의 방법이 더 쉽습니다. 6 + 4 = 10을 먼저 만들면 10 + 3 = 13으로 바로 구할 수 있습니다.
- 토끼의 방법도 틀린 것은 아닙니다. 9 + 4도 13이지만, 이 계산은 다음 차시에 배웁니다.
막히면
- 바둑돌 9개와 4개, 10개와 3개를 각각 놓고 어느 쪽이 세기 쉬운지 비교해 봅니다.
주의
- 두 방법 모두 답은 13으로 같다는 것도 함께 말해 줍니다. ‘틀린 방법’이 아니라 ‘더 쉬운 방법’을 고르는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10이 되는 수를 찾고, 10을 만들어 세 수를 더할 수 있는지 확인합니다.
시간: 약 5분
이렇게 말해 보세요
- “이번에는 혼자 해 볼래? ②, ③은 어떤 두 수로 10을 만들었는지도 말해 줘.”
정답
- ① 6
- ② 17 (9 + 1 = 10, 10 + 7 = 17)
- ③ 12 (5 + 5 = 10, 10 + 2 = 12)
막히면
- 바로 알려 주지 말고 “10이 되는 짝이 있니?”라고만 묻습니다.
- 도움을 받아 해결했다면 기록표에 ‘도움’으로 표시합니다.
주의
- 답이 맞아도 10을 만들지 않고 처음부터 세었다면, 기록표의 ‘계산 방법’에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6 ② 17 ③ 12
막히면
- ①이 14이면 S05로 돌아가 빈칸을 세는 방법을 다시 합니다(M3).
- ②가 107이면 S06의 꽉 찬 틀을 보며 ‘묶음 1개, 낱개 7개’로 읽습니다(M2).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확인(10이 되는 두 수가 있는 식 고르기)]
목적: 처음 보는 식에서 10이 되는 두 수를 찾아 고르고, 10을 만들어 계산하는지 확인합니다.
시간: 약 2분
이렇게 말해 보세요
- “세 식 중에서 나란히 있는 두 수를 더해 10이 되는 식은 어느 것일까? 그 식을 계산해 볼래?”
정답
- 나(8 + 2 + 5). 8 + 2 = 10, 10 + 5 = 15입니다.
- 가는 3과 4, 4와 2, 다는 5와 2, 2와 4로 나란히 있는 두 수를 더해도 10이 되지 않습니다.
막히면
- S04의 표를 보여 주고 표에 있는 짝을 찾게 합니다.
주의
- ‘이웃한’이 어려우면 “나란히 붙어 있는”으로 바꾸어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더해서 10이 되는 두 수를 말해 볼까? 세 수를 더할 때 무엇을 먼저 찾으면 좋아?”
예상 답
- “1과 9, 2와 8 … 5와 5.” “10이 되는 두 수를 먼저 찾아요.”
정답
- ① 7 ② 12 ③ 15
막히면
- S04의 표와 S06의 그림을 다시 보여 줍니다.
주의
- 다음 차시(받아올림이 있는 덧셈)는 오늘의 ‘10이 되는 두 수’를 계속 씁니다. 짝을 빨리 떠올리도록 손가락 놀이로 자주 연습해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 수를 차례로 더하기)]
목적: S02에서 세 수의 계산이 흔들리면, 접시와 바둑돌로 두 번 모으는 과정을 다시 익힙니다.
시간: 약 5분
이렇게 말해 보세요
- “접시 세 개에 돌을 2개, 3개, 4개 놓자. 먼저 두 접시를 모으면 몇 개야?”
- “모은 5개에 남은 4개를 또 모으면 몇 개야?”
정답
- 2 + 3 = 5, 5 + 4 = 9
막히면
- 돌을 한 개씩 옮기며 이어 셉니다. ‘다섯! 여섯, 일곱, 여덟, 아홉.’
주의
- 보충으로도 어려우면 8차시 ‘세 수의 덧셈과 뺄셈’(KR22-G01-MAT-ADD3-L01)을 먼저 다시 합니다.
- S02 ③(10과 6)이 어려웠다면 6차시 ‘50까지의 수’(KR22-G01-MAT-NUM50-L01)의 묶음과 낱개를 짧게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77304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89293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465315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3624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틀과 바둑돌로 다시 해 보게 하세요.</a:t>
            </a:r>
            <a:endParaRPr lang="ko-KR" sz="3200" dirty="0"/>
          </a:p>
        </p:txBody>
      </p:sp>
      <p:sp>
        <p:nvSpPr>
          <p:cNvPr id="5" name="S11-chip1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8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</a:t>
            </a:r>
            <a:endParaRPr lang="ko-KR" sz="3200" dirty="0"/>
          </a:p>
        </p:txBody>
      </p:sp>
      <p:sp>
        <p:nvSpPr>
          <p:cNvPr id="7" name="S11-text18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6은 10</a:t>
            </a:r>
            <a:endParaRPr lang="ko-KR" sz="2600" dirty="0"/>
          </a:p>
        </p:txBody>
      </p:sp>
      <p:sp>
        <p:nvSpPr>
          <p:cNvPr id="8" name="S11-text18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17</a:t>
            </a:r>
            <a:endParaRPr lang="ko-KR" sz="3200" dirty="0"/>
          </a:p>
        </p:txBody>
      </p:sp>
      <p:sp>
        <p:nvSpPr>
          <p:cNvPr id="9" name="S11-text18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= 10</a:t>
            </a:r>
            <a:endParaRPr lang="ko-KR" sz="2600" dirty="0"/>
          </a:p>
        </p:txBody>
      </p:sp>
      <p:sp>
        <p:nvSpPr>
          <p:cNvPr id="10" name="S11-text18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</a:t>
            </a:r>
            <a:endParaRPr lang="ko-KR" sz="3200" dirty="0"/>
          </a:p>
        </p:txBody>
      </p:sp>
      <p:sp>
        <p:nvSpPr>
          <p:cNvPr id="11" name="S11-text18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= 10</a:t>
            </a:r>
            <a:endParaRPr lang="ko-KR" sz="2600" dirty="0"/>
          </a:p>
        </p:txBody>
      </p:sp>
      <p:sp>
        <p:nvSpPr>
          <p:cNvPr id="12" name="S11-chip18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8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</a:t>
            </a:r>
            <a:endParaRPr lang="ko-KR" sz="3200" dirty="0"/>
          </a:p>
        </p:txBody>
      </p:sp>
      <p:sp>
        <p:nvSpPr>
          <p:cNvPr id="14" name="S11-text18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10을 더함</a:t>
            </a:r>
            <a:endParaRPr lang="ko-KR" sz="2600" dirty="0"/>
          </a:p>
        </p:txBody>
      </p:sp>
      <p:sp>
        <p:nvSpPr>
          <p:cNvPr id="15" name="S11-text18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107</a:t>
            </a:r>
            <a:endParaRPr lang="ko-KR" sz="3200" dirty="0"/>
          </a:p>
        </p:txBody>
      </p:sp>
      <p:sp>
        <p:nvSpPr>
          <p:cNvPr id="16" name="S11-text19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7을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9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9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9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9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9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9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20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0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0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20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20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20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0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20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21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2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2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2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15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16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17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18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19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2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21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22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23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24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25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26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2026-10-26T07:45:22Z</dcterms:created>
  <dcterms:modified xsi:type="dcterms:W3CDTF">2026-10-26T07:45:22Z</dcterms:modified>
</cp:coreProperties>
</file>