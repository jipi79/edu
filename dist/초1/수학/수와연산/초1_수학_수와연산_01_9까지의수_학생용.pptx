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e35fcfd-d749-ea97-4cc0-421099d89197}">
          <p14:sldIdLst>
            <p14:sldId id="256"/>
            <p14:sldId id="257"/>
          </p14:sldIdLst>
        </p14:section>
        <p14:section name="개념" id="{0e84d628-0880-0473-91a6-357bb21f1aba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aed4a06e-30a4-2516-562c-673a71f0011c}">
          <p14:sldIdLst>
            <p14:sldId id="263"/>
            <p14:sldId id="264"/>
          </p14:sldIdLst>
        </p14:section>
        <p14:section name="확인" id="{e2c0e104-0c8f-e48b-08a4-944f78b5fc35}">
          <p14:sldIdLst>
            <p14:sldId id="265"/>
            <p14:sldId id="266"/>
          </p14:sldIdLst>
        </p14:section>
        <p14:section name="정리" id="{8fa7a6b9-6934-2576-0c8f-bc5c481391da}">
          <p14:sldIdLst>
            <p14:sldId id="267"/>
          </p14:sldIdLst>
        </p14:section>
        <p14:section name="보충" id="{c6579ba3-db51-c6b3-ca02-da6d2b20afe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9까지의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9까지의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9까지의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9까지의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개인지 세어 볼까?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70382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83595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48106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61319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25830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39043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03554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16767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81278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1094491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70382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783595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48106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861319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25830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1003554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81278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figure18" descr="1개의 십 칸 틀 중 1번째: 모두 7개"/>
          <p:cNvSpPr/>
          <p:nvPr/>
        </p:nvSpPr>
        <p:spPr>
          <a:xfrm>
            <a:off x="7703820" y="13258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하나씩 세어 모두 몇 개인지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0부터 9까지 읽고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많을까요?</a:t>
            </a:r>
            <a:endParaRPr lang="ko-KR" sz="4400" dirty="0"/>
          </a:p>
        </p:txBody>
      </p:sp>
      <p:sp>
        <p:nvSpPr>
          <p:cNvPr id="3" name="S02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02-chip23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2-dot24"/>
          <p:cNvSpPr/>
          <p:nvPr/>
        </p:nvSpPr>
        <p:spPr>
          <a:xfrm>
            <a:off x="19888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2-dot25"/>
          <p:cNvSpPr/>
          <p:nvPr/>
        </p:nvSpPr>
        <p:spPr>
          <a:xfrm>
            <a:off x="26746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dot26"/>
          <p:cNvSpPr/>
          <p:nvPr/>
        </p:nvSpPr>
        <p:spPr>
          <a:xfrm>
            <a:off x="33604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dot27"/>
          <p:cNvSpPr/>
          <p:nvPr/>
        </p:nvSpPr>
        <p:spPr>
          <a:xfrm>
            <a:off x="40462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figure28" descr="점 4개를 1줄 4개씩 놓은 배열"/>
          <p:cNvSpPr/>
          <p:nvPr/>
        </p:nvSpPr>
        <p:spPr>
          <a:xfrm>
            <a:off x="1858518" y="3232404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2-chip29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2" name="S02-dot30"/>
          <p:cNvSpPr/>
          <p:nvPr/>
        </p:nvSpPr>
        <p:spPr>
          <a:xfrm>
            <a:off x="70317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dot31"/>
          <p:cNvSpPr/>
          <p:nvPr/>
        </p:nvSpPr>
        <p:spPr>
          <a:xfrm>
            <a:off x="77175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dot32"/>
          <p:cNvSpPr/>
          <p:nvPr/>
        </p:nvSpPr>
        <p:spPr>
          <a:xfrm>
            <a:off x="84033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dot33"/>
          <p:cNvSpPr/>
          <p:nvPr/>
        </p:nvSpPr>
        <p:spPr>
          <a:xfrm>
            <a:off x="90891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dot34"/>
          <p:cNvSpPr/>
          <p:nvPr/>
        </p:nvSpPr>
        <p:spPr>
          <a:xfrm>
            <a:off x="97749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dot35"/>
          <p:cNvSpPr/>
          <p:nvPr/>
        </p:nvSpPr>
        <p:spPr>
          <a:xfrm>
            <a:off x="104607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figure36" descr="점 6개를 1줄 6개씩 놓은 배열"/>
          <p:cNvSpPr/>
          <p:nvPr/>
        </p:nvSpPr>
        <p:spPr>
          <a:xfrm>
            <a:off x="6901434" y="3232404"/>
            <a:ext cx="41148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짚으며 세요</a:t>
            </a:r>
            <a:endParaRPr lang="ko-KR" sz="4400" dirty="0"/>
          </a:p>
        </p:txBody>
      </p:sp>
      <p:sp>
        <p:nvSpPr>
          <p:cNvPr id="3" name="S03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하나, 둘, 셋, 넷, 다섯! 모두 5개예요.</a:t>
            </a:r>
            <a:endParaRPr lang="ko-KR" sz="3200" dirty="0"/>
          </a:p>
        </p:txBody>
      </p:sp>
      <p:sp>
        <p:nvSpPr>
          <p:cNvPr id="5" name="S03-dot39"/>
          <p:cNvSpPr/>
          <p:nvPr/>
        </p:nvSpPr>
        <p:spPr>
          <a:xfrm>
            <a:off x="16459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3-dot40"/>
          <p:cNvSpPr/>
          <p:nvPr/>
        </p:nvSpPr>
        <p:spPr>
          <a:xfrm>
            <a:off x="23317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41"/>
          <p:cNvSpPr/>
          <p:nvPr/>
        </p:nvSpPr>
        <p:spPr>
          <a:xfrm>
            <a:off x="30175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42"/>
          <p:cNvSpPr/>
          <p:nvPr/>
        </p:nvSpPr>
        <p:spPr>
          <a:xfrm>
            <a:off x="37033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43"/>
          <p:cNvSpPr/>
          <p:nvPr/>
        </p:nvSpPr>
        <p:spPr>
          <a:xfrm>
            <a:off x="43891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figure44" descr="점 5개를 1줄 5개씩 놓은 배열"/>
          <p:cNvSpPr/>
          <p:nvPr/>
        </p:nvSpPr>
        <p:spPr>
          <a:xfrm>
            <a:off x="1515618" y="2880360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card45"/>
          <p:cNvSpPr/>
          <p:nvPr/>
        </p:nvSpPr>
        <p:spPr>
          <a:xfrm>
            <a:off x="6277356" y="20142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46"/>
          <p:cNvSpPr txBox="1"/>
          <p:nvPr/>
        </p:nvSpPr>
        <p:spPr>
          <a:xfrm>
            <a:off x="6551676" y="21513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손가락으로 짚어요</a:t>
            </a:r>
            <a:endParaRPr lang="ko-KR" sz="3200" dirty="0"/>
          </a:p>
        </p:txBody>
      </p:sp>
      <p:sp>
        <p:nvSpPr>
          <p:cNvPr id="13" name="S03-card47"/>
          <p:cNvSpPr/>
          <p:nvPr/>
        </p:nvSpPr>
        <p:spPr>
          <a:xfrm>
            <a:off x="6277356" y="31115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48"/>
          <p:cNvSpPr txBox="1"/>
          <p:nvPr/>
        </p:nvSpPr>
        <p:spPr>
          <a:xfrm>
            <a:off x="6551676" y="32486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센 수가 모두의 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5까지</a:t>
            </a:r>
            <a:endParaRPr lang="ko-KR" sz="4400" dirty="0"/>
          </a:p>
        </p:txBody>
      </p:sp>
      <p:sp>
        <p:nvSpPr>
          <p:cNvPr id="3" name="S04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 두 가지로 읽어요. 하나, 둘 / 일, 이</a:t>
            </a:r>
            <a:endParaRPr lang="ko-KR" sz="3200" dirty="0"/>
          </a:p>
        </p:txBody>
      </p:sp>
      <p:sp>
        <p:nvSpPr>
          <p:cNvPr id="5" name="S04-dot51"/>
          <p:cNvSpPr/>
          <p:nvPr/>
        </p:nvSpPr>
        <p:spPr>
          <a:xfrm>
            <a:off x="1317193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4-figure52" descr="점 1개를 1줄 1개씩 놓은 배열"/>
          <p:cNvSpPr/>
          <p:nvPr/>
        </p:nvSpPr>
        <p:spPr>
          <a:xfrm>
            <a:off x="1186891" y="2620899"/>
            <a:ext cx="6858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4-label53"/>
          <p:cNvSpPr txBox="1"/>
          <p:nvPr/>
        </p:nvSpPr>
        <p:spPr>
          <a:xfrm>
            <a:off x="54864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하나 일</a:t>
            </a:r>
            <a:endParaRPr lang="ko-KR" sz="2600" dirty="0"/>
          </a:p>
        </p:txBody>
      </p:sp>
      <p:sp>
        <p:nvSpPr>
          <p:cNvPr id="8" name="S04-dot54"/>
          <p:cNvSpPr/>
          <p:nvPr/>
        </p:nvSpPr>
        <p:spPr>
          <a:xfrm>
            <a:off x="3256636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55"/>
          <p:cNvSpPr/>
          <p:nvPr/>
        </p:nvSpPr>
        <p:spPr>
          <a:xfrm>
            <a:off x="3942436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figure56" descr="점 2개를 1줄 2개씩 놓은 배열"/>
          <p:cNvSpPr/>
          <p:nvPr/>
        </p:nvSpPr>
        <p:spPr>
          <a:xfrm>
            <a:off x="3126334" y="2620899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4-label57"/>
          <p:cNvSpPr txBox="1"/>
          <p:nvPr/>
        </p:nvSpPr>
        <p:spPr>
          <a:xfrm>
            <a:off x="2830982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둘 이</a:t>
            </a:r>
            <a:endParaRPr lang="ko-KR" sz="2600" dirty="0"/>
          </a:p>
        </p:txBody>
      </p:sp>
      <p:sp>
        <p:nvSpPr>
          <p:cNvPr id="12" name="S04-dot58"/>
          <p:cNvSpPr/>
          <p:nvPr/>
        </p:nvSpPr>
        <p:spPr>
          <a:xfrm>
            <a:off x="5237604" y="276102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59"/>
          <p:cNvSpPr/>
          <p:nvPr/>
        </p:nvSpPr>
        <p:spPr>
          <a:xfrm>
            <a:off x="5891705" y="276102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0"/>
          <p:cNvSpPr/>
          <p:nvPr/>
        </p:nvSpPr>
        <p:spPr>
          <a:xfrm>
            <a:off x="6545806" y="276102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figure61" descr="점 3개를 1줄 3개씩 놓은 배열"/>
          <p:cNvSpPr/>
          <p:nvPr/>
        </p:nvSpPr>
        <p:spPr>
          <a:xfrm>
            <a:off x="5113325" y="2636749"/>
            <a:ext cx="1962302" cy="6541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4-label62"/>
          <p:cNvSpPr txBox="1"/>
          <p:nvPr/>
        </p:nvSpPr>
        <p:spPr>
          <a:xfrm>
            <a:off x="5113325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셋 삼</a:t>
            </a:r>
            <a:endParaRPr lang="ko-KR" sz="2600" dirty="0"/>
          </a:p>
        </p:txBody>
      </p:sp>
      <p:sp>
        <p:nvSpPr>
          <p:cNvPr id="17" name="S04-dot63"/>
          <p:cNvSpPr/>
          <p:nvPr/>
        </p:nvSpPr>
        <p:spPr>
          <a:xfrm>
            <a:off x="7821320" y="24083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64"/>
          <p:cNvSpPr/>
          <p:nvPr/>
        </p:nvSpPr>
        <p:spPr>
          <a:xfrm>
            <a:off x="8507120" y="24083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65"/>
          <p:cNvSpPr/>
          <p:nvPr/>
        </p:nvSpPr>
        <p:spPr>
          <a:xfrm>
            <a:off x="782132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dot66"/>
          <p:cNvSpPr/>
          <p:nvPr/>
        </p:nvSpPr>
        <p:spPr>
          <a:xfrm>
            <a:off x="850712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4-figure67" descr="점 4개를 2줄 2개씩 놓은 배열"/>
          <p:cNvSpPr/>
          <p:nvPr/>
        </p:nvSpPr>
        <p:spPr>
          <a:xfrm>
            <a:off x="7691018" y="2277999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4-label68"/>
          <p:cNvSpPr txBox="1"/>
          <p:nvPr/>
        </p:nvSpPr>
        <p:spPr>
          <a:xfrm>
            <a:off x="7395667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넷 사</a:t>
            </a:r>
            <a:endParaRPr lang="ko-KR" sz="2600" dirty="0"/>
          </a:p>
        </p:txBody>
      </p:sp>
      <p:sp>
        <p:nvSpPr>
          <p:cNvPr id="23" name="S04-dot69"/>
          <p:cNvSpPr/>
          <p:nvPr/>
        </p:nvSpPr>
        <p:spPr>
          <a:xfrm>
            <a:off x="9802289" y="2433977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dot70"/>
          <p:cNvSpPr/>
          <p:nvPr/>
        </p:nvSpPr>
        <p:spPr>
          <a:xfrm>
            <a:off x="10456390" y="2433977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dot71"/>
          <p:cNvSpPr/>
          <p:nvPr/>
        </p:nvSpPr>
        <p:spPr>
          <a:xfrm>
            <a:off x="11110490" y="2433977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dot72"/>
          <p:cNvSpPr/>
          <p:nvPr/>
        </p:nvSpPr>
        <p:spPr>
          <a:xfrm>
            <a:off x="9802289" y="308807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4-dot73"/>
          <p:cNvSpPr/>
          <p:nvPr/>
        </p:nvSpPr>
        <p:spPr>
          <a:xfrm>
            <a:off x="10456390" y="308807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figure74" descr="점 5개를 2줄 3개씩 놓은 배열"/>
          <p:cNvSpPr/>
          <p:nvPr/>
        </p:nvSpPr>
        <p:spPr>
          <a:xfrm>
            <a:off x="9678010" y="2309698"/>
            <a:ext cx="1962302" cy="13082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4-label75"/>
          <p:cNvSpPr txBox="1"/>
          <p:nvPr/>
        </p:nvSpPr>
        <p:spPr>
          <a:xfrm>
            <a:off x="967801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다섯 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6부터 9까지</a:t>
            </a:r>
            <a:endParaRPr lang="ko-KR" sz="4400" dirty="0"/>
          </a:p>
        </p:txBody>
      </p:sp>
      <p:sp>
        <p:nvSpPr>
          <p:cNvPr id="3" name="S05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다섯과 몇 개 더! 여섯은 다섯과 하나예요.</a:t>
            </a:r>
            <a:endParaRPr lang="ko-KR" sz="3200" dirty="0"/>
          </a:p>
        </p:txBody>
      </p:sp>
      <p:sp>
        <p:nvSpPr>
          <p:cNvPr id="5" name="S05-cell78"/>
          <p:cNvSpPr/>
          <p:nvPr/>
        </p:nvSpPr>
        <p:spPr>
          <a:xfrm>
            <a:off x="548640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dot79"/>
          <p:cNvSpPr/>
          <p:nvPr/>
        </p:nvSpPr>
        <p:spPr>
          <a:xfrm>
            <a:off x="634758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cell80"/>
          <p:cNvSpPr/>
          <p:nvPr/>
        </p:nvSpPr>
        <p:spPr>
          <a:xfrm>
            <a:off x="1055218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dot81"/>
          <p:cNvSpPr/>
          <p:nvPr/>
        </p:nvSpPr>
        <p:spPr>
          <a:xfrm>
            <a:off x="1141336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cell82"/>
          <p:cNvSpPr/>
          <p:nvPr/>
        </p:nvSpPr>
        <p:spPr>
          <a:xfrm>
            <a:off x="1561795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dot83"/>
          <p:cNvSpPr/>
          <p:nvPr/>
        </p:nvSpPr>
        <p:spPr>
          <a:xfrm>
            <a:off x="1647913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cell84"/>
          <p:cNvSpPr/>
          <p:nvPr/>
        </p:nvSpPr>
        <p:spPr>
          <a:xfrm>
            <a:off x="2068373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dot85"/>
          <p:cNvSpPr/>
          <p:nvPr/>
        </p:nvSpPr>
        <p:spPr>
          <a:xfrm>
            <a:off x="2154491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cell86"/>
          <p:cNvSpPr/>
          <p:nvPr/>
        </p:nvSpPr>
        <p:spPr>
          <a:xfrm>
            <a:off x="2574950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dot87"/>
          <p:cNvSpPr/>
          <p:nvPr/>
        </p:nvSpPr>
        <p:spPr>
          <a:xfrm>
            <a:off x="2661069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cell88"/>
          <p:cNvSpPr/>
          <p:nvPr/>
        </p:nvSpPr>
        <p:spPr>
          <a:xfrm>
            <a:off x="548640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dot89"/>
          <p:cNvSpPr/>
          <p:nvPr/>
        </p:nvSpPr>
        <p:spPr>
          <a:xfrm>
            <a:off x="634758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cell90"/>
          <p:cNvSpPr/>
          <p:nvPr/>
        </p:nvSpPr>
        <p:spPr>
          <a:xfrm>
            <a:off x="1055218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91"/>
          <p:cNvSpPr/>
          <p:nvPr/>
        </p:nvSpPr>
        <p:spPr>
          <a:xfrm>
            <a:off x="1561795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92"/>
          <p:cNvSpPr/>
          <p:nvPr/>
        </p:nvSpPr>
        <p:spPr>
          <a:xfrm>
            <a:off x="2068373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93"/>
          <p:cNvSpPr/>
          <p:nvPr/>
        </p:nvSpPr>
        <p:spPr>
          <a:xfrm>
            <a:off x="2574950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figure94" descr="1개의 십 칸 틀 중 1번째: 모두 6개"/>
          <p:cNvSpPr/>
          <p:nvPr/>
        </p:nvSpPr>
        <p:spPr>
          <a:xfrm>
            <a:off x="548640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5-label95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여섯 육</a:t>
            </a:r>
            <a:endParaRPr lang="ko-KR" sz="2600" dirty="0"/>
          </a:p>
        </p:txBody>
      </p:sp>
      <p:sp>
        <p:nvSpPr>
          <p:cNvPr id="23" name="S05-cell96"/>
          <p:cNvSpPr/>
          <p:nvPr/>
        </p:nvSpPr>
        <p:spPr>
          <a:xfrm>
            <a:off x="3401568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dot97"/>
          <p:cNvSpPr/>
          <p:nvPr/>
        </p:nvSpPr>
        <p:spPr>
          <a:xfrm>
            <a:off x="3487686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cell98"/>
          <p:cNvSpPr/>
          <p:nvPr/>
        </p:nvSpPr>
        <p:spPr>
          <a:xfrm>
            <a:off x="3908146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dot99"/>
          <p:cNvSpPr/>
          <p:nvPr/>
        </p:nvSpPr>
        <p:spPr>
          <a:xfrm>
            <a:off x="3994264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cell100"/>
          <p:cNvSpPr/>
          <p:nvPr/>
        </p:nvSpPr>
        <p:spPr>
          <a:xfrm>
            <a:off x="4414723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5-dot101"/>
          <p:cNvSpPr/>
          <p:nvPr/>
        </p:nvSpPr>
        <p:spPr>
          <a:xfrm>
            <a:off x="4500841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cell102"/>
          <p:cNvSpPr/>
          <p:nvPr/>
        </p:nvSpPr>
        <p:spPr>
          <a:xfrm>
            <a:off x="4921301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dot103"/>
          <p:cNvSpPr/>
          <p:nvPr/>
        </p:nvSpPr>
        <p:spPr>
          <a:xfrm>
            <a:off x="5007419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cell104"/>
          <p:cNvSpPr/>
          <p:nvPr/>
        </p:nvSpPr>
        <p:spPr>
          <a:xfrm>
            <a:off x="5427878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dot105"/>
          <p:cNvSpPr/>
          <p:nvPr/>
        </p:nvSpPr>
        <p:spPr>
          <a:xfrm>
            <a:off x="5513997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5-cell106"/>
          <p:cNvSpPr/>
          <p:nvPr/>
        </p:nvSpPr>
        <p:spPr>
          <a:xfrm>
            <a:off x="3401568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dot107"/>
          <p:cNvSpPr/>
          <p:nvPr/>
        </p:nvSpPr>
        <p:spPr>
          <a:xfrm>
            <a:off x="3487686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cell108"/>
          <p:cNvSpPr/>
          <p:nvPr/>
        </p:nvSpPr>
        <p:spPr>
          <a:xfrm>
            <a:off x="3908146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dot109"/>
          <p:cNvSpPr/>
          <p:nvPr/>
        </p:nvSpPr>
        <p:spPr>
          <a:xfrm>
            <a:off x="3994264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5-cell110"/>
          <p:cNvSpPr/>
          <p:nvPr/>
        </p:nvSpPr>
        <p:spPr>
          <a:xfrm>
            <a:off x="4414723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5-cell111"/>
          <p:cNvSpPr/>
          <p:nvPr/>
        </p:nvSpPr>
        <p:spPr>
          <a:xfrm>
            <a:off x="4921301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5-cell112"/>
          <p:cNvSpPr/>
          <p:nvPr/>
        </p:nvSpPr>
        <p:spPr>
          <a:xfrm>
            <a:off x="5427878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figure113" descr="1개의 십 칸 틀 중 1번째: 모두 7개"/>
          <p:cNvSpPr/>
          <p:nvPr/>
        </p:nvSpPr>
        <p:spPr>
          <a:xfrm>
            <a:off x="3401568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5-label114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일곱 칠</a:t>
            </a:r>
            <a:endParaRPr lang="ko-KR" sz="2600" dirty="0"/>
          </a:p>
        </p:txBody>
      </p:sp>
      <p:sp>
        <p:nvSpPr>
          <p:cNvPr id="42" name="S05-cell115"/>
          <p:cNvSpPr/>
          <p:nvPr/>
        </p:nvSpPr>
        <p:spPr>
          <a:xfrm>
            <a:off x="6254496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5-dot116"/>
          <p:cNvSpPr/>
          <p:nvPr/>
        </p:nvSpPr>
        <p:spPr>
          <a:xfrm>
            <a:off x="6340614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5-cell117"/>
          <p:cNvSpPr/>
          <p:nvPr/>
        </p:nvSpPr>
        <p:spPr>
          <a:xfrm>
            <a:off x="6761074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5-dot118"/>
          <p:cNvSpPr/>
          <p:nvPr/>
        </p:nvSpPr>
        <p:spPr>
          <a:xfrm>
            <a:off x="6847192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5-cell119"/>
          <p:cNvSpPr/>
          <p:nvPr/>
        </p:nvSpPr>
        <p:spPr>
          <a:xfrm>
            <a:off x="7267651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5-dot120"/>
          <p:cNvSpPr/>
          <p:nvPr/>
        </p:nvSpPr>
        <p:spPr>
          <a:xfrm>
            <a:off x="7353769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5-cell121"/>
          <p:cNvSpPr/>
          <p:nvPr/>
        </p:nvSpPr>
        <p:spPr>
          <a:xfrm>
            <a:off x="7774229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5-dot122"/>
          <p:cNvSpPr/>
          <p:nvPr/>
        </p:nvSpPr>
        <p:spPr>
          <a:xfrm>
            <a:off x="7860347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5-cell123"/>
          <p:cNvSpPr/>
          <p:nvPr/>
        </p:nvSpPr>
        <p:spPr>
          <a:xfrm>
            <a:off x="8280806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5-dot124"/>
          <p:cNvSpPr/>
          <p:nvPr/>
        </p:nvSpPr>
        <p:spPr>
          <a:xfrm>
            <a:off x="8366925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5-cell125"/>
          <p:cNvSpPr/>
          <p:nvPr/>
        </p:nvSpPr>
        <p:spPr>
          <a:xfrm>
            <a:off x="6254496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5-dot126"/>
          <p:cNvSpPr/>
          <p:nvPr/>
        </p:nvSpPr>
        <p:spPr>
          <a:xfrm>
            <a:off x="6340614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5-cell127"/>
          <p:cNvSpPr/>
          <p:nvPr/>
        </p:nvSpPr>
        <p:spPr>
          <a:xfrm>
            <a:off x="6761074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5-dot128"/>
          <p:cNvSpPr/>
          <p:nvPr/>
        </p:nvSpPr>
        <p:spPr>
          <a:xfrm>
            <a:off x="6847192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5-cell129"/>
          <p:cNvSpPr/>
          <p:nvPr/>
        </p:nvSpPr>
        <p:spPr>
          <a:xfrm>
            <a:off x="7267651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5-dot130"/>
          <p:cNvSpPr/>
          <p:nvPr/>
        </p:nvSpPr>
        <p:spPr>
          <a:xfrm>
            <a:off x="7353769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5-cell131"/>
          <p:cNvSpPr/>
          <p:nvPr/>
        </p:nvSpPr>
        <p:spPr>
          <a:xfrm>
            <a:off x="7774229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5-cell132"/>
          <p:cNvSpPr/>
          <p:nvPr/>
        </p:nvSpPr>
        <p:spPr>
          <a:xfrm>
            <a:off x="8280806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5-figure133" descr="1개의 십 칸 틀 중 1번째: 모두 8개"/>
          <p:cNvSpPr/>
          <p:nvPr/>
        </p:nvSpPr>
        <p:spPr>
          <a:xfrm>
            <a:off x="6254496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1" name="S05-label134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여덟 팔</a:t>
            </a:r>
            <a:endParaRPr lang="ko-KR" sz="2600" dirty="0"/>
          </a:p>
        </p:txBody>
      </p:sp>
      <p:sp>
        <p:nvSpPr>
          <p:cNvPr id="62" name="S05-cell135"/>
          <p:cNvSpPr/>
          <p:nvPr/>
        </p:nvSpPr>
        <p:spPr>
          <a:xfrm>
            <a:off x="9107424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5-dot136"/>
          <p:cNvSpPr/>
          <p:nvPr/>
        </p:nvSpPr>
        <p:spPr>
          <a:xfrm>
            <a:off x="9193542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5-cell137"/>
          <p:cNvSpPr/>
          <p:nvPr/>
        </p:nvSpPr>
        <p:spPr>
          <a:xfrm>
            <a:off x="9614002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5-dot138"/>
          <p:cNvSpPr/>
          <p:nvPr/>
        </p:nvSpPr>
        <p:spPr>
          <a:xfrm>
            <a:off x="9700120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5-cell139"/>
          <p:cNvSpPr/>
          <p:nvPr/>
        </p:nvSpPr>
        <p:spPr>
          <a:xfrm>
            <a:off x="10120579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5-dot140"/>
          <p:cNvSpPr/>
          <p:nvPr/>
        </p:nvSpPr>
        <p:spPr>
          <a:xfrm>
            <a:off x="10206697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5-cell141"/>
          <p:cNvSpPr/>
          <p:nvPr/>
        </p:nvSpPr>
        <p:spPr>
          <a:xfrm>
            <a:off x="10627157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5-dot142"/>
          <p:cNvSpPr/>
          <p:nvPr/>
        </p:nvSpPr>
        <p:spPr>
          <a:xfrm>
            <a:off x="10713275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0" name="S05-cell143"/>
          <p:cNvSpPr/>
          <p:nvPr/>
        </p:nvSpPr>
        <p:spPr>
          <a:xfrm>
            <a:off x="11133734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5-dot144"/>
          <p:cNvSpPr/>
          <p:nvPr/>
        </p:nvSpPr>
        <p:spPr>
          <a:xfrm>
            <a:off x="11219853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5-cell145"/>
          <p:cNvSpPr/>
          <p:nvPr/>
        </p:nvSpPr>
        <p:spPr>
          <a:xfrm>
            <a:off x="9107424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5-dot146"/>
          <p:cNvSpPr/>
          <p:nvPr/>
        </p:nvSpPr>
        <p:spPr>
          <a:xfrm>
            <a:off x="9193542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05-cell147"/>
          <p:cNvSpPr/>
          <p:nvPr/>
        </p:nvSpPr>
        <p:spPr>
          <a:xfrm>
            <a:off x="9614002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5-dot148"/>
          <p:cNvSpPr/>
          <p:nvPr/>
        </p:nvSpPr>
        <p:spPr>
          <a:xfrm>
            <a:off x="9700120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6" name="S05-cell149"/>
          <p:cNvSpPr/>
          <p:nvPr/>
        </p:nvSpPr>
        <p:spPr>
          <a:xfrm>
            <a:off x="10120579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5-dot150"/>
          <p:cNvSpPr/>
          <p:nvPr/>
        </p:nvSpPr>
        <p:spPr>
          <a:xfrm>
            <a:off x="10206697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8" name="S05-cell151"/>
          <p:cNvSpPr/>
          <p:nvPr/>
        </p:nvSpPr>
        <p:spPr>
          <a:xfrm>
            <a:off x="10627157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5-dot152"/>
          <p:cNvSpPr/>
          <p:nvPr/>
        </p:nvSpPr>
        <p:spPr>
          <a:xfrm>
            <a:off x="10713275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5-cell153"/>
          <p:cNvSpPr/>
          <p:nvPr/>
        </p:nvSpPr>
        <p:spPr>
          <a:xfrm>
            <a:off x="11133734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5-figure154" descr="1개의 십 칸 틀 중 1번째: 모두 9개"/>
          <p:cNvSpPr/>
          <p:nvPr/>
        </p:nvSpPr>
        <p:spPr>
          <a:xfrm>
            <a:off x="9107424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2" name="S05-label155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아홉 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없으면 0</a:t>
            </a:r>
            <a:endParaRPr lang="ko-KR" sz="4400" dirty="0"/>
          </a:p>
        </p:txBody>
      </p:sp>
      <p:sp>
        <p:nvSpPr>
          <p:cNvPr id="3" name="S06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없으면 0이라고 쓰고 ‘영’이라고 읽어요.</a:t>
            </a:r>
            <a:endParaRPr lang="ko-KR" sz="3200" dirty="0"/>
          </a:p>
        </p:txBody>
      </p:sp>
      <p:sp>
        <p:nvSpPr>
          <p:cNvPr id="5" name="S06-cell158"/>
          <p:cNvSpPr/>
          <p:nvPr/>
        </p:nvSpPr>
        <p:spPr>
          <a:xfrm>
            <a:off x="129844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dot159"/>
          <p:cNvSpPr/>
          <p:nvPr/>
        </p:nvSpPr>
        <p:spPr>
          <a:xfrm>
            <a:off x="1430579" y="23186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cell160"/>
          <p:cNvSpPr/>
          <p:nvPr/>
        </p:nvSpPr>
        <p:spPr>
          <a:xfrm>
            <a:off x="207568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dot161"/>
          <p:cNvSpPr/>
          <p:nvPr/>
        </p:nvSpPr>
        <p:spPr>
          <a:xfrm>
            <a:off x="2207819" y="23186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cell162"/>
          <p:cNvSpPr/>
          <p:nvPr/>
        </p:nvSpPr>
        <p:spPr>
          <a:xfrm>
            <a:off x="285292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dot163"/>
          <p:cNvSpPr/>
          <p:nvPr/>
        </p:nvSpPr>
        <p:spPr>
          <a:xfrm>
            <a:off x="2985059" y="23186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cell164"/>
          <p:cNvSpPr/>
          <p:nvPr/>
        </p:nvSpPr>
        <p:spPr>
          <a:xfrm>
            <a:off x="363016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65"/>
          <p:cNvSpPr/>
          <p:nvPr/>
        </p:nvSpPr>
        <p:spPr>
          <a:xfrm>
            <a:off x="440740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66"/>
          <p:cNvSpPr/>
          <p:nvPr/>
        </p:nvSpPr>
        <p:spPr>
          <a:xfrm>
            <a:off x="129844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67"/>
          <p:cNvSpPr/>
          <p:nvPr/>
        </p:nvSpPr>
        <p:spPr>
          <a:xfrm>
            <a:off x="207568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68"/>
          <p:cNvSpPr/>
          <p:nvPr/>
        </p:nvSpPr>
        <p:spPr>
          <a:xfrm>
            <a:off x="285292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69"/>
          <p:cNvSpPr/>
          <p:nvPr/>
        </p:nvSpPr>
        <p:spPr>
          <a:xfrm>
            <a:off x="363016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70"/>
          <p:cNvSpPr/>
          <p:nvPr/>
        </p:nvSpPr>
        <p:spPr>
          <a:xfrm>
            <a:off x="440740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figure171" descr="1개의 십 칸 틀 중 1번째: 모두 3개"/>
          <p:cNvSpPr/>
          <p:nvPr/>
        </p:nvSpPr>
        <p:spPr>
          <a:xfrm>
            <a:off x="1298448" y="21865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label17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→ 3</a:t>
            </a:r>
            <a:endParaRPr lang="ko-KR" sz="2600" dirty="0"/>
          </a:p>
        </p:txBody>
      </p:sp>
      <p:sp>
        <p:nvSpPr>
          <p:cNvPr id="20" name="S06-cell173"/>
          <p:cNvSpPr/>
          <p:nvPr/>
        </p:nvSpPr>
        <p:spPr>
          <a:xfrm>
            <a:off x="700430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74"/>
          <p:cNvSpPr/>
          <p:nvPr/>
        </p:nvSpPr>
        <p:spPr>
          <a:xfrm>
            <a:off x="778154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75"/>
          <p:cNvSpPr/>
          <p:nvPr/>
        </p:nvSpPr>
        <p:spPr>
          <a:xfrm>
            <a:off x="855878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76"/>
          <p:cNvSpPr/>
          <p:nvPr/>
        </p:nvSpPr>
        <p:spPr>
          <a:xfrm>
            <a:off x="933602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77"/>
          <p:cNvSpPr/>
          <p:nvPr/>
        </p:nvSpPr>
        <p:spPr>
          <a:xfrm>
            <a:off x="1011326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78"/>
          <p:cNvSpPr/>
          <p:nvPr/>
        </p:nvSpPr>
        <p:spPr>
          <a:xfrm>
            <a:off x="700430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179"/>
          <p:cNvSpPr/>
          <p:nvPr/>
        </p:nvSpPr>
        <p:spPr>
          <a:xfrm>
            <a:off x="778154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180"/>
          <p:cNvSpPr/>
          <p:nvPr/>
        </p:nvSpPr>
        <p:spPr>
          <a:xfrm>
            <a:off x="855878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81"/>
          <p:cNvSpPr/>
          <p:nvPr/>
        </p:nvSpPr>
        <p:spPr>
          <a:xfrm>
            <a:off x="933602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82"/>
          <p:cNvSpPr/>
          <p:nvPr/>
        </p:nvSpPr>
        <p:spPr>
          <a:xfrm>
            <a:off x="1011326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figure183" descr="1개의 십 칸 틀 중 1번째: 모두 0개"/>
          <p:cNvSpPr/>
          <p:nvPr/>
        </p:nvSpPr>
        <p:spPr>
          <a:xfrm>
            <a:off x="7004304" y="21865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6-label18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 → 0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바르게 쓰기</a:t>
            </a:r>
            <a:endParaRPr lang="ko-KR" sz="4400" dirty="0"/>
          </a:p>
        </p:txBody>
      </p:sp>
      <p:sp>
        <p:nvSpPr>
          <p:cNvPr id="3" name="S07-tile185"/>
          <p:cNvSpPr txBox="1"/>
          <p:nvPr/>
        </p:nvSpPr>
        <p:spPr>
          <a:xfrm>
            <a:off x="6920911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3400" dirty="0"/>
          </a:p>
        </p:txBody>
      </p:sp>
      <p:sp>
        <p:nvSpPr>
          <p:cNvPr id="4" name="S07-tile186"/>
          <p:cNvSpPr txBox="1"/>
          <p:nvPr/>
        </p:nvSpPr>
        <p:spPr>
          <a:xfrm>
            <a:off x="7905025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5" name="S07-tile187"/>
          <p:cNvSpPr txBox="1"/>
          <p:nvPr/>
        </p:nvSpPr>
        <p:spPr>
          <a:xfrm>
            <a:off x="8889138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6" name="S07-tile188"/>
          <p:cNvSpPr txBox="1"/>
          <p:nvPr/>
        </p:nvSpPr>
        <p:spPr>
          <a:xfrm>
            <a:off x="9873252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7" name="S07-tile189"/>
          <p:cNvSpPr txBox="1"/>
          <p:nvPr/>
        </p:nvSpPr>
        <p:spPr>
          <a:xfrm>
            <a:off x="10857366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8" name="S07-tile190"/>
          <p:cNvSpPr txBox="1"/>
          <p:nvPr/>
        </p:nvSpPr>
        <p:spPr>
          <a:xfrm>
            <a:off x="6920911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9" name="S07-tile191"/>
          <p:cNvSpPr txBox="1"/>
          <p:nvPr/>
        </p:nvSpPr>
        <p:spPr>
          <a:xfrm>
            <a:off x="7905025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0" name="S07-tile192"/>
          <p:cNvSpPr txBox="1"/>
          <p:nvPr/>
        </p:nvSpPr>
        <p:spPr>
          <a:xfrm>
            <a:off x="8889138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1" name="S07-tile193"/>
          <p:cNvSpPr txBox="1"/>
          <p:nvPr/>
        </p:nvSpPr>
        <p:spPr>
          <a:xfrm>
            <a:off x="9873252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2" name="S07-tile194"/>
          <p:cNvSpPr txBox="1"/>
          <p:nvPr/>
        </p:nvSpPr>
        <p:spPr>
          <a:xfrm>
            <a:off x="10857366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3" name="S07-stepno195"/>
          <p:cNvSpPr txBox="1"/>
          <p:nvPr/>
        </p:nvSpPr>
        <p:spPr>
          <a:xfrm>
            <a:off x="548640" y="2387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" name="S07-text196"/>
          <p:cNvSpPr txBox="1"/>
          <p:nvPr/>
        </p:nvSpPr>
        <p:spPr>
          <a:xfrm>
            <a:off x="1325880" y="234137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공중에 크게 써요.</a:t>
            </a:r>
            <a:endParaRPr lang="ko-KR" sz="3200" dirty="0"/>
          </a:p>
        </p:txBody>
      </p:sp>
      <p:sp>
        <p:nvSpPr>
          <p:cNvPr id="15" name="S07-stepno197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7-text198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점선을 따라 써요.</a:t>
            </a:r>
            <a:endParaRPr lang="ko-KR" sz="3200" dirty="0"/>
          </a:p>
        </p:txBody>
      </p:sp>
      <p:sp>
        <p:nvSpPr>
          <p:cNvPr id="17" name="S07-stepno199"/>
          <p:cNvSpPr txBox="1"/>
          <p:nvPr/>
        </p:nvSpPr>
        <p:spPr>
          <a:xfrm>
            <a:off x="548640" y="4256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8" name="S07-text200"/>
          <p:cNvSpPr txBox="1"/>
          <p:nvPr/>
        </p:nvSpPr>
        <p:spPr>
          <a:xfrm>
            <a:off x="1325880" y="421081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9, 2와 5를 헷갈리지 않게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4400" dirty="0"/>
          </a:p>
        </p:txBody>
      </p:sp>
      <p:sp>
        <p:nvSpPr>
          <p:cNvPr id="3" name="S08-text2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짚으며 세고, 두 가지로 읽어요.</a:t>
            </a:r>
            <a:endParaRPr lang="ko-KR" sz="3200" dirty="0"/>
          </a:p>
        </p:txBody>
      </p:sp>
      <p:sp>
        <p:nvSpPr>
          <p:cNvPr id="4" name="S08-card2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센 뒤에 “모두 몇 개?” 하고 마지막 수를 말해요.</a:t>
            </a:r>
            <a:endParaRPr lang="ko-KR" sz="3200" dirty="0"/>
          </a:p>
        </p:txBody>
      </p:sp>
      <p:sp>
        <p:nvSpPr>
          <p:cNvPr id="6" name="S08-chip20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dot205"/>
          <p:cNvSpPr/>
          <p:nvPr/>
        </p:nvSpPr>
        <p:spPr>
          <a:xfrm>
            <a:off x="26197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206"/>
          <p:cNvSpPr/>
          <p:nvPr/>
        </p:nvSpPr>
        <p:spPr>
          <a:xfrm>
            <a:off x="30769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207"/>
          <p:cNvSpPr/>
          <p:nvPr/>
        </p:nvSpPr>
        <p:spPr>
          <a:xfrm>
            <a:off x="35341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208"/>
          <p:cNvSpPr/>
          <p:nvPr/>
        </p:nvSpPr>
        <p:spPr>
          <a:xfrm>
            <a:off x="39913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209"/>
          <p:cNvSpPr/>
          <p:nvPr/>
        </p:nvSpPr>
        <p:spPr>
          <a:xfrm>
            <a:off x="26197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dot210"/>
          <p:cNvSpPr/>
          <p:nvPr/>
        </p:nvSpPr>
        <p:spPr>
          <a:xfrm>
            <a:off x="30769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211"/>
          <p:cNvSpPr/>
          <p:nvPr/>
        </p:nvSpPr>
        <p:spPr>
          <a:xfrm>
            <a:off x="35341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212"/>
          <p:cNvSpPr/>
          <p:nvPr/>
        </p:nvSpPr>
        <p:spPr>
          <a:xfrm>
            <a:off x="39913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figure213" descr="점 8개를 2줄 4개씩 놓은 배열"/>
          <p:cNvSpPr/>
          <p:nvPr/>
        </p:nvSpPr>
        <p:spPr>
          <a:xfrm>
            <a:off x="2532888" y="2011680"/>
            <a:ext cx="18288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8-chip2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08-dot215"/>
          <p:cNvSpPr/>
          <p:nvPr/>
        </p:nvSpPr>
        <p:spPr>
          <a:xfrm>
            <a:off x="254889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8-dot216"/>
          <p:cNvSpPr/>
          <p:nvPr/>
        </p:nvSpPr>
        <p:spPr>
          <a:xfrm>
            <a:off x="323469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dot217"/>
          <p:cNvSpPr/>
          <p:nvPr/>
        </p:nvSpPr>
        <p:spPr>
          <a:xfrm>
            <a:off x="392049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figure218" descr="점 3개를 1줄 3개씩 놓은 배열"/>
          <p:cNvSpPr/>
          <p:nvPr/>
        </p:nvSpPr>
        <p:spPr>
          <a:xfrm>
            <a:off x="2418588" y="3223260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8-chip2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2" name="S08-cell220"/>
          <p:cNvSpPr/>
          <p:nvPr/>
        </p:nvSpPr>
        <p:spPr>
          <a:xfrm>
            <a:off x="230428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dot221"/>
          <p:cNvSpPr/>
          <p:nvPr/>
        </p:nvSpPr>
        <p:spPr>
          <a:xfrm>
            <a:off x="238201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cell222"/>
          <p:cNvSpPr/>
          <p:nvPr/>
        </p:nvSpPr>
        <p:spPr>
          <a:xfrm>
            <a:off x="276148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dot223"/>
          <p:cNvSpPr/>
          <p:nvPr/>
        </p:nvSpPr>
        <p:spPr>
          <a:xfrm>
            <a:off x="283921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cell224"/>
          <p:cNvSpPr/>
          <p:nvPr/>
        </p:nvSpPr>
        <p:spPr>
          <a:xfrm>
            <a:off x="321868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dot225"/>
          <p:cNvSpPr/>
          <p:nvPr/>
        </p:nvSpPr>
        <p:spPr>
          <a:xfrm>
            <a:off x="329641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8-cell226"/>
          <p:cNvSpPr/>
          <p:nvPr/>
        </p:nvSpPr>
        <p:spPr>
          <a:xfrm>
            <a:off x="367588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dot227"/>
          <p:cNvSpPr/>
          <p:nvPr/>
        </p:nvSpPr>
        <p:spPr>
          <a:xfrm>
            <a:off x="375361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cell228"/>
          <p:cNvSpPr/>
          <p:nvPr/>
        </p:nvSpPr>
        <p:spPr>
          <a:xfrm>
            <a:off x="413308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8-dot229"/>
          <p:cNvSpPr/>
          <p:nvPr/>
        </p:nvSpPr>
        <p:spPr>
          <a:xfrm>
            <a:off x="421081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8-cell230"/>
          <p:cNvSpPr/>
          <p:nvPr/>
        </p:nvSpPr>
        <p:spPr>
          <a:xfrm>
            <a:off x="230428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dot231"/>
          <p:cNvSpPr/>
          <p:nvPr/>
        </p:nvSpPr>
        <p:spPr>
          <a:xfrm>
            <a:off x="2382012" y="47411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8-cell232"/>
          <p:cNvSpPr/>
          <p:nvPr/>
        </p:nvSpPr>
        <p:spPr>
          <a:xfrm>
            <a:off x="276148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cell233"/>
          <p:cNvSpPr/>
          <p:nvPr/>
        </p:nvSpPr>
        <p:spPr>
          <a:xfrm>
            <a:off x="321868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cell234"/>
          <p:cNvSpPr/>
          <p:nvPr/>
        </p:nvSpPr>
        <p:spPr>
          <a:xfrm>
            <a:off x="367588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cell235"/>
          <p:cNvSpPr/>
          <p:nvPr/>
        </p:nvSpPr>
        <p:spPr>
          <a:xfrm>
            <a:off x="413308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figure236" descr="1개의 십 칸 틀 중 1번째: 모두 6개"/>
          <p:cNvSpPr/>
          <p:nvPr/>
        </p:nvSpPr>
        <p:spPr>
          <a:xfrm>
            <a:off x="2304288" y="420624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될까요?</a:t>
            </a:r>
            <a:endParaRPr lang="ko-KR" sz="4400" dirty="0"/>
          </a:p>
        </p:txBody>
      </p:sp>
      <p:sp>
        <p:nvSpPr>
          <p:cNvPr id="3" name="S09-card2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“모두 몇 개야?” 하고 물었어요.</a:t>
            </a:r>
            <a:endParaRPr lang="ko-KR" sz="3200" dirty="0"/>
          </a:p>
        </p:txBody>
      </p:sp>
      <p:sp>
        <p:nvSpPr>
          <p:cNvPr id="5" name="S09-card2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좋은 방법일까요? 왜 그럴까요?</a:t>
            </a:r>
            <a:endParaRPr lang="ko-KR" sz="3200" dirty="0"/>
          </a:p>
        </p:txBody>
      </p:sp>
      <p:sp>
        <p:nvSpPr>
          <p:cNvPr id="7" name="S09-chip2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다시 세요</a:t>
            </a:r>
            <a:endParaRPr lang="ko-KR" sz="2600" dirty="0"/>
          </a:p>
        </p:txBody>
      </p:sp>
      <p:sp>
        <p:nvSpPr>
          <p:cNvPr id="8" name="S09-text2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하나, 둘, 셋, 넷, 다섯… 또 하나, 둘…</a:t>
            </a:r>
            <a:endParaRPr lang="ko-KR" sz="3200" dirty="0"/>
          </a:p>
        </p:txBody>
      </p:sp>
      <p:sp>
        <p:nvSpPr>
          <p:cNvPr id="9" name="S09-chip2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수를 말해요</a:t>
            </a:r>
            <a:endParaRPr lang="ko-KR" sz="2600" dirty="0"/>
          </a:p>
        </p:txBody>
      </p:sp>
      <p:sp>
        <p:nvSpPr>
          <p:cNvPr id="10" name="S09-dot244"/>
          <p:cNvSpPr/>
          <p:nvPr/>
        </p:nvSpPr>
        <p:spPr>
          <a:xfrm>
            <a:off x="73746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45"/>
          <p:cNvSpPr/>
          <p:nvPr/>
        </p:nvSpPr>
        <p:spPr>
          <a:xfrm>
            <a:off x="80604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46"/>
          <p:cNvSpPr/>
          <p:nvPr/>
        </p:nvSpPr>
        <p:spPr>
          <a:xfrm>
            <a:off x="87462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247"/>
          <p:cNvSpPr/>
          <p:nvPr/>
        </p:nvSpPr>
        <p:spPr>
          <a:xfrm>
            <a:off x="94320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248"/>
          <p:cNvSpPr/>
          <p:nvPr/>
        </p:nvSpPr>
        <p:spPr>
          <a:xfrm>
            <a:off x="101178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figure249" descr="점 5개를 1줄 5개씩 놓은 배열"/>
          <p:cNvSpPr/>
          <p:nvPr/>
        </p:nvSpPr>
        <p:spPr>
          <a:xfrm>
            <a:off x="7244334" y="3547618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9-text250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“다섯! 모두 5개예요.”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2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해 봐요.</a:t>
            </a:r>
            <a:endParaRPr lang="ko-KR" sz="3200" dirty="0"/>
          </a:p>
        </p:txBody>
      </p:sp>
      <p:sp>
        <p:nvSpPr>
          <p:cNvPr id="4" name="S10-chip25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25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바둑돌을 7개 놓아요.</a:t>
            </a:r>
            <a:endParaRPr lang="ko-KR" sz="3200" dirty="0"/>
          </a:p>
        </p:txBody>
      </p:sp>
      <p:sp>
        <p:nvSpPr>
          <p:cNvPr id="6" name="S10-chip25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25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두 가지로 읽어요.</a:t>
            </a:r>
            <a:endParaRPr lang="ko-KR" sz="3200" dirty="0"/>
          </a:p>
        </p:txBody>
      </p:sp>
      <p:sp>
        <p:nvSpPr>
          <p:cNvPr id="8" name="S10-chip25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25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돌이 하나도 없으면?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나타내는 것은?</a:t>
            </a:r>
            <a:endParaRPr lang="ko-KR" sz="4400" dirty="0"/>
          </a:p>
        </p:txBody>
      </p:sp>
      <p:sp>
        <p:nvSpPr>
          <p:cNvPr id="3" name="S11-card2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1-chip26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1-cell261"/>
          <p:cNvSpPr/>
          <p:nvPr/>
        </p:nvSpPr>
        <p:spPr>
          <a:xfrm>
            <a:off x="54864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1-dot262"/>
          <p:cNvSpPr/>
          <p:nvPr/>
        </p:nvSpPr>
        <p:spPr>
          <a:xfrm>
            <a:off x="66605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cell263"/>
          <p:cNvSpPr/>
          <p:nvPr/>
        </p:nvSpPr>
        <p:spPr>
          <a:xfrm>
            <a:off x="123931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1-dot264"/>
          <p:cNvSpPr/>
          <p:nvPr/>
        </p:nvSpPr>
        <p:spPr>
          <a:xfrm>
            <a:off x="135673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cell265"/>
          <p:cNvSpPr/>
          <p:nvPr/>
        </p:nvSpPr>
        <p:spPr>
          <a:xfrm>
            <a:off x="192999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dot266"/>
          <p:cNvSpPr/>
          <p:nvPr/>
        </p:nvSpPr>
        <p:spPr>
          <a:xfrm>
            <a:off x="204740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1-cell267"/>
          <p:cNvSpPr/>
          <p:nvPr/>
        </p:nvSpPr>
        <p:spPr>
          <a:xfrm>
            <a:off x="262067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dot268"/>
          <p:cNvSpPr/>
          <p:nvPr/>
        </p:nvSpPr>
        <p:spPr>
          <a:xfrm>
            <a:off x="273808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cell269"/>
          <p:cNvSpPr/>
          <p:nvPr/>
        </p:nvSpPr>
        <p:spPr>
          <a:xfrm>
            <a:off x="331134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dot270"/>
          <p:cNvSpPr/>
          <p:nvPr/>
        </p:nvSpPr>
        <p:spPr>
          <a:xfrm>
            <a:off x="342876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1-cell271"/>
          <p:cNvSpPr/>
          <p:nvPr/>
        </p:nvSpPr>
        <p:spPr>
          <a:xfrm>
            <a:off x="54864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dot272"/>
          <p:cNvSpPr/>
          <p:nvPr/>
        </p:nvSpPr>
        <p:spPr>
          <a:xfrm>
            <a:off x="666055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1-cell273"/>
          <p:cNvSpPr/>
          <p:nvPr/>
        </p:nvSpPr>
        <p:spPr>
          <a:xfrm>
            <a:off x="123931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cell274"/>
          <p:cNvSpPr/>
          <p:nvPr/>
        </p:nvSpPr>
        <p:spPr>
          <a:xfrm>
            <a:off x="192999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cell275"/>
          <p:cNvSpPr/>
          <p:nvPr/>
        </p:nvSpPr>
        <p:spPr>
          <a:xfrm>
            <a:off x="262067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cell276"/>
          <p:cNvSpPr/>
          <p:nvPr/>
        </p:nvSpPr>
        <p:spPr>
          <a:xfrm>
            <a:off x="331134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figure277" descr="1개의 십 칸 틀 중 1번째: 모두 6개"/>
          <p:cNvSpPr/>
          <p:nvPr/>
        </p:nvSpPr>
        <p:spPr>
          <a:xfrm>
            <a:off x="548640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1-chip27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24" name="S11-cell279"/>
          <p:cNvSpPr/>
          <p:nvPr/>
        </p:nvSpPr>
        <p:spPr>
          <a:xfrm>
            <a:off x="436778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1-dot280"/>
          <p:cNvSpPr/>
          <p:nvPr/>
        </p:nvSpPr>
        <p:spPr>
          <a:xfrm>
            <a:off x="448519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1-cell281"/>
          <p:cNvSpPr/>
          <p:nvPr/>
        </p:nvSpPr>
        <p:spPr>
          <a:xfrm>
            <a:off x="505846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1-dot282"/>
          <p:cNvSpPr/>
          <p:nvPr/>
        </p:nvSpPr>
        <p:spPr>
          <a:xfrm>
            <a:off x="517587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1-cell283"/>
          <p:cNvSpPr/>
          <p:nvPr/>
        </p:nvSpPr>
        <p:spPr>
          <a:xfrm>
            <a:off x="574913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1-dot284"/>
          <p:cNvSpPr/>
          <p:nvPr/>
        </p:nvSpPr>
        <p:spPr>
          <a:xfrm>
            <a:off x="586655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1-cell285"/>
          <p:cNvSpPr/>
          <p:nvPr/>
        </p:nvSpPr>
        <p:spPr>
          <a:xfrm>
            <a:off x="643981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1-dot286"/>
          <p:cNvSpPr/>
          <p:nvPr/>
        </p:nvSpPr>
        <p:spPr>
          <a:xfrm>
            <a:off x="655722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1-cell287"/>
          <p:cNvSpPr/>
          <p:nvPr/>
        </p:nvSpPr>
        <p:spPr>
          <a:xfrm>
            <a:off x="713049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1-dot288"/>
          <p:cNvSpPr/>
          <p:nvPr/>
        </p:nvSpPr>
        <p:spPr>
          <a:xfrm>
            <a:off x="724790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1-cell289"/>
          <p:cNvSpPr/>
          <p:nvPr/>
        </p:nvSpPr>
        <p:spPr>
          <a:xfrm>
            <a:off x="436778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1-dot290"/>
          <p:cNvSpPr/>
          <p:nvPr/>
        </p:nvSpPr>
        <p:spPr>
          <a:xfrm>
            <a:off x="448519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1-cell291"/>
          <p:cNvSpPr/>
          <p:nvPr/>
        </p:nvSpPr>
        <p:spPr>
          <a:xfrm>
            <a:off x="505846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1-dot292"/>
          <p:cNvSpPr/>
          <p:nvPr/>
        </p:nvSpPr>
        <p:spPr>
          <a:xfrm>
            <a:off x="5175876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1-cell293"/>
          <p:cNvSpPr/>
          <p:nvPr/>
        </p:nvSpPr>
        <p:spPr>
          <a:xfrm>
            <a:off x="574913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1-dot294"/>
          <p:cNvSpPr/>
          <p:nvPr/>
        </p:nvSpPr>
        <p:spPr>
          <a:xfrm>
            <a:off x="5866553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1-cell295"/>
          <p:cNvSpPr/>
          <p:nvPr/>
        </p:nvSpPr>
        <p:spPr>
          <a:xfrm>
            <a:off x="643981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1-dot296"/>
          <p:cNvSpPr/>
          <p:nvPr/>
        </p:nvSpPr>
        <p:spPr>
          <a:xfrm>
            <a:off x="655722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1-cell297"/>
          <p:cNvSpPr/>
          <p:nvPr/>
        </p:nvSpPr>
        <p:spPr>
          <a:xfrm>
            <a:off x="713049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1-figure298" descr="1개의 십 칸 틀 중 1번째: 모두 9개"/>
          <p:cNvSpPr/>
          <p:nvPr/>
        </p:nvSpPr>
        <p:spPr>
          <a:xfrm>
            <a:off x="4367784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11-chip29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45" name="S11-dot300"/>
          <p:cNvSpPr/>
          <p:nvPr/>
        </p:nvSpPr>
        <p:spPr>
          <a:xfrm>
            <a:off x="83294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1-dot301"/>
          <p:cNvSpPr/>
          <p:nvPr/>
        </p:nvSpPr>
        <p:spPr>
          <a:xfrm>
            <a:off x="90152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11-dot302"/>
          <p:cNvSpPr/>
          <p:nvPr/>
        </p:nvSpPr>
        <p:spPr>
          <a:xfrm>
            <a:off x="97010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1-dot303"/>
          <p:cNvSpPr/>
          <p:nvPr/>
        </p:nvSpPr>
        <p:spPr>
          <a:xfrm>
            <a:off x="103868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1-dot304"/>
          <p:cNvSpPr/>
          <p:nvPr/>
        </p:nvSpPr>
        <p:spPr>
          <a:xfrm>
            <a:off x="110726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1-figure305" descr="점 5개를 1줄 5개씩 놓은 배열"/>
          <p:cNvSpPr/>
          <p:nvPr/>
        </p:nvSpPr>
        <p:spPr>
          <a:xfrm>
            <a:off x="8199120" y="3232404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3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세고, 마지막에 센 수가 모두의 수예요.</a:t>
            </a:r>
            <a:endParaRPr lang="ko-KR" sz="3200" dirty="0"/>
          </a:p>
        </p:txBody>
      </p:sp>
      <p:sp>
        <p:nvSpPr>
          <p:cNvPr id="5" name="S12-chip30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하나씩 짚으며 세기</a:t>
            </a:r>
            <a:endParaRPr lang="ko-KR" sz="2600" dirty="0"/>
          </a:p>
        </p:txBody>
      </p:sp>
      <p:sp>
        <p:nvSpPr>
          <p:cNvPr id="6" name="S12-chip30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번 세기</a:t>
            </a:r>
            <a:endParaRPr lang="ko-KR" sz="2600" dirty="0"/>
          </a:p>
        </p:txBody>
      </p:sp>
      <p:sp>
        <p:nvSpPr>
          <p:cNvPr id="7" name="S12-text31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31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손가락 8개를 펴요</a:t>
            </a:r>
            <a:endParaRPr lang="ko-KR" sz="2600" dirty="0"/>
          </a:p>
        </p:txBody>
      </p:sp>
      <p:sp>
        <p:nvSpPr>
          <p:cNvPr id="9" name="S12-text31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5를 두 가지로 읽어요</a:t>
            </a:r>
            <a:endParaRPr lang="ko-KR" sz="2600" dirty="0"/>
          </a:p>
        </p:txBody>
      </p:sp>
      <p:sp>
        <p:nvSpPr>
          <p:cNvPr id="10" name="S12-text31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없으면 무슨 수?</a:t>
            </a:r>
            <a:endParaRPr lang="ko-KR" sz="2600" dirty="0"/>
          </a:p>
        </p:txBody>
      </p:sp>
      <p:sp>
        <p:nvSpPr>
          <p:cNvPr id="11" name="S12-text3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수의 순서와 크기 비교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하나씩 짝 지어요</a:t>
            </a:r>
            <a:endParaRPr lang="ko-KR" sz="4400" dirty="0"/>
          </a:p>
        </p:txBody>
      </p:sp>
      <p:sp>
        <p:nvSpPr>
          <p:cNvPr id="3" name="S13-card3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짝 짓고 남는 쪽이 더 많아요.</a:t>
            </a:r>
            <a:endParaRPr lang="ko-KR" sz="3200" dirty="0"/>
          </a:p>
        </p:txBody>
      </p:sp>
      <p:sp>
        <p:nvSpPr>
          <p:cNvPr id="5" name="S13-dot317"/>
          <p:cNvSpPr/>
          <p:nvPr/>
        </p:nvSpPr>
        <p:spPr>
          <a:xfrm>
            <a:off x="20002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3-dot318"/>
          <p:cNvSpPr/>
          <p:nvPr/>
        </p:nvSpPr>
        <p:spPr>
          <a:xfrm>
            <a:off x="26860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319"/>
          <p:cNvSpPr/>
          <p:nvPr/>
        </p:nvSpPr>
        <p:spPr>
          <a:xfrm>
            <a:off x="33718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320"/>
          <p:cNvSpPr/>
          <p:nvPr/>
        </p:nvSpPr>
        <p:spPr>
          <a:xfrm>
            <a:off x="40576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figure321" descr="점 4개를 1줄 4개씩 놓은 배열"/>
          <p:cNvSpPr/>
          <p:nvPr/>
        </p:nvSpPr>
        <p:spPr>
          <a:xfrm>
            <a:off x="1869948" y="2620899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13-label32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4개</a:t>
            </a:r>
            <a:endParaRPr lang="ko-KR" sz="2600" dirty="0"/>
          </a:p>
        </p:txBody>
      </p:sp>
      <p:sp>
        <p:nvSpPr>
          <p:cNvPr id="11" name="S13-dot323"/>
          <p:cNvSpPr/>
          <p:nvPr/>
        </p:nvSpPr>
        <p:spPr>
          <a:xfrm>
            <a:off x="73632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324"/>
          <p:cNvSpPr/>
          <p:nvPr/>
        </p:nvSpPr>
        <p:spPr>
          <a:xfrm>
            <a:off x="80490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325"/>
          <p:cNvSpPr/>
          <p:nvPr/>
        </p:nvSpPr>
        <p:spPr>
          <a:xfrm>
            <a:off x="87348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326"/>
          <p:cNvSpPr/>
          <p:nvPr/>
        </p:nvSpPr>
        <p:spPr>
          <a:xfrm>
            <a:off x="94206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327"/>
          <p:cNvSpPr/>
          <p:nvPr/>
        </p:nvSpPr>
        <p:spPr>
          <a:xfrm>
            <a:off x="101064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figure328" descr="점 5개를 1줄 5개씩 놓은 배열"/>
          <p:cNvSpPr/>
          <p:nvPr/>
        </p:nvSpPr>
        <p:spPr>
          <a:xfrm>
            <a:off x="7232904" y="2620899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3-label32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 5개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9까지의 수</dc:title>
  <dc:subject>KR22-G01-MAT-NUM9-L01</dc:subject>
  <dc:creator>education-ppt</dc:creator>
  <cp:lastModifiedBy>education-ppt</cp:lastModifiedBy>
  <cp:revision>1</cp:revision>
  <dcterms:created xsi:type="dcterms:W3CDTF">2026-10-26T06:38:11Z</dcterms:created>
  <dcterms:modified xsi:type="dcterms:W3CDTF">2026-10-26T06:38:11Z</dcterms:modified>
</cp:coreProperties>
</file>