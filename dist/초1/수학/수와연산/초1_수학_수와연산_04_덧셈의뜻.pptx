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841aa6b-1349-daf8-07e0-25e7dc58b7c4}">
          <p14:sldIdLst>
            <p14:sldId id="256"/>
            <p14:sldId id="257"/>
          </p14:sldIdLst>
        </p14:section>
        <p14:section name="개념" id="{0d5b4c4d-1798-c851-240d-40cdfdc0c135}">
          <p14:sldIdLst>
            <p14:sldId id="258"/>
            <p14:sldId id="259"/>
            <p14:sldId id="260"/>
            <p14:sldId id="261"/>
          </p14:sldIdLst>
        </p14:section>
        <p14:section name="연습" id="{9b58a8ff-d892-46dd-0182-1cb0434dadb6}">
          <p14:sldIdLst>
            <p14:sldId id="262"/>
            <p14:sldId id="263"/>
            <p14:sldId id="264"/>
          </p14:sldIdLst>
        </p14:section>
        <p14:section name="확인" id="{4edadbbd-d611-0a8c-7786-f170a3c9bb74}">
          <p14:sldIdLst>
            <p14:sldId id="265"/>
            <p14:sldId id="266"/>
            <p14:sldId id="267"/>
          </p14:sldIdLst>
        </p14:section>
        <p14:section name="정리" id="{32475620-7fa8-9545-1576-a392b21073b4}">
          <p14:sldIdLst>
            <p14:sldId id="268"/>
          </p14:sldIdLst>
        </p14:section>
        <p14:section name="보충" id="{4c6a921b-4e78-cd77-69ed-321cc23d6c3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지난 시간의 모으기가 덧셈으로 이어진다는 것을 느끼게 합니다.
시간: 약 2분
이렇게 말해 보세요
- “지난 시간에 두 수를 모으는 걸 했지? 오늘은 모으기를 수학 기호로 쓰는 방법, 덧셈을 배울 거야.”
- “오른쪽 돌을 모두 모으면 몇 개일까?”
예상 답
- “5개요.”
막히면
- 답을 확인하지 말고 넘어갑니다. S03에서 같은 그림으로 다시 합니다.
주의
- ‘+’, ‘=’ 기호 카드를 미리 만들어 두면 S05에서 바둑돌과 함께 식을 꾸밀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확인(가르기·모으기)]
목적: 덧셈의 바탕이 되는 모으기·가르기가 되는지 확인합니다.
시간: 약 3분
이렇게 말해 보세요
- “①은 3과 2를 모으는 그림이야. 모으면 몇이야?”
- “②는 7을 4와 몇으로 가른 걸까? ③은 4와 4를 모으면?”
정답
- ① 5
- ② 3
- ③ 8
막히면
- 바둑돌을 놓아 직접 모으거나 가르게 합니다.
- 두 문제 이상 틀리면 S14(보충)를 먼저 합니다. 보충으로도 어려우면 3차시 ‘가르기와 모으기’(KR22-G01-MAT-COMPOSE-L01)를 다시 합니다.
주의
- ①과 ③의 모으기가 오늘 배울 덧셈과 같은 생각입니다.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모으는 상황을 덧셈식으로]
목적: 두 묶음을 모으는 상황을 덧셈식 3 + 2 = 5로 나타낼 수 있음을 압니다.
시간: 약 3분
이렇게 말해 보세요
- “주황 공 3개와 파란 공 2개를 모으면 모두 몇 개야?”
- “이걸 수학에서는 ‘3 더하기 2는 5와 같아요’라고 하고, 3 + 2 = 5라고 써.”
예상 답
- “5개요.” “3 더하기 2는 5와 같아요.”
막히면
- 두 색 바둑돌로 3개와 2개를 놓고, 한곳으로 밀어 모은 뒤 셉니다.
주의
- 지난 시간의 모으기 그림(3과 2 → 5)과 같은 생각이라고 연결해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더 늘어나는 상황을 덧셈식으로]
목적: 처음 수에 더 늘어나는 상황도 덧셈식으로 나타내고, ‘합’이라는 말을 압니다.
시간: 약 3분
이렇게 말해 보세요
- “처음에 새가 몇 마리 있었어? 몇 마리가 더 왔어? 이제 모두 몇 마리야?”
- “모두 몇 마리인지 구하는 것도 덧셈이야. 4 + 2 = 6. ‘4와 2의 합은 6이에요’라고도 말해.”
예상 답
- “4마리요. 2마리 더 왔어요. 모두 6마리요.”
막히면
- 바둑돌 4개를 놓고, 2개를 하나씩 ‘날아오듯’ 옆에 놓으며 이어 셉니다.
- ‘2마리’라고만 답하면 “그건 더 온 새야. 처음 새까지 모두 몇 마리야?”라고 묻습니다(M3).
주의
- ‘합’은 두 수를 더한 결과라는 뜻입니다. 오늘 처음 듣는 말이니 여러 번 함께 말해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덧셈식 쓰고 읽기]
목적: +와 =의 이름과 뜻을 알고, 덧셈식을 두 가지 방법으로 읽습니다.
시간: 약 3분
이렇게 말해 보세요
- “+ 기호는 ‘더하기’, = 기호는 ‘같아요’라고 읽어. 같이 읽어 볼까?”
- “=의 왼쪽 3 + 2와 오른쪽 5는 양이 똑같다는 뜻이야.”
예상 답
- “3 더하기 2는 5와 같아요.” “3과 2의 합은 5예요.”
막히면
- 바둑돌 3개와 2개 옆에 ‘+’ 카드, 그 옆에 ‘=’ 카드와 바둑돌 5개를 놓아 식을 꾸미고 짚으며 읽게 합니다(M2).
주의
- 교과서는 ‘같습니다’, ‘합은 5입니다’로 씁니다. 아이가 ‘같아요’로 말해도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이어 세어 덧셈하기 시범]
목적: 앞의 수에서 더하는 수만큼 이어 세어 덧셈을 하는 방법을 시범으로 보여 줍니다.
시간: 약 4분
이렇게 말해 보세요
- “5 + 2를 해 보자. 돌을 다 놓고 처음부터 세어도 되지만, 더 빠른 방법이 있어.”
- “‘다섯!’ 하고 주먹을 쥐어. 그리고 2만큼 손가락을 펴며 ‘여섯, 일곱’. 5 + 2 = 7이야.”
예상 답
- “다섯! 여섯, 일곱. 7이에요.”
막히면
- 돌 5개와 2개를 놓고 처음부터 세어 7을 확인한 뒤, 이어 세기로 다시 해 봅니다.
- 수직선의 화살표를 손가락으로 따라가며 ‘여섯, 일곱’을 말하게 합니다.
주의
- 이어 세기가 아직 어려우면 모두 세기로 계산해도 괜찮습니다. 정확하게 세는 것이 먼저입니다.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연습(그림을 덧셈식으로)]
목적: 도움을 받으며 그림을 덧셈식으로 나타내고 읽습니다.
시간: 약 4분
이렇게 말해 보세요
- “①의 왼쪽 틀에는 공이 몇 개야? 오른쪽 틀에는? 두 틀의 공을 모으면 모두 몇 개야? 덧셈식으로 말해 볼래?”
- “식을 말한 다음 ‘○와 △의 합은 □예요’로도 말해 보자.”
정답
- ① 2 + 4 = 6
- ② 5 + 3 = 8
- ③ 1 + 6 = 7
막히면
- 부모가 식의 앞부분을 말해 주고(“2 더하기…”) 아이가 이어 말하게 합니다.
- 활동지나 종이에 식을 직접 써 보게 해도 좋습니다.
주의
- ‘4 + 2 = 6’처럼 순서를 바꾸어 말해도 답은 같습니다. 그림의 왼쪽 틀부터 쓰는 연습이 목적이니 “왼쪽 수부터 말해 볼까?”라고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연습(계산)]
목적: 도움을 받으며 합이 9까지인 덧셈을 계산합니다.
시간: 약 5분
이렇게 말해 보세요
- “①은 3 더하기 4야. 돌로 해도 되고 이어 세어도 돼. 어떻게 셌는지 말해 줘.”
- “④는 3 더하기 0이야. 한 접시에는 3개, 다른 접시에는 아무것도 없으면 모두 몇 개?”
정답
- ① 7
- ② 8
- ③ 9
- ④ 3
막히면
- ③은 2에서 7번 세기보다 7에서 2번 이어 세는 것이 쉽다는 것을 보여 줍니다(“일곱! 여덟, 아홉”).
- ④가 4나 0이면 접시 두 개로 직접 해 봅니다(M4).
주의
- 어떤 수에 0을 더하면 그 수 그대로입니다.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비교(이어 세기 실수)]
목적: 이어 셀 때 앞의 수를 다시 세는 실수를 찾고 바로잡습니다(M1).
시간: 약 3분
이렇게 말해 보세요
- “토끼와 곰이 5 + 3을 이어 세었는데 답이 달라. 누가 맞았을까?”
- “토끼는 5를 셀 때 손가락을 폈을까? 그러면 어떻게 될까?”
예상 답
- “곰이요. 5는 이미 있으니까 6부터 세어야 해요.”
정답
- 곰이 맞습니다. 5 + 3 = 8입니다.
- 토끼는 5를 말하면서 손가락을 하나 폈기 때문에 3만큼이 아니라 2만큼만 더 셌습니다.
막히면
- 돌 5개와 3개를 놓고 모두 세어 8을 확인한 뒤, 두 방법을 다시 비교합니다.
주의
- 아이가 토끼처럼 센다면 “앞의 수는 주먹! 다음 수부터 손가락!”을 약속으로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이야기를 덧셈식으로 나타내고, 덧셈을 계산할 수 있는지 확인합니다.
시간: 약 5분
이렇게 말해 보세요
- “이번에는 혼자 해 볼래? ①은 덧셈식을 종이에 쓰고 답을 말해 줘. 바둑돌을 써도 돼.”
정답
- ① 3 + 4 = 7, 모두 7개
- ② 6
- ③ 8
막히면
- 바로 알려 주지 말고 “사과를 돌로 놓아 볼까?”라고만 말합니다.
- 도움을 받아 해결했다면 기록표에 ‘도움’으로 표시합니다.
주의
- ①을 4 + 3 = 7로 써도 맞습니다. 답에 ‘개’를 붙여 말하면 더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돌로 다시 해 보자.”
정답
- ① 3 + 4 = 7(4 + 3 = 7도 맞음) ② 6 ③ 8
막히면
- ③이 7이면 S09의 ‘주먹, 손가락’ 약속을 다시 합니다(M1).
- ①에 기호가 없으면 S05로 돌아가 기호 카드로 식을 꾸밉니다(M2).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확인(이야기에 맞는 식)]
목적: 처음 보는 이야기에서 알맞은 덧셈식을 고르는지 확인합니다.
시간: 약 2분
이렇게 말해 보세요
- “이야기에 맞는 덧셈식은 어느 것일까? 처음에 몇 마리, 더 온 새는 몇 마리였어?”
정답
- 가(2 + 4 = 6). 처음 2마리, 더 온 4마리입니다. 나와 다는 이야기에 없는 수를 썼습니다.
막히면
- 이야기를 한 문장씩 다시 읽어 주며 돌로 놓게 합니다.
주의
- 이야기 속 수 두 개를 찾아 식에 넣는 연습은 뺄셈에서도 똑같이 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“오늘 배운 것을 말해 볼래? 언제 덧셈을 해? 3 + 2 = 5는 어떻게 읽어?”
예상 답
- “모두 몇 개인지 알고 싶을 때요.” “3 더하기 2는 5와 같아요.”
정답
- ① 8 ② 9 ③ 7
막히면
- S03과 S04의 그림을 다시 보여 주며 ‘모으면 덧셈, 더 오면 덧셈’을 함께 말합니다.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보충(모으기)]
목적: S02에서 모으기·가르기가 흔들리면, 덧셈식을 배우기 전에 실제 돌로 모으기를 연습합니다.
시간: 약 5분
이렇게 말해 보세요
- “이 접시에 3개, 저 접시에 3개가 있어. 한 접시에 모으면 몇 개일까? 세어 보자.”
- “이번에는 2개와 4개로 해 볼까?”
정답
- 3과 3을 모으면 6, 2와 4를 모으면 6입니다.
막히면
- 돌을 한 개씩 옮기며 “하나, 둘…” 소리 내어 셉니다. 셀 때마다 돌을 옆으로 밀어 두 번 세지 않게 합니다.
주의
- 보충으로도 어려우면 3차시 ‘가르기와 모으기’(KR22-G01-MAT-COMPOSE-L01)를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덧셈의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덧셈의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덧셈의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덧셈의 뜻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개가 될까?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7795336" y="1916506"/>
            <a:ext cx="373228" cy="3732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397316" y="1916506"/>
            <a:ext cx="373228" cy="3732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8999296" y="1916506"/>
            <a:ext cx="373228" cy="3732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figure4" descr="주황 점 3개"/>
          <p:cNvSpPr/>
          <p:nvPr/>
        </p:nvSpPr>
        <p:spPr>
          <a:xfrm>
            <a:off x="7680960" y="1802130"/>
            <a:ext cx="1805940" cy="6019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10154412" y="1890522"/>
            <a:ext cx="425196" cy="42519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10840212" y="1890522"/>
            <a:ext cx="425196" cy="42519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figure7" descr="노란 점 2개"/>
          <p:cNvSpPr/>
          <p:nvPr/>
        </p:nvSpPr>
        <p:spPr>
          <a:xfrm>
            <a:off x="10024110" y="1760220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1-card8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그림을 보고 덧셈식으로 나타내요.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덧셈을 계산해요.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1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11"/>
          <p:cNvSpPr txBox="1"/>
          <p:nvPr/>
        </p:nvSpPr>
        <p:spPr>
          <a:xfrm>
            <a:off x="1344168" y="13258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3        2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   ↙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2600" dirty="0"/>
          </a:p>
        </p:txBody>
      </p:sp>
      <p:sp>
        <p:nvSpPr>
          <p:cNvPr id="5" name="S02-chip1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13"/>
          <p:cNvSpPr txBox="1"/>
          <p:nvPr/>
        </p:nvSpPr>
        <p:spPr>
          <a:xfrm>
            <a:off x="1344168" y="30175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      □</a:t>
            </a:r>
            <a:endParaRPr lang="ko-KR" sz="2600" dirty="0"/>
          </a:p>
        </p:txBody>
      </p:sp>
      <p:sp>
        <p:nvSpPr>
          <p:cNvPr id="7" name="S02-chip1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1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4를 모으면?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모으면 덧셈</a:t>
            </a:r>
            <a:endParaRPr lang="ko-KR" sz="4400" dirty="0"/>
          </a:p>
        </p:txBody>
      </p:sp>
      <p:sp>
        <p:nvSpPr>
          <p:cNvPr id="3" name="S03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 공 3개와 파란 공 2개를 모아요.</a:t>
            </a:r>
            <a:endParaRPr lang="ko-KR" sz="3200" dirty="0"/>
          </a:p>
        </p:txBody>
      </p:sp>
      <p:sp>
        <p:nvSpPr>
          <p:cNvPr id="4" name="S03-card1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+ 2 = 5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더하기 2는 5와 같아요.</a:t>
            </a:r>
            <a:endParaRPr lang="ko-KR" sz="3200" dirty="0"/>
          </a:p>
        </p:txBody>
      </p:sp>
      <p:sp>
        <p:nvSpPr>
          <p:cNvPr id="6" name="S03-dot19"/>
          <p:cNvSpPr/>
          <p:nvPr/>
        </p:nvSpPr>
        <p:spPr>
          <a:xfrm>
            <a:off x="23431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20"/>
          <p:cNvSpPr/>
          <p:nvPr/>
        </p:nvSpPr>
        <p:spPr>
          <a:xfrm>
            <a:off x="30289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21"/>
          <p:cNvSpPr/>
          <p:nvPr/>
        </p:nvSpPr>
        <p:spPr>
          <a:xfrm>
            <a:off x="37147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figure22" descr="주황 점 3개"/>
          <p:cNvSpPr/>
          <p:nvPr/>
        </p:nvSpPr>
        <p:spPr>
          <a:xfrm>
            <a:off x="2212848" y="2746121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3-label23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1" name="S03-dot24"/>
          <p:cNvSpPr/>
          <p:nvPr/>
        </p:nvSpPr>
        <p:spPr>
          <a:xfrm>
            <a:off x="8391906" y="2876423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25"/>
          <p:cNvSpPr/>
          <p:nvPr/>
        </p:nvSpPr>
        <p:spPr>
          <a:xfrm>
            <a:off x="9077706" y="2876423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figure26" descr="파란 점 2개"/>
          <p:cNvSpPr/>
          <p:nvPr/>
        </p:nvSpPr>
        <p:spPr>
          <a:xfrm>
            <a:off x="8261604" y="2746121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3-label27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오면 덧셈</a:t>
            </a:r>
            <a:endParaRPr lang="ko-KR" sz="4400" dirty="0"/>
          </a:p>
        </p:txBody>
      </p:sp>
      <p:sp>
        <p:nvSpPr>
          <p:cNvPr id="3" name="S04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4마리가 있는데 2마리가 더 왔어요.</a:t>
            </a:r>
            <a:endParaRPr lang="ko-KR" sz="3200" dirty="0"/>
          </a:p>
        </p:txBody>
      </p:sp>
      <p:sp>
        <p:nvSpPr>
          <p:cNvPr id="4" name="S04-card2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+ 2 = 6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2의 합은 6이에요.</a:t>
            </a:r>
            <a:endParaRPr lang="ko-KR" sz="3200" dirty="0"/>
          </a:p>
        </p:txBody>
      </p:sp>
      <p:sp>
        <p:nvSpPr>
          <p:cNvPr id="6" name="S04-dot31"/>
          <p:cNvSpPr/>
          <p:nvPr/>
        </p:nvSpPr>
        <p:spPr>
          <a:xfrm>
            <a:off x="20002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4-dot32"/>
          <p:cNvSpPr/>
          <p:nvPr/>
        </p:nvSpPr>
        <p:spPr>
          <a:xfrm>
            <a:off x="26860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dot33"/>
          <p:cNvSpPr/>
          <p:nvPr/>
        </p:nvSpPr>
        <p:spPr>
          <a:xfrm>
            <a:off x="33718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dot34"/>
          <p:cNvSpPr/>
          <p:nvPr/>
        </p:nvSpPr>
        <p:spPr>
          <a:xfrm>
            <a:off x="40576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figure35" descr="처음에 있던 새를 나타내는 주황 점 4개"/>
          <p:cNvSpPr/>
          <p:nvPr/>
        </p:nvSpPr>
        <p:spPr>
          <a:xfrm>
            <a:off x="1869948" y="2746121"/>
            <a:ext cx="27432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4-label3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4마리</a:t>
            </a:r>
            <a:endParaRPr lang="ko-KR" sz="2600" dirty="0"/>
          </a:p>
        </p:txBody>
      </p:sp>
      <p:sp>
        <p:nvSpPr>
          <p:cNvPr id="12" name="S04-dot37"/>
          <p:cNvSpPr/>
          <p:nvPr/>
        </p:nvSpPr>
        <p:spPr>
          <a:xfrm>
            <a:off x="8391906" y="2876423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dot38"/>
          <p:cNvSpPr/>
          <p:nvPr/>
        </p:nvSpPr>
        <p:spPr>
          <a:xfrm>
            <a:off x="9077706" y="2876423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figure39" descr="더 온 새를 나타내는 파란 점 2개"/>
          <p:cNvSpPr/>
          <p:nvPr/>
        </p:nvSpPr>
        <p:spPr>
          <a:xfrm>
            <a:off x="8261604" y="2746121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4-label40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온 2마리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 읽기</a:t>
            </a:r>
            <a:endParaRPr lang="ko-KR" sz="4400" dirty="0"/>
          </a:p>
        </p:txBody>
      </p:sp>
      <p:sp>
        <p:nvSpPr>
          <p:cNvPr id="3" name="S05-eqtext41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+ 2 = 5</a:t>
            </a:r>
            <a:endParaRPr lang="ko-KR" sz="3600" dirty="0"/>
          </a:p>
        </p:txBody>
      </p:sp>
      <p:sp>
        <p:nvSpPr>
          <p:cNvPr id="4" name="S05-stepno42"/>
          <p:cNvSpPr txBox="1"/>
          <p:nvPr/>
        </p:nvSpPr>
        <p:spPr>
          <a:xfrm>
            <a:off x="548640" y="3067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05-text43"/>
          <p:cNvSpPr txBox="1"/>
          <p:nvPr/>
        </p:nvSpPr>
        <p:spPr>
          <a:xfrm>
            <a:off x="1325880" y="3067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+는 ‘더하기’라고 읽어요.</a:t>
            </a:r>
            <a:endParaRPr lang="ko-KR" sz="3200" dirty="0"/>
          </a:p>
        </p:txBody>
      </p:sp>
      <p:sp>
        <p:nvSpPr>
          <p:cNvPr id="6" name="S05-stepno44"/>
          <p:cNvSpPr txBox="1"/>
          <p:nvPr/>
        </p:nvSpPr>
        <p:spPr>
          <a:xfrm>
            <a:off x="548640" y="3781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05-text45"/>
          <p:cNvSpPr txBox="1"/>
          <p:nvPr/>
        </p:nvSpPr>
        <p:spPr>
          <a:xfrm>
            <a:off x="1325880" y="3781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=는 ‘같아요’라고 읽어요.</a:t>
            </a:r>
            <a:endParaRPr lang="ko-KR" sz="3200" dirty="0"/>
          </a:p>
        </p:txBody>
      </p:sp>
      <p:sp>
        <p:nvSpPr>
          <p:cNvPr id="8" name="S05-stepno46"/>
          <p:cNvSpPr txBox="1"/>
          <p:nvPr/>
        </p:nvSpPr>
        <p:spPr>
          <a:xfrm>
            <a:off x="548640" y="4494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05-text47"/>
          <p:cNvSpPr txBox="1"/>
          <p:nvPr/>
        </p:nvSpPr>
        <p:spPr>
          <a:xfrm>
            <a:off x="1325880" y="44942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더하기 2는 5와 같아요.</a:t>
            </a:r>
            <a:endParaRPr lang="ko-KR" sz="3200" dirty="0"/>
          </a:p>
        </p:txBody>
      </p:sp>
      <p:sp>
        <p:nvSpPr>
          <p:cNvPr id="10" name="S05-stepno48"/>
          <p:cNvSpPr txBox="1"/>
          <p:nvPr/>
        </p:nvSpPr>
        <p:spPr>
          <a:xfrm>
            <a:off x="548640" y="5207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1" name="S05-text49"/>
          <p:cNvSpPr txBox="1"/>
          <p:nvPr/>
        </p:nvSpPr>
        <p:spPr>
          <a:xfrm>
            <a:off x="1325880" y="52075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2의 합은 5예요.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세어 더해요</a:t>
            </a:r>
            <a:endParaRPr lang="ko-KR" sz="4400" dirty="0"/>
          </a:p>
        </p:txBody>
      </p:sp>
      <p:sp>
        <p:nvSpPr>
          <p:cNvPr id="3" name="S06-eqtext5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+ 2 = □</a:t>
            </a:r>
            <a:endParaRPr lang="ko-KR" sz="3600" dirty="0"/>
          </a:p>
        </p:txBody>
      </p:sp>
      <p:sp>
        <p:nvSpPr>
          <p:cNvPr id="4" name="S06-line51"/>
          <p:cNvSpPr/>
          <p:nvPr/>
        </p:nvSpPr>
        <p:spPr>
          <a:xfrm>
            <a:off x="5878220" y="4845406"/>
            <a:ext cx="562493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06-line52"/>
          <p:cNvSpPr/>
          <p:nvPr/>
        </p:nvSpPr>
        <p:spPr>
          <a:xfrm>
            <a:off x="615254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6-label53"/>
          <p:cNvSpPr txBox="1"/>
          <p:nvPr/>
        </p:nvSpPr>
        <p:spPr>
          <a:xfrm>
            <a:off x="5695340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7" name="S06-line54"/>
          <p:cNvSpPr/>
          <p:nvPr/>
        </p:nvSpPr>
        <p:spPr>
          <a:xfrm>
            <a:off x="6716573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6-label55"/>
          <p:cNvSpPr txBox="1"/>
          <p:nvPr/>
        </p:nvSpPr>
        <p:spPr>
          <a:xfrm>
            <a:off x="6259373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line56"/>
          <p:cNvSpPr/>
          <p:nvPr/>
        </p:nvSpPr>
        <p:spPr>
          <a:xfrm>
            <a:off x="7280605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label57"/>
          <p:cNvSpPr txBox="1"/>
          <p:nvPr/>
        </p:nvSpPr>
        <p:spPr>
          <a:xfrm>
            <a:off x="6823405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6-line58"/>
          <p:cNvSpPr/>
          <p:nvPr/>
        </p:nvSpPr>
        <p:spPr>
          <a:xfrm>
            <a:off x="7844638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label59"/>
          <p:cNvSpPr txBox="1"/>
          <p:nvPr/>
        </p:nvSpPr>
        <p:spPr>
          <a:xfrm>
            <a:off x="7387438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6-line60"/>
          <p:cNvSpPr/>
          <p:nvPr/>
        </p:nvSpPr>
        <p:spPr>
          <a:xfrm>
            <a:off x="840867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6-label61"/>
          <p:cNvSpPr txBox="1"/>
          <p:nvPr/>
        </p:nvSpPr>
        <p:spPr>
          <a:xfrm>
            <a:off x="7951470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6-line62"/>
          <p:cNvSpPr/>
          <p:nvPr/>
        </p:nvSpPr>
        <p:spPr>
          <a:xfrm>
            <a:off x="897270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6-label63"/>
          <p:cNvSpPr txBox="1"/>
          <p:nvPr/>
        </p:nvSpPr>
        <p:spPr>
          <a:xfrm>
            <a:off x="8515502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7" name="S06-line64"/>
          <p:cNvSpPr/>
          <p:nvPr/>
        </p:nvSpPr>
        <p:spPr>
          <a:xfrm>
            <a:off x="9536735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label65"/>
          <p:cNvSpPr txBox="1"/>
          <p:nvPr/>
        </p:nvSpPr>
        <p:spPr>
          <a:xfrm>
            <a:off x="9079535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9" name="S06-line66"/>
          <p:cNvSpPr/>
          <p:nvPr/>
        </p:nvSpPr>
        <p:spPr>
          <a:xfrm>
            <a:off x="10100767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6-label67"/>
          <p:cNvSpPr txBox="1"/>
          <p:nvPr/>
        </p:nvSpPr>
        <p:spPr>
          <a:xfrm>
            <a:off x="9643567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21" name="S06-line68"/>
          <p:cNvSpPr/>
          <p:nvPr/>
        </p:nvSpPr>
        <p:spPr>
          <a:xfrm>
            <a:off x="1066480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6-label69"/>
          <p:cNvSpPr txBox="1"/>
          <p:nvPr/>
        </p:nvSpPr>
        <p:spPr>
          <a:xfrm>
            <a:off x="10207600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23" name="S06-line70"/>
          <p:cNvSpPr/>
          <p:nvPr/>
        </p:nvSpPr>
        <p:spPr>
          <a:xfrm>
            <a:off x="1122883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6-label71"/>
          <p:cNvSpPr txBox="1"/>
          <p:nvPr/>
        </p:nvSpPr>
        <p:spPr>
          <a:xfrm>
            <a:off x="10771632" y="5028286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25" name="S06-mark72"/>
          <p:cNvSpPr/>
          <p:nvPr/>
        </p:nvSpPr>
        <p:spPr>
          <a:xfrm>
            <a:off x="8881262" y="475396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6" name="S06-line73"/>
          <p:cNvSpPr/>
          <p:nvPr/>
        </p:nvSpPr>
        <p:spPr>
          <a:xfrm flipV="1">
            <a:off x="8972702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7" name="S06-line74"/>
          <p:cNvSpPr/>
          <p:nvPr/>
        </p:nvSpPr>
        <p:spPr>
          <a:xfrm>
            <a:off x="8972702" y="4461358"/>
            <a:ext cx="56403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8" name="S06-line75"/>
          <p:cNvSpPr/>
          <p:nvPr/>
        </p:nvSpPr>
        <p:spPr>
          <a:xfrm flipV="1">
            <a:off x="9536735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9" name="S06-line76"/>
          <p:cNvSpPr/>
          <p:nvPr/>
        </p:nvSpPr>
        <p:spPr>
          <a:xfrm>
            <a:off x="9536735" y="4461358"/>
            <a:ext cx="56403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06-figure77" descr="0부터 9까지 수직선에서 5에서 6, 7로 두 번 뛰어가는 화살표"/>
          <p:cNvSpPr/>
          <p:nvPr/>
        </p:nvSpPr>
        <p:spPr>
          <a:xfrm>
            <a:off x="5878220" y="4662526"/>
            <a:ext cx="562493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06-stepno78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2" name="S06-text79"/>
          <p:cNvSpPr txBox="1"/>
          <p:nvPr/>
        </p:nvSpPr>
        <p:spPr>
          <a:xfrm>
            <a:off x="1325880" y="3424428"/>
            <a:ext cx="4049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수 5를 말해요.</a:t>
            </a:r>
            <a:endParaRPr lang="ko-KR" sz="3200" dirty="0"/>
          </a:p>
        </p:txBody>
      </p:sp>
      <p:sp>
        <p:nvSpPr>
          <p:cNvPr id="33" name="S06-stepno80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4" name="S06-text81"/>
          <p:cNvSpPr txBox="1"/>
          <p:nvPr/>
        </p:nvSpPr>
        <p:spPr>
          <a:xfrm>
            <a:off x="1325880" y="4137660"/>
            <a:ext cx="4049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2만큼 이어 세요: 6, 7</a:t>
            </a:r>
            <a:endParaRPr lang="ko-KR" sz="3200" dirty="0"/>
          </a:p>
        </p:txBody>
      </p:sp>
      <p:sp>
        <p:nvSpPr>
          <p:cNvPr id="35" name="S06-stepno82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6" name="S06-text83"/>
          <p:cNvSpPr txBox="1"/>
          <p:nvPr/>
        </p:nvSpPr>
        <p:spPr>
          <a:xfrm>
            <a:off x="1325880" y="4850892"/>
            <a:ext cx="4049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+ 2 = 7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덧셈식으로 나타내요</a:t>
            </a:r>
            <a:endParaRPr lang="ko-KR" sz="4400" dirty="0"/>
          </a:p>
        </p:txBody>
      </p:sp>
      <p:sp>
        <p:nvSpPr>
          <p:cNvPr id="3" name="S07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보고 덧셈식을 말해요.</a:t>
            </a:r>
            <a:endParaRPr lang="ko-KR" sz="3200" dirty="0"/>
          </a:p>
        </p:txBody>
      </p:sp>
      <p:sp>
        <p:nvSpPr>
          <p:cNvPr id="4" name="S07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몇 개, 오른쪽 몇 개, 모두 몇 개?</a:t>
            </a:r>
            <a:endParaRPr lang="ko-KR" sz="3200" dirty="0"/>
          </a:p>
        </p:txBody>
      </p:sp>
      <p:sp>
        <p:nvSpPr>
          <p:cNvPr id="6" name="S07-chip8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cell88"/>
          <p:cNvSpPr/>
          <p:nvPr/>
        </p:nvSpPr>
        <p:spPr>
          <a:xfrm>
            <a:off x="1344168" y="20802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dot89"/>
          <p:cNvSpPr/>
          <p:nvPr/>
        </p:nvSpPr>
        <p:spPr>
          <a:xfrm>
            <a:off x="1410233" y="214632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7-cell90"/>
          <p:cNvSpPr/>
          <p:nvPr/>
        </p:nvSpPr>
        <p:spPr>
          <a:xfrm>
            <a:off x="1732788" y="20802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dot91"/>
          <p:cNvSpPr/>
          <p:nvPr/>
        </p:nvSpPr>
        <p:spPr>
          <a:xfrm>
            <a:off x="1798853" y="214632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7-cell92"/>
          <p:cNvSpPr/>
          <p:nvPr/>
        </p:nvSpPr>
        <p:spPr>
          <a:xfrm>
            <a:off x="2121408" y="20802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cell93"/>
          <p:cNvSpPr/>
          <p:nvPr/>
        </p:nvSpPr>
        <p:spPr>
          <a:xfrm>
            <a:off x="2510028" y="20802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7-cell94"/>
          <p:cNvSpPr/>
          <p:nvPr/>
        </p:nvSpPr>
        <p:spPr>
          <a:xfrm>
            <a:off x="2898648" y="20802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7-cell95"/>
          <p:cNvSpPr/>
          <p:nvPr/>
        </p:nvSpPr>
        <p:spPr>
          <a:xfrm>
            <a:off x="1344168" y="24688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7-cell96"/>
          <p:cNvSpPr/>
          <p:nvPr/>
        </p:nvSpPr>
        <p:spPr>
          <a:xfrm>
            <a:off x="1732788" y="24688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cell97"/>
          <p:cNvSpPr/>
          <p:nvPr/>
        </p:nvSpPr>
        <p:spPr>
          <a:xfrm>
            <a:off x="2121408" y="24688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cell98"/>
          <p:cNvSpPr/>
          <p:nvPr/>
        </p:nvSpPr>
        <p:spPr>
          <a:xfrm>
            <a:off x="2510028" y="24688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cell99"/>
          <p:cNvSpPr/>
          <p:nvPr/>
        </p:nvSpPr>
        <p:spPr>
          <a:xfrm>
            <a:off x="2898648" y="24688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figure100" descr="1개의 십 칸 틀 중 1번째: 모두 2개"/>
          <p:cNvSpPr/>
          <p:nvPr/>
        </p:nvSpPr>
        <p:spPr>
          <a:xfrm>
            <a:off x="1344168" y="2080260"/>
            <a:ext cx="194310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7-cell101"/>
          <p:cNvSpPr/>
          <p:nvPr/>
        </p:nvSpPr>
        <p:spPr>
          <a:xfrm>
            <a:off x="3607308" y="20802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7-dot102"/>
          <p:cNvSpPr/>
          <p:nvPr/>
        </p:nvSpPr>
        <p:spPr>
          <a:xfrm>
            <a:off x="3673373" y="214632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7-cell103"/>
          <p:cNvSpPr/>
          <p:nvPr/>
        </p:nvSpPr>
        <p:spPr>
          <a:xfrm>
            <a:off x="3995928" y="20802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dot104"/>
          <p:cNvSpPr/>
          <p:nvPr/>
        </p:nvSpPr>
        <p:spPr>
          <a:xfrm>
            <a:off x="4061993" y="214632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7-cell105"/>
          <p:cNvSpPr/>
          <p:nvPr/>
        </p:nvSpPr>
        <p:spPr>
          <a:xfrm>
            <a:off x="4384548" y="20802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7-dot106"/>
          <p:cNvSpPr/>
          <p:nvPr/>
        </p:nvSpPr>
        <p:spPr>
          <a:xfrm>
            <a:off x="4450613" y="214632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7-cell107"/>
          <p:cNvSpPr/>
          <p:nvPr/>
        </p:nvSpPr>
        <p:spPr>
          <a:xfrm>
            <a:off x="4773168" y="20802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dot108"/>
          <p:cNvSpPr/>
          <p:nvPr/>
        </p:nvSpPr>
        <p:spPr>
          <a:xfrm>
            <a:off x="4839233" y="214632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7-cell109"/>
          <p:cNvSpPr/>
          <p:nvPr/>
        </p:nvSpPr>
        <p:spPr>
          <a:xfrm>
            <a:off x="5161788" y="20802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7-cell110"/>
          <p:cNvSpPr/>
          <p:nvPr/>
        </p:nvSpPr>
        <p:spPr>
          <a:xfrm>
            <a:off x="3607308" y="24688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cell111"/>
          <p:cNvSpPr/>
          <p:nvPr/>
        </p:nvSpPr>
        <p:spPr>
          <a:xfrm>
            <a:off x="3995928" y="24688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7-cell112"/>
          <p:cNvSpPr/>
          <p:nvPr/>
        </p:nvSpPr>
        <p:spPr>
          <a:xfrm>
            <a:off x="4384548" y="24688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7-cell113"/>
          <p:cNvSpPr/>
          <p:nvPr/>
        </p:nvSpPr>
        <p:spPr>
          <a:xfrm>
            <a:off x="4773168" y="24688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7-cell114"/>
          <p:cNvSpPr/>
          <p:nvPr/>
        </p:nvSpPr>
        <p:spPr>
          <a:xfrm>
            <a:off x="5161788" y="24688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7-figure115" descr="1개의 십 칸 틀 중 1번째: 모두 4개"/>
          <p:cNvSpPr/>
          <p:nvPr/>
        </p:nvSpPr>
        <p:spPr>
          <a:xfrm>
            <a:off x="3607308" y="2080260"/>
            <a:ext cx="194310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07-chip11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6" name="S07-cell117"/>
          <p:cNvSpPr/>
          <p:nvPr/>
        </p:nvSpPr>
        <p:spPr>
          <a:xfrm>
            <a:off x="1344168" y="31775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7-dot118"/>
          <p:cNvSpPr/>
          <p:nvPr/>
        </p:nvSpPr>
        <p:spPr>
          <a:xfrm>
            <a:off x="1410233" y="324360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7-cell119"/>
          <p:cNvSpPr/>
          <p:nvPr/>
        </p:nvSpPr>
        <p:spPr>
          <a:xfrm>
            <a:off x="1732788" y="31775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7-dot120"/>
          <p:cNvSpPr/>
          <p:nvPr/>
        </p:nvSpPr>
        <p:spPr>
          <a:xfrm>
            <a:off x="1798853" y="324360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7-cell121"/>
          <p:cNvSpPr/>
          <p:nvPr/>
        </p:nvSpPr>
        <p:spPr>
          <a:xfrm>
            <a:off x="2121408" y="31775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7-dot122"/>
          <p:cNvSpPr/>
          <p:nvPr/>
        </p:nvSpPr>
        <p:spPr>
          <a:xfrm>
            <a:off x="2187473" y="324360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7-cell123"/>
          <p:cNvSpPr/>
          <p:nvPr/>
        </p:nvSpPr>
        <p:spPr>
          <a:xfrm>
            <a:off x="2510028" y="31775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7-dot124"/>
          <p:cNvSpPr/>
          <p:nvPr/>
        </p:nvSpPr>
        <p:spPr>
          <a:xfrm>
            <a:off x="2576093" y="324360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7-cell125"/>
          <p:cNvSpPr/>
          <p:nvPr/>
        </p:nvSpPr>
        <p:spPr>
          <a:xfrm>
            <a:off x="2898648" y="31775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7-dot126"/>
          <p:cNvSpPr/>
          <p:nvPr/>
        </p:nvSpPr>
        <p:spPr>
          <a:xfrm>
            <a:off x="2964713" y="324360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7-cell127"/>
          <p:cNvSpPr/>
          <p:nvPr/>
        </p:nvSpPr>
        <p:spPr>
          <a:xfrm>
            <a:off x="1344168" y="35661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7-cell128"/>
          <p:cNvSpPr/>
          <p:nvPr/>
        </p:nvSpPr>
        <p:spPr>
          <a:xfrm>
            <a:off x="1732788" y="35661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7-cell129"/>
          <p:cNvSpPr/>
          <p:nvPr/>
        </p:nvSpPr>
        <p:spPr>
          <a:xfrm>
            <a:off x="2121408" y="35661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7-cell130"/>
          <p:cNvSpPr/>
          <p:nvPr/>
        </p:nvSpPr>
        <p:spPr>
          <a:xfrm>
            <a:off x="2510028" y="35661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7-cell131"/>
          <p:cNvSpPr/>
          <p:nvPr/>
        </p:nvSpPr>
        <p:spPr>
          <a:xfrm>
            <a:off x="2898648" y="35661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7-figure132" descr="1개의 십 칸 틀 중 1번째: 모두 5개"/>
          <p:cNvSpPr/>
          <p:nvPr/>
        </p:nvSpPr>
        <p:spPr>
          <a:xfrm>
            <a:off x="1344168" y="3177540"/>
            <a:ext cx="194310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2" name="S07-cell133"/>
          <p:cNvSpPr/>
          <p:nvPr/>
        </p:nvSpPr>
        <p:spPr>
          <a:xfrm>
            <a:off x="3607308" y="31775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7-dot134"/>
          <p:cNvSpPr/>
          <p:nvPr/>
        </p:nvSpPr>
        <p:spPr>
          <a:xfrm>
            <a:off x="3673373" y="324360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7-cell135"/>
          <p:cNvSpPr/>
          <p:nvPr/>
        </p:nvSpPr>
        <p:spPr>
          <a:xfrm>
            <a:off x="3995928" y="31775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7-dot136"/>
          <p:cNvSpPr/>
          <p:nvPr/>
        </p:nvSpPr>
        <p:spPr>
          <a:xfrm>
            <a:off x="4061993" y="324360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7-cell137"/>
          <p:cNvSpPr/>
          <p:nvPr/>
        </p:nvSpPr>
        <p:spPr>
          <a:xfrm>
            <a:off x="4384548" y="31775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7-dot138"/>
          <p:cNvSpPr/>
          <p:nvPr/>
        </p:nvSpPr>
        <p:spPr>
          <a:xfrm>
            <a:off x="4450613" y="324360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7-cell139"/>
          <p:cNvSpPr/>
          <p:nvPr/>
        </p:nvSpPr>
        <p:spPr>
          <a:xfrm>
            <a:off x="4773168" y="31775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7-cell140"/>
          <p:cNvSpPr/>
          <p:nvPr/>
        </p:nvSpPr>
        <p:spPr>
          <a:xfrm>
            <a:off x="5161788" y="31775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7-cell141"/>
          <p:cNvSpPr/>
          <p:nvPr/>
        </p:nvSpPr>
        <p:spPr>
          <a:xfrm>
            <a:off x="3607308" y="35661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7-cell142"/>
          <p:cNvSpPr/>
          <p:nvPr/>
        </p:nvSpPr>
        <p:spPr>
          <a:xfrm>
            <a:off x="3995928" y="35661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7-cell143"/>
          <p:cNvSpPr/>
          <p:nvPr/>
        </p:nvSpPr>
        <p:spPr>
          <a:xfrm>
            <a:off x="4384548" y="35661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7-cell144"/>
          <p:cNvSpPr/>
          <p:nvPr/>
        </p:nvSpPr>
        <p:spPr>
          <a:xfrm>
            <a:off x="4773168" y="35661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7-cell145"/>
          <p:cNvSpPr/>
          <p:nvPr/>
        </p:nvSpPr>
        <p:spPr>
          <a:xfrm>
            <a:off x="5161788" y="356616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7-figure146" descr="1개의 십 칸 틀 중 1번째: 모두 3개"/>
          <p:cNvSpPr/>
          <p:nvPr/>
        </p:nvSpPr>
        <p:spPr>
          <a:xfrm>
            <a:off x="3607308" y="3177540"/>
            <a:ext cx="194310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6" name="S07-chip14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67" name="S07-cell148"/>
          <p:cNvSpPr/>
          <p:nvPr/>
        </p:nvSpPr>
        <p:spPr>
          <a:xfrm>
            <a:off x="1344168" y="427482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7-dot149"/>
          <p:cNvSpPr/>
          <p:nvPr/>
        </p:nvSpPr>
        <p:spPr>
          <a:xfrm>
            <a:off x="1410233" y="434088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9" name="S07-cell150"/>
          <p:cNvSpPr/>
          <p:nvPr/>
        </p:nvSpPr>
        <p:spPr>
          <a:xfrm>
            <a:off x="1732788" y="427482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7-cell151"/>
          <p:cNvSpPr/>
          <p:nvPr/>
        </p:nvSpPr>
        <p:spPr>
          <a:xfrm>
            <a:off x="2121408" y="427482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7-cell152"/>
          <p:cNvSpPr/>
          <p:nvPr/>
        </p:nvSpPr>
        <p:spPr>
          <a:xfrm>
            <a:off x="2510028" y="427482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7-cell153"/>
          <p:cNvSpPr/>
          <p:nvPr/>
        </p:nvSpPr>
        <p:spPr>
          <a:xfrm>
            <a:off x="2898648" y="427482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7-cell154"/>
          <p:cNvSpPr/>
          <p:nvPr/>
        </p:nvSpPr>
        <p:spPr>
          <a:xfrm>
            <a:off x="1344168" y="46634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7-cell155"/>
          <p:cNvSpPr/>
          <p:nvPr/>
        </p:nvSpPr>
        <p:spPr>
          <a:xfrm>
            <a:off x="1732788" y="46634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7-cell156"/>
          <p:cNvSpPr/>
          <p:nvPr/>
        </p:nvSpPr>
        <p:spPr>
          <a:xfrm>
            <a:off x="2121408" y="46634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7-cell157"/>
          <p:cNvSpPr/>
          <p:nvPr/>
        </p:nvSpPr>
        <p:spPr>
          <a:xfrm>
            <a:off x="2510028" y="46634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7-cell158"/>
          <p:cNvSpPr/>
          <p:nvPr/>
        </p:nvSpPr>
        <p:spPr>
          <a:xfrm>
            <a:off x="2898648" y="46634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7-figure159" descr="1개의 십 칸 틀 중 1번째: 모두 1개"/>
          <p:cNvSpPr/>
          <p:nvPr/>
        </p:nvSpPr>
        <p:spPr>
          <a:xfrm>
            <a:off x="1344168" y="4274820"/>
            <a:ext cx="194310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9" name="S07-cell160"/>
          <p:cNvSpPr/>
          <p:nvPr/>
        </p:nvSpPr>
        <p:spPr>
          <a:xfrm>
            <a:off x="3607308" y="427482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7-dot161"/>
          <p:cNvSpPr/>
          <p:nvPr/>
        </p:nvSpPr>
        <p:spPr>
          <a:xfrm>
            <a:off x="3673373" y="434088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7-cell162"/>
          <p:cNvSpPr/>
          <p:nvPr/>
        </p:nvSpPr>
        <p:spPr>
          <a:xfrm>
            <a:off x="3995928" y="427482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7-dot163"/>
          <p:cNvSpPr/>
          <p:nvPr/>
        </p:nvSpPr>
        <p:spPr>
          <a:xfrm>
            <a:off x="4061993" y="434088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3" name="S07-cell164"/>
          <p:cNvSpPr/>
          <p:nvPr/>
        </p:nvSpPr>
        <p:spPr>
          <a:xfrm>
            <a:off x="4384548" y="427482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7-dot165"/>
          <p:cNvSpPr/>
          <p:nvPr/>
        </p:nvSpPr>
        <p:spPr>
          <a:xfrm>
            <a:off x="4450613" y="434088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5" name="S07-cell166"/>
          <p:cNvSpPr/>
          <p:nvPr/>
        </p:nvSpPr>
        <p:spPr>
          <a:xfrm>
            <a:off x="4773168" y="427482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7-dot167"/>
          <p:cNvSpPr/>
          <p:nvPr/>
        </p:nvSpPr>
        <p:spPr>
          <a:xfrm>
            <a:off x="4839233" y="434088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7" name="S07-cell168"/>
          <p:cNvSpPr/>
          <p:nvPr/>
        </p:nvSpPr>
        <p:spPr>
          <a:xfrm>
            <a:off x="5161788" y="427482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7-dot169"/>
          <p:cNvSpPr/>
          <p:nvPr/>
        </p:nvSpPr>
        <p:spPr>
          <a:xfrm>
            <a:off x="5227853" y="434088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9" name="S07-cell170"/>
          <p:cNvSpPr/>
          <p:nvPr/>
        </p:nvSpPr>
        <p:spPr>
          <a:xfrm>
            <a:off x="3607308" y="46634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7-dot171"/>
          <p:cNvSpPr/>
          <p:nvPr/>
        </p:nvSpPr>
        <p:spPr>
          <a:xfrm>
            <a:off x="3673373" y="472950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1" name="S07-cell172"/>
          <p:cNvSpPr/>
          <p:nvPr/>
        </p:nvSpPr>
        <p:spPr>
          <a:xfrm>
            <a:off x="3995928" y="46634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7-cell173"/>
          <p:cNvSpPr/>
          <p:nvPr/>
        </p:nvSpPr>
        <p:spPr>
          <a:xfrm>
            <a:off x="4384548" y="46634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07-cell174"/>
          <p:cNvSpPr/>
          <p:nvPr/>
        </p:nvSpPr>
        <p:spPr>
          <a:xfrm>
            <a:off x="4773168" y="46634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07-cell175"/>
          <p:cNvSpPr/>
          <p:nvPr/>
        </p:nvSpPr>
        <p:spPr>
          <a:xfrm>
            <a:off x="5161788" y="466344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5" name="S07-figure176" descr="1개의 십 칸 틀 중 1번째: 모두 6개"/>
          <p:cNvSpPr/>
          <p:nvPr/>
        </p:nvSpPr>
        <p:spPr>
          <a:xfrm>
            <a:off x="3607308" y="4274820"/>
            <a:ext cx="194310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덧셈을 해 봐요</a:t>
            </a:r>
            <a:endParaRPr lang="ko-KR" sz="4400" dirty="0"/>
          </a:p>
        </p:txBody>
      </p:sp>
      <p:sp>
        <p:nvSpPr>
          <p:cNvPr id="3" name="S08-card1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1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모으거나 이어 세어요.</a:t>
            </a:r>
            <a:endParaRPr lang="ko-KR" sz="3200" dirty="0"/>
          </a:p>
        </p:txBody>
      </p:sp>
      <p:sp>
        <p:nvSpPr>
          <p:cNvPr id="5" name="S08-chip17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8-eqtext18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+ 4 = □</a:t>
            </a:r>
            <a:endParaRPr lang="ko-KR" sz="3600" dirty="0"/>
          </a:p>
        </p:txBody>
      </p:sp>
      <p:sp>
        <p:nvSpPr>
          <p:cNvPr id="7" name="S08-chip18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eqtext182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+ 2 = □</a:t>
            </a:r>
            <a:endParaRPr lang="ko-KR" sz="3600" dirty="0"/>
          </a:p>
        </p:txBody>
      </p:sp>
      <p:sp>
        <p:nvSpPr>
          <p:cNvPr id="9" name="S08-chip183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8-eqtext184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+ 7 = □</a:t>
            </a:r>
            <a:endParaRPr lang="ko-KR" sz="3600" dirty="0"/>
          </a:p>
        </p:txBody>
      </p:sp>
      <p:sp>
        <p:nvSpPr>
          <p:cNvPr id="11" name="S08-chip185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8-eqtext186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+ 0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9-card18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8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+ 3을 이어 세었어요.</a:t>
            </a:r>
            <a:endParaRPr lang="ko-KR" sz="3200" dirty="0"/>
          </a:p>
        </p:txBody>
      </p:sp>
      <p:sp>
        <p:nvSpPr>
          <p:cNvPr id="5" name="S09-card1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9-chip19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7</a:t>
            </a:r>
            <a:endParaRPr lang="ko-KR" sz="2600" dirty="0"/>
          </a:p>
        </p:txBody>
      </p:sp>
      <p:sp>
        <p:nvSpPr>
          <p:cNvPr id="8" name="S09-text19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“5, 6, 7”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5부터 손가락을 폈어요.</a:t>
            </a:r>
            <a:endParaRPr lang="ko-KR" sz="3200" dirty="0"/>
          </a:p>
        </p:txBody>
      </p:sp>
      <p:sp>
        <p:nvSpPr>
          <p:cNvPr id="9" name="S09-chip19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8</a:t>
            </a:r>
            <a:endParaRPr lang="ko-KR" sz="2600" dirty="0"/>
          </a:p>
        </p:txBody>
      </p:sp>
      <p:sp>
        <p:nvSpPr>
          <p:cNvPr id="10" name="S09-text19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“5! 6, 7, 8”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6부터 손가락을 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 계산해요.</a:t>
            </a:r>
            <a:endParaRPr lang="ko-KR" sz="3200" dirty="0"/>
          </a:p>
        </p:txBody>
      </p:sp>
      <p:sp>
        <p:nvSpPr>
          <p:cNvPr id="4" name="S10-chip19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19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3개와 배 4개는 모두 몇 개?</a:t>
            </a:r>
            <a:endParaRPr lang="ko-KR" sz="3200" dirty="0"/>
          </a:p>
        </p:txBody>
      </p:sp>
      <p:sp>
        <p:nvSpPr>
          <p:cNvPr id="6" name="S10-chip19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eqtext19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+ 5 = □</a:t>
            </a:r>
            <a:endParaRPr lang="ko-KR" sz="3600" dirty="0"/>
          </a:p>
        </p:txBody>
      </p:sp>
      <p:sp>
        <p:nvSpPr>
          <p:cNvPr id="8" name="S10-chip20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eqtext20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1-card2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바둑돌로 다시 모아 보게 하세요.</a:t>
            </a:r>
            <a:endParaRPr lang="ko-KR" sz="3200" dirty="0"/>
          </a:p>
        </p:txBody>
      </p:sp>
      <p:sp>
        <p:nvSpPr>
          <p:cNvPr id="5" name="S11-chip20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205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 + 4 = 7</a:t>
            </a:r>
            <a:endParaRPr lang="ko-KR" sz="3200" dirty="0"/>
          </a:p>
        </p:txBody>
      </p:sp>
      <p:sp>
        <p:nvSpPr>
          <p:cNvPr id="7" name="S11-text206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7개</a:t>
            </a:r>
            <a:endParaRPr lang="ko-KR" sz="2600" dirty="0"/>
          </a:p>
        </p:txBody>
      </p:sp>
      <p:sp>
        <p:nvSpPr>
          <p:cNvPr id="8" name="S11-text207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</a:t>
            </a:r>
            <a:endParaRPr lang="ko-KR" sz="3200" dirty="0"/>
          </a:p>
        </p:txBody>
      </p:sp>
      <p:sp>
        <p:nvSpPr>
          <p:cNvPr id="9" name="S11-text208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5에서 이어 세기</a:t>
            </a:r>
            <a:endParaRPr lang="ko-KR" sz="2600" dirty="0"/>
          </a:p>
        </p:txBody>
      </p:sp>
      <p:sp>
        <p:nvSpPr>
          <p:cNvPr id="10" name="S11-text209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</a:t>
            </a:r>
            <a:endParaRPr lang="ko-KR" sz="3200" dirty="0"/>
          </a:p>
        </p:txBody>
      </p:sp>
      <p:sp>
        <p:nvSpPr>
          <p:cNvPr id="11" name="S11-text210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4에서 이어 세기</a:t>
            </a:r>
            <a:endParaRPr lang="ko-KR" sz="2600" dirty="0"/>
          </a:p>
        </p:txBody>
      </p:sp>
      <p:sp>
        <p:nvSpPr>
          <p:cNvPr id="12" name="S11-chip21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21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 4 7</a:t>
            </a:r>
            <a:endParaRPr lang="ko-KR" sz="3200" dirty="0"/>
          </a:p>
        </p:txBody>
      </p:sp>
      <p:sp>
        <p:nvSpPr>
          <p:cNvPr id="14" name="S11-text21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+와 =를 안 씀</a:t>
            </a:r>
            <a:endParaRPr lang="ko-KR" sz="2600" dirty="0"/>
          </a:p>
        </p:txBody>
      </p:sp>
      <p:sp>
        <p:nvSpPr>
          <p:cNvPr id="15" name="S11-text21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</a:t>
            </a:r>
            <a:endParaRPr lang="ko-KR" sz="3200" dirty="0"/>
          </a:p>
        </p:txBody>
      </p:sp>
      <p:sp>
        <p:nvSpPr>
          <p:cNvPr id="16" name="S11-text21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수를 다시 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덧셈식은?</a:t>
            </a:r>
            <a:endParaRPr lang="ko-KR" sz="4400" dirty="0"/>
          </a:p>
        </p:txBody>
      </p:sp>
      <p:sp>
        <p:nvSpPr>
          <p:cNvPr id="3" name="S12-text2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2마리가 있는데 4마리가 더 왔어요.</a:t>
            </a:r>
            <a:endParaRPr lang="ko-KR" sz="3200" dirty="0"/>
          </a:p>
        </p:txBody>
      </p:sp>
      <p:sp>
        <p:nvSpPr>
          <p:cNvPr id="4" name="S12-card2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2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2-chip21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22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22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+ 4 = 6</a:t>
            </a:r>
            <a:endParaRPr lang="ko-KR" sz="3200" dirty="0"/>
          </a:p>
        </p:txBody>
      </p:sp>
      <p:sp>
        <p:nvSpPr>
          <p:cNvPr id="9" name="S12-chip22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22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22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+ 1 = 5</a:t>
            </a:r>
            <a:endParaRPr lang="ko-KR" sz="3200" dirty="0"/>
          </a:p>
        </p:txBody>
      </p:sp>
      <p:sp>
        <p:nvSpPr>
          <p:cNvPr id="12" name="S12-chip22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22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22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+ 5 = 7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22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22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개인지 구할 때 덧셈을 해요.</a:t>
            </a:r>
            <a:endParaRPr lang="ko-KR" sz="3200" dirty="0"/>
          </a:p>
        </p:txBody>
      </p:sp>
      <p:sp>
        <p:nvSpPr>
          <p:cNvPr id="5" name="S13-chip23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앞의 수에서 이어 세기</a:t>
            </a:r>
            <a:endParaRPr lang="ko-KR" sz="2600" dirty="0"/>
          </a:p>
        </p:txBody>
      </p:sp>
      <p:sp>
        <p:nvSpPr>
          <p:cNvPr id="6" name="S13-chip23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앞의 수를 다시 세기</a:t>
            </a:r>
            <a:endParaRPr lang="ko-KR" sz="2600" dirty="0"/>
          </a:p>
        </p:txBody>
      </p:sp>
      <p:sp>
        <p:nvSpPr>
          <p:cNvPr id="7" name="S13-text23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eqtext23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 + 6 = □</a:t>
            </a:r>
            <a:endParaRPr lang="ko-KR" sz="3000" dirty="0"/>
          </a:p>
        </p:txBody>
      </p:sp>
      <p:sp>
        <p:nvSpPr>
          <p:cNvPr id="9" name="S13-eqtext23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 + 5 = □</a:t>
            </a:r>
            <a:endParaRPr lang="ko-KR" sz="3000" dirty="0"/>
          </a:p>
        </p:txBody>
      </p:sp>
      <p:sp>
        <p:nvSpPr>
          <p:cNvPr id="10" name="S13-eqtext23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 + 0 = □</a:t>
            </a:r>
            <a:endParaRPr lang="ko-KR" sz="3000" dirty="0"/>
          </a:p>
        </p:txBody>
      </p:sp>
      <p:sp>
        <p:nvSpPr>
          <p:cNvPr id="11" name="S13-text23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뺄셈의 뜻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두 접시 모으기</a:t>
            </a:r>
            <a:endParaRPr lang="ko-KR" sz="4400" dirty="0"/>
          </a:p>
        </p:txBody>
      </p:sp>
      <p:sp>
        <p:nvSpPr>
          <p:cNvPr id="3" name="S14-text2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접시의 돌을 한 접시에 모아요.</a:t>
            </a:r>
            <a:endParaRPr lang="ko-KR" sz="3200" dirty="0"/>
          </a:p>
        </p:txBody>
      </p:sp>
      <p:sp>
        <p:nvSpPr>
          <p:cNvPr id="4" name="S14-card2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2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3을 모으면 6이에요.</a:t>
            </a:r>
            <a:endParaRPr lang="ko-KR" sz="3200" dirty="0"/>
          </a:p>
        </p:txBody>
      </p:sp>
      <p:sp>
        <p:nvSpPr>
          <p:cNvPr id="6" name="S14-dot240"/>
          <p:cNvSpPr/>
          <p:nvPr/>
        </p:nvSpPr>
        <p:spPr>
          <a:xfrm>
            <a:off x="23431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4-dot241"/>
          <p:cNvSpPr/>
          <p:nvPr/>
        </p:nvSpPr>
        <p:spPr>
          <a:xfrm>
            <a:off x="30289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4-dot242"/>
          <p:cNvSpPr/>
          <p:nvPr/>
        </p:nvSpPr>
        <p:spPr>
          <a:xfrm>
            <a:off x="37147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4-figure243" descr="주황 점 3개"/>
          <p:cNvSpPr/>
          <p:nvPr/>
        </p:nvSpPr>
        <p:spPr>
          <a:xfrm>
            <a:off x="2212848" y="2963799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14-label244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1" name="S14-dot245"/>
          <p:cNvSpPr/>
          <p:nvPr/>
        </p:nvSpPr>
        <p:spPr>
          <a:xfrm>
            <a:off x="80490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4-dot246"/>
          <p:cNvSpPr/>
          <p:nvPr/>
        </p:nvSpPr>
        <p:spPr>
          <a:xfrm>
            <a:off x="87348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dot247"/>
          <p:cNvSpPr/>
          <p:nvPr/>
        </p:nvSpPr>
        <p:spPr>
          <a:xfrm>
            <a:off x="94206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figure248" descr="파란 점 3개"/>
          <p:cNvSpPr/>
          <p:nvPr/>
        </p:nvSpPr>
        <p:spPr>
          <a:xfrm>
            <a:off x="7918704" y="2963799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4-label249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덧셈의 뜻</dc:title>
  <dc:subject>KR22-G01-MAT-ADD-L01</dc:subject>
  <dc:creator>education-ppt</dc:creator>
  <cp:lastModifiedBy>education-ppt</cp:lastModifiedBy>
  <cp:revision>1</cp:revision>
  <dcterms:created xsi:type="dcterms:W3CDTF">2026-10-26T06:38:01Z</dcterms:created>
  <dcterms:modified xsi:type="dcterms:W3CDTF">2026-10-26T06:38:01Z</dcterms:modified>
</cp:coreProperties>
</file>