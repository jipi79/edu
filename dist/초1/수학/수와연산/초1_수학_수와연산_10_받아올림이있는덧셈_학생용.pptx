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c1b3f81-1ae6-2d01-4ef9-aee950d08453}">
          <p14:sldIdLst>
            <p14:sldId id="256"/>
            <p14:sldId id="257"/>
          </p14:sldIdLst>
        </p14:section>
        <p14:section name="개념" id="{063be2cd-ff08-3f64-0fd1-3a02e30efcba}">
          <p14:sldIdLst>
            <p14:sldId id="258"/>
            <p14:sldId id="259"/>
            <p14:sldId id="260"/>
          </p14:sldIdLst>
        </p14:section>
        <p14:section name="연습" id="{76290169-731c-23f2-4637-a174658de239}">
          <p14:sldIdLst>
            <p14:sldId id="261"/>
            <p14:sldId id="262"/>
            <p14:sldId id="263"/>
          </p14:sldIdLst>
        </p14:section>
        <p14:section name="확인" id="{8f699d52-2e1f-3a92-13d9-8309af754dfd}">
          <p14:sldIdLst>
            <p14:sldId id="264"/>
            <p14:sldId id="265"/>
          </p14:sldIdLst>
        </p14:section>
        <p14:section name="정리" id="{1509adbc-173d-5a3a-546c-8c4f0b71afb3}">
          <p14:sldIdLst>
            <p14:sldId id="266"/>
          </p14:sldIdLst>
        </p14:section>
        <p14:section name="보충" id="{0e7154e0-a7af-b3d6-151d-5e925aa2f14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10차시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받아올림이 있는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받아올림이 있는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받아올림이 있는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받아올림이 있는 덧셈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+ 5는 얼마일까?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68096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774236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04214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10355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840333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46473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876452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825926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912571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187114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768096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7742362" y="2164522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04214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8103550" y="2164522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840333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dot16"/>
          <p:cNvSpPr/>
          <p:nvPr/>
        </p:nvSpPr>
        <p:spPr>
          <a:xfrm>
            <a:off x="8464738" y="2164522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876452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cell18"/>
          <p:cNvSpPr/>
          <p:nvPr/>
        </p:nvSpPr>
        <p:spPr>
          <a:xfrm>
            <a:off x="912571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1-figure19" descr="1개의 십 칸 틀 중 1번째: 모두 8개"/>
          <p:cNvSpPr/>
          <p:nvPr/>
        </p:nvSpPr>
        <p:spPr>
          <a:xfrm>
            <a:off x="768096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1-cell20"/>
          <p:cNvSpPr/>
          <p:nvPr/>
        </p:nvSpPr>
        <p:spPr>
          <a:xfrm>
            <a:off x="980694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dot21"/>
          <p:cNvSpPr/>
          <p:nvPr/>
        </p:nvSpPr>
        <p:spPr>
          <a:xfrm>
            <a:off x="986834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1-cell22"/>
          <p:cNvSpPr/>
          <p:nvPr/>
        </p:nvSpPr>
        <p:spPr>
          <a:xfrm>
            <a:off x="1016812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dot23"/>
          <p:cNvSpPr/>
          <p:nvPr/>
        </p:nvSpPr>
        <p:spPr>
          <a:xfrm>
            <a:off x="1022953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1052931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dot25"/>
          <p:cNvSpPr/>
          <p:nvPr/>
        </p:nvSpPr>
        <p:spPr>
          <a:xfrm>
            <a:off x="1059071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1089050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dot27"/>
          <p:cNvSpPr/>
          <p:nvPr/>
        </p:nvSpPr>
        <p:spPr>
          <a:xfrm>
            <a:off x="10951906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1-cell28"/>
          <p:cNvSpPr/>
          <p:nvPr/>
        </p:nvSpPr>
        <p:spPr>
          <a:xfrm>
            <a:off x="1125169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1-dot29"/>
          <p:cNvSpPr/>
          <p:nvPr/>
        </p:nvSpPr>
        <p:spPr>
          <a:xfrm>
            <a:off x="11313094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1-cell30"/>
          <p:cNvSpPr/>
          <p:nvPr/>
        </p:nvSpPr>
        <p:spPr>
          <a:xfrm>
            <a:off x="980694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1-cell31"/>
          <p:cNvSpPr/>
          <p:nvPr/>
        </p:nvSpPr>
        <p:spPr>
          <a:xfrm>
            <a:off x="1016812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1-cell32"/>
          <p:cNvSpPr/>
          <p:nvPr/>
        </p:nvSpPr>
        <p:spPr>
          <a:xfrm>
            <a:off x="1052931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1-cell33"/>
          <p:cNvSpPr/>
          <p:nvPr/>
        </p:nvSpPr>
        <p:spPr>
          <a:xfrm>
            <a:off x="1089050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1-cell34"/>
          <p:cNvSpPr/>
          <p:nvPr/>
        </p:nvSpPr>
        <p:spPr>
          <a:xfrm>
            <a:off x="1125169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1-figure35" descr="1개의 십 칸 틀 중 1번째: 모두 5개"/>
          <p:cNvSpPr/>
          <p:nvPr/>
        </p:nvSpPr>
        <p:spPr>
          <a:xfrm>
            <a:off x="980694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9" name="S01-card3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0" name="S01-cardtext3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10을 만들어 더하는 방법을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 + 5 같은 덧셈을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3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3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□ = 10</a:t>
            </a:r>
            <a:endParaRPr lang="ko-KR" sz="3600" dirty="0"/>
          </a:p>
        </p:txBody>
      </p:sp>
      <p:sp>
        <p:nvSpPr>
          <p:cNvPr id="5" name="S02-chip4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line41"/>
          <p:cNvSpPr/>
          <p:nvPr/>
        </p:nvSpPr>
        <p:spPr>
          <a:xfrm flipH="1" flipV="1">
            <a:off x="2593848" y="3627120"/>
            <a:ext cx="853440" cy="243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2-line42"/>
          <p:cNvSpPr/>
          <p:nvPr/>
        </p:nvSpPr>
        <p:spPr>
          <a:xfrm flipV="1">
            <a:off x="3447288" y="3627120"/>
            <a:ext cx="853440" cy="243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2-figure43" descr="10과 4를 모으는 그림, 모은 수는 빈칸"/>
          <p:cNvSpPr txBox="1"/>
          <p:nvPr/>
        </p:nvSpPr>
        <p:spPr>
          <a:xfrm>
            <a:off x="3142488" y="3870960"/>
            <a:ext cx="609600" cy="609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9762B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400" dirty="0"/>
          </a:p>
        </p:txBody>
      </p:sp>
      <p:sp>
        <p:nvSpPr>
          <p:cNvPr id="9" name="S02-bondpart44"/>
          <p:cNvSpPr txBox="1"/>
          <p:nvPr/>
        </p:nvSpPr>
        <p:spPr>
          <a:xfrm>
            <a:off x="2289048" y="3017520"/>
            <a:ext cx="609600" cy="60960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10" name="S02-bondpart45"/>
          <p:cNvSpPr txBox="1"/>
          <p:nvPr/>
        </p:nvSpPr>
        <p:spPr>
          <a:xfrm>
            <a:off x="3995928" y="3017520"/>
            <a:ext cx="609600" cy="60960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02-chip4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2" name="S02-line47"/>
          <p:cNvSpPr/>
          <p:nvPr/>
        </p:nvSpPr>
        <p:spPr>
          <a:xfrm flipH="1">
            <a:off x="2593848" y="5318760"/>
            <a:ext cx="853440" cy="243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02-line48"/>
          <p:cNvSpPr/>
          <p:nvPr/>
        </p:nvSpPr>
        <p:spPr>
          <a:xfrm>
            <a:off x="3447288" y="5318760"/>
            <a:ext cx="853440" cy="243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02-figure49" descr="6을 2와 빈칸으로 가르는 그림"/>
          <p:cNvSpPr txBox="1"/>
          <p:nvPr/>
        </p:nvSpPr>
        <p:spPr>
          <a:xfrm>
            <a:off x="3142488" y="4709160"/>
            <a:ext cx="609600" cy="60960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5" name="S02-bondpart50"/>
          <p:cNvSpPr txBox="1"/>
          <p:nvPr/>
        </p:nvSpPr>
        <p:spPr>
          <a:xfrm>
            <a:off x="2289048" y="5562600"/>
            <a:ext cx="609600" cy="60960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2-bondpart51"/>
          <p:cNvSpPr txBox="1"/>
          <p:nvPr/>
        </p:nvSpPr>
        <p:spPr>
          <a:xfrm>
            <a:off x="3995928" y="5562600"/>
            <a:ext cx="609600" cy="609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+ 5를 해요</a:t>
            </a:r>
            <a:endParaRPr lang="ko-KR" sz="4400" dirty="0"/>
          </a:p>
        </p:txBody>
      </p:sp>
      <p:sp>
        <p:nvSpPr>
          <p:cNvPr id="3" name="S03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8은 몇이 더 있으면 10이 될까요?</a:t>
            </a:r>
            <a:endParaRPr lang="ko-KR" sz="3200" dirty="0"/>
          </a:p>
        </p:txBody>
      </p:sp>
      <p:sp>
        <p:nvSpPr>
          <p:cNvPr id="4" name="S03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8은 2가 더 있으면 10이에요.</a:t>
            </a:r>
            <a:endParaRPr lang="ko-KR" sz="3200" dirty="0"/>
          </a:p>
        </p:txBody>
      </p:sp>
      <p:sp>
        <p:nvSpPr>
          <p:cNvPr id="6" name="S03-cell55"/>
          <p:cNvSpPr/>
          <p:nvPr/>
        </p:nvSpPr>
        <p:spPr>
          <a:xfrm>
            <a:off x="129844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dot56"/>
          <p:cNvSpPr/>
          <p:nvPr/>
        </p:nvSpPr>
        <p:spPr>
          <a:xfrm>
            <a:off x="143057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cell57"/>
          <p:cNvSpPr/>
          <p:nvPr/>
        </p:nvSpPr>
        <p:spPr>
          <a:xfrm>
            <a:off x="207568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dot58"/>
          <p:cNvSpPr/>
          <p:nvPr/>
        </p:nvSpPr>
        <p:spPr>
          <a:xfrm>
            <a:off x="220781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cell59"/>
          <p:cNvSpPr/>
          <p:nvPr/>
        </p:nvSpPr>
        <p:spPr>
          <a:xfrm>
            <a:off x="285292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dot60"/>
          <p:cNvSpPr/>
          <p:nvPr/>
        </p:nvSpPr>
        <p:spPr>
          <a:xfrm>
            <a:off x="298505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cell61"/>
          <p:cNvSpPr/>
          <p:nvPr/>
        </p:nvSpPr>
        <p:spPr>
          <a:xfrm>
            <a:off x="363016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dot62"/>
          <p:cNvSpPr/>
          <p:nvPr/>
        </p:nvSpPr>
        <p:spPr>
          <a:xfrm>
            <a:off x="376229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cell63"/>
          <p:cNvSpPr/>
          <p:nvPr/>
        </p:nvSpPr>
        <p:spPr>
          <a:xfrm>
            <a:off x="440740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dot64"/>
          <p:cNvSpPr/>
          <p:nvPr/>
        </p:nvSpPr>
        <p:spPr>
          <a:xfrm>
            <a:off x="453953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cell65"/>
          <p:cNvSpPr/>
          <p:nvPr/>
        </p:nvSpPr>
        <p:spPr>
          <a:xfrm>
            <a:off x="129844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dot66"/>
          <p:cNvSpPr/>
          <p:nvPr/>
        </p:nvSpPr>
        <p:spPr>
          <a:xfrm>
            <a:off x="1430579" y="343883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cell67"/>
          <p:cNvSpPr/>
          <p:nvPr/>
        </p:nvSpPr>
        <p:spPr>
          <a:xfrm>
            <a:off x="207568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dot68"/>
          <p:cNvSpPr/>
          <p:nvPr/>
        </p:nvSpPr>
        <p:spPr>
          <a:xfrm>
            <a:off x="2207819" y="343883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cell69"/>
          <p:cNvSpPr/>
          <p:nvPr/>
        </p:nvSpPr>
        <p:spPr>
          <a:xfrm>
            <a:off x="285292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dot70"/>
          <p:cNvSpPr/>
          <p:nvPr/>
        </p:nvSpPr>
        <p:spPr>
          <a:xfrm>
            <a:off x="2985059" y="343883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cell71"/>
          <p:cNvSpPr/>
          <p:nvPr/>
        </p:nvSpPr>
        <p:spPr>
          <a:xfrm>
            <a:off x="363016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72"/>
          <p:cNvSpPr/>
          <p:nvPr/>
        </p:nvSpPr>
        <p:spPr>
          <a:xfrm>
            <a:off x="440740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figure73" descr="1개의 십 칸 틀 중 1번째: 모두 8개"/>
          <p:cNvSpPr/>
          <p:nvPr/>
        </p:nvSpPr>
        <p:spPr>
          <a:xfrm>
            <a:off x="1298448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3-label74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6" name="S03-cell75"/>
          <p:cNvSpPr/>
          <p:nvPr/>
        </p:nvSpPr>
        <p:spPr>
          <a:xfrm>
            <a:off x="700430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dot76"/>
          <p:cNvSpPr/>
          <p:nvPr/>
        </p:nvSpPr>
        <p:spPr>
          <a:xfrm>
            <a:off x="713643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cell77"/>
          <p:cNvSpPr/>
          <p:nvPr/>
        </p:nvSpPr>
        <p:spPr>
          <a:xfrm>
            <a:off x="778154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dot78"/>
          <p:cNvSpPr/>
          <p:nvPr/>
        </p:nvSpPr>
        <p:spPr>
          <a:xfrm>
            <a:off x="791367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cell79"/>
          <p:cNvSpPr/>
          <p:nvPr/>
        </p:nvSpPr>
        <p:spPr>
          <a:xfrm>
            <a:off x="855878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dot80"/>
          <p:cNvSpPr/>
          <p:nvPr/>
        </p:nvSpPr>
        <p:spPr>
          <a:xfrm>
            <a:off x="869091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3-cell81"/>
          <p:cNvSpPr/>
          <p:nvPr/>
        </p:nvSpPr>
        <p:spPr>
          <a:xfrm>
            <a:off x="933602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dot82"/>
          <p:cNvSpPr/>
          <p:nvPr/>
        </p:nvSpPr>
        <p:spPr>
          <a:xfrm>
            <a:off x="946815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3-cell83"/>
          <p:cNvSpPr/>
          <p:nvPr/>
        </p:nvSpPr>
        <p:spPr>
          <a:xfrm>
            <a:off x="1011326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dot84"/>
          <p:cNvSpPr/>
          <p:nvPr/>
        </p:nvSpPr>
        <p:spPr>
          <a:xfrm>
            <a:off x="1024539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3-cell85"/>
          <p:cNvSpPr/>
          <p:nvPr/>
        </p:nvSpPr>
        <p:spPr>
          <a:xfrm>
            <a:off x="700430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86"/>
          <p:cNvSpPr/>
          <p:nvPr/>
        </p:nvSpPr>
        <p:spPr>
          <a:xfrm>
            <a:off x="778154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87"/>
          <p:cNvSpPr/>
          <p:nvPr/>
        </p:nvSpPr>
        <p:spPr>
          <a:xfrm>
            <a:off x="855878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88"/>
          <p:cNvSpPr/>
          <p:nvPr/>
        </p:nvSpPr>
        <p:spPr>
          <a:xfrm>
            <a:off x="933602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cell89"/>
          <p:cNvSpPr/>
          <p:nvPr/>
        </p:nvSpPr>
        <p:spPr>
          <a:xfrm>
            <a:off x="1011326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figure90" descr="1개의 십 칸 틀 중 1번째: 모두 5개"/>
          <p:cNvSpPr/>
          <p:nvPr/>
        </p:nvSpPr>
        <p:spPr>
          <a:xfrm>
            <a:off x="7004304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2" name="S03-label91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옮겨 10 만들기</a:t>
            </a:r>
            <a:endParaRPr lang="ko-KR" sz="4400" dirty="0"/>
          </a:p>
        </p:txBody>
      </p:sp>
      <p:sp>
        <p:nvSpPr>
          <p:cNvPr id="3" name="S04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5에서 2를 옮겨 왼쪽 틀을 채워요.</a:t>
            </a:r>
            <a:endParaRPr lang="ko-KR" sz="3200" dirty="0"/>
          </a:p>
        </p:txBody>
      </p:sp>
      <p:sp>
        <p:nvSpPr>
          <p:cNvPr id="4" name="S04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 = 13</a:t>
            </a:r>
            <a:endParaRPr lang="ko-KR" sz="3200" dirty="0"/>
          </a:p>
        </p:txBody>
      </p:sp>
      <p:sp>
        <p:nvSpPr>
          <p:cNvPr id="6" name="S04-card95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96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+ 2 = 10</a:t>
            </a:r>
            <a:endParaRPr lang="ko-KR" sz="3200" dirty="0"/>
          </a:p>
        </p:txBody>
      </p:sp>
      <p:sp>
        <p:nvSpPr>
          <p:cNvPr id="8" name="S04-card97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98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+ 3 = 13</a:t>
            </a:r>
            <a:endParaRPr lang="ko-KR" sz="3200" dirty="0"/>
          </a:p>
        </p:txBody>
      </p:sp>
      <p:sp>
        <p:nvSpPr>
          <p:cNvPr id="10" name="S04-cell99"/>
          <p:cNvSpPr/>
          <p:nvPr/>
        </p:nvSpPr>
        <p:spPr>
          <a:xfrm>
            <a:off x="1375601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dot100"/>
          <p:cNvSpPr/>
          <p:nvPr/>
        </p:nvSpPr>
        <p:spPr>
          <a:xfrm>
            <a:off x="1502485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cell101"/>
          <p:cNvSpPr/>
          <p:nvPr/>
        </p:nvSpPr>
        <p:spPr>
          <a:xfrm>
            <a:off x="2121980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dot102"/>
          <p:cNvSpPr/>
          <p:nvPr/>
        </p:nvSpPr>
        <p:spPr>
          <a:xfrm>
            <a:off x="2248864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cell103"/>
          <p:cNvSpPr/>
          <p:nvPr/>
        </p:nvSpPr>
        <p:spPr>
          <a:xfrm>
            <a:off x="2868359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dot104"/>
          <p:cNvSpPr/>
          <p:nvPr/>
        </p:nvSpPr>
        <p:spPr>
          <a:xfrm>
            <a:off x="2995243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cell105"/>
          <p:cNvSpPr/>
          <p:nvPr/>
        </p:nvSpPr>
        <p:spPr>
          <a:xfrm>
            <a:off x="3614738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dot106"/>
          <p:cNvSpPr/>
          <p:nvPr/>
        </p:nvSpPr>
        <p:spPr>
          <a:xfrm>
            <a:off x="3741622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cell107"/>
          <p:cNvSpPr/>
          <p:nvPr/>
        </p:nvSpPr>
        <p:spPr>
          <a:xfrm>
            <a:off x="4361117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dot108"/>
          <p:cNvSpPr/>
          <p:nvPr/>
        </p:nvSpPr>
        <p:spPr>
          <a:xfrm>
            <a:off x="4488001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4-cell109"/>
          <p:cNvSpPr/>
          <p:nvPr/>
        </p:nvSpPr>
        <p:spPr>
          <a:xfrm>
            <a:off x="1375601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dot110"/>
          <p:cNvSpPr/>
          <p:nvPr/>
        </p:nvSpPr>
        <p:spPr>
          <a:xfrm>
            <a:off x="1502485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4-cell111"/>
          <p:cNvSpPr/>
          <p:nvPr/>
        </p:nvSpPr>
        <p:spPr>
          <a:xfrm>
            <a:off x="2121980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dot112"/>
          <p:cNvSpPr/>
          <p:nvPr/>
        </p:nvSpPr>
        <p:spPr>
          <a:xfrm>
            <a:off x="2248864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cell113"/>
          <p:cNvSpPr/>
          <p:nvPr/>
        </p:nvSpPr>
        <p:spPr>
          <a:xfrm>
            <a:off x="2868359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4-dot114"/>
          <p:cNvSpPr/>
          <p:nvPr/>
        </p:nvSpPr>
        <p:spPr>
          <a:xfrm>
            <a:off x="2995243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4-cell115"/>
          <p:cNvSpPr/>
          <p:nvPr/>
        </p:nvSpPr>
        <p:spPr>
          <a:xfrm>
            <a:off x="3614738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dot116"/>
          <p:cNvSpPr/>
          <p:nvPr/>
        </p:nvSpPr>
        <p:spPr>
          <a:xfrm>
            <a:off x="3741622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4-cell117"/>
          <p:cNvSpPr/>
          <p:nvPr/>
        </p:nvSpPr>
        <p:spPr>
          <a:xfrm>
            <a:off x="4361117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dot118"/>
          <p:cNvSpPr/>
          <p:nvPr/>
        </p:nvSpPr>
        <p:spPr>
          <a:xfrm>
            <a:off x="4488001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4-figure119" descr="1개의 십 칸 틀 중 1번째: 모두 10개"/>
          <p:cNvSpPr/>
          <p:nvPr/>
        </p:nvSpPr>
        <p:spPr>
          <a:xfrm>
            <a:off x="1375601" y="2011680"/>
            <a:ext cx="3731895" cy="149275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4-label120"/>
          <p:cNvSpPr txBox="1"/>
          <p:nvPr/>
        </p:nvSpPr>
        <p:spPr>
          <a:xfrm>
            <a:off x="548640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8과 2</a:t>
            </a:r>
            <a:endParaRPr lang="ko-KR" sz="2600" dirty="0"/>
          </a:p>
        </p:txBody>
      </p:sp>
      <p:sp>
        <p:nvSpPr>
          <p:cNvPr id="32" name="S04-cell121"/>
          <p:cNvSpPr/>
          <p:nvPr/>
        </p:nvSpPr>
        <p:spPr>
          <a:xfrm>
            <a:off x="7081457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4-dot122"/>
          <p:cNvSpPr/>
          <p:nvPr/>
        </p:nvSpPr>
        <p:spPr>
          <a:xfrm>
            <a:off x="7208341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4-cell123"/>
          <p:cNvSpPr/>
          <p:nvPr/>
        </p:nvSpPr>
        <p:spPr>
          <a:xfrm>
            <a:off x="7827836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4-dot124"/>
          <p:cNvSpPr/>
          <p:nvPr/>
        </p:nvSpPr>
        <p:spPr>
          <a:xfrm>
            <a:off x="7954720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4-cell125"/>
          <p:cNvSpPr/>
          <p:nvPr/>
        </p:nvSpPr>
        <p:spPr>
          <a:xfrm>
            <a:off x="8574215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dot126"/>
          <p:cNvSpPr/>
          <p:nvPr/>
        </p:nvSpPr>
        <p:spPr>
          <a:xfrm>
            <a:off x="8701099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4-cell127"/>
          <p:cNvSpPr/>
          <p:nvPr/>
        </p:nvSpPr>
        <p:spPr>
          <a:xfrm>
            <a:off x="9320594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4-cell128"/>
          <p:cNvSpPr/>
          <p:nvPr/>
        </p:nvSpPr>
        <p:spPr>
          <a:xfrm>
            <a:off x="10066972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4-cell129"/>
          <p:cNvSpPr/>
          <p:nvPr/>
        </p:nvSpPr>
        <p:spPr>
          <a:xfrm>
            <a:off x="7081457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4-cell130"/>
          <p:cNvSpPr/>
          <p:nvPr/>
        </p:nvSpPr>
        <p:spPr>
          <a:xfrm>
            <a:off x="7827836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4-cell131"/>
          <p:cNvSpPr/>
          <p:nvPr/>
        </p:nvSpPr>
        <p:spPr>
          <a:xfrm>
            <a:off x="8574215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4-cell132"/>
          <p:cNvSpPr/>
          <p:nvPr/>
        </p:nvSpPr>
        <p:spPr>
          <a:xfrm>
            <a:off x="9320594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4-cell133"/>
          <p:cNvSpPr/>
          <p:nvPr/>
        </p:nvSpPr>
        <p:spPr>
          <a:xfrm>
            <a:off x="10066972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4-figure134" descr="1개의 십 칸 틀 중 1번째: 모두 3개"/>
          <p:cNvSpPr/>
          <p:nvPr/>
        </p:nvSpPr>
        <p:spPr>
          <a:xfrm>
            <a:off x="7081457" y="2011680"/>
            <a:ext cx="3731895" cy="149275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6" name="S04-label135"/>
          <p:cNvSpPr txBox="1"/>
          <p:nvPr/>
        </p:nvSpPr>
        <p:spPr>
          <a:xfrm>
            <a:off x="6254496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뒤의 수를 갈라요</a:t>
            </a:r>
            <a:endParaRPr lang="ko-KR" sz="4400" dirty="0"/>
          </a:p>
        </p:txBody>
      </p:sp>
      <p:sp>
        <p:nvSpPr>
          <p:cNvPr id="3" name="S05-eqtext13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 = □</a:t>
            </a:r>
            <a:endParaRPr lang="ko-KR" sz="3600" dirty="0"/>
          </a:p>
        </p:txBody>
      </p:sp>
      <p:sp>
        <p:nvSpPr>
          <p:cNvPr id="4" name="S05-line137"/>
          <p:cNvSpPr/>
          <p:nvPr/>
        </p:nvSpPr>
        <p:spPr>
          <a:xfrm flipH="1">
            <a:off x="7936443" y="388391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5" name="S05-line138"/>
          <p:cNvSpPr/>
          <p:nvPr/>
        </p:nvSpPr>
        <p:spPr>
          <a:xfrm>
            <a:off x="9280611" y="388391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05-figure139" descr="5를 2와 3으로 가르기"/>
          <p:cNvSpPr txBox="1"/>
          <p:nvPr/>
        </p:nvSpPr>
        <p:spPr>
          <a:xfrm>
            <a:off x="8800551" y="2923794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7" name="S05-bondpart140"/>
          <p:cNvSpPr txBox="1"/>
          <p:nvPr/>
        </p:nvSpPr>
        <p:spPr>
          <a:xfrm>
            <a:off x="7456383" y="494004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8" name="S05-bondpart141"/>
          <p:cNvSpPr txBox="1"/>
          <p:nvPr/>
        </p:nvSpPr>
        <p:spPr>
          <a:xfrm>
            <a:off x="10144719" y="494004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9" name="S05-stepno142"/>
          <p:cNvSpPr txBox="1"/>
          <p:nvPr/>
        </p:nvSpPr>
        <p:spPr>
          <a:xfrm>
            <a:off x="548640" y="3202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0" name="S05-text143"/>
          <p:cNvSpPr txBox="1"/>
          <p:nvPr/>
        </p:nvSpPr>
        <p:spPr>
          <a:xfrm>
            <a:off x="1325880" y="3202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8에 2를 더하면 10</a:t>
            </a:r>
            <a:endParaRPr lang="ko-KR" sz="3200" dirty="0"/>
          </a:p>
        </p:txBody>
      </p:sp>
      <p:sp>
        <p:nvSpPr>
          <p:cNvPr id="11" name="S05-stepno144"/>
          <p:cNvSpPr txBox="1"/>
          <p:nvPr/>
        </p:nvSpPr>
        <p:spPr>
          <a:xfrm>
            <a:off x="548640" y="3916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05-text145"/>
          <p:cNvSpPr txBox="1"/>
          <p:nvPr/>
        </p:nvSpPr>
        <p:spPr>
          <a:xfrm>
            <a:off x="1325880" y="391617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2와 3으로 갈라요.</a:t>
            </a:r>
            <a:endParaRPr lang="ko-KR" sz="3200" dirty="0"/>
          </a:p>
        </p:txBody>
      </p:sp>
      <p:sp>
        <p:nvSpPr>
          <p:cNvPr id="13" name="S05-stepno146"/>
          <p:cNvSpPr txBox="1"/>
          <p:nvPr/>
        </p:nvSpPr>
        <p:spPr>
          <a:xfrm>
            <a:off x="548640" y="4675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" name="S05-text147"/>
          <p:cNvSpPr txBox="1"/>
          <p:nvPr/>
        </p:nvSpPr>
        <p:spPr>
          <a:xfrm>
            <a:off x="1325880" y="4629404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+ 2 = 10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+ 3 = 13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갈라서 더해요</a:t>
            </a:r>
            <a:endParaRPr lang="ko-KR" sz="4400" dirty="0"/>
          </a:p>
        </p:txBody>
      </p:sp>
      <p:sp>
        <p:nvSpPr>
          <p:cNvPr id="3" name="S06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뒤의 수를 갈라 □를 채우고 계산해요.</a:t>
            </a:r>
            <a:endParaRPr lang="ko-KR" sz="3200" dirty="0"/>
          </a:p>
        </p:txBody>
      </p:sp>
      <p:sp>
        <p:nvSpPr>
          <p:cNvPr id="4" name="S06-card1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수가 10이 되도록 가르고, 10과 남은 수를 더해요.</a:t>
            </a:r>
            <a:endParaRPr lang="ko-KR" sz="3200" dirty="0"/>
          </a:p>
        </p:txBody>
      </p:sp>
      <p:sp>
        <p:nvSpPr>
          <p:cNvPr id="6" name="S06-line151"/>
          <p:cNvSpPr/>
          <p:nvPr/>
        </p:nvSpPr>
        <p:spPr>
          <a:xfrm flipH="1">
            <a:off x="1028700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6-line152"/>
          <p:cNvSpPr/>
          <p:nvPr/>
        </p:nvSpPr>
        <p:spPr>
          <a:xfrm>
            <a:off x="2290572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6-figure153" descr="9 + 4: 4를 1과 빈칸으로 가르기"/>
          <p:cNvSpPr txBox="1"/>
          <p:nvPr/>
        </p:nvSpPr>
        <p:spPr>
          <a:xfrm>
            <a:off x="1810512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9" name="S06-bondpart154"/>
          <p:cNvSpPr txBox="1"/>
          <p:nvPr/>
        </p:nvSpPr>
        <p:spPr>
          <a:xfrm>
            <a:off x="548640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800" dirty="0"/>
          </a:p>
        </p:txBody>
      </p:sp>
      <p:sp>
        <p:nvSpPr>
          <p:cNvPr id="10" name="S06-bondpart155"/>
          <p:cNvSpPr txBox="1"/>
          <p:nvPr/>
        </p:nvSpPr>
        <p:spPr>
          <a:xfrm>
            <a:off x="3072384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11" name="S06-label156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 + 4 = □</a:t>
            </a:r>
            <a:endParaRPr lang="ko-KR" sz="2600" dirty="0"/>
          </a:p>
        </p:txBody>
      </p:sp>
      <p:sp>
        <p:nvSpPr>
          <p:cNvPr id="12" name="S06-line157"/>
          <p:cNvSpPr/>
          <p:nvPr/>
        </p:nvSpPr>
        <p:spPr>
          <a:xfrm flipH="1">
            <a:off x="4832604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06-line158"/>
          <p:cNvSpPr/>
          <p:nvPr/>
        </p:nvSpPr>
        <p:spPr>
          <a:xfrm>
            <a:off x="6094476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06-figure159" descr="7 + 5: 5를 3과 빈칸으로 가르기"/>
          <p:cNvSpPr txBox="1"/>
          <p:nvPr/>
        </p:nvSpPr>
        <p:spPr>
          <a:xfrm>
            <a:off x="5614416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15" name="S06-bondpart160"/>
          <p:cNvSpPr txBox="1"/>
          <p:nvPr/>
        </p:nvSpPr>
        <p:spPr>
          <a:xfrm>
            <a:off x="4352544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16" name="S06-bondpart161"/>
          <p:cNvSpPr txBox="1"/>
          <p:nvPr/>
        </p:nvSpPr>
        <p:spPr>
          <a:xfrm>
            <a:off x="6876288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17" name="S06-label162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 + 5 = □</a:t>
            </a:r>
            <a:endParaRPr lang="ko-KR" sz="2600" dirty="0"/>
          </a:p>
        </p:txBody>
      </p:sp>
      <p:sp>
        <p:nvSpPr>
          <p:cNvPr id="18" name="S06-line163"/>
          <p:cNvSpPr/>
          <p:nvPr/>
        </p:nvSpPr>
        <p:spPr>
          <a:xfrm flipH="1">
            <a:off x="8636508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9" name="S06-line164"/>
          <p:cNvSpPr/>
          <p:nvPr/>
        </p:nvSpPr>
        <p:spPr>
          <a:xfrm>
            <a:off x="9898380" y="2971800"/>
            <a:ext cx="1261872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06-figure165" descr="8 + 7: 7을 2와 빈칸으로 가르기"/>
          <p:cNvSpPr txBox="1"/>
          <p:nvPr/>
        </p:nvSpPr>
        <p:spPr>
          <a:xfrm>
            <a:off x="9418320" y="20116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800" dirty="0"/>
          </a:p>
        </p:txBody>
      </p:sp>
      <p:sp>
        <p:nvSpPr>
          <p:cNvPr id="21" name="S06-bondpart166"/>
          <p:cNvSpPr txBox="1"/>
          <p:nvPr/>
        </p:nvSpPr>
        <p:spPr>
          <a:xfrm>
            <a:off x="8156448" y="3641598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22" name="S06-bondpart167"/>
          <p:cNvSpPr txBox="1"/>
          <p:nvPr/>
        </p:nvSpPr>
        <p:spPr>
          <a:xfrm>
            <a:off x="10680192" y="3641598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23" name="S06-label168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 + 7 = 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덧셈을 해 봐요</a:t>
            </a:r>
            <a:endParaRPr lang="ko-KR" sz="4400" dirty="0"/>
          </a:p>
        </p:txBody>
      </p:sp>
      <p:sp>
        <p:nvSpPr>
          <p:cNvPr id="3" name="S07-card1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수가 10이 되도록 뒤의 수를 갈라요.</a:t>
            </a:r>
            <a:endParaRPr lang="ko-KR" sz="3200" dirty="0"/>
          </a:p>
        </p:txBody>
      </p:sp>
      <p:sp>
        <p:nvSpPr>
          <p:cNvPr id="5" name="S07-chip17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eqtext17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+ 6 = □</a:t>
            </a:r>
            <a:endParaRPr lang="ko-KR" sz="3600" dirty="0"/>
          </a:p>
        </p:txBody>
      </p:sp>
      <p:sp>
        <p:nvSpPr>
          <p:cNvPr id="7" name="S07-chip17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eqtext17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+ 5 = □</a:t>
            </a:r>
            <a:endParaRPr lang="ko-KR" sz="3600" dirty="0"/>
          </a:p>
        </p:txBody>
      </p:sp>
      <p:sp>
        <p:nvSpPr>
          <p:cNvPr id="9" name="S07-chip17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eqtext17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+ 6 = □</a:t>
            </a:r>
            <a:endParaRPr lang="ko-KR" sz="3600" dirty="0"/>
          </a:p>
        </p:txBody>
      </p:sp>
      <p:sp>
        <p:nvSpPr>
          <p:cNvPr id="11" name="S07-chip17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7-eqtext17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+ 8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8-card1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+ 5를 계산했어요.</a:t>
            </a:r>
            <a:endParaRPr lang="ko-KR" sz="3200" dirty="0"/>
          </a:p>
        </p:txBody>
      </p:sp>
      <p:sp>
        <p:nvSpPr>
          <p:cNvPr id="5" name="S08-card1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8-chip18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</a:t>
            </a:r>
            <a:endParaRPr lang="ko-KR" sz="2600" dirty="0"/>
          </a:p>
        </p:txBody>
      </p:sp>
      <p:sp>
        <p:nvSpPr>
          <p:cNvPr id="8" name="S08-text18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2와 2로 갈라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+ 2 = 10, 10 + 2 = 12</a:t>
            </a:r>
            <a:endParaRPr lang="ko-KR" sz="3200" dirty="0"/>
          </a:p>
        </p:txBody>
      </p:sp>
      <p:sp>
        <p:nvSpPr>
          <p:cNvPr id="9" name="S08-chip18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13</a:t>
            </a:r>
            <a:endParaRPr lang="ko-KR" sz="2600" dirty="0"/>
          </a:p>
        </p:txBody>
      </p:sp>
      <p:sp>
        <p:nvSpPr>
          <p:cNvPr id="10" name="S08-text18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2와 3으로 갈라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+ 2 = 10, 10 + 3 = 13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1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10을 어떻게 만들었는지 말해요.</a:t>
            </a:r>
            <a:endParaRPr lang="ko-KR" sz="3200" dirty="0"/>
          </a:p>
        </p:txBody>
      </p:sp>
      <p:sp>
        <p:nvSpPr>
          <p:cNvPr id="4" name="S09-chip18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eqtext18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+ 3 = □</a:t>
            </a:r>
            <a:endParaRPr lang="ko-KR" sz="3600" dirty="0"/>
          </a:p>
        </p:txBody>
      </p:sp>
      <p:sp>
        <p:nvSpPr>
          <p:cNvPr id="6" name="S09-chip19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eqtext19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+ 7 = □</a:t>
            </a:r>
            <a:endParaRPr lang="ko-KR" sz="3600" dirty="0"/>
          </a:p>
        </p:txBody>
      </p:sp>
      <p:sp>
        <p:nvSpPr>
          <p:cNvPr id="8" name="S09-chip19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9-text19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8개가 있는데 4개를 더 받았어요.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가를까요?</a:t>
            </a:r>
            <a:endParaRPr lang="ko-KR" sz="4400" dirty="0"/>
          </a:p>
        </p:txBody>
      </p:sp>
      <p:sp>
        <p:nvSpPr>
          <p:cNvPr id="3" name="S11-text1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+ 5를 계산하려고 5를 갈랐어요.</a:t>
            </a:r>
            <a:endParaRPr lang="ko-KR" sz="3200" dirty="0"/>
          </a:p>
        </p:txBody>
      </p:sp>
      <p:sp>
        <p:nvSpPr>
          <p:cNvPr id="4" name="S11-card1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1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7이 10이 되게 가른 것을 고르고, 계산해요.</a:t>
            </a:r>
            <a:endParaRPr lang="ko-KR" sz="3200" dirty="0"/>
          </a:p>
        </p:txBody>
      </p:sp>
      <p:sp>
        <p:nvSpPr>
          <p:cNvPr id="6" name="S11-chip19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line198"/>
          <p:cNvSpPr/>
          <p:nvPr/>
        </p:nvSpPr>
        <p:spPr>
          <a:xfrm flipH="1">
            <a:off x="1028700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11-line199"/>
          <p:cNvSpPr/>
          <p:nvPr/>
        </p:nvSpPr>
        <p:spPr>
          <a:xfrm>
            <a:off x="2275332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1-figure200" descr="5를 2와 3으로 가르기"/>
          <p:cNvSpPr txBox="1"/>
          <p:nvPr/>
        </p:nvSpPr>
        <p:spPr>
          <a:xfrm>
            <a:off x="1795272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10" name="S11-bondpart201"/>
          <p:cNvSpPr txBox="1"/>
          <p:nvPr/>
        </p:nvSpPr>
        <p:spPr>
          <a:xfrm>
            <a:off x="548640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1" name="S11-bondpart202"/>
          <p:cNvSpPr txBox="1"/>
          <p:nvPr/>
        </p:nvSpPr>
        <p:spPr>
          <a:xfrm>
            <a:off x="3041904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12" name="S11-chip20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3" name="S11-line204"/>
          <p:cNvSpPr/>
          <p:nvPr/>
        </p:nvSpPr>
        <p:spPr>
          <a:xfrm flipH="1">
            <a:off x="4847844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11-line205"/>
          <p:cNvSpPr/>
          <p:nvPr/>
        </p:nvSpPr>
        <p:spPr>
          <a:xfrm>
            <a:off x="6094476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5" name="S11-figure206" descr="5를 3과 2로 가르기"/>
          <p:cNvSpPr txBox="1"/>
          <p:nvPr/>
        </p:nvSpPr>
        <p:spPr>
          <a:xfrm>
            <a:off x="5614416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16" name="S11-bondpart207"/>
          <p:cNvSpPr txBox="1"/>
          <p:nvPr/>
        </p:nvSpPr>
        <p:spPr>
          <a:xfrm>
            <a:off x="4367784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17" name="S11-bondpart208"/>
          <p:cNvSpPr txBox="1"/>
          <p:nvPr/>
        </p:nvSpPr>
        <p:spPr>
          <a:xfrm>
            <a:off x="6861048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8" name="S11-chip20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9" name="S11-line210"/>
          <p:cNvSpPr/>
          <p:nvPr/>
        </p:nvSpPr>
        <p:spPr>
          <a:xfrm flipH="1">
            <a:off x="8666988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1-line211"/>
          <p:cNvSpPr/>
          <p:nvPr/>
        </p:nvSpPr>
        <p:spPr>
          <a:xfrm>
            <a:off x="9913620" y="3675888"/>
            <a:ext cx="1246632" cy="4846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1" name="S11-figure212" descr="5를 1과 4로 가르기"/>
          <p:cNvSpPr txBox="1"/>
          <p:nvPr/>
        </p:nvSpPr>
        <p:spPr>
          <a:xfrm>
            <a:off x="9433560" y="271576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22" name="S11-bondpart213"/>
          <p:cNvSpPr txBox="1"/>
          <p:nvPr/>
        </p:nvSpPr>
        <p:spPr>
          <a:xfrm>
            <a:off x="8186928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800" dirty="0"/>
          </a:p>
        </p:txBody>
      </p:sp>
      <p:sp>
        <p:nvSpPr>
          <p:cNvPr id="23" name="S11-bondpart214"/>
          <p:cNvSpPr txBox="1"/>
          <p:nvPr/>
        </p:nvSpPr>
        <p:spPr>
          <a:xfrm>
            <a:off x="10680192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21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21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수가 10이 되도록 뒤의 수를 갈라 더해요.</a:t>
            </a:r>
            <a:endParaRPr lang="ko-KR" sz="3200" dirty="0"/>
          </a:p>
        </p:txBody>
      </p:sp>
      <p:sp>
        <p:nvSpPr>
          <p:cNvPr id="5" name="S12-chip21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10을 먼저 만들기</a:t>
            </a:r>
            <a:endParaRPr lang="ko-KR" sz="2600" dirty="0"/>
          </a:p>
        </p:txBody>
      </p:sp>
      <p:sp>
        <p:nvSpPr>
          <p:cNvPr id="6" name="S12-chip21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10 + 3을 103으로 쓰기</a:t>
            </a:r>
            <a:endParaRPr lang="ko-KR" sz="2600" dirty="0"/>
          </a:p>
        </p:txBody>
      </p:sp>
      <p:sp>
        <p:nvSpPr>
          <p:cNvPr id="7" name="S12-text21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eqtext22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 + 2 = □</a:t>
            </a:r>
            <a:endParaRPr lang="ko-KR" sz="3000" dirty="0"/>
          </a:p>
        </p:txBody>
      </p:sp>
      <p:sp>
        <p:nvSpPr>
          <p:cNvPr id="9" name="S12-eqtext22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 + 6 = □</a:t>
            </a:r>
            <a:endParaRPr lang="ko-KR" sz="3000" dirty="0"/>
          </a:p>
        </p:txBody>
      </p:sp>
      <p:sp>
        <p:nvSpPr>
          <p:cNvPr id="10" name="S12-eqtext22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 + 7 = □</a:t>
            </a:r>
            <a:endParaRPr lang="ko-KR" sz="3000" dirty="0"/>
          </a:p>
        </p:txBody>
      </p:sp>
      <p:sp>
        <p:nvSpPr>
          <p:cNvPr id="11" name="S12-text22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받아내림이 있는 뺄셈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10이 되는 짝</a:t>
            </a:r>
            <a:endParaRPr lang="ko-KR" sz="4400" dirty="0"/>
          </a:p>
        </p:txBody>
      </p:sp>
      <p:sp>
        <p:nvSpPr>
          <p:cNvPr id="3" name="S13-text2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 더 있으면 틀이 꽉 찰까요?</a:t>
            </a:r>
            <a:endParaRPr lang="ko-KR" sz="3200" dirty="0"/>
          </a:p>
        </p:txBody>
      </p:sp>
      <p:sp>
        <p:nvSpPr>
          <p:cNvPr id="4" name="S13-card2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2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9, 2와 8, 3과 7, 4와 6, 5와 5</a:t>
            </a:r>
            <a:endParaRPr lang="ko-KR" sz="3200" dirty="0"/>
          </a:p>
        </p:txBody>
      </p:sp>
      <p:sp>
        <p:nvSpPr>
          <p:cNvPr id="6" name="S13-card227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28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빈칸은 4개</a:t>
            </a:r>
            <a:endParaRPr lang="ko-KR" sz="3200" dirty="0"/>
          </a:p>
        </p:txBody>
      </p:sp>
      <p:sp>
        <p:nvSpPr>
          <p:cNvPr id="8" name="S13-card229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3-cardtext230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= 10</a:t>
            </a:r>
            <a:endParaRPr lang="ko-KR" sz="3200" dirty="0"/>
          </a:p>
        </p:txBody>
      </p:sp>
      <p:sp>
        <p:nvSpPr>
          <p:cNvPr id="10" name="S13-cell231"/>
          <p:cNvSpPr/>
          <p:nvPr/>
        </p:nvSpPr>
        <p:spPr>
          <a:xfrm>
            <a:off x="415137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dot232"/>
          <p:cNvSpPr/>
          <p:nvPr/>
        </p:nvSpPr>
        <p:spPr>
          <a:xfrm>
            <a:off x="428350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cell233"/>
          <p:cNvSpPr/>
          <p:nvPr/>
        </p:nvSpPr>
        <p:spPr>
          <a:xfrm>
            <a:off x="492861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dot234"/>
          <p:cNvSpPr/>
          <p:nvPr/>
        </p:nvSpPr>
        <p:spPr>
          <a:xfrm>
            <a:off x="506074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cell235"/>
          <p:cNvSpPr/>
          <p:nvPr/>
        </p:nvSpPr>
        <p:spPr>
          <a:xfrm>
            <a:off x="570585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dot236"/>
          <p:cNvSpPr/>
          <p:nvPr/>
        </p:nvSpPr>
        <p:spPr>
          <a:xfrm>
            <a:off x="583798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cell237"/>
          <p:cNvSpPr/>
          <p:nvPr/>
        </p:nvSpPr>
        <p:spPr>
          <a:xfrm>
            <a:off x="648309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dot238"/>
          <p:cNvSpPr/>
          <p:nvPr/>
        </p:nvSpPr>
        <p:spPr>
          <a:xfrm>
            <a:off x="661522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cell239"/>
          <p:cNvSpPr/>
          <p:nvPr/>
        </p:nvSpPr>
        <p:spPr>
          <a:xfrm>
            <a:off x="726033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dot240"/>
          <p:cNvSpPr/>
          <p:nvPr/>
        </p:nvSpPr>
        <p:spPr>
          <a:xfrm>
            <a:off x="739246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cell241"/>
          <p:cNvSpPr/>
          <p:nvPr/>
        </p:nvSpPr>
        <p:spPr>
          <a:xfrm>
            <a:off x="415137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3-dot242"/>
          <p:cNvSpPr/>
          <p:nvPr/>
        </p:nvSpPr>
        <p:spPr>
          <a:xfrm>
            <a:off x="428350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3-cell243"/>
          <p:cNvSpPr/>
          <p:nvPr/>
        </p:nvSpPr>
        <p:spPr>
          <a:xfrm>
            <a:off x="492861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cell244"/>
          <p:cNvSpPr/>
          <p:nvPr/>
        </p:nvSpPr>
        <p:spPr>
          <a:xfrm>
            <a:off x="570585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cell245"/>
          <p:cNvSpPr/>
          <p:nvPr/>
        </p:nvSpPr>
        <p:spPr>
          <a:xfrm>
            <a:off x="648309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cell246"/>
          <p:cNvSpPr/>
          <p:nvPr/>
        </p:nvSpPr>
        <p:spPr>
          <a:xfrm>
            <a:off x="726033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figure247" descr="1개의 십 칸 틀 중 1번째: 모두 6개"/>
          <p:cNvSpPr/>
          <p:nvPr/>
        </p:nvSpPr>
        <p:spPr>
          <a:xfrm>
            <a:off x="4151376" y="22402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받아올림이 있는 덧셈</dc:title>
  <dc:subject>KR22-G01-MAT-CARRY-L01</dc:subject>
  <dc:creator>education-ppt</dc:creator>
  <cp:lastModifiedBy>education-ppt</cp:lastModifiedBy>
  <cp:revision>1</cp:revision>
  <dcterms:created xsi:type="dcterms:W3CDTF">2026-10-26T06:53:33Z</dcterms:created>
  <dcterms:modified xsi:type="dcterms:W3CDTF">2026-10-26T06:53:33Z</dcterms:modified>
</cp:coreProperties>
</file>