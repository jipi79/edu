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0739c7a-d456-913f-1f74-541c1353117a}">
          <p14:sldIdLst>
            <p14:sldId id="256"/>
            <p14:sldId id="257"/>
          </p14:sldIdLst>
        </p14:section>
        <p14:section name="개념" id="{af3d87e0-37b4-c82f-afbd-398ffdde4da7}">
          <p14:sldIdLst>
            <p14:sldId id="258"/>
            <p14:sldId id="259"/>
            <p14:sldId id="260"/>
          </p14:sldIdLst>
        </p14:section>
        <p14:section name="연습" id="{0d66c9d0-8970-ed4e-549f-59344ace65a1}">
          <p14:sldIdLst>
            <p14:sldId id="261"/>
            <p14:sldId id="262"/>
            <p14:sldId id="263"/>
          </p14:sldIdLst>
        </p14:section>
        <p14:section name="확인" id="{bd5f3153-4f3d-2002-a5c2-21f307911853}">
          <p14:sldIdLst>
            <p14:sldId id="264"/>
            <p14:sldId id="265"/>
          </p14:sldIdLst>
        </p14:section>
        <p14:section name="정리" id="{2fea8efb-f0bc-b2c3-09df-702f2b044bb7}">
          <p14:sldIdLst>
            <p14:sldId id="266"/>
          </p14:sldIdLst>
        </p14:section>
        <p14:section name="보충" id="{bc7db88f-9053-3467-3812-a4503718e24e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받아올림이 있는 덧셈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+ 5는 얼마일까?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82592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8711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742362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103550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8464738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figure19" descr="1개의 십 칸 틀 중 1번째: 모두 8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dot23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dot25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dot27"/>
          <p:cNvSpPr/>
          <p:nvPr/>
        </p:nvSpPr>
        <p:spPr>
          <a:xfrm>
            <a:off x="1095190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dot29"/>
          <p:cNvSpPr/>
          <p:nvPr/>
        </p:nvSpPr>
        <p:spPr>
          <a:xfrm>
            <a:off x="1131309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1-cell30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1-cell31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cell32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cell33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1-cell34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1-figure35" descr="1개의 십 칸 틀 중 1번째: 모두 5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01-card3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0" name="S01-cardtext3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10을 만들어 더하는 방법을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+ 5 같은 덧셈을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□ = 10</a:t>
            </a:r>
            <a:endParaRPr lang="ko-KR" sz="3600" dirty="0"/>
          </a:p>
        </p:txBody>
      </p:sp>
      <p:sp>
        <p:nvSpPr>
          <p:cNvPr id="5" name="S02-chip4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line41"/>
          <p:cNvSpPr/>
          <p:nvPr/>
        </p:nvSpPr>
        <p:spPr>
          <a:xfrm flipH="1" flipV="1">
            <a:off x="2593848" y="362712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2-line42"/>
          <p:cNvSpPr/>
          <p:nvPr/>
        </p:nvSpPr>
        <p:spPr>
          <a:xfrm flipV="1">
            <a:off x="3447288" y="362712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2-figure43" descr="10과 4를 모으는 그림, 모은 수는 빈칸"/>
          <p:cNvSpPr txBox="1"/>
          <p:nvPr/>
        </p:nvSpPr>
        <p:spPr>
          <a:xfrm>
            <a:off x="3142488" y="387096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9" name="S02-bondpart44"/>
          <p:cNvSpPr txBox="1"/>
          <p:nvPr/>
        </p:nvSpPr>
        <p:spPr>
          <a:xfrm>
            <a:off x="2289048" y="301752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0" name="S02-bondpart45"/>
          <p:cNvSpPr txBox="1"/>
          <p:nvPr/>
        </p:nvSpPr>
        <p:spPr>
          <a:xfrm>
            <a:off x="3995928" y="301752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2-chip4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line47"/>
          <p:cNvSpPr/>
          <p:nvPr/>
        </p:nvSpPr>
        <p:spPr>
          <a:xfrm flipH="1">
            <a:off x="259384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2-line48"/>
          <p:cNvSpPr/>
          <p:nvPr/>
        </p:nvSpPr>
        <p:spPr>
          <a:xfrm>
            <a:off x="344728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2-figure49" descr="6을 2와 빈칸으로 가르는 그림"/>
          <p:cNvSpPr txBox="1"/>
          <p:nvPr/>
        </p:nvSpPr>
        <p:spPr>
          <a:xfrm>
            <a:off x="3142488" y="4709160"/>
            <a:ext cx="609600" cy="60960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5" name="S02-bondpart50"/>
          <p:cNvSpPr txBox="1"/>
          <p:nvPr/>
        </p:nvSpPr>
        <p:spPr>
          <a:xfrm>
            <a:off x="2289048" y="556260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6" name="S02-bondpart51"/>
          <p:cNvSpPr txBox="1"/>
          <p:nvPr/>
        </p:nvSpPr>
        <p:spPr>
          <a:xfrm>
            <a:off x="3995928" y="556260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해요</a:t>
            </a:r>
            <a:endParaRPr lang="ko-KR" sz="4400" dirty="0"/>
          </a:p>
        </p:txBody>
      </p:sp>
      <p:sp>
        <p:nvSpPr>
          <p:cNvPr id="3" name="S03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몇이 더 있으면 10이 될까요?</a:t>
            </a:r>
            <a:endParaRPr lang="ko-KR" sz="3200" dirty="0"/>
          </a:p>
        </p:txBody>
      </p:sp>
      <p:sp>
        <p:nvSpPr>
          <p:cNvPr id="4" name="S03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2가 더 있으면 10이에요.</a:t>
            </a:r>
            <a:endParaRPr lang="ko-KR" sz="3200" dirty="0"/>
          </a:p>
        </p:txBody>
      </p:sp>
      <p:sp>
        <p:nvSpPr>
          <p:cNvPr id="6" name="S03-cell55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dot56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cell57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dot58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cell59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60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61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62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63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64"/>
          <p:cNvSpPr/>
          <p:nvPr/>
        </p:nvSpPr>
        <p:spPr>
          <a:xfrm>
            <a:off x="453953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65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dot66"/>
          <p:cNvSpPr/>
          <p:nvPr/>
        </p:nvSpPr>
        <p:spPr>
          <a:xfrm>
            <a:off x="143057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cell67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dot68"/>
          <p:cNvSpPr/>
          <p:nvPr/>
        </p:nvSpPr>
        <p:spPr>
          <a:xfrm>
            <a:off x="220781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cell69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dot70"/>
          <p:cNvSpPr/>
          <p:nvPr/>
        </p:nvSpPr>
        <p:spPr>
          <a:xfrm>
            <a:off x="298505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cell71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72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figure73" descr="1개의 십 칸 틀 중 1번째: 모두 8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3-label7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6" name="S03-cell75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dot76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cell77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dot78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cell79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dot80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cell81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dot82"/>
          <p:cNvSpPr/>
          <p:nvPr/>
        </p:nvSpPr>
        <p:spPr>
          <a:xfrm>
            <a:off x="946815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cell83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dot84"/>
          <p:cNvSpPr/>
          <p:nvPr/>
        </p:nvSpPr>
        <p:spPr>
          <a:xfrm>
            <a:off x="1024539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cell85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86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7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8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89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figure90" descr="1개의 십 칸 틀 중 1번째: 모두 5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3-label9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2를 옮겨 10 만들기</a:t>
            </a:r>
            <a:endParaRPr lang="ko-KR" sz="4400" dirty="0"/>
          </a:p>
        </p:txBody>
      </p:sp>
      <p:sp>
        <p:nvSpPr>
          <p:cNvPr id="3" name="S04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2를 옮겨 왼쪽 틀을 채워요.</a:t>
            </a:r>
            <a:endParaRPr lang="ko-KR" sz="3200" dirty="0"/>
          </a:p>
        </p:txBody>
      </p:sp>
      <p:sp>
        <p:nvSpPr>
          <p:cNvPr id="4" name="S04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13</a:t>
            </a:r>
            <a:endParaRPr lang="ko-KR" sz="3200" dirty="0"/>
          </a:p>
        </p:txBody>
      </p:sp>
      <p:sp>
        <p:nvSpPr>
          <p:cNvPr id="6" name="S04-card9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9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</a:t>
            </a:r>
            <a:endParaRPr lang="ko-KR" sz="3200" dirty="0"/>
          </a:p>
        </p:txBody>
      </p:sp>
      <p:sp>
        <p:nvSpPr>
          <p:cNvPr id="8" name="S04-card9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9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10" name="S04-cell99"/>
          <p:cNvSpPr/>
          <p:nvPr/>
        </p:nvSpPr>
        <p:spPr>
          <a:xfrm>
            <a:off x="1375601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dot100"/>
          <p:cNvSpPr/>
          <p:nvPr/>
        </p:nvSpPr>
        <p:spPr>
          <a:xfrm>
            <a:off x="1502485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cell101"/>
          <p:cNvSpPr/>
          <p:nvPr/>
        </p:nvSpPr>
        <p:spPr>
          <a:xfrm>
            <a:off x="2121980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dot102"/>
          <p:cNvSpPr/>
          <p:nvPr/>
        </p:nvSpPr>
        <p:spPr>
          <a:xfrm>
            <a:off x="2248864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cell103"/>
          <p:cNvSpPr/>
          <p:nvPr/>
        </p:nvSpPr>
        <p:spPr>
          <a:xfrm>
            <a:off x="2868359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dot104"/>
          <p:cNvSpPr/>
          <p:nvPr/>
        </p:nvSpPr>
        <p:spPr>
          <a:xfrm>
            <a:off x="2995243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cell105"/>
          <p:cNvSpPr/>
          <p:nvPr/>
        </p:nvSpPr>
        <p:spPr>
          <a:xfrm>
            <a:off x="3614738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dot106"/>
          <p:cNvSpPr/>
          <p:nvPr/>
        </p:nvSpPr>
        <p:spPr>
          <a:xfrm>
            <a:off x="3741622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cell107"/>
          <p:cNvSpPr/>
          <p:nvPr/>
        </p:nvSpPr>
        <p:spPr>
          <a:xfrm>
            <a:off x="436111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dot108"/>
          <p:cNvSpPr/>
          <p:nvPr/>
        </p:nvSpPr>
        <p:spPr>
          <a:xfrm>
            <a:off x="448800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cell109"/>
          <p:cNvSpPr/>
          <p:nvPr/>
        </p:nvSpPr>
        <p:spPr>
          <a:xfrm>
            <a:off x="1375601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dot110"/>
          <p:cNvSpPr/>
          <p:nvPr/>
        </p:nvSpPr>
        <p:spPr>
          <a:xfrm>
            <a:off x="1502485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cell111"/>
          <p:cNvSpPr/>
          <p:nvPr/>
        </p:nvSpPr>
        <p:spPr>
          <a:xfrm>
            <a:off x="2121980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dot112"/>
          <p:cNvSpPr/>
          <p:nvPr/>
        </p:nvSpPr>
        <p:spPr>
          <a:xfrm>
            <a:off x="2248864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cell113"/>
          <p:cNvSpPr/>
          <p:nvPr/>
        </p:nvSpPr>
        <p:spPr>
          <a:xfrm>
            <a:off x="2868359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dot114"/>
          <p:cNvSpPr/>
          <p:nvPr/>
        </p:nvSpPr>
        <p:spPr>
          <a:xfrm>
            <a:off x="2995243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cell115"/>
          <p:cNvSpPr/>
          <p:nvPr/>
        </p:nvSpPr>
        <p:spPr>
          <a:xfrm>
            <a:off x="3614738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dot116"/>
          <p:cNvSpPr/>
          <p:nvPr/>
        </p:nvSpPr>
        <p:spPr>
          <a:xfrm>
            <a:off x="3741622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cell117"/>
          <p:cNvSpPr/>
          <p:nvPr/>
        </p:nvSpPr>
        <p:spPr>
          <a:xfrm>
            <a:off x="436111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dot118"/>
          <p:cNvSpPr/>
          <p:nvPr/>
        </p:nvSpPr>
        <p:spPr>
          <a:xfrm>
            <a:off x="4488001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figure119" descr="1개의 십 칸 틀 중 1번째: 모두 10개"/>
          <p:cNvSpPr/>
          <p:nvPr/>
        </p:nvSpPr>
        <p:spPr>
          <a:xfrm>
            <a:off x="1375601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4-label120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 2</a:t>
            </a:r>
            <a:endParaRPr lang="ko-KR" sz="2600" dirty="0"/>
          </a:p>
        </p:txBody>
      </p:sp>
      <p:sp>
        <p:nvSpPr>
          <p:cNvPr id="32" name="S04-cell121"/>
          <p:cNvSpPr/>
          <p:nvPr/>
        </p:nvSpPr>
        <p:spPr>
          <a:xfrm>
            <a:off x="708145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dot122"/>
          <p:cNvSpPr/>
          <p:nvPr/>
        </p:nvSpPr>
        <p:spPr>
          <a:xfrm>
            <a:off x="720834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cell123"/>
          <p:cNvSpPr/>
          <p:nvPr/>
        </p:nvSpPr>
        <p:spPr>
          <a:xfrm>
            <a:off x="7827836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dot124"/>
          <p:cNvSpPr/>
          <p:nvPr/>
        </p:nvSpPr>
        <p:spPr>
          <a:xfrm>
            <a:off x="7954720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cell125"/>
          <p:cNvSpPr/>
          <p:nvPr/>
        </p:nvSpPr>
        <p:spPr>
          <a:xfrm>
            <a:off x="8574215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dot126"/>
          <p:cNvSpPr/>
          <p:nvPr/>
        </p:nvSpPr>
        <p:spPr>
          <a:xfrm>
            <a:off x="8701099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cell127"/>
          <p:cNvSpPr/>
          <p:nvPr/>
        </p:nvSpPr>
        <p:spPr>
          <a:xfrm>
            <a:off x="9320594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4-cell128"/>
          <p:cNvSpPr/>
          <p:nvPr/>
        </p:nvSpPr>
        <p:spPr>
          <a:xfrm>
            <a:off x="10066972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4-cell129"/>
          <p:cNvSpPr/>
          <p:nvPr/>
        </p:nvSpPr>
        <p:spPr>
          <a:xfrm>
            <a:off x="708145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cell130"/>
          <p:cNvSpPr/>
          <p:nvPr/>
        </p:nvSpPr>
        <p:spPr>
          <a:xfrm>
            <a:off x="7827836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cell131"/>
          <p:cNvSpPr/>
          <p:nvPr/>
        </p:nvSpPr>
        <p:spPr>
          <a:xfrm>
            <a:off x="8574215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cell132"/>
          <p:cNvSpPr/>
          <p:nvPr/>
        </p:nvSpPr>
        <p:spPr>
          <a:xfrm>
            <a:off x="9320594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cell133"/>
          <p:cNvSpPr/>
          <p:nvPr/>
        </p:nvSpPr>
        <p:spPr>
          <a:xfrm>
            <a:off x="10066972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4-figure134" descr="1개의 십 칸 틀 중 1번째: 모두 3개"/>
          <p:cNvSpPr/>
          <p:nvPr/>
        </p:nvSpPr>
        <p:spPr>
          <a:xfrm>
            <a:off x="7081457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4-label135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수를 갈라요</a:t>
            </a:r>
            <a:endParaRPr lang="ko-KR" sz="4400" dirty="0"/>
          </a:p>
        </p:txBody>
      </p:sp>
      <p:sp>
        <p:nvSpPr>
          <p:cNvPr id="3" name="S05-eqtext13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□</a:t>
            </a:r>
            <a:endParaRPr lang="ko-KR" sz="3600" dirty="0"/>
          </a:p>
        </p:txBody>
      </p:sp>
      <p:sp>
        <p:nvSpPr>
          <p:cNvPr id="4" name="S05-line137"/>
          <p:cNvSpPr/>
          <p:nvPr/>
        </p:nvSpPr>
        <p:spPr>
          <a:xfrm flipH="1">
            <a:off x="7936443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5-line138"/>
          <p:cNvSpPr/>
          <p:nvPr/>
        </p:nvSpPr>
        <p:spPr>
          <a:xfrm>
            <a:off x="9280611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5-figure139" descr="5를 2와 3으로 가르기"/>
          <p:cNvSpPr txBox="1"/>
          <p:nvPr/>
        </p:nvSpPr>
        <p:spPr>
          <a:xfrm>
            <a:off x="8800551" y="292379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7" name="S05-bondpart140"/>
          <p:cNvSpPr txBox="1"/>
          <p:nvPr/>
        </p:nvSpPr>
        <p:spPr>
          <a:xfrm>
            <a:off x="7456383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8" name="S05-bondpart141"/>
          <p:cNvSpPr txBox="1"/>
          <p:nvPr/>
        </p:nvSpPr>
        <p:spPr>
          <a:xfrm>
            <a:off x="10144719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9" name="S05-stepno142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5-text143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8에 2를 더하면 10</a:t>
            </a:r>
            <a:endParaRPr lang="ko-KR" sz="3200" dirty="0"/>
          </a:p>
        </p:txBody>
      </p:sp>
      <p:sp>
        <p:nvSpPr>
          <p:cNvPr id="11" name="S05-stepno144"/>
          <p:cNvSpPr txBox="1"/>
          <p:nvPr/>
        </p:nvSpPr>
        <p:spPr>
          <a:xfrm>
            <a:off x="548640" y="3916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5-text145"/>
          <p:cNvSpPr txBox="1"/>
          <p:nvPr/>
        </p:nvSpPr>
        <p:spPr>
          <a:xfrm>
            <a:off x="1325880" y="3916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 갈라요.</a:t>
            </a:r>
            <a:endParaRPr lang="ko-KR" sz="3200" dirty="0"/>
          </a:p>
        </p:txBody>
      </p:sp>
      <p:sp>
        <p:nvSpPr>
          <p:cNvPr id="13" name="S05-stepno146"/>
          <p:cNvSpPr txBox="1"/>
          <p:nvPr/>
        </p:nvSpPr>
        <p:spPr>
          <a:xfrm>
            <a:off x="548640" y="4675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5-text147"/>
          <p:cNvSpPr txBox="1"/>
          <p:nvPr/>
        </p:nvSpPr>
        <p:spPr>
          <a:xfrm>
            <a:off x="1325880" y="462940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갈라서 더해요</a:t>
            </a:r>
            <a:endParaRPr lang="ko-KR" sz="4400" dirty="0"/>
          </a:p>
        </p:txBody>
      </p:sp>
      <p:sp>
        <p:nvSpPr>
          <p:cNvPr id="3" name="S06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수를 갈라 □를 채우고 계산해요.</a:t>
            </a:r>
            <a:endParaRPr lang="ko-KR" sz="3200" dirty="0"/>
          </a:p>
        </p:txBody>
      </p:sp>
      <p:sp>
        <p:nvSpPr>
          <p:cNvPr id="4" name="S06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가르고, 10과 남은 수를 더해요.</a:t>
            </a:r>
            <a:endParaRPr lang="ko-KR" sz="3200" dirty="0"/>
          </a:p>
        </p:txBody>
      </p:sp>
      <p:sp>
        <p:nvSpPr>
          <p:cNvPr id="6" name="S06-line151"/>
          <p:cNvSpPr/>
          <p:nvPr/>
        </p:nvSpPr>
        <p:spPr>
          <a:xfrm flipH="1">
            <a:off x="102870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152"/>
          <p:cNvSpPr/>
          <p:nvPr/>
        </p:nvSpPr>
        <p:spPr>
          <a:xfrm>
            <a:off x="2290572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153" descr="9 + 4: 4를 1과 빈칸으로 가르기"/>
          <p:cNvSpPr txBox="1"/>
          <p:nvPr/>
        </p:nvSpPr>
        <p:spPr>
          <a:xfrm>
            <a:off x="1810512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9" name="S06-bondpart154"/>
          <p:cNvSpPr txBox="1"/>
          <p:nvPr/>
        </p:nvSpPr>
        <p:spPr>
          <a:xfrm>
            <a:off x="548640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10" name="S06-bondpart155"/>
          <p:cNvSpPr txBox="1"/>
          <p:nvPr/>
        </p:nvSpPr>
        <p:spPr>
          <a:xfrm>
            <a:off x="3072384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1" name="S06-label156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+ 4 = □</a:t>
            </a:r>
            <a:endParaRPr lang="ko-KR" sz="2600" dirty="0"/>
          </a:p>
        </p:txBody>
      </p:sp>
      <p:sp>
        <p:nvSpPr>
          <p:cNvPr id="12" name="S06-line157"/>
          <p:cNvSpPr/>
          <p:nvPr/>
        </p:nvSpPr>
        <p:spPr>
          <a:xfrm flipH="1">
            <a:off x="4832604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6-line158"/>
          <p:cNvSpPr/>
          <p:nvPr/>
        </p:nvSpPr>
        <p:spPr>
          <a:xfrm>
            <a:off x="6094476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6-figure159" descr="7 + 5: 5를 3과 빈칸으로 가르기"/>
          <p:cNvSpPr txBox="1"/>
          <p:nvPr/>
        </p:nvSpPr>
        <p:spPr>
          <a:xfrm>
            <a:off x="5614416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5" name="S06-bondpart160"/>
          <p:cNvSpPr txBox="1"/>
          <p:nvPr/>
        </p:nvSpPr>
        <p:spPr>
          <a:xfrm>
            <a:off x="4352544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6" name="S06-bondpart161"/>
          <p:cNvSpPr txBox="1"/>
          <p:nvPr/>
        </p:nvSpPr>
        <p:spPr>
          <a:xfrm>
            <a:off x="6876288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7" name="S06-label16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 + 5 = □</a:t>
            </a:r>
            <a:endParaRPr lang="ko-KR" sz="2600" dirty="0"/>
          </a:p>
        </p:txBody>
      </p:sp>
      <p:sp>
        <p:nvSpPr>
          <p:cNvPr id="18" name="S06-line163"/>
          <p:cNvSpPr/>
          <p:nvPr/>
        </p:nvSpPr>
        <p:spPr>
          <a:xfrm flipH="1">
            <a:off x="8636508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9" name="S06-line164"/>
          <p:cNvSpPr/>
          <p:nvPr/>
        </p:nvSpPr>
        <p:spPr>
          <a:xfrm>
            <a:off x="989838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06-figure165" descr="8 + 7: 7을 2와 빈칸으로 가르기"/>
          <p:cNvSpPr txBox="1"/>
          <p:nvPr/>
        </p:nvSpPr>
        <p:spPr>
          <a:xfrm>
            <a:off x="9418320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800" dirty="0"/>
          </a:p>
        </p:txBody>
      </p:sp>
      <p:sp>
        <p:nvSpPr>
          <p:cNvPr id="21" name="S06-bondpart166"/>
          <p:cNvSpPr txBox="1"/>
          <p:nvPr/>
        </p:nvSpPr>
        <p:spPr>
          <a:xfrm>
            <a:off x="8156448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22" name="S06-bondpart167"/>
          <p:cNvSpPr txBox="1"/>
          <p:nvPr/>
        </p:nvSpPr>
        <p:spPr>
          <a:xfrm>
            <a:off x="10680192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23" name="S06-label16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+ 7 =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7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뒤의 수를 갈라요.</a:t>
            </a:r>
            <a:endParaRPr lang="ko-KR" sz="3200" dirty="0"/>
          </a:p>
        </p:txBody>
      </p:sp>
      <p:sp>
        <p:nvSpPr>
          <p:cNvPr id="5" name="S07-chip17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7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+ 6 = □</a:t>
            </a:r>
            <a:endParaRPr lang="ko-KR" sz="3600" dirty="0"/>
          </a:p>
        </p:txBody>
      </p:sp>
      <p:sp>
        <p:nvSpPr>
          <p:cNvPr id="7" name="S07-chip17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7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+ 5 = □</a:t>
            </a:r>
            <a:endParaRPr lang="ko-KR" sz="3600" dirty="0"/>
          </a:p>
        </p:txBody>
      </p:sp>
      <p:sp>
        <p:nvSpPr>
          <p:cNvPr id="9" name="S07-chip17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7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+ 6 = □</a:t>
            </a:r>
            <a:endParaRPr lang="ko-KR" sz="3600" dirty="0"/>
          </a:p>
        </p:txBody>
      </p:sp>
      <p:sp>
        <p:nvSpPr>
          <p:cNvPr id="11" name="S07-chip17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7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+ 8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계산했어요.</a:t>
            </a:r>
            <a:endParaRPr lang="ko-KR" sz="3200" dirty="0"/>
          </a:p>
        </p:txBody>
      </p:sp>
      <p:sp>
        <p:nvSpPr>
          <p:cNvPr id="5" name="S08-card1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18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08-text18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2로 갈라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10, 10 + 2 = 12</a:t>
            </a:r>
            <a:endParaRPr lang="ko-KR" sz="3200" dirty="0"/>
          </a:p>
        </p:txBody>
      </p:sp>
      <p:sp>
        <p:nvSpPr>
          <p:cNvPr id="9" name="S08-chip18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13</a:t>
            </a:r>
            <a:endParaRPr lang="ko-KR" sz="2600" dirty="0"/>
          </a:p>
        </p:txBody>
      </p:sp>
      <p:sp>
        <p:nvSpPr>
          <p:cNvPr id="10" name="S08-text18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 갈라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10, 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10을 어떻게 만들었는지 말해요.</a:t>
            </a:r>
            <a:endParaRPr lang="ko-KR" sz="3200" dirty="0"/>
          </a:p>
        </p:txBody>
      </p:sp>
      <p:sp>
        <p:nvSpPr>
          <p:cNvPr id="4" name="S09-chip18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eqtext18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+ 3 = □</a:t>
            </a:r>
            <a:endParaRPr lang="ko-KR" sz="3600" dirty="0"/>
          </a:p>
        </p:txBody>
      </p:sp>
      <p:sp>
        <p:nvSpPr>
          <p:cNvPr id="6" name="S09-chip19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eqtext19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+ 7 = □</a:t>
            </a:r>
            <a:endParaRPr lang="ko-KR" sz="3600" dirty="0"/>
          </a:p>
        </p:txBody>
      </p:sp>
      <p:sp>
        <p:nvSpPr>
          <p:cNvPr id="8" name="S09-chip19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19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8개가 있는데 4개를 더 받았어요.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가를까요?</a:t>
            </a:r>
            <a:endParaRPr lang="ko-KR" sz="4400" dirty="0"/>
          </a:p>
        </p:txBody>
      </p:sp>
      <p:sp>
        <p:nvSpPr>
          <p:cNvPr id="3" name="S11-text1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+ 5를 계산하려고 5를 갈랐어요.</a:t>
            </a:r>
            <a:endParaRPr lang="ko-KR" sz="3200" dirty="0"/>
          </a:p>
        </p:txBody>
      </p:sp>
      <p:sp>
        <p:nvSpPr>
          <p:cNvPr id="4" name="S11-card1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1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7이 10이 되게 가른 것을 고르고, 계산해요.</a:t>
            </a:r>
            <a:endParaRPr lang="ko-KR" sz="3200" dirty="0"/>
          </a:p>
        </p:txBody>
      </p:sp>
      <p:sp>
        <p:nvSpPr>
          <p:cNvPr id="6" name="S11-chip19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line198"/>
          <p:cNvSpPr/>
          <p:nvPr/>
        </p:nvSpPr>
        <p:spPr>
          <a:xfrm flipH="1">
            <a:off x="102870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1-line199"/>
          <p:cNvSpPr/>
          <p:nvPr/>
        </p:nvSpPr>
        <p:spPr>
          <a:xfrm>
            <a:off x="2275332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1-figure200" descr="5를 2와 3으로 가르기"/>
          <p:cNvSpPr txBox="1"/>
          <p:nvPr/>
        </p:nvSpPr>
        <p:spPr>
          <a:xfrm>
            <a:off x="1795272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0" name="S11-bondpart201"/>
          <p:cNvSpPr txBox="1"/>
          <p:nvPr/>
        </p:nvSpPr>
        <p:spPr>
          <a:xfrm>
            <a:off x="54864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1" name="S11-bondpart202"/>
          <p:cNvSpPr txBox="1"/>
          <p:nvPr/>
        </p:nvSpPr>
        <p:spPr>
          <a:xfrm>
            <a:off x="304190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2" name="S11-chip20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3" name="S11-line204"/>
          <p:cNvSpPr/>
          <p:nvPr/>
        </p:nvSpPr>
        <p:spPr>
          <a:xfrm flipH="1">
            <a:off x="4847844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line205"/>
          <p:cNvSpPr/>
          <p:nvPr/>
        </p:nvSpPr>
        <p:spPr>
          <a:xfrm>
            <a:off x="6094476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11-figure206" descr="5를 3과 2로 가르기"/>
          <p:cNvSpPr txBox="1"/>
          <p:nvPr/>
        </p:nvSpPr>
        <p:spPr>
          <a:xfrm>
            <a:off x="5614416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6" name="S11-bondpart207"/>
          <p:cNvSpPr txBox="1"/>
          <p:nvPr/>
        </p:nvSpPr>
        <p:spPr>
          <a:xfrm>
            <a:off x="436778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7" name="S11-bondpart208"/>
          <p:cNvSpPr txBox="1"/>
          <p:nvPr/>
        </p:nvSpPr>
        <p:spPr>
          <a:xfrm>
            <a:off x="686104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8" name="S11-chip20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9" name="S11-line210"/>
          <p:cNvSpPr/>
          <p:nvPr/>
        </p:nvSpPr>
        <p:spPr>
          <a:xfrm flipH="1">
            <a:off x="8666988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ine211"/>
          <p:cNvSpPr/>
          <p:nvPr/>
        </p:nvSpPr>
        <p:spPr>
          <a:xfrm>
            <a:off x="991362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1-figure212" descr="5를 1과 4로 가르기"/>
          <p:cNvSpPr txBox="1"/>
          <p:nvPr/>
        </p:nvSpPr>
        <p:spPr>
          <a:xfrm>
            <a:off x="9433560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22" name="S11-bondpart213"/>
          <p:cNvSpPr txBox="1"/>
          <p:nvPr/>
        </p:nvSpPr>
        <p:spPr>
          <a:xfrm>
            <a:off x="818692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3" name="S11-bondpart214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21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21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뒤의 수를 갈라 더해요.</a:t>
            </a:r>
            <a:endParaRPr lang="ko-KR" sz="3200" dirty="0"/>
          </a:p>
        </p:txBody>
      </p:sp>
      <p:sp>
        <p:nvSpPr>
          <p:cNvPr id="5" name="S12-chip21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10을 먼저 만들기</a:t>
            </a:r>
            <a:endParaRPr lang="ko-KR" sz="2600" dirty="0"/>
          </a:p>
        </p:txBody>
      </p:sp>
      <p:sp>
        <p:nvSpPr>
          <p:cNvPr id="6" name="S12-chip21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 + 3을 103으로 쓰기</a:t>
            </a:r>
            <a:endParaRPr lang="ko-KR" sz="2600" dirty="0"/>
          </a:p>
        </p:txBody>
      </p:sp>
      <p:sp>
        <p:nvSpPr>
          <p:cNvPr id="7" name="S12-text21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eqtext22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+ 2 = □</a:t>
            </a:r>
            <a:endParaRPr lang="ko-KR" sz="3000" dirty="0"/>
          </a:p>
        </p:txBody>
      </p:sp>
      <p:sp>
        <p:nvSpPr>
          <p:cNvPr id="9" name="S12-eqtext22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+ 6 = □</a:t>
            </a:r>
            <a:endParaRPr lang="ko-KR" sz="3000" dirty="0"/>
          </a:p>
        </p:txBody>
      </p:sp>
      <p:sp>
        <p:nvSpPr>
          <p:cNvPr id="10" name="S12-eqtext22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+ 7 = □</a:t>
            </a:r>
            <a:endParaRPr lang="ko-KR" sz="3000" dirty="0"/>
          </a:p>
        </p:txBody>
      </p:sp>
      <p:sp>
        <p:nvSpPr>
          <p:cNvPr id="11" name="S12-text22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받아내림이 있는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10이 되는 짝</a:t>
            </a:r>
            <a:endParaRPr lang="ko-KR" sz="4400" dirty="0"/>
          </a:p>
        </p:txBody>
      </p:sp>
      <p:sp>
        <p:nvSpPr>
          <p:cNvPr id="3" name="S13-text2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더 있으면 틀이 꽉 찰까요?</a:t>
            </a:r>
            <a:endParaRPr lang="ko-KR" sz="3200" dirty="0"/>
          </a:p>
        </p:txBody>
      </p:sp>
      <p:sp>
        <p:nvSpPr>
          <p:cNvPr id="4" name="S13-card2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2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9, 2와 8, 3과 7, 4와 6, 5와 5</a:t>
            </a:r>
            <a:endParaRPr lang="ko-KR" sz="3200" dirty="0"/>
          </a:p>
        </p:txBody>
      </p:sp>
      <p:sp>
        <p:nvSpPr>
          <p:cNvPr id="6" name="S13-card22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2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빈칸은 4개</a:t>
            </a:r>
            <a:endParaRPr lang="ko-KR" sz="3200" dirty="0"/>
          </a:p>
        </p:txBody>
      </p:sp>
      <p:sp>
        <p:nvSpPr>
          <p:cNvPr id="8" name="S13-card22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23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</a:t>
            </a:r>
            <a:endParaRPr lang="ko-KR" sz="3200" dirty="0"/>
          </a:p>
        </p:txBody>
      </p:sp>
      <p:sp>
        <p:nvSpPr>
          <p:cNvPr id="10" name="S13-cell231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dot232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cell233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dot234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cell235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dot236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cell237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dot238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cell239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dot240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cell241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dot242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cell243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244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245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246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figure247" descr="1개의 십 칸 틀 중 1번째: 모두 6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받아올림이 있는 덧셈</dc:title>
  <dc:subject>KR22-G01-MAT-CARRY-L01</dc:subject>
  <dc:creator>education-ppt</dc:creator>
  <cp:lastModifiedBy>education-ppt</cp:lastModifiedBy>
  <cp:revision>1</cp:revision>
  <dcterms:created xsi:type="dcterms:W3CDTF">2026-10-26T07:08:00Z</dcterms:created>
  <dcterms:modified xsi:type="dcterms:W3CDTF">2026-10-26T07:08:00Z</dcterms:modified>
</cp:coreProperties>
</file>