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2840ce9-9cae-6d4e-d1c6-bbefe0b85f53}">
          <p14:sldIdLst>
            <p14:sldId id="256"/>
            <p14:sldId id="257"/>
          </p14:sldIdLst>
        </p14:section>
        <p14:section name="개념" id="{f8a74434-4868-b70e-452d-db2fedc2925f}">
          <p14:sldIdLst>
            <p14:sldId id="258"/>
            <p14:sldId id="259"/>
            <p14:sldId id="260"/>
          </p14:sldIdLst>
        </p14:section>
        <p14:section name="연습" id="{73a58b24-0561-5b54-3799-1c72d96034e9}">
          <p14:sldIdLst>
            <p14:sldId id="261"/>
            <p14:sldId id="262"/>
            <p14:sldId id="263"/>
          </p14:sldIdLst>
        </p14:section>
        <p14:section name="확인" id="{f310cd20-a4de-ada7-fe55-310fff049514}">
          <p14:sldIdLst>
            <p14:sldId id="264"/>
            <p14:sldId id="265"/>
          </p14:sldIdLst>
        </p14:section>
        <p14:section name="정리" id="{a7e7852b-bf60-89a0-60f7-e2af11b4a80a}">
          <p14:sldIdLst>
            <p14:sldId id="266"/>
          </p14:sldIdLst>
        </p14:section>
        <p14:section name="보충" id="{0ad7e979-b80c-6111-5d69-5577b08b7013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받아올림이 있는 덧셈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+ 5는 얼마일까?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742362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103550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8464738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figure19" descr="1개의 십 칸 틀 중 1번째: 모두 8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dot23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dot25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dot27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dot29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1-cell30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1-cell31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cell32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cell33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1-cell34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1-figure35" descr="1개의 십 칸 틀 중 1번째: 모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01-card3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0" name="S01-cardtext3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만들어 더하는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+ 5 같은 덧셈을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□ = 10</a:t>
            </a:r>
            <a:endParaRPr lang="ko-KR" sz="3600" dirty="0"/>
          </a:p>
        </p:txBody>
      </p:sp>
      <p:sp>
        <p:nvSpPr>
          <p:cNvPr id="5" name="S02-chip40"/>
          <p:cNvSpPr txBox="1"/>
          <p:nvPr/>
        </p:nvSpPr>
        <p:spPr>
          <a:xfrm>
            <a:off x="548640" y="34884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41"/>
          <p:cNvSpPr/>
          <p:nvPr/>
        </p:nvSpPr>
        <p:spPr>
          <a:xfrm flipH="1" flipV="1">
            <a:off x="320725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42"/>
          <p:cNvSpPr/>
          <p:nvPr/>
        </p:nvSpPr>
        <p:spPr>
          <a:xfrm flipV="1">
            <a:off x="408736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43" descr="10과 4를 모으는 그림, 모은 수는 빈칸"/>
          <p:cNvSpPr txBox="1"/>
          <p:nvPr/>
        </p:nvSpPr>
        <p:spPr>
          <a:xfrm>
            <a:off x="3773043" y="389763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9" name="S02-bondpart44"/>
          <p:cNvSpPr txBox="1"/>
          <p:nvPr/>
        </p:nvSpPr>
        <p:spPr>
          <a:xfrm>
            <a:off x="2892933" y="301752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0" name="S02-bondpart45"/>
          <p:cNvSpPr txBox="1"/>
          <p:nvPr/>
        </p:nvSpPr>
        <p:spPr>
          <a:xfrm>
            <a:off x="4653153" y="301752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11" name="S02-chip46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47"/>
          <p:cNvSpPr/>
          <p:nvPr/>
        </p:nvSpPr>
        <p:spPr>
          <a:xfrm flipH="1">
            <a:off x="320725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48"/>
          <p:cNvSpPr/>
          <p:nvPr/>
        </p:nvSpPr>
        <p:spPr>
          <a:xfrm>
            <a:off x="408736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49" descr="6을 2와 빈칸으로 가르는 그림"/>
          <p:cNvSpPr txBox="1"/>
          <p:nvPr/>
        </p:nvSpPr>
        <p:spPr>
          <a:xfrm>
            <a:off x="3773043" y="4709160"/>
            <a:ext cx="628650" cy="62865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15" name="S02-bondpart50"/>
          <p:cNvSpPr txBox="1"/>
          <p:nvPr/>
        </p:nvSpPr>
        <p:spPr>
          <a:xfrm>
            <a:off x="2892933" y="558927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6" name="S02-bondpart51"/>
          <p:cNvSpPr txBox="1"/>
          <p:nvPr/>
        </p:nvSpPr>
        <p:spPr>
          <a:xfrm>
            <a:off x="4653153" y="558927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해요</a:t>
            </a:r>
            <a:endParaRPr lang="ko-KR" sz="4400" dirty="0"/>
          </a:p>
        </p:txBody>
      </p:sp>
      <p:sp>
        <p:nvSpPr>
          <p:cNvPr id="3" name="S03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몇이 더 있으면 10이 될까요?</a:t>
            </a:r>
            <a:endParaRPr lang="ko-KR" sz="3200" dirty="0"/>
          </a:p>
        </p:txBody>
      </p:sp>
      <p:sp>
        <p:nvSpPr>
          <p:cNvPr id="4" name="S03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2가 더 있으면 10이에요.</a:t>
            </a:r>
            <a:endParaRPr lang="ko-KR" sz="3200" dirty="0"/>
          </a:p>
        </p:txBody>
      </p:sp>
      <p:sp>
        <p:nvSpPr>
          <p:cNvPr id="6" name="S03-cell55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56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57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58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59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60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61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62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63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64"/>
          <p:cNvSpPr/>
          <p:nvPr/>
        </p:nvSpPr>
        <p:spPr>
          <a:xfrm>
            <a:off x="453953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65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66"/>
          <p:cNvSpPr/>
          <p:nvPr/>
        </p:nvSpPr>
        <p:spPr>
          <a:xfrm>
            <a:off x="143057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67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68"/>
          <p:cNvSpPr/>
          <p:nvPr/>
        </p:nvSpPr>
        <p:spPr>
          <a:xfrm>
            <a:off x="220781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6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70"/>
          <p:cNvSpPr/>
          <p:nvPr/>
        </p:nvSpPr>
        <p:spPr>
          <a:xfrm>
            <a:off x="298505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71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72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figure73" descr="1개의 십 칸 틀 중 1번째: 모두 8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3-label7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6" name="S03-cell75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dot76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cell77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dot78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cell79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dot80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cell81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dot82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cell83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dot84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cell85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6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7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8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89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figure90" descr="1개의 십 칸 틀 중 1번째: 모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3-label9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옮겨 10 만들기</a:t>
            </a:r>
            <a:endParaRPr lang="ko-KR" sz="4400" dirty="0"/>
          </a:p>
        </p:txBody>
      </p:sp>
      <p:sp>
        <p:nvSpPr>
          <p:cNvPr id="3" name="S04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2를 옮겨 왼쪽 틀을 채워요.</a:t>
            </a:r>
            <a:endParaRPr lang="ko-KR" sz="3200" dirty="0"/>
          </a:p>
        </p:txBody>
      </p:sp>
      <p:sp>
        <p:nvSpPr>
          <p:cNvPr id="4" name="S0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13</a:t>
            </a:r>
            <a:endParaRPr lang="ko-KR" sz="3200" dirty="0"/>
          </a:p>
        </p:txBody>
      </p:sp>
      <p:sp>
        <p:nvSpPr>
          <p:cNvPr id="6" name="S04-card9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9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</p:txBody>
      </p:sp>
      <p:sp>
        <p:nvSpPr>
          <p:cNvPr id="8" name="S04-card9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9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4-cell99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100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101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102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3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dot104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cell105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dot106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cell107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dot108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cell109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dot110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cell111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12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3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4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5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6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7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8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119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4-label120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2</a:t>
            </a:r>
            <a:endParaRPr lang="ko-KR" sz="2600" dirty="0"/>
          </a:p>
        </p:txBody>
      </p:sp>
      <p:sp>
        <p:nvSpPr>
          <p:cNvPr id="32" name="S04-cell121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dot122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cell123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dot124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cell125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dot126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cell127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4-cell128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4-cell129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cell130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cell131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cell132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cell133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figure134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4-label13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갈라요</a:t>
            </a:r>
            <a:endParaRPr lang="ko-KR" sz="4400" dirty="0"/>
          </a:p>
        </p:txBody>
      </p:sp>
      <p:sp>
        <p:nvSpPr>
          <p:cNvPr id="3" name="S05-eqtext13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□</a:t>
            </a:r>
            <a:endParaRPr lang="ko-KR" sz="3600" dirty="0"/>
          </a:p>
        </p:txBody>
      </p:sp>
      <p:sp>
        <p:nvSpPr>
          <p:cNvPr id="4" name="S05-line13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13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139" descr="5를 2와 3으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14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8" name="S05-bondpart14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9" name="S05-stepno142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143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8에 2를 더하면 10</a:t>
            </a:r>
            <a:endParaRPr lang="ko-KR" sz="3200" dirty="0"/>
          </a:p>
        </p:txBody>
      </p:sp>
      <p:sp>
        <p:nvSpPr>
          <p:cNvPr id="11" name="S05-stepno144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145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갈라요.</a:t>
            </a:r>
            <a:endParaRPr lang="ko-KR" sz="3200" dirty="0"/>
          </a:p>
        </p:txBody>
      </p:sp>
      <p:sp>
        <p:nvSpPr>
          <p:cNvPr id="13" name="S05-stepno146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147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더해요</a:t>
            </a:r>
            <a:endParaRPr lang="ko-KR" sz="4400" dirty="0"/>
          </a:p>
        </p:txBody>
      </p:sp>
      <p:sp>
        <p:nvSpPr>
          <p:cNvPr id="3" name="S06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 □를 채우고 계산해요.</a:t>
            </a:r>
            <a:endParaRPr lang="ko-KR" sz="3200" dirty="0"/>
          </a:p>
        </p:txBody>
      </p:sp>
      <p:sp>
        <p:nvSpPr>
          <p:cNvPr id="4" name="S06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가르고, 10과 남은 수를 더해요.</a:t>
            </a:r>
            <a:endParaRPr lang="ko-KR" sz="3200" dirty="0"/>
          </a:p>
        </p:txBody>
      </p:sp>
      <p:sp>
        <p:nvSpPr>
          <p:cNvPr id="6" name="S06-line15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5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53" descr="9 + 4: 4를 1과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9" name="S06-bondpart15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0" name="S06-bondpart15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5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+ 4 = □</a:t>
            </a:r>
            <a:endParaRPr lang="ko-KR" sz="2600" dirty="0"/>
          </a:p>
        </p:txBody>
      </p:sp>
      <p:sp>
        <p:nvSpPr>
          <p:cNvPr id="12" name="S06-line15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5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59" descr="7 + 5: 5를 3과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5" name="S06-bondpart16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6" name="S06-bondpart16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6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+ 5 = □</a:t>
            </a:r>
            <a:endParaRPr lang="ko-KR" sz="2600" dirty="0"/>
          </a:p>
        </p:txBody>
      </p:sp>
      <p:sp>
        <p:nvSpPr>
          <p:cNvPr id="18" name="S06-line16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6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65" descr="8 + 7: 7을 2와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800" dirty="0"/>
          </a:p>
        </p:txBody>
      </p:sp>
      <p:sp>
        <p:nvSpPr>
          <p:cNvPr id="21" name="S06-bondpart16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22" name="S06-bondpart16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6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+ 7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7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갈라요.</a:t>
            </a:r>
            <a:endParaRPr lang="ko-KR" sz="3200" dirty="0"/>
          </a:p>
        </p:txBody>
      </p:sp>
      <p:sp>
        <p:nvSpPr>
          <p:cNvPr id="5" name="S07-chip17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7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+ 6 = □</a:t>
            </a:r>
            <a:endParaRPr lang="ko-KR" sz="3600" dirty="0"/>
          </a:p>
        </p:txBody>
      </p:sp>
      <p:sp>
        <p:nvSpPr>
          <p:cNvPr id="7" name="S07-chip17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7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+ 5 = □</a:t>
            </a:r>
            <a:endParaRPr lang="ko-KR" sz="3600" dirty="0"/>
          </a:p>
        </p:txBody>
      </p:sp>
      <p:sp>
        <p:nvSpPr>
          <p:cNvPr id="9" name="S07-chip17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7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+ 6 = □</a:t>
            </a:r>
            <a:endParaRPr lang="ko-KR" sz="3600" dirty="0"/>
          </a:p>
        </p:txBody>
      </p:sp>
      <p:sp>
        <p:nvSpPr>
          <p:cNvPr id="11" name="S07-chip17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7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+ 8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계산했어요.</a:t>
            </a:r>
            <a:endParaRPr lang="ko-KR" sz="3200" dirty="0"/>
          </a:p>
        </p:txBody>
      </p:sp>
      <p:sp>
        <p:nvSpPr>
          <p:cNvPr id="5" name="S08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2로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+ 2 = 12</a:t>
            </a:r>
            <a:endParaRPr lang="ko-KR" sz="3200" dirty="0"/>
          </a:p>
        </p:txBody>
      </p:sp>
      <p:sp>
        <p:nvSpPr>
          <p:cNvPr id="9" name="S08-chip1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13</a:t>
            </a:r>
            <a:endParaRPr lang="ko-KR" sz="2600" dirty="0"/>
          </a:p>
        </p:txBody>
      </p:sp>
      <p:sp>
        <p:nvSpPr>
          <p:cNvPr id="10" name="S08-text1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10을 어떻게 만들었는지 말해요.</a:t>
            </a:r>
            <a:endParaRPr lang="ko-KR" sz="3200" dirty="0"/>
          </a:p>
        </p:txBody>
      </p:sp>
      <p:sp>
        <p:nvSpPr>
          <p:cNvPr id="4" name="S09-chip18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8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+ 3 = □</a:t>
            </a:r>
            <a:endParaRPr lang="ko-KR" sz="3600" dirty="0"/>
          </a:p>
        </p:txBody>
      </p:sp>
      <p:sp>
        <p:nvSpPr>
          <p:cNvPr id="6" name="S09-chip19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9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+ 7 = □</a:t>
            </a:r>
            <a:endParaRPr lang="ko-KR" sz="3600" dirty="0"/>
          </a:p>
        </p:txBody>
      </p:sp>
      <p:sp>
        <p:nvSpPr>
          <p:cNvPr id="8" name="S09-chip19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9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8개가 있는데 4개를 더 받았어요.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1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+ 5를 계산하려고 5를 갈랐어요.</a:t>
            </a:r>
            <a:endParaRPr lang="ko-KR" sz="3200" dirty="0"/>
          </a:p>
        </p:txBody>
      </p:sp>
      <p:sp>
        <p:nvSpPr>
          <p:cNvPr id="4" name="S11-card1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7이 10이 되게 가른 것을 고르고, 계산해요.</a:t>
            </a:r>
            <a:endParaRPr lang="ko-KR" sz="3200" dirty="0"/>
          </a:p>
        </p:txBody>
      </p:sp>
      <p:sp>
        <p:nvSpPr>
          <p:cNvPr id="6" name="S11-chip19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198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199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200" descr="5를 2와 3으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0" name="S11-bondpart201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202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2" name="S11-chip20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204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205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206" descr="5를 3과 2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1-bondpart207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7" name="S11-bondpart208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8" name="S11-chip20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210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211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212" descr="5를 1과 4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22" name="S11-bondpart213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3" name="S11-bondpart214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2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 더해요.</a:t>
            </a:r>
            <a:endParaRPr lang="ko-KR" sz="3200" dirty="0"/>
          </a:p>
        </p:txBody>
      </p:sp>
      <p:sp>
        <p:nvSpPr>
          <p:cNvPr id="5" name="S12-chip21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2-chip21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+ 3을 103으로 쓰기</a:t>
            </a:r>
            <a:endParaRPr lang="ko-KR" sz="2600" dirty="0"/>
          </a:p>
        </p:txBody>
      </p:sp>
      <p:sp>
        <p:nvSpPr>
          <p:cNvPr id="7" name="S12-text21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22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+ 2 = □</a:t>
            </a:r>
            <a:endParaRPr lang="ko-KR" sz="3000" dirty="0"/>
          </a:p>
        </p:txBody>
      </p:sp>
      <p:sp>
        <p:nvSpPr>
          <p:cNvPr id="9" name="S12-eqtext22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+ 6 = □</a:t>
            </a:r>
            <a:endParaRPr lang="ko-KR" sz="3000" dirty="0"/>
          </a:p>
        </p:txBody>
      </p:sp>
      <p:sp>
        <p:nvSpPr>
          <p:cNvPr id="10" name="S12-eqtext22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+ 7 = □</a:t>
            </a:r>
            <a:endParaRPr lang="ko-KR" sz="3000" dirty="0"/>
          </a:p>
        </p:txBody>
      </p:sp>
      <p:sp>
        <p:nvSpPr>
          <p:cNvPr id="11" name="S12-text22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받아내림이 있는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10이 되는 짝</a:t>
            </a:r>
            <a:endParaRPr lang="ko-KR" sz="4400" dirty="0"/>
          </a:p>
        </p:txBody>
      </p:sp>
      <p:sp>
        <p:nvSpPr>
          <p:cNvPr id="3" name="S13-text2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틀이 꽉 찰까요?</a:t>
            </a:r>
            <a:endParaRPr lang="ko-KR" sz="3200" dirty="0"/>
          </a:p>
        </p:txBody>
      </p:sp>
      <p:sp>
        <p:nvSpPr>
          <p:cNvPr id="4" name="S13-card2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2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9, 2와 8, 3과 7, 4와 6, 5와 5</a:t>
            </a:r>
            <a:endParaRPr lang="ko-KR" sz="3200" dirty="0"/>
          </a:p>
        </p:txBody>
      </p:sp>
      <p:sp>
        <p:nvSpPr>
          <p:cNvPr id="6" name="S13-card22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2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4개</a:t>
            </a:r>
            <a:endParaRPr lang="ko-KR" sz="3200" dirty="0"/>
          </a:p>
        </p:txBody>
      </p:sp>
      <p:sp>
        <p:nvSpPr>
          <p:cNvPr id="8" name="S13-card22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23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10" name="S13-cell231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dot232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cell233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dot234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cell235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dot236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cell237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dot238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cell239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dot240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cell241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dot242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cell243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244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245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246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247" descr="1개의 십 칸 틀 중 1번째: 모두 6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받아올림이 있는 덧셈</dc:title>
  <dc:subject>KR22-G01-MAT-CARRY-L01</dc:subject>
  <dc:creator>education-ppt</dc:creator>
  <cp:lastModifiedBy>education-ppt</cp:lastModifiedBy>
  <cp:revision>1</cp:revision>
  <dcterms:created xsi:type="dcterms:W3CDTF">2026-10-26T07:13:11Z</dcterms:created>
  <dcterms:modified xsi:type="dcterms:W3CDTF">2026-10-26T07:13:11Z</dcterms:modified>
</cp:coreProperties>
</file>