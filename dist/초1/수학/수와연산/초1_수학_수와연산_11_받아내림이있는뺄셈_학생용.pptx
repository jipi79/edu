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7c4d87-30ac-048b-f6b6-79b2705b9a08}">
          <p14:sldIdLst>
            <p14:sldId id="256"/>
            <p14:sldId id="257"/>
          </p14:sldIdLst>
        </p14:section>
        <p14:section name="개념" id="{f02da0e9-c62c-8b8d-8180-1436c2b1f699}">
          <p14:sldIdLst>
            <p14:sldId id="258"/>
            <p14:sldId id="259"/>
            <p14:sldId id="260"/>
          </p14:sldIdLst>
        </p14:section>
        <p14:section name="연습" id="{d1d2040d-e48e-1b08-0014-39d948c0614e}">
          <p14:sldIdLst>
            <p14:sldId id="261"/>
            <p14:sldId id="262"/>
            <p14:sldId id="263"/>
          </p14:sldIdLst>
        </p14:section>
        <p14:section name="확인" id="{0113abee-43e0-fc76-b5c2-a9ff10cf94d2}">
          <p14:sldIdLst>
            <p14:sldId id="264"/>
            <p14:sldId id="265"/>
          </p14:sldIdLst>
        </p14:section>
        <p14:section name="정리" id="{10bc5978-f61d-f47d-9ad8-8f2e71c88cb2}">
          <p14:sldIdLst>
            <p14:sldId id="266"/>
          </p14:sldIdLst>
        </p14:section>
        <p14:section name="보충" id="{d09552e6-32e6-d855-d833-11878aefd45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13 − 5는 얼마일까?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4958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11077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47196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833150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194338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7749586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10774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71962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33150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94338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figure11" descr="점 10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87556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23675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59794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이용해 빼는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13 − 5 같은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□</a:t>
            </a:r>
            <a:endParaRPr lang="ko-KR" sz="36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21"/>
          <p:cNvSpPr/>
          <p:nvPr/>
        </p:nvSpPr>
        <p:spPr>
          <a:xfrm flipH="1">
            <a:off x="259384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22"/>
          <p:cNvSpPr/>
          <p:nvPr/>
        </p:nvSpPr>
        <p:spPr>
          <a:xfrm>
            <a:off x="344728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23" descr="10을 4와 빈칸으로 가르기"/>
          <p:cNvSpPr txBox="1"/>
          <p:nvPr/>
        </p:nvSpPr>
        <p:spPr>
          <a:xfrm>
            <a:off x="3142488" y="301752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9" name="S02-bondpart24"/>
          <p:cNvSpPr txBox="1"/>
          <p:nvPr/>
        </p:nvSpPr>
        <p:spPr>
          <a:xfrm>
            <a:off x="2289048" y="38709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2-bondpart25"/>
          <p:cNvSpPr txBox="1"/>
          <p:nvPr/>
        </p:nvSpPr>
        <p:spPr>
          <a:xfrm>
            <a:off x="3995928" y="387096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chip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27"/>
          <p:cNvSpPr/>
          <p:nvPr/>
        </p:nvSpPr>
        <p:spPr>
          <a:xfrm flipH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28"/>
          <p:cNvSpPr/>
          <p:nvPr/>
        </p:nvSpPr>
        <p:spPr>
          <a:xfrm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29" descr="12를 10과 빈칸으로 가르기"/>
          <p:cNvSpPr txBox="1"/>
          <p:nvPr/>
        </p:nvSpPr>
        <p:spPr>
          <a:xfrm>
            <a:off x="3142488" y="470916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" name="S02-bondpart30"/>
          <p:cNvSpPr txBox="1"/>
          <p:nvPr/>
        </p:nvSpPr>
        <p:spPr>
          <a:xfrm>
            <a:off x="2289048" y="556260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6" name="S02-bondpart31"/>
          <p:cNvSpPr txBox="1"/>
          <p:nvPr/>
        </p:nvSpPr>
        <p:spPr>
          <a:xfrm>
            <a:off x="399592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해요</a:t>
            </a:r>
            <a:endParaRPr lang="ko-KR" sz="44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13은 10과 3이에요. 5를 빼 볼까요?</a:t>
            </a:r>
            <a:endParaRPr lang="ko-KR" sz="32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3개뿐이에요. 5개를 어떻게 뺄까요?</a:t>
            </a:r>
            <a:endParaRPr lang="ko-KR" sz="3200" dirty="0"/>
          </a:p>
        </p:txBody>
      </p:sp>
      <p:sp>
        <p:nvSpPr>
          <p:cNvPr id="6" name="S03-dot35"/>
          <p:cNvSpPr/>
          <p:nvPr/>
        </p:nvSpPr>
        <p:spPr>
          <a:xfrm>
            <a:off x="155173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6"/>
          <p:cNvSpPr/>
          <p:nvPr/>
        </p:nvSpPr>
        <p:spPr>
          <a:xfrm>
            <a:off x="228325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7"/>
          <p:cNvSpPr/>
          <p:nvPr/>
        </p:nvSpPr>
        <p:spPr>
          <a:xfrm>
            <a:off x="301477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8"/>
          <p:cNvSpPr/>
          <p:nvPr/>
        </p:nvSpPr>
        <p:spPr>
          <a:xfrm>
            <a:off x="374629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9"/>
          <p:cNvSpPr/>
          <p:nvPr/>
        </p:nvSpPr>
        <p:spPr>
          <a:xfrm>
            <a:off x="447781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155173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28325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301477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3"/>
          <p:cNvSpPr/>
          <p:nvPr/>
        </p:nvSpPr>
        <p:spPr>
          <a:xfrm>
            <a:off x="374629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4"/>
          <p:cNvSpPr/>
          <p:nvPr/>
        </p:nvSpPr>
        <p:spPr>
          <a:xfrm>
            <a:off x="447781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45" descr="점 10개"/>
          <p:cNvSpPr/>
          <p:nvPr/>
        </p:nvSpPr>
        <p:spPr>
          <a:xfrm>
            <a:off x="1412748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4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03-dot47"/>
          <p:cNvSpPr/>
          <p:nvPr/>
        </p:nvSpPr>
        <p:spPr>
          <a:xfrm>
            <a:off x="725759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798911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49"/>
          <p:cNvSpPr/>
          <p:nvPr/>
        </p:nvSpPr>
        <p:spPr>
          <a:xfrm>
            <a:off x="872063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50" descr="점 3개"/>
          <p:cNvSpPr/>
          <p:nvPr/>
        </p:nvSpPr>
        <p:spPr>
          <a:xfrm>
            <a:off x="7118604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5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빼고, 2 더 빼기</a:t>
            </a:r>
            <a:endParaRPr lang="ko-KR" sz="4400" dirty="0"/>
          </a:p>
        </p:txBody>
      </p:sp>
      <p:sp>
        <p:nvSpPr>
          <p:cNvPr id="3" name="S04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3개를 먼저 빼고, 10에서 2개를 더 빼요.</a:t>
            </a:r>
            <a:endParaRPr lang="ko-KR" sz="3200" dirty="0"/>
          </a:p>
        </p:txBody>
      </p:sp>
      <p:sp>
        <p:nvSpPr>
          <p:cNvPr id="4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</p:txBody>
      </p:sp>
      <p:sp>
        <p:nvSpPr>
          <p:cNvPr id="6" name="S04-card5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8" name="S04-card5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10" name="S04-dot59"/>
          <p:cNvSpPr/>
          <p:nvPr/>
        </p:nvSpPr>
        <p:spPr>
          <a:xfrm>
            <a:off x="176296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60"/>
          <p:cNvSpPr/>
          <p:nvPr/>
        </p:nvSpPr>
        <p:spPr>
          <a:xfrm>
            <a:off x="240304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61"/>
          <p:cNvSpPr/>
          <p:nvPr/>
        </p:nvSpPr>
        <p:spPr>
          <a:xfrm>
            <a:off x="304312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2"/>
          <p:cNvSpPr/>
          <p:nvPr/>
        </p:nvSpPr>
        <p:spPr>
          <a:xfrm>
            <a:off x="368320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3"/>
          <p:cNvSpPr/>
          <p:nvPr/>
        </p:nvSpPr>
        <p:spPr>
          <a:xfrm>
            <a:off x="432328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4"/>
          <p:cNvSpPr/>
          <p:nvPr/>
        </p:nvSpPr>
        <p:spPr>
          <a:xfrm>
            <a:off x="176296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5"/>
          <p:cNvSpPr/>
          <p:nvPr/>
        </p:nvSpPr>
        <p:spPr>
          <a:xfrm>
            <a:off x="240304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66"/>
          <p:cNvSpPr/>
          <p:nvPr/>
        </p:nvSpPr>
        <p:spPr>
          <a:xfrm>
            <a:off x="304312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7"/>
          <p:cNvSpPr/>
          <p:nvPr/>
        </p:nvSpPr>
        <p:spPr>
          <a:xfrm>
            <a:off x="368320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ine68"/>
          <p:cNvSpPr/>
          <p:nvPr/>
        </p:nvSpPr>
        <p:spPr>
          <a:xfrm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4-line69"/>
          <p:cNvSpPr/>
          <p:nvPr/>
        </p:nvSpPr>
        <p:spPr>
          <a:xfrm flipV="1"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4-dot70"/>
          <p:cNvSpPr/>
          <p:nvPr/>
        </p:nvSpPr>
        <p:spPr>
          <a:xfrm>
            <a:off x="432328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ine71"/>
          <p:cNvSpPr/>
          <p:nvPr/>
        </p:nvSpPr>
        <p:spPr>
          <a:xfrm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4-line72"/>
          <p:cNvSpPr/>
          <p:nvPr/>
        </p:nvSpPr>
        <p:spPr>
          <a:xfrm flipV="1"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4-figure73" descr="점 10개 중 2개에 × 표시"/>
          <p:cNvSpPr/>
          <p:nvPr/>
        </p:nvSpPr>
        <p:spPr>
          <a:xfrm>
            <a:off x="1641348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4-label74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10에서 2 빼기</a:t>
            </a:r>
            <a:endParaRPr lang="ko-KR" sz="2600" dirty="0"/>
          </a:p>
        </p:txBody>
      </p:sp>
      <p:sp>
        <p:nvSpPr>
          <p:cNvPr id="26" name="S04-dot75"/>
          <p:cNvSpPr/>
          <p:nvPr/>
        </p:nvSpPr>
        <p:spPr>
          <a:xfrm>
            <a:off x="746881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ine76"/>
          <p:cNvSpPr/>
          <p:nvPr/>
        </p:nvSpPr>
        <p:spPr>
          <a:xfrm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4-line77"/>
          <p:cNvSpPr/>
          <p:nvPr/>
        </p:nvSpPr>
        <p:spPr>
          <a:xfrm flipV="1"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4-dot78"/>
          <p:cNvSpPr/>
          <p:nvPr/>
        </p:nvSpPr>
        <p:spPr>
          <a:xfrm>
            <a:off x="810889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line79"/>
          <p:cNvSpPr/>
          <p:nvPr/>
        </p:nvSpPr>
        <p:spPr>
          <a:xfrm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4-line80"/>
          <p:cNvSpPr/>
          <p:nvPr/>
        </p:nvSpPr>
        <p:spPr>
          <a:xfrm flipV="1"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4-dot81"/>
          <p:cNvSpPr/>
          <p:nvPr/>
        </p:nvSpPr>
        <p:spPr>
          <a:xfrm>
            <a:off x="874897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line82"/>
          <p:cNvSpPr/>
          <p:nvPr/>
        </p:nvSpPr>
        <p:spPr>
          <a:xfrm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4-line83"/>
          <p:cNvSpPr/>
          <p:nvPr/>
        </p:nvSpPr>
        <p:spPr>
          <a:xfrm flipV="1"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4-figure84" descr="점 3개 모두에 × 표시"/>
          <p:cNvSpPr/>
          <p:nvPr/>
        </p:nvSpPr>
        <p:spPr>
          <a:xfrm>
            <a:off x="7347204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4-label8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낱개 3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갈라요</a:t>
            </a:r>
            <a:endParaRPr lang="ko-KR" sz="4400" dirty="0"/>
          </a:p>
        </p:txBody>
      </p:sp>
      <p:sp>
        <p:nvSpPr>
          <p:cNvPr id="3" name="S05-eqtext8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4" name="S05-line8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8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89" descr="5를 3과 2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9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8" name="S05-bondpart9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9" name="S05-stepno92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93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3과 2로 갈라요.</a:t>
            </a:r>
            <a:endParaRPr lang="ko-KR" sz="3200" dirty="0"/>
          </a:p>
        </p:txBody>
      </p:sp>
      <p:sp>
        <p:nvSpPr>
          <p:cNvPr id="11" name="S05-stepno94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95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13" name="S05-stepno96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97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빼요</a:t>
            </a:r>
            <a:endParaRPr lang="ko-KR" sz="4400" dirty="0"/>
          </a:p>
        </p:txBody>
      </p:sp>
      <p:sp>
        <p:nvSpPr>
          <p:cNvPr id="3" name="S06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 □를 채우고 계산해요.</a:t>
            </a:r>
            <a:endParaRPr lang="ko-KR" sz="3200" dirty="0"/>
          </a:p>
        </p:txBody>
      </p:sp>
      <p:sp>
        <p:nvSpPr>
          <p:cNvPr id="4" name="S06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낱개만큼 먼저 빼서 10을 만들고, 10에서 남은 수를 빼요.</a:t>
            </a:r>
            <a:endParaRPr lang="ko-KR" sz="3200" dirty="0"/>
          </a:p>
        </p:txBody>
      </p:sp>
      <p:sp>
        <p:nvSpPr>
          <p:cNvPr id="6" name="S06-line10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0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03" descr="12 − 5: 5를 2와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06-bondpart10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06-bondpart10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0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12 − 5 = □</a:t>
            </a:r>
            <a:endParaRPr lang="ko-KR" sz="2600" dirty="0"/>
          </a:p>
        </p:txBody>
      </p:sp>
      <p:sp>
        <p:nvSpPr>
          <p:cNvPr id="12" name="S06-line10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0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09" descr="14 − 8: 8을 4와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5" name="S06-bondpart11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06-bondpart11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1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14 − 8 = □</a:t>
            </a:r>
            <a:endParaRPr lang="ko-KR" sz="2600" dirty="0"/>
          </a:p>
        </p:txBody>
      </p:sp>
      <p:sp>
        <p:nvSpPr>
          <p:cNvPr id="18" name="S06-line11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1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15" descr="11 − 3: 3을 1과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1" name="S06-bondpart11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2" name="S06-bondpart11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11 − 3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7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만들어요.</a:t>
            </a:r>
            <a:endParaRPr lang="ko-KR" sz="3200" dirty="0"/>
          </a:p>
        </p:txBody>
      </p:sp>
      <p:sp>
        <p:nvSpPr>
          <p:cNvPr id="5" name="S07-chip1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13 − 4 = □</a:t>
            </a:r>
            <a:endParaRPr lang="ko-KR" sz="3600" dirty="0"/>
          </a:p>
        </p:txBody>
      </p:sp>
      <p:sp>
        <p:nvSpPr>
          <p:cNvPr id="7" name="S07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600" dirty="0"/>
          </a:p>
        </p:txBody>
      </p:sp>
      <p:sp>
        <p:nvSpPr>
          <p:cNvPr id="9" name="S07-chip1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□</a:t>
            </a:r>
            <a:endParaRPr lang="ko-KR" sz="3600" dirty="0"/>
          </a:p>
        </p:txBody>
      </p:sp>
      <p:sp>
        <p:nvSpPr>
          <p:cNvPr id="11" name="S07-chip1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17 − 9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계산했어요.</a:t>
            </a:r>
            <a:endParaRPr lang="ko-KR" sz="3200" dirty="0"/>
          </a:p>
        </p:txBody>
      </p:sp>
      <p:sp>
        <p:nvSpPr>
          <p:cNvPr id="5" name="S08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8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5는 못 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2, 그래서 12</a:t>
            </a:r>
            <a:endParaRPr lang="ko-KR" sz="3200" dirty="0"/>
          </a:p>
        </p:txBody>
      </p:sp>
      <p:sp>
        <p:nvSpPr>
          <p:cNvPr id="9" name="S08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8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빼는 수를 어떻게 갈랐는지 말해요.</a:t>
            </a:r>
            <a:endParaRPr lang="ko-KR" sz="3200" dirty="0"/>
          </a:p>
        </p:txBody>
      </p:sp>
      <p:sp>
        <p:nvSpPr>
          <p:cNvPr id="4" name="S09-chip1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3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14 − 5 = □</a:t>
            </a:r>
            <a:endParaRPr lang="ko-KR" sz="3600" dirty="0"/>
          </a:p>
        </p:txBody>
      </p:sp>
      <p:sp>
        <p:nvSpPr>
          <p:cNvPr id="6" name="S09-chip1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□</a:t>
            </a:r>
            <a:endParaRPr lang="ko-KR" sz="36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13개 중 6개를 먹었어요.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귤은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11 − 4를 계산하려고 4를 갈랐어요.</a:t>
            </a:r>
            <a:endParaRPr lang="ko-KR" sz="3200" dirty="0"/>
          </a:p>
        </p:txBody>
      </p:sp>
      <p:sp>
        <p:nvSpPr>
          <p:cNvPr id="4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있게 가른 것을 고르고, 계산해요.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48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49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150" descr="4를 2와 2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0" name="S11-bondpart151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152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2" name="S11-chip15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154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155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156" descr="4를 1과 3으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11-bondpart157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7" name="S11-bondpart158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8" name="S11-chip15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160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161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162" descr="4를 3과 1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2" name="S11-bondpart163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3" name="S11-bondpart164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만들고, 10에서 남은 수를 빼요.</a:t>
            </a:r>
            <a:endParaRPr lang="ko-KR" sz="3200" dirty="0"/>
          </a:p>
        </p:txBody>
      </p:sp>
      <p:sp>
        <p:nvSpPr>
          <p:cNvPr id="5" name="S12-chip1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빼는 수를 갈라 10 만들기</a:t>
            </a:r>
            <a:endParaRPr lang="ko-KR" sz="2600" dirty="0"/>
          </a:p>
        </p:txBody>
      </p:sp>
      <p:sp>
        <p:nvSpPr>
          <p:cNvPr id="6" name="S12-chip1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작은 수에서 거꾸로 빼기</a:t>
            </a:r>
            <a:endParaRPr lang="ko-KR" sz="2600" dirty="0"/>
          </a:p>
        </p:txBody>
      </p:sp>
      <p:sp>
        <p:nvSpPr>
          <p:cNvPr id="7" name="S12-text1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1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12 − 6 = □</a:t>
            </a:r>
            <a:endParaRPr lang="ko-KR" sz="3000" dirty="0"/>
          </a:p>
        </p:txBody>
      </p:sp>
      <p:sp>
        <p:nvSpPr>
          <p:cNvPr id="9" name="S12-eqtext17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16 − 8 = □</a:t>
            </a:r>
            <a:endParaRPr lang="ko-KR" sz="3000" dirty="0"/>
          </a:p>
        </p:txBody>
      </p:sp>
      <p:sp>
        <p:nvSpPr>
          <p:cNvPr id="10" name="S12-eqtext17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13 − 8 = □</a:t>
            </a:r>
            <a:endParaRPr lang="ko-KR" sz="3000" dirty="0"/>
          </a:p>
        </p:txBody>
      </p:sp>
      <p:sp>
        <p:nvSpPr>
          <p:cNvPr id="11" name="S12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두 자리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3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10개에서 4개를 빼요.</a:t>
            </a:r>
            <a:endParaRPr lang="ko-KR" sz="3200" dirty="0"/>
          </a:p>
        </p:txBody>
      </p:sp>
      <p:sp>
        <p:nvSpPr>
          <p:cNvPr id="4" name="S13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가르는 짝을 알면 10에서 쉽게 빼요.</a:t>
            </a:r>
            <a:endParaRPr lang="ko-KR" sz="3200" dirty="0"/>
          </a:p>
        </p:txBody>
      </p:sp>
      <p:sp>
        <p:nvSpPr>
          <p:cNvPr id="6" name="S13-dot177"/>
          <p:cNvSpPr/>
          <p:nvPr/>
        </p:nvSpPr>
        <p:spPr>
          <a:xfrm>
            <a:off x="132908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78"/>
          <p:cNvSpPr/>
          <p:nvPr/>
        </p:nvSpPr>
        <p:spPr>
          <a:xfrm>
            <a:off x="215204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79"/>
          <p:cNvSpPr/>
          <p:nvPr/>
        </p:nvSpPr>
        <p:spPr>
          <a:xfrm>
            <a:off x="297500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80"/>
          <p:cNvSpPr/>
          <p:nvPr/>
        </p:nvSpPr>
        <p:spPr>
          <a:xfrm>
            <a:off x="379796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81"/>
          <p:cNvSpPr/>
          <p:nvPr/>
        </p:nvSpPr>
        <p:spPr>
          <a:xfrm>
            <a:off x="462092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82"/>
          <p:cNvSpPr/>
          <p:nvPr/>
        </p:nvSpPr>
        <p:spPr>
          <a:xfrm>
            <a:off x="132908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83"/>
          <p:cNvSpPr/>
          <p:nvPr/>
        </p:nvSpPr>
        <p:spPr>
          <a:xfrm>
            <a:off x="215204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line184"/>
          <p:cNvSpPr/>
          <p:nvPr/>
        </p:nvSpPr>
        <p:spPr>
          <a:xfrm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13-line185"/>
          <p:cNvSpPr/>
          <p:nvPr/>
        </p:nvSpPr>
        <p:spPr>
          <a:xfrm flipV="1"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13-dot186"/>
          <p:cNvSpPr/>
          <p:nvPr/>
        </p:nvSpPr>
        <p:spPr>
          <a:xfrm>
            <a:off x="297500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line187"/>
          <p:cNvSpPr/>
          <p:nvPr/>
        </p:nvSpPr>
        <p:spPr>
          <a:xfrm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13-line188"/>
          <p:cNvSpPr/>
          <p:nvPr/>
        </p:nvSpPr>
        <p:spPr>
          <a:xfrm flipV="1"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13-dot189"/>
          <p:cNvSpPr/>
          <p:nvPr/>
        </p:nvSpPr>
        <p:spPr>
          <a:xfrm>
            <a:off x="379796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line190"/>
          <p:cNvSpPr/>
          <p:nvPr/>
        </p:nvSpPr>
        <p:spPr>
          <a:xfrm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3-line191"/>
          <p:cNvSpPr/>
          <p:nvPr/>
        </p:nvSpPr>
        <p:spPr>
          <a:xfrm flipV="1"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13-dot192"/>
          <p:cNvSpPr/>
          <p:nvPr/>
        </p:nvSpPr>
        <p:spPr>
          <a:xfrm>
            <a:off x="462092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line193"/>
          <p:cNvSpPr/>
          <p:nvPr/>
        </p:nvSpPr>
        <p:spPr>
          <a:xfrm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3-line194"/>
          <p:cNvSpPr/>
          <p:nvPr/>
        </p:nvSpPr>
        <p:spPr>
          <a:xfrm flipV="1"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3-figure195" descr="점 10개 중 4개에 × 표시"/>
          <p:cNvSpPr/>
          <p:nvPr/>
        </p:nvSpPr>
        <p:spPr>
          <a:xfrm>
            <a:off x="1172718" y="2743200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196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197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4와 6</a:t>
            </a:r>
            <a:endParaRPr lang="ko-KR" sz="3200" dirty="0"/>
          </a:p>
        </p:txBody>
      </p:sp>
      <p:sp>
        <p:nvSpPr>
          <p:cNvPr id="27" name="S13-card198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199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10 − 4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받아내림이 있는 뺄셈</dc:title>
  <dc:subject>KR22-G01-MAT-BORROW-L01</dc:subject>
  <dc:creator>education-ppt</dc:creator>
  <cp:lastModifiedBy>education-ppt</cp:lastModifiedBy>
  <cp:revision>1</cp:revision>
  <dcterms:created xsi:type="dcterms:W3CDTF">2026-10-26T07:08:03Z</dcterms:created>
  <dcterms:modified xsi:type="dcterms:W3CDTF">2026-10-26T07:08:03Z</dcterms:modified>
</cp:coreProperties>
</file>