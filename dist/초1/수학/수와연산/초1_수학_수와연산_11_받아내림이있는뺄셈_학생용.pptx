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e415fcd-6a82-0e40-1fea-cc0c2bec59df}">
          <p14:sldIdLst>
            <p14:sldId id="256"/>
            <p14:sldId id="257"/>
          </p14:sldIdLst>
        </p14:section>
        <p14:section name="개념" id="{e4934e36-8f46-283f-47d3-f4da1c86f48a}">
          <p14:sldIdLst>
            <p14:sldId id="258"/>
            <p14:sldId id="259"/>
            <p14:sldId id="260"/>
          </p14:sldIdLst>
        </p14:section>
        <p14:section name="연습" id="{80a11913-7ce0-5617-42b7-f03cafaaca2c}">
          <p14:sldIdLst>
            <p14:sldId id="261"/>
            <p14:sldId id="262"/>
            <p14:sldId id="263"/>
          </p14:sldIdLst>
        </p14:section>
        <p14:section name="확인" id="{45f93b3a-a189-e7e4-a0d8-35bb16242b42}">
          <p14:sldIdLst>
            <p14:sldId id="264"/>
            <p14:sldId id="265"/>
          </p14:sldIdLst>
        </p14:section>
        <p14:section name="정리" id="{7feedcbb-7861-c4be-fed8-43d8ed10e462}">
          <p14:sldIdLst>
            <p14:sldId id="266"/>
          </p14:sldIdLst>
        </p14:section>
        <p14:section name="보충" id="{fb97e8aa-72de-7713-f4ea-2970c40ad3aa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11차시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받아내림이 있는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받아내림이 있는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받아내림이 있는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받아내림이 있는 뺄셈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13 − 5는 얼마일까?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749586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110774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471962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833150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9194338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7749586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8110774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471962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8833150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194338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figure11" descr="점 10개"/>
          <p:cNvSpPr/>
          <p:nvPr/>
        </p:nvSpPr>
        <p:spPr>
          <a:xfrm>
            <a:off x="768096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9875566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dot13"/>
          <p:cNvSpPr/>
          <p:nvPr/>
        </p:nvSpPr>
        <p:spPr>
          <a:xfrm>
            <a:off x="10236754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10597942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figure15" descr="점 3개"/>
          <p:cNvSpPr/>
          <p:nvPr/>
        </p:nvSpPr>
        <p:spPr>
          <a:xfrm>
            <a:off x="980694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1-card1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0" name="S01-cardtext1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10을 이용해 빼는 방법을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13 − 5 같은 뺄셈을 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1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+ 6 = □</a:t>
            </a:r>
            <a:endParaRPr lang="ko-KR" sz="3600" dirty="0"/>
          </a:p>
        </p:txBody>
      </p:sp>
      <p:sp>
        <p:nvSpPr>
          <p:cNvPr id="5" name="S02-chip2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line21"/>
          <p:cNvSpPr/>
          <p:nvPr/>
        </p:nvSpPr>
        <p:spPr>
          <a:xfrm flipH="1">
            <a:off x="2593848" y="362712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2-line22"/>
          <p:cNvSpPr/>
          <p:nvPr/>
        </p:nvSpPr>
        <p:spPr>
          <a:xfrm>
            <a:off x="3447288" y="362712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2-figure23" descr="10을 4와 빈칸으로 가르기"/>
          <p:cNvSpPr txBox="1"/>
          <p:nvPr/>
        </p:nvSpPr>
        <p:spPr>
          <a:xfrm>
            <a:off x="3142488" y="3017520"/>
            <a:ext cx="609600" cy="60960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9" name="S02-bondpart24"/>
          <p:cNvSpPr txBox="1"/>
          <p:nvPr/>
        </p:nvSpPr>
        <p:spPr>
          <a:xfrm>
            <a:off x="2289048" y="3870960"/>
            <a:ext cx="609600" cy="60960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2-bondpart25"/>
          <p:cNvSpPr txBox="1"/>
          <p:nvPr/>
        </p:nvSpPr>
        <p:spPr>
          <a:xfrm>
            <a:off x="3995928" y="3870960"/>
            <a:ext cx="609600" cy="6096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400" dirty="0"/>
          </a:p>
        </p:txBody>
      </p:sp>
      <p:sp>
        <p:nvSpPr>
          <p:cNvPr id="11" name="S02-chip26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2" name="S02-line27"/>
          <p:cNvSpPr/>
          <p:nvPr/>
        </p:nvSpPr>
        <p:spPr>
          <a:xfrm flipH="1">
            <a:off x="2593848" y="531876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02-line28"/>
          <p:cNvSpPr/>
          <p:nvPr/>
        </p:nvSpPr>
        <p:spPr>
          <a:xfrm>
            <a:off x="3447288" y="531876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02-figure29" descr="12를 10과 빈칸으로 가르기"/>
          <p:cNvSpPr txBox="1"/>
          <p:nvPr/>
        </p:nvSpPr>
        <p:spPr>
          <a:xfrm>
            <a:off x="3142488" y="4709160"/>
            <a:ext cx="609600" cy="60960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15" name="S02-bondpart30"/>
          <p:cNvSpPr txBox="1"/>
          <p:nvPr/>
        </p:nvSpPr>
        <p:spPr>
          <a:xfrm>
            <a:off x="2289048" y="5562600"/>
            <a:ext cx="609600" cy="60960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16" name="S02-bondpart31"/>
          <p:cNvSpPr txBox="1"/>
          <p:nvPr/>
        </p:nvSpPr>
        <p:spPr>
          <a:xfrm>
            <a:off x="3995928" y="5562600"/>
            <a:ext cx="609600" cy="6096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13 − 5를 해요</a:t>
            </a:r>
            <a:endParaRPr lang="ko-KR" sz="4400" dirty="0"/>
          </a:p>
        </p:txBody>
      </p:sp>
      <p:sp>
        <p:nvSpPr>
          <p:cNvPr id="3" name="S03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13은 10과 3이에요. 5를 빼 볼까요?</a:t>
            </a:r>
            <a:endParaRPr lang="ko-KR" sz="3200" dirty="0"/>
          </a:p>
        </p:txBody>
      </p:sp>
      <p:sp>
        <p:nvSpPr>
          <p:cNvPr id="4" name="S03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낱개는 3개뿐이에요. 5개를 어떻게 뺄까요?</a:t>
            </a:r>
            <a:endParaRPr lang="ko-KR" sz="3200" dirty="0"/>
          </a:p>
        </p:txBody>
      </p:sp>
      <p:sp>
        <p:nvSpPr>
          <p:cNvPr id="6" name="S03-dot35"/>
          <p:cNvSpPr/>
          <p:nvPr/>
        </p:nvSpPr>
        <p:spPr>
          <a:xfrm>
            <a:off x="155173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36"/>
          <p:cNvSpPr/>
          <p:nvPr/>
        </p:nvSpPr>
        <p:spPr>
          <a:xfrm>
            <a:off x="228325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37"/>
          <p:cNvSpPr/>
          <p:nvPr/>
        </p:nvSpPr>
        <p:spPr>
          <a:xfrm>
            <a:off x="301477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38"/>
          <p:cNvSpPr/>
          <p:nvPr/>
        </p:nvSpPr>
        <p:spPr>
          <a:xfrm>
            <a:off x="374629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39"/>
          <p:cNvSpPr/>
          <p:nvPr/>
        </p:nvSpPr>
        <p:spPr>
          <a:xfrm>
            <a:off x="447781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40"/>
          <p:cNvSpPr/>
          <p:nvPr/>
        </p:nvSpPr>
        <p:spPr>
          <a:xfrm>
            <a:off x="155173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41"/>
          <p:cNvSpPr/>
          <p:nvPr/>
        </p:nvSpPr>
        <p:spPr>
          <a:xfrm>
            <a:off x="228325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42"/>
          <p:cNvSpPr/>
          <p:nvPr/>
        </p:nvSpPr>
        <p:spPr>
          <a:xfrm>
            <a:off x="301477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43"/>
          <p:cNvSpPr/>
          <p:nvPr/>
        </p:nvSpPr>
        <p:spPr>
          <a:xfrm>
            <a:off x="374629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44"/>
          <p:cNvSpPr/>
          <p:nvPr/>
        </p:nvSpPr>
        <p:spPr>
          <a:xfrm>
            <a:off x="447781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figure45" descr="점 10개"/>
          <p:cNvSpPr/>
          <p:nvPr/>
        </p:nvSpPr>
        <p:spPr>
          <a:xfrm>
            <a:off x="1412748" y="2575179"/>
            <a:ext cx="365760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3-label46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8" name="S03-dot47"/>
          <p:cNvSpPr/>
          <p:nvPr/>
        </p:nvSpPr>
        <p:spPr>
          <a:xfrm>
            <a:off x="7257593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dot48"/>
          <p:cNvSpPr/>
          <p:nvPr/>
        </p:nvSpPr>
        <p:spPr>
          <a:xfrm>
            <a:off x="7989113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dot49"/>
          <p:cNvSpPr/>
          <p:nvPr/>
        </p:nvSpPr>
        <p:spPr>
          <a:xfrm>
            <a:off x="8720633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figure50" descr="점 3개"/>
          <p:cNvSpPr/>
          <p:nvPr/>
        </p:nvSpPr>
        <p:spPr>
          <a:xfrm>
            <a:off x="7118604" y="2575179"/>
            <a:ext cx="365760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label51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빼고, 2 더 빼기</a:t>
            </a:r>
            <a:endParaRPr lang="ko-KR" sz="4400" dirty="0"/>
          </a:p>
        </p:txBody>
      </p:sp>
      <p:sp>
        <p:nvSpPr>
          <p:cNvPr id="3" name="S04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3개를 먼저 빼고, 10에서 2개를 더 빼요.</a:t>
            </a:r>
            <a:endParaRPr lang="ko-KR" sz="3200" dirty="0"/>
          </a:p>
        </p:txBody>
      </p:sp>
      <p:sp>
        <p:nvSpPr>
          <p:cNvPr id="4" name="S04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 = 8</a:t>
            </a:r>
            <a:endParaRPr lang="ko-KR" sz="3200" dirty="0"/>
          </a:p>
        </p:txBody>
      </p:sp>
      <p:sp>
        <p:nvSpPr>
          <p:cNvPr id="6" name="S04-card55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56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13 − 3 = 10</a:t>
            </a:r>
            <a:endParaRPr lang="ko-KR" sz="3200" dirty="0"/>
          </a:p>
        </p:txBody>
      </p:sp>
      <p:sp>
        <p:nvSpPr>
          <p:cNvPr id="8" name="S04-card57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58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10 − 2 = 8</a:t>
            </a:r>
            <a:endParaRPr lang="ko-KR" sz="3200" dirty="0"/>
          </a:p>
        </p:txBody>
      </p:sp>
      <p:sp>
        <p:nvSpPr>
          <p:cNvPr id="10" name="S04-dot59"/>
          <p:cNvSpPr/>
          <p:nvPr/>
        </p:nvSpPr>
        <p:spPr>
          <a:xfrm>
            <a:off x="176296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dot60"/>
          <p:cNvSpPr/>
          <p:nvPr/>
        </p:nvSpPr>
        <p:spPr>
          <a:xfrm>
            <a:off x="240304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dot61"/>
          <p:cNvSpPr/>
          <p:nvPr/>
        </p:nvSpPr>
        <p:spPr>
          <a:xfrm>
            <a:off x="304312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62"/>
          <p:cNvSpPr/>
          <p:nvPr/>
        </p:nvSpPr>
        <p:spPr>
          <a:xfrm>
            <a:off x="368320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63"/>
          <p:cNvSpPr/>
          <p:nvPr/>
        </p:nvSpPr>
        <p:spPr>
          <a:xfrm>
            <a:off x="432328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64"/>
          <p:cNvSpPr/>
          <p:nvPr/>
        </p:nvSpPr>
        <p:spPr>
          <a:xfrm>
            <a:off x="176296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dot65"/>
          <p:cNvSpPr/>
          <p:nvPr/>
        </p:nvSpPr>
        <p:spPr>
          <a:xfrm>
            <a:off x="240304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4-dot66"/>
          <p:cNvSpPr/>
          <p:nvPr/>
        </p:nvSpPr>
        <p:spPr>
          <a:xfrm>
            <a:off x="304312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dot67"/>
          <p:cNvSpPr/>
          <p:nvPr/>
        </p:nvSpPr>
        <p:spPr>
          <a:xfrm>
            <a:off x="368320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line68"/>
          <p:cNvSpPr/>
          <p:nvPr/>
        </p:nvSpPr>
        <p:spPr>
          <a:xfrm>
            <a:off x="3635581" y="283205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04-line69"/>
          <p:cNvSpPr/>
          <p:nvPr/>
        </p:nvSpPr>
        <p:spPr>
          <a:xfrm flipV="1">
            <a:off x="3635581" y="283205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1" name="S04-dot70"/>
          <p:cNvSpPr/>
          <p:nvPr/>
        </p:nvSpPr>
        <p:spPr>
          <a:xfrm>
            <a:off x="432328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4-line71"/>
          <p:cNvSpPr/>
          <p:nvPr/>
        </p:nvSpPr>
        <p:spPr>
          <a:xfrm>
            <a:off x="4275661" y="283205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04-line72"/>
          <p:cNvSpPr/>
          <p:nvPr/>
        </p:nvSpPr>
        <p:spPr>
          <a:xfrm flipV="1">
            <a:off x="4275661" y="283205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04-figure73" descr="점 10개 중 2개에 × 표시"/>
          <p:cNvSpPr/>
          <p:nvPr/>
        </p:nvSpPr>
        <p:spPr>
          <a:xfrm>
            <a:off x="1641348" y="2117979"/>
            <a:ext cx="320040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04-label74"/>
          <p:cNvSpPr txBox="1"/>
          <p:nvPr/>
        </p:nvSpPr>
        <p:spPr>
          <a:xfrm>
            <a:off x="548640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10에서 2 빼기</a:t>
            </a:r>
            <a:endParaRPr lang="ko-KR" sz="2600" dirty="0"/>
          </a:p>
        </p:txBody>
      </p:sp>
      <p:sp>
        <p:nvSpPr>
          <p:cNvPr id="26" name="S04-dot75"/>
          <p:cNvSpPr/>
          <p:nvPr/>
        </p:nvSpPr>
        <p:spPr>
          <a:xfrm>
            <a:off x="7468819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4-line76"/>
          <p:cNvSpPr/>
          <p:nvPr/>
        </p:nvSpPr>
        <p:spPr>
          <a:xfrm>
            <a:off x="742119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8" name="S04-line77"/>
          <p:cNvSpPr/>
          <p:nvPr/>
        </p:nvSpPr>
        <p:spPr>
          <a:xfrm flipV="1">
            <a:off x="742119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04-dot78"/>
          <p:cNvSpPr/>
          <p:nvPr/>
        </p:nvSpPr>
        <p:spPr>
          <a:xfrm>
            <a:off x="8108899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4-line79"/>
          <p:cNvSpPr/>
          <p:nvPr/>
        </p:nvSpPr>
        <p:spPr>
          <a:xfrm>
            <a:off x="806127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1" name="S04-line80"/>
          <p:cNvSpPr/>
          <p:nvPr/>
        </p:nvSpPr>
        <p:spPr>
          <a:xfrm flipV="1">
            <a:off x="806127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2" name="S04-dot81"/>
          <p:cNvSpPr/>
          <p:nvPr/>
        </p:nvSpPr>
        <p:spPr>
          <a:xfrm>
            <a:off x="8748979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4-line82"/>
          <p:cNvSpPr/>
          <p:nvPr/>
        </p:nvSpPr>
        <p:spPr>
          <a:xfrm>
            <a:off x="870135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4" name="S04-line83"/>
          <p:cNvSpPr/>
          <p:nvPr/>
        </p:nvSpPr>
        <p:spPr>
          <a:xfrm flipV="1">
            <a:off x="870135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5" name="S04-figure84" descr="점 3개 모두에 × 표시"/>
          <p:cNvSpPr/>
          <p:nvPr/>
        </p:nvSpPr>
        <p:spPr>
          <a:xfrm>
            <a:off x="7347204" y="2117979"/>
            <a:ext cx="320040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04-label85"/>
          <p:cNvSpPr txBox="1"/>
          <p:nvPr/>
        </p:nvSpPr>
        <p:spPr>
          <a:xfrm>
            <a:off x="6254496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낱개 3 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빼는 수를 갈라요</a:t>
            </a:r>
            <a:endParaRPr lang="ko-KR" sz="4400" dirty="0"/>
          </a:p>
        </p:txBody>
      </p:sp>
      <p:sp>
        <p:nvSpPr>
          <p:cNvPr id="3" name="S05-eqtext8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 = □</a:t>
            </a:r>
            <a:endParaRPr lang="ko-KR" sz="3600" dirty="0"/>
          </a:p>
        </p:txBody>
      </p:sp>
      <p:sp>
        <p:nvSpPr>
          <p:cNvPr id="4" name="S05-line87"/>
          <p:cNvSpPr/>
          <p:nvPr/>
        </p:nvSpPr>
        <p:spPr>
          <a:xfrm flipH="1">
            <a:off x="7936443" y="388391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5-line88"/>
          <p:cNvSpPr/>
          <p:nvPr/>
        </p:nvSpPr>
        <p:spPr>
          <a:xfrm>
            <a:off x="9280611" y="388391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5-figure89" descr="5를 3과 2로 가르기"/>
          <p:cNvSpPr txBox="1"/>
          <p:nvPr/>
        </p:nvSpPr>
        <p:spPr>
          <a:xfrm>
            <a:off x="8800551" y="2923794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7" name="S05-bondpart90"/>
          <p:cNvSpPr txBox="1"/>
          <p:nvPr/>
        </p:nvSpPr>
        <p:spPr>
          <a:xfrm>
            <a:off x="7456383" y="494004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8" name="S05-bondpart91"/>
          <p:cNvSpPr txBox="1"/>
          <p:nvPr/>
        </p:nvSpPr>
        <p:spPr>
          <a:xfrm>
            <a:off x="10144719" y="494004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9" name="S05-stepno92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5-text93"/>
          <p:cNvSpPr txBox="1"/>
          <p:nvPr/>
        </p:nvSpPr>
        <p:spPr>
          <a:xfrm>
            <a:off x="1325880" y="3424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3과 2로 갈라요.</a:t>
            </a:r>
            <a:endParaRPr lang="ko-KR" sz="3200" dirty="0"/>
          </a:p>
        </p:txBody>
      </p:sp>
      <p:sp>
        <p:nvSpPr>
          <p:cNvPr id="11" name="S05-stepno94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5-text95"/>
          <p:cNvSpPr txBox="1"/>
          <p:nvPr/>
        </p:nvSpPr>
        <p:spPr>
          <a:xfrm>
            <a:off x="1325880" y="41376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13 − 3 = 10</a:t>
            </a:r>
            <a:endParaRPr lang="ko-KR" sz="3200" dirty="0"/>
          </a:p>
        </p:txBody>
      </p:sp>
      <p:sp>
        <p:nvSpPr>
          <p:cNvPr id="13" name="S05-stepno96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5-text97"/>
          <p:cNvSpPr txBox="1"/>
          <p:nvPr/>
        </p:nvSpPr>
        <p:spPr>
          <a:xfrm>
            <a:off x="1325880" y="48508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10 − 2 =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갈라서 빼요</a:t>
            </a:r>
            <a:endParaRPr lang="ko-KR" sz="4400" dirty="0"/>
          </a:p>
        </p:txBody>
      </p:sp>
      <p:sp>
        <p:nvSpPr>
          <p:cNvPr id="3" name="S06-text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빼는 수를 갈라 □를 채우고 계산해요.</a:t>
            </a:r>
            <a:endParaRPr lang="ko-KR" sz="3200" dirty="0"/>
          </a:p>
        </p:txBody>
      </p:sp>
      <p:sp>
        <p:nvSpPr>
          <p:cNvPr id="4" name="S06-card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낱개만큼 먼저 빼서 10을 만들고, 10에서 남은 수를 빼요.</a:t>
            </a:r>
            <a:endParaRPr lang="ko-KR" sz="3200" dirty="0"/>
          </a:p>
        </p:txBody>
      </p:sp>
      <p:sp>
        <p:nvSpPr>
          <p:cNvPr id="6" name="S06-line101"/>
          <p:cNvSpPr/>
          <p:nvPr/>
        </p:nvSpPr>
        <p:spPr>
          <a:xfrm flipH="1">
            <a:off x="1028700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6-line102"/>
          <p:cNvSpPr/>
          <p:nvPr/>
        </p:nvSpPr>
        <p:spPr>
          <a:xfrm>
            <a:off x="2290572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6-figure103" descr="12 − 5: 5를 2와 빈칸으로 가르기"/>
          <p:cNvSpPr txBox="1"/>
          <p:nvPr/>
        </p:nvSpPr>
        <p:spPr>
          <a:xfrm>
            <a:off x="1810512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9" name="S06-bondpart104"/>
          <p:cNvSpPr txBox="1"/>
          <p:nvPr/>
        </p:nvSpPr>
        <p:spPr>
          <a:xfrm>
            <a:off x="548640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0" name="S06-bondpart105"/>
          <p:cNvSpPr txBox="1"/>
          <p:nvPr/>
        </p:nvSpPr>
        <p:spPr>
          <a:xfrm>
            <a:off x="3072384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11" name="S06-label106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12 − 5 = □</a:t>
            </a:r>
            <a:endParaRPr lang="ko-KR" sz="2600" dirty="0"/>
          </a:p>
        </p:txBody>
      </p:sp>
      <p:sp>
        <p:nvSpPr>
          <p:cNvPr id="12" name="S06-line107"/>
          <p:cNvSpPr/>
          <p:nvPr/>
        </p:nvSpPr>
        <p:spPr>
          <a:xfrm flipH="1">
            <a:off x="4832604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06-line108"/>
          <p:cNvSpPr/>
          <p:nvPr/>
        </p:nvSpPr>
        <p:spPr>
          <a:xfrm>
            <a:off x="6094476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06-figure109" descr="14 − 8: 8을 4와 빈칸으로 가르기"/>
          <p:cNvSpPr txBox="1"/>
          <p:nvPr/>
        </p:nvSpPr>
        <p:spPr>
          <a:xfrm>
            <a:off x="5614416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800" dirty="0"/>
          </a:p>
        </p:txBody>
      </p:sp>
      <p:sp>
        <p:nvSpPr>
          <p:cNvPr id="15" name="S06-bondpart110"/>
          <p:cNvSpPr txBox="1"/>
          <p:nvPr/>
        </p:nvSpPr>
        <p:spPr>
          <a:xfrm>
            <a:off x="4352544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16" name="S06-bondpart111"/>
          <p:cNvSpPr txBox="1"/>
          <p:nvPr/>
        </p:nvSpPr>
        <p:spPr>
          <a:xfrm>
            <a:off x="6876288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17" name="S06-label112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14 − 8 = □</a:t>
            </a:r>
            <a:endParaRPr lang="ko-KR" sz="2600" dirty="0"/>
          </a:p>
        </p:txBody>
      </p:sp>
      <p:sp>
        <p:nvSpPr>
          <p:cNvPr id="18" name="S06-line113"/>
          <p:cNvSpPr/>
          <p:nvPr/>
        </p:nvSpPr>
        <p:spPr>
          <a:xfrm flipH="1">
            <a:off x="8636508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9" name="S06-line114"/>
          <p:cNvSpPr/>
          <p:nvPr/>
        </p:nvSpPr>
        <p:spPr>
          <a:xfrm>
            <a:off x="9898380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06-figure115" descr="11 − 3: 3을 1과 빈칸으로 가르기"/>
          <p:cNvSpPr txBox="1"/>
          <p:nvPr/>
        </p:nvSpPr>
        <p:spPr>
          <a:xfrm>
            <a:off x="9418320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21" name="S06-bondpart116"/>
          <p:cNvSpPr txBox="1"/>
          <p:nvPr/>
        </p:nvSpPr>
        <p:spPr>
          <a:xfrm>
            <a:off x="8156448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22" name="S06-bondpart117"/>
          <p:cNvSpPr txBox="1"/>
          <p:nvPr/>
        </p:nvSpPr>
        <p:spPr>
          <a:xfrm>
            <a:off x="10680192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23" name="S06-label118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11 − 3 = 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뺄셈을 해 봐요</a:t>
            </a:r>
            <a:endParaRPr lang="ko-KR" sz="4400" dirty="0"/>
          </a:p>
        </p:txBody>
      </p:sp>
      <p:sp>
        <p:nvSpPr>
          <p:cNvPr id="3" name="S07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낱개를 먼저 빼서 10을 만들어요.</a:t>
            </a:r>
            <a:endParaRPr lang="ko-KR" sz="3200" dirty="0"/>
          </a:p>
        </p:txBody>
      </p:sp>
      <p:sp>
        <p:nvSpPr>
          <p:cNvPr id="5" name="S07-chip12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eqtext12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13 − 4 = □</a:t>
            </a:r>
            <a:endParaRPr lang="ko-KR" sz="3600" dirty="0"/>
          </a:p>
        </p:txBody>
      </p:sp>
      <p:sp>
        <p:nvSpPr>
          <p:cNvPr id="7" name="S07-chip12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7-eqtext12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15 − 8 = □</a:t>
            </a:r>
            <a:endParaRPr lang="ko-KR" sz="3600" dirty="0"/>
          </a:p>
        </p:txBody>
      </p:sp>
      <p:sp>
        <p:nvSpPr>
          <p:cNvPr id="9" name="S07-chip12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7-eqtext12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11 − 6 = □</a:t>
            </a:r>
            <a:endParaRPr lang="ko-KR" sz="3600" dirty="0"/>
          </a:p>
        </p:txBody>
      </p:sp>
      <p:sp>
        <p:nvSpPr>
          <p:cNvPr id="11" name="S07-chip12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7-eqtext12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17 − 9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8-card12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3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13 − 5를 계산했어요.</a:t>
            </a:r>
            <a:endParaRPr lang="ko-KR" sz="3200" dirty="0"/>
          </a:p>
        </p:txBody>
      </p:sp>
      <p:sp>
        <p:nvSpPr>
          <p:cNvPr id="5" name="S08-card1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돌로 확인해 봐요.</a:t>
            </a:r>
            <a:endParaRPr lang="ko-KR" sz="3200" dirty="0"/>
          </a:p>
        </p:txBody>
      </p:sp>
      <p:sp>
        <p:nvSpPr>
          <p:cNvPr id="7" name="S08-chip13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12</a:t>
            </a:r>
            <a:endParaRPr lang="ko-KR" sz="2600" dirty="0"/>
          </a:p>
        </p:txBody>
      </p:sp>
      <p:sp>
        <p:nvSpPr>
          <p:cNvPr id="8" name="S08-text13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3에서 5는 못 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5 − 3 = 2, 그래서 12</a:t>
            </a:r>
            <a:endParaRPr lang="ko-KR" sz="3200" dirty="0"/>
          </a:p>
        </p:txBody>
      </p:sp>
      <p:sp>
        <p:nvSpPr>
          <p:cNvPr id="9" name="S08-chip13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8</a:t>
            </a:r>
            <a:endParaRPr lang="ko-KR" sz="2600" dirty="0"/>
          </a:p>
        </p:txBody>
      </p:sp>
      <p:sp>
        <p:nvSpPr>
          <p:cNvPr id="10" name="S08-text13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13 − 3 = 10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10 − 2 =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1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빼는 수를 어떻게 갈랐는지 말해요.</a:t>
            </a:r>
            <a:endParaRPr lang="ko-KR" sz="3200" dirty="0"/>
          </a:p>
        </p:txBody>
      </p:sp>
      <p:sp>
        <p:nvSpPr>
          <p:cNvPr id="4" name="S09-chip13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eqtext13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14 − 5 = □</a:t>
            </a:r>
            <a:endParaRPr lang="ko-KR" sz="3600" dirty="0"/>
          </a:p>
        </p:txBody>
      </p:sp>
      <p:sp>
        <p:nvSpPr>
          <p:cNvPr id="6" name="S09-chip14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eqtext14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12 − 7 = □</a:t>
            </a:r>
            <a:endParaRPr lang="ko-KR" sz="3600" dirty="0"/>
          </a:p>
        </p:txBody>
      </p:sp>
      <p:sp>
        <p:nvSpPr>
          <p:cNvPr id="8" name="S09-chip14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9-text14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 13개 중 6개를 먹었어요.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귤은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가를까요?</a:t>
            </a:r>
            <a:endParaRPr lang="ko-KR" sz="4400" dirty="0"/>
          </a:p>
        </p:txBody>
      </p:sp>
      <p:sp>
        <p:nvSpPr>
          <p:cNvPr id="3" name="S11-text1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11 − 4를 계산하려고 4를 갈랐어요.</a:t>
            </a:r>
            <a:endParaRPr lang="ko-KR" sz="3200" dirty="0"/>
          </a:p>
        </p:txBody>
      </p:sp>
      <p:sp>
        <p:nvSpPr>
          <p:cNvPr id="4" name="S11-card1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1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만들 수 있게 가른 것을 고르고, 계산해요.</a:t>
            </a:r>
            <a:endParaRPr lang="ko-KR" sz="3200" dirty="0"/>
          </a:p>
        </p:txBody>
      </p:sp>
      <p:sp>
        <p:nvSpPr>
          <p:cNvPr id="6" name="S11-chip14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line148"/>
          <p:cNvSpPr/>
          <p:nvPr/>
        </p:nvSpPr>
        <p:spPr>
          <a:xfrm flipH="1">
            <a:off x="1028700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11-line149"/>
          <p:cNvSpPr/>
          <p:nvPr/>
        </p:nvSpPr>
        <p:spPr>
          <a:xfrm>
            <a:off x="2275332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11-figure150" descr="4를 2와 2로 가르기"/>
          <p:cNvSpPr txBox="1"/>
          <p:nvPr/>
        </p:nvSpPr>
        <p:spPr>
          <a:xfrm>
            <a:off x="1795272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10" name="S11-bondpart151"/>
          <p:cNvSpPr txBox="1"/>
          <p:nvPr/>
        </p:nvSpPr>
        <p:spPr>
          <a:xfrm>
            <a:off x="548640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1" name="S11-bondpart152"/>
          <p:cNvSpPr txBox="1"/>
          <p:nvPr/>
        </p:nvSpPr>
        <p:spPr>
          <a:xfrm>
            <a:off x="3041904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2" name="S11-chip15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3" name="S11-line154"/>
          <p:cNvSpPr/>
          <p:nvPr/>
        </p:nvSpPr>
        <p:spPr>
          <a:xfrm flipH="1">
            <a:off x="4847844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11-line155"/>
          <p:cNvSpPr/>
          <p:nvPr/>
        </p:nvSpPr>
        <p:spPr>
          <a:xfrm>
            <a:off x="6094476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5" name="S11-figure156" descr="4를 1과 3으로 가르기"/>
          <p:cNvSpPr txBox="1"/>
          <p:nvPr/>
        </p:nvSpPr>
        <p:spPr>
          <a:xfrm>
            <a:off x="5614416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16" name="S11-bondpart157"/>
          <p:cNvSpPr txBox="1"/>
          <p:nvPr/>
        </p:nvSpPr>
        <p:spPr>
          <a:xfrm>
            <a:off x="4367784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17" name="S11-bondpart158"/>
          <p:cNvSpPr txBox="1"/>
          <p:nvPr/>
        </p:nvSpPr>
        <p:spPr>
          <a:xfrm>
            <a:off x="6861048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8" name="S11-chip15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9" name="S11-line160"/>
          <p:cNvSpPr/>
          <p:nvPr/>
        </p:nvSpPr>
        <p:spPr>
          <a:xfrm flipH="1">
            <a:off x="8666988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11-line161"/>
          <p:cNvSpPr/>
          <p:nvPr/>
        </p:nvSpPr>
        <p:spPr>
          <a:xfrm>
            <a:off x="9913620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1" name="S11-figure162" descr="4를 3과 1로 가르기"/>
          <p:cNvSpPr txBox="1"/>
          <p:nvPr/>
        </p:nvSpPr>
        <p:spPr>
          <a:xfrm>
            <a:off x="9433560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22" name="S11-bondpart163"/>
          <p:cNvSpPr txBox="1"/>
          <p:nvPr/>
        </p:nvSpPr>
        <p:spPr>
          <a:xfrm>
            <a:off x="8186928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23" name="S11-bondpart164"/>
          <p:cNvSpPr txBox="1"/>
          <p:nvPr/>
        </p:nvSpPr>
        <p:spPr>
          <a:xfrm>
            <a:off x="10680192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16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16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낱개를 먼저 빼서 10을 만들고, 10에서 남은 수를 빼요.</a:t>
            </a:r>
            <a:endParaRPr lang="ko-KR" sz="3200" dirty="0"/>
          </a:p>
        </p:txBody>
      </p:sp>
      <p:sp>
        <p:nvSpPr>
          <p:cNvPr id="5" name="S12-chip16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빼는 수를 갈라 10 만들기</a:t>
            </a:r>
            <a:endParaRPr lang="ko-KR" sz="2600" dirty="0"/>
          </a:p>
        </p:txBody>
      </p:sp>
      <p:sp>
        <p:nvSpPr>
          <p:cNvPr id="6" name="S12-chip16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작은 수에서 거꾸로 빼기</a:t>
            </a:r>
            <a:endParaRPr lang="ko-KR" sz="2600" dirty="0"/>
          </a:p>
        </p:txBody>
      </p:sp>
      <p:sp>
        <p:nvSpPr>
          <p:cNvPr id="7" name="S12-text16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eqtext17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12 − 6 = □</a:t>
            </a:r>
            <a:endParaRPr lang="ko-KR" sz="3000" dirty="0"/>
          </a:p>
        </p:txBody>
      </p:sp>
      <p:sp>
        <p:nvSpPr>
          <p:cNvPr id="9" name="S12-eqtext17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16 − 8 = □</a:t>
            </a:r>
            <a:endParaRPr lang="ko-KR" sz="3000" dirty="0"/>
          </a:p>
        </p:txBody>
      </p:sp>
      <p:sp>
        <p:nvSpPr>
          <p:cNvPr id="10" name="S12-eqtext17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13 − 8 = □</a:t>
            </a:r>
            <a:endParaRPr lang="ko-KR" sz="3000" dirty="0"/>
          </a:p>
        </p:txBody>
      </p:sp>
      <p:sp>
        <p:nvSpPr>
          <p:cNvPr id="11" name="S12-text17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두 자리 수의 덧셈과 뺄셈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10에서 빼기</a:t>
            </a:r>
            <a:endParaRPr lang="ko-KR" sz="4400" dirty="0"/>
          </a:p>
        </p:txBody>
      </p:sp>
      <p:sp>
        <p:nvSpPr>
          <p:cNvPr id="3" name="S13-text1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10개에서 4개를 빼요.</a:t>
            </a:r>
            <a:endParaRPr lang="ko-KR" sz="3200" dirty="0"/>
          </a:p>
        </p:txBody>
      </p:sp>
      <p:sp>
        <p:nvSpPr>
          <p:cNvPr id="4" name="S13-card1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가르는 짝을 알면 10에서 쉽게 빼요.</a:t>
            </a:r>
            <a:endParaRPr lang="ko-KR" sz="3200" dirty="0"/>
          </a:p>
        </p:txBody>
      </p:sp>
      <p:sp>
        <p:nvSpPr>
          <p:cNvPr id="6" name="S13-dot177"/>
          <p:cNvSpPr/>
          <p:nvPr/>
        </p:nvSpPr>
        <p:spPr>
          <a:xfrm>
            <a:off x="132908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178"/>
          <p:cNvSpPr/>
          <p:nvPr/>
        </p:nvSpPr>
        <p:spPr>
          <a:xfrm>
            <a:off x="215204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179"/>
          <p:cNvSpPr/>
          <p:nvPr/>
        </p:nvSpPr>
        <p:spPr>
          <a:xfrm>
            <a:off x="297500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180"/>
          <p:cNvSpPr/>
          <p:nvPr/>
        </p:nvSpPr>
        <p:spPr>
          <a:xfrm>
            <a:off x="379796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181"/>
          <p:cNvSpPr/>
          <p:nvPr/>
        </p:nvSpPr>
        <p:spPr>
          <a:xfrm>
            <a:off x="462092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182"/>
          <p:cNvSpPr/>
          <p:nvPr/>
        </p:nvSpPr>
        <p:spPr>
          <a:xfrm>
            <a:off x="132908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183"/>
          <p:cNvSpPr/>
          <p:nvPr/>
        </p:nvSpPr>
        <p:spPr>
          <a:xfrm>
            <a:off x="215204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line184"/>
          <p:cNvSpPr/>
          <p:nvPr/>
        </p:nvSpPr>
        <p:spPr>
          <a:xfrm>
            <a:off x="209081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4" name="S13-line185"/>
          <p:cNvSpPr/>
          <p:nvPr/>
        </p:nvSpPr>
        <p:spPr>
          <a:xfrm flipV="1">
            <a:off x="209081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5" name="S13-dot186"/>
          <p:cNvSpPr/>
          <p:nvPr/>
        </p:nvSpPr>
        <p:spPr>
          <a:xfrm>
            <a:off x="297500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line187"/>
          <p:cNvSpPr/>
          <p:nvPr/>
        </p:nvSpPr>
        <p:spPr>
          <a:xfrm>
            <a:off x="291377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7" name="S13-line188"/>
          <p:cNvSpPr/>
          <p:nvPr/>
        </p:nvSpPr>
        <p:spPr>
          <a:xfrm flipV="1">
            <a:off x="291377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8" name="S13-dot189"/>
          <p:cNvSpPr/>
          <p:nvPr/>
        </p:nvSpPr>
        <p:spPr>
          <a:xfrm>
            <a:off x="379796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line190"/>
          <p:cNvSpPr/>
          <p:nvPr/>
        </p:nvSpPr>
        <p:spPr>
          <a:xfrm>
            <a:off x="373673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13-line191"/>
          <p:cNvSpPr/>
          <p:nvPr/>
        </p:nvSpPr>
        <p:spPr>
          <a:xfrm flipV="1">
            <a:off x="373673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1" name="S13-dot192"/>
          <p:cNvSpPr/>
          <p:nvPr/>
        </p:nvSpPr>
        <p:spPr>
          <a:xfrm>
            <a:off x="462092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line193"/>
          <p:cNvSpPr/>
          <p:nvPr/>
        </p:nvSpPr>
        <p:spPr>
          <a:xfrm>
            <a:off x="455969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13-line194"/>
          <p:cNvSpPr/>
          <p:nvPr/>
        </p:nvSpPr>
        <p:spPr>
          <a:xfrm flipV="1">
            <a:off x="455969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13-figure195" descr="점 10개 중 4개에 × 표시"/>
          <p:cNvSpPr/>
          <p:nvPr/>
        </p:nvSpPr>
        <p:spPr>
          <a:xfrm>
            <a:off x="1172718" y="2743200"/>
            <a:ext cx="411480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13-card196"/>
          <p:cNvSpPr/>
          <p:nvPr/>
        </p:nvSpPr>
        <p:spPr>
          <a:xfrm>
            <a:off x="6277356" y="258318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13-cardtext197"/>
          <p:cNvSpPr txBox="1"/>
          <p:nvPr/>
        </p:nvSpPr>
        <p:spPr>
          <a:xfrm>
            <a:off x="6551676" y="272034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10은 4와 6</a:t>
            </a:r>
            <a:endParaRPr lang="ko-KR" sz="3200" dirty="0"/>
          </a:p>
        </p:txBody>
      </p:sp>
      <p:sp>
        <p:nvSpPr>
          <p:cNvPr id="27" name="S13-card198"/>
          <p:cNvSpPr/>
          <p:nvPr/>
        </p:nvSpPr>
        <p:spPr>
          <a:xfrm>
            <a:off x="6277356" y="36804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13-cardtext199"/>
          <p:cNvSpPr txBox="1"/>
          <p:nvPr/>
        </p:nvSpPr>
        <p:spPr>
          <a:xfrm>
            <a:off x="6551676" y="38176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10 − 4 = 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받아내림이 있는 뺄셈</dc:title>
  <dc:subject>KR22-G01-MAT-BORROW-L01</dc:subject>
  <dc:creator>education-ppt</dc:creator>
  <cp:lastModifiedBy>education-ppt</cp:lastModifiedBy>
  <cp:revision>1</cp:revision>
  <dcterms:created xsi:type="dcterms:W3CDTF">2026-10-26T06:56:11Z</dcterms:created>
  <dcterms:modified xsi:type="dcterms:W3CDTF">2026-10-26T06:56:11Z</dcterms:modified>
</cp:coreProperties>
</file>