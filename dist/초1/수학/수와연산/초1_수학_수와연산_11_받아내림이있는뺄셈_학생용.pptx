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c265e187-ca89-483f-4a81-c6381c468891}">
          <p14:sldIdLst>
            <p14:sldId id="256"/>
            <p14:sldId id="257"/>
          </p14:sldIdLst>
        </p14:section>
        <p14:section name="개념" id="{c5617ef7-4fcd-44b4-4512-bd022fa10815}">
          <p14:sldIdLst>
            <p14:sldId id="258"/>
            <p14:sldId id="259"/>
            <p14:sldId id="260"/>
          </p14:sldIdLst>
        </p14:section>
        <p14:section name="연습" id="{51a6e58b-624a-49a7-8161-3d6224dfeb11}">
          <p14:sldIdLst>
            <p14:sldId id="261"/>
            <p14:sldId id="262"/>
            <p14:sldId id="263"/>
          </p14:sldIdLst>
        </p14:section>
        <p14:section name="확인" id="{65eeeae3-e14e-b10e-36e3-a4bc74e27707}">
          <p14:sldIdLst>
            <p14:sldId id="264"/>
            <p14:sldId id="265"/>
          </p14:sldIdLst>
        </p14:section>
        <p14:section name="정리" id="{3473d27c-bf78-68be-13dd-798fad8fe765}">
          <p14:sldIdLst>
            <p14:sldId id="266"/>
          </p14:sldIdLst>
        </p14:section>
        <p14:section name="보충" id="{19a68296-6c34-eab7-0481-5271e15e6292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수와연산 · 11차시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받아내림이 있는 뺄셈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받아내림이 있는 뺄셈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수학 · 받아내림이 있는 뺄셈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받아내림이 있는 뺄셈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13 − 5는 얼마일까?</a:t>
            </a:r>
            <a:endParaRPr lang="ko-KR" sz="3200" dirty="0"/>
          </a:p>
        </p:txBody>
      </p:sp>
      <p:sp>
        <p:nvSpPr>
          <p:cNvPr id="4" name="S01-dot1"/>
          <p:cNvSpPr/>
          <p:nvPr/>
        </p:nvSpPr>
        <p:spPr>
          <a:xfrm>
            <a:off x="7749586" y="1810558"/>
            <a:ext cx="223937" cy="22393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01-dot2"/>
          <p:cNvSpPr/>
          <p:nvPr/>
        </p:nvSpPr>
        <p:spPr>
          <a:xfrm>
            <a:off x="8110774" y="1810558"/>
            <a:ext cx="223937" cy="22393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1-dot3"/>
          <p:cNvSpPr/>
          <p:nvPr/>
        </p:nvSpPr>
        <p:spPr>
          <a:xfrm>
            <a:off x="8471962" y="1810558"/>
            <a:ext cx="223937" cy="22393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1-dot4"/>
          <p:cNvSpPr/>
          <p:nvPr/>
        </p:nvSpPr>
        <p:spPr>
          <a:xfrm>
            <a:off x="8833150" y="1810558"/>
            <a:ext cx="223937" cy="22393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1-dot5"/>
          <p:cNvSpPr/>
          <p:nvPr/>
        </p:nvSpPr>
        <p:spPr>
          <a:xfrm>
            <a:off x="9194338" y="1810558"/>
            <a:ext cx="223937" cy="22393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1-dot6"/>
          <p:cNvSpPr/>
          <p:nvPr/>
        </p:nvSpPr>
        <p:spPr>
          <a:xfrm>
            <a:off x="7749586" y="2171746"/>
            <a:ext cx="223937" cy="22393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1-dot7"/>
          <p:cNvSpPr/>
          <p:nvPr/>
        </p:nvSpPr>
        <p:spPr>
          <a:xfrm>
            <a:off x="8110774" y="2171746"/>
            <a:ext cx="223937" cy="22393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1-dot8"/>
          <p:cNvSpPr/>
          <p:nvPr/>
        </p:nvSpPr>
        <p:spPr>
          <a:xfrm>
            <a:off x="8471962" y="2171746"/>
            <a:ext cx="223937" cy="22393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1-dot9"/>
          <p:cNvSpPr/>
          <p:nvPr/>
        </p:nvSpPr>
        <p:spPr>
          <a:xfrm>
            <a:off x="8833150" y="2171746"/>
            <a:ext cx="223937" cy="22393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1-dot10"/>
          <p:cNvSpPr/>
          <p:nvPr/>
        </p:nvSpPr>
        <p:spPr>
          <a:xfrm>
            <a:off x="9194338" y="2171746"/>
            <a:ext cx="223937" cy="22393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1-figure11" descr="점 10개"/>
          <p:cNvSpPr/>
          <p:nvPr/>
        </p:nvSpPr>
        <p:spPr>
          <a:xfrm>
            <a:off x="7680960" y="1741932"/>
            <a:ext cx="1805940" cy="72237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01-dot12"/>
          <p:cNvSpPr/>
          <p:nvPr/>
        </p:nvSpPr>
        <p:spPr>
          <a:xfrm>
            <a:off x="9875566" y="1810558"/>
            <a:ext cx="223937" cy="22393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1-dot13"/>
          <p:cNvSpPr/>
          <p:nvPr/>
        </p:nvSpPr>
        <p:spPr>
          <a:xfrm>
            <a:off x="10236754" y="1810558"/>
            <a:ext cx="223937" cy="22393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1-dot14"/>
          <p:cNvSpPr/>
          <p:nvPr/>
        </p:nvSpPr>
        <p:spPr>
          <a:xfrm>
            <a:off x="10597942" y="1810558"/>
            <a:ext cx="223937" cy="22393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1-figure15" descr="점 3개"/>
          <p:cNvSpPr/>
          <p:nvPr/>
        </p:nvSpPr>
        <p:spPr>
          <a:xfrm>
            <a:off x="9806940" y="1741932"/>
            <a:ext cx="1805940" cy="72237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01-card16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20" name="S01-cardtext17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10을 이용해 빼는 방법을 말해요.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13 − 5 같은 뺄셈을 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400" dirty="0"/>
          </a:p>
        </p:txBody>
      </p:sp>
      <p:sp>
        <p:nvSpPr>
          <p:cNvPr id="3" name="S02-chip18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02-eqtext19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+ 6 = □</a:t>
            </a:r>
            <a:endParaRPr lang="ko-KR" sz="3600" dirty="0"/>
          </a:p>
        </p:txBody>
      </p:sp>
      <p:sp>
        <p:nvSpPr>
          <p:cNvPr id="5" name="S02-chip20"/>
          <p:cNvSpPr txBox="1"/>
          <p:nvPr/>
        </p:nvSpPr>
        <p:spPr>
          <a:xfrm>
            <a:off x="548640" y="34884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02-line21"/>
          <p:cNvSpPr/>
          <p:nvPr/>
        </p:nvSpPr>
        <p:spPr>
          <a:xfrm flipH="1">
            <a:off x="3207258" y="3646170"/>
            <a:ext cx="880110" cy="25146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7" name="S02-line22"/>
          <p:cNvSpPr/>
          <p:nvPr/>
        </p:nvSpPr>
        <p:spPr>
          <a:xfrm>
            <a:off x="4087368" y="3646170"/>
            <a:ext cx="880110" cy="25146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8" name="S02-figure23" descr="10을 4와 빈칸으로 가르기"/>
          <p:cNvSpPr txBox="1"/>
          <p:nvPr/>
        </p:nvSpPr>
        <p:spPr>
          <a:xfrm>
            <a:off x="3773043" y="3017520"/>
            <a:ext cx="628650" cy="628650"/>
          </a:xfrm>
          <a:prstGeom prst="ellipse">
            <a:avLst/>
          </a:prstGeom>
          <a:solidFill>
            <a:srgbClr val="FDEBDD"/>
          </a:solidFill>
          <a:ln w="31750">
            <a:solidFill>
              <a:srgbClr val="E976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500" dirty="0"/>
          </a:p>
        </p:txBody>
      </p:sp>
      <p:sp>
        <p:nvSpPr>
          <p:cNvPr id="9" name="S02-bondpart24"/>
          <p:cNvSpPr txBox="1"/>
          <p:nvPr/>
        </p:nvSpPr>
        <p:spPr>
          <a:xfrm>
            <a:off x="2892933" y="3897630"/>
            <a:ext cx="628650" cy="62865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500" dirty="0"/>
          </a:p>
        </p:txBody>
      </p:sp>
      <p:sp>
        <p:nvSpPr>
          <p:cNvPr id="10" name="S02-bondpart25"/>
          <p:cNvSpPr txBox="1"/>
          <p:nvPr/>
        </p:nvSpPr>
        <p:spPr>
          <a:xfrm>
            <a:off x="4653153" y="3897630"/>
            <a:ext cx="628650" cy="62865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64653"/>
            </a:solidFill>
            <a:prstDash val="dash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endParaRPr lang="ko-KR" sz="2500" dirty="0"/>
          </a:p>
        </p:txBody>
      </p:sp>
      <p:sp>
        <p:nvSpPr>
          <p:cNvPr id="11" name="S02-chip26"/>
          <p:cNvSpPr txBox="1"/>
          <p:nvPr/>
        </p:nvSpPr>
        <p:spPr>
          <a:xfrm>
            <a:off x="548640" y="51800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2" name="S02-line27"/>
          <p:cNvSpPr/>
          <p:nvPr/>
        </p:nvSpPr>
        <p:spPr>
          <a:xfrm flipH="1">
            <a:off x="3207258" y="5337810"/>
            <a:ext cx="880110" cy="25146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3" name="S02-line28"/>
          <p:cNvSpPr/>
          <p:nvPr/>
        </p:nvSpPr>
        <p:spPr>
          <a:xfrm>
            <a:off x="4087368" y="5337810"/>
            <a:ext cx="880110" cy="25146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4" name="S02-figure29" descr="12를 10과 빈칸으로 가르기"/>
          <p:cNvSpPr txBox="1"/>
          <p:nvPr/>
        </p:nvSpPr>
        <p:spPr>
          <a:xfrm>
            <a:off x="3773043" y="4709160"/>
            <a:ext cx="628650" cy="628650"/>
          </a:xfrm>
          <a:prstGeom prst="ellipse">
            <a:avLst/>
          </a:prstGeom>
          <a:solidFill>
            <a:srgbClr val="FDEBDD"/>
          </a:solidFill>
          <a:ln w="31750">
            <a:solidFill>
              <a:srgbClr val="E976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500" dirty="0"/>
          </a:p>
        </p:txBody>
      </p:sp>
      <p:sp>
        <p:nvSpPr>
          <p:cNvPr id="15" name="S02-bondpart30"/>
          <p:cNvSpPr txBox="1"/>
          <p:nvPr/>
        </p:nvSpPr>
        <p:spPr>
          <a:xfrm>
            <a:off x="2892933" y="5589270"/>
            <a:ext cx="628650" cy="62865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500" dirty="0"/>
          </a:p>
        </p:txBody>
      </p:sp>
      <p:sp>
        <p:nvSpPr>
          <p:cNvPr id="16" name="S02-bondpart31"/>
          <p:cNvSpPr txBox="1"/>
          <p:nvPr/>
        </p:nvSpPr>
        <p:spPr>
          <a:xfrm>
            <a:off x="4653153" y="5589270"/>
            <a:ext cx="628650" cy="62865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64653"/>
            </a:solidFill>
            <a:prstDash val="dash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endParaRPr lang="ko-KR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13 − 5를 해요</a:t>
            </a:r>
            <a:endParaRPr lang="ko-KR" sz="4400" dirty="0"/>
          </a:p>
        </p:txBody>
      </p:sp>
      <p:sp>
        <p:nvSpPr>
          <p:cNvPr id="3" name="S03-text3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13은 10과 3이에요. 5를 빼 볼까요?</a:t>
            </a:r>
            <a:endParaRPr lang="ko-KR" sz="3200" dirty="0"/>
          </a:p>
        </p:txBody>
      </p:sp>
      <p:sp>
        <p:nvSpPr>
          <p:cNvPr id="4" name="S03-card3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3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낱개는 3개뿐이에요. 5개를 어떻게 뺄까요?</a:t>
            </a:r>
            <a:endParaRPr lang="ko-KR" sz="3200" dirty="0"/>
          </a:p>
        </p:txBody>
      </p:sp>
      <p:sp>
        <p:nvSpPr>
          <p:cNvPr id="6" name="S03-dot35"/>
          <p:cNvSpPr/>
          <p:nvPr/>
        </p:nvSpPr>
        <p:spPr>
          <a:xfrm>
            <a:off x="1551737" y="2714168"/>
            <a:ext cx="453542" cy="45354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3-dot36"/>
          <p:cNvSpPr/>
          <p:nvPr/>
        </p:nvSpPr>
        <p:spPr>
          <a:xfrm>
            <a:off x="2283257" y="2714168"/>
            <a:ext cx="453542" cy="45354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3-dot37"/>
          <p:cNvSpPr/>
          <p:nvPr/>
        </p:nvSpPr>
        <p:spPr>
          <a:xfrm>
            <a:off x="3014777" y="2714168"/>
            <a:ext cx="453542" cy="45354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3-dot38"/>
          <p:cNvSpPr/>
          <p:nvPr/>
        </p:nvSpPr>
        <p:spPr>
          <a:xfrm>
            <a:off x="3746297" y="2714168"/>
            <a:ext cx="453542" cy="45354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3-dot39"/>
          <p:cNvSpPr/>
          <p:nvPr/>
        </p:nvSpPr>
        <p:spPr>
          <a:xfrm>
            <a:off x="4477817" y="2714168"/>
            <a:ext cx="453542" cy="45354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3-dot40"/>
          <p:cNvSpPr/>
          <p:nvPr/>
        </p:nvSpPr>
        <p:spPr>
          <a:xfrm>
            <a:off x="1551737" y="3445688"/>
            <a:ext cx="453542" cy="45354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3-dot41"/>
          <p:cNvSpPr/>
          <p:nvPr/>
        </p:nvSpPr>
        <p:spPr>
          <a:xfrm>
            <a:off x="2283257" y="3445688"/>
            <a:ext cx="453542" cy="45354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3-dot42"/>
          <p:cNvSpPr/>
          <p:nvPr/>
        </p:nvSpPr>
        <p:spPr>
          <a:xfrm>
            <a:off x="3014777" y="3445688"/>
            <a:ext cx="453542" cy="45354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3-dot43"/>
          <p:cNvSpPr/>
          <p:nvPr/>
        </p:nvSpPr>
        <p:spPr>
          <a:xfrm>
            <a:off x="3746297" y="3445688"/>
            <a:ext cx="453542" cy="45354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3-dot44"/>
          <p:cNvSpPr/>
          <p:nvPr/>
        </p:nvSpPr>
        <p:spPr>
          <a:xfrm>
            <a:off x="4477817" y="3445688"/>
            <a:ext cx="453542" cy="45354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3-figure45" descr="점 10개"/>
          <p:cNvSpPr/>
          <p:nvPr/>
        </p:nvSpPr>
        <p:spPr>
          <a:xfrm>
            <a:off x="1412748" y="2575179"/>
            <a:ext cx="3657600" cy="14630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03-label46"/>
          <p:cNvSpPr txBox="1"/>
          <p:nvPr/>
        </p:nvSpPr>
        <p:spPr>
          <a:xfrm>
            <a:off x="548640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18" name="S03-dot47"/>
          <p:cNvSpPr/>
          <p:nvPr/>
        </p:nvSpPr>
        <p:spPr>
          <a:xfrm>
            <a:off x="7257593" y="2714168"/>
            <a:ext cx="453542" cy="45354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3-dot48"/>
          <p:cNvSpPr/>
          <p:nvPr/>
        </p:nvSpPr>
        <p:spPr>
          <a:xfrm>
            <a:off x="7989113" y="2714168"/>
            <a:ext cx="453542" cy="45354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3-dot49"/>
          <p:cNvSpPr/>
          <p:nvPr/>
        </p:nvSpPr>
        <p:spPr>
          <a:xfrm>
            <a:off x="8720633" y="2714168"/>
            <a:ext cx="453542" cy="45354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3-figure50" descr="점 3개"/>
          <p:cNvSpPr/>
          <p:nvPr/>
        </p:nvSpPr>
        <p:spPr>
          <a:xfrm>
            <a:off x="7118604" y="2575179"/>
            <a:ext cx="3657600" cy="14630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03-label51"/>
          <p:cNvSpPr txBox="1"/>
          <p:nvPr/>
        </p:nvSpPr>
        <p:spPr>
          <a:xfrm>
            <a:off x="6254496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낱개 3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빼고, 2 더 빼기</a:t>
            </a:r>
            <a:endParaRPr lang="ko-KR" sz="4400" dirty="0"/>
          </a:p>
        </p:txBody>
      </p:sp>
      <p:sp>
        <p:nvSpPr>
          <p:cNvPr id="3" name="S04-text5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낱개 3개를 먼저 빼고, 10에서 2개를 더 빼요.</a:t>
            </a:r>
            <a:endParaRPr lang="ko-KR" sz="3200" dirty="0"/>
          </a:p>
        </p:txBody>
      </p:sp>
      <p:sp>
        <p:nvSpPr>
          <p:cNvPr id="4" name="S04-card5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5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13 − 5 = 8</a:t>
            </a:r>
            <a:endParaRPr lang="ko-KR" sz="3200" dirty="0"/>
          </a:p>
        </p:txBody>
      </p:sp>
      <p:sp>
        <p:nvSpPr>
          <p:cNvPr id="6" name="S04-card55"/>
          <p:cNvSpPr/>
          <p:nvPr/>
        </p:nvSpPr>
        <p:spPr>
          <a:xfrm>
            <a:off x="548640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4-cardtext56"/>
          <p:cNvSpPr txBox="1"/>
          <p:nvPr/>
        </p:nvSpPr>
        <p:spPr>
          <a:xfrm>
            <a:off x="822960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13 − 3 = 10</a:t>
            </a:r>
            <a:endParaRPr lang="ko-KR" sz="3200" dirty="0"/>
          </a:p>
        </p:txBody>
      </p:sp>
      <p:sp>
        <p:nvSpPr>
          <p:cNvPr id="8" name="S04-card57"/>
          <p:cNvSpPr/>
          <p:nvPr/>
        </p:nvSpPr>
        <p:spPr>
          <a:xfrm>
            <a:off x="6208776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4-cardtext58"/>
          <p:cNvSpPr txBox="1"/>
          <p:nvPr/>
        </p:nvSpPr>
        <p:spPr>
          <a:xfrm>
            <a:off x="6483096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10 − 2 = 8</a:t>
            </a:r>
            <a:endParaRPr lang="ko-KR" sz="3200" dirty="0"/>
          </a:p>
        </p:txBody>
      </p:sp>
      <p:sp>
        <p:nvSpPr>
          <p:cNvPr id="10" name="S04-dot59"/>
          <p:cNvSpPr/>
          <p:nvPr/>
        </p:nvSpPr>
        <p:spPr>
          <a:xfrm>
            <a:off x="1762963" y="2239594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4-dot60"/>
          <p:cNvSpPr/>
          <p:nvPr/>
        </p:nvSpPr>
        <p:spPr>
          <a:xfrm>
            <a:off x="2403043" y="2239594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4-dot61"/>
          <p:cNvSpPr/>
          <p:nvPr/>
        </p:nvSpPr>
        <p:spPr>
          <a:xfrm>
            <a:off x="3043123" y="2239594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4-dot62"/>
          <p:cNvSpPr/>
          <p:nvPr/>
        </p:nvSpPr>
        <p:spPr>
          <a:xfrm>
            <a:off x="3683203" y="2239594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4-dot63"/>
          <p:cNvSpPr/>
          <p:nvPr/>
        </p:nvSpPr>
        <p:spPr>
          <a:xfrm>
            <a:off x="4323283" y="2239594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4-dot64"/>
          <p:cNvSpPr/>
          <p:nvPr/>
        </p:nvSpPr>
        <p:spPr>
          <a:xfrm>
            <a:off x="1762963" y="2879674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4-dot65"/>
          <p:cNvSpPr/>
          <p:nvPr/>
        </p:nvSpPr>
        <p:spPr>
          <a:xfrm>
            <a:off x="2403043" y="2879674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4-dot66"/>
          <p:cNvSpPr/>
          <p:nvPr/>
        </p:nvSpPr>
        <p:spPr>
          <a:xfrm>
            <a:off x="3043123" y="2879674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4-dot67"/>
          <p:cNvSpPr/>
          <p:nvPr/>
        </p:nvSpPr>
        <p:spPr>
          <a:xfrm>
            <a:off x="3683203" y="2879674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4-line68"/>
          <p:cNvSpPr/>
          <p:nvPr/>
        </p:nvSpPr>
        <p:spPr>
          <a:xfrm>
            <a:off x="3635581" y="2832052"/>
            <a:ext cx="492094" cy="492094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0" name="S04-line69"/>
          <p:cNvSpPr/>
          <p:nvPr/>
        </p:nvSpPr>
        <p:spPr>
          <a:xfrm flipV="1">
            <a:off x="3635581" y="2832052"/>
            <a:ext cx="492094" cy="492094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1" name="S04-dot70"/>
          <p:cNvSpPr/>
          <p:nvPr/>
        </p:nvSpPr>
        <p:spPr>
          <a:xfrm>
            <a:off x="4323283" y="2879674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4-line71"/>
          <p:cNvSpPr/>
          <p:nvPr/>
        </p:nvSpPr>
        <p:spPr>
          <a:xfrm>
            <a:off x="4275661" y="2832052"/>
            <a:ext cx="492094" cy="492094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3" name="S04-line72"/>
          <p:cNvSpPr/>
          <p:nvPr/>
        </p:nvSpPr>
        <p:spPr>
          <a:xfrm flipV="1">
            <a:off x="4275661" y="2832052"/>
            <a:ext cx="492094" cy="492094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4" name="S04-figure73" descr="점 10개 중 2개에 × 표시"/>
          <p:cNvSpPr/>
          <p:nvPr/>
        </p:nvSpPr>
        <p:spPr>
          <a:xfrm>
            <a:off x="1641348" y="2117979"/>
            <a:ext cx="3200400" cy="12801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04-label74"/>
          <p:cNvSpPr txBox="1"/>
          <p:nvPr/>
        </p:nvSpPr>
        <p:spPr>
          <a:xfrm>
            <a:off x="548640" y="357759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10에서 2 빼기</a:t>
            </a:r>
            <a:endParaRPr lang="ko-KR" sz="2600" dirty="0"/>
          </a:p>
        </p:txBody>
      </p:sp>
      <p:sp>
        <p:nvSpPr>
          <p:cNvPr id="26" name="S04-dot75"/>
          <p:cNvSpPr/>
          <p:nvPr/>
        </p:nvSpPr>
        <p:spPr>
          <a:xfrm>
            <a:off x="7468819" y="2239594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4-line76"/>
          <p:cNvSpPr/>
          <p:nvPr/>
        </p:nvSpPr>
        <p:spPr>
          <a:xfrm>
            <a:off x="7421197" y="2191972"/>
            <a:ext cx="492094" cy="492094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8" name="S04-line77"/>
          <p:cNvSpPr/>
          <p:nvPr/>
        </p:nvSpPr>
        <p:spPr>
          <a:xfrm flipV="1">
            <a:off x="7421197" y="2191972"/>
            <a:ext cx="492094" cy="492094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9" name="S04-dot78"/>
          <p:cNvSpPr/>
          <p:nvPr/>
        </p:nvSpPr>
        <p:spPr>
          <a:xfrm>
            <a:off x="8108899" y="2239594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04-line79"/>
          <p:cNvSpPr/>
          <p:nvPr/>
        </p:nvSpPr>
        <p:spPr>
          <a:xfrm>
            <a:off x="8061277" y="2191972"/>
            <a:ext cx="492094" cy="492094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31" name="S04-line80"/>
          <p:cNvSpPr/>
          <p:nvPr/>
        </p:nvSpPr>
        <p:spPr>
          <a:xfrm flipV="1">
            <a:off x="8061277" y="2191972"/>
            <a:ext cx="492094" cy="492094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32" name="S04-dot81"/>
          <p:cNvSpPr/>
          <p:nvPr/>
        </p:nvSpPr>
        <p:spPr>
          <a:xfrm>
            <a:off x="8748979" y="2239594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04-line82"/>
          <p:cNvSpPr/>
          <p:nvPr/>
        </p:nvSpPr>
        <p:spPr>
          <a:xfrm>
            <a:off x="8701357" y="2191972"/>
            <a:ext cx="492094" cy="492094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34" name="S04-line83"/>
          <p:cNvSpPr/>
          <p:nvPr/>
        </p:nvSpPr>
        <p:spPr>
          <a:xfrm flipV="1">
            <a:off x="8701357" y="2191972"/>
            <a:ext cx="492094" cy="492094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35" name="S04-figure84" descr="점 3개 모두에 × 표시"/>
          <p:cNvSpPr/>
          <p:nvPr/>
        </p:nvSpPr>
        <p:spPr>
          <a:xfrm>
            <a:off x="7347204" y="2117979"/>
            <a:ext cx="3200400" cy="12801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04-label85"/>
          <p:cNvSpPr txBox="1"/>
          <p:nvPr/>
        </p:nvSpPr>
        <p:spPr>
          <a:xfrm>
            <a:off x="6254496" y="357759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낱개 3 빼기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빼는 수를 갈라요</a:t>
            </a:r>
            <a:endParaRPr lang="ko-KR" sz="4400" dirty="0"/>
          </a:p>
        </p:txBody>
      </p:sp>
      <p:sp>
        <p:nvSpPr>
          <p:cNvPr id="3" name="S05-eqtext86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13 − 5 = □</a:t>
            </a:r>
            <a:endParaRPr lang="ko-KR" sz="3600" dirty="0"/>
          </a:p>
        </p:txBody>
      </p:sp>
      <p:sp>
        <p:nvSpPr>
          <p:cNvPr id="4" name="S05-line87"/>
          <p:cNvSpPr/>
          <p:nvPr/>
        </p:nvSpPr>
        <p:spPr>
          <a:xfrm flipH="1">
            <a:off x="7936443" y="3883914"/>
            <a:ext cx="1344168" cy="1056132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5" name="S05-line88"/>
          <p:cNvSpPr/>
          <p:nvPr/>
        </p:nvSpPr>
        <p:spPr>
          <a:xfrm>
            <a:off x="9280611" y="3883914"/>
            <a:ext cx="1344168" cy="1056132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6" name="S05-figure89" descr="5를 3과 2로 가르기"/>
          <p:cNvSpPr txBox="1"/>
          <p:nvPr/>
        </p:nvSpPr>
        <p:spPr>
          <a:xfrm>
            <a:off x="8800551" y="2923794"/>
            <a:ext cx="960120" cy="960120"/>
          </a:xfrm>
          <a:prstGeom prst="ellipse">
            <a:avLst/>
          </a:prstGeom>
          <a:solidFill>
            <a:srgbClr val="FDEBDD"/>
          </a:solidFill>
          <a:ln w="31750">
            <a:solidFill>
              <a:srgbClr val="E976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800" dirty="0"/>
          </a:p>
        </p:txBody>
      </p:sp>
      <p:sp>
        <p:nvSpPr>
          <p:cNvPr id="7" name="S05-bondpart90"/>
          <p:cNvSpPr txBox="1"/>
          <p:nvPr/>
        </p:nvSpPr>
        <p:spPr>
          <a:xfrm>
            <a:off x="7456383" y="4940046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800" dirty="0"/>
          </a:p>
        </p:txBody>
      </p:sp>
      <p:sp>
        <p:nvSpPr>
          <p:cNvPr id="8" name="S05-bondpart91"/>
          <p:cNvSpPr txBox="1"/>
          <p:nvPr/>
        </p:nvSpPr>
        <p:spPr>
          <a:xfrm>
            <a:off x="10144719" y="4940046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800" dirty="0"/>
          </a:p>
        </p:txBody>
      </p:sp>
      <p:sp>
        <p:nvSpPr>
          <p:cNvPr id="9" name="S05-stepno92"/>
          <p:cNvSpPr txBox="1"/>
          <p:nvPr/>
        </p:nvSpPr>
        <p:spPr>
          <a:xfrm>
            <a:off x="548640" y="3424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0" name="S05-text93"/>
          <p:cNvSpPr txBox="1"/>
          <p:nvPr/>
        </p:nvSpPr>
        <p:spPr>
          <a:xfrm>
            <a:off x="1325880" y="3424428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5를 3과 2로 갈라요.</a:t>
            </a:r>
            <a:endParaRPr lang="ko-KR" sz="3200" dirty="0"/>
          </a:p>
        </p:txBody>
      </p:sp>
      <p:sp>
        <p:nvSpPr>
          <p:cNvPr id="11" name="S05-stepno94"/>
          <p:cNvSpPr txBox="1"/>
          <p:nvPr/>
        </p:nvSpPr>
        <p:spPr>
          <a:xfrm>
            <a:off x="548640" y="41376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2" name="S05-text95"/>
          <p:cNvSpPr txBox="1"/>
          <p:nvPr/>
        </p:nvSpPr>
        <p:spPr>
          <a:xfrm>
            <a:off x="1325880" y="4137660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13 − 3 = 10</a:t>
            </a:r>
            <a:endParaRPr lang="ko-KR" sz="3200" dirty="0"/>
          </a:p>
        </p:txBody>
      </p:sp>
      <p:sp>
        <p:nvSpPr>
          <p:cNvPr id="13" name="S05-stepno96"/>
          <p:cNvSpPr txBox="1"/>
          <p:nvPr/>
        </p:nvSpPr>
        <p:spPr>
          <a:xfrm>
            <a:off x="548640" y="48508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4" name="S05-text97"/>
          <p:cNvSpPr txBox="1"/>
          <p:nvPr/>
        </p:nvSpPr>
        <p:spPr>
          <a:xfrm>
            <a:off x="1325880" y="4850892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10 − 2 = 8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갈라서 빼요</a:t>
            </a:r>
            <a:endParaRPr lang="ko-KR" sz="4400" dirty="0"/>
          </a:p>
        </p:txBody>
      </p:sp>
      <p:sp>
        <p:nvSpPr>
          <p:cNvPr id="3" name="S06-text9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빼는 수를 갈라 □를 채우고 계산해요.</a:t>
            </a:r>
            <a:endParaRPr lang="ko-KR" sz="3200" dirty="0"/>
          </a:p>
        </p:txBody>
      </p:sp>
      <p:sp>
        <p:nvSpPr>
          <p:cNvPr id="4" name="S06-card9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10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낱개만큼 먼저 빼서 10을 만들고, 10에서 남은 수를 빼요.</a:t>
            </a:r>
            <a:endParaRPr lang="ko-KR" sz="3200" dirty="0"/>
          </a:p>
        </p:txBody>
      </p:sp>
      <p:sp>
        <p:nvSpPr>
          <p:cNvPr id="6" name="S06-line101"/>
          <p:cNvSpPr/>
          <p:nvPr/>
        </p:nvSpPr>
        <p:spPr>
          <a:xfrm flipH="1">
            <a:off x="1028700" y="2971800"/>
            <a:ext cx="1261872" cy="669798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7" name="S06-line102"/>
          <p:cNvSpPr/>
          <p:nvPr/>
        </p:nvSpPr>
        <p:spPr>
          <a:xfrm>
            <a:off x="2290572" y="2971800"/>
            <a:ext cx="1261872" cy="669798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8" name="S06-figure103" descr="12 − 5: 5를 2와 빈칸으로 가르기"/>
          <p:cNvSpPr txBox="1"/>
          <p:nvPr/>
        </p:nvSpPr>
        <p:spPr>
          <a:xfrm>
            <a:off x="1810512" y="2011680"/>
            <a:ext cx="960120" cy="960120"/>
          </a:xfrm>
          <a:prstGeom prst="ellipse">
            <a:avLst/>
          </a:prstGeom>
          <a:solidFill>
            <a:srgbClr val="FDEBDD"/>
          </a:solidFill>
          <a:ln w="31750">
            <a:solidFill>
              <a:srgbClr val="E976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800" dirty="0"/>
          </a:p>
        </p:txBody>
      </p:sp>
      <p:sp>
        <p:nvSpPr>
          <p:cNvPr id="9" name="S06-bondpart104"/>
          <p:cNvSpPr txBox="1"/>
          <p:nvPr/>
        </p:nvSpPr>
        <p:spPr>
          <a:xfrm>
            <a:off x="548640" y="3641598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800" dirty="0"/>
          </a:p>
        </p:txBody>
      </p:sp>
      <p:sp>
        <p:nvSpPr>
          <p:cNvPr id="10" name="S06-bondpart105"/>
          <p:cNvSpPr txBox="1"/>
          <p:nvPr/>
        </p:nvSpPr>
        <p:spPr>
          <a:xfrm>
            <a:off x="3072384" y="3641598"/>
            <a:ext cx="960120" cy="9601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64653"/>
            </a:solidFill>
            <a:prstDash val="dash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endParaRPr lang="ko-KR" sz="3800" dirty="0"/>
          </a:p>
        </p:txBody>
      </p:sp>
      <p:sp>
        <p:nvSpPr>
          <p:cNvPr id="11" name="S06-label106"/>
          <p:cNvSpPr txBox="1"/>
          <p:nvPr/>
        </p:nvSpPr>
        <p:spPr>
          <a:xfrm>
            <a:off x="548640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12 − 5 = □</a:t>
            </a:r>
            <a:endParaRPr lang="ko-KR" sz="2600" dirty="0"/>
          </a:p>
        </p:txBody>
      </p:sp>
      <p:sp>
        <p:nvSpPr>
          <p:cNvPr id="12" name="S06-line107"/>
          <p:cNvSpPr/>
          <p:nvPr/>
        </p:nvSpPr>
        <p:spPr>
          <a:xfrm flipH="1">
            <a:off x="4832604" y="2971800"/>
            <a:ext cx="1261872" cy="669798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3" name="S06-line108"/>
          <p:cNvSpPr/>
          <p:nvPr/>
        </p:nvSpPr>
        <p:spPr>
          <a:xfrm>
            <a:off x="6094476" y="2971800"/>
            <a:ext cx="1261872" cy="669798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4" name="S06-figure109" descr="14 − 8: 8을 4와 빈칸으로 가르기"/>
          <p:cNvSpPr txBox="1"/>
          <p:nvPr/>
        </p:nvSpPr>
        <p:spPr>
          <a:xfrm>
            <a:off x="5614416" y="2011680"/>
            <a:ext cx="960120" cy="960120"/>
          </a:xfrm>
          <a:prstGeom prst="ellipse">
            <a:avLst/>
          </a:prstGeom>
          <a:solidFill>
            <a:srgbClr val="FDEBDD"/>
          </a:solidFill>
          <a:ln w="31750">
            <a:solidFill>
              <a:srgbClr val="E976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800" dirty="0"/>
          </a:p>
        </p:txBody>
      </p:sp>
      <p:sp>
        <p:nvSpPr>
          <p:cNvPr id="15" name="S06-bondpart110"/>
          <p:cNvSpPr txBox="1"/>
          <p:nvPr/>
        </p:nvSpPr>
        <p:spPr>
          <a:xfrm>
            <a:off x="4352544" y="3641598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800" dirty="0"/>
          </a:p>
        </p:txBody>
      </p:sp>
      <p:sp>
        <p:nvSpPr>
          <p:cNvPr id="16" name="S06-bondpart111"/>
          <p:cNvSpPr txBox="1"/>
          <p:nvPr/>
        </p:nvSpPr>
        <p:spPr>
          <a:xfrm>
            <a:off x="6876288" y="3641598"/>
            <a:ext cx="960120" cy="9601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64653"/>
            </a:solidFill>
            <a:prstDash val="dash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endParaRPr lang="ko-KR" sz="3800" dirty="0"/>
          </a:p>
        </p:txBody>
      </p:sp>
      <p:sp>
        <p:nvSpPr>
          <p:cNvPr id="17" name="S06-label112"/>
          <p:cNvSpPr txBox="1"/>
          <p:nvPr/>
        </p:nvSpPr>
        <p:spPr>
          <a:xfrm>
            <a:off x="4352544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14 − 8 = □</a:t>
            </a:r>
            <a:endParaRPr lang="ko-KR" sz="2600" dirty="0"/>
          </a:p>
        </p:txBody>
      </p:sp>
      <p:sp>
        <p:nvSpPr>
          <p:cNvPr id="18" name="S06-line113"/>
          <p:cNvSpPr/>
          <p:nvPr/>
        </p:nvSpPr>
        <p:spPr>
          <a:xfrm flipH="1">
            <a:off x="8636508" y="2971800"/>
            <a:ext cx="1261872" cy="669798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9" name="S06-line114"/>
          <p:cNvSpPr/>
          <p:nvPr/>
        </p:nvSpPr>
        <p:spPr>
          <a:xfrm>
            <a:off x="9898380" y="2971800"/>
            <a:ext cx="1261872" cy="669798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20" name="S06-figure115" descr="11 − 3: 3을 1과 빈칸으로 가르기"/>
          <p:cNvSpPr txBox="1"/>
          <p:nvPr/>
        </p:nvSpPr>
        <p:spPr>
          <a:xfrm>
            <a:off x="9418320" y="2011680"/>
            <a:ext cx="960120" cy="960120"/>
          </a:xfrm>
          <a:prstGeom prst="ellipse">
            <a:avLst/>
          </a:prstGeom>
          <a:solidFill>
            <a:srgbClr val="FDEBDD"/>
          </a:solidFill>
          <a:ln w="31750">
            <a:solidFill>
              <a:srgbClr val="E976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800" dirty="0"/>
          </a:p>
        </p:txBody>
      </p:sp>
      <p:sp>
        <p:nvSpPr>
          <p:cNvPr id="21" name="S06-bondpart116"/>
          <p:cNvSpPr txBox="1"/>
          <p:nvPr/>
        </p:nvSpPr>
        <p:spPr>
          <a:xfrm>
            <a:off x="8156448" y="3641598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800" dirty="0"/>
          </a:p>
        </p:txBody>
      </p:sp>
      <p:sp>
        <p:nvSpPr>
          <p:cNvPr id="22" name="S06-bondpart117"/>
          <p:cNvSpPr txBox="1"/>
          <p:nvPr/>
        </p:nvSpPr>
        <p:spPr>
          <a:xfrm>
            <a:off x="10680192" y="3641598"/>
            <a:ext cx="960120" cy="9601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64653"/>
            </a:solidFill>
            <a:prstDash val="dash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endParaRPr lang="ko-KR" sz="3800" dirty="0"/>
          </a:p>
        </p:txBody>
      </p:sp>
      <p:sp>
        <p:nvSpPr>
          <p:cNvPr id="23" name="S06-label118"/>
          <p:cNvSpPr txBox="1"/>
          <p:nvPr/>
        </p:nvSpPr>
        <p:spPr>
          <a:xfrm>
            <a:off x="8156448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11 − 3 = □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뺄셈을 해 봐요</a:t>
            </a:r>
            <a:endParaRPr lang="ko-KR" sz="4400" dirty="0"/>
          </a:p>
        </p:txBody>
      </p:sp>
      <p:sp>
        <p:nvSpPr>
          <p:cNvPr id="3" name="S07-card1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7-cardtext1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낱개를 먼저 빼서 10을 만들어요.</a:t>
            </a:r>
            <a:endParaRPr lang="ko-KR" sz="3200" dirty="0"/>
          </a:p>
        </p:txBody>
      </p:sp>
      <p:sp>
        <p:nvSpPr>
          <p:cNvPr id="5" name="S07-chip121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07-eqtext122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13 − 4 = □</a:t>
            </a:r>
            <a:endParaRPr lang="ko-KR" sz="3600" dirty="0"/>
          </a:p>
        </p:txBody>
      </p:sp>
      <p:sp>
        <p:nvSpPr>
          <p:cNvPr id="7" name="S07-chip123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07-eqtext124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15 − 8 = □</a:t>
            </a:r>
            <a:endParaRPr lang="ko-KR" sz="3600" dirty="0"/>
          </a:p>
        </p:txBody>
      </p:sp>
      <p:sp>
        <p:nvSpPr>
          <p:cNvPr id="9" name="S07-chip125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0" name="S07-eqtext126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11 − 6 = □</a:t>
            </a:r>
            <a:endParaRPr lang="ko-KR" sz="3600" dirty="0"/>
          </a:p>
        </p:txBody>
      </p:sp>
      <p:sp>
        <p:nvSpPr>
          <p:cNvPr id="11" name="S07-chip127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2" name="S07-eqtext128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17 − 9 = □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400" dirty="0"/>
          </a:p>
        </p:txBody>
      </p:sp>
      <p:sp>
        <p:nvSpPr>
          <p:cNvPr id="3" name="S08-card12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13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13 − 5를 계산했어요.</a:t>
            </a:r>
            <a:endParaRPr lang="ko-KR" sz="3200" dirty="0"/>
          </a:p>
        </p:txBody>
      </p:sp>
      <p:sp>
        <p:nvSpPr>
          <p:cNvPr id="5" name="S08-card13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13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돌로 확인해 봐요.</a:t>
            </a:r>
            <a:endParaRPr lang="ko-KR" sz="3200" dirty="0"/>
          </a:p>
        </p:txBody>
      </p:sp>
      <p:sp>
        <p:nvSpPr>
          <p:cNvPr id="7" name="S08-chip133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12</a:t>
            </a:r>
            <a:endParaRPr lang="ko-KR" sz="2600" dirty="0"/>
          </a:p>
        </p:txBody>
      </p:sp>
      <p:sp>
        <p:nvSpPr>
          <p:cNvPr id="8" name="S08-text134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3에서 5는 못 빼니까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5 − 3 = 2, 그래서 12</a:t>
            </a:r>
            <a:endParaRPr lang="ko-KR" sz="3200" dirty="0"/>
          </a:p>
        </p:txBody>
      </p:sp>
      <p:sp>
        <p:nvSpPr>
          <p:cNvPr id="9" name="S08-chip135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8</a:t>
            </a:r>
            <a:endParaRPr lang="ko-KR" sz="2600" dirty="0"/>
          </a:p>
        </p:txBody>
      </p:sp>
      <p:sp>
        <p:nvSpPr>
          <p:cNvPr id="10" name="S08-text136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13 − 3 = 10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10 − 2 = 8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09-text13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풀고, 빼는 수를 어떻게 갈랐는지 말해요.</a:t>
            </a:r>
            <a:endParaRPr lang="ko-KR" sz="3200" dirty="0"/>
          </a:p>
        </p:txBody>
      </p:sp>
      <p:sp>
        <p:nvSpPr>
          <p:cNvPr id="4" name="S09-chip138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9-eqtext139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14 − 5 = □</a:t>
            </a:r>
            <a:endParaRPr lang="ko-KR" sz="3600" dirty="0"/>
          </a:p>
        </p:txBody>
      </p:sp>
      <p:sp>
        <p:nvSpPr>
          <p:cNvPr id="6" name="S09-chip140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9-eqtext141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12 − 7 = □</a:t>
            </a:r>
            <a:endParaRPr lang="ko-KR" sz="3600" dirty="0"/>
          </a:p>
        </p:txBody>
      </p:sp>
      <p:sp>
        <p:nvSpPr>
          <p:cNvPr id="8" name="S09-chip142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09-text143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귤 13개 중 6개를 먹었어요.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귤은 몇 개?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가를까요?</a:t>
            </a:r>
            <a:endParaRPr lang="ko-KR" sz="4400" dirty="0"/>
          </a:p>
        </p:txBody>
      </p:sp>
      <p:sp>
        <p:nvSpPr>
          <p:cNvPr id="3" name="S11-text14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11 − 4를 계산하려고 4를 갈랐어요.</a:t>
            </a:r>
            <a:endParaRPr lang="ko-KR" sz="3200" dirty="0"/>
          </a:p>
        </p:txBody>
      </p:sp>
      <p:sp>
        <p:nvSpPr>
          <p:cNvPr id="4" name="S11-card14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1-cardtext14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10을 만들 수 있게 가른 것을 고르고, 계산해요.</a:t>
            </a:r>
            <a:endParaRPr lang="ko-KR" sz="3200" dirty="0"/>
          </a:p>
        </p:txBody>
      </p:sp>
      <p:sp>
        <p:nvSpPr>
          <p:cNvPr id="6" name="S11-chip147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1-line148"/>
          <p:cNvSpPr/>
          <p:nvPr/>
        </p:nvSpPr>
        <p:spPr>
          <a:xfrm flipH="1">
            <a:off x="1028700" y="3675888"/>
            <a:ext cx="1246632" cy="484632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8" name="S11-line149"/>
          <p:cNvSpPr/>
          <p:nvPr/>
        </p:nvSpPr>
        <p:spPr>
          <a:xfrm>
            <a:off x="2275332" y="3675888"/>
            <a:ext cx="1246632" cy="484632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9" name="S11-figure150" descr="4를 2와 2로 가르기"/>
          <p:cNvSpPr txBox="1"/>
          <p:nvPr/>
        </p:nvSpPr>
        <p:spPr>
          <a:xfrm>
            <a:off x="1795272" y="2715768"/>
            <a:ext cx="960120" cy="960120"/>
          </a:xfrm>
          <a:prstGeom prst="ellipse">
            <a:avLst/>
          </a:prstGeom>
          <a:solidFill>
            <a:srgbClr val="FDEBDD"/>
          </a:solidFill>
          <a:ln w="31750">
            <a:solidFill>
              <a:srgbClr val="E976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800" dirty="0"/>
          </a:p>
        </p:txBody>
      </p:sp>
      <p:sp>
        <p:nvSpPr>
          <p:cNvPr id="10" name="S11-bondpart151"/>
          <p:cNvSpPr txBox="1"/>
          <p:nvPr/>
        </p:nvSpPr>
        <p:spPr>
          <a:xfrm>
            <a:off x="548640" y="4160520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800" dirty="0"/>
          </a:p>
        </p:txBody>
      </p:sp>
      <p:sp>
        <p:nvSpPr>
          <p:cNvPr id="11" name="S11-bondpart152"/>
          <p:cNvSpPr txBox="1"/>
          <p:nvPr/>
        </p:nvSpPr>
        <p:spPr>
          <a:xfrm>
            <a:off x="3041904" y="4160520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800" dirty="0"/>
          </a:p>
        </p:txBody>
      </p:sp>
      <p:sp>
        <p:nvSpPr>
          <p:cNvPr id="12" name="S11-chip153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3" name="S11-line154"/>
          <p:cNvSpPr/>
          <p:nvPr/>
        </p:nvSpPr>
        <p:spPr>
          <a:xfrm flipH="1">
            <a:off x="4847844" y="3675888"/>
            <a:ext cx="1246632" cy="484632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4" name="S11-line155"/>
          <p:cNvSpPr/>
          <p:nvPr/>
        </p:nvSpPr>
        <p:spPr>
          <a:xfrm>
            <a:off x="6094476" y="3675888"/>
            <a:ext cx="1246632" cy="484632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5" name="S11-figure156" descr="4를 1과 3으로 가르기"/>
          <p:cNvSpPr txBox="1"/>
          <p:nvPr/>
        </p:nvSpPr>
        <p:spPr>
          <a:xfrm>
            <a:off x="5614416" y="2715768"/>
            <a:ext cx="960120" cy="960120"/>
          </a:xfrm>
          <a:prstGeom prst="ellipse">
            <a:avLst/>
          </a:prstGeom>
          <a:solidFill>
            <a:srgbClr val="FDEBDD"/>
          </a:solidFill>
          <a:ln w="31750">
            <a:solidFill>
              <a:srgbClr val="E976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800" dirty="0"/>
          </a:p>
        </p:txBody>
      </p:sp>
      <p:sp>
        <p:nvSpPr>
          <p:cNvPr id="16" name="S11-bondpart157"/>
          <p:cNvSpPr txBox="1"/>
          <p:nvPr/>
        </p:nvSpPr>
        <p:spPr>
          <a:xfrm>
            <a:off x="4367784" y="4160520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800" dirty="0"/>
          </a:p>
        </p:txBody>
      </p:sp>
      <p:sp>
        <p:nvSpPr>
          <p:cNvPr id="17" name="S11-bondpart158"/>
          <p:cNvSpPr txBox="1"/>
          <p:nvPr/>
        </p:nvSpPr>
        <p:spPr>
          <a:xfrm>
            <a:off x="6861048" y="4160520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800" dirty="0"/>
          </a:p>
        </p:txBody>
      </p:sp>
      <p:sp>
        <p:nvSpPr>
          <p:cNvPr id="18" name="S11-chip159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9" name="S11-line160"/>
          <p:cNvSpPr/>
          <p:nvPr/>
        </p:nvSpPr>
        <p:spPr>
          <a:xfrm flipH="1">
            <a:off x="8666988" y="3675888"/>
            <a:ext cx="1246632" cy="484632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20" name="S11-line161"/>
          <p:cNvSpPr/>
          <p:nvPr/>
        </p:nvSpPr>
        <p:spPr>
          <a:xfrm>
            <a:off x="9913620" y="3675888"/>
            <a:ext cx="1246632" cy="484632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21" name="S11-figure162" descr="4를 3과 1로 가르기"/>
          <p:cNvSpPr txBox="1"/>
          <p:nvPr/>
        </p:nvSpPr>
        <p:spPr>
          <a:xfrm>
            <a:off x="9433560" y="2715768"/>
            <a:ext cx="960120" cy="960120"/>
          </a:xfrm>
          <a:prstGeom prst="ellipse">
            <a:avLst/>
          </a:prstGeom>
          <a:solidFill>
            <a:srgbClr val="FDEBDD"/>
          </a:solidFill>
          <a:ln w="31750">
            <a:solidFill>
              <a:srgbClr val="E976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800" dirty="0"/>
          </a:p>
        </p:txBody>
      </p:sp>
      <p:sp>
        <p:nvSpPr>
          <p:cNvPr id="22" name="S11-bondpart163"/>
          <p:cNvSpPr txBox="1"/>
          <p:nvPr/>
        </p:nvSpPr>
        <p:spPr>
          <a:xfrm>
            <a:off x="8186928" y="4160520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800" dirty="0"/>
          </a:p>
        </p:txBody>
      </p:sp>
      <p:sp>
        <p:nvSpPr>
          <p:cNvPr id="23" name="S11-bondpart164"/>
          <p:cNvSpPr txBox="1"/>
          <p:nvPr/>
        </p:nvSpPr>
        <p:spPr>
          <a:xfrm>
            <a:off x="10680192" y="4160520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2-card16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2-cardtext16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낱개를 먼저 빼서 10을 만들고, 10에서 남은 수를 빼요.</a:t>
            </a:r>
            <a:endParaRPr lang="ko-KR" sz="3200" dirty="0"/>
          </a:p>
        </p:txBody>
      </p:sp>
      <p:sp>
        <p:nvSpPr>
          <p:cNvPr id="5" name="S12-chip167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빼는 수를 갈라 10 만들기</a:t>
            </a:r>
            <a:endParaRPr lang="ko-KR" sz="2600" dirty="0"/>
          </a:p>
        </p:txBody>
      </p:sp>
      <p:sp>
        <p:nvSpPr>
          <p:cNvPr id="6" name="S12-chip168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작은 수에서 거꾸로 빼기</a:t>
            </a:r>
            <a:endParaRPr lang="ko-KR" sz="2600" dirty="0"/>
          </a:p>
        </p:txBody>
      </p:sp>
      <p:sp>
        <p:nvSpPr>
          <p:cNvPr id="7" name="S12-text169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2-eqtext170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12 − 6 = □</a:t>
            </a:r>
            <a:endParaRPr lang="ko-KR" sz="3000" dirty="0"/>
          </a:p>
        </p:txBody>
      </p:sp>
      <p:sp>
        <p:nvSpPr>
          <p:cNvPr id="9" name="S12-eqtext171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16 − 8 = □</a:t>
            </a:r>
            <a:endParaRPr lang="ko-KR" sz="3000" dirty="0"/>
          </a:p>
        </p:txBody>
      </p:sp>
      <p:sp>
        <p:nvSpPr>
          <p:cNvPr id="10" name="S12-eqtext172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13 − 8 = □</a:t>
            </a:r>
            <a:endParaRPr lang="ko-KR" sz="3000" dirty="0"/>
          </a:p>
        </p:txBody>
      </p:sp>
      <p:sp>
        <p:nvSpPr>
          <p:cNvPr id="11" name="S12-text173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두 자리 수의 덧셈과 뺄셈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10에서 빼기</a:t>
            </a:r>
            <a:endParaRPr lang="ko-KR" sz="4400" dirty="0"/>
          </a:p>
        </p:txBody>
      </p:sp>
      <p:sp>
        <p:nvSpPr>
          <p:cNvPr id="3" name="S13-text17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 10개에서 4개를 빼요.</a:t>
            </a:r>
            <a:endParaRPr lang="ko-KR" sz="3200" dirty="0"/>
          </a:p>
        </p:txBody>
      </p:sp>
      <p:sp>
        <p:nvSpPr>
          <p:cNvPr id="4" name="S13-card17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3-cardtext17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10을 가르는 짝을 알면 10에서 쉽게 빼요.</a:t>
            </a:r>
            <a:endParaRPr lang="ko-KR" sz="3200" dirty="0"/>
          </a:p>
        </p:txBody>
      </p:sp>
      <p:sp>
        <p:nvSpPr>
          <p:cNvPr id="6" name="S13-dot177"/>
          <p:cNvSpPr/>
          <p:nvPr/>
        </p:nvSpPr>
        <p:spPr>
          <a:xfrm>
            <a:off x="1329080" y="2899562"/>
            <a:ext cx="510235" cy="51023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13-dot178"/>
          <p:cNvSpPr/>
          <p:nvPr/>
        </p:nvSpPr>
        <p:spPr>
          <a:xfrm>
            <a:off x="2152040" y="2899562"/>
            <a:ext cx="510235" cy="51023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13-dot179"/>
          <p:cNvSpPr/>
          <p:nvPr/>
        </p:nvSpPr>
        <p:spPr>
          <a:xfrm>
            <a:off x="2975000" y="2899562"/>
            <a:ext cx="510235" cy="51023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13-dot180"/>
          <p:cNvSpPr/>
          <p:nvPr/>
        </p:nvSpPr>
        <p:spPr>
          <a:xfrm>
            <a:off x="3797960" y="2899562"/>
            <a:ext cx="510235" cy="51023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13-dot181"/>
          <p:cNvSpPr/>
          <p:nvPr/>
        </p:nvSpPr>
        <p:spPr>
          <a:xfrm>
            <a:off x="4620920" y="2899562"/>
            <a:ext cx="510235" cy="51023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13-dot182"/>
          <p:cNvSpPr/>
          <p:nvPr/>
        </p:nvSpPr>
        <p:spPr>
          <a:xfrm>
            <a:off x="1329080" y="3722522"/>
            <a:ext cx="510235" cy="51023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13-dot183"/>
          <p:cNvSpPr/>
          <p:nvPr/>
        </p:nvSpPr>
        <p:spPr>
          <a:xfrm>
            <a:off x="2152040" y="3722522"/>
            <a:ext cx="510235" cy="51023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13-line184"/>
          <p:cNvSpPr/>
          <p:nvPr/>
        </p:nvSpPr>
        <p:spPr>
          <a:xfrm>
            <a:off x="2090812" y="3661294"/>
            <a:ext cx="632692" cy="632692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14" name="S13-line185"/>
          <p:cNvSpPr/>
          <p:nvPr/>
        </p:nvSpPr>
        <p:spPr>
          <a:xfrm flipV="1">
            <a:off x="2090812" y="3661294"/>
            <a:ext cx="632692" cy="632692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15" name="S13-dot186"/>
          <p:cNvSpPr/>
          <p:nvPr/>
        </p:nvSpPr>
        <p:spPr>
          <a:xfrm>
            <a:off x="2975000" y="3722522"/>
            <a:ext cx="510235" cy="51023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13-line187"/>
          <p:cNvSpPr/>
          <p:nvPr/>
        </p:nvSpPr>
        <p:spPr>
          <a:xfrm>
            <a:off x="2913772" y="3661294"/>
            <a:ext cx="632692" cy="632692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17" name="S13-line188"/>
          <p:cNvSpPr/>
          <p:nvPr/>
        </p:nvSpPr>
        <p:spPr>
          <a:xfrm flipV="1">
            <a:off x="2913772" y="3661294"/>
            <a:ext cx="632692" cy="632692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18" name="S13-dot189"/>
          <p:cNvSpPr/>
          <p:nvPr/>
        </p:nvSpPr>
        <p:spPr>
          <a:xfrm>
            <a:off x="3797960" y="3722522"/>
            <a:ext cx="510235" cy="51023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13-line190"/>
          <p:cNvSpPr/>
          <p:nvPr/>
        </p:nvSpPr>
        <p:spPr>
          <a:xfrm>
            <a:off x="3736732" y="3661294"/>
            <a:ext cx="632692" cy="632692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0" name="S13-line191"/>
          <p:cNvSpPr/>
          <p:nvPr/>
        </p:nvSpPr>
        <p:spPr>
          <a:xfrm flipV="1">
            <a:off x="3736732" y="3661294"/>
            <a:ext cx="632692" cy="632692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1" name="S13-dot192"/>
          <p:cNvSpPr/>
          <p:nvPr/>
        </p:nvSpPr>
        <p:spPr>
          <a:xfrm>
            <a:off x="4620920" y="3722522"/>
            <a:ext cx="510235" cy="51023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13-line193"/>
          <p:cNvSpPr/>
          <p:nvPr/>
        </p:nvSpPr>
        <p:spPr>
          <a:xfrm>
            <a:off x="4559692" y="3661294"/>
            <a:ext cx="632692" cy="632692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3" name="S13-line194"/>
          <p:cNvSpPr/>
          <p:nvPr/>
        </p:nvSpPr>
        <p:spPr>
          <a:xfrm flipV="1">
            <a:off x="4559692" y="3661294"/>
            <a:ext cx="632692" cy="632692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4" name="S13-figure195" descr="점 10개 중 4개에 × 표시"/>
          <p:cNvSpPr/>
          <p:nvPr/>
        </p:nvSpPr>
        <p:spPr>
          <a:xfrm>
            <a:off x="1172718" y="2743200"/>
            <a:ext cx="4114800" cy="16459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13-card196"/>
          <p:cNvSpPr/>
          <p:nvPr/>
        </p:nvSpPr>
        <p:spPr>
          <a:xfrm>
            <a:off x="6277356" y="258318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6" name="S13-cardtext197"/>
          <p:cNvSpPr txBox="1"/>
          <p:nvPr/>
        </p:nvSpPr>
        <p:spPr>
          <a:xfrm>
            <a:off x="6551676" y="272034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10은 4와 6</a:t>
            </a:r>
            <a:endParaRPr lang="ko-KR" sz="3200" dirty="0"/>
          </a:p>
        </p:txBody>
      </p:sp>
      <p:sp>
        <p:nvSpPr>
          <p:cNvPr id="27" name="S13-card198"/>
          <p:cNvSpPr/>
          <p:nvPr/>
        </p:nvSpPr>
        <p:spPr>
          <a:xfrm>
            <a:off x="6277356" y="368046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8" name="S13-cardtext199"/>
          <p:cNvSpPr txBox="1"/>
          <p:nvPr/>
        </p:nvSpPr>
        <p:spPr>
          <a:xfrm>
            <a:off x="6551676" y="381762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10 − 4 = 6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수학 받아내림이 있는 뺄셈</dc:title>
  <dc:subject>KR22-G01-MAT-BORROW-L01</dc:subject>
  <dc:creator>education-ppt</dc:creator>
  <cp:lastModifiedBy>education-ppt</cp:lastModifiedBy>
  <cp:revision>1</cp:revision>
  <dcterms:created xsi:type="dcterms:W3CDTF">2026-10-26T07:45:15Z</dcterms:created>
  <dcterms:modified xsi:type="dcterms:W3CDTF">2026-10-26T07:45:15Z</dcterms:modified>
</cp:coreProperties>
</file>