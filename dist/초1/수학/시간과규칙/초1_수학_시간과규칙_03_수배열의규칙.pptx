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864fda2-82bd-7087-af71-f8498e24277d}">
          <p14:sldIdLst>
            <p14:sldId id="256"/>
            <p14:sldId id="257"/>
          </p14:sldIdLst>
        </p14:section>
        <p14:section name="개념" id="{655a5be0-6e5b-6744-53e7-ffc7bf63012e}">
          <p14:sldIdLst>
            <p14:sldId id="258"/>
            <p14:sldId id="259"/>
            <p14:sldId id="262"/>
            <p14:sldId id="263"/>
          </p14:sldIdLst>
        </p14:section>
        <p14:section name="연습" id="{f0978564-d73e-6eae-f29a-00e4f24afb96}">
          <p14:sldIdLst>
            <p14:sldId id="260"/>
            <p14:sldId id="261"/>
            <p14:sldId id="264"/>
          </p14:sldIdLst>
        </p14:section>
        <p14:section name="개념" id="{5241e6c6-3478-4f14-91eb-949523a6a769}">
          <p14:sldIdLst/>
        </p14:section>
        <p14:section name="연습" id="{c05357ed-e7bf-3e7a-6c11-9d45016a0a83}">
          <p14:sldIdLst/>
        </p14:section>
        <p14:section name="확인" id="{af571d9f-5e15-2bf6-519b-89a04457a5dc}">
          <p14:sldIdLst>
            <p14:sldId id="265"/>
            <p14:sldId id="266"/>
            <p14:sldId id="267"/>
          </p14:sldIdLst>
        </p14:section>
        <p14:section name="정리" id="{1a87f0ca-1f1e-a9c6-4401-ce6cd706ba7d}">
          <p14:sldIdLst>
            <p14:sldId id="268"/>
          </p14:sldIdLst>
        </p14:section>
        <p14:section name="보충" id="{c87c9420-dcc9-f708-58d9-3f7fb8dff7b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모양 규칙이 수의 규칙으로 이어진다는 것을 느끼게 합니다.
시간: 약 2분
이렇게 말해 보세요
- “지난 시간에는 모양이 되풀이되는 규칙을 찾았지? 오늘은 수가 커지거나 작아지는 규칙을 찾아볼 거야.”
- “2, 4, 6, 8… 물음표에는 어떤 수가 올까?”
예상 답
- “9요.” / “10이요.”
주의
- 표지의 물음표에는 10이 옵니다. 9라고 해도 고치지 말고 S03에서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확인(100까지의 수, 반복 규칙)]
목적: 100까지 수의 순서와 묶음·낱개, 지난 차시의 반복 규칙을 기억하는지 확인합니다.
시간: 약 3분
이렇게 말해 보세요
- “①은 29 바로 다음에 오는 수야.”
- “②는 10개씩 묶음 5개와 낱개 3개를 수로 말해 볼래?”
- “③은 지난 시간처럼 되풀이되는 규칙이야.”
정답
- ① 30
- ② 53
- ③ ●
막히면
- ①을 ‘20’이나 ‘210’이라고 하면 바둑돌 묶음으로 29에 1개를 더해 보게 합니다.
- ①이나 ②를 틀리면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몇씩 커지는지 찾기]
목적: 이웃한 두 수를 비교해 몇씩 커지는지 찾는 방법을 수직선으로 보여 줍니다.
시간: 약 3분
이렇게 말해 보세요
- “2에서 4로 갈 때 수직선에서 몇 칸 뛰었어? 4에서 6은?”
- “매번 2칸씩 뛰었지? 그래서 ‘2씩 커져요’라고 해. 10 다음에는?”
예상 답
- “2칸이요.” “2씩 커져요.” “12요.”
막히면
- 바둑돌을 2개씩 더 놓으며 2, 4, 6, 8, 10을 세어 봅니다.
주의
- 뛴 칸을 셀 때 출발한 수는 세지 않습니다. 2에서 3, 4로 두 번 뛰었으니 2씩입니다(M4).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빈칸의 수 구하기 시범]
목적: 규칙을 먼저 찾고, 그 규칙으로 빈칸의 수를 구하는 순서를 시범으로 보여 줍니다.
시간: 약 4분
이렇게 말해 보세요
- “10, 20, 30… 이웃한 두 수는 얼마씩 차이가 나? 10개씩 묶음이 하나씩 늘었지?”
- “그러니까 빈칸은 30보다 10 큰 수야. 40! 그다음 50과도 맞는지 볼까?”
예상 답
- “10씩 커져요. 빈칸은 40이에요.”
막히면
- 바둑돌 10개 묶음을 하나씩 더 놓으며 열, 스물, 서른, 마흔, 쉰으로 셉니다.
주의
- 빈칸 다음 수(50)와도 규칙이 맞는지 확인하는 습관을 들입니다.
- 지치면 여기서 쉬고, 다음 날 S05부터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연습(커지고 작아지는 수 배열)]
목적: 도움을 받으며 수 배열의 규칙을 찾아 빈칸의 수를 구합니다.
시간: 약 4분
이렇게 말해 보세요
- “①은 커져, 작아져? 몇씩 커져? 그럼 빈칸은?”
- “③은 수가 어떻게 돼? 거꾸로 세어 볼까?”
정답
- ① 9(2씩 커짐)
- ② 60(10씩 커짐)
- ③ 42(1씩 작아짐)
막히면
- ①은 수직선이나 손가락으로 2칸씩 뛰어 셉니다.
- ③에서 44나 46을 쓰면 “45, 44, 43… 커져, 작아져?”라고 먼저 묻습니다(M3).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비교(늘 1씩 커진다고 생각함)]
목적: 수 배열에서는 바로 다음 수가 아니라 규칙에 따라 빈칸을 채워야 한다는 것을 확인합니다(M1).
시간: 약 3분
이렇게 말해 보세요
- “토끼는 30 다음 수라서 31이래. 10, 20, 30은 1씩 커졌어?”
- “곰처럼 규칙을 먼저 찾으면 무엇이 와?”
예상 답
- “곰이요. 10씩 커지니까 40이에요.”
정답
- 곰이 맞습니다. 10, 20, 30은 10씩 커지므로 빈칸은 30보다 10 큰 40입니다. 31은 30보다 1 큰 수입니다.
막히면
- 토끼처럼 31을 넣고 “10, 20, 30, 31”을 읽어 보게 합니다. 마지막만 1씩 커져서 규칙이 깨진다는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수 배열표의 → 방향 규칙]
목적: 수 배열표에서 오른쪽으로 갈수록 1씩 커진다는 규칙을 찾습니다.
시간: 약 3분
이렇게 말해 보세요
- “주황 테두리 줄을 왼쪽부터 읽어 볼까? 오른쪽으로 한 칸 갈 때마다 수가 어떻게 돼?”
- “30 다음은 어디에 있어? 아랫줄 맨 앞에서 31로 이어져.”
예상 답
- “1씩 커져요.” “31은 아랫줄 처음에 있어요.”
막히면
- 종이 수 배열표에서 바둑돌을 한 칸씩 옮기며 수를 읽습니다.
주의
- 준비한 1~100 수 배열표가 있으면 함께 보면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수 배열표의 ↓ 방향 규칙]
목적: 수 배열표에서 아래로 한 칸 갈 때마다 10씩 커진다는 규칙을 찾습니다.
시간: 약 3분
이렇게 말해 보세요
- “24 바로 아래는 몇이야? 그 아래는?”
- “24, 34, 44… 낱개 4는 어때? 10개씩 묶음은?”
예상 답
- “34, 44예요.” “낱개는 4로 똑같고 묶음이 하나씩 많아져요. 10씩 커져요.”
막히면
- 24를 바둑돌 묶음 2개와 낱개 4개로 놓고, 묶음 하나를 더 놓으면 34가 되는 것을 보여 줍니다(M2).
주의
- 아래 칸을 1 큰 수(25)로 생각하는 실수가 많습니다(M2). 세로줄은 끝자리가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연습(수 배열표 빈칸)]
목적: 도움을 받으며 수 배열표의 규칙으로 빈칸의 수를 구합니다.
시간: 약 4분
이렇게 말해 보세요
- “첫째 줄의 물음표는 55 바로 다음이야. 몇일까?”
- “둘째 줄 물음표는 위의 53에서 아래로 한 칸 내려왔어. 몇 큰 수야?”
정답
- 첫째 줄 56, 둘째 줄 63과 70, 셋째 줄 78
막히면
- 옆의 수에서 1씩, 위의 수에서 10씩 세어 보게 합니다.
- 70은 69 다음 수이면서 60 바로 아래 수입니다. 두 가지로 확인하게 합니다.
주의
- 답이 맞으면 “어느 쪽 수를 보고 알았어?”라고 까닭을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수 배열의 규칙을 찾아 빈칸을 채우고, 수 배열표의 ↓ 규칙을 쓸 수 있는지 확인합니다.
시간: 약 4분
이렇게 말해 보세요
- “이번에는 혼자 해 볼래? 답을 말하기 전에 ‘몇씩 커져요(작아져요)’를 먼저 말해 줘.”
정답
- ① 10(2씩 커짐)
- ② 30(10씩 작아짐)
- ③ 57(아래로 10씩 커짐)
막히면
- 바로 알려 주지 말고 “이웃한 두 수를 비교해 볼까?”라고만 말합니다.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규칙부터 다시 말해 보자.”
정답
- ① 10 ② 30 ③ 57
막히면
- ①을 9라고 했다면 늘 1씩 커진다고 본 것입니다. S06으로 돌아갑니다(M1).
- ③을 48이라고 했다면 아래 칸을 1 큰 수로 본 것입니다. S08로 돌아갑니다(M2).
- ②를 50이나 31처럼 쓰면 작아지는 배열인지 먼저 확인합니다(M3).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확인(수 배열표의 → 방향)]
목적: 처음 보는 문제에서 수 배열표의 방향과 규칙을 거꾸로 생각할 수 있는지 확인합니다.
시간: 약 2분
이렇게 말해 보세요
- “62 바로 왼쪽에는 어떤 수가 있을까? 오른쪽으로 가면 1씩 커지니까, 왼쪽으로 가면?”
정답
- 가(61). 오른쪽으로 1씩 커지므로 왼쪽은 1 작은 수입니다. 63은 오른쪽, 52는 바로 위의 수입니다.
막히면
- 종이 수 배열표에서 62를 찾아 바둑돌을 올리고 왼쪽 칸을 읽게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“수 배열의 빈칸을 채울 때 무엇부터 해야 할까? 수 배열표에서 아래로 가면?”
예상 답
- “몇씩 커지는지 먼저 찾아요.” “아래로 가면 10씩 커져요.”
정답
- ① 11 ② 50 ③ 48(수 배열표에서)
막히면
- S08의 수 배열표를 다시 보며 세로줄을 함께 읽습니다.
주의
- 복습 세 문제는 다음 수업을 시작할 때 활동지 마지막 쪽과 함께 풉니다.
- 1학년 수학 계획의 마지막 차시입니다. 다음 수학 차시는 계획 순서상 2학년 ‘세 자리 수’이며, 1학년의 다른 단원 차시를 먼저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보충(1 큰 수, 10 큰 수)]
목적: S02에서 100까지 수의 순서나 묶음·낱개가 흔들리면, 1 큰 수와 10 큰 수를 수 모형(또는 바둑돌 묶음)으로 다시 확인합니다.
시간: 약 5분
이렇게 말해 보세요
- “34는 10개씩 묶음 몇 개와 낱개 몇 개야? 낱개를 하나 더 놓으면?”
- “이번에는 10개씩 묶음을 하나 더 놓으면 몇이 될까?”
정답
- 34에 낱개 1개를 더하면 35(1 큰 수), 묶음 1개를 더하면 44(10 큰 수)입니다.
막히면
- 바둑돌 10개를 컵에 담아 ‘묶음’ 대신 쓰고, 낱개는 컵 밖에 놓습니다.
주의
- 보충으로도 어려우면 ‘100까지의 수’(KR22-G01-MAT-NUM100-L01)를 먼저 다시 합니다. S02 ③의 모양 규칙이 흔들리면 ‘규칙 찾기’(KR22-G01-MAT-PATTERN-L01)를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시간과규칙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 배열의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 배열의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수 배열의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배열의 규칙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수가 몇씩 커질까?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700" dirty="0"/>
          </a:p>
        </p:txBody>
      </p:sp>
      <p:sp>
        <p:nvSpPr>
          <p:cNvPr id="5" name="S01-tile2"/>
          <p:cNvSpPr txBox="1"/>
          <p:nvPr/>
        </p:nvSpPr>
        <p:spPr>
          <a:xfrm>
            <a:off x="8507578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700" dirty="0"/>
          </a:p>
        </p:txBody>
      </p:sp>
      <p:sp>
        <p:nvSpPr>
          <p:cNvPr id="6" name="S01-tile3"/>
          <p:cNvSpPr txBox="1"/>
          <p:nvPr/>
        </p:nvSpPr>
        <p:spPr>
          <a:xfrm>
            <a:off x="9334195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700" dirty="0"/>
          </a:p>
        </p:txBody>
      </p:sp>
      <p:sp>
        <p:nvSpPr>
          <p:cNvPr id="7" name="S01-tile4"/>
          <p:cNvSpPr txBox="1"/>
          <p:nvPr/>
        </p:nvSpPr>
        <p:spPr>
          <a:xfrm>
            <a:off x="10160813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700" dirty="0"/>
          </a:p>
        </p:txBody>
      </p:sp>
      <p:sp>
        <p:nvSpPr>
          <p:cNvPr id="8" name="S01-tile5"/>
          <p:cNvSpPr txBox="1"/>
          <p:nvPr/>
        </p:nvSpPr>
        <p:spPr>
          <a:xfrm>
            <a:off x="1098743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700" dirty="0"/>
          </a:p>
        </p:txBody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몇씩 커지는지 찾아 빈칸을 채워요.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 배열표의 규칙을 찾아요.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기억하고 있나요?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다음 수는?</a:t>
            </a:r>
            <a:endParaRPr lang="ko-KR" sz="32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10개씩 묶음 5개와 낱개 3개는?</a:t>
            </a:r>
            <a:endParaRPr lang="ko-KR" sz="32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■ ● ■ 다음 모양은?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커질까요?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4, 6, 8, 10을 수직선에서 봐요.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커져요.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다음에는 12가 와요.</a:t>
            </a:r>
            <a:endParaRPr lang="ko-KR" sz="3200" dirty="0"/>
          </a:p>
        </p:txBody>
      </p:sp>
      <p:sp>
        <p:nvSpPr>
          <p:cNvPr id="6" name="S03-line17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3-line18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3-label19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3-line20"/>
          <p:cNvSpPr/>
          <p:nvPr/>
        </p:nvSpPr>
        <p:spPr>
          <a:xfrm>
            <a:off x="181584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label21"/>
          <p:cNvSpPr txBox="1"/>
          <p:nvPr/>
        </p:nvSpPr>
        <p:spPr>
          <a:xfrm>
            <a:off x="135864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03-line22"/>
          <p:cNvSpPr/>
          <p:nvPr/>
        </p:nvSpPr>
        <p:spPr>
          <a:xfrm>
            <a:off x="267157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23"/>
          <p:cNvSpPr txBox="1"/>
          <p:nvPr/>
        </p:nvSpPr>
        <p:spPr>
          <a:xfrm>
            <a:off x="221437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03-line24"/>
          <p:cNvSpPr/>
          <p:nvPr/>
        </p:nvSpPr>
        <p:spPr>
          <a:xfrm>
            <a:off x="352729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abel25"/>
          <p:cNvSpPr txBox="1"/>
          <p:nvPr/>
        </p:nvSpPr>
        <p:spPr>
          <a:xfrm>
            <a:off x="307009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03-line26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label27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03-line28"/>
          <p:cNvSpPr/>
          <p:nvPr/>
        </p:nvSpPr>
        <p:spPr>
          <a:xfrm>
            <a:off x="523875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abel29"/>
          <p:cNvSpPr txBox="1"/>
          <p:nvPr/>
        </p:nvSpPr>
        <p:spPr>
          <a:xfrm>
            <a:off x="478155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03-line30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31"/>
          <p:cNvSpPr txBox="1"/>
          <p:nvPr/>
        </p:nvSpPr>
        <p:spPr>
          <a:xfrm>
            <a:off x="563727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03-line32"/>
          <p:cNvSpPr/>
          <p:nvPr/>
        </p:nvSpPr>
        <p:spPr>
          <a:xfrm>
            <a:off x="695020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abel33"/>
          <p:cNvSpPr txBox="1"/>
          <p:nvPr/>
        </p:nvSpPr>
        <p:spPr>
          <a:xfrm>
            <a:off x="649300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03-line34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35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03-line36"/>
          <p:cNvSpPr/>
          <p:nvPr/>
        </p:nvSpPr>
        <p:spPr>
          <a:xfrm>
            <a:off x="866165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abel37"/>
          <p:cNvSpPr txBox="1"/>
          <p:nvPr/>
        </p:nvSpPr>
        <p:spPr>
          <a:xfrm>
            <a:off x="820445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03-line38"/>
          <p:cNvSpPr/>
          <p:nvPr/>
        </p:nvSpPr>
        <p:spPr>
          <a:xfrm>
            <a:off x="951738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3-label39"/>
          <p:cNvSpPr txBox="1"/>
          <p:nvPr/>
        </p:nvSpPr>
        <p:spPr>
          <a:xfrm>
            <a:off x="906018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9" name="S03-line40"/>
          <p:cNvSpPr/>
          <p:nvPr/>
        </p:nvSpPr>
        <p:spPr>
          <a:xfrm>
            <a:off x="1037310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3-label41"/>
          <p:cNvSpPr txBox="1"/>
          <p:nvPr/>
        </p:nvSpPr>
        <p:spPr>
          <a:xfrm>
            <a:off x="991590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31" name="S03-line42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3-label43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33" name="S03-mark44"/>
          <p:cNvSpPr/>
          <p:nvPr/>
        </p:nvSpPr>
        <p:spPr>
          <a:xfrm>
            <a:off x="2580132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4" name="S03-mark45"/>
          <p:cNvSpPr/>
          <p:nvPr/>
        </p:nvSpPr>
        <p:spPr>
          <a:xfrm>
            <a:off x="4291584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5" name="S03-mark46"/>
          <p:cNvSpPr/>
          <p:nvPr/>
        </p:nvSpPr>
        <p:spPr>
          <a:xfrm>
            <a:off x="6003036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6" name="S03-mark47"/>
          <p:cNvSpPr/>
          <p:nvPr/>
        </p:nvSpPr>
        <p:spPr>
          <a:xfrm>
            <a:off x="771448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7" name="S03-mark48"/>
          <p:cNvSpPr/>
          <p:nvPr/>
        </p:nvSpPr>
        <p:spPr>
          <a:xfrm>
            <a:off x="942594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8" name="S03-line49"/>
          <p:cNvSpPr/>
          <p:nvPr/>
        </p:nvSpPr>
        <p:spPr>
          <a:xfrm flipV="1">
            <a:off x="267157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9" name="S03-line50"/>
          <p:cNvSpPr/>
          <p:nvPr/>
        </p:nvSpPr>
        <p:spPr>
          <a:xfrm>
            <a:off x="2671572" y="3285266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0" name="S03-label51"/>
          <p:cNvSpPr txBox="1"/>
          <p:nvPr/>
        </p:nvSpPr>
        <p:spPr>
          <a:xfrm>
            <a:off x="2671572" y="2837718"/>
            <a:ext cx="17114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1" name="S03-line52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2" name="S03-line53"/>
          <p:cNvSpPr/>
          <p:nvPr/>
        </p:nvSpPr>
        <p:spPr>
          <a:xfrm>
            <a:off x="4383024" y="3285266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3" name="S03-label54"/>
          <p:cNvSpPr txBox="1"/>
          <p:nvPr/>
        </p:nvSpPr>
        <p:spPr>
          <a:xfrm>
            <a:off x="4383024" y="2837718"/>
            <a:ext cx="17114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4" name="S03-line55"/>
          <p:cNvSpPr/>
          <p:nvPr/>
        </p:nvSpPr>
        <p:spPr>
          <a:xfrm flipV="1">
            <a:off x="609447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5" name="S03-line56"/>
          <p:cNvSpPr/>
          <p:nvPr/>
        </p:nvSpPr>
        <p:spPr>
          <a:xfrm>
            <a:off x="6094476" y="3285266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6" name="S03-label57"/>
          <p:cNvSpPr txBox="1"/>
          <p:nvPr/>
        </p:nvSpPr>
        <p:spPr>
          <a:xfrm>
            <a:off x="6094476" y="2837718"/>
            <a:ext cx="17114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7" name="S03-line58"/>
          <p:cNvSpPr/>
          <p:nvPr/>
        </p:nvSpPr>
        <p:spPr>
          <a:xfrm flipV="1">
            <a:off x="780592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8" name="S03-line59"/>
          <p:cNvSpPr/>
          <p:nvPr/>
        </p:nvSpPr>
        <p:spPr>
          <a:xfrm>
            <a:off x="7805928" y="3285266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9" name="S03-label60"/>
          <p:cNvSpPr txBox="1"/>
          <p:nvPr/>
        </p:nvSpPr>
        <p:spPr>
          <a:xfrm>
            <a:off x="7805928" y="2837718"/>
            <a:ext cx="1711452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50" name="S03-figure61" descr="0부터 12까지 수직선. 2, 4, 6, 8, 10에 점이 있고 2칸씩 뛰는 화살표 4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빈칸의 수 구하기</a:t>
            </a:r>
            <a:endParaRPr lang="ko-KR" sz="4400" dirty="0"/>
          </a:p>
        </p:txBody>
      </p:sp>
      <p:sp>
        <p:nvSpPr>
          <p:cNvPr id="3" name="S04-card62"/>
          <p:cNvSpPr/>
          <p:nvPr/>
        </p:nvSpPr>
        <p:spPr>
          <a:xfrm>
            <a:off x="548640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63"/>
          <p:cNvSpPr txBox="1"/>
          <p:nvPr/>
        </p:nvSpPr>
        <p:spPr>
          <a:xfrm>
            <a:off x="822960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이웃한 두 수를 비교해요</a:t>
            </a:r>
            <a:endParaRPr lang="ko-KR" sz="3200" dirty="0"/>
          </a:p>
        </p:txBody>
      </p:sp>
      <p:sp>
        <p:nvSpPr>
          <p:cNvPr id="5" name="S04-card64"/>
          <p:cNvSpPr/>
          <p:nvPr/>
        </p:nvSpPr>
        <p:spPr>
          <a:xfrm>
            <a:off x="4322064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65"/>
          <p:cNvSpPr txBox="1"/>
          <p:nvPr/>
        </p:nvSpPr>
        <p:spPr>
          <a:xfrm>
            <a:off x="4596384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10씩 커지는 규칙이에요</a:t>
            </a:r>
            <a:endParaRPr lang="ko-KR" sz="3200" dirty="0"/>
          </a:p>
        </p:txBody>
      </p:sp>
      <p:sp>
        <p:nvSpPr>
          <p:cNvPr id="7" name="S04-card66"/>
          <p:cNvSpPr/>
          <p:nvPr/>
        </p:nvSpPr>
        <p:spPr>
          <a:xfrm>
            <a:off x="8095488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67"/>
          <p:cNvSpPr txBox="1"/>
          <p:nvPr/>
        </p:nvSpPr>
        <p:spPr>
          <a:xfrm>
            <a:off x="8369808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30보다 10 큰 수는 40</a:t>
            </a:r>
            <a:endParaRPr lang="ko-KR" sz="3200" dirty="0"/>
          </a:p>
        </p:txBody>
      </p:sp>
      <p:sp>
        <p:nvSpPr>
          <p:cNvPr id="9" name="S04-tile68"/>
          <p:cNvSpPr txBox="1"/>
          <p:nvPr/>
        </p:nvSpPr>
        <p:spPr>
          <a:xfrm>
            <a:off x="2263140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5900" dirty="0"/>
          </a:p>
        </p:txBody>
      </p:sp>
      <p:sp>
        <p:nvSpPr>
          <p:cNvPr id="10" name="S04-tile69"/>
          <p:cNvSpPr txBox="1"/>
          <p:nvPr/>
        </p:nvSpPr>
        <p:spPr>
          <a:xfrm>
            <a:off x="3835908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5900" dirty="0"/>
          </a:p>
        </p:txBody>
      </p:sp>
      <p:sp>
        <p:nvSpPr>
          <p:cNvPr id="11" name="S04-tile70"/>
          <p:cNvSpPr txBox="1"/>
          <p:nvPr/>
        </p:nvSpPr>
        <p:spPr>
          <a:xfrm>
            <a:off x="5408676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5900" dirty="0"/>
          </a:p>
        </p:txBody>
      </p:sp>
      <p:sp>
        <p:nvSpPr>
          <p:cNvPr id="12" name="S04-tile71"/>
          <p:cNvSpPr txBox="1"/>
          <p:nvPr/>
        </p:nvSpPr>
        <p:spPr>
          <a:xfrm>
            <a:off x="6981444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3" name="S04-tile72"/>
          <p:cNvSpPr txBox="1"/>
          <p:nvPr/>
        </p:nvSpPr>
        <p:spPr>
          <a:xfrm>
            <a:off x="8554212" y="231140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수는?</a:t>
            </a:r>
            <a:endParaRPr lang="ko-KR" sz="4400" dirty="0"/>
          </a:p>
        </p:txBody>
      </p:sp>
      <p:sp>
        <p:nvSpPr>
          <p:cNvPr id="3" name="S05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커지는지, 작아지는지, 몇씩인지 먼저 말해요.</a:t>
            </a:r>
            <a:endParaRPr lang="ko-KR" sz="3200" dirty="0"/>
          </a:p>
        </p:txBody>
      </p:sp>
      <p:sp>
        <p:nvSpPr>
          <p:cNvPr id="5" name="S05-tile75"/>
          <p:cNvSpPr txBox="1"/>
          <p:nvPr/>
        </p:nvSpPr>
        <p:spPr>
          <a:xfrm>
            <a:off x="2199132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4900" dirty="0"/>
          </a:p>
        </p:txBody>
      </p:sp>
      <p:sp>
        <p:nvSpPr>
          <p:cNvPr id="6" name="S05-tile76"/>
          <p:cNvSpPr txBox="1"/>
          <p:nvPr/>
        </p:nvSpPr>
        <p:spPr>
          <a:xfrm>
            <a:off x="3531108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7" name="S05-tile77"/>
          <p:cNvSpPr txBox="1"/>
          <p:nvPr/>
        </p:nvSpPr>
        <p:spPr>
          <a:xfrm>
            <a:off x="486308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900" dirty="0"/>
          </a:p>
        </p:txBody>
      </p:sp>
      <p:sp>
        <p:nvSpPr>
          <p:cNvPr id="8" name="S05-tile78"/>
          <p:cNvSpPr txBox="1"/>
          <p:nvPr/>
        </p:nvSpPr>
        <p:spPr>
          <a:xfrm>
            <a:off x="619506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900" dirty="0"/>
          </a:p>
        </p:txBody>
      </p:sp>
      <p:sp>
        <p:nvSpPr>
          <p:cNvPr id="9" name="S05-tile79"/>
          <p:cNvSpPr txBox="1"/>
          <p:nvPr/>
        </p:nvSpPr>
        <p:spPr>
          <a:xfrm>
            <a:off x="7527036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900" dirty="0"/>
          </a:p>
        </p:txBody>
      </p:sp>
      <p:sp>
        <p:nvSpPr>
          <p:cNvPr id="10" name="S05-tile80"/>
          <p:cNvSpPr txBox="1"/>
          <p:nvPr/>
        </p:nvSpPr>
        <p:spPr>
          <a:xfrm>
            <a:off x="8859012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1" name="S05-tile81"/>
          <p:cNvSpPr txBox="1"/>
          <p:nvPr/>
        </p:nvSpPr>
        <p:spPr>
          <a:xfrm>
            <a:off x="2199132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4900" dirty="0"/>
          </a:p>
        </p:txBody>
      </p:sp>
      <p:sp>
        <p:nvSpPr>
          <p:cNvPr id="12" name="S05-tile82"/>
          <p:cNvSpPr txBox="1"/>
          <p:nvPr/>
        </p:nvSpPr>
        <p:spPr>
          <a:xfrm>
            <a:off x="3531108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4900" dirty="0"/>
          </a:p>
        </p:txBody>
      </p:sp>
      <p:sp>
        <p:nvSpPr>
          <p:cNvPr id="13" name="S05-tile83"/>
          <p:cNvSpPr txBox="1"/>
          <p:nvPr/>
        </p:nvSpPr>
        <p:spPr>
          <a:xfrm>
            <a:off x="486308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4900" dirty="0"/>
          </a:p>
        </p:txBody>
      </p:sp>
      <p:sp>
        <p:nvSpPr>
          <p:cNvPr id="14" name="S05-tile84"/>
          <p:cNvSpPr txBox="1"/>
          <p:nvPr/>
        </p:nvSpPr>
        <p:spPr>
          <a:xfrm>
            <a:off x="619506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4900" dirty="0"/>
          </a:p>
        </p:txBody>
      </p:sp>
      <p:sp>
        <p:nvSpPr>
          <p:cNvPr id="15" name="S05-tile85"/>
          <p:cNvSpPr txBox="1"/>
          <p:nvPr/>
        </p:nvSpPr>
        <p:spPr>
          <a:xfrm>
            <a:off x="7527036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6" name="S05-tile86"/>
          <p:cNvSpPr txBox="1"/>
          <p:nvPr/>
        </p:nvSpPr>
        <p:spPr>
          <a:xfrm>
            <a:off x="8859012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</a:t>
            </a:r>
            <a:endParaRPr lang="ko-KR" sz="4900" dirty="0"/>
          </a:p>
        </p:txBody>
      </p:sp>
      <p:sp>
        <p:nvSpPr>
          <p:cNvPr id="17" name="S05-tile87"/>
          <p:cNvSpPr txBox="1"/>
          <p:nvPr/>
        </p:nvSpPr>
        <p:spPr>
          <a:xfrm>
            <a:off x="2199132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4900" dirty="0"/>
          </a:p>
        </p:txBody>
      </p:sp>
      <p:sp>
        <p:nvSpPr>
          <p:cNvPr id="18" name="S05-tile88"/>
          <p:cNvSpPr txBox="1"/>
          <p:nvPr/>
        </p:nvSpPr>
        <p:spPr>
          <a:xfrm>
            <a:off x="3531108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4900" dirty="0"/>
          </a:p>
        </p:txBody>
      </p:sp>
      <p:sp>
        <p:nvSpPr>
          <p:cNvPr id="19" name="S05-tile89"/>
          <p:cNvSpPr txBox="1"/>
          <p:nvPr/>
        </p:nvSpPr>
        <p:spPr>
          <a:xfrm>
            <a:off x="486308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ko-KR" sz="4900" dirty="0"/>
          </a:p>
        </p:txBody>
      </p:sp>
      <p:sp>
        <p:nvSpPr>
          <p:cNvPr id="20" name="S05-tile90"/>
          <p:cNvSpPr txBox="1"/>
          <p:nvPr/>
        </p:nvSpPr>
        <p:spPr>
          <a:xfrm>
            <a:off x="619506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ko-KR" sz="4900" dirty="0"/>
          </a:p>
        </p:txBody>
      </p:sp>
      <p:sp>
        <p:nvSpPr>
          <p:cNvPr id="21" name="S05-tile91"/>
          <p:cNvSpPr txBox="1"/>
          <p:nvPr/>
        </p:nvSpPr>
        <p:spPr>
          <a:xfrm>
            <a:off x="7527036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22" name="S05-tile92"/>
          <p:cNvSpPr txBox="1"/>
          <p:nvPr/>
        </p:nvSpPr>
        <p:spPr>
          <a:xfrm>
            <a:off x="8859012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ko-KR" sz="4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400" dirty="0"/>
          </a:p>
        </p:txBody>
      </p:sp>
      <p:sp>
        <p:nvSpPr>
          <p:cNvPr id="3" name="S06-card9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9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 20, 30, □에 들어갈 수는?</a:t>
            </a:r>
            <a:endParaRPr lang="ko-KR" sz="3200" dirty="0"/>
          </a:p>
        </p:txBody>
      </p:sp>
      <p:sp>
        <p:nvSpPr>
          <p:cNvPr id="5" name="S06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왜 그럴까요?</a:t>
            </a:r>
            <a:endParaRPr lang="ko-KR" sz="3200" dirty="0"/>
          </a:p>
        </p:txBody>
      </p:sp>
      <p:sp>
        <p:nvSpPr>
          <p:cNvPr id="7" name="S06-chip9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31</a:t>
            </a:r>
            <a:endParaRPr lang="ko-KR" sz="2600" dirty="0"/>
          </a:p>
        </p:txBody>
      </p:sp>
      <p:sp>
        <p:nvSpPr>
          <p:cNvPr id="8" name="S06-text9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“30 다음 수는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31이에요.”</a:t>
            </a:r>
            <a:endParaRPr lang="ko-KR" sz="3200" dirty="0"/>
          </a:p>
        </p:txBody>
      </p:sp>
      <p:sp>
        <p:nvSpPr>
          <p:cNvPr id="9" name="S06-chip9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40</a:t>
            </a:r>
            <a:endParaRPr lang="ko-KR" sz="2600" dirty="0"/>
          </a:p>
        </p:txBody>
      </p:sp>
      <p:sp>
        <p:nvSpPr>
          <p:cNvPr id="10" name="S06-text10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“10씩 커지니까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40이에요.”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가면</a:t>
            </a:r>
            <a:endParaRPr lang="ko-KR" sz="4400" dirty="0"/>
          </a:p>
        </p:txBody>
      </p:sp>
      <p:sp>
        <p:nvSpPr>
          <p:cNvPr id="3" name="S07-text1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배열표의 한 부분이에요.</a:t>
            </a:r>
            <a:endParaRPr lang="ko-KR" sz="3200" dirty="0"/>
          </a:p>
        </p:txBody>
      </p:sp>
      <p:sp>
        <p:nvSpPr>
          <p:cNvPr id="4" name="S07-card10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0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오른쪽으로 1씩 커져요.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21, 22, 23, …, 30</a:t>
            </a:r>
            <a:endParaRPr lang="ko-KR" sz="3200" dirty="0"/>
          </a:p>
        </p:txBody>
      </p:sp>
      <p:sp>
        <p:nvSpPr>
          <p:cNvPr id="6" name="S07-tile104"/>
          <p:cNvSpPr txBox="1"/>
          <p:nvPr/>
        </p:nvSpPr>
        <p:spPr>
          <a:xfrm>
            <a:off x="1403773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3300" dirty="0"/>
          </a:p>
        </p:txBody>
      </p:sp>
      <p:sp>
        <p:nvSpPr>
          <p:cNvPr id="7" name="S07-tile105"/>
          <p:cNvSpPr txBox="1"/>
          <p:nvPr/>
        </p:nvSpPr>
        <p:spPr>
          <a:xfrm>
            <a:off x="2362031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3300" dirty="0"/>
          </a:p>
        </p:txBody>
      </p:sp>
      <p:sp>
        <p:nvSpPr>
          <p:cNvPr id="8" name="S07-tile106"/>
          <p:cNvSpPr txBox="1"/>
          <p:nvPr/>
        </p:nvSpPr>
        <p:spPr>
          <a:xfrm>
            <a:off x="3320288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3300" dirty="0"/>
          </a:p>
        </p:txBody>
      </p:sp>
      <p:sp>
        <p:nvSpPr>
          <p:cNvPr id="9" name="S07-tile107"/>
          <p:cNvSpPr txBox="1"/>
          <p:nvPr/>
        </p:nvSpPr>
        <p:spPr>
          <a:xfrm>
            <a:off x="4278545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300" dirty="0"/>
          </a:p>
        </p:txBody>
      </p:sp>
      <p:sp>
        <p:nvSpPr>
          <p:cNvPr id="10" name="S07-tile108"/>
          <p:cNvSpPr txBox="1"/>
          <p:nvPr/>
        </p:nvSpPr>
        <p:spPr>
          <a:xfrm>
            <a:off x="5236803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300" dirty="0"/>
          </a:p>
        </p:txBody>
      </p:sp>
      <p:sp>
        <p:nvSpPr>
          <p:cNvPr id="11" name="S07-tile109"/>
          <p:cNvSpPr txBox="1"/>
          <p:nvPr/>
        </p:nvSpPr>
        <p:spPr>
          <a:xfrm>
            <a:off x="6195060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3300" dirty="0"/>
          </a:p>
        </p:txBody>
      </p:sp>
      <p:sp>
        <p:nvSpPr>
          <p:cNvPr id="12" name="S07-tile110"/>
          <p:cNvSpPr txBox="1"/>
          <p:nvPr/>
        </p:nvSpPr>
        <p:spPr>
          <a:xfrm>
            <a:off x="7153317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ko-KR" sz="3300" dirty="0"/>
          </a:p>
        </p:txBody>
      </p:sp>
      <p:sp>
        <p:nvSpPr>
          <p:cNvPr id="13" name="S07-tile111"/>
          <p:cNvSpPr txBox="1"/>
          <p:nvPr/>
        </p:nvSpPr>
        <p:spPr>
          <a:xfrm>
            <a:off x="8111575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3300" dirty="0"/>
          </a:p>
        </p:txBody>
      </p:sp>
      <p:sp>
        <p:nvSpPr>
          <p:cNvPr id="14" name="S07-tile112"/>
          <p:cNvSpPr txBox="1"/>
          <p:nvPr/>
        </p:nvSpPr>
        <p:spPr>
          <a:xfrm>
            <a:off x="9069832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ko-KR" sz="3300" dirty="0"/>
          </a:p>
        </p:txBody>
      </p:sp>
      <p:sp>
        <p:nvSpPr>
          <p:cNvPr id="15" name="S07-tile113"/>
          <p:cNvSpPr txBox="1"/>
          <p:nvPr/>
        </p:nvSpPr>
        <p:spPr>
          <a:xfrm>
            <a:off x="10028089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3300" dirty="0"/>
          </a:p>
        </p:txBody>
      </p:sp>
      <p:sp>
        <p:nvSpPr>
          <p:cNvPr id="16" name="S07-tile114"/>
          <p:cNvSpPr txBox="1"/>
          <p:nvPr/>
        </p:nvSpPr>
        <p:spPr>
          <a:xfrm>
            <a:off x="1403773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ko-KR" sz="3300" dirty="0"/>
          </a:p>
        </p:txBody>
      </p:sp>
      <p:sp>
        <p:nvSpPr>
          <p:cNvPr id="17" name="S07-tile115"/>
          <p:cNvSpPr txBox="1"/>
          <p:nvPr/>
        </p:nvSpPr>
        <p:spPr>
          <a:xfrm>
            <a:off x="2362031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3300" dirty="0"/>
          </a:p>
        </p:txBody>
      </p:sp>
      <p:sp>
        <p:nvSpPr>
          <p:cNvPr id="18" name="S07-tile116"/>
          <p:cNvSpPr txBox="1"/>
          <p:nvPr/>
        </p:nvSpPr>
        <p:spPr>
          <a:xfrm>
            <a:off x="3320288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ko-KR" sz="3300" dirty="0"/>
          </a:p>
        </p:txBody>
      </p:sp>
      <p:sp>
        <p:nvSpPr>
          <p:cNvPr id="19" name="S07-tile117"/>
          <p:cNvSpPr txBox="1"/>
          <p:nvPr/>
        </p:nvSpPr>
        <p:spPr>
          <a:xfrm>
            <a:off x="4278545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3300" dirty="0"/>
          </a:p>
        </p:txBody>
      </p:sp>
      <p:sp>
        <p:nvSpPr>
          <p:cNvPr id="20" name="S07-tile118"/>
          <p:cNvSpPr txBox="1"/>
          <p:nvPr/>
        </p:nvSpPr>
        <p:spPr>
          <a:xfrm>
            <a:off x="5236803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3300" dirty="0"/>
          </a:p>
        </p:txBody>
      </p:sp>
      <p:sp>
        <p:nvSpPr>
          <p:cNvPr id="21" name="S07-tile119"/>
          <p:cNvSpPr txBox="1"/>
          <p:nvPr/>
        </p:nvSpPr>
        <p:spPr>
          <a:xfrm>
            <a:off x="6195060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300" dirty="0"/>
          </a:p>
        </p:txBody>
      </p:sp>
      <p:sp>
        <p:nvSpPr>
          <p:cNvPr id="22" name="S07-tile120"/>
          <p:cNvSpPr txBox="1"/>
          <p:nvPr/>
        </p:nvSpPr>
        <p:spPr>
          <a:xfrm>
            <a:off x="7153317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3300" dirty="0"/>
          </a:p>
        </p:txBody>
      </p:sp>
      <p:sp>
        <p:nvSpPr>
          <p:cNvPr id="23" name="S07-tile121"/>
          <p:cNvSpPr txBox="1"/>
          <p:nvPr/>
        </p:nvSpPr>
        <p:spPr>
          <a:xfrm>
            <a:off x="8111575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ko-KR" sz="3300" dirty="0"/>
          </a:p>
        </p:txBody>
      </p:sp>
      <p:sp>
        <p:nvSpPr>
          <p:cNvPr id="24" name="S07-tile122"/>
          <p:cNvSpPr txBox="1"/>
          <p:nvPr/>
        </p:nvSpPr>
        <p:spPr>
          <a:xfrm>
            <a:off x="9069832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ko-KR" sz="3300" dirty="0"/>
          </a:p>
        </p:txBody>
      </p:sp>
      <p:sp>
        <p:nvSpPr>
          <p:cNvPr id="25" name="S07-tile123"/>
          <p:cNvSpPr txBox="1"/>
          <p:nvPr/>
        </p:nvSpPr>
        <p:spPr>
          <a:xfrm>
            <a:off x="10028089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3300" dirty="0"/>
          </a:p>
        </p:txBody>
      </p:sp>
      <p:sp>
        <p:nvSpPr>
          <p:cNvPr id="26" name="S07-tile124"/>
          <p:cNvSpPr txBox="1"/>
          <p:nvPr/>
        </p:nvSpPr>
        <p:spPr>
          <a:xfrm>
            <a:off x="1403773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ko-KR" sz="3300" dirty="0"/>
          </a:p>
        </p:txBody>
      </p:sp>
      <p:sp>
        <p:nvSpPr>
          <p:cNvPr id="27" name="S07-tile125"/>
          <p:cNvSpPr txBox="1"/>
          <p:nvPr/>
        </p:nvSpPr>
        <p:spPr>
          <a:xfrm>
            <a:off x="2362031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3300" dirty="0"/>
          </a:p>
        </p:txBody>
      </p:sp>
      <p:sp>
        <p:nvSpPr>
          <p:cNvPr id="28" name="S07-tile126"/>
          <p:cNvSpPr txBox="1"/>
          <p:nvPr/>
        </p:nvSpPr>
        <p:spPr>
          <a:xfrm>
            <a:off x="3320288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ko-KR" sz="3300" dirty="0"/>
          </a:p>
        </p:txBody>
      </p:sp>
      <p:sp>
        <p:nvSpPr>
          <p:cNvPr id="29" name="S07-tile127"/>
          <p:cNvSpPr txBox="1"/>
          <p:nvPr/>
        </p:nvSpPr>
        <p:spPr>
          <a:xfrm>
            <a:off x="4278545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ko-KR" sz="3300" dirty="0"/>
          </a:p>
        </p:txBody>
      </p:sp>
      <p:sp>
        <p:nvSpPr>
          <p:cNvPr id="30" name="S07-tile128"/>
          <p:cNvSpPr txBox="1"/>
          <p:nvPr/>
        </p:nvSpPr>
        <p:spPr>
          <a:xfrm>
            <a:off x="5236803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3300" dirty="0"/>
          </a:p>
        </p:txBody>
      </p:sp>
      <p:sp>
        <p:nvSpPr>
          <p:cNvPr id="31" name="S07-tile129"/>
          <p:cNvSpPr txBox="1"/>
          <p:nvPr/>
        </p:nvSpPr>
        <p:spPr>
          <a:xfrm>
            <a:off x="6195060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ko-KR" sz="3300" dirty="0"/>
          </a:p>
        </p:txBody>
      </p:sp>
      <p:sp>
        <p:nvSpPr>
          <p:cNvPr id="32" name="S07-tile130"/>
          <p:cNvSpPr txBox="1"/>
          <p:nvPr/>
        </p:nvSpPr>
        <p:spPr>
          <a:xfrm>
            <a:off x="7153317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ko-KR" sz="3300" dirty="0"/>
          </a:p>
        </p:txBody>
      </p:sp>
      <p:sp>
        <p:nvSpPr>
          <p:cNvPr id="33" name="S07-tile131"/>
          <p:cNvSpPr txBox="1"/>
          <p:nvPr/>
        </p:nvSpPr>
        <p:spPr>
          <a:xfrm>
            <a:off x="8111575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3300" dirty="0"/>
          </a:p>
        </p:txBody>
      </p:sp>
      <p:sp>
        <p:nvSpPr>
          <p:cNvPr id="34" name="S07-tile132"/>
          <p:cNvSpPr txBox="1"/>
          <p:nvPr/>
        </p:nvSpPr>
        <p:spPr>
          <a:xfrm>
            <a:off x="9069832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ko-KR" sz="3300" dirty="0"/>
          </a:p>
        </p:txBody>
      </p:sp>
      <p:sp>
        <p:nvSpPr>
          <p:cNvPr id="35" name="S07-tile133"/>
          <p:cNvSpPr txBox="1"/>
          <p:nvPr/>
        </p:nvSpPr>
        <p:spPr>
          <a:xfrm>
            <a:off x="10028089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3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아래로 가면</a:t>
            </a:r>
            <a:endParaRPr lang="ko-KR" sz="4400" dirty="0"/>
          </a:p>
        </p:txBody>
      </p:sp>
      <p:sp>
        <p:nvSpPr>
          <p:cNvPr id="3" name="S08-text1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세로줄의 수를 봐요.</a:t>
            </a:r>
            <a:endParaRPr lang="ko-KR" sz="3200" dirty="0"/>
          </a:p>
        </p:txBody>
      </p:sp>
      <p:sp>
        <p:nvSpPr>
          <p:cNvPr id="4" name="S08-card13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3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아래로 10씩 커져요.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24, 34, 44: 낱개는 그대로, 묶음이 하나씩 늘어요.</a:t>
            </a:r>
            <a:endParaRPr lang="ko-KR" sz="3200" dirty="0"/>
          </a:p>
        </p:txBody>
      </p:sp>
      <p:sp>
        <p:nvSpPr>
          <p:cNvPr id="6" name="S08-tile137"/>
          <p:cNvSpPr txBox="1"/>
          <p:nvPr/>
        </p:nvSpPr>
        <p:spPr>
          <a:xfrm>
            <a:off x="1403773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3300" dirty="0"/>
          </a:p>
        </p:txBody>
      </p:sp>
      <p:sp>
        <p:nvSpPr>
          <p:cNvPr id="7" name="S08-tile138"/>
          <p:cNvSpPr txBox="1"/>
          <p:nvPr/>
        </p:nvSpPr>
        <p:spPr>
          <a:xfrm>
            <a:off x="2362031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3300" dirty="0"/>
          </a:p>
        </p:txBody>
      </p:sp>
      <p:sp>
        <p:nvSpPr>
          <p:cNvPr id="8" name="S08-tile139"/>
          <p:cNvSpPr txBox="1"/>
          <p:nvPr/>
        </p:nvSpPr>
        <p:spPr>
          <a:xfrm>
            <a:off x="3320288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ko-KR" sz="3300" dirty="0"/>
          </a:p>
        </p:txBody>
      </p:sp>
      <p:sp>
        <p:nvSpPr>
          <p:cNvPr id="9" name="S08-tile140"/>
          <p:cNvSpPr txBox="1"/>
          <p:nvPr/>
        </p:nvSpPr>
        <p:spPr>
          <a:xfrm>
            <a:off x="4278545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300" dirty="0"/>
          </a:p>
        </p:txBody>
      </p:sp>
      <p:sp>
        <p:nvSpPr>
          <p:cNvPr id="10" name="S08-tile141"/>
          <p:cNvSpPr txBox="1"/>
          <p:nvPr/>
        </p:nvSpPr>
        <p:spPr>
          <a:xfrm>
            <a:off x="5236803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300" dirty="0"/>
          </a:p>
        </p:txBody>
      </p:sp>
      <p:sp>
        <p:nvSpPr>
          <p:cNvPr id="11" name="S08-tile142"/>
          <p:cNvSpPr txBox="1"/>
          <p:nvPr/>
        </p:nvSpPr>
        <p:spPr>
          <a:xfrm>
            <a:off x="6195060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3300" dirty="0"/>
          </a:p>
        </p:txBody>
      </p:sp>
      <p:sp>
        <p:nvSpPr>
          <p:cNvPr id="12" name="S08-tile143"/>
          <p:cNvSpPr txBox="1"/>
          <p:nvPr/>
        </p:nvSpPr>
        <p:spPr>
          <a:xfrm>
            <a:off x="7153317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ko-KR" sz="3300" dirty="0"/>
          </a:p>
        </p:txBody>
      </p:sp>
      <p:sp>
        <p:nvSpPr>
          <p:cNvPr id="13" name="S08-tile144"/>
          <p:cNvSpPr txBox="1"/>
          <p:nvPr/>
        </p:nvSpPr>
        <p:spPr>
          <a:xfrm>
            <a:off x="8111575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ko-KR" sz="3300" dirty="0"/>
          </a:p>
        </p:txBody>
      </p:sp>
      <p:sp>
        <p:nvSpPr>
          <p:cNvPr id="14" name="S08-tile145"/>
          <p:cNvSpPr txBox="1"/>
          <p:nvPr/>
        </p:nvSpPr>
        <p:spPr>
          <a:xfrm>
            <a:off x="9069832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ko-KR" sz="3300" dirty="0"/>
          </a:p>
        </p:txBody>
      </p:sp>
      <p:sp>
        <p:nvSpPr>
          <p:cNvPr id="15" name="S08-tile146"/>
          <p:cNvSpPr txBox="1"/>
          <p:nvPr/>
        </p:nvSpPr>
        <p:spPr>
          <a:xfrm>
            <a:off x="10028089" y="2011680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3300" dirty="0"/>
          </a:p>
        </p:txBody>
      </p:sp>
      <p:sp>
        <p:nvSpPr>
          <p:cNvPr id="16" name="S08-tile147"/>
          <p:cNvSpPr txBox="1"/>
          <p:nvPr/>
        </p:nvSpPr>
        <p:spPr>
          <a:xfrm>
            <a:off x="1403773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ko-KR" sz="3300" dirty="0"/>
          </a:p>
        </p:txBody>
      </p:sp>
      <p:sp>
        <p:nvSpPr>
          <p:cNvPr id="17" name="S08-tile148"/>
          <p:cNvSpPr txBox="1"/>
          <p:nvPr/>
        </p:nvSpPr>
        <p:spPr>
          <a:xfrm>
            <a:off x="2362031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ko-KR" sz="3300" dirty="0"/>
          </a:p>
        </p:txBody>
      </p:sp>
      <p:sp>
        <p:nvSpPr>
          <p:cNvPr id="18" name="S08-tile149"/>
          <p:cNvSpPr txBox="1"/>
          <p:nvPr/>
        </p:nvSpPr>
        <p:spPr>
          <a:xfrm>
            <a:off x="3320288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ko-KR" sz="3300" dirty="0"/>
          </a:p>
        </p:txBody>
      </p:sp>
      <p:sp>
        <p:nvSpPr>
          <p:cNvPr id="19" name="S08-tile150"/>
          <p:cNvSpPr txBox="1"/>
          <p:nvPr/>
        </p:nvSpPr>
        <p:spPr>
          <a:xfrm>
            <a:off x="4278545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3300" dirty="0"/>
          </a:p>
        </p:txBody>
      </p:sp>
      <p:sp>
        <p:nvSpPr>
          <p:cNvPr id="20" name="S08-tile151"/>
          <p:cNvSpPr txBox="1"/>
          <p:nvPr/>
        </p:nvSpPr>
        <p:spPr>
          <a:xfrm>
            <a:off x="5236803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3300" dirty="0"/>
          </a:p>
        </p:txBody>
      </p:sp>
      <p:sp>
        <p:nvSpPr>
          <p:cNvPr id="21" name="S08-tile152"/>
          <p:cNvSpPr txBox="1"/>
          <p:nvPr/>
        </p:nvSpPr>
        <p:spPr>
          <a:xfrm>
            <a:off x="6195060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3300" dirty="0"/>
          </a:p>
        </p:txBody>
      </p:sp>
      <p:sp>
        <p:nvSpPr>
          <p:cNvPr id="22" name="S08-tile153"/>
          <p:cNvSpPr txBox="1"/>
          <p:nvPr/>
        </p:nvSpPr>
        <p:spPr>
          <a:xfrm>
            <a:off x="7153317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ko-KR" sz="3300" dirty="0"/>
          </a:p>
        </p:txBody>
      </p:sp>
      <p:sp>
        <p:nvSpPr>
          <p:cNvPr id="23" name="S08-tile154"/>
          <p:cNvSpPr txBox="1"/>
          <p:nvPr/>
        </p:nvSpPr>
        <p:spPr>
          <a:xfrm>
            <a:off x="8111575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ko-KR" sz="3300" dirty="0"/>
          </a:p>
        </p:txBody>
      </p:sp>
      <p:sp>
        <p:nvSpPr>
          <p:cNvPr id="24" name="S08-tile155"/>
          <p:cNvSpPr txBox="1"/>
          <p:nvPr/>
        </p:nvSpPr>
        <p:spPr>
          <a:xfrm>
            <a:off x="9069832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ko-KR" sz="3300" dirty="0"/>
          </a:p>
        </p:txBody>
      </p:sp>
      <p:sp>
        <p:nvSpPr>
          <p:cNvPr id="25" name="S08-tile156"/>
          <p:cNvSpPr txBox="1"/>
          <p:nvPr/>
        </p:nvSpPr>
        <p:spPr>
          <a:xfrm>
            <a:off x="10028089" y="2969937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3300" dirty="0"/>
          </a:p>
        </p:txBody>
      </p:sp>
      <p:sp>
        <p:nvSpPr>
          <p:cNvPr id="26" name="S08-tile157"/>
          <p:cNvSpPr txBox="1"/>
          <p:nvPr/>
        </p:nvSpPr>
        <p:spPr>
          <a:xfrm>
            <a:off x="1403773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ko-KR" sz="3300" dirty="0"/>
          </a:p>
        </p:txBody>
      </p:sp>
      <p:sp>
        <p:nvSpPr>
          <p:cNvPr id="27" name="S08-tile158"/>
          <p:cNvSpPr txBox="1"/>
          <p:nvPr/>
        </p:nvSpPr>
        <p:spPr>
          <a:xfrm>
            <a:off x="2362031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3300" dirty="0"/>
          </a:p>
        </p:txBody>
      </p:sp>
      <p:sp>
        <p:nvSpPr>
          <p:cNvPr id="28" name="S08-tile159"/>
          <p:cNvSpPr txBox="1"/>
          <p:nvPr/>
        </p:nvSpPr>
        <p:spPr>
          <a:xfrm>
            <a:off x="3320288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ko-KR" sz="3300" dirty="0"/>
          </a:p>
        </p:txBody>
      </p:sp>
      <p:sp>
        <p:nvSpPr>
          <p:cNvPr id="29" name="S08-tile160"/>
          <p:cNvSpPr txBox="1"/>
          <p:nvPr/>
        </p:nvSpPr>
        <p:spPr>
          <a:xfrm>
            <a:off x="4278545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ko-KR" sz="3300" dirty="0"/>
          </a:p>
        </p:txBody>
      </p:sp>
      <p:sp>
        <p:nvSpPr>
          <p:cNvPr id="30" name="S08-tile161"/>
          <p:cNvSpPr txBox="1"/>
          <p:nvPr/>
        </p:nvSpPr>
        <p:spPr>
          <a:xfrm>
            <a:off x="5236803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3300" dirty="0"/>
          </a:p>
        </p:txBody>
      </p:sp>
      <p:sp>
        <p:nvSpPr>
          <p:cNvPr id="31" name="S08-tile162"/>
          <p:cNvSpPr txBox="1"/>
          <p:nvPr/>
        </p:nvSpPr>
        <p:spPr>
          <a:xfrm>
            <a:off x="6195060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ko-KR" sz="3300" dirty="0"/>
          </a:p>
        </p:txBody>
      </p:sp>
      <p:sp>
        <p:nvSpPr>
          <p:cNvPr id="32" name="S08-tile163"/>
          <p:cNvSpPr txBox="1"/>
          <p:nvPr/>
        </p:nvSpPr>
        <p:spPr>
          <a:xfrm>
            <a:off x="7153317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ko-KR" sz="3300" dirty="0"/>
          </a:p>
        </p:txBody>
      </p:sp>
      <p:sp>
        <p:nvSpPr>
          <p:cNvPr id="33" name="S08-tile164"/>
          <p:cNvSpPr txBox="1"/>
          <p:nvPr/>
        </p:nvSpPr>
        <p:spPr>
          <a:xfrm>
            <a:off x="8111575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3300" dirty="0"/>
          </a:p>
        </p:txBody>
      </p:sp>
      <p:sp>
        <p:nvSpPr>
          <p:cNvPr id="34" name="S08-tile165"/>
          <p:cNvSpPr txBox="1"/>
          <p:nvPr/>
        </p:nvSpPr>
        <p:spPr>
          <a:xfrm>
            <a:off x="9069832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</a:t>
            </a:r>
            <a:endParaRPr lang="ko-KR" sz="3300" dirty="0"/>
          </a:p>
        </p:txBody>
      </p:sp>
      <p:sp>
        <p:nvSpPr>
          <p:cNvPr id="35" name="S08-tile166"/>
          <p:cNvSpPr txBox="1"/>
          <p:nvPr/>
        </p:nvSpPr>
        <p:spPr>
          <a:xfrm>
            <a:off x="10028089" y="3928195"/>
            <a:ext cx="757089" cy="757089"/>
          </a:xfrm>
          <a:prstGeom prst="roundRect">
            <a:avLst>
              <a:gd name="adj" fmla="val 1690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3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배열표의 빈칸</a:t>
            </a:r>
            <a:endParaRPr lang="ko-KR" sz="4400" dirty="0"/>
          </a:p>
        </p:txBody>
      </p:sp>
      <p:sp>
        <p:nvSpPr>
          <p:cNvPr id="3" name="S09-card1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1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→는 1씩, ↓는 10씩 커져요. ?에 알맞은 수는?</a:t>
            </a:r>
            <a:endParaRPr lang="ko-KR" sz="3200" dirty="0"/>
          </a:p>
        </p:txBody>
      </p:sp>
      <p:sp>
        <p:nvSpPr>
          <p:cNvPr id="5" name="S09-tile169"/>
          <p:cNvSpPr txBox="1"/>
          <p:nvPr/>
        </p:nvSpPr>
        <p:spPr>
          <a:xfrm>
            <a:off x="548640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</a:t>
            </a:r>
            <a:endParaRPr lang="ko-KR" sz="4000" dirty="0"/>
          </a:p>
        </p:txBody>
      </p:sp>
      <p:sp>
        <p:nvSpPr>
          <p:cNvPr id="6" name="S09-tile170"/>
          <p:cNvSpPr txBox="1"/>
          <p:nvPr/>
        </p:nvSpPr>
        <p:spPr>
          <a:xfrm>
            <a:off x="1677924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ko-KR" sz="4000" dirty="0"/>
          </a:p>
        </p:txBody>
      </p:sp>
      <p:sp>
        <p:nvSpPr>
          <p:cNvPr id="7" name="S09-tile171"/>
          <p:cNvSpPr txBox="1"/>
          <p:nvPr/>
        </p:nvSpPr>
        <p:spPr>
          <a:xfrm>
            <a:off x="2807208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</a:t>
            </a:r>
            <a:endParaRPr lang="ko-KR" sz="4000" dirty="0"/>
          </a:p>
        </p:txBody>
      </p:sp>
      <p:sp>
        <p:nvSpPr>
          <p:cNvPr id="8" name="S09-tile172"/>
          <p:cNvSpPr txBox="1"/>
          <p:nvPr/>
        </p:nvSpPr>
        <p:spPr>
          <a:xfrm>
            <a:off x="3936492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4000" dirty="0"/>
          </a:p>
        </p:txBody>
      </p:sp>
      <p:sp>
        <p:nvSpPr>
          <p:cNvPr id="9" name="S09-tile173"/>
          <p:cNvSpPr txBox="1"/>
          <p:nvPr/>
        </p:nvSpPr>
        <p:spPr>
          <a:xfrm>
            <a:off x="5065776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</a:t>
            </a:r>
            <a:endParaRPr lang="ko-KR" sz="4000" dirty="0"/>
          </a:p>
        </p:txBody>
      </p:sp>
      <p:sp>
        <p:nvSpPr>
          <p:cNvPr id="10" name="S09-tile174"/>
          <p:cNvSpPr txBox="1"/>
          <p:nvPr/>
        </p:nvSpPr>
        <p:spPr>
          <a:xfrm>
            <a:off x="6195060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1" name="S09-tile175"/>
          <p:cNvSpPr txBox="1"/>
          <p:nvPr/>
        </p:nvSpPr>
        <p:spPr>
          <a:xfrm>
            <a:off x="7324344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</a:t>
            </a:r>
            <a:endParaRPr lang="ko-KR" sz="4000" dirty="0"/>
          </a:p>
        </p:txBody>
      </p:sp>
      <p:sp>
        <p:nvSpPr>
          <p:cNvPr id="12" name="S09-tile176"/>
          <p:cNvSpPr txBox="1"/>
          <p:nvPr/>
        </p:nvSpPr>
        <p:spPr>
          <a:xfrm>
            <a:off x="8453628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</a:t>
            </a:r>
            <a:endParaRPr lang="ko-KR" sz="4000" dirty="0"/>
          </a:p>
        </p:txBody>
      </p:sp>
      <p:sp>
        <p:nvSpPr>
          <p:cNvPr id="13" name="S09-tile177"/>
          <p:cNvSpPr txBox="1"/>
          <p:nvPr/>
        </p:nvSpPr>
        <p:spPr>
          <a:xfrm>
            <a:off x="9582912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</a:t>
            </a:r>
            <a:endParaRPr lang="ko-KR" sz="4000" dirty="0"/>
          </a:p>
        </p:txBody>
      </p:sp>
      <p:sp>
        <p:nvSpPr>
          <p:cNvPr id="14" name="S09-tile178"/>
          <p:cNvSpPr txBox="1"/>
          <p:nvPr/>
        </p:nvSpPr>
        <p:spPr>
          <a:xfrm>
            <a:off x="10712196" y="1629918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4000" dirty="0"/>
          </a:p>
        </p:txBody>
      </p:sp>
      <p:sp>
        <p:nvSpPr>
          <p:cNvPr id="15" name="S09-tile179"/>
          <p:cNvSpPr txBox="1"/>
          <p:nvPr/>
        </p:nvSpPr>
        <p:spPr>
          <a:xfrm>
            <a:off x="548640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</a:t>
            </a:r>
            <a:endParaRPr lang="ko-KR" sz="4000" dirty="0"/>
          </a:p>
        </p:txBody>
      </p:sp>
      <p:sp>
        <p:nvSpPr>
          <p:cNvPr id="16" name="S09-tile180"/>
          <p:cNvSpPr txBox="1"/>
          <p:nvPr/>
        </p:nvSpPr>
        <p:spPr>
          <a:xfrm>
            <a:off x="1677924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</a:t>
            </a:r>
            <a:endParaRPr lang="ko-KR" sz="4000" dirty="0"/>
          </a:p>
        </p:txBody>
      </p:sp>
      <p:sp>
        <p:nvSpPr>
          <p:cNvPr id="17" name="S09-tile181"/>
          <p:cNvSpPr txBox="1"/>
          <p:nvPr/>
        </p:nvSpPr>
        <p:spPr>
          <a:xfrm>
            <a:off x="2807208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8" name="S09-tile182"/>
          <p:cNvSpPr txBox="1"/>
          <p:nvPr/>
        </p:nvSpPr>
        <p:spPr>
          <a:xfrm>
            <a:off x="3936492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</a:t>
            </a:r>
            <a:endParaRPr lang="ko-KR" sz="4000" dirty="0"/>
          </a:p>
        </p:txBody>
      </p:sp>
      <p:sp>
        <p:nvSpPr>
          <p:cNvPr id="19" name="S09-tile183"/>
          <p:cNvSpPr txBox="1"/>
          <p:nvPr/>
        </p:nvSpPr>
        <p:spPr>
          <a:xfrm>
            <a:off x="5065776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</a:t>
            </a:r>
            <a:endParaRPr lang="ko-KR" sz="4000" dirty="0"/>
          </a:p>
        </p:txBody>
      </p:sp>
      <p:sp>
        <p:nvSpPr>
          <p:cNvPr id="20" name="S09-tile184"/>
          <p:cNvSpPr txBox="1"/>
          <p:nvPr/>
        </p:nvSpPr>
        <p:spPr>
          <a:xfrm>
            <a:off x="6195060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</a:t>
            </a:r>
            <a:endParaRPr lang="ko-KR" sz="4000" dirty="0"/>
          </a:p>
        </p:txBody>
      </p:sp>
      <p:sp>
        <p:nvSpPr>
          <p:cNvPr id="21" name="S09-tile185"/>
          <p:cNvSpPr txBox="1"/>
          <p:nvPr/>
        </p:nvSpPr>
        <p:spPr>
          <a:xfrm>
            <a:off x="7324344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</a:t>
            </a:r>
            <a:endParaRPr lang="ko-KR" sz="4000" dirty="0"/>
          </a:p>
        </p:txBody>
      </p:sp>
      <p:sp>
        <p:nvSpPr>
          <p:cNvPr id="22" name="S09-tile186"/>
          <p:cNvSpPr txBox="1"/>
          <p:nvPr/>
        </p:nvSpPr>
        <p:spPr>
          <a:xfrm>
            <a:off x="8453628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</a:t>
            </a:r>
            <a:endParaRPr lang="ko-KR" sz="4000" dirty="0"/>
          </a:p>
        </p:txBody>
      </p:sp>
      <p:sp>
        <p:nvSpPr>
          <p:cNvPr id="23" name="S09-tile187"/>
          <p:cNvSpPr txBox="1"/>
          <p:nvPr/>
        </p:nvSpPr>
        <p:spPr>
          <a:xfrm>
            <a:off x="9582912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</a:t>
            </a:r>
            <a:endParaRPr lang="ko-KR" sz="4000" dirty="0"/>
          </a:p>
        </p:txBody>
      </p:sp>
      <p:sp>
        <p:nvSpPr>
          <p:cNvPr id="24" name="S09-tile188"/>
          <p:cNvSpPr txBox="1"/>
          <p:nvPr/>
        </p:nvSpPr>
        <p:spPr>
          <a:xfrm>
            <a:off x="10712196" y="2759202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25" name="S09-tile189"/>
          <p:cNvSpPr txBox="1"/>
          <p:nvPr/>
        </p:nvSpPr>
        <p:spPr>
          <a:xfrm>
            <a:off x="548640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</a:t>
            </a:r>
            <a:endParaRPr lang="ko-KR" sz="4000" dirty="0"/>
          </a:p>
        </p:txBody>
      </p:sp>
      <p:sp>
        <p:nvSpPr>
          <p:cNvPr id="26" name="S09-tile190"/>
          <p:cNvSpPr txBox="1"/>
          <p:nvPr/>
        </p:nvSpPr>
        <p:spPr>
          <a:xfrm>
            <a:off x="1677924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</a:t>
            </a:r>
            <a:endParaRPr lang="ko-KR" sz="4000" dirty="0"/>
          </a:p>
        </p:txBody>
      </p:sp>
      <p:sp>
        <p:nvSpPr>
          <p:cNvPr id="27" name="S09-tile191"/>
          <p:cNvSpPr txBox="1"/>
          <p:nvPr/>
        </p:nvSpPr>
        <p:spPr>
          <a:xfrm>
            <a:off x="2807208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</a:t>
            </a:r>
            <a:endParaRPr lang="ko-KR" sz="4000" dirty="0"/>
          </a:p>
        </p:txBody>
      </p:sp>
      <p:sp>
        <p:nvSpPr>
          <p:cNvPr id="28" name="S09-tile192"/>
          <p:cNvSpPr txBox="1"/>
          <p:nvPr/>
        </p:nvSpPr>
        <p:spPr>
          <a:xfrm>
            <a:off x="3936492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</a:t>
            </a:r>
            <a:endParaRPr lang="ko-KR" sz="4000" dirty="0"/>
          </a:p>
        </p:txBody>
      </p:sp>
      <p:sp>
        <p:nvSpPr>
          <p:cNvPr id="29" name="S09-tile193"/>
          <p:cNvSpPr txBox="1"/>
          <p:nvPr/>
        </p:nvSpPr>
        <p:spPr>
          <a:xfrm>
            <a:off x="5065776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</a:t>
            </a:r>
            <a:endParaRPr lang="ko-KR" sz="4000" dirty="0"/>
          </a:p>
        </p:txBody>
      </p:sp>
      <p:sp>
        <p:nvSpPr>
          <p:cNvPr id="30" name="S09-tile194"/>
          <p:cNvSpPr txBox="1"/>
          <p:nvPr/>
        </p:nvSpPr>
        <p:spPr>
          <a:xfrm>
            <a:off x="6195060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</a:t>
            </a:r>
            <a:endParaRPr lang="ko-KR" sz="4000" dirty="0"/>
          </a:p>
        </p:txBody>
      </p:sp>
      <p:sp>
        <p:nvSpPr>
          <p:cNvPr id="31" name="S09-tile195"/>
          <p:cNvSpPr txBox="1"/>
          <p:nvPr/>
        </p:nvSpPr>
        <p:spPr>
          <a:xfrm>
            <a:off x="7324344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</a:t>
            </a:r>
            <a:endParaRPr lang="ko-KR" sz="4000" dirty="0"/>
          </a:p>
        </p:txBody>
      </p:sp>
      <p:sp>
        <p:nvSpPr>
          <p:cNvPr id="32" name="S09-tile196"/>
          <p:cNvSpPr txBox="1"/>
          <p:nvPr/>
        </p:nvSpPr>
        <p:spPr>
          <a:xfrm>
            <a:off x="8453628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33" name="S09-tile197"/>
          <p:cNvSpPr txBox="1"/>
          <p:nvPr/>
        </p:nvSpPr>
        <p:spPr>
          <a:xfrm>
            <a:off x="9582912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</a:t>
            </a:r>
            <a:endParaRPr lang="ko-KR" sz="4000" dirty="0"/>
          </a:p>
        </p:txBody>
      </p:sp>
      <p:sp>
        <p:nvSpPr>
          <p:cNvPr id="34" name="S09-tile198"/>
          <p:cNvSpPr txBox="1"/>
          <p:nvPr/>
        </p:nvSpPr>
        <p:spPr>
          <a:xfrm>
            <a:off x="10712196" y="3888486"/>
            <a:ext cx="928116" cy="92811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card19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20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?에 알맞은 수는?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수 배열표에서 47 바로 아래 수는?</a:t>
            </a:r>
            <a:endParaRPr lang="ko-KR" sz="3200" dirty="0"/>
          </a:p>
        </p:txBody>
      </p:sp>
      <p:sp>
        <p:nvSpPr>
          <p:cNvPr id="5" name="S10-tile201"/>
          <p:cNvSpPr txBox="1"/>
          <p:nvPr/>
        </p:nvSpPr>
        <p:spPr>
          <a:xfrm>
            <a:off x="1476756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5900" dirty="0"/>
          </a:p>
        </p:txBody>
      </p:sp>
      <p:sp>
        <p:nvSpPr>
          <p:cNvPr id="6" name="S10-tile202"/>
          <p:cNvSpPr txBox="1"/>
          <p:nvPr/>
        </p:nvSpPr>
        <p:spPr>
          <a:xfrm>
            <a:off x="3049524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5900" dirty="0"/>
          </a:p>
        </p:txBody>
      </p:sp>
      <p:sp>
        <p:nvSpPr>
          <p:cNvPr id="7" name="S10-tile203"/>
          <p:cNvSpPr txBox="1"/>
          <p:nvPr/>
        </p:nvSpPr>
        <p:spPr>
          <a:xfrm>
            <a:off x="4622292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5900" dirty="0"/>
          </a:p>
        </p:txBody>
      </p:sp>
      <p:sp>
        <p:nvSpPr>
          <p:cNvPr id="8" name="S10-tile204"/>
          <p:cNvSpPr txBox="1"/>
          <p:nvPr/>
        </p:nvSpPr>
        <p:spPr>
          <a:xfrm>
            <a:off x="6195060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5900" dirty="0"/>
          </a:p>
        </p:txBody>
      </p:sp>
      <p:sp>
        <p:nvSpPr>
          <p:cNvPr id="9" name="S10-tile205"/>
          <p:cNvSpPr txBox="1"/>
          <p:nvPr/>
        </p:nvSpPr>
        <p:spPr>
          <a:xfrm>
            <a:off x="7767828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0" name="S10-tile206"/>
          <p:cNvSpPr txBox="1"/>
          <p:nvPr/>
        </p:nvSpPr>
        <p:spPr>
          <a:xfrm>
            <a:off x="9340596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5900" dirty="0"/>
          </a:p>
        </p:txBody>
      </p:sp>
      <p:sp>
        <p:nvSpPr>
          <p:cNvPr id="11" name="S10-tile207"/>
          <p:cNvSpPr txBox="1"/>
          <p:nvPr/>
        </p:nvSpPr>
        <p:spPr>
          <a:xfrm>
            <a:off x="1476756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5900" dirty="0"/>
          </a:p>
        </p:txBody>
      </p:sp>
      <p:sp>
        <p:nvSpPr>
          <p:cNvPr id="12" name="S10-tile208"/>
          <p:cNvSpPr txBox="1"/>
          <p:nvPr/>
        </p:nvSpPr>
        <p:spPr>
          <a:xfrm>
            <a:off x="3049524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5900" dirty="0"/>
          </a:p>
        </p:txBody>
      </p:sp>
      <p:sp>
        <p:nvSpPr>
          <p:cNvPr id="13" name="S10-tile209"/>
          <p:cNvSpPr txBox="1"/>
          <p:nvPr/>
        </p:nvSpPr>
        <p:spPr>
          <a:xfrm>
            <a:off x="4622292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5900" dirty="0"/>
          </a:p>
        </p:txBody>
      </p:sp>
      <p:sp>
        <p:nvSpPr>
          <p:cNvPr id="14" name="S10-tile210"/>
          <p:cNvSpPr txBox="1"/>
          <p:nvPr/>
        </p:nvSpPr>
        <p:spPr>
          <a:xfrm>
            <a:off x="6195060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5900" dirty="0"/>
          </a:p>
        </p:txBody>
      </p:sp>
      <p:sp>
        <p:nvSpPr>
          <p:cNvPr id="15" name="S10-tile211"/>
          <p:cNvSpPr txBox="1"/>
          <p:nvPr/>
        </p:nvSpPr>
        <p:spPr>
          <a:xfrm>
            <a:off x="7767828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6" name="S10-tile212"/>
          <p:cNvSpPr txBox="1"/>
          <p:nvPr/>
        </p:nvSpPr>
        <p:spPr>
          <a:xfrm>
            <a:off x="9340596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213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14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틀리면 규칙(몇씩)을 먼저 말하게 한 뒤 다시 채우게 하세요.</a:t>
            </a:r>
            <a:endParaRPr lang="ko-KR" sz="3200" dirty="0"/>
          </a:p>
        </p:txBody>
      </p:sp>
      <p:sp>
        <p:nvSpPr>
          <p:cNvPr id="5" name="S11-chip21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216"/>
          <p:cNvSpPr txBox="1"/>
          <p:nvPr/>
        </p:nvSpPr>
        <p:spPr>
          <a:xfrm>
            <a:off x="548640" y="2057400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</a:t>
            </a:r>
            <a:endParaRPr lang="ko-KR" sz="3200" dirty="0"/>
          </a:p>
        </p:txBody>
      </p:sp>
      <p:sp>
        <p:nvSpPr>
          <p:cNvPr id="7" name="S11-text217"/>
          <p:cNvSpPr txBox="1"/>
          <p:nvPr/>
        </p:nvSpPr>
        <p:spPr>
          <a:xfrm>
            <a:off x="3367278" y="2057400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커짐</a:t>
            </a:r>
            <a:endParaRPr lang="ko-KR" sz="2600" dirty="0"/>
          </a:p>
        </p:txBody>
      </p:sp>
      <p:sp>
        <p:nvSpPr>
          <p:cNvPr id="8" name="S11-text218"/>
          <p:cNvSpPr txBox="1"/>
          <p:nvPr/>
        </p:nvSpPr>
        <p:spPr>
          <a:xfrm>
            <a:off x="548640" y="2973493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</a:t>
            </a:r>
            <a:endParaRPr lang="ko-KR" sz="3200" dirty="0"/>
          </a:p>
        </p:txBody>
      </p:sp>
      <p:sp>
        <p:nvSpPr>
          <p:cNvPr id="9" name="S11-text219"/>
          <p:cNvSpPr txBox="1"/>
          <p:nvPr/>
        </p:nvSpPr>
        <p:spPr>
          <a:xfrm>
            <a:off x="3367278" y="2973493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10씩 작아짐</a:t>
            </a:r>
            <a:endParaRPr lang="ko-KR" sz="2600" dirty="0"/>
          </a:p>
        </p:txBody>
      </p:sp>
      <p:sp>
        <p:nvSpPr>
          <p:cNvPr id="10" name="S11-text220"/>
          <p:cNvSpPr txBox="1"/>
          <p:nvPr/>
        </p:nvSpPr>
        <p:spPr>
          <a:xfrm>
            <a:off x="548640" y="3889587"/>
            <a:ext cx="268147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57</a:t>
            </a:r>
            <a:endParaRPr lang="ko-KR" sz="3200" dirty="0"/>
          </a:p>
        </p:txBody>
      </p:sp>
      <p:sp>
        <p:nvSpPr>
          <p:cNvPr id="11" name="S11-text221"/>
          <p:cNvSpPr txBox="1"/>
          <p:nvPr/>
        </p:nvSpPr>
        <p:spPr>
          <a:xfrm>
            <a:off x="3367278" y="3889587"/>
            <a:ext cx="2544318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10씩 커짐</a:t>
            </a:r>
            <a:endParaRPr lang="ko-KR" sz="2600" dirty="0"/>
          </a:p>
        </p:txBody>
      </p:sp>
      <p:sp>
        <p:nvSpPr>
          <p:cNvPr id="12" name="S11-chip22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22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9</a:t>
            </a:r>
            <a:endParaRPr lang="ko-KR" sz="3200" dirty="0"/>
          </a:p>
        </p:txBody>
      </p:sp>
      <p:sp>
        <p:nvSpPr>
          <p:cNvPr id="14" name="S11-text22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1씩으로 봄</a:t>
            </a:r>
            <a:endParaRPr lang="ko-KR" sz="2600" dirty="0"/>
          </a:p>
        </p:txBody>
      </p:sp>
      <p:sp>
        <p:nvSpPr>
          <p:cNvPr id="15" name="S11-text22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48</a:t>
            </a:r>
            <a:endParaRPr lang="ko-KR" sz="3200" dirty="0"/>
          </a:p>
        </p:txBody>
      </p:sp>
      <p:sp>
        <p:nvSpPr>
          <p:cNvPr id="16" name="S11-text22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↓를 1씩으로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 바로 왼쪽의 수는?</a:t>
            </a:r>
            <a:endParaRPr lang="ko-KR" sz="4400" dirty="0"/>
          </a:p>
        </p:txBody>
      </p:sp>
      <p:sp>
        <p:nvSpPr>
          <p:cNvPr id="3" name="S12-text2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배열표를 떠올려 봐요.</a:t>
            </a:r>
            <a:endParaRPr lang="ko-KR" sz="3200" dirty="0"/>
          </a:p>
        </p:txBody>
      </p:sp>
      <p:sp>
        <p:nvSpPr>
          <p:cNvPr id="4" name="S12-card2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2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23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23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23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</a:t>
            </a:r>
            <a:endParaRPr lang="ko-KR" sz="3200" dirty="0"/>
          </a:p>
        </p:txBody>
      </p:sp>
      <p:sp>
        <p:nvSpPr>
          <p:cNvPr id="9" name="S12-chip23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23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23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</a:t>
            </a:r>
            <a:endParaRPr lang="ko-KR" sz="3200" dirty="0"/>
          </a:p>
        </p:txBody>
      </p:sp>
      <p:sp>
        <p:nvSpPr>
          <p:cNvPr id="12" name="S12-chip23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23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23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23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4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이웃한 수를 비교해 몇씩 커지는지 먼저 찾아요.</a:t>
            </a:r>
            <a:endParaRPr lang="ko-KR" sz="3200" dirty="0"/>
          </a:p>
        </p:txBody>
      </p:sp>
      <p:sp>
        <p:nvSpPr>
          <p:cNvPr id="5" name="S13-chip24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규칙 먼저 말하기</a:t>
            </a:r>
            <a:endParaRPr lang="ko-KR" sz="2600" dirty="0"/>
          </a:p>
        </p:txBody>
      </p:sp>
      <p:sp>
        <p:nvSpPr>
          <p:cNvPr id="6" name="S13-chip24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무조건 1 큰 수 쓰기</a:t>
            </a:r>
            <a:endParaRPr lang="ko-KR" sz="2600" dirty="0"/>
          </a:p>
        </p:txBody>
      </p:sp>
      <p:sp>
        <p:nvSpPr>
          <p:cNvPr id="7" name="S13-text24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24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5, 7, 9, □</a:t>
            </a:r>
            <a:endParaRPr lang="ko-KR" sz="2600" dirty="0"/>
          </a:p>
        </p:txBody>
      </p:sp>
      <p:sp>
        <p:nvSpPr>
          <p:cNvPr id="9" name="S13-text24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20, 30, 40, □</a:t>
            </a:r>
            <a:endParaRPr lang="ko-KR" sz="2600" dirty="0"/>
          </a:p>
        </p:txBody>
      </p:sp>
      <p:sp>
        <p:nvSpPr>
          <p:cNvPr id="10" name="S13-text24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38 바로 아래 수는?</a:t>
            </a:r>
            <a:endParaRPr lang="ko-KR" sz="2600" dirty="0"/>
          </a:p>
        </p:txBody>
      </p:sp>
      <p:sp>
        <p:nvSpPr>
          <p:cNvPr id="11" name="S13-text24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자리 수(2학년)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묶음과 낱개</a:t>
            </a:r>
            <a:endParaRPr lang="ko-KR" sz="4400" dirty="0"/>
          </a:p>
        </p:txBody>
      </p:sp>
      <p:sp>
        <p:nvSpPr>
          <p:cNvPr id="3" name="S14-card2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2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낱개가 하나 늘면 1 큰 수, 묶음이 하나 늘면 10 큰 수예요.</a:t>
            </a:r>
            <a:endParaRPr lang="ko-KR" sz="3200" dirty="0"/>
          </a:p>
        </p:txBody>
      </p:sp>
      <p:sp>
        <p:nvSpPr>
          <p:cNvPr id="5" name="S14-rod250"/>
          <p:cNvSpPr/>
          <p:nvPr/>
        </p:nvSpPr>
        <p:spPr>
          <a:xfrm>
            <a:off x="1453896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4-line251"/>
          <p:cNvSpPr/>
          <p:nvPr/>
        </p:nvSpPr>
        <p:spPr>
          <a:xfrm>
            <a:off x="1453896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14-line252"/>
          <p:cNvSpPr/>
          <p:nvPr/>
        </p:nvSpPr>
        <p:spPr>
          <a:xfrm>
            <a:off x="1453896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4-line253"/>
          <p:cNvSpPr/>
          <p:nvPr/>
        </p:nvSpPr>
        <p:spPr>
          <a:xfrm>
            <a:off x="1453896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4-line254"/>
          <p:cNvSpPr/>
          <p:nvPr/>
        </p:nvSpPr>
        <p:spPr>
          <a:xfrm>
            <a:off x="1453896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4-line255"/>
          <p:cNvSpPr/>
          <p:nvPr/>
        </p:nvSpPr>
        <p:spPr>
          <a:xfrm>
            <a:off x="1453896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4-line256"/>
          <p:cNvSpPr/>
          <p:nvPr/>
        </p:nvSpPr>
        <p:spPr>
          <a:xfrm>
            <a:off x="1453896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4-line257"/>
          <p:cNvSpPr/>
          <p:nvPr/>
        </p:nvSpPr>
        <p:spPr>
          <a:xfrm>
            <a:off x="1453896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4-line258"/>
          <p:cNvSpPr/>
          <p:nvPr/>
        </p:nvSpPr>
        <p:spPr>
          <a:xfrm>
            <a:off x="1453896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4-line259"/>
          <p:cNvSpPr/>
          <p:nvPr/>
        </p:nvSpPr>
        <p:spPr>
          <a:xfrm>
            <a:off x="1453896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4-rod260"/>
          <p:cNvSpPr/>
          <p:nvPr/>
        </p:nvSpPr>
        <p:spPr>
          <a:xfrm>
            <a:off x="1892808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4-line261"/>
          <p:cNvSpPr/>
          <p:nvPr/>
        </p:nvSpPr>
        <p:spPr>
          <a:xfrm>
            <a:off x="1892808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4-line262"/>
          <p:cNvSpPr/>
          <p:nvPr/>
        </p:nvSpPr>
        <p:spPr>
          <a:xfrm>
            <a:off x="1892808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4-line263"/>
          <p:cNvSpPr/>
          <p:nvPr/>
        </p:nvSpPr>
        <p:spPr>
          <a:xfrm>
            <a:off x="1892808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4-line264"/>
          <p:cNvSpPr/>
          <p:nvPr/>
        </p:nvSpPr>
        <p:spPr>
          <a:xfrm>
            <a:off x="1892808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4-line265"/>
          <p:cNvSpPr/>
          <p:nvPr/>
        </p:nvSpPr>
        <p:spPr>
          <a:xfrm>
            <a:off x="1892808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4-line266"/>
          <p:cNvSpPr/>
          <p:nvPr/>
        </p:nvSpPr>
        <p:spPr>
          <a:xfrm>
            <a:off x="1892808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4-line267"/>
          <p:cNvSpPr/>
          <p:nvPr/>
        </p:nvSpPr>
        <p:spPr>
          <a:xfrm>
            <a:off x="1892808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4-line268"/>
          <p:cNvSpPr/>
          <p:nvPr/>
        </p:nvSpPr>
        <p:spPr>
          <a:xfrm>
            <a:off x="1892808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4-line269"/>
          <p:cNvSpPr/>
          <p:nvPr/>
        </p:nvSpPr>
        <p:spPr>
          <a:xfrm>
            <a:off x="1892808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4-rod270"/>
          <p:cNvSpPr/>
          <p:nvPr/>
        </p:nvSpPr>
        <p:spPr>
          <a:xfrm>
            <a:off x="2331720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4-line271"/>
          <p:cNvSpPr/>
          <p:nvPr/>
        </p:nvSpPr>
        <p:spPr>
          <a:xfrm>
            <a:off x="2331720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4-line272"/>
          <p:cNvSpPr/>
          <p:nvPr/>
        </p:nvSpPr>
        <p:spPr>
          <a:xfrm>
            <a:off x="2331720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4-line273"/>
          <p:cNvSpPr/>
          <p:nvPr/>
        </p:nvSpPr>
        <p:spPr>
          <a:xfrm>
            <a:off x="2331720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4-line274"/>
          <p:cNvSpPr/>
          <p:nvPr/>
        </p:nvSpPr>
        <p:spPr>
          <a:xfrm>
            <a:off x="2331720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4-line275"/>
          <p:cNvSpPr/>
          <p:nvPr/>
        </p:nvSpPr>
        <p:spPr>
          <a:xfrm>
            <a:off x="2331720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4-line276"/>
          <p:cNvSpPr/>
          <p:nvPr/>
        </p:nvSpPr>
        <p:spPr>
          <a:xfrm>
            <a:off x="2331720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4-line277"/>
          <p:cNvSpPr/>
          <p:nvPr/>
        </p:nvSpPr>
        <p:spPr>
          <a:xfrm>
            <a:off x="2331720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4-line278"/>
          <p:cNvSpPr/>
          <p:nvPr/>
        </p:nvSpPr>
        <p:spPr>
          <a:xfrm>
            <a:off x="2331720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4-line279"/>
          <p:cNvSpPr/>
          <p:nvPr/>
        </p:nvSpPr>
        <p:spPr>
          <a:xfrm>
            <a:off x="2331720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4-unit280"/>
          <p:cNvSpPr/>
          <p:nvPr/>
        </p:nvSpPr>
        <p:spPr>
          <a:xfrm>
            <a:off x="2770632" y="39924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4-unit281"/>
          <p:cNvSpPr/>
          <p:nvPr/>
        </p:nvSpPr>
        <p:spPr>
          <a:xfrm>
            <a:off x="2770632" y="36495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4-unit282"/>
          <p:cNvSpPr/>
          <p:nvPr/>
        </p:nvSpPr>
        <p:spPr>
          <a:xfrm>
            <a:off x="2770632" y="33066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4-unit283"/>
          <p:cNvSpPr/>
          <p:nvPr/>
        </p:nvSpPr>
        <p:spPr>
          <a:xfrm>
            <a:off x="2770632" y="29637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4-figure284" descr="수 모형: 10개씩 묶음 3개, 낱개 4개(34)"/>
          <p:cNvSpPr/>
          <p:nvPr/>
        </p:nvSpPr>
        <p:spPr>
          <a:xfrm>
            <a:off x="548640" y="1592199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14-label285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ko-KR" sz="2600" dirty="0"/>
          </a:p>
        </p:txBody>
      </p:sp>
      <p:sp>
        <p:nvSpPr>
          <p:cNvPr id="41" name="S14-rod286"/>
          <p:cNvSpPr/>
          <p:nvPr/>
        </p:nvSpPr>
        <p:spPr>
          <a:xfrm>
            <a:off x="5257800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4-line287"/>
          <p:cNvSpPr/>
          <p:nvPr/>
        </p:nvSpPr>
        <p:spPr>
          <a:xfrm>
            <a:off x="5257800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4-line288"/>
          <p:cNvSpPr/>
          <p:nvPr/>
        </p:nvSpPr>
        <p:spPr>
          <a:xfrm>
            <a:off x="5257800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4-line289"/>
          <p:cNvSpPr/>
          <p:nvPr/>
        </p:nvSpPr>
        <p:spPr>
          <a:xfrm>
            <a:off x="5257800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4-line290"/>
          <p:cNvSpPr/>
          <p:nvPr/>
        </p:nvSpPr>
        <p:spPr>
          <a:xfrm>
            <a:off x="5257800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4-line291"/>
          <p:cNvSpPr/>
          <p:nvPr/>
        </p:nvSpPr>
        <p:spPr>
          <a:xfrm>
            <a:off x="5257800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4-line292"/>
          <p:cNvSpPr/>
          <p:nvPr/>
        </p:nvSpPr>
        <p:spPr>
          <a:xfrm>
            <a:off x="5257800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4-line293"/>
          <p:cNvSpPr/>
          <p:nvPr/>
        </p:nvSpPr>
        <p:spPr>
          <a:xfrm>
            <a:off x="5257800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4-line294"/>
          <p:cNvSpPr/>
          <p:nvPr/>
        </p:nvSpPr>
        <p:spPr>
          <a:xfrm>
            <a:off x="5257800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4-line295"/>
          <p:cNvSpPr/>
          <p:nvPr/>
        </p:nvSpPr>
        <p:spPr>
          <a:xfrm>
            <a:off x="5257800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4-rod296"/>
          <p:cNvSpPr/>
          <p:nvPr/>
        </p:nvSpPr>
        <p:spPr>
          <a:xfrm>
            <a:off x="5696712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4-line297"/>
          <p:cNvSpPr/>
          <p:nvPr/>
        </p:nvSpPr>
        <p:spPr>
          <a:xfrm>
            <a:off x="5696712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4-line298"/>
          <p:cNvSpPr/>
          <p:nvPr/>
        </p:nvSpPr>
        <p:spPr>
          <a:xfrm>
            <a:off x="5696712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4-line299"/>
          <p:cNvSpPr/>
          <p:nvPr/>
        </p:nvSpPr>
        <p:spPr>
          <a:xfrm>
            <a:off x="5696712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4-line300"/>
          <p:cNvSpPr/>
          <p:nvPr/>
        </p:nvSpPr>
        <p:spPr>
          <a:xfrm>
            <a:off x="5696712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4-line301"/>
          <p:cNvSpPr/>
          <p:nvPr/>
        </p:nvSpPr>
        <p:spPr>
          <a:xfrm>
            <a:off x="5696712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4-line302"/>
          <p:cNvSpPr/>
          <p:nvPr/>
        </p:nvSpPr>
        <p:spPr>
          <a:xfrm>
            <a:off x="5696712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4-line303"/>
          <p:cNvSpPr/>
          <p:nvPr/>
        </p:nvSpPr>
        <p:spPr>
          <a:xfrm>
            <a:off x="5696712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4-line304"/>
          <p:cNvSpPr/>
          <p:nvPr/>
        </p:nvSpPr>
        <p:spPr>
          <a:xfrm>
            <a:off x="5696712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4-line305"/>
          <p:cNvSpPr/>
          <p:nvPr/>
        </p:nvSpPr>
        <p:spPr>
          <a:xfrm>
            <a:off x="5696712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4-rod306"/>
          <p:cNvSpPr/>
          <p:nvPr/>
        </p:nvSpPr>
        <p:spPr>
          <a:xfrm>
            <a:off x="6135624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14-line307"/>
          <p:cNvSpPr/>
          <p:nvPr/>
        </p:nvSpPr>
        <p:spPr>
          <a:xfrm>
            <a:off x="6135624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4-line308"/>
          <p:cNvSpPr/>
          <p:nvPr/>
        </p:nvSpPr>
        <p:spPr>
          <a:xfrm>
            <a:off x="6135624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4-line309"/>
          <p:cNvSpPr/>
          <p:nvPr/>
        </p:nvSpPr>
        <p:spPr>
          <a:xfrm>
            <a:off x="6135624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4-line310"/>
          <p:cNvSpPr/>
          <p:nvPr/>
        </p:nvSpPr>
        <p:spPr>
          <a:xfrm>
            <a:off x="6135624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4-line311"/>
          <p:cNvSpPr/>
          <p:nvPr/>
        </p:nvSpPr>
        <p:spPr>
          <a:xfrm>
            <a:off x="6135624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4-line312"/>
          <p:cNvSpPr/>
          <p:nvPr/>
        </p:nvSpPr>
        <p:spPr>
          <a:xfrm>
            <a:off x="6135624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4-line313"/>
          <p:cNvSpPr/>
          <p:nvPr/>
        </p:nvSpPr>
        <p:spPr>
          <a:xfrm>
            <a:off x="6135624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4-line314"/>
          <p:cNvSpPr/>
          <p:nvPr/>
        </p:nvSpPr>
        <p:spPr>
          <a:xfrm>
            <a:off x="6135624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4-line315"/>
          <p:cNvSpPr/>
          <p:nvPr/>
        </p:nvSpPr>
        <p:spPr>
          <a:xfrm>
            <a:off x="6135624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4-unit316"/>
          <p:cNvSpPr/>
          <p:nvPr/>
        </p:nvSpPr>
        <p:spPr>
          <a:xfrm>
            <a:off x="6574536" y="39924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14-unit317"/>
          <p:cNvSpPr/>
          <p:nvPr/>
        </p:nvSpPr>
        <p:spPr>
          <a:xfrm>
            <a:off x="6574536" y="36495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14-unit318"/>
          <p:cNvSpPr/>
          <p:nvPr/>
        </p:nvSpPr>
        <p:spPr>
          <a:xfrm>
            <a:off x="6574536" y="33066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14-unit319"/>
          <p:cNvSpPr/>
          <p:nvPr/>
        </p:nvSpPr>
        <p:spPr>
          <a:xfrm>
            <a:off x="6574536" y="29637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14-unit320"/>
          <p:cNvSpPr/>
          <p:nvPr/>
        </p:nvSpPr>
        <p:spPr>
          <a:xfrm>
            <a:off x="6574536" y="26208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6" name="S14-figure321" descr="수 모형: 10개씩 묶음 3개, 낱개 5개(35)"/>
          <p:cNvSpPr/>
          <p:nvPr/>
        </p:nvSpPr>
        <p:spPr>
          <a:xfrm>
            <a:off x="4352544" y="1592199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14-label322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35(1 큰 수)</a:t>
            </a:r>
            <a:endParaRPr lang="ko-KR" sz="2600" dirty="0"/>
          </a:p>
        </p:txBody>
      </p:sp>
      <p:sp>
        <p:nvSpPr>
          <p:cNvPr id="78" name="S14-rod323"/>
          <p:cNvSpPr/>
          <p:nvPr/>
        </p:nvSpPr>
        <p:spPr>
          <a:xfrm>
            <a:off x="8842248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14-line324"/>
          <p:cNvSpPr/>
          <p:nvPr/>
        </p:nvSpPr>
        <p:spPr>
          <a:xfrm>
            <a:off x="8842248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4-line325"/>
          <p:cNvSpPr/>
          <p:nvPr/>
        </p:nvSpPr>
        <p:spPr>
          <a:xfrm>
            <a:off x="8842248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1" name="S14-line326"/>
          <p:cNvSpPr/>
          <p:nvPr/>
        </p:nvSpPr>
        <p:spPr>
          <a:xfrm>
            <a:off x="8842248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4-line327"/>
          <p:cNvSpPr/>
          <p:nvPr/>
        </p:nvSpPr>
        <p:spPr>
          <a:xfrm>
            <a:off x="8842248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4-line328"/>
          <p:cNvSpPr/>
          <p:nvPr/>
        </p:nvSpPr>
        <p:spPr>
          <a:xfrm>
            <a:off x="8842248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4-line329"/>
          <p:cNvSpPr/>
          <p:nvPr/>
        </p:nvSpPr>
        <p:spPr>
          <a:xfrm>
            <a:off x="8842248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4-line330"/>
          <p:cNvSpPr/>
          <p:nvPr/>
        </p:nvSpPr>
        <p:spPr>
          <a:xfrm>
            <a:off x="8842248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4-line331"/>
          <p:cNvSpPr/>
          <p:nvPr/>
        </p:nvSpPr>
        <p:spPr>
          <a:xfrm>
            <a:off x="8842248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4-line332"/>
          <p:cNvSpPr/>
          <p:nvPr/>
        </p:nvSpPr>
        <p:spPr>
          <a:xfrm>
            <a:off x="8842248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4-rod333"/>
          <p:cNvSpPr/>
          <p:nvPr/>
        </p:nvSpPr>
        <p:spPr>
          <a:xfrm>
            <a:off x="9281160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14-line334"/>
          <p:cNvSpPr/>
          <p:nvPr/>
        </p:nvSpPr>
        <p:spPr>
          <a:xfrm>
            <a:off x="9281160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4-line335"/>
          <p:cNvSpPr/>
          <p:nvPr/>
        </p:nvSpPr>
        <p:spPr>
          <a:xfrm>
            <a:off x="9281160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4-line336"/>
          <p:cNvSpPr/>
          <p:nvPr/>
        </p:nvSpPr>
        <p:spPr>
          <a:xfrm>
            <a:off x="9281160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4-line337"/>
          <p:cNvSpPr/>
          <p:nvPr/>
        </p:nvSpPr>
        <p:spPr>
          <a:xfrm>
            <a:off x="9281160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4-line338"/>
          <p:cNvSpPr/>
          <p:nvPr/>
        </p:nvSpPr>
        <p:spPr>
          <a:xfrm>
            <a:off x="9281160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4-line339"/>
          <p:cNvSpPr/>
          <p:nvPr/>
        </p:nvSpPr>
        <p:spPr>
          <a:xfrm>
            <a:off x="9281160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4-line340"/>
          <p:cNvSpPr/>
          <p:nvPr/>
        </p:nvSpPr>
        <p:spPr>
          <a:xfrm>
            <a:off x="9281160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4-line341"/>
          <p:cNvSpPr/>
          <p:nvPr/>
        </p:nvSpPr>
        <p:spPr>
          <a:xfrm>
            <a:off x="9281160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4-line342"/>
          <p:cNvSpPr/>
          <p:nvPr/>
        </p:nvSpPr>
        <p:spPr>
          <a:xfrm>
            <a:off x="9281160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4-rod343"/>
          <p:cNvSpPr/>
          <p:nvPr/>
        </p:nvSpPr>
        <p:spPr>
          <a:xfrm>
            <a:off x="9720072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9" name="S14-line344"/>
          <p:cNvSpPr/>
          <p:nvPr/>
        </p:nvSpPr>
        <p:spPr>
          <a:xfrm>
            <a:off x="9720072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4-line345"/>
          <p:cNvSpPr/>
          <p:nvPr/>
        </p:nvSpPr>
        <p:spPr>
          <a:xfrm>
            <a:off x="9720072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4-line346"/>
          <p:cNvSpPr/>
          <p:nvPr/>
        </p:nvSpPr>
        <p:spPr>
          <a:xfrm>
            <a:off x="9720072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4-line347"/>
          <p:cNvSpPr/>
          <p:nvPr/>
        </p:nvSpPr>
        <p:spPr>
          <a:xfrm>
            <a:off x="9720072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4-line348"/>
          <p:cNvSpPr/>
          <p:nvPr/>
        </p:nvSpPr>
        <p:spPr>
          <a:xfrm>
            <a:off x="9720072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4-line349"/>
          <p:cNvSpPr/>
          <p:nvPr/>
        </p:nvSpPr>
        <p:spPr>
          <a:xfrm>
            <a:off x="9720072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4-line350"/>
          <p:cNvSpPr/>
          <p:nvPr/>
        </p:nvSpPr>
        <p:spPr>
          <a:xfrm>
            <a:off x="9720072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4-line351"/>
          <p:cNvSpPr/>
          <p:nvPr/>
        </p:nvSpPr>
        <p:spPr>
          <a:xfrm>
            <a:off x="9720072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4-line352"/>
          <p:cNvSpPr/>
          <p:nvPr/>
        </p:nvSpPr>
        <p:spPr>
          <a:xfrm>
            <a:off x="9720072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4-rod353"/>
          <p:cNvSpPr/>
          <p:nvPr/>
        </p:nvSpPr>
        <p:spPr>
          <a:xfrm>
            <a:off x="10158984" y="1592199"/>
            <a:ext cx="274320" cy="274320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9" name="S14-line354"/>
          <p:cNvSpPr/>
          <p:nvPr/>
        </p:nvSpPr>
        <p:spPr>
          <a:xfrm>
            <a:off x="10158984" y="18665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4-line355"/>
          <p:cNvSpPr/>
          <p:nvPr/>
        </p:nvSpPr>
        <p:spPr>
          <a:xfrm>
            <a:off x="10158984" y="21408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4-line356"/>
          <p:cNvSpPr/>
          <p:nvPr/>
        </p:nvSpPr>
        <p:spPr>
          <a:xfrm>
            <a:off x="10158984" y="24151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4-line357"/>
          <p:cNvSpPr/>
          <p:nvPr/>
        </p:nvSpPr>
        <p:spPr>
          <a:xfrm>
            <a:off x="10158984" y="26894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4-line358"/>
          <p:cNvSpPr/>
          <p:nvPr/>
        </p:nvSpPr>
        <p:spPr>
          <a:xfrm>
            <a:off x="10158984" y="296379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4-line359"/>
          <p:cNvSpPr/>
          <p:nvPr/>
        </p:nvSpPr>
        <p:spPr>
          <a:xfrm>
            <a:off x="10158984" y="323811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4-line360"/>
          <p:cNvSpPr/>
          <p:nvPr/>
        </p:nvSpPr>
        <p:spPr>
          <a:xfrm>
            <a:off x="10158984" y="351243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4-line361"/>
          <p:cNvSpPr/>
          <p:nvPr/>
        </p:nvSpPr>
        <p:spPr>
          <a:xfrm>
            <a:off x="10158984" y="378675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4-line362"/>
          <p:cNvSpPr/>
          <p:nvPr/>
        </p:nvSpPr>
        <p:spPr>
          <a:xfrm>
            <a:off x="10158984" y="4061079"/>
            <a:ext cx="2743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4-unit363"/>
          <p:cNvSpPr/>
          <p:nvPr/>
        </p:nvSpPr>
        <p:spPr>
          <a:xfrm>
            <a:off x="10597896" y="39924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9" name="S14-unit364"/>
          <p:cNvSpPr/>
          <p:nvPr/>
        </p:nvSpPr>
        <p:spPr>
          <a:xfrm>
            <a:off x="10597896" y="36495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0" name="S14-unit365"/>
          <p:cNvSpPr/>
          <p:nvPr/>
        </p:nvSpPr>
        <p:spPr>
          <a:xfrm>
            <a:off x="10597896" y="33066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1" name="S14-unit366"/>
          <p:cNvSpPr/>
          <p:nvPr/>
        </p:nvSpPr>
        <p:spPr>
          <a:xfrm>
            <a:off x="10597896" y="2963799"/>
            <a:ext cx="274320" cy="27432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14-figure367" descr="수 모형: 10개씩 묶음 4개, 낱개 4개(44)"/>
          <p:cNvSpPr/>
          <p:nvPr/>
        </p:nvSpPr>
        <p:spPr>
          <a:xfrm>
            <a:off x="8156448" y="1592199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14-label368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44(10 큰 수)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수 배열의 규칙</dc:title>
  <dc:subject>KR22-G01-MAT-NUMPAT-L01</dc:subject>
  <dc:creator>education-ppt</dc:creator>
  <cp:lastModifiedBy>education-ppt</cp:lastModifiedBy>
  <cp:revision>1</cp:revision>
  <dcterms:created xsi:type="dcterms:W3CDTF">2026-10-26T07:13:34Z</dcterms:created>
  <dcterms:modified xsi:type="dcterms:W3CDTF">2026-10-26T07:13:34Z</dcterms:modified>
</cp:coreProperties>
</file>