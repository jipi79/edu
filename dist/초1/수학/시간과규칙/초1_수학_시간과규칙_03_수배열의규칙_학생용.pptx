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f70c109-b8eb-7ba7-1be3-27286adc6873}">
          <p14:sldIdLst>
            <p14:sldId id="256"/>
            <p14:sldId id="257"/>
          </p14:sldIdLst>
        </p14:section>
        <p14:section name="개념" id="{000ac4bd-1e3f-444f-e21e-19f64645a156}">
          <p14:sldIdLst>
            <p14:sldId id="258"/>
            <p14:sldId id="259"/>
            <p14:sldId id="262"/>
            <p14:sldId id="263"/>
          </p14:sldIdLst>
        </p14:section>
        <p14:section name="연습" id="{e9ac1203-9c49-2f5f-3994-f0e7510d464a}">
          <p14:sldIdLst>
            <p14:sldId id="260"/>
            <p14:sldId id="261"/>
            <p14:sldId id="264"/>
          </p14:sldIdLst>
        </p14:section>
        <p14:section name="개념" id="{9d5d8cb8-7d94-d916-278d-4cdbde8508e4}">
          <p14:sldIdLst/>
        </p14:section>
        <p14:section name="연습" id="{15f692f3-af84-0d17-f99c-f537a433ecaf}">
          <p14:sldIdLst/>
        </p14:section>
        <p14:section name="확인" id="{5aad8b20-7efd-ced6-902b-dd3519fd59b2}">
          <p14:sldIdLst>
            <p14:sldId id="265"/>
            <p14:sldId id="266"/>
          </p14:sldIdLst>
        </p14:section>
        <p14:section name="정리" id="{fd1fb4ec-fe4e-d6a1-56ac-681ade09bd79}">
          <p14:sldIdLst>
            <p14:sldId id="267"/>
          </p14:sldIdLst>
        </p14:section>
        <p14:section name="보충" id="{94913b33-d1fb-bc92-0227-39b665175c47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시간과규칙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 배열의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 배열의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수 배열의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배열의 규칙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수가 몇씩 커질까?</a:t>
            </a:r>
            <a:endParaRPr lang="ko-KR" sz="3200" dirty="0"/>
          </a:p>
        </p:txBody>
      </p:sp>
      <p:sp>
        <p:nvSpPr>
          <p:cNvPr id="4" name="S01-tile1"/>
          <p:cNvSpPr txBox="1"/>
          <p:nvPr/>
        </p:nvSpPr>
        <p:spPr>
          <a:xfrm>
            <a:off x="7680960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700" dirty="0"/>
          </a:p>
        </p:txBody>
      </p:sp>
      <p:sp>
        <p:nvSpPr>
          <p:cNvPr id="5" name="S01-tile2"/>
          <p:cNvSpPr txBox="1"/>
          <p:nvPr/>
        </p:nvSpPr>
        <p:spPr>
          <a:xfrm>
            <a:off x="8507578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700" dirty="0"/>
          </a:p>
        </p:txBody>
      </p:sp>
      <p:sp>
        <p:nvSpPr>
          <p:cNvPr id="6" name="S01-tile3"/>
          <p:cNvSpPr txBox="1"/>
          <p:nvPr/>
        </p:nvSpPr>
        <p:spPr>
          <a:xfrm>
            <a:off x="9334195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700" dirty="0"/>
          </a:p>
        </p:txBody>
      </p:sp>
      <p:sp>
        <p:nvSpPr>
          <p:cNvPr id="7" name="S01-tile4"/>
          <p:cNvSpPr txBox="1"/>
          <p:nvPr/>
        </p:nvSpPr>
        <p:spPr>
          <a:xfrm>
            <a:off x="10160813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700" dirty="0"/>
          </a:p>
        </p:txBody>
      </p:sp>
      <p:sp>
        <p:nvSpPr>
          <p:cNvPr id="8" name="S01-tile5"/>
          <p:cNvSpPr txBox="1"/>
          <p:nvPr/>
        </p:nvSpPr>
        <p:spPr>
          <a:xfrm>
            <a:off x="10987430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700" dirty="0"/>
          </a:p>
        </p:txBody>
      </p:sp>
      <p:sp>
        <p:nvSpPr>
          <p:cNvPr id="9" name="S01-card6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7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몇씩 커지는지 찾아 빈칸을 채워요.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수 배열표의 규칙을 찾아요.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기억하고 있나요?</a:t>
            </a:r>
            <a:endParaRPr lang="ko-KR" sz="4400" dirty="0"/>
          </a:p>
        </p:txBody>
      </p:sp>
      <p:sp>
        <p:nvSpPr>
          <p:cNvPr id="3" name="S02-chip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 다음 수는?</a:t>
            </a:r>
            <a:endParaRPr lang="ko-KR" sz="3200" dirty="0"/>
          </a:p>
        </p:txBody>
      </p:sp>
      <p:sp>
        <p:nvSpPr>
          <p:cNvPr id="5" name="S02-chip1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text11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 5개와 낱개 3개는?</a:t>
            </a:r>
            <a:endParaRPr lang="ko-KR" sz="3200" dirty="0"/>
          </a:p>
        </p:txBody>
      </p:sp>
      <p:sp>
        <p:nvSpPr>
          <p:cNvPr id="7" name="S02-chip1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13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■ ● ■ 다음 모양은?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몇씩 커질까요?</a:t>
            </a:r>
            <a:endParaRPr lang="ko-KR" sz="4400" dirty="0"/>
          </a:p>
        </p:txBody>
      </p:sp>
      <p:sp>
        <p:nvSpPr>
          <p:cNvPr id="3" name="S03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 4, 6, 8, 10을 수직선에서 봐요.</a:t>
            </a:r>
            <a:endParaRPr lang="ko-KR" sz="3200" dirty="0"/>
          </a:p>
        </p:txBody>
      </p:sp>
      <p:sp>
        <p:nvSpPr>
          <p:cNvPr id="4" name="S03-card1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커져요.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다음에는 12가 와요.</a:t>
            </a:r>
            <a:endParaRPr lang="ko-KR" sz="3200" dirty="0"/>
          </a:p>
        </p:txBody>
      </p:sp>
      <p:sp>
        <p:nvSpPr>
          <p:cNvPr id="6" name="S03-line17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3-line18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3-label19"/>
          <p:cNvSpPr txBox="1"/>
          <p:nvPr/>
        </p:nvSpPr>
        <p:spPr>
          <a:xfrm>
            <a:off x="50292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9" name="S03-line20"/>
          <p:cNvSpPr/>
          <p:nvPr/>
        </p:nvSpPr>
        <p:spPr>
          <a:xfrm>
            <a:off x="181584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3-label21"/>
          <p:cNvSpPr txBox="1"/>
          <p:nvPr/>
        </p:nvSpPr>
        <p:spPr>
          <a:xfrm>
            <a:off x="135864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1" name="S03-line22"/>
          <p:cNvSpPr/>
          <p:nvPr/>
        </p:nvSpPr>
        <p:spPr>
          <a:xfrm>
            <a:off x="267157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3-label23"/>
          <p:cNvSpPr txBox="1"/>
          <p:nvPr/>
        </p:nvSpPr>
        <p:spPr>
          <a:xfrm>
            <a:off x="221437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3" name="S03-line24"/>
          <p:cNvSpPr/>
          <p:nvPr/>
        </p:nvSpPr>
        <p:spPr>
          <a:xfrm>
            <a:off x="352729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3-label25"/>
          <p:cNvSpPr txBox="1"/>
          <p:nvPr/>
        </p:nvSpPr>
        <p:spPr>
          <a:xfrm>
            <a:off x="307009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5" name="S03-line26"/>
          <p:cNvSpPr/>
          <p:nvPr/>
        </p:nvSpPr>
        <p:spPr>
          <a:xfrm>
            <a:off x="438302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3-label27"/>
          <p:cNvSpPr txBox="1"/>
          <p:nvPr/>
        </p:nvSpPr>
        <p:spPr>
          <a:xfrm>
            <a:off x="392582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7" name="S03-line28"/>
          <p:cNvSpPr/>
          <p:nvPr/>
        </p:nvSpPr>
        <p:spPr>
          <a:xfrm>
            <a:off x="523875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3-label29"/>
          <p:cNvSpPr txBox="1"/>
          <p:nvPr/>
        </p:nvSpPr>
        <p:spPr>
          <a:xfrm>
            <a:off x="478155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9" name="S03-line30"/>
          <p:cNvSpPr/>
          <p:nvPr/>
        </p:nvSpPr>
        <p:spPr>
          <a:xfrm>
            <a:off x="609447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3-label31"/>
          <p:cNvSpPr txBox="1"/>
          <p:nvPr/>
        </p:nvSpPr>
        <p:spPr>
          <a:xfrm>
            <a:off x="563727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1" name="S03-line32"/>
          <p:cNvSpPr/>
          <p:nvPr/>
        </p:nvSpPr>
        <p:spPr>
          <a:xfrm>
            <a:off x="695020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3-label33"/>
          <p:cNvSpPr txBox="1"/>
          <p:nvPr/>
        </p:nvSpPr>
        <p:spPr>
          <a:xfrm>
            <a:off x="649300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3" name="S03-line34"/>
          <p:cNvSpPr/>
          <p:nvPr/>
        </p:nvSpPr>
        <p:spPr>
          <a:xfrm>
            <a:off x="780592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3-label35"/>
          <p:cNvSpPr txBox="1"/>
          <p:nvPr/>
        </p:nvSpPr>
        <p:spPr>
          <a:xfrm>
            <a:off x="734872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5" name="S03-line36"/>
          <p:cNvSpPr/>
          <p:nvPr/>
        </p:nvSpPr>
        <p:spPr>
          <a:xfrm>
            <a:off x="866165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3-label37"/>
          <p:cNvSpPr txBox="1"/>
          <p:nvPr/>
        </p:nvSpPr>
        <p:spPr>
          <a:xfrm>
            <a:off x="820445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7" name="S03-line38"/>
          <p:cNvSpPr/>
          <p:nvPr/>
        </p:nvSpPr>
        <p:spPr>
          <a:xfrm>
            <a:off x="951738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3-label39"/>
          <p:cNvSpPr txBox="1"/>
          <p:nvPr/>
        </p:nvSpPr>
        <p:spPr>
          <a:xfrm>
            <a:off x="906018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29" name="S03-line40"/>
          <p:cNvSpPr/>
          <p:nvPr/>
        </p:nvSpPr>
        <p:spPr>
          <a:xfrm>
            <a:off x="1037310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3-label41"/>
          <p:cNvSpPr txBox="1"/>
          <p:nvPr/>
        </p:nvSpPr>
        <p:spPr>
          <a:xfrm>
            <a:off x="991590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31" name="S03-line42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3-label43"/>
          <p:cNvSpPr txBox="1"/>
          <p:nvPr/>
        </p:nvSpPr>
        <p:spPr>
          <a:xfrm>
            <a:off x="1077163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33" name="S03-mark44"/>
          <p:cNvSpPr/>
          <p:nvPr/>
        </p:nvSpPr>
        <p:spPr>
          <a:xfrm>
            <a:off x="2580132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4" name="S03-mark45"/>
          <p:cNvSpPr/>
          <p:nvPr/>
        </p:nvSpPr>
        <p:spPr>
          <a:xfrm>
            <a:off x="4291584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5" name="S03-mark46"/>
          <p:cNvSpPr/>
          <p:nvPr/>
        </p:nvSpPr>
        <p:spPr>
          <a:xfrm>
            <a:off x="6003036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6" name="S03-mark47"/>
          <p:cNvSpPr/>
          <p:nvPr/>
        </p:nvSpPr>
        <p:spPr>
          <a:xfrm>
            <a:off x="7714488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7" name="S03-mark48"/>
          <p:cNvSpPr/>
          <p:nvPr/>
        </p:nvSpPr>
        <p:spPr>
          <a:xfrm>
            <a:off x="9425940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8" name="S03-line49"/>
          <p:cNvSpPr/>
          <p:nvPr/>
        </p:nvSpPr>
        <p:spPr>
          <a:xfrm flipV="1">
            <a:off x="2671572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9" name="S03-line50"/>
          <p:cNvSpPr/>
          <p:nvPr/>
        </p:nvSpPr>
        <p:spPr>
          <a:xfrm>
            <a:off x="2671572" y="3285266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0" name="S03-label51"/>
          <p:cNvSpPr txBox="1"/>
          <p:nvPr/>
        </p:nvSpPr>
        <p:spPr>
          <a:xfrm>
            <a:off x="2671572" y="2837718"/>
            <a:ext cx="17114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41" name="S03-line52"/>
          <p:cNvSpPr/>
          <p:nvPr/>
        </p:nvSpPr>
        <p:spPr>
          <a:xfrm flipV="1">
            <a:off x="4383024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2" name="S03-line53"/>
          <p:cNvSpPr/>
          <p:nvPr/>
        </p:nvSpPr>
        <p:spPr>
          <a:xfrm>
            <a:off x="4383024" y="3285266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3" name="S03-label54"/>
          <p:cNvSpPr txBox="1"/>
          <p:nvPr/>
        </p:nvSpPr>
        <p:spPr>
          <a:xfrm>
            <a:off x="4383024" y="2837718"/>
            <a:ext cx="17114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44" name="S03-line55"/>
          <p:cNvSpPr/>
          <p:nvPr/>
        </p:nvSpPr>
        <p:spPr>
          <a:xfrm flipV="1">
            <a:off x="609447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5" name="S03-line56"/>
          <p:cNvSpPr/>
          <p:nvPr/>
        </p:nvSpPr>
        <p:spPr>
          <a:xfrm>
            <a:off x="6094476" y="3285266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6" name="S03-label57"/>
          <p:cNvSpPr txBox="1"/>
          <p:nvPr/>
        </p:nvSpPr>
        <p:spPr>
          <a:xfrm>
            <a:off x="6094476" y="2837718"/>
            <a:ext cx="17114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47" name="S03-line58"/>
          <p:cNvSpPr/>
          <p:nvPr/>
        </p:nvSpPr>
        <p:spPr>
          <a:xfrm flipV="1">
            <a:off x="7805928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8" name="S03-line59"/>
          <p:cNvSpPr/>
          <p:nvPr/>
        </p:nvSpPr>
        <p:spPr>
          <a:xfrm>
            <a:off x="7805928" y="3285266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9" name="S03-label60"/>
          <p:cNvSpPr txBox="1"/>
          <p:nvPr/>
        </p:nvSpPr>
        <p:spPr>
          <a:xfrm>
            <a:off x="7805928" y="2837718"/>
            <a:ext cx="17114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50" name="S03-figure61" descr="0부터 12까지 수직선. 2, 4, 6, 8, 10에 점이 있고 2칸씩 뛰는 화살표 4개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빈칸의 수 구하기</a:t>
            </a:r>
            <a:endParaRPr lang="ko-KR" sz="4400" dirty="0"/>
          </a:p>
        </p:txBody>
      </p:sp>
      <p:sp>
        <p:nvSpPr>
          <p:cNvPr id="3" name="S04-card62"/>
          <p:cNvSpPr/>
          <p:nvPr/>
        </p:nvSpPr>
        <p:spPr>
          <a:xfrm>
            <a:off x="548640" y="489712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63"/>
          <p:cNvSpPr txBox="1"/>
          <p:nvPr/>
        </p:nvSpPr>
        <p:spPr>
          <a:xfrm>
            <a:off x="822960" y="503428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이웃한 두 수를 비교해요</a:t>
            </a:r>
            <a:endParaRPr lang="ko-KR" sz="3200" dirty="0"/>
          </a:p>
        </p:txBody>
      </p:sp>
      <p:sp>
        <p:nvSpPr>
          <p:cNvPr id="5" name="S04-card64"/>
          <p:cNvSpPr/>
          <p:nvPr/>
        </p:nvSpPr>
        <p:spPr>
          <a:xfrm>
            <a:off x="4322064" y="489712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65"/>
          <p:cNvSpPr txBox="1"/>
          <p:nvPr/>
        </p:nvSpPr>
        <p:spPr>
          <a:xfrm>
            <a:off x="4596384" y="503428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10씩 커지는 규칙이에요</a:t>
            </a:r>
            <a:endParaRPr lang="ko-KR" sz="3200" dirty="0"/>
          </a:p>
        </p:txBody>
      </p:sp>
      <p:sp>
        <p:nvSpPr>
          <p:cNvPr id="7" name="S04-card66"/>
          <p:cNvSpPr/>
          <p:nvPr/>
        </p:nvSpPr>
        <p:spPr>
          <a:xfrm>
            <a:off x="8095488" y="489712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67"/>
          <p:cNvSpPr txBox="1"/>
          <p:nvPr/>
        </p:nvSpPr>
        <p:spPr>
          <a:xfrm>
            <a:off x="8369808" y="503428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30보다 10 큰 수는 40</a:t>
            </a:r>
            <a:endParaRPr lang="ko-KR" sz="3200" dirty="0"/>
          </a:p>
        </p:txBody>
      </p:sp>
      <p:sp>
        <p:nvSpPr>
          <p:cNvPr id="9" name="S04-tile68"/>
          <p:cNvSpPr txBox="1"/>
          <p:nvPr/>
        </p:nvSpPr>
        <p:spPr>
          <a:xfrm>
            <a:off x="2263140" y="2311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5900" dirty="0"/>
          </a:p>
        </p:txBody>
      </p:sp>
      <p:sp>
        <p:nvSpPr>
          <p:cNvPr id="10" name="S04-tile69"/>
          <p:cNvSpPr txBox="1"/>
          <p:nvPr/>
        </p:nvSpPr>
        <p:spPr>
          <a:xfrm>
            <a:off x="3835908" y="2311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5900" dirty="0"/>
          </a:p>
        </p:txBody>
      </p:sp>
      <p:sp>
        <p:nvSpPr>
          <p:cNvPr id="11" name="S04-tile70"/>
          <p:cNvSpPr txBox="1"/>
          <p:nvPr/>
        </p:nvSpPr>
        <p:spPr>
          <a:xfrm>
            <a:off x="5408676" y="2311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5900" dirty="0"/>
          </a:p>
        </p:txBody>
      </p:sp>
      <p:sp>
        <p:nvSpPr>
          <p:cNvPr id="12" name="S04-tile71"/>
          <p:cNvSpPr txBox="1"/>
          <p:nvPr/>
        </p:nvSpPr>
        <p:spPr>
          <a:xfrm>
            <a:off x="6981444" y="2311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900" dirty="0"/>
          </a:p>
        </p:txBody>
      </p:sp>
      <p:sp>
        <p:nvSpPr>
          <p:cNvPr id="13" name="S04-tile72"/>
          <p:cNvSpPr txBox="1"/>
          <p:nvPr/>
        </p:nvSpPr>
        <p:spPr>
          <a:xfrm>
            <a:off x="8554212" y="2311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알맞은 수는?</a:t>
            </a:r>
            <a:endParaRPr lang="ko-KR" sz="4400" dirty="0"/>
          </a:p>
        </p:txBody>
      </p:sp>
      <p:sp>
        <p:nvSpPr>
          <p:cNvPr id="3" name="S05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커지는지, 작아지는지, 몇씩인지 먼저 말해요.</a:t>
            </a:r>
            <a:endParaRPr lang="ko-KR" sz="3200" dirty="0"/>
          </a:p>
        </p:txBody>
      </p:sp>
      <p:sp>
        <p:nvSpPr>
          <p:cNvPr id="5" name="S05-tile75"/>
          <p:cNvSpPr txBox="1"/>
          <p:nvPr/>
        </p:nvSpPr>
        <p:spPr>
          <a:xfrm>
            <a:off x="2199132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4900" dirty="0"/>
          </a:p>
        </p:txBody>
      </p:sp>
      <p:sp>
        <p:nvSpPr>
          <p:cNvPr id="6" name="S05-tile76"/>
          <p:cNvSpPr txBox="1"/>
          <p:nvPr/>
        </p:nvSpPr>
        <p:spPr>
          <a:xfrm>
            <a:off x="3531108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900" dirty="0"/>
          </a:p>
        </p:txBody>
      </p:sp>
      <p:sp>
        <p:nvSpPr>
          <p:cNvPr id="7" name="S05-tile77"/>
          <p:cNvSpPr txBox="1"/>
          <p:nvPr/>
        </p:nvSpPr>
        <p:spPr>
          <a:xfrm>
            <a:off x="4863084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900" dirty="0"/>
          </a:p>
        </p:txBody>
      </p:sp>
      <p:sp>
        <p:nvSpPr>
          <p:cNvPr id="8" name="S05-tile78"/>
          <p:cNvSpPr txBox="1"/>
          <p:nvPr/>
        </p:nvSpPr>
        <p:spPr>
          <a:xfrm>
            <a:off x="6195060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900" dirty="0"/>
          </a:p>
        </p:txBody>
      </p:sp>
      <p:sp>
        <p:nvSpPr>
          <p:cNvPr id="9" name="S05-tile79"/>
          <p:cNvSpPr txBox="1"/>
          <p:nvPr/>
        </p:nvSpPr>
        <p:spPr>
          <a:xfrm>
            <a:off x="7527036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4900" dirty="0"/>
          </a:p>
        </p:txBody>
      </p:sp>
      <p:sp>
        <p:nvSpPr>
          <p:cNvPr id="10" name="S05-tile80"/>
          <p:cNvSpPr txBox="1"/>
          <p:nvPr/>
        </p:nvSpPr>
        <p:spPr>
          <a:xfrm>
            <a:off x="8859012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900" dirty="0"/>
          </a:p>
        </p:txBody>
      </p:sp>
      <p:sp>
        <p:nvSpPr>
          <p:cNvPr id="11" name="S05-tile81"/>
          <p:cNvSpPr txBox="1"/>
          <p:nvPr/>
        </p:nvSpPr>
        <p:spPr>
          <a:xfrm>
            <a:off x="2199132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4900" dirty="0"/>
          </a:p>
        </p:txBody>
      </p:sp>
      <p:sp>
        <p:nvSpPr>
          <p:cNvPr id="12" name="S05-tile82"/>
          <p:cNvSpPr txBox="1"/>
          <p:nvPr/>
        </p:nvSpPr>
        <p:spPr>
          <a:xfrm>
            <a:off x="3531108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4900" dirty="0"/>
          </a:p>
        </p:txBody>
      </p:sp>
      <p:sp>
        <p:nvSpPr>
          <p:cNvPr id="13" name="S05-tile83"/>
          <p:cNvSpPr txBox="1"/>
          <p:nvPr/>
        </p:nvSpPr>
        <p:spPr>
          <a:xfrm>
            <a:off x="4863084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4900" dirty="0"/>
          </a:p>
        </p:txBody>
      </p:sp>
      <p:sp>
        <p:nvSpPr>
          <p:cNvPr id="14" name="S05-tile84"/>
          <p:cNvSpPr txBox="1"/>
          <p:nvPr/>
        </p:nvSpPr>
        <p:spPr>
          <a:xfrm>
            <a:off x="6195060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4900" dirty="0"/>
          </a:p>
        </p:txBody>
      </p:sp>
      <p:sp>
        <p:nvSpPr>
          <p:cNvPr id="15" name="S05-tile85"/>
          <p:cNvSpPr txBox="1"/>
          <p:nvPr/>
        </p:nvSpPr>
        <p:spPr>
          <a:xfrm>
            <a:off x="7527036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900" dirty="0"/>
          </a:p>
        </p:txBody>
      </p:sp>
      <p:sp>
        <p:nvSpPr>
          <p:cNvPr id="16" name="S05-tile86"/>
          <p:cNvSpPr txBox="1"/>
          <p:nvPr/>
        </p:nvSpPr>
        <p:spPr>
          <a:xfrm>
            <a:off x="8859012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4900" dirty="0"/>
          </a:p>
        </p:txBody>
      </p:sp>
      <p:sp>
        <p:nvSpPr>
          <p:cNvPr id="17" name="S05-tile87"/>
          <p:cNvSpPr txBox="1"/>
          <p:nvPr/>
        </p:nvSpPr>
        <p:spPr>
          <a:xfrm>
            <a:off x="2199132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4900" dirty="0"/>
          </a:p>
        </p:txBody>
      </p:sp>
      <p:sp>
        <p:nvSpPr>
          <p:cNvPr id="18" name="S05-tile88"/>
          <p:cNvSpPr txBox="1"/>
          <p:nvPr/>
        </p:nvSpPr>
        <p:spPr>
          <a:xfrm>
            <a:off x="3531108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ko-KR" sz="4900" dirty="0"/>
          </a:p>
        </p:txBody>
      </p:sp>
      <p:sp>
        <p:nvSpPr>
          <p:cNvPr id="19" name="S05-tile89"/>
          <p:cNvSpPr txBox="1"/>
          <p:nvPr/>
        </p:nvSpPr>
        <p:spPr>
          <a:xfrm>
            <a:off x="4863084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</a:t>
            </a:r>
            <a:endParaRPr lang="ko-KR" sz="4900" dirty="0"/>
          </a:p>
        </p:txBody>
      </p:sp>
      <p:sp>
        <p:nvSpPr>
          <p:cNvPr id="20" name="S05-tile90"/>
          <p:cNvSpPr txBox="1"/>
          <p:nvPr/>
        </p:nvSpPr>
        <p:spPr>
          <a:xfrm>
            <a:off x="6195060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ko-KR" sz="4900" dirty="0"/>
          </a:p>
        </p:txBody>
      </p:sp>
      <p:sp>
        <p:nvSpPr>
          <p:cNvPr id="21" name="S05-tile91"/>
          <p:cNvSpPr txBox="1"/>
          <p:nvPr/>
        </p:nvSpPr>
        <p:spPr>
          <a:xfrm>
            <a:off x="7527036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900" dirty="0"/>
          </a:p>
        </p:txBody>
      </p:sp>
      <p:sp>
        <p:nvSpPr>
          <p:cNvPr id="22" name="S05-tile92"/>
          <p:cNvSpPr txBox="1"/>
          <p:nvPr/>
        </p:nvSpPr>
        <p:spPr>
          <a:xfrm>
            <a:off x="8859012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ko-KR" sz="4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400" dirty="0"/>
          </a:p>
        </p:txBody>
      </p:sp>
      <p:sp>
        <p:nvSpPr>
          <p:cNvPr id="3" name="S06-card9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9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 20, 30, □에 들어갈 수는?</a:t>
            </a:r>
            <a:endParaRPr lang="ko-KR" sz="3200" dirty="0"/>
          </a:p>
        </p:txBody>
      </p:sp>
      <p:sp>
        <p:nvSpPr>
          <p:cNvPr id="5" name="S06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왜 그럴까요?</a:t>
            </a:r>
            <a:endParaRPr lang="ko-KR" sz="3200" dirty="0"/>
          </a:p>
        </p:txBody>
      </p:sp>
      <p:sp>
        <p:nvSpPr>
          <p:cNvPr id="7" name="S06-chip9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31</a:t>
            </a:r>
            <a:endParaRPr lang="ko-KR" sz="2600" dirty="0"/>
          </a:p>
        </p:txBody>
      </p:sp>
      <p:sp>
        <p:nvSpPr>
          <p:cNvPr id="8" name="S06-text9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“30 다음 수는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31이에요.”</a:t>
            </a:r>
            <a:endParaRPr lang="ko-KR" sz="3200" dirty="0"/>
          </a:p>
        </p:txBody>
      </p:sp>
      <p:sp>
        <p:nvSpPr>
          <p:cNvPr id="9" name="S06-chip9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40</a:t>
            </a:r>
            <a:endParaRPr lang="ko-KR" sz="2600" dirty="0"/>
          </a:p>
        </p:txBody>
      </p:sp>
      <p:sp>
        <p:nvSpPr>
          <p:cNvPr id="10" name="S06-text10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“10씩 커지니까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40이에요.”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오른쪽으로 가면</a:t>
            </a:r>
            <a:endParaRPr lang="ko-KR" sz="4400" dirty="0"/>
          </a:p>
        </p:txBody>
      </p:sp>
      <p:sp>
        <p:nvSpPr>
          <p:cNvPr id="3" name="S07-text10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배열표의 한 부분이에요.</a:t>
            </a:r>
            <a:endParaRPr lang="ko-KR" sz="3200" dirty="0"/>
          </a:p>
        </p:txBody>
      </p:sp>
      <p:sp>
        <p:nvSpPr>
          <p:cNvPr id="4" name="S07-card10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0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오른쪽으로 1씩 커져요.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21, 22, 23, …, 30</a:t>
            </a:r>
            <a:endParaRPr lang="ko-KR" sz="3200" dirty="0"/>
          </a:p>
        </p:txBody>
      </p:sp>
      <p:sp>
        <p:nvSpPr>
          <p:cNvPr id="6" name="S07-tile104"/>
          <p:cNvSpPr txBox="1"/>
          <p:nvPr/>
        </p:nvSpPr>
        <p:spPr>
          <a:xfrm>
            <a:off x="1403773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ko-KR" sz="3300" dirty="0"/>
          </a:p>
        </p:txBody>
      </p:sp>
      <p:sp>
        <p:nvSpPr>
          <p:cNvPr id="7" name="S07-tile105"/>
          <p:cNvSpPr txBox="1"/>
          <p:nvPr/>
        </p:nvSpPr>
        <p:spPr>
          <a:xfrm>
            <a:off x="2362031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ko-KR" sz="3300" dirty="0"/>
          </a:p>
        </p:txBody>
      </p:sp>
      <p:sp>
        <p:nvSpPr>
          <p:cNvPr id="8" name="S07-tile106"/>
          <p:cNvSpPr txBox="1"/>
          <p:nvPr/>
        </p:nvSpPr>
        <p:spPr>
          <a:xfrm>
            <a:off x="3320288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ko-KR" sz="3300" dirty="0"/>
          </a:p>
        </p:txBody>
      </p:sp>
      <p:sp>
        <p:nvSpPr>
          <p:cNvPr id="9" name="S07-tile107"/>
          <p:cNvSpPr txBox="1"/>
          <p:nvPr/>
        </p:nvSpPr>
        <p:spPr>
          <a:xfrm>
            <a:off x="4278545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300" dirty="0"/>
          </a:p>
        </p:txBody>
      </p:sp>
      <p:sp>
        <p:nvSpPr>
          <p:cNvPr id="10" name="S07-tile108"/>
          <p:cNvSpPr txBox="1"/>
          <p:nvPr/>
        </p:nvSpPr>
        <p:spPr>
          <a:xfrm>
            <a:off x="5236803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3300" dirty="0"/>
          </a:p>
        </p:txBody>
      </p:sp>
      <p:sp>
        <p:nvSpPr>
          <p:cNvPr id="11" name="S07-tile109"/>
          <p:cNvSpPr txBox="1"/>
          <p:nvPr/>
        </p:nvSpPr>
        <p:spPr>
          <a:xfrm>
            <a:off x="6195060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ko-KR" sz="3300" dirty="0"/>
          </a:p>
        </p:txBody>
      </p:sp>
      <p:sp>
        <p:nvSpPr>
          <p:cNvPr id="12" name="S07-tile110"/>
          <p:cNvSpPr txBox="1"/>
          <p:nvPr/>
        </p:nvSpPr>
        <p:spPr>
          <a:xfrm>
            <a:off x="7153317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ko-KR" sz="3300" dirty="0"/>
          </a:p>
        </p:txBody>
      </p:sp>
      <p:sp>
        <p:nvSpPr>
          <p:cNvPr id="13" name="S07-tile111"/>
          <p:cNvSpPr txBox="1"/>
          <p:nvPr/>
        </p:nvSpPr>
        <p:spPr>
          <a:xfrm>
            <a:off x="8111575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ko-KR" sz="3300" dirty="0"/>
          </a:p>
        </p:txBody>
      </p:sp>
      <p:sp>
        <p:nvSpPr>
          <p:cNvPr id="14" name="S07-tile112"/>
          <p:cNvSpPr txBox="1"/>
          <p:nvPr/>
        </p:nvSpPr>
        <p:spPr>
          <a:xfrm>
            <a:off x="9069832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ko-KR" sz="3300" dirty="0"/>
          </a:p>
        </p:txBody>
      </p:sp>
      <p:sp>
        <p:nvSpPr>
          <p:cNvPr id="15" name="S07-tile113"/>
          <p:cNvSpPr txBox="1"/>
          <p:nvPr/>
        </p:nvSpPr>
        <p:spPr>
          <a:xfrm>
            <a:off x="10028089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3300" dirty="0"/>
          </a:p>
        </p:txBody>
      </p:sp>
      <p:sp>
        <p:nvSpPr>
          <p:cNvPr id="16" name="S07-tile114"/>
          <p:cNvSpPr txBox="1"/>
          <p:nvPr/>
        </p:nvSpPr>
        <p:spPr>
          <a:xfrm>
            <a:off x="1403773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ko-KR" sz="3300" dirty="0"/>
          </a:p>
        </p:txBody>
      </p:sp>
      <p:sp>
        <p:nvSpPr>
          <p:cNvPr id="17" name="S07-tile115"/>
          <p:cNvSpPr txBox="1"/>
          <p:nvPr/>
        </p:nvSpPr>
        <p:spPr>
          <a:xfrm>
            <a:off x="2362031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ko-KR" sz="3300" dirty="0"/>
          </a:p>
        </p:txBody>
      </p:sp>
      <p:sp>
        <p:nvSpPr>
          <p:cNvPr id="18" name="S07-tile116"/>
          <p:cNvSpPr txBox="1"/>
          <p:nvPr/>
        </p:nvSpPr>
        <p:spPr>
          <a:xfrm>
            <a:off x="3320288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ko-KR" sz="3300" dirty="0"/>
          </a:p>
        </p:txBody>
      </p:sp>
      <p:sp>
        <p:nvSpPr>
          <p:cNvPr id="19" name="S07-tile117"/>
          <p:cNvSpPr txBox="1"/>
          <p:nvPr/>
        </p:nvSpPr>
        <p:spPr>
          <a:xfrm>
            <a:off x="4278545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ko-KR" sz="3300" dirty="0"/>
          </a:p>
        </p:txBody>
      </p:sp>
      <p:sp>
        <p:nvSpPr>
          <p:cNvPr id="20" name="S07-tile118"/>
          <p:cNvSpPr txBox="1"/>
          <p:nvPr/>
        </p:nvSpPr>
        <p:spPr>
          <a:xfrm>
            <a:off x="5236803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ko-KR" sz="3300" dirty="0"/>
          </a:p>
        </p:txBody>
      </p:sp>
      <p:sp>
        <p:nvSpPr>
          <p:cNvPr id="21" name="S07-tile119"/>
          <p:cNvSpPr txBox="1"/>
          <p:nvPr/>
        </p:nvSpPr>
        <p:spPr>
          <a:xfrm>
            <a:off x="6195060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ko-KR" sz="3300" dirty="0"/>
          </a:p>
        </p:txBody>
      </p:sp>
      <p:sp>
        <p:nvSpPr>
          <p:cNvPr id="22" name="S07-tile120"/>
          <p:cNvSpPr txBox="1"/>
          <p:nvPr/>
        </p:nvSpPr>
        <p:spPr>
          <a:xfrm>
            <a:off x="7153317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ko-KR" sz="3300" dirty="0"/>
          </a:p>
        </p:txBody>
      </p:sp>
      <p:sp>
        <p:nvSpPr>
          <p:cNvPr id="23" name="S07-tile121"/>
          <p:cNvSpPr txBox="1"/>
          <p:nvPr/>
        </p:nvSpPr>
        <p:spPr>
          <a:xfrm>
            <a:off x="8111575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</a:t>
            </a:r>
            <a:endParaRPr lang="ko-KR" sz="3300" dirty="0"/>
          </a:p>
        </p:txBody>
      </p:sp>
      <p:sp>
        <p:nvSpPr>
          <p:cNvPr id="24" name="S07-tile122"/>
          <p:cNvSpPr txBox="1"/>
          <p:nvPr/>
        </p:nvSpPr>
        <p:spPr>
          <a:xfrm>
            <a:off x="9069832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</a:t>
            </a:r>
            <a:endParaRPr lang="ko-KR" sz="3300" dirty="0"/>
          </a:p>
        </p:txBody>
      </p:sp>
      <p:sp>
        <p:nvSpPr>
          <p:cNvPr id="25" name="S07-tile123"/>
          <p:cNvSpPr txBox="1"/>
          <p:nvPr/>
        </p:nvSpPr>
        <p:spPr>
          <a:xfrm>
            <a:off x="10028089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3300" dirty="0"/>
          </a:p>
        </p:txBody>
      </p:sp>
      <p:sp>
        <p:nvSpPr>
          <p:cNvPr id="26" name="S07-tile124"/>
          <p:cNvSpPr txBox="1"/>
          <p:nvPr/>
        </p:nvSpPr>
        <p:spPr>
          <a:xfrm>
            <a:off x="1403773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ko-KR" sz="3300" dirty="0"/>
          </a:p>
        </p:txBody>
      </p:sp>
      <p:sp>
        <p:nvSpPr>
          <p:cNvPr id="27" name="S07-tile125"/>
          <p:cNvSpPr txBox="1"/>
          <p:nvPr/>
        </p:nvSpPr>
        <p:spPr>
          <a:xfrm>
            <a:off x="2362031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ko-KR" sz="3300" dirty="0"/>
          </a:p>
        </p:txBody>
      </p:sp>
      <p:sp>
        <p:nvSpPr>
          <p:cNvPr id="28" name="S07-tile126"/>
          <p:cNvSpPr txBox="1"/>
          <p:nvPr/>
        </p:nvSpPr>
        <p:spPr>
          <a:xfrm>
            <a:off x="3320288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ko-KR" sz="3300" dirty="0"/>
          </a:p>
        </p:txBody>
      </p:sp>
      <p:sp>
        <p:nvSpPr>
          <p:cNvPr id="29" name="S07-tile127"/>
          <p:cNvSpPr txBox="1"/>
          <p:nvPr/>
        </p:nvSpPr>
        <p:spPr>
          <a:xfrm>
            <a:off x="4278545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</a:t>
            </a:r>
            <a:endParaRPr lang="ko-KR" sz="3300" dirty="0"/>
          </a:p>
        </p:txBody>
      </p:sp>
      <p:sp>
        <p:nvSpPr>
          <p:cNvPr id="30" name="S07-tile128"/>
          <p:cNvSpPr txBox="1"/>
          <p:nvPr/>
        </p:nvSpPr>
        <p:spPr>
          <a:xfrm>
            <a:off x="5236803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ko-KR" sz="3300" dirty="0"/>
          </a:p>
        </p:txBody>
      </p:sp>
      <p:sp>
        <p:nvSpPr>
          <p:cNvPr id="31" name="S07-tile129"/>
          <p:cNvSpPr txBox="1"/>
          <p:nvPr/>
        </p:nvSpPr>
        <p:spPr>
          <a:xfrm>
            <a:off x="6195060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</a:t>
            </a:r>
            <a:endParaRPr lang="ko-KR" sz="3300" dirty="0"/>
          </a:p>
        </p:txBody>
      </p:sp>
      <p:sp>
        <p:nvSpPr>
          <p:cNvPr id="32" name="S07-tile130"/>
          <p:cNvSpPr txBox="1"/>
          <p:nvPr/>
        </p:nvSpPr>
        <p:spPr>
          <a:xfrm>
            <a:off x="7153317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</a:t>
            </a:r>
            <a:endParaRPr lang="ko-KR" sz="3300" dirty="0"/>
          </a:p>
        </p:txBody>
      </p:sp>
      <p:sp>
        <p:nvSpPr>
          <p:cNvPr id="33" name="S07-tile131"/>
          <p:cNvSpPr txBox="1"/>
          <p:nvPr/>
        </p:nvSpPr>
        <p:spPr>
          <a:xfrm>
            <a:off x="8111575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</a:t>
            </a:r>
            <a:endParaRPr lang="ko-KR" sz="3300" dirty="0"/>
          </a:p>
        </p:txBody>
      </p:sp>
      <p:sp>
        <p:nvSpPr>
          <p:cNvPr id="34" name="S07-tile132"/>
          <p:cNvSpPr txBox="1"/>
          <p:nvPr/>
        </p:nvSpPr>
        <p:spPr>
          <a:xfrm>
            <a:off x="9069832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</a:t>
            </a:r>
            <a:endParaRPr lang="ko-KR" sz="3300" dirty="0"/>
          </a:p>
        </p:txBody>
      </p:sp>
      <p:sp>
        <p:nvSpPr>
          <p:cNvPr id="35" name="S07-tile133"/>
          <p:cNvSpPr txBox="1"/>
          <p:nvPr/>
        </p:nvSpPr>
        <p:spPr>
          <a:xfrm>
            <a:off x="10028089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3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아래로 가면</a:t>
            </a:r>
            <a:endParaRPr lang="ko-KR" sz="4400" dirty="0"/>
          </a:p>
        </p:txBody>
      </p:sp>
      <p:sp>
        <p:nvSpPr>
          <p:cNvPr id="3" name="S08-text1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세로줄의 수를 봐요.</a:t>
            </a:r>
            <a:endParaRPr lang="ko-KR" sz="3200" dirty="0"/>
          </a:p>
        </p:txBody>
      </p:sp>
      <p:sp>
        <p:nvSpPr>
          <p:cNvPr id="4" name="S08-card13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3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 아래로 10씩 커져요.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24, 34, 44: 낱개는 그대로, 묶음이 하나씩 늘어요.</a:t>
            </a:r>
            <a:endParaRPr lang="ko-KR" sz="3200" dirty="0"/>
          </a:p>
        </p:txBody>
      </p:sp>
      <p:sp>
        <p:nvSpPr>
          <p:cNvPr id="6" name="S08-tile137"/>
          <p:cNvSpPr txBox="1"/>
          <p:nvPr/>
        </p:nvSpPr>
        <p:spPr>
          <a:xfrm>
            <a:off x="1403773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ko-KR" sz="3300" dirty="0"/>
          </a:p>
        </p:txBody>
      </p:sp>
      <p:sp>
        <p:nvSpPr>
          <p:cNvPr id="7" name="S08-tile138"/>
          <p:cNvSpPr txBox="1"/>
          <p:nvPr/>
        </p:nvSpPr>
        <p:spPr>
          <a:xfrm>
            <a:off x="2362031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ko-KR" sz="3300" dirty="0"/>
          </a:p>
        </p:txBody>
      </p:sp>
      <p:sp>
        <p:nvSpPr>
          <p:cNvPr id="8" name="S08-tile139"/>
          <p:cNvSpPr txBox="1"/>
          <p:nvPr/>
        </p:nvSpPr>
        <p:spPr>
          <a:xfrm>
            <a:off x="3320288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ko-KR" sz="3300" dirty="0"/>
          </a:p>
        </p:txBody>
      </p:sp>
      <p:sp>
        <p:nvSpPr>
          <p:cNvPr id="9" name="S08-tile140"/>
          <p:cNvSpPr txBox="1"/>
          <p:nvPr/>
        </p:nvSpPr>
        <p:spPr>
          <a:xfrm>
            <a:off x="4278545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300" dirty="0"/>
          </a:p>
        </p:txBody>
      </p:sp>
      <p:sp>
        <p:nvSpPr>
          <p:cNvPr id="10" name="S08-tile141"/>
          <p:cNvSpPr txBox="1"/>
          <p:nvPr/>
        </p:nvSpPr>
        <p:spPr>
          <a:xfrm>
            <a:off x="5236803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3300" dirty="0"/>
          </a:p>
        </p:txBody>
      </p:sp>
      <p:sp>
        <p:nvSpPr>
          <p:cNvPr id="11" name="S08-tile142"/>
          <p:cNvSpPr txBox="1"/>
          <p:nvPr/>
        </p:nvSpPr>
        <p:spPr>
          <a:xfrm>
            <a:off x="6195060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ko-KR" sz="3300" dirty="0"/>
          </a:p>
        </p:txBody>
      </p:sp>
      <p:sp>
        <p:nvSpPr>
          <p:cNvPr id="12" name="S08-tile143"/>
          <p:cNvSpPr txBox="1"/>
          <p:nvPr/>
        </p:nvSpPr>
        <p:spPr>
          <a:xfrm>
            <a:off x="7153317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ko-KR" sz="3300" dirty="0"/>
          </a:p>
        </p:txBody>
      </p:sp>
      <p:sp>
        <p:nvSpPr>
          <p:cNvPr id="13" name="S08-tile144"/>
          <p:cNvSpPr txBox="1"/>
          <p:nvPr/>
        </p:nvSpPr>
        <p:spPr>
          <a:xfrm>
            <a:off x="8111575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ko-KR" sz="3300" dirty="0"/>
          </a:p>
        </p:txBody>
      </p:sp>
      <p:sp>
        <p:nvSpPr>
          <p:cNvPr id="14" name="S08-tile145"/>
          <p:cNvSpPr txBox="1"/>
          <p:nvPr/>
        </p:nvSpPr>
        <p:spPr>
          <a:xfrm>
            <a:off x="9069832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ko-KR" sz="3300" dirty="0"/>
          </a:p>
        </p:txBody>
      </p:sp>
      <p:sp>
        <p:nvSpPr>
          <p:cNvPr id="15" name="S08-tile146"/>
          <p:cNvSpPr txBox="1"/>
          <p:nvPr/>
        </p:nvSpPr>
        <p:spPr>
          <a:xfrm>
            <a:off x="10028089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3300" dirty="0"/>
          </a:p>
        </p:txBody>
      </p:sp>
      <p:sp>
        <p:nvSpPr>
          <p:cNvPr id="16" name="S08-tile147"/>
          <p:cNvSpPr txBox="1"/>
          <p:nvPr/>
        </p:nvSpPr>
        <p:spPr>
          <a:xfrm>
            <a:off x="1403773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ko-KR" sz="3300" dirty="0"/>
          </a:p>
        </p:txBody>
      </p:sp>
      <p:sp>
        <p:nvSpPr>
          <p:cNvPr id="17" name="S08-tile148"/>
          <p:cNvSpPr txBox="1"/>
          <p:nvPr/>
        </p:nvSpPr>
        <p:spPr>
          <a:xfrm>
            <a:off x="2362031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ko-KR" sz="3300" dirty="0"/>
          </a:p>
        </p:txBody>
      </p:sp>
      <p:sp>
        <p:nvSpPr>
          <p:cNvPr id="18" name="S08-tile149"/>
          <p:cNvSpPr txBox="1"/>
          <p:nvPr/>
        </p:nvSpPr>
        <p:spPr>
          <a:xfrm>
            <a:off x="3320288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ko-KR" sz="3300" dirty="0"/>
          </a:p>
        </p:txBody>
      </p:sp>
      <p:sp>
        <p:nvSpPr>
          <p:cNvPr id="19" name="S08-tile150"/>
          <p:cNvSpPr txBox="1"/>
          <p:nvPr/>
        </p:nvSpPr>
        <p:spPr>
          <a:xfrm>
            <a:off x="4278545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ko-KR" sz="3300" dirty="0"/>
          </a:p>
        </p:txBody>
      </p:sp>
      <p:sp>
        <p:nvSpPr>
          <p:cNvPr id="20" name="S08-tile151"/>
          <p:cNvSpPr txBox="1"/>
          <p:nvPr/>
        </p:nvSpPr>
        <p:spPr>
          <a:xfrm>
            <a:off x="5236803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ko-KR" sz="3300" dirty="0"/>
          </a:p>
        </p:txBody>
      </p:sp>
      <p:sp>
        <p:nvSpPr>
          <p:cNvPr id="21" name="S08-tile152"/>
          <p:cNvSpPr txBox="1"/>
          <p:nvPr/>
        </p:nvSpPr>
        <p:spPr>
          <a:xfrm>
            <a:off x="6195060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ko-KR" sz="3300" dirty="0"/>
          </a:p>
        </p:txBody>
      </p:sp>
      <p:sp>
        <p:nvSpPr>
          <p:cNvPr id="22" name="S08-tile153"/>
          <p:cNvSpPr txBox="1"/>
          <p:nvPr/>
        </p:nvSpPr>
        <p:spPr>
          <a:xfrm>
            <a:off x="7153317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ko-KR" sz="3300" dirty="0"/>
          </a:p>
        </p:txBody>
      </p:sp>
      <p:sp>
        <p:nvSpPr>
          <p:cNvPr id="23" name="S08-tile154"/>
          <p:cNvSpPr txBox="1"/>
          <p:nvPr/>
        </p:nvSpPr>
        <p:spPr>
          <a:xfrm>
            <a:off x="8111575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</a:t>
            </a:r>
            <a:endParaRPr lang="ko-KR" sz="3300" dirty="0"/>
          </a:p>
        </p:txBody>
      </p:sp>
      <p:sp>
        <p:nvSpPr>
          <p:cNvPr id="24" name="S08-tile155"/>
          <p:cNvSpPr txBox="1"/>
          <p:nvPr/>
        </p:nvSpPr>
        <p:spPr>
          <a:xfrm>
            <a:off x="9069832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</a:t>
            </a:r>
            <a:endParaRPr lang="ko-KR" sz="3300" dirty="0"/>
          </a:p>
        </p:txBody>
      </p:sp>
      <p:sp>
        <p:nvSpPr>
          <p:cNvPr id="25" name="S08-tile156"/>
          <p:cNvSpPr txBox="1"/>
          <p:nvPr/>
        </p:nvSpPr>
        <p:spPr>
          <a:xfrm>
            <a:off x="10028089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3300" dirty="0"/>
          </a:p>
        </p:txBody>
      </p:sp>
      <p:sp>
        <p:nvSpPr>
          <p:cNvPr id="26" name="S08-tile157"/>
          <p:cNvSpPr txBox="1"/>
          <p:nvPr/>
        </p:nvSpPr>
        <p:spPr>
          <a:xfrm>
            <a:off x="1403773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ko-KR" sz="3300" dirty="0"/>
          </a:p>
        </p:txBody>
      </p:sp>
      <p:sp>
        <p:nvSpPr>
          <p:cNvPr id="27" name="S08-tile158"/>
          <p:cNvSpPr txBox="1"/>
          <p:nvPr/>
        </p:nvSpPr>
        <p:spPr>
          <a:xfrm>
            <a:off x="2362031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ko-KR" sz="3300" dirty="0"/>
          </a:p>
        </p:txBody>
      </p:sp>
      <p:sp>
        <p:nvSpPr>
          <p:cNvPr id="28" name="S08-tile159"/>
          <p:cNvSpPr txBox="1"/>
          <p:nvPr/>
        </p:nvSpPr>
        <p:spPr>
          <a:xfrm>
            <a:off x="3320288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ko-KR" sz="3300" dirty="0"/>
          </a:p>
        </p:txBody>
      </p:sp>
      <p:sp>
        <p:nvSpPr>
          <p:cNvPr id="29" name="S08-tile160"/>
          <p:cNvSpPr txBox="1"/>
          <p:nvPr/>
        </p:nvSpPr>
        <p:spPr>
          <a:xfrm>
            <a:off x="4278545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</a:t>
            </a:r>
            <a:endParaRPr lang="ko-KR" sz="3300" dirty="0"/>
          </a:p>
        </p:txBody>
      </p:sp>
      <p:sp>
        <p:nvSpPr>
          <p:cNvPr id="30" name="S08-tile161"/>
          <p:cNvSpPr txBox="1"/>
          <p:nvPr/>
        </p:nvSpPr>
        <p:spPr>
          <a:xfrm>
            <a:off x="5236803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ko-KR" sz="3300" dirty="0"/>
          </a:p>
        </p:txBody>
      </p:sp>
      <p:sp>
        <p:nvSpPr>
          <p:cNvPr id="31" name="S08-tile162"/>
          <p:cNvSpPr txBox="1"/>
          <p:nvPr/>
        </p:nvSpPr>
        <p:spPr>
          <a:xfrm>
            <a:off x="6195060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</a:t>
            </a:r>
            <a:endParaRPr lang="ko-KR" sz="3300" dirty="0"/>
          </a:p>
        </p:txBody>
      </p:sp>
      <p:sp>
        <p:nvSpPr>
          <p:cNvPr id="32" name="S08-tile163"/>
          <p:cNvSpPr txBox="1"/>
          <p:nvPr/>
        </p:nvSpPr>
        <p:spPr>
          <a:xfrm>
            <a:off x="7153317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</a:t>
            </a:r>
            <a:endParaRPr lang="ko-KR" sz="3300" dirty="0"/>
          </a:p>
        </p:txBody>
      </p:sp>
      <p:sp>
        <p:nvSpPr>
          <p:cNvPr id="33" name="S08-tile164"/>
          <p:cNvSpPr txBox="1"/>
          <p:nvPr/>
        </p:nvSpPr>
        <p:spPr>
          <a:xfrm>
            <a:off x="8111575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</a:t>
            </a:r>
            <a:endParaRPr lang="ko-KR" sz="3300" dirty="0"/>
          </a:p>
        </p:txBody>
      </p:sp>
      <p:sp>
        <p:nvSpPr>
          <p:cNvPr id="34" name="S08-tile165"/>
          <p:cNvSpPr txBox="1"/>
          <p:nvPr/>
        </p:nvSpPr>
        <p:spPr>
          <a:xfrm>
            <a:off x="9069832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</a:t>
            </a:r>
            <a:endParaRPr lang="ko-KR" sz="3300" dirty="0"/>
          </a:p>
        </p:txBody>
      </p:sp>
      <p:sp>
        <p:nvSpPr>
          <p:cNvPr id="35" name="S08-tile166"/>
          <p:cNvSpPr txBox="1"/>
          <p:nvPr/>
        </p:nvSpPr>
        <p:spPr>
          <a:xfrm>
            <a:off x="10028089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3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배열표의 빈칸</a:t>
            </a:r>
            <a:endParaRPr lang="ko-KR" sz="4400" dirty="0"/>
          </a:p>
        </p:txBody>
      </p:sp>
      <p:sp>
        <p:nvSpPr>
          <p:cNvPr id="3" name="S09-card1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→는 1씩, ↓는 10씩 커져요. ?에 알맞은 수는?</a:t>
            </a:r>
            <a:endParaRPr lang="ko-KR" sz="3200" dirty="0"/>
          </a:p>
        </p:txBody>
      </p:sp>
      <p:sp>
        <p:nvSpPr>
          <p:cNvPr id="5" name="S09-tile169"/>
          <p:cNvSpPr txBox="1"/>
          <p:nvPr/>
        </p:nvSpPr>
        <p:spPr>
          <a:xfrm>
            <a:off x="548640" y="1629918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</a:t>
            </a:r>
            <a:endParaRPr lang="ko-KR" sz="4000" dirty="0"/>
          </a:p>
        </p:txBody>
      </p:sp>
      <p:sp>
        <p:nvSpPr>
          <p:cNvPr id="6" name="S09-tile170"/>
          <p:cNvSpPr txBox="1"/>
          <p:nvPr/>
        </p:nvSpPr>
        <p:spPr>
          <a:xfrm>
            <a:off x="1677924" y="1629918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</a:t>
            </a:r>
            <a:endParaRPr lang="ko-KR" sz="4000" dirty="0"/>
          </a:p>
        </p:txBody>
      </p:sp>
      <p:sp>
        <p:nvSpPr>
          <p:cNvPr id="7" name="S09-tile171"/>
          <p:cNvSpPr txBox="1"/>
          <p:nvPr/>
        </p:nvSpPr>
        <p:spPr>
          <a:xfrm>
            <a:off x="2807208" y="1629918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</a:t>
            </a:r>
            <a:endParaRPr lang="ko-KR" sz="4000" dirty="0"/>
          </a:p>
        </p:txBody>
      </p:sp>
      <p:sp>
        <p:nvSpPr>
          <p:cNvPr id="8" name="S09-tile172"/>
          <p:cNvSpPr txBox="1"/>
          <p:nvPr/>
        </p:nvSpPr>
        <p:spPr>
          <a:xfrm>
            <a:off x="3936492" y="1629918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</a:t>
            </a:r>
            <a:endParaRPr lang="ko-KR" sz="4000" dirty="0"/>
          </a:p>
        </p:txBody>
      </p:sp>
      <p:sp>
        <p:nvSpPr>
          <p:cNvPr id="9" name="S09-tile173"/>
          <p:cNvSpPr txBox="1"/>
          <p:nvPr/>
        </p:nvSpPr>
        <p:spPr>
          <a:xfrm>
            <a:off x="5065776" y="1629918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</a:t>
            </a:r>
            <a:endParaRPr lang="ko-KR" sz="4000" dirty="0"/>
          </a:p>
        </p:txBody>
      </p:sp>
      <p:sp>
        <p:nvSpPr>
          <p:cNvPr id="10" name="S09-tile174"/>
          <p:cNvSpPr txBox="1"/>
          <p:nvPr/>
        </p:nvSpPr>
        <p:spPr>
          <a:xfrm>
            <a:off x="6195060" y="1629918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1" name="S09-tile175"/>
          <p:cNvSpPr txBox="1"/>
          <p:nvPr/>
        </p:nvSpPr>
        <p:spPr>
          <a:xfrm>
            <a:off x="7324344" y="1629918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</a:t>
            </a:r>
            <a:endParaRPr lang="ko-KR" sz="4000" dirty="0"/>
          </a:p>
        </p:txBody>
      </p:sp>
      <p:sp>
        <p:nvSpPr>
          <p:cNvPr id="12" name="S09-tile176"/>
          <p:cNvSpPr txBox="1"/>
          <p:nvPr/>
        </p:nvSpPr>
        <p:spPr>
          <a:xfrm>
            <a:off x="8453628" y="1629918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</a:t>
            </a:r>
            <a:endParaRPr lang="ko-KR" sz="4000" dirty="0"/>
          </a:p>
        </p:txBody>
      </p:sp>
      <p:sp>
        <p:nvSpPr>
          <p:cNvPr id="13" name="S09-tile177"/>
          <p:cNvSpPr txBox="1"/>
          <p:nvPr/>
        </p:nvSpPr>
        <p:spPr>
          <a:xfrm>
            <a:off x="9582912" y="1629918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</a:t>
            </a:r>
            <a:endParaRPr lang="ko-KR" sz="4000" dirty="0"/>
          </a:p>
        </p:txBody>
      </p:sp>
      <p:sp>
        <p:nvSpPr>
          <p:cNvPr id="14" name="S09-tile178"/>
          <p:cNvSpPr txBox="1"/>
          <p:nvPr/>
        </p:nvSpPr>
        <p:spPr>
          <a:xfrm>
            <a:off x="10712196" y="1629918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4000" dirty="0"/>
          </a:p>
        </p:txBody>
      </p:sp>
      <p:sp>
        <p:nvSpPr>
          <p:cNvPr id="15" name="S09-tile179"/>
          <p:cNvSpPr txBox="1"/>
          <p:nvPr/>
        </p:nvSpPr>
        <p:spPr>
          <a:xfrm>
            <a:off x="548640" y="2759202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</a:t>
            </a:r>
            <a:endParaRPr lang="ko-KR" sz="4000" dirty="0"/>
          </a:p>
        </p:txBody>
      </p:sp>
      <p:sp>
        <p:nvSpPr>
          <p:cNvPr id="16" name="S09-tile180"/>
          <p:cNvSpPr txBox="1"/>
          <p:nvPr/>
        </p:nvSpPr>
        <p:spPr>
          <a:xfrm>
            <a:off x="1677924" y="2759202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</a:t>
            </a:r>
            <a:endParaRPr lang="ko-KR" sz="4000" dirty="0"/>
          </a:p>
        </p:txBody>
      </p:sp>
      <p:sp>
        <p:nvSpPr>
          <p:cNvPr id="17" name="S09-tile181"/>
          <p:cNvSpPr txBox="1"/>
          <p:nvPr/>
        </p:nvSpPr>
        <p:spPr>
          <a:xfrm>
            <a:off x="2807208" y="2759202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8" name="S09-tile182"/>
          <p:cNvSpPr txBox="1"/>
          <p:nvPr/>
        </p:nvSpPr>
        <p:spPr>
          <a:xfrm>
            <a:off x="3936492" y="2759202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</a:t>
            </a:r>
            <a:endParaRPr lang="ko-KR" sz="4000" dirty="0"/>
          </a:p>
        </p:txBody>
      </p:sp>
      <p:sp>
        <p:nvSpPr>
          <p:cNvPr id="19" name="S09-tile183"/>
          <p:cNvSpPr txBox="1"/>
          <p:nvPr/>
        </p:nvSpPr>
        <p:spPr>
          <a:xfrm>
            <a:off x="5065776" y="2759202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</a:t>
            </a:r>
            <a:endParaRPr lang="ko-KR" sz="4000" dirty="0"/>
          </a:p>
        </p:txBody>
      </p:sp>
      <p:sp>
        <p:nvSpPr>
          <p:cNvPr id="20" name="S09-tile184"/>
          <p:cNvSpPr txBox="1"/>
          <p:nvPr/>
        </p:nvSpPr>
        <p:spPr>
          <a:xfrm>
            <a:off x="6195060" y="2759202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66</a:t>
            </a:r>
            <a:endParaRPr lang="ko-KR" sz="4000" dirty="0"/>
          </a:p>
        </p:txBody>
      </p:sp>
      <p:sp>
        <p:nvSpPr>
          <p:cNvPr id="21" name="S09-tile185"/>
          <p:cNvSpPr txBox="1"/>
          <p:nvPr/>
        </p:nvSpPr>
        <p:spPr>
          <a:xfrm>
            <a:off x="7324344" y="2759202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</a:t>
            </a:r>
            <a:endParaRPr lang="ko-KR" sz="4000" dirty="0"/>
          </a:p>
        </p:txBody>
      </p:sp>
      <p:sp>
        <p:nvSpPr>
          <p:cNvPr id="22" name="S09-tile186"/>
          <p:cNvSpPr txBox="1"/>
          <p:nvPr/>
        </p:nvSpPr>
        <p:spPr>
          <a:xfrm>
            <a:off x="8453628" y="2759202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</a:t>
            </a:r>
            <a:endParaRPr lang="ko-KR" sz="4000" dirty="0"/>
          </a:p>
        </p:txBody>
      </p:sp>
      <p:sp>
        <p:nvSpPr>
          <p:cNvPr id="23" name="S09-tile187"/>
          <p:cNvSpPr txBox="1"/>
          <p:nvPr/>
        </p:nvSpPr>
        <p:spPr>
          <a:xfrm>
            <a:off x="9582912" y="2759202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69</a:t>
            </a:r>
            <a:endParaRPr lang="ko-KR" sz="4000" dirty="0"/>
          </a:p>
        </p:txBody>
      </p:sp>
      <p:sp>
        <p:nvSpPr>
          <p:cNvPr id="24" name="S09-tile188"/>
          <p:cNvSpPr txBox="1"/>
          <p:nvPr/>
        </p:nvSpPr>
        <p:spPr>
          <a:xfrm>
            <a:off x="10712196" y="2759202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25" name="S09-tile189"/>
          <p:cNvSpPr txBox="1"/>
          <p:nvPr/>
        </p:nvSpPr>
        <p:spPr>
          <a:xfrm>
            <a:off x="548640" y="3888486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71</a:t>
            </a:r>
            <a:endParaRPr lang="ko-KR" sz="4000" dirty="0"/>
          </a:p>
        </p:txBody>
      </p:sp>
      <p:sp>
        <p:nvSpPr>
          <p:cNvPr id="26" name="S09-tile190"/>
          <p:cNvSpPr txBox="1"/>
          <p:nvPr/>
        </p:nvSpPr>
        <p:spPr>
          <a:xfrm>
            <a:off x="1677924" y="3888486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</a:t>
            </a:r>
            <a:endParaRPr lang="ko-KR" sz="4000" dirty="0"/>
          </a:p>
        </p:txBody>
      </p:sp>
      <p:sp>
        <p:nvSpPr>
          <p:cNvPr id="27" name="S09-tile191"/>
          <p:cNvSpPr txBox="1"/>
          <p:nvPr/>
        </p:nvSpPr>
        <p:spPr>
          <a:xfrm>
            <a:off x="2807208" y="3888486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73</a:t>
            </a:r>
            <a:endParaRPr lang="ko-KR" sz="4000" dirty="0"/>
          </a:p>
        </p:txBody>
      </p:sp>
      <p:sp>
        <p:nvSpPr>
          <p:cNvPr id="28" name="S09-tile192"/>
          <p:cNvSpPr txBox="1"/>
          <p:nvPr/>
        </p:nvSpPr>
        <p:spPr>
          <a:xfrm>
            <a:off x="3936492" y="3888486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74</a:t>
            </a:r>
            <a:endParaRPr lang="ko-KR" sz="4000" dirty="0"/>
          </a:p>
        </p:txBody>
      </p:sp>
      <p:sp>
        <p:nvSpPr>
          <p:cNvPr id="29" name="S09-tile193"/>
          <p:cNvSpPr txBox="1"/>
          <p:nvPr/>
        </p:nvSpPr>
        <p:spPr>
          <a:xfrm>
            <a:off x="5065776" y="3888486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</a:t>
            </a:r>
            <a:endParaRPr lang="ko-KR" sz="4000" dirty="0"/>
          </a:p>
        </p:txBody>
      </p:sp>
      <p:sp>
        <p:nvSpPr>
          <p:cNvPr id="30" name="S09-tile194"/>
          <p:cNvSpPr txBox="1"/>
          <p:nvPr/>
        </p:nvSpPr>
        <p:spPr>
          <a:xfrm>
            <a:off x="6195060" y="3888486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</a:t>
            </a:r>
            <a:endParaRPr lang="ko-KR" sz="4000" dirty="0"/>
          </a:p>
        </p:txBody>
      </p:sp>
      <p:sp>
        <p:nvSpPr>
          <p:cNvPr id="31" name="S09-tile195"/>
          <p:cNvSpPr txBox="1"/>
          <p:nvPr/>
        </p:nvSpPr>
        <p:spPr>
          <a:xfrm>
            <a:off x="7324344" y="3888486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77</a:t>
            </a:r>
            <a:endParaRPr lang="ko-KR" sz="4000" dirty="0"/>
          </a:p>
        </p:txBody>
      </p:sp>
      <p:sp>
        <p:nvSpPr>
          <p:cNvPr id="32" name="S09-tile196"/>
          <p:cNvSpPr txBox="1"/>
          <p:nvPr/>
        </p:nvSpPr>
        <p:spPr>
          <a:xfrm>
            <a:off x="8453628" y="3888486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33" name="S09-tile197"/>
          <p:cNvSpPr txBox="1"/>
          <p:nvPr/>
        </p:nvSpPr>
        <p:spPr>
          <a:xfrm>
            <a:off x="9582912" y="3888486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79</a:t>
            </a:r>
            <a:endParaRPr lang="ko-KR" sz="4000" dirty="0"/>
          </a:p>
        </p:txBody>
      </p:sp>
      <p:sp>
        <p:nvSpPr>
          <p:cNvPr id="34" name="S09-tile198"/>
          <p:cNvSpPr txBox="1"/>
          <p:nvPr/>
        </p:nvSpPr>
        <p:spPr>
          <a:xfrm>
            <a:off x="10712196" y="3888486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card199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200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 ?에 알맞은 수는?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수 배열표에서 47 바로 아래 수는?</a:t>
            </a:r>
            <a:endParaRPr lang="ko-KR" sz="3200" dirty="0"/>
          </a:p>
        </p:txBody>
      </p:sp>
      <p:sp>
        <p:nvSpPr>
          <p:cNvPr id="5" name="S10-tile201"/>
          <p:cNvSpPr txBox="1"/>
          <p:nvPr/>
        </p:nvSpPr>
        <p:spPr>
          <a:xfrm>
            <a:off x="1476756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5900" dirty="0"/>
          </a:p>
        </p:txBody>
      </p:sp>
      <p:sp>
        <p:nvSpPr>
          <p:cNvPr id="6" name="S10-tile202"/>
          <p:cNvSpPr txBox="1"/>
          <p:nvPr/>
        </p:nvSpPr>
        <p:spPr>
          <a:xfrm>
            <a:off x="3049524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5900" dirty="0"/>
          </a:p>
        </p:txBody>
      </p:sp>
      <p:sp>
        <p:nvSpPr>
          <p:cNvPr id="7" name="S10-tile203"/>
          <p:cNvSpPr txBox="1"/>
          <p:nvPr/>
        </p:nvSpPr>
        <p:spPr>
          <a:xfrm>
            <a:off x="4622292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5900" dirty="0"/>
          </a:p>
        </p:txBody>
      </p:sp>
      <p:sp>
        <p:nvSpPr>
          <p:cNvPr id="8" name="S10-tile204"/>
          <p:cNvSpPr txBox="1"/>
          <p:nvPr/>
        </p:nvSpPr>
        <p:spPr>
          <a:xfrm>
            <a:off x="6195060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5900" dirty="0"/>
          </a:p>
        </p:txBody>
      </p:sp>
      <p:sp>
        <p:nvSpPr>
          <p:cNvPr id="9" name="S10-tile205"/>
          <p:cNvSpPr txBox="1"/>
          <p:nvPr/>
        </p:nvSpPr>
        <p:spPr>
          <a:xfrm>
            <a:off x="7767828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900" dirty="0"/>
          </a:p>
        </p:txBody>
      </p:sp>
      <p:sp>
        <p:nvSpPr>
          <p:cNvPr id="10" name="S10-tile206"/>
          <p:cNvSpPr txBox="1"/>
          <p:nvPr/>
        </p:nvSpPr>
        <p:spPr>
          <a:xfrm>
            <a:off x="9340596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5900" dirty="0"/>
          </a:p>
        </p:txBody>
      </p:sp>
      <p:sp>
        <p:nvSpPr>
          <p:cNvPr id="11" name="S10-tile207"/>
          <p:cNvSpPr txBox="1"/>
          <p:nvPr/>
        </p:nvSpPr>
        <p:spPr>
          <a:xfrm>
            <a:off x="1476756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5900" dirty="0"/>
          </a:p>
        </p:txBody>
      </p:sp>
      <p:sp>
        <p:nvSpPr>
          <p:cNvPr id="12" name="S10-tile208"/>
          <p:cNvSpPr txBox="1"/>
          <p:nvPr/>
        </p:nvSpPr>
        <p:spPr>
          <a:xfrm>
            <a:off x="3049524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5900" dirty="0"/>
          </a:p>
        </p:txBody>
      </p:sp>
      <p:sp>
        <p:nvSpPr>
          <p:cNvPr id="13" name="S10-tile209"/>
          <p:cNvSpPr txBox="1"/>
          <p:nvPr/>
        </p:nvSpPr>
        <p:spPr>
          <a:xfrm>
            <a:off x="4622292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5900" dirty="0"/>
          </a:p>
        </p:txBody>
      </p:sp>
      <p:sp>
        <p:nvSpPr>
          <p:cNvPr id="14" name="S10-tile210"/>
          <p:cNvSpPr txBox="1"/>
          <p:nvPr/>
        </p:nvSpPr>
        <p:spPr>
          <a:xfrm>
            <a:off x="6195060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5900" dirty="0"/>
          </a:p>
        </p:txBody>
      </p:sp>
      <p:sp>
        <p:nvSpPr>
          <p:cNvPr id="15" name="S10-tile211"/>
          <p:cNvSpPr txBox="1"/>
          <p:nvPr/>
        </p:nvSpPr>
        <p:spPr>
          <a:xfrm>
            <a:off x="7767828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900" dirty="0"/>
          </a:p>
        </p:txBody>
      </p:sp>
      <p:sp>
        <p:nvSpPr>
          <p:cNvPr id="16" name="S10-tile212"/>
          <p:cNvSpPr txBox="1"/>
          <p:nvPr/>
        </p:nvSpPr>
        <p:spPr>
          <a:xfrm>
            <a:off x="9340596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 바로 왼쪽의 수는?</a:t>
            </a:r>
            <a:endParaRPr lang="ko-KR" sz="4400" dirty="0"/>
          </a:p>
        </p:txBody>
      </p:sp>
      <p:sp>
        <p:nvSpPr>
          <p:cNvPr id="3" name="S12-text2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배열표를 떠올려 봐요.</a:t>
            </a:r>
            <a:endParaRPr lang="ko-KR" sz="3200" dirty="0"/>
          </a:p>
        </p:txBody>
      </p:sp>
      <p:sp>
        <p:nvSpPr>
          <p:cNvPr id="4" name="S12-card2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2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2-chip216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217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218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</a:t>
            </a:r>
            <a:endParaRPr lang="ko-KR" sz="3200" dirty="0"/>
          </a:p>
        </p:txBody>
      </p:sp>
      <p:sp>
        <p:nvSpPr>
          <p:cNvPr id="9" name="S12-chip219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220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221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</a:t>
            </a:r>
            <a:endParaRPr lang="ko-KR" sz="3200" dirty="0"/>
          </a:p>
        </p:txBody>
      </p:sp>
      <p:sp>
        <p:nvSpPr>
          <p:cNvPr id="12" name="S12-chip222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223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224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22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22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이웃한 수를 비교해 몇씩 커지는지 먼저 찾아요.</a:t>
            </a:r>
            <a:endParaRPr lang="ko-KR" sz="3200" dirty="0"/>
          </a:p>
        </p:txBody>
      </p:sp>
      <p:sp>
        <p:nvSpPr>
          <p:cNvPr id="5" name="S13-chip22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규칙 먼저 말하기</a:t>
            </a:r>
            <a:endParaRPr lang="ko-KR" sz="2600" dirty="0"/>
          </a:p>
        </p:txBody>
      </p:sp>
      <p:sp>
        <p:nvSpPr>
          <p:cNvPr id="6" name="S13-chip22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무조건 1 큰 수 쓰기</a:t>
            </a:r>
            <a:endParaRPr lang="ko-KR" sz="2600" dirty="0"/>
          </a:p>
        </p:txBody>
      </p:sp>
      <p:sp>
        <p:nvSpPr>
          <p:cNvPr id="7" name="S13-text22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230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5, 7, 9, □</a:t>
            </a:r>
            <a:endParaRPr lang="ko-KR" sz="2600" dirty="0"/>
          </a:p>
        </p:txBody>
      </p:sp>
      <p:sp>
        <p:nvSpPr>
          <p:cNvPr id="9" name="S13-text231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20, 30, 40, □</a:t>
            </a:r>
            <a:endParaRPr lang="ko-KR" sz="2600" dirty="0"/>
          </a:p>
        </p:txBody>
      </p:sp>
      <p:sp>
        <p:nvSpPr>
          <p:cNvPr id="10" name="S13-text232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38 바로 아래 수는?</a:t>
            </a:r>
            <a:endParaRPr lang="ko-KR" sz="2600" dirty="0"/>
          </a:p>
        </p:txBody>
      </p:sp>
      <p:sp>
        <p:nvSpPr>
          <p:cNvPr id="11" name="S13-text23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세 자리 수(2학년)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묶음과 낱개</a:t>
            </a:r>
            <a:endParaRPr lang="ko-KR" sz="4400" dirty="0"/>
          </a:p>
        </p:txBody>
      </p:sp>
      <p:sp>
        <p:nvSpPr>
          <p:cNvPr id="3" name="S14-card2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2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낱개가 하나 늘면 1 큰 수, 묶음이 하나 늘면 10 큰 수예요.</a:t>
            </a:r>
            <a:endParaRPr lang="ko-KR" sz="3200" dirty="0"/>
          </a:p>
        </p:txBody>
      </p:sp>
      <p:sp>
        <p:nvSpPr>
          <p:cNvPr id="5" name="S14-rod236"/>
          <p:cNvSpPr/>
          <p:nvPr/>
        </p:nvSpPr>
        <p:spPr>
          <a:xfrm>
            <a:off x="1453896" y="1592199"/>
            <a:ext cx="274320" cy="27432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4-line237"/>
          <p:cNvSpPr/>
          <p:nvPr/>
        </p:nvSpPr>
        <p:spPr>
          <a:xfrm>
            <a:off x="1453896" y="18665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14-line238"/>
          <p:cNvSpPr/>
          <p:nvPr/>
        </p:nvSpPr>
        <p:spPr>
          <a:xfrm>
            <a:off x="1453896" y="21408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4-line239"/>
          <p:cNvSpPr/>
          <p:nvPr/>
        </p:nvSpPr>
        <p:spPr>
          <a:xfrm>
            <a:off x="1453896" y="24151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4-line240"/>
          <p:cNvSpPr/>
          <p:nvPr/>
        </p:nvSpPr>
        <p:spPr>
          <a:xfrm>
            <a:off x="1453896" y="26894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4-line241"/>
          <p:cNvSpPr/>
          <p:nvPr/>
        </p:nvSpPr>
        <p:spPr>
          <a:xfrm>
            <a:off x="1453896" y="296379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4-line242"/>
          <p:cNvSpPr/>
          <p:nvPr/>
        </p:nvSpPr>
        <p:spPr>
          <a:xfrm>
            <a:off x="1453896" y="32381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4-line243"/>
          <p:cNvSpPr/>
          <p:nvPr/>
        </p:nvSpPr>
        <p:spPr>
          <a:xfrm>
            <a:off x="1453896" y="35124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4-line244"/>
          <p:cNvSpPr/>
          <p:nvPr/>
        </p:nvSpPr>
        <p:spPr>
          <a:xfrm>
            <a:off x="1453896" y="37867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4-line245"/>
          <p:cNvSpPr/>
          <p:nvPr/>
        </p:nvSpPr>
        <p:spPr>
          <a:xfrm>
            <a:off x="1453896" y="40610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4-rod246"/>
          <p:cNvSpPr/>
          <p:nvPr/>
        </p:nvSpPr>
        <p:spPr>
          <a:xfrm>
            <a:off x="1892808" y="1592199"/>
            <a:ext cx="274320" cy="27432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4-line247"/>
          <p:cNvSpPr/>
          <p:nvPr/>
        </p:nvSpPr>
        <p:spPr>
          <a:xfrm>
            <a:off x="1892808" y="18665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4-line248"/>
          <p:cNvSpPr/>
          <p:nvPr/>
        </p:nvSpPr>
        <p:spPr>
          <a:xfrm>
            <a:off x="1892808" y="21408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4-line249"/>
          <p:cNvSpPr/>
          <p:nvPr/>
        </p:nvSpPr>
        <p:spPr>
          <a:xfrm>
            <a:off x="1892808" y="24151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4-line250"/>
          <p:cNvSpPr/>
          <p:nvPr/>
        </p:nvSpPr>
        <p:spPr>
          <a:xfrm>
            <a:off x="1892808" y="26894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4-line251"/>
          <p:cNvSpPr/>
          <p:nvPr/>
        </p:nvSpPr>
        <p:spPr>
          <a:xfrm>
            <a:off x="1892808" y="296379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4-line252"/>
          <p:cNvSpPr/>
          <p:nvPr/>
        </p:nvSpPr>
        <p:spPr>
          <a:xfrm>
            <a:off x="1892808" y="32381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4-line253"/>
          <p:cNvSpPr/>
          <p:nvPr/>
        </p:nvSpPr>
        <p:spPr>
          <a:xfrm>
            <a:off x="1892808" y="35124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4-line254"/>
          <p:cNvSpPr/>
          <p:nvPr/>
        </p:nvSpPr>
        <p:spPr>
          <a:xfrm>
            <a:off x="1892808" y="37867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4-line255"/>
          <p:cNvSpPr/>
          <p:nvPr/>
        </p:nvSpPr>
        <p:spPr>
          <a:xfrm>
            <a:off x="1892808" y="40610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4-rod256"/>
          <p:cNvSpPr/>
          <p:nvPr/>
        </p:nvSpPr>
        <p:spPr>
          <a:xfrm>
            <a:off x="2331720" y="1592199"/>
            <a:ext cx="274320" cy="27432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4-line257"/>
          <p:cNvSpPr/>
          <p:nvPr/>
        </p:nvSpPr>
        <p:spPr>
          <a:xfrm>
            <a:off x="2331720" y="18665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4-line258"/>
          <p:cNvSpPr/>
          <p:nvPr/>
        </p:nvSpPr>
        <p:spPr>
          <a:xfrm>
            <a:off x="2331720" y="21408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4-line259"/>
          <p:cNvSpPr/>
          <p:nvPr/>
        </p:nvSpPr>
        <p:spPr>
          <a:xfrm>
            <a:off x="2331720" y="24151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4-line260"/>
          <p:cNvSpPr/>
          <p:nvPr/>
        </p:nvSpPr>
        <p:spPr>
          <a:xfrm>
            <a:off x="2331720" y="26894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4-line261"/>
          <p:cNvSpPr/>
          <p:nvPr/>
        </p:nvSpPr>
        <p:spPr>
          <a:xfrm>
            <a:off x="2331720" y="296379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4-line262"/>
          <p:cNvSpPr/>
          <p:nvPr/>
        </p:nvSpPr>
        <p:spPr>
          <a:xfrm>
            <a:off x="2331720" y="32381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4-line263"/>
          <p:cNvSpPr/>
          <p:nvPr/>
        </p:nvSpPr>
        <p:spPr>
          <a:xfrm>
            <a:off x="2331720" y="35124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4-line264"/>
          <p:cNvSpPr/>
          <p:nvPr/>
        </p:nvSpPr>
        <p:spPr>
          <a:xfrm>
            <a:off x="2331720" y="37867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4-line265"/>
          <p:cNvSpPr/>
          <p:nvPr/>
        </p:nvSpPr>
        <p:spPr>
          <a:xfrm>
            <a:off x="2331720" y="40610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4-unit266"/>
          <p:cNvSpPr/>
          <p:nvPr/>
        </p:nvSpPr>
        <p:spPr>
          <a:xfrm>
            <a:off x="2770632" y="39924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14-unit267"/>
          <p:cNvSpPr/>
          <p:nvPr/>
        </p:nvSpPr>
        <p:spPr>
          <a:xfrm>
            <a:off x="2770632" y="36495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4-unit268"/>
          <p:cNvSpPr/>
          <p:nvPr/>
        </p:nvSpPr>
        <p:spPr>
          <a:xfrm>
            <a:off x="2770632" y="33066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14-unit269"/>
          <p:cNvSpPr/>
          <p:nvPr/>
        </p:nvSpPr>
        <p:spPr>
          <a:xfrm>
            <a:off x="2770632" y="29637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14-figure270" descr="수 모형: 10개씩 묶음 3개, 낱개 4개(34)"/>
          <p:cNvSpPr/>
          <p:nvPr/>
        </p:nvSpPr>
        <p:spPr>
          <a:xfrm>
            <a:off x="548640" y="1592199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14-label271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ko-KR" sz="2600" dirty="0"/>
          </a:p>
        </p:txBody>
      </p:sp>
      <p:sp>
        <p:nvSpPr>
          <p:cNvPr id="41" name="S14-rod272"/>
          <p:cNvSpPr/>
          <p:nvPr/>
        </p:nvSpPr>
        <p:spPr>
          <a:xfrm>
            <a:off x="5257800" y="1592199"/>
            <a:ext cx="274320" cy="27432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14-line273"/>
          <p:cNvSpPr/>
          <p:nvPr/>
        </p:nvSpPr>
        <p:spPr>
          <a:xfrm>
            <a:off x="5257800" y="18665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4-line274"/>
          <p:cNvSpPr/>
          <p:nvPr/>
        </p:nvSpPr>
        <p:spPr>
          <a:xfrm>
            <a:off x="5257800" y="21408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4-line275"/>
          <p:cNvSpPr/>
          <p:nvPr/>
        </p:nvSpPr>
        <p:spPr>
          <a:xfrm>
            <a:off x="5257800" y="24151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4-line276"/>
          <p:cNvSpPr/>
          <p:nvPr/>
        </p:nvSpPr>
        <p:spPr>
          <a:xfrm>
            <a:off x="5257800" y="26894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4-line277"/>
          <p:cNvSpPr/>
          <p:nvPr/>
        </p:nvSpPr>
        <p:spPr>
          <a:xfrm>
            <a:off x="5257800" y="296379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4-line278"/>
          <p:cNvSpPr/>
          <p:nvPr/>
        </p:nvSpPr>
        <p:spPr>
          <a:xfrm>
            <a:off x="5257800" y="32381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4-line279"/>
          <p:cNvSpPr/>
          <p:nvPr/>
        </p:nvSpPr>
        <p:spPr>
          <a:xfrm>
            <a:off x="5257800" y="35124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4-line280"/>
          <p:cNvSpPr/>
          <p:nvPr/>
        </p:nvSpPr>
        <p:spPr>
          <a:xfrm>
            <a:off x="5257800" y="37867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4-line281"/>
          <p:cNvSpPr/>
          <p:nvPr/>
        </p:nvSpPr>
        <p:spPr>
          <a:xfrm>
            <a:off x="5257800" y="40610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4-rod282"/>
          <p:cNvSpPr/>
          <p:nvPr/>
        </p:nvSpPr>
        <p:spPr>
          <a:xfrm>
            <a:off x="5696712" y="1592199"/>
            <a:ext cx="274320" cy="27432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14-line283"/>
          <p:cNvSpPr/>
          <p:nvPr/>
        </p:nvSpPr>
        <p:spPr>
          <a:xfrm>
            <a:off x="5696712" y="18665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4-line284"/>
          <p:cNvSpPr/>
          <p:nvPr/>
        </p:nvSpPr>
        <p:spPr>
          <a:xfrm>
            <a:off x="5696712" y="21408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4-line285"/>
          <p:cNvSpPr/>
          <p:nvPr/>
        </p:nvSpPr>
        <p:spPr>
          <a:xfrm>
            <a:off x="5696712" y="24151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4-line286"/>
          <p:cNvSpPr/>
          <p:nvPr/>
        </p:nvSpPr>
        <p:spPr>
          <a:xfrm>
            <a:off x="5696712" y="26894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4-line287"/>
          <p:cNvSpPr/>
          <p:nvPr/>
        </p:nvSpPr>
        <p:spPr>
          <a:xfrm>
            <a:off x="5696712" y="296379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4-line288"/>
          <p:cNvSpPr/>
          <p:nvPr/>
        </p:nvSpPr>
        <p:spPr>
          <a:xfrm>
            <a:off x="5696712" y="32381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4-line289"/>
          <p:cNvSpPr/>
          <p:nvPr/>
        </p:nvSpPr>
        <p:spPr>
          <a:xfrm>
            <a:off x="5696712" y="35124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4-line290"/>
          <p:cNvSpPr/>
          <p:nvPr/>
        </p:nvSpPr>
        <p:spPr>
          <a:xfrm>
            <a:off x="5696712" y="37867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4-line291"/>
          <p:cNvSpPr/>
          <p:nvPr/>
        </p:nvSpPr>
        <p:spPr>
          <a:xfrm>
            <a:off x="5696712" y="40610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4-rod292"/>
          <p:cNvSpPr/>
          <p:nvPr/>
        </p:nvSpPr>
        <p:spPr>
          <a:xfrm>
            <a:off x="6135624" y="1592199"/>
            <a:ext cx="274320" cy="27432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14-line293"/>
          <p:cNvSpPr/>
          <p:nvPr/>
        </p:nvSpPr>
        <p:spPr>
          <a:xfrm>
            <a:off x="6135624" y="18665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4-line294"/>
          <p:cNvSpPr/>
          <p:nvPr/>
        </p:nvSpPr>
        <p:spPr>
          <a:xfrm>
            <a:off x="6135624" y="21408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4-line295"/>
          <p:cNvSpPr/>
          <p:nvPr/>
        </p:nvSpPr>
        <p:spPr>
          <a:xfrm>
            <a:off x="6135624" y="24151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4-line296"/>
          <p:cNvSpPr/>
          <p:nvPr/>
        </p:nvSpPr>
        <p:spPr>
          <a:xfrm>
            <a:off x="6135624" y="26894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4-line297"/>
          <p:cNvSpPr/>
          <p:nvPr/>
        </p:nvSpPr>
        <p:spPr>
          <a:xfrm>
            <a:off x="6135624" y="296379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4-line298"/>
          <p:cNvSpPr/>
          <p:nvPr/>
        </p:nvSpPr>
        <p:spPr>
          <a:xfrm>
            <a:off x="6135624" y="32381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14-line299"/>
          <p:cNvSpPr/>
          <p:nvPr/>
        </p:nvSpPr>
        <p:spPr>
          <a:xfrm>
            <a:off x="6135624" y="35124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14-line300"/>
          <p:cNvSpPr/>
          <p:nvPr/>
        </p:nvSpPr>
        <p:spPr>
          <a:xfrm>
            <a:off x="6135624" y="37867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14-line301"/>
          <p:cNvSpPr/>
          <p:nvPr/>
        </p:nvSpPr>
        <p:spPr>
          <a:xfrm>
            <a:off x="6135624" y="40610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14-unit302"/>
          <p:cNvSpPr/>
          <p:nvPr/>
        </p:nvSpPr>
        <p:spPr>
          <a:xfrm>
            <a:off x="6574536" y="39924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14-unit303"/>
          <p:cNvSpPr/>
          <p:nvPr/>
        </p:nvSpPr>
        <p:spPr>
          <a:xfrm>
            <a:off x="6574536" y="36495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14-unit304"/>
          <p:cNvSpPr/>
          <p:nvPr/>
        </p:nvSpPr>
        <p:spPr>
          <a:xfrm>
            <a:off x="6574536" y="33066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14-unit305"/>
          <p:cNvSpPr/>
          <p:nvPr/>
        </p:nvSpPr>
        <p:spPr>
          <a:xfrm>
            <a:off x="6574536" y="29637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14-unit306"/>
          <p:cNvSpPr/>
          <p:nvPr/>
        </p:nvSpPr>
        <p:spPr>
          <a:xfrm>
            <a:off x="6574536" y="26208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14-figure307" descr="수 모형: 10개씩 묶음 3개, 낱개 5개(35)"/>
          <p:cNvSpPr/>
          <p:nvPr/>
        </p:nvSpPr>
        <p:spPr>
          <a:xfrm>
            <a:off x="4352544" y="1592199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14-label308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35(1 큰 수)</a:t>
            </a:r>
            <a:endParaRPr lang="ko-KR" sz="2600" dirty="0"/>
          </a:p>
        </p:txBody>
      </p:sp>
      <p:sp>
        <p:nvSpPr>
          <p:cNvPr id="78" name="S14-rod309"/>
          <p:cNvSpPr/>
          <p:nvPr/>
        </p:nvSpPr>
        <p:spPr>
          <a:xfrm>
            <a:off x="8842248" y="1592199"/>
            <a:ext cx="274320" cy="27432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9" name="S14-line310"/>
          <p:cNvSpPr/>
          <p:nvPr/>
        </p:nvSpPr>
        <p:spPr>
          <a:xfrm>
            <a:off x="8842248" y="18665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14-line311"/>
          <p:cNvSpPr/>
          <p:nvPr/>
        </p:nvSpPr>
        <p:spPr>
          <a:xfrm>
            <a:off x="8842248" y="21408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14-line312"/>
          <p:cNvSpPr/>
          <p:nvPr/>
        </p:nvSpPr>
        <p:spPr>
          <a:xfrm>
            <a:off x="8842248" y="24151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14-line313"/>
          <p:cNvSpPr/>
          <p:nvPr/>
        </p:nvSpPr>
        <p:spPr>
          <a:xfrm>
            <a:off x="8842248" y="26894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14-line314"/>
          <p:cNvSpPr/>
          <p:nvPr/>
        </p:nvSpPr>
        <p:spPr>
          <a:xfrm>
            <a:off x="8842248" y="296379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14-line315"/>
          <p:cNvSpPr/>
          <p:nvPr/>
        </p:nvSpPr>
        <p:spPr>
          <a:xfrm>
            <a:off x="8842248" y="32381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14-line316"/>
          <p:cNvSpPr/>
          <p:nvPr/>
        </p:nvSpPr>
        <p:spPr>
          <a:xfrm>
            <a:off x="8842248" y="35124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4-line317"/>
          <p:cNvSpPr/>
          <p:nvPr/>
        </p:nvSpPr>
        <p:spPr>
          <a:xfrm>
            <a:off x="8842248" y="37867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4-line318"/>
          <p:cNvSpPr/>
          <p:nvPr/>
        </p:nvSpPr>
        <p:spPr>
          <a:xfrm>
            <a:off x="8842248" y="40610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4-rod319"/>
          <p:cNvSpPr/>
          <p:nvPr/>
        </p:nvSpPr>
        <p:spPr>
          <a:xfrm>
            <a:off x="9281160" y="1592199"/>
            <a:ext cx="274320" cy="27432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9" name="S14-line320"/>
          <p:cNvSpPr/>
          <p:nvPr/>
        </p:nvSpPr>
        <p:spPr>
          <a:xfrm>
            <a:off x="9281160" y="18665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4-line321"/>
          <p:cNvSpPr/>
          <p:nvPr/>
        </p:nvSpPr>
        <p:spPr>
          <a:xfrm>
            <a:off x="9281160" y="21408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4-line322"/>
          <p:cNvSpPr/>
          <p:nvPr/>
        </p:nvSpPr>
        <p:spPr>
          <a:xfrm>
            <a:off x="9281160" y="24151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4-line323"/>
          <p:cNvSpPr/>
          <p:nvPr/>
        </p:nvSpPr>
        <p:spPr>
          <a:xfrm>
            <a:off x="9281160" y="26894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4-line324"/>
          <p:cNvSpPr/>
          <p:nvPr/>
        </p:nvSpPr>
        <p:spPr>
          <a:xfrm>
            <a:off x="9281160" y="296379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4-line325"/>
          <p:cNvSpPr/>
          <p:nvPr/>
        </p:nvSpPr>
        <p:spPr>
          <a:xfrm>
            <a:off x="9281160" y="32381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4-line326"/>
          <p:cNvSpPr/>
          <p:nvPr/>
        </p:nvSpPr>
        <p:spPr>
          <a:xfrm>
            <a:off x="9281160" y="35124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4-line327"/>
          <p:cNvSpPr/>
          <p:nvPr/>
        </p:nvSpPr>
        <p:spPr>
          <a:xfrm>
            <a:off x="9281160" y="37867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4-line328"/>
          <p:cNvSpPr/>
          <p:nvPr/>
        </p:nvSpPr>
        <p:spPr>
          <a:xfrm>
            <a:off x="9281160" y="40610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4-rod329"/>
          <p:cNvSpPr/>
          <p:nvPr/>
        </p:nvSpPr>
        <p:spPr>
          <a:xfrm>
            <a:off x="9720072" y="1592199"/>
            <a:ext cx="274320" cy="27432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9" name="S14-line330"/>
          <p:cNvSpPr/>
          <p:nvPr/>
        </p:nvSpPr>
        <p:spPr>
          <a:xfrm>
            <a:off x="9720072" y="18665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4-line331"/>
          <p:cNvSpPr/>
          <p:nvPr/>
        </p:nvSpPr>
        <p:spPr>
          <a:xfrm>
            <a:off x="9720072" y="21408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4-line332"/>
          <p:cNvSpPr/>
          <p:nvPr/>
        </p:nvSpPr>
        <p:spPr>
          <a:xfrm>
            <a:off x="9720072" y="24151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4-line333"/>
          <p:cNvSpPr/>
          <p:nvPr/>
        </p:nvSpPr>
        <p:spPr>
          <a:xfrm>
            <a:off x="9720072" y="26894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4-line334"/>
          <p:cNvSpPr/>
          <p:nvPr/>
        </p:nvSpPr>
        <p:spPr>
          <a:xfrm>
            <a:off x="9720072" y="296379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4-line335"/>
          <p:cNvSpPr/>
          <p:nvPr/>
        </p:nvSpPr>
        <p:spPr>
          <a:xfrm>
            <a:off x="9720072" y="32381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4-line336"/>
          <p:cNvSpPr/>
          <p:nvPr/>
        </p:nvSpPr>
        <p:spPr>
          <a:xfrm>
            <a:off x="9720072" y="35124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4-line337"/>
          <p:cNvSpPr/>
          <p:nvPr/>
        </p:nvSpPr>
        <p:spPr>
          <a:xfrm>
            <a:off x="9720072" y="37867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4-line338"/>
          <p:cNvSpPr/>
          <p:nvPr/>
        </p:nvSpPr>
        <p:spPr>
          <a:xfrm>
            <a:off x="9720072" y="40610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4-rod339"/>
          <p:cNvSpPr/>
          <p:nvPr/>
        </p:nvSpPr>
        <p:spPr>
          <a:xfrm>
            <a:off x="10158984" y="1592199"/>
            <a:ext cx="274320" cy="27432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9" name="S14-line340"/>
          <p:cNvSpPr/>
          <p:nvPr/>
        </p:nvSpPr>
        <p:spPr>
          <a:xfrm>
            <a:off x="10158984" y="18665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4-line341"/>
          <p:cNvSpPr/>
          <p:nvPr/>
        </p:nvSpPr>
        <p:spPr>
          <a:xfrm>
            <a:off x="10158984" y="21408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4-line342"/>
          <p:cNvSpPr/>
          <p:nvPr/>
        </p:nvSpPr>
        <p:spPr>
          <a:xfrm>
            <a:off x="10158984" y="24151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4-line343"/>
          <p:cNvSpPr/>
          <p:nvPr/>
        </p:nvSpPr>
        <p:spPr>
          <a:xfrm>
            <a:off x="10158984" y="26894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4-line344"/>
          <p:cNvSpPr/>
          <p:nvPr/>
        </p:nvSpPr>
        <p:spPr>
          <a:xfrm>
            <a:off x="10158984" y="296379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4-line345"/>
          <p:cNvSpPr/>
          <p:nvPr/>
        </p:nvSpPr>
        <p:spPr>
          <a:xfrm>
            <a:off x="10158984" y="32381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4-line346"/>
          <p:cNvSpPr/>
          <p:nvPr/>
        </p:nvSpPr>
        <p:spPr>
          <a:xfrm>
            <a:off x="10158984" y="35124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4-line347"/>
          <p:cNvSpPr/>
          <p:nvPr/>
        </p:nvSpPr>
        <p:spPr>
          <a:xfrm>
            <a:off x="10158984" y="37867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4-line348"/>
          <p:cNvSpPr/>
          <p:nvPr/>
        </p:nvSpPr>
        <p:spPr>
          <a:xfrm>
            <a:off x="10158984" y="40610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4-unit349"/>
          <p:cNvSpPr/>
          <p:nvPr/>
        </p:nvSpPr>
        <p:spPr>
          <a:xfrm>
            <a:off x="10597896" y="39924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9" name="S14-unit350"/>
          <p:cNvSpPr/>
          <p:nvPr/>
        </p:nvSpPr>
        <p:spPr>
          <a:xfrm>
            <a:off x="10597896" y="36495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0" name="S14-unit351"/>
          <p:cNvSpPr/>
          <p:nvPr/>
        </p:nvSpPr>
        <p:spPr>
          <a:xfrm>
            <a:off x="10597896" y="33066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1" name="S14-unit352"/>
          <p:cNvSpPr/>
          <p:nvPr/>
        </p:nvSpPr>
        <p:spPr>
          <a:xfrm>
            <a:off x="10597896" y="29637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2" name="S14-figure353" descr="수 모형: 10개씩 묶음 4개, 낱개 4개(44)"/>
          <p:cNvSpPr/>
          <p:nvPr/>
        </p:nvSpPr>
        <p:spPr>
          <a:xfrm>
            <a:off x="8156448" y="1592199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14-label354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44(10 큰 수)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수 배열의 규칙</dc:title>
  <dc:subject>KR22-G01-MAT-NUMPAT-L01</dc:subject>
  <dc:creator>education-ppt</dc:creator>
  <cp:lastModifiedBy>education-ppt</cp:lastModifiedBy>
  <cp:revision>1</cp:revision>
  <dcterms:created xsi:type="dcterms:W3CDTF">2026-10-26T07:13:34Z</dcterms:created>
  <dcterms:modified xsi:type="dcterms:W3CDTF">2026-10-26T07:13:34Z</dcterms:modified>
</cp:coreProperties>
</file>