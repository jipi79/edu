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6779455-10a8-c66f-402c-e74170702c98}">
          <p14:sldIdLst>
            <p14:sldId id="256"/>
            <p14:sldId id="257"/>
          </p14:sldIdLst>
        </p14:section>
        <p14:section name="개념" id="{9fe0b0c9-f265-02e6-a74b-5b6eada5a061}">
          <p14:sldIdLst>
            <p14:sldId id="258"/>
            <p14:sldId id="259"/>
            <p14:sldId id="262"/>
            <p14:sldId id="263"/>
          </p14:sldIdLst>
        </p14:section>
        <p14:section name="연습" id="{43da15de-30ec-e8b0-8fd1-27f0a430b19b}">
          <p14:sldIdLst>
            <p14:sldId id="260"/>
            <p14:sldId id="261"/>
            <p14:sldId id="264"/>
          </p14:sldIdLst>
        </p14:section>
        <p14:section name="개념" id="{0ca00727-108a-46f0-9af4-d42a58e6d227}">
          <p14:sldIdLst/>
        </p14:section>
        <p14:section name="연습" id="{23b2d81d-f933-d5bf-3990-bbadef0e8dd5}">
          <p14:sldIdLst/>
        </p14:section>
        <p14:section name="확인" id="{f9c71b39-bf67-bd7f-b416-74f3356892db}">
          <p14:sldIdLst>
            <p14:sldId id="265"/>
            <p14:sldId id="266"/>
          </p14:sldIdLst>
        </p14:section>
        <p14:section name="정리" id="{aab32f6e-d63d-8512-82ea-567cc8b083d8}">
          <p14:sldIdLst>
            <p14:sldId id="267"/>
          </p14:sldIdLst>
        </p14:section>
        <p14:section name="보충" id="{6bf9d64d-3699-5c06-89d0-0dee306044b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배열의 규칙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 몇씩 커질까?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몇씩 커지는지 찾아 빈칸을 채워요.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 배열표의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기억하고 있나요?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다음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5개와 낱개 3개는?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■ ● ■ 다음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커질까요?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8, 10을 수직선에서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다음에는 12가 와요.</a:t>
            </a:r>
            <a:endParaRPr lang="ko-KR" sz="3200" dirty="0"/>
          </a:p>
        </p:txBody>
      </p:sp>
      <p:sp>
        <p:nvSpPr>
          <p:cNvPr id="6" name="S03-line1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line1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label1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3-line20"/>
          <p:cNvSpPr/>
          <p:nvPr/>
        </p:nvSpPr>
        <p:spPr>
          <a:xfrm>
            <a:off x="181584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21"/>
          <p:cNvSpPr txBox="1"/>
          <p:nvPr/>
        </p:nvSpPr>
        <p:spPr>
          <a:xfrm>
            <a:off x="135864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3-line22"/>
          <p:cNvSpPr/>
          <p:nvPr/>
        </p:nvSpPr>
        <p:spPr>
          <a:xfrm>
            <a:off x="267157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23"/>
          <p:cNvSpPr txBox="1"/>
          <p:nvPr/>
        </p:nvSpPr>
        <p:spPr>
          <a:xfrm>
            <a:off x="221437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3-line24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25"/>
          <p:cNvSpPr txBox="1"/>
          <p:nvPr/>
        </p:nvSpPr>
        <p:spPr>
          <a:xfrm>
            <a:off x="307009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line26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27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3-line28"/>
          <p:cNvSpPr/>
          <p:nvPr/>
        </p:nvSpPr>
        <p:spPr>
          <a:xfrm>
            <a:off x="523875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29"/>
          <p:cNvSpPr txBox="1"/>
          <p:nvPr/>
        </p:nvSpPr>
        <p:spPr>
          <a:xfrm>
            <a:off x="478155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3-line30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31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3-line32"/>
          <p:cNvSpPr/>
          <p:nvPr/>
        </p:nvSpPr>
        <p:spPr>
          <a:xfrm>
            <a:off x="695020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33"/>
          <p:cNvSpPr txBox="1"/>
          <p:nvPr/>
        </p:nvSpPr>
        <p:spPr>
          <a:xfrm>
            <a:off x="649300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3-line34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5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3-line36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37"/>
          <p:cNvSpPr txBox="1"/>
          <p:nvPr/>
        </p:nvSpPr>
        <p:spPr>
          <a:xfrm>
            <a:off x="820445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3-line38"/>
          <p:cNvSpPr/>
          <p:nvPr/>
        </p:nvSpPr>
        <p:spPr>
          <a:xfrm>
            <a:off x="951738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39"/>
          <p:cNvSpPr txBox="1"/>
          <p:nvPr/>
        </p:nvSpPr>
        <p:spPr>
          <a:xfrm>
            <a:off x="906018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3-line40"/>
          <p:cNvSpPr/>
          <p:nvPr/>
        </p:nvSpPr>
        <p:spPr>
          <a:xfrm>
            <a:off x="1037310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41"/>
          <p:cNvSpPr txBox="1"/>
          <p:nvPr/>
        </p:nvSpPr>
        <p:spPr>
          <a:xfrm>
            <a:off x="991590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03-line42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43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03-mark44"/>
          <p:cNvSpPr/>
          <p:nvPr/>
        </p:nvSpPr>
        <p:spPr>
          <a:xfrm>
            <a:off x="258013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3-mark45"/>
          <p:cNvSpPr/>
          <p:nvPr/>
        </p:nvSpPr>
        <p:spPr>
          <a:xfrm>
            <a:off x="4291584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3-mark46"/>
          <p:cNvSpPr/>
          <p:nvPr/>
        </p:nvSpPr>
        <p:spPr>
          <a:xfrm>
            <a:off x="600303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03-mark47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7" name="S03-mark48"/>
          <p:cNvSpPr/>
          <p:nvPr/>
        </p:nvSpPr>
        <p:spPr>
          <a:xfrm>
            <a:off x="942594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3-line49"/>
          <p:cNvSpPr/>
          <p:nvPr/>
        </p:nvSpPr>
        <p:spPr>
          <a:xfrm flipV="1">
            <a:off x="267157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3-line50"/>
          <p:cNvSpPr/>
          <p:nvPr/>
        </p:nvSpPr>
        <p:spPr>
          <a:xfrm>
            <a:off x="2671572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3-label51"/>
          <p:cNvSpPr txBox="1"/>
          <p:nvPr/>
        </p:nvSpPr>
        <p:spPr>
          <a:xfrm>
            <a:off x="2671572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1" name="S03-line52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03-line53"/>
          <p:cNvSpPr/>
          <p:nvPr/>
        </p:nvSpPr>
        <p:spPr>
          <a:xfrm>
            <a:off x="4383024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03-label54"/>
          <p:cNvSpPr txBox="1"/>
          <p:nvPr/>
        </p:nvSpPr>
        <p:spPr>
          <a:xfrm>
            <a:off x="4383024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4" name="S03-line55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3-line56"/>
          <p:cNvSpPr/>
          <p:nvPr/>
        </p:nvSpPr>
        <p:spPr>
          <a:xfrm>
            <a:off x="6094476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3-label57"/>
          <p:cNvSpPr txBox="1"/>
          <p:nvPr/>
        </p:nvSpPr>
        <p:spPr>
          <a:xfrm>
            <a:off x="6094476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7" name="S03-line58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3-line59"/>
          <p:cNvSpPr/>
          <p:nvPr/>
        </p:nvSpPr>
        <p:spPr>
          <a:xfrm>
            <a:off x="7805928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3-label60"/>
          <p:cNvSpPr txBox="1"/>
          <p:nvPr/>
        </p:nvSpPr>
        <p:spPr>
          <a:xfrm>
            <a:off x="7805928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50" name="S03-figure61" descr="0부터 12까지 수직선. 2, 4, 6, 8, 10에 점이 있고 2칸씩 뛰는 화살표 4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빈칸의 수 구하기</a:t>
            </a:r>
            <a:endParaRPr lang="ko-KR" sz="4400" dirty="0"/>
          </a:p>
        </p:txBody>
      </p:sp>
      <p:sp>
        <p:nvSpPr>
          <p:cNvPr id="3" name="S04-card62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63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이웃한 두 수를 비교해요</a:t>
            </a:r>
            <a:endParaRPr lang="ko-KR" sz="3200" dirty="0"/>
          </a:p>
        </p:txBody>
      </p:sp>
      <p:sp>
        <p:nvSpPr>
          <p:cNvPr id="5" name="S04-card64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65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10씩 커지는 규칙이에요</a:t>
            </a:r>
            <a:endParaRPr lang="ko-KR" sz="3200" dirty="0"/>
          </a:p>
        </p:txBody>
      </p:sp>
      <p:sp>
        <p:nvSpPr>
          <p:cNvPr id="7" name="S04-card66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67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30보다 10 큰 수는 40</a:t>
            </a:r>
            <a:endParaRPr lang="ko-KR" sz="3200" dirty="0"/>
          </a:p>
        </p:txBody>
      </p:sp>
      <p:sp>
        <p:nvSpPr>
          <p:cNvPr id="9" name="S04-tile68"/>
          <p:cNvSpPr txBox="1"/>
          <p:nvPr/>
        </p:nvSpPr>
        <p:spPr>
          <a:xfrm>
            <a:off x="2263140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5900" dirty="0"/>
          </a:p>
        </p:txBody>
      </p:sp>
      <p:sp>
        <p:nvSpPr>
          <p:cNvPr id="10" name="S04-tile69"/>
          <p:cNvSpPr txBox="1"/>
          <p:nvPr/>
        </p:nvSpPr>
        <p:spPr>
          <a:xfrm>
            <a:off x="3835908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11" name="S04-tile70"/>
          <p:cNvSpPr txBox="1"/>
          <p:nvPr/>
        </p:nvSpPr>
        <p:spPr>
          <a:xfrm>
            <a:off x="5408676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5900" dirty="0"/>
          </a:p>
        </p:txBody>
      </p:sp>
      <p:sp>
        <p:nvSpPr>
          <p:cNvPr id="12" name="S04-tile71"/>
          <p:cNvSpPr txBox="1"/>
          <p:nvPr/>
        </p:nvSpPr>
        <p:spPr>
          <a:xfrm>
            <a:off x="6981444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3" name="S04-tile72"/>
          <p:cNvSpPr txBox="1"/>
          <p:nvPr/>
        </p:nvSpPr>
        <p:spPr>
          <a:xfrm>
            <a:off x="8554212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수는?</a:t>
            </a:r>
            <a:endParaRPr lang="ko-KR" sz="4400" dirty="0"/>
          </a:p>
        </p:txBody>
      </p:sp>
      <p:sp>
        <p:nvSpPr>
          <p:cNvPr id="3" name="S05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커지는지, 작아지는지, 몇씩인지 먼저 말해요.</a:t>
            </a:r>
            <a:endParaRPr lang="ko-KR" sz="3200" dirty="0"/>
          </a:p>
        </p:txBody>
      </p:sp>
      <p:sp>
        <p:nvSpPr>
          <p:cNvPr id="5" name="S05-tile75"/>
          <p:cNvSpPr txBox="1"/>
          <p:nvPr/>
        </p:nvSpPr>
        <p:spPr>
          <a:xfrm>
            <a:off x="219913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5-tile76"/>
          <p:cNvSpPr txBox="1"/>
          <p:nvPr/>
        </p:nvSpPr>
        <p:spPr>
          <a:xfrm>
            <a:off x="353110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7" name="S05-tile77"/>
          <p:cNvSpPr txBox="1"/>
          <p:nvPr/>
        </p:nvSpPr>
        <p:spPr>
          <a:xfrm>
            <a:off x="486308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900" dirty="0"/>
          </a:p>
        </p:txBody>
      </p:sp>
      <p:sp>
        <p:nvSpPr>
          <p:cNvPr id="8" name="S05-tile78"/>
          <p:cNvSpPr txBox="1"/>
          <p:nvPr/>
        </p:nvSpPr>
        <p:spPr>
          <a:xfrm>
            <a:off x="619506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9" name="S05-tile79"/>
          <p:cNvSpPr txBox="1"/>
          <p:nvPr/>
        </p:nvSpPr>
        <p:spPr>
          <a:xfrm>
            <a:off x="752703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900" dirty="0"/>
          </a:p>
        </p:txBody>
      </p:sp>
      <p:sp>
        <p:nvSpPr>
          <p:cNvPr id="10" name="S05-tile80"/>
          <p:cNvSpPr txBox="1"/>
          <p:nvPr/>
        </p:nvSpPr>
        <p:spPr>
          <a:xfrm>
            <a:off x="885901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1" name="S05-tile81"/>
          <p:cNvSpPr txBox="1"/>
          <p:nvPr/>
        </p:nvSpPr>
        <p:spPr>
          <a:xfrm>
            <a:off x="219913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2" name="S05-tile82"/>
          <p:cNvSpPr txBox="1"/>
          <p:nvPr/>
        </p:nvSpPr>
        <p:spPr>
          <a:xfrm>
            <a:off x="353110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4900" dirty="0"/>
          </a:p>
        </p:txBody>
      </p:sp>
      <p:sp>
        <p:nvSpPr>
          <p:cNvPr id="13" name="S05-tile83"/>
          <p:cNvSpPr txBox="1"/>
          <p:nvPr/>
        </p:nvSpPr>
        <p:spPr>
          <a:xfrm>
            <a:off x="486308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4900" dirty="0"/>
          </a:p>
        </p:txBody>
      </p:sp>
      <p:sp>
        <p:nvSpPr>
          <p:cNvPr id="14" name="S05-tile84"/>
          <p:cNvSpPr txBox="1"/>
          <p:nvPr/>
        </p:nvSpPr>
        <p:spPr>
          <a:xfrm>
            <a:off x="619506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4900" dirty="0"/>
          </a:p>
        </p:txBody>
      </p:sp>
      <p:sp>
        <p:nvSpPr>
          <p:cNvPr id="15" name="S05-tile85"/>
          <p:cNvSpPr txBox="1"/>
          <p:nvPr/>
        </p:nvSpPr>
        <p:spPr>
          <a:xfrm>
            <a:off x="752703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6" name="S05-tile86"/>
          <p:cNvSpPr txBox="1"/>
          <p:nvPr/>
        </p:nvSpPr>
        <p:spPr>
          <a:xfrm>
            <a:off x="885901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4900" dirty="0"/>
          </a:p>
        </p:txBody>
      </p:sp>
      <p:sp>
        <p:nvSpPr>
          <p:cNvPr id="17" name="S05-tile87"/>
          <p:cNvSpPr txBox="1"/>
          <p:nvPr/>
        </p:nvSpPr>
        <p:spPr>
          <a:xfrm>
            <a:off x="219913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18" name="S05-tile88"/>
          <p:cNvSpPr txBox="1"/>
          <p:nvPr/>
        </p:nvSpPr>
        <p:spPr>
          <a:xfrm>
            <a:off x="353110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4900" dirty="0"/>
          </a:p>
        </p:txBody>
      </p:sp>
      <p:sp>
        <p:nvSpPr>
          <p:cNvPr id="19" name="S05-tile89"/>
          <p:cNvSpPr txBox="1"/>
          <p:nvPr/>
        </p:nvSpPr>
        <p:spPr>
          <a:xfrm>
            <a:off x="486308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4900" dirty="0"/>
          </a:p>
        </p:txBody>
      </p:sp>
      <p:sp>
        <p:nvSpPr>
          <p:cNvPr id="20" name="S05-tile90"/>
          <p:cNvSpPr txBox="1"/>
          <p:nvPr/>
        </p:nvSpPr>
        <p:spPr>
          <a:xfrm>
            <a:off x="619506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4900" dirty="0"/>
          </a:p>
        </p:txBody>
      </p:sp>
      <p:sp>
        <p:nvSpPr>
          <p:cNvPr id="21" name="S05-tile91"/>
          <p:cNvSpPr txBox="1"/>
          <p:nvPr/>
        </p:nvSpPr>
        <p:spPr>
          <a:xfrm>
            <a:off x="752703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2" name="S05-tile92"/>
          <p:cNvSpPr txBox="1"/>
          <p:nvPr/>
        </p:nvSpPr>
        <p:spPr>
          <a:xfrm>
            <a:off x="885901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06-card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 20, 30, □에 들어갈 수는?</a:t>
            </a:r>
            <a:endParaRPr lang="ko-KR" sz="3200" dirty="0"/>
          </a:p>
        </p:txBody>
      </p:sp>
      <p:sp>
        <p:nvSpPr>
          <p:cNvPr id="5" name="S06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7" name="S06-chip9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31</a:t>
            </a:r>
            <a:endParaRPr lang="ko-KR" sz="2600" dirty="0"/>
          </a:p>
        </p:txBody>
      </p:sp>
      <p:sp>
        <p:nvSpPr>
          <p:cNvPr id="8" name="S06-text9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“30 다음 수는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31이에요.”</a:t>
            </a:r>
            <a:endParaRPr lang="ko-KR" sz="3200" dirty="0"/>
          </a:p>
        </p:txBody>
      </p:sp>
      <p:sp>
        <p:nvSpPr>
          <p:cNvPr id="9" name="S06-chip9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40</a:t>
            </a:r>
            <a:endParaRPr lang="ko-KR" sz="2600" dirty="0"/>
          </a:p>
        </p:txBody>
      </p:sp>
      <p:sp>
        <p:nvSpPr>
          <p:cNvPr id="10" name="S06-text10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“10씩 커지니까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40이에요.”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가면</a:t>
            </a:r>
            <a:endParaRPr lang="ko-KR" sz="4400" dirty="0"/>
          </a:p>
        </p:txBody>
      </p:sp>
      <p:sp>
        <p:nvSpPr>
          <p:cNvPr id="3" name="S07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한 부분이에요.</a:t>
            </a:r>
            <a:endParaRPr lang="ko-KR" sz="3200" dirty="0"/>
          </a:p>
        </p:txBody>
      </p:sp>
      <p:sp>
        <p:nvSpPr>
          <p:cNvPr id="4" name="S07-card10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오른쪽으로 1씩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21, 22, 23, …, 30</a:t>
            </a:r>
            <a:endParaRPr lang="ko-KR" sz="3200" dirty="0"/>
          </a:p>
        </p:txBody>
      </p:sp>
      <p:sp>
        <p:nvSpPr>
          <p:cNvPr id="6" name="S07-tile104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7-tile105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7-tile106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7-tile107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7-tile108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7-tile109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7-tile110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7-tile111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7-tile112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7-tile113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7-tile114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7-tile115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7-tile116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7-tile117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7-tile118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7-tile119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7-tile120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7-tile121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7-tile122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7-tile123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7-tile124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7-tile125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7-tile126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7-tile127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7-tile128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7-tile129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7-tile130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7-tile131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7-tile132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7-tile133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가면</a:t>
            </a:r>
            <a:endParaRPr lang="ko-KR" sz="4400" dirty="0"/>
          </a:p>
        </p:txBody>
      </p:sp>
      <p:sp>
        <p:nvSpPr>
          <p:cNvPr id="3" name="S08-text1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세로줄의 수를 봐요.</a:t>
            </a:r>
            <a:endParaRPr lang="ko-KR" sz="3200" dirty="0"/>
          </a:p>
        </p:txBody>
      </p:sp>
      <p:sp>
        <p:nvSpPr>
          <p:cNvPr id="4" name="S08-card13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3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아래로 10씩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24, 34, 44: 낱개는 그대로, 묶음이 하나씩 늘어요.</a:t>
            </a:r>
            <a:endParaRPr lang="ko-KR" sz="3200" dirty="0"/>
          </a:p>
        </p:txBody>
      </p:sp>
      <p:sp>
        <p:nvSpPr>
          <p:cNvPr id="6" name="S08-tile137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8-tile138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8-tile139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8-tile140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8-tile141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8-tile142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8-tile143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8-tile144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8-tile145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8-tile146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8-tile147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8-tile148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8-tile149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8-tile150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8-tile151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8-tile152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8-tile153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8-tile154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8-tile155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8-tile156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8-tile157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8-tile158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8-tile159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8-tile160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8-tile161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8-tile162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8-tile163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8-tile164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8-tile165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8-tile166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빈칸</a:t>
            </a:r>
            <a:endParaRPr lang="ko-KR" sz="4400" dirty="0"/>
          </a:p>
        </p:txBody>
      </p:sp>
      <p:sp>
        <p:nvSpPr>
          <p:cNvPr id="3" name="S09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→는 1씩, ↓는 10씩 커져요. ?에 알맞은 수는?</a:t>
            </a:r>
            <a:endParaRPr lang="ko-KR" sz="3200" dirty="0"/>
          </a:p>
        </p:txBody>
      </p:sp>
      <p:sp>
        <p:nvSpPr>
          <p:cNvPr id="5" name="S09-tile169"/>
          <p:cNvSpPr txBox="1"/>
          <p:nvPr/>
        </p:nvSpPr>
        <p:spPr>
          <a:xfrm>
            <a:off x="54864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ko-KR" sz="4000" dirty="0"/>
          </a:p>
        </p:txBody>
      </p:sp>
      <p:sp>
        <p:nvSpPr>
          <p:cNvPr id="6" name="S09-tile170"/>
          <p:cNvSpPr txBox="1"/>
          <p:nvPr/>
        </p:nvSpPr>
        <p:spPr>
          <a:xfrm>
            <a:off x="167792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4000" dirty="0"/>
          </a:p>
        </p:txBody>
      </p:sp>
      <p:sp>
        <p:nvSpPr>
          <p:cNvPr id="7" name="S09-tile171"/>
          <p:cNvSpPr txBox="1"/>
          <p:nvPr/>
        </p:nvSpPr>
        <p:spPr>
          <a:xfrm>
            <a:off x="280720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ko-KR" sz="4000" dirty="0"/>
          </a:p>
        </p:txBody>
      </p:sp>
      <p:sp>
        <p:nvSpPr>
          <p:cNvPr id="8" name="S09-tile172"/>
          <p:cNvSpPr txBox="1"/>
          <p:nvPr/>
        </p:nvSpPr>
        <p:spPr>
          <a:xfrm>
            <a:off x="393649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4000" dirty="0"/>
          </a:p>
        </p:txBody>
      </p:sp>
      <p:sp>
        <p:nvSpPr>
          <p:cNvPr id="9" name="S09-tile173"/>
          <p:cNvSpPr txBox="1"/>
          <p:nvPr/>
        </p:nvSpPr>
        <p:spPr>
          <a:xfrm>
            <a:off x="506577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ko-KR" sz="4000" dirty="0"/>
          </a:p>
        </p:txBody>
      </p:sp>
      <p:sp>
        <p:nvSpPr>
          <p:cNvPr id="10" name="S09-tile174"/>
          <p:cNvSpPr txBox="1"/>
          <p:nvPr/>
        </p:nvSpPr>
        <p:spPr>
          <a:xfrm>
            <a:off x="619506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1" name="S09-tile175"/>
          <p:cNvSpPr txBox="1"/>
          <p:nvPr/>
        </p:nvSpPr>
        <p:spPr>
          <a:xfrm>
            <a:off x="732434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ko-KR" sz="4000" dirty="0"/>
          </a:p>
        </p:txBody>
      </p:sp>
      <p:sp>
        <p:nvSpPr>
          <p:cNvPr id="12" name="S09-tile176"/>
          <p:cNvSpPr txBox="1"/>
          <p:nvPr/>
        </p:nvSpPr>
        <p:spPr>
          <a:xfrm>
            <a:off x="845362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4000" dirty="0"/>
          </a:p>
        </p:txBody>
      </p:sp>
      <p:sp>
        <p:nvSpPr>
          <p:cNvPr id="13" name="S09-tile177"/>
          <p:cNvSpPr txBox="1"/>
          <p:nvPr/>
        </p:nvSpPr>
        <p:spPr>
          <a:xfrm>
            <a:off x="958291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ko-KR" sz="4000" dirty="0"/>
          </a:p>
        </p:txBody>
      </p:sp>
      <p:sp>
        <p:nvSpPr>
          <p:cNvPr id="14" name="S09-tile178"/>
          <p:cNvSpPr txBox="1"/>
          <p:nvPr/>
        </p:nvSpPr>
        <p:spPr>
          <a:xfrm>
            <a:off x="1071219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4000" dirty="0"/>
          </a:p>
        </p:txBody>
      </p:sp>
      <p:sp>
        <p:nvSpPr>
          <p:cNvPr id="15" name="S09-tile179"/>
          <p:cNvSpPr txBox="1"/>
          <p:nvPr/>
        </p:nvSpPr>
        <p:spPr>
          <a:xfrm>
            <a:off x="54864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4000" dirty="0"/>
          </a:p>
        </p:txBody>
      </p:sp>
      <p:sp>
        <p:nvSpPr>
          <p:cNvPr id="16" name="S09-tile180"/>
          <p:cNvSpPr txBox="1"/>
          <p:nvPr/>
        </p:nvSpPr>
        <p:spPr>
          <a:xfrm>
            <a:off x="167792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ko-KR" sz="4000" dirty="0"/>
          </a:p>
        </p:txBody>
      </p:sp>
      <p:sp>
        <p:nvSpPr>
          <p:cNvPr id="17" name="S09-tile181"/>
          <p:cNvSpPr txBox="1"/>
          <p:nvPr/>
        </p:nvSpPr>
        <p:spPr>
          <a:xfrm>
            <a:off x="280720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09-tile182"/>
          <p:cNvSpPr txBox="1"/>
          <p:nvPr/>
        </p:nvSpPr>
        <p:spPr>
          <a:xfrm>
            <a:off x="393649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4000" dirty="0"/>
          </a:p>
        </p:txBody>
      </p:sp>
      <p:sp>
        <p:nvSpPr>
          <p:cNvPr id="19" name="S09-tile183"/>
          <p:cNvSpPr txBox="1"/>
          <p:nvPr/>
        </p:nvSpPr>
        <p:spPr>
          <a:xfrm>
            <a:off x="506577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ko-KR" sz="4000" dirty="0"/>
          </a:p>
        </p:txBody>
      </p:sp>
      <p:sp>
        <p:nvSpPr>
          <p:cNvPr id="20" name="S09-tile184"/>
          <p:cNvSpPr txBox="1"/>
          <p:nvPr/>
        </p:nvSpPr>
        <p:spPr>
          <a:xfrm>
            <a:off x="619506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ko-KR" sz="4000" dirty="0"/>
          </a:p>
        </p:txBody>
      </p:sp>
      <p:sp>
        <p:nvSpPr>
          <p:cNvPr id="21" name="S09-tile185"/>
          <p:cNvSpPr txBox="1"/>
          <p:nvPr/>
        </p:nvSpPr>
        <p:spPr>
          <a:xfrm>
            <a:off x="732434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ko-KR" sz="4000" dirty="0"/>
          </a:p>
        </p:txBody>
      </p:sp>
      <p:sp>
        <p:nvSpPr>
          <p:cNvPr id="22" name="S09-tile186"/>
          <p:cNvSpPr txBox="1"/>
          <p:nvPr/>
        </p:nvSpPr>
        <p:spPr>
          <a:xfrm>
            <a:off x="845362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ko-KR" sz="4000" dirty="0"/>
          </a:p>
        </p:txBody>
      </p:sp>
      <p:sp>
        <p:nvSpPr>
          <p:cNvPr id="23" name="S09-tile187"/>
          <p:cNvSpPr txBox="1"/>
          <p:nvPr/>
        </p:nvSpPr>
        <p:spPr>
          <a:xfrm>
            <a:off x="958291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ko-KR" sz="4000" dirty="0"/>
          </a:p>
        </p:txBody>
      </p:sp>
      <p:sp>
        <p:nvSpPr>
          <p:cNvPr id="24" name="S09-tile188"/>
          <p:cNvSpPr txBox="1"/>
          <p:nvPr/>
        </p:nvSpPr>
        <p:spPr>
          <a:xfrm>
            <a:off x="1071219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25" name="S09-tile189"/>
          <p:cNvSpPr txBox="1"/>
          <p:nvPr/>
        </p:nvSpPr>
        <p:spPr>
          <a:xfrm>
            <a:off x="54864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ko-KR" sz="4000" dirty="0"/>
          </a:p>
        </p:txBody>
      </p:sp>
      <p:sp>
        <p:nvSpPr>
          <p:cNvPr id="26" name="S09-tile190"/>
          <p:cNvSpPr txBox="1"/>
          <p:nvPr/>
        </p:nvSpPr>
        <p:spPr>
          <a:xfrm>
            <a:off x="167792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4000" dirty="0"/>
          </a:p>
        </p:txBody>
      </p:sp>
      <p:sp>
        <p:nvSpPr>
          <p:cNvPr id="27" name="S09-tile191"/>
          <p:cNvSpPr txBox="1"/>
          <p:nvPr/>
        </p:nvSpPr>
        <p:spPr>
          <a:xfrm>
            <a:off x="280720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4000" dirty="0"/>
          </a:p>
        </p:txBody>
      </p:sp>
      <p:sp>
        <p:nvSpPr>
          <p:cNvPr id="28" name="S09-tile192"/>
          <p:cNvSpPr txBox="1"/>
          <p:nvPr/>
        </p:nvSpPr>
        <p:spPr>
          <a:xfrm>
            <a:off x="393649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ko-KR" sz="4000" dirty="0"/>
          </a:p>
        </p:txBody>
      </p:sp>
      <p:sp>
        <p:nvSpPr>
          <p:cNvPr id="29" name="S09-tile193"/>
          <p:cNvSpPr txBox="1"/>
          <p:nvPr/>
        </p:nvSpPr>
        <p:spPr>
          <a:xfrm>
            <a:off x="506577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4000" dirty="0"/>
          </a:p>
        </p:txBody>
      </p:sp>
      <p:sp>
        <p:nvSpPr>
          <p:cNvPr id="30" name="S09-tile194"/>
          <p:cNvSpPr txBox="1"/>
          <p:nvPr/>
        </p:nvSpPr>
        <p:spPr>
          <a:xfrm>
            <a:off x="619506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4000" dirty="0"/>
          </a:p>
        </p:txBody>
      </p:sp>
      <p:sp>
        <p:nvSpPr>
          <p:cNvPr id="31" name="S09-tile195"/>
          <p:cNvSpPr txBox="1"/>
          <p:nvPr/>
        </p:nvSpPr>
        <p:spPr>
          <a:xfrm>
            <a:off x="732434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ko-KR" sz="4000" dirty="0"/>
          </a:p>
        </p:txBody>
      </p:sp>
      <p:sp>
        <p:nvSpPr>
          <p:cNvPr id="32" name="S09-tile196"/>
          <p:cNvSpPr txBox="1"/>
          <p:nvPr/>
        </p:nvSpPr>
        <p:spPr>
          <a:xfrm>
            <a:off x="845362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33" name="S09-tile197"/>
          <p:cNvSpPr txBox="1"/>
          <p:nvPr/>
        </p:nvSpPr>
        <p:spPr>
          <a:xfrm>
            <a:off x="958291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ko-KR" sz="4000" dirty="0"/>
          </a:p>
        </p:txBody>
      </p:sp>
      <p:sp>
        <p:nvSpPr>
          <p:cNvPr id="34" name="S09-tile198"/>
          <p:cNvSpPr txBox="1"/>
          <p:nvPr/>
        </p:nvSpPr>
        <p:spPr>
          <a:xfrm>
            <a:off x="1071219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9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20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?에 알맞은 수는?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 배열표에서 47 바로 아래 수는?</a:t>
            </a:r>
            <a:endParaRPr lang="ko-KR" sz="3200" dirty="0"/>
          </a:p>
        </p:txBody>
      </p:sp>
      <p:sp>
        <p:nvSpPr>
          <p:cNvPr id="5" name="S10-tile201"/>
          <p:cNvSpPr txBox="1"/>
          <p:nvPr/>
        </p:nvSpPr>
        <p:spPr>
          <a:xfrm>
            <a:off x="147675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5900" dirty="0"/>
          </a:p>
        </p:txBody>
      </p:sp>
      <p:sp>
        <p:nvSpPr>
          <p:cNvPr id="6" name="S10-tile202"/>
          <p:cNvSpPr txBox="1"/>
          <p:nvPr/>
        </p:nvSpPr>
        <p:spPr>
          <a:xfrm>
            <a:off x="3049524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5900" dirty="0"/>
          </a:p>
        </p:txBody>
      </p:sp>
      <p:sp>
        <p:nvSpPr>
          <p:cNvPr id="7" name="S10-tile203"/>
          <p:cNvSpPr txBox="1"/>
          <p:nvPr/>
        </p:nvSpPr>
        <p:spPr>
          <a:xfrm>
            <a:off x="462229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5900" dirty="0"/>
          </a:p>
        </p:txBody>
      </p:sp>
      <p:sp>
        <p:nvSpPr>
          <p:cNvPr id="8" name="S10-tile204"/>
          <p:cNvSpPr txBox="1"/>
          <p:nvPr/>
        </p:nvSpPr>
        <p:spPr>
          <a:xfrm>
            <a:off x="619506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5900" dirty="0"/>
          </a:p>
        </p:txBody>
      </p:sp>
      <p:sp>
        <p:nvSpPr>
          <p:cNvPr id="9" name="S10-tile205"/>
          <p:cNvSpPr txBox="1"/>
          <p:nvPr/>
        </p:nvSpPr>
        <p:spPr>
          <a:xfrm>
            <a:off x="7767828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0" name="S10-tile206"/>
          <p:cNvSpPr txBox="1"/>
          <p:nvPr/>
        </p:nvSpPr>
        <p:spPr>
          <a:xfrm>
            <a:off x="934059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5900" dirty="0"/>
          </a:p>
        </p:txBody>
      </p:sp>
      <p:sp>
        <p:nvSpPr>
          <p:cNvPr id="11" name="S10-tile207"/>
          <p:cNvSpPr txBox="1"/>
          <p:nvPr/>
        </p:nvSpPr>
        <p:spPr>
          <a:xfrm>
            <a:off x="147675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5900" dirty="0"/>
          </a:p>
        </p:txBody>
      </p:sp>
      <p:sp>
        <p:nvSpPr>
          <p:cNvPr id="12" name="S10-tile208"/>
          <p:cNvSpPr txBox="1"/>
          <p:nvPr/>
        </p:nvSpPr>
        <p:spPr>
          <a:xfrm>
            <a:off x="3049524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5900" dirty="0"/>
          </a:p>
        </p:txBody>
      </p:sp>
      <p:sp>
        <p:nvSpPr>
          <p:cNvPr id="13" name="S10-tile209"/>
          <p:cNvSpPr txBox="1"/>
          <p:nvPr/>
        </p:nvSpPr>
        <p:spPr>
          <a:xfrm>
            <a:off x="462229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14" name="S10-tile210"/>
          <p:cNvSpPr txBox="1"/>
          <p:nvPr/>
        </p:nvSpPr>
        <p:spPr>
          <a:xfrm>
            <a:off x="619506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5900" dirty="0"/>
          </a:p>
        </p:txBody>
      </p:sp>
      <p:sp>
        <p:nvSpPr>
          <p:cNvPr id="15" name="S10-tile211"/>
          <p:cNvSpPr txBox="1"/>
          <p:nvPr/>
        </p:nvSpPr>
        <p:spPr>
          <a:xfrm>
            <a:off x="7767828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6" name="S10-tile212"/>
          <p:cNvSpPr txBox="1"/>
          <p:nvPr/>
        </p:nvSpPr>
        <p:spPr>
          <a:xfrm>
            <a:off x="934059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바로 왼쪽의 수는?</a:t>
            </a:r>
            <a:endParaRPr lang="ko-KR" sz="4400" dirty="0"/>
          </a:p>
        </p:txBody>
      </p:sp>
      <p:sp>
        <p:nvSpPr>
          <p:cNvPr id="3" name="S12-text2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배열표를 떠올려 봐요.</a:t>
            </a:r>
            <a:endParaRPr lang="ko-KR" sz="3200" dirty="0"/>
          </a:p>
        </p:txBody>
      </p:sp>
      <p:sp>
        <p:nvSpPr>
          <p:cNvPr id="4" name="S12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1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1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1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3200" dirty="0"/>
          </a:p>
        </p:txBody>
      </p:sp>
      <p:sp>
        <p:nvSpPr>
          <p:cNvPr id="9" name="S12-chip21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2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2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3200" dirty="0"/>
          </a:p>
        </p:txBody>
      </p:sp>
      <p:sp>
        <p:nvSpPr>
          <p:cNvPr id="12" name="S12-chip22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2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2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수를 비교해 몇씩 커지는지 먼저 찾아요.</a:t>
            </a:r>
            <a:endParaRPr lang="ko-KR" sz="3200" dirty="0"/>
          </a:p>
        </p:txBody>
      </p:sp>
      <p:sp>
        <p:nvSpPr>
          <p:cNvPr id="5" name="S13-chip22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규칙 먼저 말하기</a:t>
            </a:r>
            <a:endParaRPr lang="ko-KR" sz="2600" dirty="0"/>
          </a:p>
        </p:txBody>
      </p:sp>
      <p:sp>
        <p:nvSpPr>
          <p:cNvPr id="6" name="S13-chip22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무조건 1 큰 수 쓰기</a:t>
            </a:r>
            <a:endParaRPr lang="ko-KR" sz="2600" dirty="0"/>
          </a:p>
        </p:txBody>
      </p:sp>
      <p:sp>
        <p:nvSpPr>
          <p:cNvPr id="7" name="S13-text22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23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5, 7, 9, □</a:t>
            </a:r>
            <a:endParaRPr lang="ko-KR" sz="2600" dirty="0"/>
          </a:p>
        </p:txBody>
      </p:sp>
      <p:sp>
        <p:nvSpPr>
          <p:cNvPr id="9" name="S13-text23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20, 30, 40, □</a:t>
            </a:r>
            <a:endParaRPr lang="ko-KR" sz="2600" dirty="0"/>
          </a:p>
        </p:txBody>
      </p:sp>
      <p:sp>
        <p:nvSpPr>
          <p:cNvPr id="10" name="S13-text23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38 바로 아래 수는?</a:t>
            </a:r>
            <a:endParaRPr lang="ko-KR" sz="2600" dirty="0"/>
          </a:p>
        </p:txBody>
      </p:sp>
      <p:sp>
        <p:nvSpPr>
          <p:cNvPr id="11" name="S13-text23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4-card234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235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낱개가 하나 늘면 1 큰 수, 묶음이 하나 늘면 10 큰 수예요.</a:t>
            </a:r>
            <a:endParaRPr lang="ko-KR" sz="3200" dirty="0"/>
          </a:p>
        </p:txBody>
      </p:sp>
      <p:sp>
        <p:nvSpPr>
          <p:cNvPr id="5" name="S14-rod236"/>
          <p:cNvSpPr/>
          <p:nvPr/>
        </p:nvSpPr>
        <p:spPr>
          <a:xfrm>
            <a:off x="1462462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line237"/>
          <p:cNvSpPr/>
          <p:nvPr/>
        </p:nvSpPr>
        <p:spPr>
          <a:xfrm>
            <a:off x="1462462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4-line238"/>
          <p:cNvSpPr/>
          <p:nvPr/>
        </p:nvSpPr>
        <p:spPr>
          <a:xfrm>
            <a:off x="1462462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4-line239"/>
          <p:cNvSpPr/>
          <p:nvPr/>
        </p:nvSpPr>
        <p:spPr>
          <a:xfrm>
            <a:off x="1462462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240"/>
          <p:cNvSpPr/>
          <p:nvPr/>
        </p:nvSpPr>
        <p:spPr>
          <a:xfrm>
            <a:off x="1462462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241"/>
          <p:cNvSpPr/>
          <p:nvPr/>
        </p:nvSpPr>
        <p:spPr>
          <a:xfrm>
            <a:off x="1462462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242"/>
          <p:cNvSpPr/>
          <p:nvPr/>
        </p:nvSpPr>
        <p:spPr>
          <a:xfrm>
            <a:off x="1462462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243"/>
          <p:cNvSpPr/>
          <p:nvPr/>
        </p:nvSpPr>
        <p:spPr>
          <a:xfrm>
            <a:off x="1462462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244"/>
          <p:cNvSpPr/>
          <p:nvPr/>
        </p:nvSpPr>
        <p:spPr>
          <a:xfrm>
            <a:off x="1462462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245"/>
          <p:cNvSpPr/>
          <p:nvPr/>
        </p:nvSpPr>
        <p:spPr>
          <a:xfrm>
            <a:off x="1462462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rod246"/>
          <p:cNvSpPr/>
          <p:nvPr/>
        </p:nvSpPr>
        <p:spPr>
          <a:xfrm>
            <a:off x="1896881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line247"/>
          <p:cNvSpPr/>
          <p:nvPr/>
        </p:nvSpPr>
        <p:spPr>
          <a:xfrm>
            <a:off x="1896881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248"/>
          <p:cNvSpPr/>
          <p:nvPr/>
        </p:nvSpPr>
        <p:spPr>
          <a:xfrm>
            <a:off x="1896881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249"/>
          <p:cNvSpPr/>
          <p:nvPr/>
        </p:nvSpPr>
        <p:spPr>
          <a:xfrm>
            <a:off x="1896881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250"/>
          <p:cNvSpPr/>
          <p:nvPr/>
        </p:nvSpPr>
        <p:spPr>
          <a:xfrm>
            <a:off x="1896881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251"/>
          <p:cNvSpPr/>
          <p:nvPr/>
        </p:nvSpPr>
        <p:spPr>
          <a:xfrm>
            <a:off x="1896881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252"/>
          <p:cNvSpPr/>
          <p:nvPr/>
        </p:nvSpPr>
        <p:spPr>
          <a:xfrm>
            <a:off x="1896881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253"/>
          <p:cNvSpPr/>
          <p:nvPr/>
        </p:nvSpPr>
        <p:spPr>
          <a:xfrm>
            <a:off x="1896881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254"/>
          <p:cNvSpPr/>
          <p:nvPr/>
        </p:nvSpPr>
        <p:spPr>
          <a:xfrm>
            <a:off x="1896881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255"/>
          <p:cNvSpPr/>
          <p:nvPr/>
        </p:nvSpPr>
        <p:spPr>
          <a:xfrm>
            <a:off x="1896881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rod256"/>
          <p:cNvSpPr/>
          <p:nvPr/>
        </p:nvSpPr>
        <p:spPr>
          <a:xfrm>
            <a:off x="2331299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line257"/>
          <p:cNvSpPr/>
          <p:nvPr/>
        </p:nvSpPr>
        <p:spPr>
          <a:xfrm>
            <a:off x="2331299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258"/>
          <p:cNvSpPr/>
          <p:nvPr/>
        </p:nvSpPr>
        <p:spPr>
          <a:xfrm>
            <a:off x="2331299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259"/>
          <p:cNvSpPr/>
          <p:nvPr/>
        </p:nvSpPr>
        <p:spPr>
          <a:xfrm>
            <a:off x="2331299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260"/>
          <p:cNvSpPr/>
          <p:nvPr/>
        </p:nvSpPr>
        <p:spPr>
          <a:xfrm>
            <a:off x="2331299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261"/>
          <p:cNvSpPr/>
          <p:nvPr/>
        </p:nvSpPr>
        <p:spPr>
          <a:xfrm>
            <a:off x="2331299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262"/>
          <p:cNvSpPr/>
          <p:nvPr/>
        </p:nvSpPr>
        <p:spPr>
          <a:xfrm>
            <a:off x="2331299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263"/>
          <p:cNvSpPr/>
          <p:nvPr/>
        </p:nvSpPr>
        <p:spPr>
          <a:xfrm>
            <a:off x="2331299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264"/>
          <p:cNvSpPr/>
          <p:nvPr/>
        </p:nvSpPr>
        <p:spPr>
          <a:xfrm>
            <a:off x="2331299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265"/>
          <p:cNvSpPr/>
          <p:nvPr/>
        </p:nvSpPr>
        <p:spPr>
          <a:xfrm>
            <a:off x="2331299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unit266"/>
          <p:cNvSpPr/>
          <p:nvPr/>
        </p:nvSpPr>
        <p:spPr>
          <a:xfrm>
            <a:off x="2765717" y="375590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4-unit267"/>
          <p:cNvSpPr/>
          <p:nvPr/>
        </p:nvSpPr>
        <p:spPr>
          <a:xfrm>
            <a:off x="2765717" y="341651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unit268"/>
          <p:cNvSpPr/>
          <p:nvPr/>
        </p:nvSpPr>
        <p:spPr>
          <a:xfrm>
            <a:off x="2765717" y="3077128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4-unit269"/>
          <p:cNvSpPr/>
          <p:nvPr/>
        </p:nvSpPr>
        <p:spPr>
          <a:xfrm>
            <a:off x="2765717" y="2737739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figure270" descr="수 모형: 10개씩 묶음 3개, 낱개 4개(34)"/>
          <p:cNvSpPr/>
          <p:nvPr/>
        </p:nvSpPr>
        <p:spPr>
          <a:xfrm>
            <a:off x="548640" y="13801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14-label271"/>
          <p:cNvSpPr txBox="1"/>
          <p:nvPr/>
        </p:nvSpPr>
        <p:spPr>
          <a:xfrm>
            <a:off x="548640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2600" dirty="0"/>
          </a:p>
        </p:txBody>
      </p:sp>
      <p:sp>
        <p:nvSpPr>
          <p:cNvPr id="41" name="S14-rod272"/>
          <p:cNvSpPr/>
          <p:nvPr/>
        </p:nvSpPr>
        <p:spPr>
          <a:xfrm>
            <a:off x="5266366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line273"/>
          <p:cNvSpPr/>
          <p:nvPr/>
        </p:nvSpPr>
        <p:spPr>
          <a:xfrm>
            <a:off x="5266366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274"/>
          <p:cNvSpPr/>
          <p:nvPr/>
        </p:nvSpPr>
        <p:spPr>
          <a:xfrm>
            <a:off x="5266366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275"/>
          <p:cNvSpPr/>
          <p:nvPr/>
        </p:nvSpPr>
        <p:spPr>
          <a:xfrm>
            <a:off x="5266366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276"/>
          <p:cNvSpPr/>
          <p:nvPr/>
        </p:nvSpPr>
        <p:spPr>
          <a:xfrm>
            <a:off x="5266366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277"/>
          <p:cNvSpPr/>
          <p:nvPr/>
        </p:nvSpPr>
        <p:spPr>
          <a:xfrm>
            <a:off x="5266366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278"/>
          <p:cNvSpPr/>
          <p:nvPr/>
        </p:nvSpPr>
        <p:spPr>
          <a:xfrm>
            <a:off x="5266366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279"/>
          <p:cNvSpPr/>
          <p:nvPr/>
        </p:nvSpPr>
        <p:spPr>
          <a:xfrm>
            <a:off x="5266366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280"/>
          <p:cNvSpPr/>
          <p:nvPr/>
        </p:nvSpPr>
        <p:spPr>
          <a:xfrm>
            <a:off x="5266366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281"/>
          <p:cNvSpPr/>
          <p:nvPr/>
        </p:nvSpPr>
        <p:spPr>
          <a:xfrm>
            <a:off x="5266366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rod282"/>
          <p:cNvSpPr/>
          <p:nvPr/>
        </p:nvSpPr>
        <p:spPr>
          <a:xfrm>
            <a:off x="5700785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line283"/>
          <p:cNvSpPr/>
          <p:nvPr/>
        </p:nvSpPr>
        <p:spPr>
          <a:xfrm>
            <a:off x="5700785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284"/>
          <p:cNvSpPr/>
          <p:nvPr/>
        </p:nvSpPr>
        <p:spPr>
          <a:xfrm>
            <a:off x="5700785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285"/>
          <p:cNvSpPr/>
          <p:nvPr/>
        </p:nvSpPr>
        <p:spPr>
          <a:xfrm>
            <a:off x="5700785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286"/>
          <p:cNvSpPr/>
          <p:nvPr/>
        </p:nvSpPr>
        <p:spPr>
          <a:xfrm>
            <a:off x="5700785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287"/>
          <p:cNvSpPr/>
          <p:nvPr/>
        </p:nvSpPr>
        <p:spPr>
          <a:xfrm>
            <a:off x="5700785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288"/>
          <p:cNvSpPr/>
          <p:nvPr/>
        </p:nvSpPr>
        <p:spPr>
          <a:xfrm>
            <a:off x="5700785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289"/>
          <p:cNvSpPr/>
          <p:nvPr/>
        </p:nvSpPr>
        <p:spPr>
          <a:xfrm>
            <a:off x="5700785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290"/>
          <p:cNvSpPr/>
          <p:nvPr/>
        </p:nvSpPr>
        <p:spPr>
          <a:xfrm>
            <a:off x="5700785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291"/>
          <p:cNvSpPr/>
          <p:nvPr/>
        </p:nvSpPr>
        <p:spPr>
          <a:xfrm>
            <a:off x="5700785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rod292"/>
          <p:cNvSpPr/>
          <p:nvPr/>
        </p:nvSpPr>
        <p:spPr>
          <a:xfrm>
            <a:off x="6135203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4-line293"/>
          <p:cNvSpPr/>
          <p:nvPr/>
        </p:nvSpPr>
        <p:spPr>
          <a:xfrm>
            <a:off x="6135203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294"/>
          <p:cNvSpPr/>
          <p:nvPr/>
        </p:nvSpPr>
        <p:spPr>
          <a:xfrm>
            <a:off x="6135203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295"/>
          <p:cNvSpPr/>
          <p:nvPr/>
        </p:nvSpPr>
        <p:spPr>
          <a:xfrm>
            <a:off x="6135203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296"/>
          <p:cNvSpPr/>
          <p:nvPr/>
        </p:nvSpPr>
        <p:spPr>
          <a:xfrm>
            <a:off x="6135203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297"/>
          <p:cNvSpPr/>
          <p:nvPr/>
        </p:nvSpPr>
        <p:spPr>
          <a:xfrm>
            <a:off x="6135203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298"/>
          <p:cNvSpPr/>
          <p:nvPr/>
        </p:nvSpPr>
        <p:spPr>
          <a:xfrm>
            <a:off x="6135203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ine299"/>
          <p:cNvSpPr/>
          <p:nvPr/>
        </p:nvSpPr>
        <p:spPr>
          <a:xfrm>
            <a:off x="6135203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4-line300"/>
          <p:cNvSpPr/>
          <p:nvPr/>
        </p:nvSpPr>
        <p:spPr>
          <a:xfrm>
            <a:off x="6135203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4-line301"/>
          <p:cNvSpPr/>
          <p:nvPr/>
        </p:nvSpPr>
        <p:spPr>
          <a:xfrm>
            <a:off x="6135203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4-unit302"/>
          <p:cNvSpPr/>
          <p:nvPr/>
        </p:nvSpPr>
        <p:spPr>
          <a:xfrm>
            <a:off x="6569621" y="375590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unit303"/>
          <p:cNvSpPr/>
          <p:nvPr/>
        </p:nvSpPr>
        <p:spPr>
          <a:xfrm>
            <a:off x="6569621" y="341651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4-unit304"/>
          <p:cNvSpPr/>
          <p:nvPr/>
        </p:nvSpPr>
        <p:spPr>
          <a:xfrm>
            <a:off x="6569621" y="3077128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unit305"/>
          <p:cNvSpPr/>
          <p:nvPr/>
        </p:nvSpPr>
        <p:spPr>
          <a:xfrm>
            <a:off x="6569621" y="2737739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unit306"/>
          <p:cNvSpPr/>
          <p:nvPr/>
        </p:nvSpPr>
        <p:spPr>
          <a:xfrm>
            <a:off x="6569621" y="2398350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figure307" descr="수 모형: 10개씩 묶음 3개, 낱개 5개(35)"/>
          <p:cNvSpPr/>
          <p:nvPr/>
        </p:nvSpPr>
        <p:spPr>
          <a:xfrm>
            <a:off x="4352544" y="13801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14-label308"/>
          <p:cNvSpPr txBox="1"/>
          <p:nvPr/>
        </p:nvSpPr>
        <p:spPr>
          <a:xfrm>
            <a:off x="4352544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35(1 큰 수)</a:t>
            </a:r>
            <a:endParaRPr lang="ko-KR" sz="2600" dirty="0"/>
          </a:p>
        </p:txBody>
      </p:sp>
      <p:sp>
        <p:nvSpPr>
          <p:cNvPr id="78" name="S14-rod309"/>
          <p:cNvSpPr/>
          <p:nvPr/>
        </p:nvSpPr>
        <p:spPr>
          <a:xfrm>
            <a:off x="8853061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14-line310"/>
          <p:cNvSpPr/>
          <p:nvPr/>
        </p:nvSpPr>
        <p:spPr>
          <a:xfrm>
            <a:off x="8853061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4-line311"/>
          <p:cNvSpPr/>
          <p:nvPr/>
        </p:nvSpPr>
        <p:spPr>
          <a:xfrm>
            <a:off x="8853061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4-line312"/>
          <p:cNvSpPr/>
          <p:nvPr/>
        </p:nvSpPr>
        <p:spPr>
          <a:xfrm>
            <a:off x="8853061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4-line313"/>
          <p:cNvSpPr/>
          <p:nvPr/>
        </p:nvSpPr>
        <p:spPr>
          <a:xfrm>
            <a:off x="8853061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4-line314"/>
          <p:cNvSpPr/>
          <p:nvPr/>
        </p:nvSpPr>
        <p:spPr>
          <a:xfrm>
            <a:off x="8853061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4-line315"/>
          <p:cNvSpPr/>
          <p:nvPr/>
        </p:nvSpPr>
        <p:spPr>
          <a:xfrm>
            <a:off x="8853061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4-line316"/>
          <p:cNvSpPr/>
          <p:nvPr/>
        </p:nvSpPr>
        <p:spPr>
          <a:xfrm>
            <a:off x="8853061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317"/>
          <p:cNvSpPr/>
          <p:nvPr/>
        </p:nvSpPr>
        <p:spPr>
          <a:xfrm>
            <a:off x="8853061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318"/>
          <p:cNvSpPr/>
          <p:nvPr/>
        </p:nvSpPr>
        <p:spPr>
          <a:xfrm>
            <a:off x="8853061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rod319"/>
          <p:cNvSpPr/>
          <p:nvPr/>
        </p:nvSpPr>
        <p:spPr>
          <a:xfrm>
            <a:off x="9287479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14-line320"/>
          <p:cNvSpPr/>
          <p:nvPr/>
        </p:nvSpPr>
        <p:spPr>
          <a:xfrm>
            <a:off x="9287479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321"/>
          <p:cNvSpPr/>
          <p:nvPr/>
        </p:nvSpPr>
        <p:spPr>
          <a:xfrm>
            <a:off x="9287479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4-line322"/>
          <p:cNvSpPr/>
          <p:nvPr/>
        </p:nvSpPr>
        <p:spPr>
          <a:xfrm>
            <a:off x="9287479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323"/>
          <p:cNvSpPr/>
          <p:nvPr/>
        </p:nvSpPr>
        <p:spPr>
          <a:xfrm>
            <a:off x="9287479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324"/>
          <p:cNvSpPr/>
          <p:nvPr/>
        </p:nvSpPr>
        <p:spPr>
          <a:xfrm>
            <a:off x="9287479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325"/>
          <p:cNvSpPr/>
          <p:nvPr/>
        </p:nvSpPr>
        <p:spPr>
          <a:xfrm>
            <a:off x="9287479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326"/>
          <p:cNvSpPr/>
          <p:nvPr/>
        </p:nvSpPr>
        <p:spPr>
          <a:xfrm>
            <a:off x="9287479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327"/>
          <p:cNvSpPr/>
          <p:nvPr/>
        </p:nvSpPr>
        <p:spPr>
          <a:xfrm>
            <a:off x="9287479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328"/>
          <p:cNvSpPr/>
          <p:nvPr/>
        </p:nvSpPr>
        <p:spPr>
          <a:xfrm>
            <a:off x="9287479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rod329"/>
          <p:cNvSpPr/>
          <p:nvPr/>
        </p:nvSpPr>
        <p:spPr>
          <a:xfrm>
            <a:off x="9721898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14-line330"/>
          <p:cNvSpPr/>
          <p:nvPr/>
        </p:nvSpPr>
        <p:spPr>
          <a:xfrm>
            <a:off x="9721898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331"/>
          <p:cNvSpPr/>
          <p:nvPr/>
        </p:nvSpPr>
        <p:spPr>
          <a:xfrm>
            <a:off x="9721898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4-line332"/>
          <p:cNvSpPr/>
          <p:nvPr/>
        </p:nvSpPr>
        <p:spPr>
          <a:xfrm>
            <a:off x="9721898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333"/>
          <p:cNvSpPr/>
          <p:nvPr/>
        </p:nvSpPr>
        <p:spPr>
          <a:xfrm>
            <a:off x="9721898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334"/>
          <p:cNvSpPr/>
          <p:nvPr/>
        </p:nvSpPr>
        <p:spPr>
          <a:xfrm>
            <a:off x="9721898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335"/>
          <p:cNvSpPr/>
          <p:nvPr/>
        </p:nvSpPr>
        <p:spPr>
          <a:xfrm>
            <a:off x="9721898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336"/>
          <p:cNvSpPr/>
          <p:nvPr/>
        </p:nvSpPr>
        <p:spPr>
          <a:xfrm>
            <a:off x="9721898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337"/>
          <p:cNvSpPr/>
          <p:nvPr/>
        </p:nvSpPr>
        <p:spPr>
          <a:xfrm>
            <a:off x="9721898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338"/>
          <p:cNvSpPr/>
          <p:nvPr/>
        </p:nvSpPr>
        <p:spPr>
          <a:xfrm>
            <a:off x="9721898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rod339"/>
          <p:cNvSpPr/>
          <p:nvPr/>
        </p:nvSpPr>
        <p:spPr>
          <a:xfrm>
            <a:off x="10156316" y="1380182"/>
            <a:ext cx="271511" cy="271511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9" name="S14-line340"/>
          <p:cNvSpPr/>
          <p:nvPr/>
        </p:nvSpPr>
        <p:spPr>
          <a:xfrm>
            <a:off x="10156316" y="165169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341"/>
          <p:cNvSpPr/>
          <p:nvPr/>
        </p:nvSpPr>
        <p:spPr>
          <a:xfrm>
            <a:off x="10156316" y="1923205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4-line342"/>
          <p:cNvSpPr/>
          <p:nvPr/>
        </p:nvSpPr>
        <p:spPr>
          <a:xfrm>
            <a:off x="10156316" y="2194716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343"/>
          <p:cNvSpPr/>
          <p:nvPr/>
        </p:nvSpPr>
        <p:spPr>
          <a:xfrm>
            <a:off x="10156316" y="2466228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344"/>
          <p:cNvSpPr/>
          <p:nvPr/>
        </p:nvSpPr>
        <p:spPr>
          <a:xfrm>
            <a:off x="10156316" y="2737739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345"/>
          <p:cNvSpPr/>
          <p:nvPr/>
        </p:nvSpPr>
        <p:spPr>
          <a:xfrm>
            <a:off x="10156316" y="3009250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346"/>
          <p:cNvSpPr/>
          <p:nvPr/>
        </p:nvSpPr>
        <p:spPr>
          <a:xfrm>
            <a:off x="10156316" y="3280762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347"/>
          <p:cNvSpPr/>
          <p:nvPr/>
        </p:nvSpPr>
        <p:spPr>
          <a:xfrm>
            <a:off x="10156316" y="3552273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348"/>
          <p:cNvSpPr/>
          <p:nvPr/>
        </p:nvSpPr>
        <p:spPr>
          <a:xfrm>
            <a:off x="10156316" y="3823784"/>
            <a:ext cx="27151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unit349"/>
          <p:cNvSpPr/>
          <p:nvPr/>
        </p:nvSpPr>
        <p:spPr>
          <a:xfrm>
            <a:off x="10590734" y="375590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4-unit350"/>
          <p:cNvSpPr/>
          <p:nvPr/>
        </p:nvSpPr>
        <p:spPr>
          <a:xfrm>
            <a:off x="10590734" y="3416517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4-unit351"/>
          <p:cNvSpPr/>
          <p:nvPr/>
        </p:nvSpPr>
        <p:spPr>
          <a:xfrm>
            <a:off x="10590734" y="3077128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4-unit352"/>
          <p:cNvSpPr/>
          <p:nvPr/>
        </p:nvSpPr>
        <p:spPr>
          <a:xfrm>
            <a:off x="10590734" y="2737739"/>
            <a:ext cx="271511" cy="27151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4-figure353" descr="수 모형: 10개씩 묶음 4개, 낱개 4개(44)"/>
          <p:cNvSpPr/>
          <p:nvPr/>
        </p:nvSpPr>
        <p:spPr>
          <a:xfrm>
            <a:off x="8156448" y="1380182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3" name="S14-label354"/>
          <p:cNvSpPr txBox="1"/>
          <p:nvPr/>
        </p:nvSpPr>
        <p:spPr>
          <a:xfrm>
            <a:off x="8156448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44(10 큰 수)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 배열의 규칙</dc:title>
  <dc:subject>KR22-G01-MAT-NUMPAT-L01</dc:subject>
  <dc:creator>education-ppt</dc:creator>
  <cp:lastModifiedBy>education-ppt</cp:lastModifiedBy>
  <cp:revision>1</cp:revision>
  <dcterms:created xsi:type="dcterms:W3CDTF">2026-10-26T07:45:41Z</dcterms:created>
  <dcterms:modified xsi:type="dcterms:W3CDTF">2026-10-26T07:45:41Z</dcterms:modified>
</cp:coreProperties>
</file>