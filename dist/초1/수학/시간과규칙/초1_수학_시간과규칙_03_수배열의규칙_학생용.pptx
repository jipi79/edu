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1aa78e-046e-3b96-eb00-406d08e158e3}">
          <p14:sldIdLst>
            <p14:sldId id="256"/>
            <p14:sldId id="257"/>
          </p14:sldIdLst>
        </p14:section>
        <p14:section name="개념" id="{54113c6a-414a-d2e0-fae8-ad7af4597854}">
          <p14:sldIdLst>
            <p14:sldId id="258"/>
            <p14:sldId id="259"/>
            <p14:sldId id="262"/>
            <p14:sldId id="263"/>
          </p14:sldIdLst>
        </p14:section>
        <p14:section name="연습" id="{e238fb3a-e505-8296-62d3-d2b41034b013}">
          <p14:sldIdLst>
            <p14:sldId id="260"/>
            <p14:sldId id="261"/>
            <p14:sldId id="264"/>
          </p14:sldIdLst>
        </p14:section>
        <p14:section name="개념" id="{cd659f89-e8d1-3aa8-22c9-a4292747acb0}">
          <p14:sldIdLst/>
        </p14:section>
        <p14:section name="연습" id="{feb17e22-7ce3-1c6c-0552-61927c6a8622}">
          <p14:sldIdLst/>
        </p14:section>
        <p14:section name="확인" id="{5b11430b-b2c1-bb47-603f-1e99fc3101b8}">
          <p14:sldIdLst>
            <p14:sldId id="265"/>
            <p14:sldId id="266"/>
          </p14:sldIdLst>
        </p14:section>
        <p14:section name="정리" id="{62e4ad04-14a2-3243-4a81-54c8a764f572}">
          <p14:sldIdLst>
            <p14:sldId id="267"/>
          </p14:sldIdLst>
        </p14:section>
        <p14:section name="보충" id="{1eb108e4-7bb5-8658-2244-5fddf23bc55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1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1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1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2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2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2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2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3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3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3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4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36"/>
          <p:cNvSpPr/>
          <p:nvPr/>
        </p:nvSpPr>
        <p:spPr>
          <a:xfrm>
            <a:off x="1453896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37"/>
          <p:cNvSpPr/>
          <p:nvPr/>
        </p:nvSpPr>
        <p:spPr>
          <a:xfrm>
            <a:off x="1453896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38"/>
          <p:cNvSpPr/>
          <p:nvPr/>
        </p:nvSpPr>
        <p:spPr>
          <a:xfrm>
            <a:off x="1453896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39"/>
          <p:cNvSpPr/>
          <p:nvPr/>
        </p:nvSpPr>
        <p:spPr>
          <a:xfrm>
            <a:off x="1453896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40"/>
          <p:cNvSpPr/>
          <p:nvPr/>
        </p:nvSpPr>
        <p:spPr>
          <a:xfrm>
            <a:off x="1453896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41"/>
          <p:cNvSpPr/>
          <p:nvPr/>
        </p:nvSpPr>
        <p:spPr>
          <a:xfrm>
            <a:off x="1453896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42"/>
          <p:cNvSpPr/>
          <p:nvPr/>
        </p:nvSpPr>
        <p:spPr>
          <a:xfrm>
            <a:off x="1453896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43"/>
          <p:cNvSpPr/>
          <p:nvPr/>
        </p:nvSpPr>
        <p:spPr>
          <a:xfrm>
            <a:off x="1453896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44"/>
          <p:cNvSpPr/>
          <p:nvPr/>
        </p:nvSpPr>
        <p:spPr>
          <a:xfrm>
            <a:off x="1453896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45"/>
          <p:cNvSpPr/>
          <p:nvPr/>
        </p:nvSpPr>
        <p:spPr>
          <a:xfrm>
            <a:off x="1453896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46"/>
          <p:cNvSpPr/>
          <p:nvPr/>
        </p:nvSpPr>
        <p:spPr>
          <a:xfrm>
            <a:off x="189280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47"/>
          <p:cNvSpPr/>
          <p:nvPr/>
        </p:nvSpPr>
        <p:spPr>
          <a:xfrm>
            <a:off x="189280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48"/>
          <p:cNvSpPr/>
          <p:nvPr/>
        </p:nvSpPr>
        <p:spPr>
          <a:xfrm>
            <a:off x="189280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49"/>
          <p:cNvSpPr/>
          <p:nvPr/>
        </p:nvSpPr>
        <p:spPr>
          <a:xfrm>
            <a:off x="189280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50"/>
          <p:cNvSpPr/>
          <p:nvPr/>
        </p:nvSpPr>
        <p:spPr>
          <a:xfrm>
            <a:off x="189280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51"/>
          <p:cNvSpPr/>
          <p:nvPr/>
        </p:nvSpPr>
        <p:spPr>
          <a:xfrm>
            <a:off x="189280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52"/>
          <p:cNvSpPr/>
          <p:nvPr/>
        </p:nvSpPr>
        <p:spPr>
          <a:xfrm>
            <a:off x="189280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53"/>
          <p:cNvSpPr/>
          <p:nvPr/>
        </p:nvSpPr>
        <p:spPr>
          <a:xfrm>
            <a:off x="189280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54"/>
          <p:cNvSpPr/>
          <p:nvPr/>
        </p:nvSpPr>
        <p:spPr>
          <a:xfrm>
            <a:off x="189280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55"/>
          <p:cNvSpPr/>
          <p:nvPr/>
        </p:nvSpPr>
        <p:spPr>
          <a:xfrm>
            <a:off x="189280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56"/>
          <p:cNvSpPr/>
          <p:nvPr/>
        </p:nvSpPr>
        <p:spPr>
          <a:xfrm>
            <a:off x="233172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57"/>
          <p:cNvSpPr/>
          <p:nvPr/>
        </p:nvSpPr>
        <p:spPr>
          <a:xfrm>
            <a:off x="233172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58"/>
          <p:cNvSpPr/>
          <p:nvPr/>
        </p:nvSpPr>
        <p:spPr>
          <a:xfrm>
            <a:off x="233172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59"/>
          <p:cNvSpPr/>
          <p:nvPr/>
        </p:nvSpPr>
        <p:spPr>
          <a:xfrm>
            <a:off x="233172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60"/>
          <p:cNvSpPr/>
          <p:nvPr/>
        </p:nvSpPr>
        <p:spPr>
          <a:xfrm>
            <a:off x="233172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61"/>
          <p:cNvSpPr/>
          <p:nvPr/>
        </p:nvSpPr>
        <p:spPr>
          <a:xfrm>
            <a:off x="233172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62"/>
          <p:cNvSpPr/>
          <p:nvPr/>
        </p:nvSpPr>
        <p:spPr>
          <a:xfrm>
            <a:off x="233172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63"/>
          <p:cNvSpPr/>
          <p:nvPr/>
        </p:nvSpPr>
        <p:spPr>
          <a:xfrm>
            <a:off x="233172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64"/>
          <p:cNvSpPr/>
          <p:nvPr/>
        </p:nvSpPr>
        <p:spPr>
          <a:xfrm>
            <a:off x="233172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65"/>
          <p:cNvSpPr/>
          <p:nvPr/>
        </p:nvSpPr>
        <p:spPr>
          <a:xfrm>
            <a:off x="233172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66"/>
          <p:cNvSpPr/>
          <p:nvPr/>
        </p:nvSpPr>
        <p:spPr>
          <a:xfrm>
            <a:off x="2770632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67"/>
          <p:cNvSpPr/>
          <p:nvPr/>
        </p:nvSpPr>
        <p:spPr>
          <a:xfrm>
            <a:off x="2770632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68"/>
          <p:cNvSpPr/>
          <p:nvPr/>
        </p:nvSpPr>
        <p:spPr>
          <a:xfrm>
            <a:off x="2770632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69"/>
          <p:cNvSpPr/>
          <p:nvPr/>
        </p:nvSpPr>
        <p:spPr>
          <a:xfrm>
            <a:off x="2770632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70" descr="수 모형: 10개씩 묶음 3개, 낱개 4개(34)"/>
          <p:cNvSpPr/>
          <p:nvPr/>
        </p:nvSpPr>
        <p:spPr>
          <a:xfrm>
            <a:off x="548640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7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72"/>
          <p:cNvSpPr/>
          <p:nvPr/>
        </p:nvSpPr>
        <p:spPr>
          <a:xfrm>
            <a:off x="525780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73"/>
          <p:cNvSpPr/>
          <p:nvPr/>
        </p:nvSpPr>
        <p:spPr>
          <a:xfrm>
            <a:off x="525780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74"/>
          <p:cNvSpPr/>
          <p:nvPr/>
        </p:nvSpPr>
        <p:spPr>
          <a:xfrm>
            <a:off x="525780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75"/>
          <p:cNvSpPr/>
          <p:nvPr/>
        </p:nvSpPr>
        <p:spPr>
          <a:xfrm>
            <a:off x="525780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76"/>
          <p:cNvSpPr/>
          <p:nvPr/>
        </p:nvSpPr>
        <p:spPr>
          <a:xfrm>
            <a:off x="525780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77"/>
          <p:cNvSpPr/>
          <p:nvPr/>
        </p:nvSpPr>
        <p:spPr>
          <a:xfrm>
            <a:off x="525780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78"/>
          <p:cNvSpPr/>
          <p:nvPr/>
        </p:nvSpPr>
        <p:spPr>
          <a:xfrm>
            <a:off x="525780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79"/>
          <p:cNvSpPr/>
          <p:nvPr/>
        </p:nvSpPr>
        <p:spPr>
          <a:xfrm>
            <a:off x="525780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80"/>
          <p:cNvSpPr/>
          <p:nvPr/>
        </p:nvSpPr>
        <p:spPr>
          <a:xfrm>
            <a:off x="525780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81"/>
          <p:cNvSpPr/>
          <p:nvPr/>
        </p:nvSpPr>
        <p:spPr>
          <a:xfrm>
            <a:off x="525780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82"/>
          <p:cNvSpPr/>
          <p:nvPr/>
        </p:nvSpPr>
        <p:spPr>
          <a:xfrm>
            <a:off x="569671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83"/>
          <p:cNvSpPr/>
          <p:nvPr/>
        </p:nvSpPr>
        <p:spPr>
          <a:xfrm>
            <a:off x="569671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84"/>
          <p:cNvSpPr/>
          <p:nvPr/>
        </p:nvSpPr>
        <p:spPr>
          <a:xfrm>
            <a:off x="569671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85"/>
          <p:cNvSpPr/>
          <p:nvPr/>
        </p:nvSpPr>
        <p:spPr>
          <a:xfrm>
            <a:off x="569671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286"/>
          <p:cNvSpPr/>
          <p:nvPr/>
        </p:nvSpPr>
        <p:spPr>
          <a:xfrm>
            <a:off x="569671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287"/>
          <p:cNvSpPr/>
          <p:nvPr/>
        </p:nvSpPr>
        <p:spPr>
          <a:xfrm>
            <a:off x="569671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288"/>
          <p:cNvSpPr/>
          <p:nvPr/>
        </p:nvSpPr>
        <p:spPr>
          <a:xfrm>
            <a:off x="569671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289"/>
          <p:cNvSpPr/>
          <p:nvPr/>
        </p:nvSpPr>
        <p:spPr>
          <a:xfrm>
            <a:off x="569671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290"/>
          <p:cNvSpPr/>
          <p:nvPr/>
        </p:nvSpPr>
        <p:spPr>
          <a:xfrm>
            <a:off x="569671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291"/>
          <p:cNvSpPr/>
          <p:nvPr/>
        </p:nvSpPr>
        <p:spPr>
          <a:xfrm>
            <a:off x="569671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292"/>
          <p:cNvSpPr/>
          <p:nvPr/>
        </p:nvSpPr>
        <p:spPr>
          <a:xfrm>
            <a:off x="613562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293"/>
          <p:cNvSpPr/>
          <p:nvPr/>
        </p:nvSpPr>
        <p:spPr>
          <a:xfrm>
            <a:off x="613562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294"/>
          <p:cNvSpPr/>
          <p:nvPr/>
        </p:nvSpPr>
        <p:spPr>
          <a:xfrm>
            <a:off x="613562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295"/>
          <p:cNvSpPr/>
          <p:nvPr/>
        </p:nvSpPr>
        <p:spPr>
          <a:xfrm>
            <a:off x="613562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296"/>
          <p:cNvSpPr/>
          <p:nvPr/>
        </p:nvSpPr>
        <p:spPr>
          <a:xfrm>
            <a:off x="613562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297"/>
          <p:cNvSpPr/>
          <p:nvPr/>
        </p:nvSpPr>
        <p:spPr>
          <a:xfrm>
            <a:off x="613562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298"/>
          <p:cNvSpPr/>
          <p:nvPr/>
        </p:nvSpPr>
        <p:spPr>
          <a:xfrm>
            <a:off x="613562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299"/>
          <p:cNvSpPr/>
          <p:nvPr/>
        </p:nvSpPr>
        <p:spPr>
          <a:xfrm>
            <a:off x="613562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00"/>
          <p:cNvSpPr/>
          <p:nvPr/>
        </p:nvSpPr>
        <p:spPr>
          <a:xfrm>
            <a:off x="613562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01"/>
          <p:cNvSpPr/>
          <p:nvPr/>
        </p:nvSpPr>
        <p:spPr>
          <a:xfrm>
            <a:off x="613562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02"/>
          <p:cNvSpPr/>
          <p:nvPr/>
        </p:nvSpPr>
        <p:spPr>
          <a:xfrm>
            <a:off x="657453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03"/>
          <p:cNvSpPr/>
          <p:nvPr/>
        </p:nvSpPr>
        <p:spPr>
          <a:xfrm>
            <a:off x="657453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04"/>
          <p:cNvSpPr/>
          <p:nvPr/>
        </p:nvSpPr>
        <p:spPr>
          <a:xfrm>
            <a:off x="657453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05"/>
          <p:cNvSpPr/>
          <p:nvPr/>
        </p:nvSpPr>
        <p:spPr>
          <a:xfrm>
            <a:off x="657453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06"/>
          <p:cNvSpPr/>
          <p:nvPr/>
        </p:nvSpPr>
        <p:spPr>
          <a:xfrm>
            <a:off x="6574536" y="26208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07" descr="수 모형: 10개씩 묶음 3개, 낱개 5개(35)"/>
          <p:cNvSpPr/>
          <p:nvPr/>
        </p:nvSpPr>
        <p:spPr>
          <a:xfrm>
            <a:off x="4352544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0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09"/>
          <p:cNvSpPr/>
          <p:nvPr/>
        </p:nvSpPr>
        <p:spPr>
          <a:xfrm>
            <a:off x="884224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10"/>
          <p:cNvSpPr/>
          <p:nvPr/>
        </p:nvSpPr>
        <p:spPr>
          <a:xfrm>
            <a:off x="884224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11"/>
          <p:cNvSpPr/>
          <p:nvPr/>
        </p:nvSpPr>
        <p:spPr>
          <a:xfrm>
            <a:off x="884224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12"/>
          <p:cNvSpPr/>
          <p:nvPr/>
        </p:nvSpPr>
        <p:spPr>
          <a:xfrm>
            <a:off x="884224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13"/>
          <p:cNvSpPr/>
          <p:nvPr/>
        </p:nvSpPr>
        <p:spPr>
          <a:xfrm>
            <a:off x="884224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14"/>
          <p:cNvSpPr/>
          <p:nvPr/>
        </p:nvSpPr>
        <p:spPr>
          <a:xfrm>
            <a:off x="884224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15"/>
          <p:cNvSpPr/>
          <p:nvPr/>
        </p:nvSpPr>
        <p:spPr>
          <a:xfrm>
            <a:off x="884224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16"/>
          <p:cNvSpPr/>
          <p:nvPr/>
        </p:nvSpPr>
        <p:spPr>
          <a:xfrm>
            <a:off x="884224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17"/>
          <p:cNvSpPr/>
          <p:nvPr/>
        </p:nvSpPr>
        <p:spPr>
          <a:xfrm>
            <a:off x="884224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18"/>
          <p:cNvSpPr/>
          <p:nvPr/>
        </p:nvSpPr>
        <p:spPr>
          <a:xfrm>
            <a:off x="884224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19"/>
          <p:cNvSpPr/>
          <p:nvPr/>
        </p:nvSpPr>
        <p:spPr>
          <a:xfrm>
            <a:off x="928116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20"/>
          <p:cNvSpPr/>
          <p:nvPr/>
        </p:nvSpPr>
        <p:spPr>
          <a:xfrm>
            <a:off x="928116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21"/>
          <p:cNvSpPr/>
          <p:nvPr/>
        </p:nvSpPr>
        <p:spPr>
          <a:xfrm>
            <a:off x="928116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22"/>
          <p:cNvSpPr/>
          <p:nvPr/>
        </p:nvSpPr>
        <p:spPr>
          <a:xfrm>
            <a:off x="928116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23"/>
          <p:cNvSpPr/>
          <p:nvPr/>
        </p:nvSpPr>
        <p:spPr>
          <a:xfrm>
            <a:off x="928116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24"/>
          <p:cNvSpPr/>
          <p:nvPr/>
        </p:nvSpPr>
        <p:spPr>
          <a:xfrm>
            <a:off x="928116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25"/>
          <p:cNvSpPr/>
          <p:nvPr/>
        </p:nvSpPr>
        <p:spPr>
          <a:xfrm>
            <a:off x="928116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26"/>
          <p:cNvSpPr/>
          <p:nvPr/>
        </p:nvSpPr>
        <p:spPr>
          <a:xfrm>
            <a:off x="928116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27"/>
          <p:cNvSpPr/>
          <p:nvPr/>
        </p:nvSpPr>
        <p:spPr>
          <a:xfrm>
            <a:off x="928116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28"/>
          <p:cNvSpPr/>
          <p:nvPr/>
        </p:nvSpPr>
        <p:spPr>
          <a:xfrm>
            <a:off x="928116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29"/>
          <p:cNvSpPr/>
          <p:nvPr/>
        </p:nvSpPr>
        <p:spPr>
          <a:xfrm>
            <a:off x="972007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30"/>
          <p:cNvSpPr/>
          <p:nvPr/>
        </p:nvSpPr>
        <p:spPr>
          <a:xfrm>
            <a:off x="972007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31"/>
          <p:cNvSpPr/>
          <p:nvPr/>
        </p:nvSpPr>
        <p:spPr>
          <a:xfrm>
            <a:off x="972007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32"/>
          <p:cNvSpPr/>
          <p:nvPr/>
        </p:nvSpPr>
        <p:spPr>
          <a:xfrm>
            <a:off x="972007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33"/>
          <p:cNvSpPr/>
          <p:nvPr/>
        </p:nvSpPr>
        <p:spPr>
          <a:xfrm>
            <a:off x="972007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34"/>
          <p:cNvSpPr/>
          <p:nvPr/>
        </p:nvSpPr>
        <p:spPr>
          <a:xfrm>
            <a:off x="972007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35"/>
          <p:cNvSpPr/>
          <p:nvPr/>
        </p:nvSpPr>
        <p:spPr>
          <a:xfrm>
            <a:off x="972007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36"/>
          <p:cNvSpPr/>
          <p:nvPr/>
        </p:nvSpPr>
        <p:spPr>
          <a:xfrm>
            <a:off x="972007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37"/>
          <p:cNvSpPr/>
          <p:nvPr/>
        </p:nvSpPr>
        <p:spPr>
          <a:xfrm>
            <a:off x="972007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38"/>
          <p:cNvSpPr/>
          <p:nvPr/>
        </p:nvSpPr>
        <p:spPr>
          <a:xfrm>
            <a:off x="972007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39"/>
          <p:cNvSpPr/>
          <p:nvPr/>
        </p:nvSpPr>
        <p:spPr>
          <a:xfrm>
            <a:off x="1015898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40"/>
          <p:cNvSpPr/>
          <p:nvPr/>
        </p:nvSpPr>
        <p:spPr>
          <a:xfrm>
            <a:off x="1015898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41"/>
          <p:cNvSpPr/>
          <p:nvPr/>
        </p:nvSpPr>
        <p:spPr>
          <a:xfrm>
            <a:off x="1015898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42"/>
          <p:cNvSpPr/>
          <p:nvPr/>
        </p:nvSpPr>
        <p:spPr>
          <a:xfrm>
            <a:off x="1015898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43"/>
          <p:cNvSpPr/>
          <p:nvPr/>
        </p:nvSpPr>
        <p:spPr>
          <a:xfrm>
            <a:off x="1015898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44"/>
          <p:cNvSpPr/>
          <p:nvPr/>
        </p:nvSpPr>
        <p:spPr>
          <a:xfrm>
            <a:off x="1015898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45"/>
          <p:cNvSpPr/>
          <p:nvPr/>
        </p:nvSpPr>
        <p:spPr>
          <a:xfrm>
            <a:off x="1015898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46"/>
          <p:cNvSpPr/>
          <p:nvPr/>
        </p:nvSpPr>
        <p:spPr>
          <a:xfrm>
            <a:off x="1015898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47"/>
          <p:cNvSpPr/>
          <p:nvPr/>
        </p:nvSpPr>
        <p:spPr>
          <a:xfrm>
            <a:off x="1015898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48"/>
          <p:cNvSpPr/>
          <p:nvPr/>
        </p:nvSpPr>
        <p:spPr>
          <a:xfrm>
            <a:off x="1015898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49"/>
          <p:cNvSpPr/>
          <p:nvPr/>
        </p:nvSpPr>
        <p:spPr>
          <a:xfrm>
            <a:off x="1059789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50"/>
          <p:cNvSpPr/>
          <p:nvPr/>
        </p:nvSpPr>
        <p:spPr>
          <a:xfrm>
            <a:off x="1059789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51"/>
          <p:cNvSpPr/>
          <p:nvPr/>
        </p:nvSpPr>
        <p:spPr>
          <a:xfrm>
            <a:off x="1059789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52"/>
          <p:cNvSpPr/>
          <p:nvPr/>
        </p:nvSpPr>
        <p:spPr>
          <a:xfrm>
            <a:off x="1059789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53" descr="수 모형: 10개씩 묶음 4개, 낱개 4개(44)"/>
          <p:cNvSpPr/>
          <p:nvPr/>
        </p:nvSpPr>
        <p:spPr>
          <a:xfrm>
            <a:off x="8156448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5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2026-10-26T07:10:52Z</dcterms:created>
  <dcterms:modified xsi:type="dcterms:W3CDTF">2026-10-26T07:10:52Z</dcterms:modified>
</cp:coreProperties>
</file>