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e526e992-cd13-44e1-1c40-b5d8831c0e33}">
          <p14:sldIdLst>
            <p14:sldId id="256"/>
            <p14:sldId id="257"/>
          </p14:sldIdLst>
        </p14:section>
        <p14:section name="개념" id="{9989e8cf-78eb-93a9-b1df-0ee12a04a519}">
          <p14:sldIdLst>
            <p14:sldId id="258"/>
            <p14:sldId id="259"/>
            <p14:sldId id="260"/>
            <p14:sldId id="262"/>
            <p14:sldId id="263"/>
            <p14:sldId id="264"/>
          </p14:sldIdLst>
        </p14:section>
        <p14:section name="연습" id="{a913cb27-f0e2-0330-4517-ea1aa7e44d8e}">
          <p14:sldIdLst>
            <p14:sldId id="261"/>
            <p14:sldId id="265"/>
            <p14:sldId id="266"/>
          </p14:sldIdLst>
        </p14:section>
        <p14:section name="개념" id="{fda562f1-bddc-8c1e-23be-a7c3fb85b5cb}">
          <p14:sldIdLst/>
        </p14:section>
        <p14:section name="연습" id="{628ae769-c75e-e0a1-6079-ad151084f946}">
          <p14:sldIdLst/>
        </p14:section>
        <p14:section name="확인" id="{06d6ffeb-2f5f-c6d9-1966-b2c57370cb90}">
          <p14:sldIdLst>
            <p14:sldId id="267"/>
            <p14:sldId id="268"/>
            <p14:sldId id="269"/>
          </p14:sldIdLst>
        </p14:section>
        <p14:section name="정리" id="{14ae2dca-9272-8dfd-f957-e8dd2567c565}">
          <p14:sldIdLst>
            <p14:sldId id="270"/>
          </p14:sldIdLst>
        </p14:section>
        <p14:section name="보충" id="{aec391ef-dcf7-b118-83ea-efece2a88a30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 시계에 관심을 갖게 합니다.
시간: 약 2분
이렇게 말해 보세요
- “아침에 일어날 때, 밥 먹을 때 시계를 보지? 오늘은 시계를 읽는 방법을 배울 거야.”
- “오른쪽 시계는 몇 시일까? 아직 몰라도 괜찮아.”
예상 답
- “3시요.” / “몰라요.”
주의
- 표지의 시계는 3시입니다. 수업 끝에 다시 읽어 보게 하면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확인(12까지 수의 순서)]
목적: 시계에 있는 1부터 12까지의 수를 순서대로 알고, 두 수 사이의 수를 찾을 수 있는지 확인합니다.
시간: 약 3분
이렇게 말해 보세요
- “①은 11 다음에 오는 수야. ②는 5와 7 사이에 있는 수는?”
- “③은 손가락으로 세면서 12까지 말해 볼래?”
정답
- ① 12
- ② 6
- ③ 1, 2, 3, …, 11, 12를 빠뜨리지 않고 셉니다.
막히면
- 바둑돌을 하나씩 놓으며 함께 셉니다.
- 10, 11, 12를 읽지 못하거나 순서가 흔들리면 S16(보충)을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시계의 생김새와 두 바늘]
목적: 시계에 1부터 12까지 수가 있고, 짧은바늘과 긴바늘이 하는 일이 다르다는 것을 압니다.
시간: 약 2분
이렇게 말해 보세요
- “시계에 수가 몇까지 있어? 12 다음은 다시 1이야. 빙 돌아가지?”
- “바늘이 두 개 있지? 짧은 바늘을 ‘짧은바늘’, 긴 바늘을 ‘긴바늘’이라고 해. 짧은바늘을 짚어 볼래?”
예상 답
- “12까지 있어요.” “(짧은바늘을 바르게 짚음)”
막히면
- 길이가 다른 연필 두 자루를 시계 그림 위에 놓고 “짧은 연필이 짧은바늘, 긴 연필이 긴바늘이야.”라고 말합니다(M1).
주의
- 화면의 짧은바늘은 빨간색, 긴바늘은 검은색입니다. 실제 시계는 색이 다를 수 있으니 길이로 구별하게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몇 시 읽기]
목적: 긴바늘이 12를 가리킬 때 짧은바늘이 가리키는 수를 읽어 몇 시라고 말하는 것을 압니다.
시간: 약 3분
이렇게 말해 보세요
- “왼쪽 시계를 보자. 긴바늘은 어디를 가리켜? 짧은바늘은?”
- “긴바늘이 12에 있고 짧은바늘이 3에 있으면 ‘세 시’라고 읽어. 오른쪽 시계는?”
예상 답
- “긴바늘은 12, 짧은바늘은 3이에요. 세 시예요.” “여덟 시예요.”
막히면
- 짧은바늘 끝에서 가장 가까운 수에 손가락을 대게 합니다.
주의
- 3시는 ‘삼 시’가 아니라 ‘세 시’로 읽습니다. 한 시, 두 시, 세 시, 네 시, 다섯 시 … 열한 시, 열두 시로 읽습니다.
- 그림의 시계: 왼쪽 3시(짧은바늘 3, 긴바늘 12), 오른쪽 8시(짧은바늘 8, 긴바늘 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몇 시 바늘 그리기 시범]
목적: 몇 시를 시곗바늘로 나타내는 순서를 시범으로 보여 줍니다.
시간: 약 3분
이렇게 말해 보세요
- “5시를 그려 보자. 몇 시일 때 긴바늘은 언제나 12에 있어. 먼저 긴바늘을 12까지 길게 그려.”
- “그다음 짧은바늘을 5 쪽으로 짧게 그려. 다 그리면 몇 시인지 읽어 볼까?”
- “이번엔 종이 시계에 네가 2시를 그려 볼래?”
예상 답
- “다섯 시예요.” (2시: 긴바늘 12, 짧은바늘 2)
막히면
- 연필 두 자루를 종이 시계 위에 놓아 먼저 만들어 보고, 그 자리에 선을 그리게 합니다.
주의
- 짧은바늘을 길게 그리면 긴바늘과 헷갈립니다. 짧은바늘은 숫자에 닿지 않을 만큼 짧게 그립니다.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안내받는 연습(몇 시 읽기)]
목적: 도움을 받으며 몇 시를 읽습니다.
시간: 약 3분
이렇게 말해 보세요
- “①의 긴바늘은 어디에 있어? 짧은바늘은? 몇 시야?”
- “③은 두 바늘이 모두 12에 있네. 몇 시일까?”
정답
- ① 9시(아홉 시)
- ② 2시(두 시)
- ③ 12시(열두 시)
막히면
- 짧은바늘에 손가락을 대고 끝까지 따라가 수를 읽게 합니다.
- ③에서 바늘이 하나뿐이라고 하면 긴바늘과 짧은바늘이 겹쳐 있다고 알려 줍니다.
주의
- 그림의 시계: ① 짧은바늘 9·긴바늘 12, ② 짧은바늘 2·긴바늘 12, ③ 두 바늘 모두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몇 시 30분 읽기]
목적: 긴바늘이 6을 가리키면 30분이고, 짧은바늘이 두 수 사이에 있을 때는 앞의 수를 읽는다는 것을 압니다.
시간: 약 3분
이렇게 말해 보세요
- “이번에는 긴바늘이 6을 가리키고 있어. 긴바늘이 6에 있으면 ‘30분’이라고 해. 6분이 아니라 30분!”
- “짧은바늘은 3과 4 사이에 있지? 이럴 때는 앞의 수 3을 읽어. 그래서 ‘세 시 삼십 분’이야.”
예상 답
- “세 시 삼십 분이요.”
막히면
- “긴바늘이 6이면?” “30분!”을 주고받기 놀이처럼 몇 번 말합니다(M3).
주의
- 30분은 ‘삼십 분’으로 읽습니다. ‘몇 시 반’이라는 말도 같은 뜻이지만 오늘은 ‘30분’으로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짧은바늘이 사이에 있는 까닭]
목적: 3시에서 4시로 가는 동안 짧은바늘이 3과 4 사이를 지나므로, 3시 30분에는 짧은바늘이 3과 4의 가운데에 있다는 것을 이해합니다.
시간: 약 3분
이렇게 말해 보세요
- “왼쪽은 3시, 오른쪽은 4시야. 그 사이에 긴바늘이 한 바퀴 돌아. 가운데 시계는 긴바늘이 반 바퀴 돌았을 때야.”
- “가운데 시계의 짧은바늘은 3을 지났어. 4에는 아직 도착했어?”
예상 답
- “아니요. 아직 4에 안 갔어요. 그래서 3시 30분이에요.”
막히면
- 집에 바늘 시계가 있으면 뒤의 손잡이로 긴바늘을 천천히 돌려 짧은바늘이 함께 움직이는 것을 보여 줍니다.
주의
- 짧은바늘이 아직 4에 가지 않았으니 ‘3시 30분’이라고 읽습니다. 뒤의 수 4를 읽는 실수를 막는 장입니다(M2).
- 지치면 여기서 쉬고, 다음 날 S09부터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몇 시 30분 바늘 그리기 시범]
목적: 몇 시 30분을 시곗바늘로 나타내는 순서를 시범으로 보여 줍니다.
시간: 약 3분
이렇게 말해 보세요
- “7시 30분을 그려 보자. 30분이니까 긴바늘은 어디에 그릴까?”
- “짧은바늘은 7에 딱 그리면 안 돼. 7과 8을 손가락으로 짚고, 그 가운데에 짧게 그려.”
- “이번엔 종이 시계에 네가 1시 30분을 그려 볼래?”
예상 답
- “긴바늘은 6이요.” (1시 30분: 긴바늘 6, 짧은바늘 1과 2 사이)
막히면
- 연필 두 자루로 먼저 만들어 보고, 짧은바늘 연필을 두 수 가운데로 옮기게 합니다(M4).
주의
- 짧은바늘을 7 위에 그리면 7시처럼 보입니다. 두 수 사이에 그렸는지 꼭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안내받는 연습(몇 시 30분 읽기)]
목적: 도움을 받으며 몇 시 30분을 읽습니다.
시간: 약 3분
이렇게 말해 보세요
- “①의 긴바늘은 어디야? 짧은바늘은 어느 두 수 사이에 있어? 그럼 몇 시 몇 분이야?”
정답
- ① 1시 30분(한 시 삼십 분)
- ② 10시 30분(열 시 삼십 분)
- ③ 4시 30분(네 시 삼십 분)
막히면
- 짧은바늘 양쪽의 두 수를 먼저 말하게 하고 “둘 중 앞의 수는?”이라고 묻습니다.
- ②에서 11시 30분이라고 하면 S08로 돌아가 짧은바늘이 아직 11에 가지 않았다는 것을 확인합니다(M2).
주의
- 그림의 시계: ① 짧은바늘 1과 2 사이·긴바늘 6, ② 짧은바늘 10과 11 사이·긴바늘 6, ③ 짧은바늘 4와 5 사이·긴바늘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오개념 비교(뒤의 수를 읽는 실수)]
목적: 짧은바늘이 두 수 사이에 있을 때 앞의 수를 읽어야 한다는 것을 확인합니다(M2).
시간: 약 3분
이렇게 말해 보세요
- “토끼와 곰이 같은 시계를 다르게 읽었어. 누가 맞았을까?”
- “짧은바늘이 5에 도착했어? 4를 지났어?”
예상 답
- “곰이요. 아직 5시가 안 됐어요.”
정답
- 곰이 맞습니다. 짧은바늘이 4와 5 사이에 있고 아직 5에 가지 않았으므로 4시 30분입니다. 5시 30분은 짧은바늘이 5와 6 사이에 있습니다.
막히면
- S08처럼 4시 → 4시 30분 → 5시 순서로 연필 바늘을 옮겨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혼자 해결]
목적: 도움 없이 몇 시와 몇 시 30분을 읽고, 몇 시 30분을 바늘로 나타낼 수 있는지 확인합니다.
시간: 약 4분
이렇게 말해 보세요
- “이번에는 혼자 해 볼래? ①과 ②는 읽어 주고, ③은 종이 시계에 바늘을 그려 줘.”
정답
- ① 6시(여섯 시)
- ② 9시 30분(아홉 시 삼십 분)
- ③ 긴바늘은 6까지 길게, 짧은바늘은 2와 3 사이에 짧게 그립니다.
막히면
- 바로 알려 주지 말고 “긴바늘부터 볼까?”라고만 말합니다.
- 도움을 받아 해결했다면 기록표에 ‘도움’으로 표시합니다.
주의
- 그림의 시계: ① 짧은바늘 6·긴바늘 12, ② 짧은바늘 9와 10 사이·긴바늘 6. ①은 두 바늘이 한 줄로 이어져 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정답과 피드백]
목적: 아이의 답을 함께 확인하고 흔한 실수를 바로잡습니다. 수업용에만 있는 장입니다.
시간: 약 2분
이렇게 말해 보세요
- “네 답과 같은지 볼까? 다르면 연필 바늘로 다시 해 보자.”
정답
- ① 6시 ② 9시 30분 ③ 긴바늘 6, 짧은바늘 2와 3 사이
막히면
- ①을 12시라고 했다면 긴바늘과 짧은바늘을 바꾼 것입니다. S03으로 돌아가 바늘 이름을 다시 확인합니다(M1).
- ②를 10시 30분이라고 했다면 S08을 다시 봅니다(M2).
- ③에서 짧은바늘을 2 위에 그렸다면 2와 3 사이로 옮겨 그리게 합니다(M4).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마무리 확인(알맞은 시계 고르기)]
목적: 처음 보는 문제에서 몇 시 30분을 나타낸 시계를 고르고 까닭을 말하는지 확인합니다.
시간: 약 2분
이렇게 말해 보세요
- “8시 30분을 나타낸 시계는 어느 것일까? 나와 다는 몇 시일까?”
정답
- 가. 긴바늘이 6, 짧은바늘이 8과 9 사이입니다. 나는 9시 30분(짧은바늘 9와 10 사이), 다는 8시(긴바늘 12)입니다.
막히면
- 시계마다 긴바늘부터 짚게 합니다. 긴바늘이 6인 시계 두 개 중에서 짧은바늘을 비교합니다.
주의
- 그림의 시계: 가 8시 30분, 나 9시 30분, 다 8시.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정리와 다음 수업 복습]
목적: 핵심을 정리하고 다음 수업 첫 5분에 풀 복습 문제를 알려 줍니다.
시간: 약 2분
이렇게 말해 보세요
- “몇 시인지 어떻게 알 수 있어? 몇 시 30분은?”
- “표지의 시계는 몇 시였을까?”
예상 답
- “긴바늘이 12면 짧은바늘을 읽어요.” “표지는 3시예요.”
정답
- ① 4시 ② 6 ③ 5시 30분
막히면
- 연필 두 자루로 4시와 4시 30분을 만들어 보며 다시 말합니다.
주의
- 생활 속에서 “지금 몇 시야?”를 자주 물어 주면 좋습니다(몇 시, 몇 시 30분일 때만).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선수 학습 보충(시계의 수 1~12)]
목적: S02에서 12까지의 수가 흔들리면 시계의 수를 차례로 읽는 연습부터 합니다.
시간: 약 5분
이렇게 말해 보세요
- “12에 손가락을 대고, 오른쪽으로 돌면서 1, 2, 3… 읽어 볼까?”
- “12 다음에는 어떤 수가 나와?”
정답
- 12, 1, 2, 3, 4, 5, 6, 7, 8, 9, 10, 11, 그리고 다시 12. 12 다음은 1입니다.
막히면
- 10, 11, 12는 바둑돌 묶음(10개와 낱개)으로 다시 세어 봅니다.
주의
- 이 차시는 계획상 선수 차시가 없습니다. 수의 순서가 흔들리면 ‘수의 순서와 크기 비교’(KR22-G01-MAT-NUM9ORD-L01), 10보다 큰 수가 흔들리면 ‘50까지의 수’(KR22-G01-MAT-NUM50-L01)를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시간과규칙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몇 시와 몇 시 30분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몇 시와 몇 시 30분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수학 · 몇 시와 몇 시 30분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시와 몇 시 30분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몇 시일까?</a:t>
            </a:r>
            <a:endParaRPr lang="ko-KR" sz="3200" dirty="0"/>
          </a:p>
        </p:txBody>
      </p:sp>
      <p:sp>
        <p:nvSpPr>
          <p:cNvPr id="4" name="S01-figure1" descr="시계: 짧은바늘이 3, 긴바늘이 12를 가리킴(3시)"/>
          <p:cNvSpPr/>
          <p:nvPr/>
        </p:nvSpPr>
        <p:spPr>
          <a:xfrm>
            <a:off x="8183880" y="640080"/>
            <a:ext cx="2926080" cy="29260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5" name="S01-line2"/>
          <p:cNvSpPr/>
          <p:nvPr/>
        </p:nvSpPr>
        <p:spPr>
          <a:xfrm>
            <a:off x="9646920" y="676656"/>
            <a:ext cx="0" cy="1609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01-line3"/>
          <p:cNvSpPr/>
          <p:nvPr/>
        </p:nvSpPr>
        <p:spPr>
          <a:xfrm flipH="1">
            <a:off x="9788380" y="684470"/>
            <a:ext cx="7646" cy="7275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1-line4"/>
          <p:cNvSpPr/>
          <p:nvPr/>
        </p:nvSpPr>
        <p:spPr>
          <a:xfrm flipH="1">
            <a:off x="9928289" y="707828"/>
            <a:ext cx="15209" cy="715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1-line5"/>
          <p:cNvSpPr/>
          <p:nvPr/>
        </p:nvSpPr>
        <p:spPr>
          <a:xfrm flipH="1">
            <a:off x="10065116" y="746472"/>
            <a:ext cx="22605" cy="69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1-line6"/>
          <p:cNvSpPr/>
          <p:nvPr/>
        </p:nvSpPr>
        <p:spPr>
          <a:xfrm flipH="1">
            <a:off x="10197362" y="799980"/>
            <a:ext cx="29754" cy="668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1-line7"/>
          <p:cNvSpPr/>
          <p:nvPr/>
        </p:nvSpPr>
        <p:spPr>
          <a:xfrm flipH="1">
            <a:off x="10279685" y="867766"/>
            <a:ext cx="80467" cy="13937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1-line8"/>
          <p:cNvSpPr/>
          <p:nvPr/>
        </p:nvSpPr>
        <p:spPr>
          <a:xfrm flipH="1">
            <a:off x="10442377" y="949086"/>
            <a:ext cx="42998" cy="591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1-line9"/>
          <p:cNvSpPr/>
          <p:nvPr/>
        </p:nvSpPr>
        <p:spPr>
          <a:xfrm flipH="1">
            <a:off x="10552462" y="1043051"/>
            <a:ext cx="48948" cy="5436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1-line10"/>
          <p:cNvSpPr/>
          <p:nvPr/>
        </p:nvSpPr>
        <p:spPr>
          <a:xfrm flipH="1">
            <a:off x="10652627" y="1148629"/>
            <a:ext cx="54363" cy="489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1-line11"/>
          <p:cNvSpPr/>
          <p:nvPr/>
        </p:nvSpPr>
        <p:spPr>
          <a:xfrm flipH="1">
            <a:off x="10741772" y="1264665"/>
            <a:ext cx="59181" cy="429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1-line12"/>
          <p:cNvSpPr/>
          <p:nvPr/>
        </p:nvSpPr>
        <p:spPr>
          <a:xfrm flipH="1">
            <a:off x="10742901" y="1389888"/>
            <a:ext cx="139373" cy="804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" name="S01-line13"/>
          <p:cNvSpPr/>
          <p:nvPr/>
        </p:nvSpPr>
        <p:spPr>
          <a:xfrm flipH="1">
            <a:off x="10883232" y="1522925"/>
            <a:ext cx="66828" cy="297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1-line14"/>
          <p:cNvSpPr/>
          <p:nvPr/>
        </p:nvSpPr>
        <p:spPr>
          <a:xfrm flipH="1">
            <a:off x="10933996" y="1662318"/>
            <a:ext cx="69572" cy="22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1-line15"/>
          <p:cNvSpPr/>
          <p:nvPr/>
        </p:nvSpPr>
        <p:spPr>
          <a:xfrm flipH="1">
            <a:off x="10970659" y="1806541"/>
            <a:ext cx="71553" cy="152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1-line16"/>
          <p:cNvSpPr/>
          <p:nvPr/>
        </p:nvSpPr>
        <p:spPr>
          <a:xfrm flipH="1">
            <a:off x="10992818" y="1954014"/>
            <a:ext cx="72751" cy="7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1-line17"/>
          <p:cNvSpPr/>
          <p:nvPr/>
        </p:nvSpPr>
        <p:spPr>
          <a:xfrm flipH="1">
            <a:off x="10912450" y="2103120"/>
            <a:ext cx="16093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01-line18"/>
          <p:cNvSpPr/>
          <p:nvPr/>
        </p:nvSpPr>
        <p:spPr>
          <a:xfrm flipH="1" flipV="1">
            <a:off x="10992818" y="2244580"/>
            <a:ext cx="72751" cy="7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1-line19"/>
          <p:cNvSpPr/>
          <p:nvPr/>
        </p:nvSpPr>
        <p:spPr>
          <a:xfrm flipH="1" flipV="1">
            <a:off x="10970659" y="2384489"/>
            <a:ext cx="71553" cy="152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1-line20"/>
          <p:cNvSpPr/>
          <p:nvPr/>
        </p:nvSpPr>
        <p:spPr>
          <a:xfrm flipH="1" flipV="1">
            <a:off x="10933996" y="2521316"/>
            <a:ext cx="69572" cy="22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1-line21"/>
          <p:cNvSpPr/>
          <p:nvPr/>
        </p:nvSpPr>
        <p:spPr>
          <a:xfrm flipH="1" flipV="1">
            <a:off x="10883232" y="2653562"/>
            <a:ext cx="66828" cy="297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1-line22"/>
          <p:cNvSpPr/>
          <p:nvPr/>
        </p:nvSpPr>
        <p:spPr>
          <a:xfrm flipH="1" flipV="1">
            <a:off x="10742901" y="2735885"/>
            <a:ext cx="139373" cy="804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" name="S01-line23"/>
          <p:cNvSpPr/>
          <p:nvPr/>
        </p:nvSpPr>
        <p:spPr>
          <a:xfrm flipH="1" flipV="1">
            <a:off x="10741772" y="2898577"/>
            <a:ext cx="59181" cy="429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1-line24"/>
          <p:cNvSpPr/>
          <p:nvPr/>
        </p:nvSpPr>
        <p:spPr>
          <a:xfrm flipH="1" flipV="1">
            <a:off x="10652627" y="3008662"/>
            <a:ext cx="54363" cy="489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1-line25"/>
          <p:cNvSpPr/>
          <p:nvPr/>
        </p:nvSpPr>
        <p:spPr>
          <a:xfrm flipH="1" flipV="1">
            <a:off x="10552462" y="3108827"/>
            <a:ext cx="48948" cy="5436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1-line26"/>
          <p:cNvSpPr/>
          <p:nvPr/>
        </p:nvSpPr>
        <p:spPr>
          <a:xfrm flipH="1" flipV="1">
            <a:off x="10442377" y="3197972"/>
            <a:ext cx="42998" cy="591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1-line27"/>
          <p:cNvSpPr/>
          <p:nvPr/>
        </p:nvSpPr>
        <p:spPr>
          <a:xfrm flipH="1" flipV="1">
            <a:off x="10279685" y="3199101"/>
            <a:ext cx="80467" cy="13937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01-line28"/>
          <p:cNvSpPr/>
          <p:nvPr/>
        </p:nvSpPr>
        <p:spPr>
          <a:xfrm flipH="1" flipV="1">
            <a:off x="10197362" y="3339432"/>
            <a:ext cx="29754" cy="668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1-line29"/>
          <p:cNvSpPr/>
          <p:nvPr/>
        </p:nvSpPr>
        <p:spPr>
          <a:xfrm flipH="1" flipV="1">
            <a:off x="10065116" y="3390196"/>
            <a:ext cx="22605" cy="69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1-line30"/>
          <p:cNvSpPr/>
          <p:nvPr/>
        </p:nvSpPr>
        <p:spPr>
          <a:xfrm flipH="1" flipV="1">
            <a:off x="9928289" y="3426859"/>
            <a:ext cx="15209" cy="715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1-line31"/>
          <p:cNvSpPr/>
          <p:nvPr/>
        </p:nvSpPr>
        <p:spPr>
          <a:xfrm flipH="1" flipV="1">
            <a:off x="9788380" y="3449018"/>
            <a:ext cx="7646" cy="7275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1-line32"/>
          <p:cNvSpPr/>
          <p:nvPr/>
        </p:nvSpPr>
        <p:spPr>
          <a:xfrm flipV="1">
            <a:off x="9646920" y="3368650"/>
            <a:ext cx="0" cy="1609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6" name="S01-line33"/>
          <p:cNvSpPr/>
          <p:nvPr/>
        </p:nvSpPr>
        <p:spPr>
          <a:xfrm flipV="1">
            <a:off x="9497814" y="3449018"/>
            <a:ext cx="7646" cy="7275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1-line34"/>
          <p:cNvSpPr/>
          <p:nvPr/>
        </p:nvSpPr>
        <p:spPr>
          <a:xfrm flipV="1">
            <a:off x="9350341" y="3426859"/>
            <a:ext cx="15209" cy="715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1-line35"/>
          <p:cNvSpPr/>
          <p:nvPr/>
        </p:nvSpPr>
        <p:spPr>
          <a:xfrm flipV="1">
            <a:off x="9206118" y="3390196"/>
            <a:ext cx="22605" cy="69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1-line36"/>
          <p:cNvSpPr/>
          <p:nvPr/>
        </p:nvSpPr>
        <p:spPr>
          <a:xfrm flipV="1">
            <a:off x="9066725" y="3339432"/>
            <a:ext cx="29754" cy="668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1-line37"/>
          <p:cNvSpPr/>
          <p:nvPr/>
        </p:nvSpPr>
        <p:spPr>
          <a:xfrm flipV="1">
            <a:off x="8933688" y="3199101"/>
            <a:ext cx="80467" cy="13937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1" name="S01-line38"/>
          <p:cNvSpPr/>
          <p:nvPr/>
        </p:nvSpPr>
        <p:spPr>
          <a:xfrm flipV="1">
            <a:off x="8808465" y="3197972"/>
            <a:ext cx="42998" cy="591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1-line39"/>
          <p:cNvSpPr/>
          <p:nvPr/>
        </p:nvSpPr>
        <p:spPr>
          <a:xfrm flipV="1">
            <a:off x="8692429" y="3108827"/>
            <a:ext cx="48948" cy="5436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1-line40"/>
          <p:cNvSpPr/>
          <p:nvPr/>
        </p:nvSpPr>
        <p:spPr>
          <a:xfrm flipV="1">
            <a:off x="8586851" y="3008662"/>
            <a:ext cx="54363" cy="489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1-line41"/>
          <p:cNvSpPr/>
          <p:nvPr/>
        </p:nvSpPr>
        <p:spPr>
          <a:xfrm flipV="1">
            <a:off x="8492886" y="2898577"/>
            <a:ext cx="59181" cy="429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1-line42"/>
          <p:cNvSpPr/>
          <p:nvPr/>
        </p:nvSpPr>
        <p:spPr>
          <a:xfrm flipV="1">
            <a:off x="8411566" y="2735885"/>
            <a:ext cx="139373" cy="804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6" name="S01-line43"/>
          <p:cNvSpPr/>
          <p:nvPr/>
        </p:nvSpPr>
        <p:spPr>
          <a:xfrm flipV="1">
            <a:off x="8343780" y="2653562"/>
            <a:ext cx="66828" cy="297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1-line44"/>
          <p:cNvSpPr/>
          <p:nvPr/>
        </p:nvSpPr>
        <p:spPr>
          <a:xfrm flipV="1">
            <a:off x="8290272" y="2521316"/>
            <a:ext cx="69572" cy="22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1-line45"/>
          <p:cNvSpPr/>
          <p:nvPr/>
        </p:nvSpPr>
        <p:spPr>
          <a:xfrm flipV="1">
            <a:off x="8251628" y="2384489"/>
            <a:ext cx="71553" cy="152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1-line46"/>
          <p:cNvSpPr/>
          <p:nvPr/>
        </p:nvSpPr>
        <p:spPr>
          <a:xfrm flipV="1">
            <a:off x="8228270" y="2244580"/>
            <a:ext cx="72751" cy="7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1-line47"/>
          <p:cNvSpPr/>
          <p:nvPr/>
        </p:nvSpPr>
        <p:spPr>
          <a:xfrm>
            <a:off x="8220456" y="2103120"/>
            <a:ext cx="16093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1" name="S01-line48"/>
          <p:cNvSpPr/>
          <p:nvPr/>
        </p:nvSpPr>
        <p:spPr>
          <a:xfrm>
            <a:off x="8228270" y="1954014"/>
            <a:ext cx="72751" cy="7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1-line49"/>
          <p:cNvSpPr/>
          <p:nvPr/>
        </p:nvSpPr>
        <p:spPr>
          <a:xfrm>
            <a:off x="8251628" y="1806541"/>
            <a:ext cx="71553" cy="152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1-line50"/>
          <p:cNvSpPr/>
          <p:nvPr/>
        </p:nvSpPr>
        <p:spPr>
          <a:xfrm>
            <a:off x="8290272" y="1662318"/>
            <a:ext cx="69572" cy="22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1-line51"/>
          <p:cNvSpPr/>
          <p:nvPr/>
        </p:nvSpPr>
        <p:spPr>
          <a:xfrm>
            <a:off x="8343780" y="1522925"/>
            <a:ext cx="66828" cy="297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1-line52"/>
          <p:cNvSpPr/>
          <p:nvPr/>
        </p:nvSpPr>
        <p:spPr>
          <a:xfrm>
            <a:off x="8411566" y="1389888"/>
            <a:ext cx="139373" cy="804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6" name="S01-line53"/>
          <p:cNvSpPr/>
          <p:nvPr/>
        </p:nvSpPr>
        <p:spPr>
          <a:xfrm>
            <a:off x="8492886" y="1264665"/>
            <a:ext cx="59181" cy="429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1-line54"/>
          <p:cNvSpPr/>
          <p:nvPr/>
        </p:nvSpPr>
        <p:spPr>
          <a:xfrm>
            <a:off x="8586851" y="1148629"/>
            <a:ext cx="54363" cy="489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1-line55"/>
          <p:cNvSpPr/>
          <p:nvPr/>
        </p:nvSpPr>
        <p:spPr>
          <a:xfrm>
            <a:off x="8692429" y="1043051"/>
            <a:ext cx="48948" cy="5436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1-line56"/>
          <p:cNvSpPr/>
          <p:nvPr/>
        </p:nvSpPr>
        <p:spPr>
          <a:xfrm>
            <a:off x="8808465" y="949086"/>
            <a:ext cx="42998" cy="591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1-line57"/>
          <p:cNvSpPr/>
          <p:nvPr/>
        </p:nvSpPr>
        <p:spPr>
          <a:xfrm>
            <a:off x="8933688" y="867766"/>
            <a:ext cx="80467" cy="13937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1" name="S01-line58"/>
          <p:cNvSpPr/>
          <p:nvPr/>
        </p:nvSpPr>
        <p:spPr>
          <a:xfrm>
            <a:off x="9066725" y="799980"/>
            <a:ext cx="29754" cy="668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1-line59"/>
          <p:cNvSpPr/>
          <p:nvPr/>
        </p:nvSpPr>
        <p:spPr>
          <a:xfrm>
            <a:off x="9206118" y="746472"/>
            <a:ext cx="22605" cy="69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1-line60"/>
          <p:cNvSpPr/>
          <p:nvPr/>
        </p:nvSpPr>
        <p:spPr>
          <a:xfrm>
            <a:off x="9350341" y="707828"/>
            <a:ext cx="15209" cy="715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1-line61"/>
          <p:cNvSpPr/>
          <p:nvPr/>
        </p:nvSpPr>
        <p:spPr>
          <a:xfrm>
            <a:off x="9497814" y="684470"/>
            <a:ext cx="7646" cy="7275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1-label62"/>
          <p:cNvSpPr txBox="1"/>
          <p:nvPr/>
        </p:nvSpPr>
        <p:spPr>
          <a:xfrm>
            <a:off x="9950501" y="9192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6" name="S01-label63"/>
          <p:cNvSpPr txBox="1"/>
          <p:nvPr/>
        </p:nvSpPr>
        <p:spPr>
          <a:xfrm>
            <a:off x="10373554" y="13423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7" name="S01-label64"/>
          <p:cNvSpPr txBox="1"/>
          <p:nvPr/>
        </p:nvSpPr>
        <p:spPr>
          <a:xfrm>
            <a:off x="10528402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68" name="S01-label65"/>
          <p:cNvSpPr txBox="1"/>
          <p:nvPr/>
        </p:nvSpPr>
        <p:spPr>
          <a:xfrm>
            <a:off x="10373554" y="24981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69" name="S01-label66"/>
          <p:cNvSpPr txBox="1"/>
          <p:nvPr/>
        </p:nvSpPr>
        <p:spPr>
          <a:xfrm>
            <a:off x="9950501" y="292119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70" name="S01-label67"/>
          <p:cNvSpPr txBox="1"/>
          <p:nvPr/>
        </p:nvSpPr>
        <p:spPr>
          <a:xfrm>
            <a:off x="9372600" y="307604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71" name="S01-label68"/>
          <p:cNvSpPr txBox="1"/>
          <p:nvPr/>
        </p:nvSpPr>
        <p:spPr>
          <a:xfrm>
            <a:off x="8794699" y="292119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400" dirty="0"/>
          </a:p>
        </p:txBody>
      </p:sp>
      <p:sp>
        <p:nvSpPr>
          <p:cNvPr id="72" name="S01-label69"/>
          <p:cNvSpPr txBox="1"/>
          <p:nvPr/>
        </p:nvSpPr>
        <p:spPr>
          <a:xfrm>
            <a:off x="8371646" y="24981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73" name="S01-label70"/>
          <p:cNvSpPr txBox="1"/>
          <p:nvPr/>
        </p:nvSpPr>
        <p:spPr>
          <a:xfrm>
            <a:off x="8216798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400" dirty="0"/>
          </a:p>
        </p:txBody>
      </p:sp>
      <p:sp>
        <p:nvSpPr>
          <p:cNvPr id="74" name="S01-label71"/>
          <p:cNvSpPr txBox="1"/>
          <p:nvPr/>
        </p:nvSpPr>
        <p:spPr>
          <a:xfrm>
            <a:off x="8371646" y="13423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75" name="S01-label72"/>
          <p:cNvSpPr txBox="1"/>
          <p:nvPr/>
        </p:nvSpPr>
        <p:spPr>
          <a:xfrm>
            <a:off x="8794699" y="9192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400" dirty="0"/>
          </a:p>
        </p:txBody>
      </p:sp>
      <p:sp>
        <p:nvSpPr>
          <p:cNvPr id="76" name="S01-label73"/>
          <p:cNvSpPr txBox="1"/>
          <p:nvPr/>
        </p:nvSpPr>
        <p:spPr>
          <a:xfrm>
            <a:off x="9372600" y="76443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400" dirty="0"/>
          </a:p>
        </p:txBody>
      </p:sp>
      <p:sp>
        <p:nvSpPr>
          <p:cNvPr id="77" name="S01-line74"/>
          <p:cNvSpPr/>
          <p:nvPr/>
        </p:nvSpPr>
        <p:spPr>
          <a:xfrm>
            <a:off x="9646920" y="2103120"/>
            <a:ext cx="643738" cy="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8" name="S01-line75"/>
          <p:cNvSpPr/>
          <p:nvPr/>
        </p:nvSpPr>
        <p:spPr>
          <a:xfrm flipV="1">
            <a:off x="9646920" y="1166774"/>
            <a:ext cx="0" cy="936346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79" name="S01-pin76"/>
          <p:cNvSpPr/>
          <p:nvPr/>
        </p:nvSpPr>
        <p:spPr>
          <a:xfrm>
            <a:off x="9592056" y="204825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0" name="S01-card77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81" name="S01-cardtext78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몇 시, 몇 시 30분을 읽어요.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시곗바늘을 그려요.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수의 순서 기억하기</a:t>
            </a:r>
            <a:endParaRPr lang="ko-KR" sz="4400" dirty="0"/>
          </a:p>
        </p:txBody>
      </p:sp>
      <p:sp>
        <p:nvSpPr>
          <p:cNvPr id="3" name="S02-chip7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text80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다음 수는?</a:t>
            </a:r>
            <a:endParaRPr lang="ko-KR" sz="3200" dirty="0"/>
          </a:p>
        </p:txBody>
      </p:sp>
      <p:sp>
        <p:nvSpPr>
          <p:cNvPr id="5" name="S02-chip81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text82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5와 7 사이의 수는?</a:t>
            </a:r>
            <a:endParaRPr lang="ko-KR" sz="3200" dirty="0"/>
          </a:p>
        </p:txBody>
      </p:sp>
      <p:sp>
        <p:nvSpPr>
          <p:cNvPr id="7" name="S02-chip83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text84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1부터 12까지 세어 봐요.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시계를 알아봐요</a:t>
            </a:r>
            <a:endParaRPr lang="ko-KR" sz="4400" dirty="0"/>
          </a:p>
        </p:txBody>
      </p:sp>
      <p:sp>
        <p:nvSpPr>
          <p:cNvPr id="3" name="S03-figure85" descr="시계: 짧은바늘이 3, 긴바늘이 12를 가리킴(3시)"/>
          <p:cNvSpPr/>
          <p:nvPr/>
        </p:nvSpPr>
        <p:spPr>
          <a:xfrm>
            <a:off x="1675638" y="2217420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4" name="S03-line86"/>
          <p:cNvSpPr/>
          <p:nvPr/>
        </p:nvSpPr>
        <p:spPr>
          <a:xfrm>
            <a:off x="3230118" y="2253996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" name="S03-line87"/>
          <p:cNvSpPr/>
          <p:nvPr/>
        </p:nvSpPr>
        <p:spPr>
          <a:xfrm flipH="1">
            <a:off x="3380658" y="226231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" name="S03-line88"/>
          <p:cNvSpPr/>
          <p:nvPr/>
        </p:nvSpPr>
        <p:spPr>
          <a:xfrm flipH="1">
            <a:off x="3529548" y="228716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3-line89"/>
          <p:cNvSpPr/>
          <p:nvPr/>
        </p:nvSpPr>
        <p:spPr>
          <a:xfrm flipH="1">
            <a:off x="3675158" y="232828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3-line90"/>
          <p:cNvSpPr/>
          <p:nvPr/>
        </p:nvSpPr>
        <p:spPr>
          <a:xfrm flipH="1">
            <a:off x="3815892" y="238522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3-line91"/>
          <p:cNvSpPr/>
          <p:nvPr/>
        </p:nvSpPr>
        <p:spPr>
          <a:xfrm flipH="1">
            <a:off x="3903574" y="245735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" name="S03-line92"/>
          <p:cNvSpPr/>
          <p:nvPr/>
        </p:nvSpPr>
        <p:spPr>
          <a:xfrm flipH="1">
            <a:off x="4076635" y="254389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3-line93"/>
          <p:cNvSpPr/>
          <p:nvPr/>
        </p:nvSpPr>
        <p:spPr>
          <a:xfrm flipH="1">
            <a:off x="4193787" y="264387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3-line94"/>
          <p:cNvSpPr/>
          <p:nvPr/>
        </p:nvSpPr>
        <p:spPr>
          <a:xfrm flipH="1">
            <a:off x="4300380" y="275622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3-line95"/>
          <p:cNvSpPr/>
          <p:nvPr/>
        </p:nvSpPr>
        <p:spPr>
          <a:xfrm flipH="1">
            <a:off x="4395248" y="287969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3-line96"/>
          <p:cNvSpPr/>
          <p:nvPr/>
        </p:nvSpPr>
        <p:spPr>
          <a:xfrm flipH="1">
            <a:off x="4396577" y="301294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5" name="S03-line97"/>
          <p:cNvSpPr/>
          <p:nvPr/>
        </p:nvSpPr>
        <p:spPr>
          <a:xfrm flipH="1">
            <a:off x="4545788" y="315451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3-line98"/>
          <p:cNvSpPr/>
          <p:nvPr/>
        </p:nvSpPr>
        <p:spPr>
          <a:xfrm flipH="1">
            <a:off x="4599811" y="330284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3-line99"/>
          <p:cNvSpPr/>
          <p:nvPr/>
        </p:nvSpPr>
        <p:spPr>
          <a:xfrm flipH="1">
            <a:off x="4638827" y="345631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3-line100"/>
          <p:cNvSpPr/>
          <p:nvPr/>
        </p:nvSpPr>
        <p:spPr>
          <a:xfrm flipH="1">
            <a:off x="4662409" y="361323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3-line101"/>
          <p:cNvSpPr/>
          <p:nvPr/>
        </p:nvSpPr>
        <p:spPr>
          <a:xfrm flipH="1">
            <a:off x="4577029" y="377190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" name="S03-line102"/>
          <p:cNvSpPr/>
          <p:nvPr/>
        </p:nvSpPr>
        <p:spPr>
          <a:xfrm flipH="1" flipV="1">
            <a:off x="4662409" y="392244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3-line103"/>
          <p:cNvSpPr/>
          <p:nvPr/>
        </p:nvSpPr>
        <p:spPr>
          <a:xfrm flipH="1" flipV="1">
            <a:off x="4638827" y="407133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3-line104"/>
          <p:cNvSpPr/>
          <p:nvPr/>
        </p:nvSpPr>
        <p:spPr>
          <a:xfrm flipH="1" flipV="1">
            <a:off x="4599811" y="421694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3-line105"/>
          <p:cNvSpPr/>
          <p:nvPr/>
        </p:nvSpPr>
        <p:spPr>
          <a:xfrm flipH="1" flipV="1">
            <a:off x="4545788" y="435767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3-line106"/>
          <p:cNvSpPr/>
          <p:nvPr/>
        </p:nvSpPr>
        <p:spPr>
          <a:xfrm flipH="1" flipV="1">
            <a:off x="4396577" y="444535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5" name="S03-line107"/>
          <p:cNvSpPr/>
          <p:nvPr/>
        </p:nvSpPr>
        <p:spPr>
          <a:xfrm flipH="1" flipV="1">
            <a:off x="4395248" y="461841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3-line108"/>
          <p:cNvSpPr/>
          <p:nvPr/>
        </p:nvSpPr>
        <p:spPr>
          <a:xfrm flipH="1" flipV="1">
            <a:off x="4300380" y="473556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3-line109"/>
          <p:cNvSpPr/>
          <p:nvPr/>
        </p:nvSpPr>
        <p:spPr>
          <a:xfrm flipH="1" flipV="1">
            <a:off x="4193787" y="484216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3-line110"/>
          <p:cNvSpPr/>
          <p:nvPr/>
        </p:nvSpPr>
        <p:spPr>
          <a:xfrm flipH="1" flipV="1">
            <a:off x="4076635" y="493703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3-line111"/>
          <p:cNvSpPr/>
          <p:nvPr/>
        </p:nvSpPr>
        <p:spPr>
          <a:xfrm flipH="1" flipV="1">
            <a:off x="3903574" y="493835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0" name="S03-line112"/>
          <p:cNvSpPr/>
          <p:nvPr/>
        </p:nvSpPr>
        <p:spPr>
          <a:xfrm flipH="1" flipV="1">
            <a:off x="3815892" y="508757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3-line113"/>
          <p:cNvSpPr/>
          <p:nvPr/>
        </p:nvSpPr>
        <p:spPr>
          <a:xfrm flipH="1" flipV="1">
            <a:off x="3675158" y="514159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3-line114"/>
          <p:cNvSpPr/>
          <p:nvPr/>
        </p:nvSpPr>
        <p:spPr>
          <a:xfrm flipH="1" flipV="1">
            <a:off x="3529548" y="518060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3-line115"/>
          <p:cNvSpPr/>
          <p:nvPr/>
        </p:nvSpPr>
        <p:spPr>
          <a:xfrm flipH="1" flipV="1">
            <a:off x="3380658" y="520419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3-line116"/>
          <p:cNvSpPr/>
          <p:nvPr/>
        </p:nvSpPr>
        <p:spPr>
          <a:xfrm flipV="1">
            <a:off x="3230118" y="5118811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5" name="S03-line117"/>
          <p:cNvSpPr/>
          <p:nvPr/>
        </p:nvSpPr>
        <p:spPr>
          <a:xfrm flipV="1">
            <a:off x="3071454" y="520419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3-line118"/>
          <p:cNvSpPr/>
          <p:nvPr/>
        </p:nvSpPr>
        <p:spPr>
          <a:xfrm flipV="1">
            <a:off x="2914528" y="518060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3-line119"/>
          <p:cNvSpPr/>
          <p:nvPr/>
        </p:nvSpPr>
        <p:spPr>
          <a:xfrm flipV="1">
            <a:off x="2761060" y="514159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3-line120"/>
          <p:cNvSpPr/>
          <p:nvPr/>
        </p:nvSpPr>
        <p:spPr>
          <a:xfrm flipV="1">
            <a:off x="2612731" y="508757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3-line121"/>
          <p:cNvSpPr/>
          <p:nvPr/>
        </p:nvSpPr>
        <p:spPr>
          <a:xfrm flipV="1">
            <a:off x="2471166" y="493835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0" name="S03-line122"/>
          <p:cNvSpPr/>
          <p:nvPr/>
        </p:nvSpPr>
        <p:spPr>
          <a:xfrm flipV="1">
            <a:off x="2337916" y="493703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3-line123"/>
          <p:cNvSpPr/>
          <p:nvPr/>
        </p:nvSpPr>
        <p:spPr>
          <a:xfrm flipV="1">
            <a:off x="2214442" y="484216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3-line124"/>
          <p:cNvSpPr/>
          <p:nvPr/>
        </p:nvSpPr>
        <p:spPr>
          <a:xfrm flipV="1">
            <a:off x="2102095" y="473556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3-line125"/>
          <p:cNvSpPr/>
          <p:nvPr/>
        </p:nvSpPr>
        <p:spPr>
          <a:xfrm flipV="1">
            <a:off x="2002108" y="461841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3-line126"/>
          <p:cNvSpPr/>
          <p:nvPr/>
        </p:nvSpPr>
        <p:spPr>
          <a:xfrm flipV="1">
            <a:off x="1915575" y="444535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5" name="S03-line127"/>
          <p:cNvSpPr/>
          <p:nvPr/>
        </p:nvSpPr>
        <p:spPr>
          <a:xfrm flipV="1">
            <a:off x="1843444" y="435767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3-line128"/>
          <p:cNvSpPr/>
          <p:nvPr/>
        </p:nvSpPr>
        <p:spPr>
          <a:xfrm flipV="1">
            <a:off x="1786506" y="421694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3-line129"/>
          <p:cNvSpPr/>
          <p:nvPr/>
        </p:nvSpPr>
        <p:spPr>
          <a:xfrm flipV="1">
            <a:off x="1745384" y="407133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3-line130"/>
          <p:cNvSpPr/>
          <p:nvPr/>
        </p:nvSpPr>
        <p:spPr>
          <a:xfrm flipV="1">
            <a:off x="1720529" y="392244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3-line131"/>
          <p:cNvSpPr/>
          <p:nvPr/>
        </p:nvSpPr>
        <p:spPr>
          <a:xfrm>
            <a:off x="1712214" y="377190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0" name="S03-line132"/>
          <p:cNvSpPr/>
          <p:nvPr/>
        </p:nvSpPr>
        <p:spPr>
          <a:xfrm>
            <a:off x="1720529" y="361323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3-line133"/>
          <p:cNvSpPr/>
          <p:nvPr/>
        </p:nvSpPr>
        <p:spPr>
          <a:xfrm>
            <a:off x="1745384" y="345631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3-line134"/>
          <p:cNvSpPr/>
          <p:nvPr/>
        </p:nvSpPr>
        <p:spPr>
          <a:xfrm>
            <a:off x="1786506" y="330284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3-line135"/>
          <p:cNvSpPr/>
          <p:nvPr/>
        </p:nvSpPr>
        <p:spPr>
          <a:xfrm>
            <a:off x="1843444" y="315451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3-line136"/>
          <p:cNvSpPr/>
          <p:nvPr/>
        </p:nvSpPr>
        <p:spPr>
          <a:xfrm>
            <a:off x="1915575" y="301294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5" name="S03-line137"/>
          <p:cNvSpPr/>
          <p:nvPr/>
        </p:nvSpPr>
        <p:spPr>
          <a:xfrm>
            <a:off x="2002108" y="287969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3-line138"/>
          <p:cNvSpPr/>
          <p:nvPr/>
        </p:nvSpPr>
        <p:spPr>
          <a:xfrm>
            <a:off x="2102095" y="275622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3-line139"/>
          <p:cNvSpPr/>
          <p:nvPr/>
        </p:nvSpPr>
        <p:spPr>
          <a:xfrm>
            <a:off x="2214442" y="264387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3-line140"/>
          <p:cNvSpPr/>
          <p:nvPr/>
        </p:nvSpPr>
        <p:spPr>
          <a:xfrm>
            <a:off x="2337916" y="254389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3-line141"/>
          <p:cNvSpPr/>
          <p:nvPr/>
        </p:nvSpPr>
        <p:spPr>
          <a:xfrm>
            <a:off x="2471166" y="245735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0" name="S03-line142"/>
          <p:cNvSpPr/>
          <p:nvPr/>
        </p:nvSpPr>
        <p:spPr>
          <a:xfrm>
            <a:off x="2612731" y="238522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3-line143"/>
          <p:cNvSpPr/>
          <p:nvPr/>
        </p:nvSpPr>
        <p:spPr>
          <a:xfrm>
            <a:off x="2761060" y="232828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3-line144"/>
          <p:cNvSpPr/>
          <p:nvPr/>
        </p:nvSpPr>
        <p:spPr>
          <a:xfrm>
            <a:off x="2914528" y="228716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3-line145"/>
          <p:cNvSpPr/>
          <p:nvPr/>
        </p:nvSpPr>
        <p:spPr>
          <a:xfrm>
            <a:off x="3071454" y="226231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3-label146"/>
          <p:cNvSpPr txBox="1"/>
          <p:nvPr/>
        </p:nvSpPr>
        <p:spPr>
          <a:xfrm>
            <a:off x="3569818" y="25255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65" name="S03-label147"/>
          <p:cNvSpPr txBox="1"/>
          <p:nvPr/>
        </p:nvSpPr>
        <p:spPr>
          <a:xfrm>
            <a:off x="4019311" y="2975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66" name="S03-label148"/>
          <p:cNvSpPr txBox="1"/>
          <p:nvPr/>
        </p:nvSpPr>
        <p:spPr>
          <a:xfrm>
            <a:off x="4183837" y="35890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67" name="S03-label149"/>
          <p:cNvSpPr txBox="1"/>
          <p:nvPr/>
        </p:nvSpPr>
        <p:spPr>
          <a:xfrm>
            <a:off x="4019311" y="4203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68" name="S03-label150"/>
          <p:cNvSpPr txBox="1"/>
          <p:nvPr/>
        </p:nvSpPr>
        <p:spPr>
          <a:xfrm>
            <a:off x="3569818" y="465253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69" name="S03-label151"/>
          <p:cNvSpPr txBox="1"/>
          <p:nvPr/>
        </p:nvSpPr>
        <p:spPr>
          <a:xfrm>
            <a:off x="2955798" y="48170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70" name="S03-label152"/>
          <p:cNvSpPr txBox="1"/>
          <p:nvPr/>
        </p:nvSpPr>
        <p:spPr>
          <a:xfrm>
            <a:off x="2341778" y="465253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71" name="S03-label153"/>
          <p:cNvSpPr txBox="1"/>
          <p:nvPr/>
        </p:nvSpPr>
        <p:spPr>
          <a:xfrm>
            <a:off x="1892285" y="4203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72" name="S03-label154"/>
          <p:cNvSpPr txBox="1"/>
          <p:nvPr/>
        </p:nvSpPr>
        <p:spPr>
          <a:xfrm>
            <a:off x="1727759" y="35890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73" name="S03-label155"/>
          <p:cNvSpPr txBox="1"/>
          <p:nvPr/>
        </p:nvSpPr>
        <p:spPr>
          <a:xfrm>
            <a:off x="1892285" y="2975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74" name="S03-label156"/>
          <p:cNvSpPr txBox="1"/>
          <p:nvPr/>
        </p:nvSpPr>
        <p:spPr>
          <a:xfrm>
            <a:off x="2341778" y="25255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75" name="S03-label157"/>
          <p:cNvSpPr txBox="1"/>
          <p:nvPr/>
        </p:nvSpPr>
        <p:spPr>
          <a:xfrm>
            <a:off x="2955798" y="236098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76" name="S03-line158"/>
          <p:cNvSpPr/>
          <p:nvPr/>
        </p:nvSpPr>
        <p:spPr>
          <a:xfrm>
            <a:off x="3230118" y="3771900"/>
            <a:ext cx="683971" cy="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7" name="S03-line159"/>
          <p:cNvSpPr/>
          <p:nvPr/>
        </p:nvSpPr>
        <p:spPr>
          <a:xfrm flipV="1">
            <a:off x="3230118" y="2777033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78" name="S03-pin160"/>
          <p:cNvSpPr/>
          <p:nvPr/>
        </p:nvSpPr>
        <p:spPr>
          <a:xfrm>
            <a:off x="3175254" y="371703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9" name="S03-card161"/>
          <p:cNvSpPr/>
          <p:nvPr/>
        </p:nvSpPr>
        <p:spPr>
          <a:xfrm>
            <a:off x="6277356" y="2353564"/>
            <a:ext cx="5362956" cy="1304036"/>
          </a:xfrm>
          <a:prstGeom prst="roundRect">
            <a:avLst>
              <a:gd name="adj" fmla="val 84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0" name="S03-cardtext162"/>
          <p:cNvSpPr txBox="1"/>
          <p:nvPr/>
        </p:nvSpPr>
        <p:spPr>
          <a:xfrm>
            <a:off x="6551676" y="2490724"/>
            <a:ext cx="4814316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짧은바늘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‘몇 시’를 알려 줘요.</a:t>
            </a:r>
            <a:endParaRPr lang="ko-KR" sz="3200" dirty="0"/>
          </a:p>
        </p:txBody>
      </p:sp>
      <p:sp>
        <p:nvSpPr>
          <p:cNvPr id="81" name="S03-card163"/>
          <p:cNvSpPr/>
          <p:nvPr/>
        </p:nvSpPr>
        <p:spPr>
          <a:xfrm>
            <a:off x="6277356" y="3886200"/>
            <a:ext cx="5362956" cy="1304036"/>
          </a:xfrm>
          <a:prstGeom prst="roundRect">
            <a:avLst>
              <a:gd name="adj" fmla="val 84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2" name="S03-cardtext164"/>
          <p:cNvSpPr txBox="1"/>
          <p:nvPr/>
        </p:nvSpPr>
        <p:spPr>
          <a:xfrm>
            <a:off x="6551676" y="4023360"/>
            <a:ext cx="4814316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긴바늘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‘몇 분’을 알려 줘요.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</a:t>
            </a:r>
            <a:endParaRPr lang="ko-KR" sz="4400" dirty="0"/>
          </a:p>
        </p:txBody>
      </p:sp>
      <p:sp>
        <p:nvSpPr>
          <p:cNvPr id="3" name="S04-card165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66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긴바늘이 12를 가리키면 ‘몇 시’예요.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짧은바늘이 가리키는 수를 읽어요.</a:t>
            </a:r>
            <a:endParaRPr lang="ko-KR" sz="3200" dirty="0"/>
          </a:p>
        </p:txBody>
      </p:sp>
      <p:sp>
        <p:nvSpPr>
          <p:cNvPr id="5" name="S04-figure167" descr="시계: 짧은바늘이 3, 긴바늘이 12를 가리킴(3시)"/>
          <p:cNvSpPr/>
          <p:nvPr/>
        </p:nvSpPr>
        <p:spPr>
          <a:xfrm>
            <a:off x="1821307" y="1325880"/>
            <a:ext cx="2840482" cy="284048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6" name="S04-line168"/>
          <p:cNvSpPr/>
          <p:nvPr/>
        </p:nvSpPr>
        <p:spPr>
          <a:xfrm>
            <a:off x="3241548" y="1362456"/>
            <a:ext cx="0" cy="15622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4-line169"/>
          <p:cNvSpPr/>
          <p:nvPr/>
        </p:nvSpPr>
        <p:spPr>
          <a:xfrm flipH="1">
            <a:off x="3378758" y="1370036"/>
            <a:ext cx="7423" cy="706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4-line170"/>
          <p:cNvSpPr/>
          <p:nvPr/>
        </p:nvSpPr>
        <p:spPr>
          <a:xfrm flipH="1">
            <a:off x="3514464" y="1392692"/>
            <a:ext cx="14764" cy="694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4-line171"/>
          <p:cNvSpPr/>
          <p:nvPr/>
        </p:nvSpPr>
        <p:spPr>
          <a:xfrm flipH="1">
            <a:off x="3647180" y="1430177"/>
            <a:ext cx="21944" cy="675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4-line172"/>
          <p:cNvSpPr/>
          <p:nvPr/>
        </p:nvSpPr>
        <p:spPr>
          <a:xfrm flipH="1">
            <a:off x="3775452" y="1482080"/>
            <a:ext cx="28883" cy="6487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4-line173"/>
          <p:cNvSpPr/>
          <p:nvPr/>
        </p:nvSpPr>
        <p:spPr>
          <a:xfrm flipH="1">
            <a:off x="3855267" y="1547832"/>
            <a:ext cx="78113" cy="1352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04-line174"/>
          <p:cNvSpPr/>
          <p:nvPr/>
        </p:nvSpPr>
        <p:spPr>
          <a:xfrm flipH="1">
            <a:off x="4013106" y="1626713"/>
            <a:ext cx="41740" cy="574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4-line175"/>
          <p:cNvSpPr/>
          <p:nvPr/>
        </p:nvSpPr>
        <p:spPr>
          <a:xfrm flipH="1">
            <a:off x="4119884" y="1717858"/>
            <a:ext cx="47516" cy="527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4-line176"/>
          <p:cNvSpPr/>
          <p:nvPr/>
        </p:nvSpPr>
        <p:spPr>
          <a:xfrm flipH="1">
            <a:off x="4217039" y="1820268"/>
            <a:ext cx="52772" cy="475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4-line177"/>
          <p:cNvSpPr/>
          <p:nvPr/>
        </p:nvSpPr>
        <p:spPr>
          <a:xfrm flipH="1">
            <a:off x="4303507" y="1932823"/>
            <a:ext cx="57450" cy="417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4-line178"/>
          <p:cNvSpPr/>
          <p:nvPr/>
        </p:nvSpPr>
        <p:spPr>
          <a:xfrm flipH="1">
            <a:off x="4304541" y="2054289"/>
            <a:ext cx="135296" cy="781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04-line179"/>
          <p:cNvSpPr/>
          <p:nvPr/>
        </p:nvSpPr>
        <p:spPr>
          <a:xfrm flipH="1">
            <a:off x="4440716" y="2183334"/>
            <a:ext cx="64873" cy="288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4-line180"/>
          <p:cNvSpPr/>
          <p:nvPr/>
        </p:nvSpPr>
        <p:spPr>
          <a:xfrm flipH="1">
            <a:off x="4489955" y="2318545"/>
            <a:ext cx="67536" cy="21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4-line181"/>
          <p:cNvSpPr/>
          <p:nvPr/>
        </p:nvSpPr>
        <p:spPr>
          <a:xfrm flipH="1">
            <a:off x="4525516" y="2458441"/>
            <a:ext cx="69460" cy="14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4-line182"/>
          <p:cNvSpPr/>
          <p:nvPr/>
        </p:nvSpPr>
        <p:spPr>
          <a:xfrm flipH="1">
            <a:off x="4547010" y="2601489"/>
            <a:ext cx="70623" cy="74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4-line183"/>
          <p:cNvSpPr/>
          <p:nvPr/>
        </p:nvSpPr>
        <p:spPr>
          <a:xfrm flipH="1">
            <a:off x="4468986" y="2746121"/>
            <a:ext cx="15622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04-line184"/>
          <p:cNvSpPr/>
          <p:nvPr/>
        </p:nvSpPr>
        <p:spPr>
          <a:xfrm flipH="1" flipV="1">
            <a:off x="4547010" y="2883331"/>
            <a:ext cx="70623" cy="74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4-line185"/>
          <p:cNvSpPr/>
          <p:nvPr/>
        </p:nvSpPr>
        <p:spPr>
          <a:xfrm flipH="1" flipV="1">
            <a:off x="4525516" y="3019037"/>
            <a:ext cx="69460" cy="14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4-line186"/>
          <p:cNvSpPr/>
          <p:nvPr/>
        </p:nvSpPr>
        <p:spPr>
          <a:xfrm flipH="1" flipV="1">
            <a:off x="4489955" y="3151753"/>
            <a:ext cx="67536" cy="21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4-line187"/>
          <p:cNvSpPr/>
          <p:nvPr/>
        </p:nvSpPr>
        <p:spPr>
          <a:xfrm flipH="1" flipV="1">
            <a:off x="4440716" y="3280025"/>
            <a:ext cx="64873" cy="288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4-line188"/>
          <p:cNvSpPr/>
          <p:nvPr/>
        </p:nvSpPr>
        <p:spPr>
          <a:xfrm flipH="1" flipV="1">
            <a:off x="4304541" y="3359840"/>
            <a:ext cx="135296" cy="781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04-line189"/>
          <p:cNvSpPr/>
          <p:nvPr/>
        </p:nvSpPr>
        <p:spPr>
          <a:xfrm flipH="1" flipV="1">
            <a:off x="4303507" y="3517679"/>
            <a:ext cx="57450" cy="417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4-line190"/>
          <p:cNvSpPr/>
          <p:nvPr/>
        </p:nvSpPr>
        <p:spPr>
          <a:xfrm flipH="1" flipV="1">
            <a:off x="4217039" y="3624457"/>
            <a:ext cx="52772" cy="475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4-line191"/>
          <p:cNvSpPr/>
          <p:nvPr/>
        </p:nvSpPr>
        <p:spPr>
          <a:xfrm flipH="1" flipV="1">
            <a:off x="4119884" y="3721612"/>
            <a:ext cx="47516" cy="527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4-line192"/>
          <p:cNvSpPr/>
          <p:nvPr/>
        </p:nvSpPr>
        <p:spPr>
          <a:xfrm flipH="1" flipV="1">
            <a:off x="4013106" y="3808080"/>
            <a:ext cx="41740" cy="574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4-line193"/>
          <p:cNvSpPr/>
          <p:nvPr/>
        </p:nvSpPr>
        <p:spPr>
          <a:xfrm flipH="1" flipV="1">
            <a:off x="3855267" y="3809114"/>
            <a:ext cx="78113" cy="1352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2" name="S04-line194"/>
          <p:cNvSpPr/>
          <p:nvPr/>
        </p:nvSpPr>
        <p:spPr>
          <a:xfrm flipH="1" flipV="1">
            <a:off x="3775452" y="3945289"/>
            <a:ext cx="28883" cy="6487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4-line195"/>
          <p:cNvSpPr/>
          <p:nvPr/>
        </p:nvSpPr>
        <p:spPr>
          <a:xfrm flipH="1" flipV="1">
            <a:off x="3647180" y="3994528"/>
            <a:ext cx="21944" cy="675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4-line196"/>
          <p:cNvSpPr/>
          <p:nvPr/>
        </p:nvSpPr>
        <p:spPr>
          <a:xfrm flipH="1" flipV="1">
            <a:off x="3514464" y="4030089"/>
            <a:ext cx="14764" cy="694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4-line197"/>
          <p:cNvSpPr/>
          <p:nvPr/>
        </p:nvSpPr>
        <p:spPr>
          <a:xfrm flipH="1" flipV="1">
            <a:off x="3378758" y="4051583"/>
            <a:ext cx="7423" cy="706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4-line198"/>
          <p:cNvSpPr/>
          <p:nvPr/>
        </p:nvSpPr>
        <p:spPr>
          <a:xfrm flipV="1">
            <a:off x="3241548" y="3973559"/>
            <a:ext cx="0" cy="15622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7" name="S04-line199"/>
          <p:cNvSpPr/>
          <p:nvPr/>
        </p:nvSpPr>
        <p:spPr>
          <a:xfrm flipV="1">
            <a:off x="3096916" y="4051583"/>
            <a:ext cx="7423" cy="706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4-line200"/>
          <p:cNvSpPr/>
          <p:nvPr/>
        </p:nvSpPr>
        <p:spPr>
          <a:xfrm flipV="1">
            <a:off x="2953868" y="4030089"/>
            <a:ext cx="14764" cy="694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4-line201"/>
          <p:cNvSpPr/>
          <p:nvPr/>
        </p:nvSpPr>
        <p:spPr>
          <a:xfrm flipV="1">
            <a:off x="2813972" y="3994528"/>
            <a:ext cx="21944" cy="675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4-line202"/>
          <p:cNvSpPr/>
          <p:nvPr/>
        </p:nvSpPr>
        <p:spPr>
          <a:xfrm flipV="1">
            <a:off x="2678761" y="3945289"/>
            <a:ext cx="28883" cy="6487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4-line203"/>
          <p:cNvSpPr/>
          <p:nvPr/>
        </p:nvSpPr>
        <p:spPr>
          <a:xfrm flipV="1">
            <a:off x="2549716" y="3809114"/>
            <a:ext cx="78113" cy="1352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2" name="S04-line204"/>
          <p:cNvSpPr/>
          <p:nvPr/>
        </p:nvSpPr>
        <p:spPr>
          <a:xfrm flipV="1">
            <a:off x="2428250" y="3808080"/>
            <a:ext cx="41740" cy="574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4-line205"/>
          <p:cNvSpPr/>
          <p:nvPr/>
        </p:nvSpPr>
        <p:spPr>
          <a:xfrm flipV="1">
            <a:off x="2315695" y="3721612"/>
            <a:ext cx="47516" cy="527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4-line206"/>
          <p:cNvSpPr/>
          <p:nvPr/>
        </p:nvSpPr>
        <p:spPr>
          <a:xfrm flipV="1">
            <a:off x="2213285" y="3624457"/>
            <a:ext cx="52772" cy="475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4-line207"/>
          <p:cNvSpPr/>
          <p:nvPr/>
        </p:nvSpPr>
        <p:spPr>
          <a:xfrm flipV="1">
            <a:off x="2122140" y="3517679"/>
            <a:ext cx="57450" cy="417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4-line208"/>
          <p:cNvSpPr/>
          <p:nvPr/>
        </p:nvSpPr>
        <p:spPr>
          <a:xfrm flipV="1">
            <a:off x="2043259" y="3359840"/>
            <a:ext cx="135296" cy="781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7" name="S04-line209"/>
          <p:cNvSpPr/>
          <p:nvPr/>
        </p:nvSpPr>
        <p:spPr>
          <a:xfrm flipV="1">
            <a:off x="1977507" y="3280025"/>
            <a:ext cx="64873" cy="288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4-line210"/>
          <p:cNvSpPr/>
          <p:nvPr/>
        </p:nvSpPr>
        <p:spPr>
          <a:xfrm flipV="1">
            <a:off x="1925604" y="3151753"/>
            <a:ext cx="67536" cy="21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4-line211"/>
          <p:cNvSpPr/>
          <p:nvPr/>
        </p:nvSpPr>
        <p:spPr>
          <a:xfrm flipV="1">
            <a:off x="1888119" y="3019037"/>
            <a:ext cx="69460" cy="14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4-line212"/>
          <p:cNvSpPr/>
          <p:nvPr/>
        </p:nvSpPr>
        <p:spPr>
          <a:xfrm flipV="1">
            <a:off x="1865463" y="2883331"/>
            <a:ext cx="70623" cy="74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4-line213"/>
          <p:cNvSpPr/>
          <p:nvPr/>
        </p:nvSpPr>
        <p:spPr>
          <a:xfrm>
            <a:off x="1857883" y="2746121"/>
            <a:ext cx="15622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2" name="S04-line214"/>
          <p:cNvSpPr/>
          <p:nvPr/>
        </p:nvSpPr>
        <p:spPr>
          <a:xfrm>
            <a:off x="1865463" y="2601489"/>
            <a:ext cx="70623" cy="74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4-line215"/>
          <p:cNvSpPr/>
          <p:nvPr/>
        </p:nvSpPr>
        <p:spPr>
          <a:xfrm>
            <a:off x="1888119" y="2458441"/>
            <a:ext cx="69460" cy="14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4-line216"/>
          <p:cNvSpPr/>
          <p:nvPr/>
        </p:nvSpPr>
        <p:spPr>
          <a:xfrm>
            <a:off x="1925604" y="2318545"/>
            <a:ext cx="67536" cy="21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4-line217"/>
          <p:cNvSpPr/>
          <p:nvPr/>
        </p:nvSpPr>
        <p:spPr>
          <a:xfrm>
            <a:off x="1977507" y="2183334"/>
            <a:ext cx="64873" cy="288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4-line218"/>
          <p:cNvSpPr/>
          <p:nvPr/>
        </p:nvSpPr>
        <p:spPr>
          <a:xfrm>
            <a:off x="2043259" y="2054289"/>
            <a:ext cx="135296" cy="781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7" name="S04-line219"/>
          <p:cNvSpPr/>
          <p:nvPr/>
        </p:nvSpPr>
        <p:spPr>
          <a:xfrm>
            <a:off x="2122140" y="1932823"/>
            <a:ext cx="57450" cy="417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4-line220"/>
          <p:cNvSpPr/>
          <p:nvPr/>
        </p:nvSpPr>
        <p:spPr>
          <a:xfrm>
            <a:off x="2213285" y="1820268"/>
            <a:ext cx="52772" cy="475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4-line221"/>
          <p:cNvSpPr/>
          <p:nvPr/>
        </p:nvSpPr>
        <p:spPr>
          <a:xfrm>
            <a:off x="2315695" y="1717858"/>
            <a:ext cx="47516" cy="527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4-line222"/>
          <p:cNvSpPr/>
          <p:nvPr/>
        </p:nvSpPr>
        <p:spPr>
          <a:xfrm>
            <a:off x="2428250" y="1626713"/>
            <a:ext cx="41740" cy="574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4-line223"/>
          <p:cNvSpPr/>
          <p:nvPr/>
        </p:nvSpPr>
        <p:spPr>
          <a:xfrm>
            <a:off x="2549716" y="1547832"/>
            <a:ext cx="78113" cy="1352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2" name="S04-line224"/>
          <p:cNvSpPr/>
          <p:nvPr/>
        </p:nvSpPr>
        <p:spPr>
          <a:xfrm>
            <a:off x="2678761" y="1482080"/>
            <a:ext cx="28883" cy="6487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4-line225"/>
          <p:cNvSpPr/>
          <p:nvPr/>
        </p:nvSpPr>
        <p:spPr>
          <a:xfrm>
            <a:off x="2813972" y="1430177"/>
            <a:ext cx="21944" cy="675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4-line226"/>
          <p:cNvSpPr/>
          <p:nvPr/>
        </p:nvSpPr>
        <p:spPr>
          <a:xfrm>
            <a:off x="2953868" y="1392692"/>
            <a:ext cx="14764" cy="694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4-line227"/>
          <p:cNvSpPr/>
          <p:nvPr/>
        </p:nvSpPr>
        <p:spPr>
          <a:xfrm>
            <a:off x="3096916" y="1370036"/>
            <a:ext cx="7423" cy="706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4-label228"/>
          <p:cNvSpPr txBox="1"/>
          <p:nvPr/>
        </p:nvSpPr>
        <p:spPr>
          <a:xfrm>
            <a:off x="3528223" y="159156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300" dirty="0"/>
          </a:p>
        </p:txBody>
      </p:sp>
      <p:sp>
        <p:nvSpPr>
          <p:cNvPr id="67" name="S04-label229"/>
          <p:cNvSpPr txBox="1"/>
          <p:nvPr/>
        </p:nvSpPr>
        <p:spPr>
          <a:xfrm>
            <a:off x="3938900" y="200224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300" dirty="0"/>
          </a:p>
        </p:txBody>
      </p:sp>
      <p:sp>
        <p:nvSpPr>
          <p:cNvPr id="68" name="S04-label230"/>
          <p:cNvSpPr txBox="1"/>
          <p:nvPr/>
        </p:nvSpPr>
        <p:spPr>
          <a:xfrm>
            <a:off x="4089218" y="25632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300" dirty="0"/>
          </a:p>
        </p:txBody>
      </p:sp>
      <p:sp>
        <p:nvSpPr>
          <p:cNvPr id="69" name="S04-label231"/>
          <p:cNvSpPr txBox="1"/>
          <p:nvPr/>
        </p:nvSpPr>
        <p:spPr>
          <a:xfrm>
            <a:off x="3938900" y="31242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300" dirty="0"/>
          </a:p>
        </p:txBody>
      </p:sp>
      <p:sp>
        <p:nvSpPr>
          <p:cNvPr id="70" name="S04-label232"/>
          <p:cNvSpPr txBox="1"/>
          <p:nvPr/>
        </p:nvSpPr>
        <p:spPr>
          <a:xfrm>
            <a:off x="3528223" y="353491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300" dirty="0"/>
          </a:p>
        </p:txBody>
      </p:sp>
      <p:sp>
        <p:nvSpPr>
          <p:cNvPr id="71" name="S04-label233"/>
          <p:cNvSpPr txBox="1"/>
          <p:nvPr/>
        </p:nvSpPr>
        <p:spPr>
          <a:xfrm>
            <a:off x="2967228" y="368523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300" dirty="0"/>
          </a:p>
        </p:txBody>
      </p:sp>
      <p:sp>
        <p:nvSpPr>
          <p:cNvPr id="72" name="S04-label234"/>
          <p:cNvSpPr txBox="1"/>
          <p:nvPr/>
        </p:nvSpPr>
        <p:spPr>
          <a:xfrm>
            <a:off x="2406233" y="353491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300" dirty="0"/>
          </a:p>
        </p:txBody>
      </p:sp>
      <p:sp>
        <p:nvSpPr>
          <p:cNvPr id="73" name="S04-label235"/>
          <p:cNvSpPr txBox="1"/>
          <p:nvPr/>
        </p:nvSpPr>
        <p:spPr>
          <a:xfrm>
            <a:off x="1995556" y="31242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300" dirty="0"/>
          </a:p>
        </p:txBody>
      </p:sp>
      <p:sp>
        <p:nvSpPr>
          <p:cNvPr id="74" name="S04-label236"/>
          <p:cNvSpPr txBox="1"/>
          <p:nvPr/>
        </p:nvSpPr>
        <p:spPr>
          <a:xfrm>
            <a:off x="1845238" y="25632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300" dirty="0"/>
          </a:p>
        </p:txBody>
      </p:sp>
      <p:sp>
        <p:nvSpPr>
          <p:cNvPr id="75" name="S04-label237"/>
          <p:cNvSpPr txBox="1"/>
          <p:nvPr/>
        </p:nvSpPr>
        <p:spPr>
          <a:xfrm>
            <a:off x="1995556" y="200224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300" dirty="0"/>
          </a:p>
        </p:txBody>
      </p:sp>
      <p:sp>
        <p:nvSpPr>
          <p:cNvPr id="76" name="S04-label238"/>
          <p:cNvSpPr txBox="1"/>
          <p:nvPr/>
        </p:nvSpPr>
        <p:spPr>
          <a:xfrm>
            <a:off x="2406233" y="159156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300" dirty="0"/>
          </a:p>
        </p:txBody>
      </p:sp>
      <p:sp>
        <p:nvSpPr>
          <p:cNvPr id="77" name="S04-label239"/>
          <p:cNvSpPr txBox="1"/>
          <p:nvPr/>
        </p:nvSpPr>
        <p:spPr>
          <a:xfrm>
            <a:off x="2967228" y="144125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300" dirty="0"/>
          </a:p>
        </p:txBody>
      </p:sp>
      <p:sp>
        <p:nvSpPr>
          <p:cNvPr id="78" name="S04-line240"/>
          <p:cNvSpPr/>
          <p:nvPr/>
        </p:nvSpPr>
        <p:spPr>
          <a:xfrm>
            <a:off x="3241548" y="2746121"/>
            <a:ext cx="624906" cy="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9" name="S04-line241"/>
          <p:cNvSpPr/>
          <p:nvPr/>
        </p:nvSpPr>
        <p:spPr>
          <a:xfrm flipV="1">
            <a:off x="3241548" y="1837167"/>
            <a:ext cx="0" cy="908954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0" name="S04-pin242"/>
          <p:cNvSpPr/>
          <p:nvPr/>
        </p:nvSpPr>
        <p:spPr>
          <a:xfrm>
            <a:off x="3186684" y="2691257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1" name="S04-label243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3시</a:t>
            </a:r>
            <a:endParaRPr lang="ko-KR" sz="2600" dirty="0"/>
          </a:p>
        </p:txBody>
      </p:sp>
      <p:sp>
        <p:nvSpPr>
          <p:cNvPr id="82" name="S04-figure244" descr="시계: 짧은바늘이 8, 긴바늘이 12를 가리킴(8시)"/>
          <p:cNvSpPr/>
          <p:nvPr/>
        </p:nvSpPr>
        <p:spPr>
          <a:xfrm>
            <a:off x="7527163" y="1325880"/>
            <a:ext cx="2840482" cy="284048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3" name="S04-line245"/>
          <p:cNvSpPr/>
          <p:nvPr/>
        </p:nvSpPr>
        <p:spPr>
          <a:xfrm>
            <a:off x="8947404" y="1362456"/>
            <a:ext cx="0" cy="15622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4" name="S04-line246"/>
          <p:cNvSpPr/>
          <p:nvPr/>
        </p:nvSpPr>
        <p:spPr>
          <a:xfrm flipH="1">
            <a:off x="9084614" y="1370036"/>
            <a:ext cx="7423" cy="706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4-line247"/>
          <p:cNvSpPr/>
          <p:nvPr/>
        </p:nvSpPr>
        <p:spPr>
          <a:xfrm flipH="1">
            <a:off x="9220320" y="1392692"/>
            <a:ext cx="14764" cy="694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4-line248"/>
          <p:cNvSpPr/>
          <p:nvPr/>
        </p:nvSpPr>
        <p:spPr>
          <a:xfrm flipH="1">
            <a:off x="9353036" y="1430177"/>
            <a:ext cx="21944" cy="675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4-line249"/>
          <p:cNvSpPr/>
          <p:nvPr/>
        </p:nvSpPr>
        <p:spPr>
          <a:xfrm flipH="1">
            <a:off x="9481308" y="1482080"/>
            <a:ext cx="28883" cy="6487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4-line250"/>
          <p:cNvSpPr/>
          <p:nvPr/>
        </p:nvSpPr>
        <p:spPr>
          <a:xfrm flipH="1">
            <a:off x="9561123" y="1547832"/>
            <a:ext cx="78113" cy="1352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9" name="S04-line251"/>
          <p:cNvSpPr/>
          <p:nvPr/>
        </p:nvSpPr>
        <p:spPr>
          <a:xfrm flipH="1">
            <a:off x="9718962" y="1626713"/>
            <a:ext cx="41740" cy="574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4-line252"/>
          <p:cNvSpPr/>
          <p:nvPr/>
        </p:nvSpPr>
        <p:spPr>
          <a:xfrm flipH="1">
            <a:off x="9825740" y="1717858"/>
            <a:ext cx="47516" cy="527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4-line253"/>
          <p:cNvSpPr/>
          <p:nvPr/>
        </p:nvSpPr>
        <p:spPr>
          <a:xfrm flipH="1">
            <a:off x="9922895" y="1820268"/>
            <a:ext cx="52772" cy="475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4-line254"/>
          <p:cNvSpPr/>
          <p:nvPr/>
        </p:nvSpPr>
        <p:spPr>
          <a:xfrm flipH="1">
            <a:off x="10009363" y="1932823"/>
            <a:ext cx="57450" cy="417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4-line255"/>
          <p:cNvSpPr/>
          <p:nvPr/>
        </p:nvSpPr>
        <p:spPr>
          <a:xfrm flipH="1">
            <a:off x="10010397" y="2054289"/>
            <a:ext cx="135296" cy="781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4" name="S04-line256"/>
          <p:cNvSpPr/>
          <p:nvPr/>
        </p:nvSpPr>
        <p:spPr>
          <a:xfrm flipH="1">
            <a:off x="10146572" y="2183334"/>
            <a:ext cx="64873" cy="288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4-line257"/>
          <p:cNvSpPr/>
          <p:nvPr/>
        </p:nvSpPr>
        <p:spPr>
          <a:xfrm flipH="1">
            <a:off x="10195811" y="2318545"/>
            <a:ext cx="67536" cy="21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4-line258"/>
          <p:cNvSpPr/>
          <p:nvPr/>
        </p:nvSpPr>
        <p:spPr>
          <a:xfrm flipH="1">
            <a:off x="10231372" y="2458441"/>
            <a:ext cx="69460" cy="14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4-line259"/>
          <p:cNvSpPr/>
          <p:nvPr/>
        </p:nvSpPr>
        <p:spPr>
          <a:xfrm flipH="1">
            <a:off x="10252866" y="2601489"/>
            <a:ext cx="70623" cy="74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4-line260"/>
          <p:cNvSpPr/>
          <p:nvPr/>
        </p:nvSpPr>
        <p:spPr>
          <a:xfrm flipH="1">
            <a:off x="10174842" y="2746121"/>
            <a:ext cx="15622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9" name="S04-line261"/>
          <p:cNvSpPr/>
          <p:nvPr/>
        </p:nvSpPr>
        <p:spPr>
          <a:xfrm flipH="1" flipV="1">
            <a:off x="10252866" y="2883331"/>
            <a:ext cx="70623" cy="74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4-line262"/>
          <p:cNvSpPr/>
          <p:nvPr/>
        </p:nvSpPr>
        <p:spPr>
          <a:xfrm flipH="1" flipV="1">
            <a:off x="10231372" y="3019037"/>
            <a:ext cx="69460" cy="14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4-line263"/>
          <p:cNvSpPr/>
          <p:nvPr/>
        </p:nvSpPr>
        <p:spPr>
          <a:xfrm flipH="1" flipV="1">
            <a:off x="10195811" y="3151753"/>
            <a:ext cx="67536" cy="21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4-line264"/>
          <p:cNvSpPr/>
          <p:nvPr/>
        </p:nvSpPr>
        <p:spPr>
          <a:xfrm flipH="1" flipV="1">
            <a:off x="10146572" y="3280025"/>
            <a:ext cx="64873" cy="288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4-line265"/>
          <p:cNvSpPr/>
          <p:nvPr/>
        </p:nvSpPr>
        <p:spPr>
          <a:xfrm flipH="1" flipV="1">
            <a:off x="10010397" y="3359840"/>
            <a:ext cx="135296" cy="781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4" name="S04-line266"/>
          <p:cNvSpPr/>
          <p:nvPr/>
        </p:nvSpPr>
        <p:spPr>
          <a:xfrm flipH="1" flipV="1">
            <a:off x="10009363" y="3517679"/>
            <a:ext cx="57450" cy="417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4-line267"/>
          <p:cNvSpPr/>
          <p:nvPr/>
        </p:nvSpPr>
        <p:spPr>
          <a:xfrm flipH="1" flipV="1">
            <a:off x="9922895" y="3624457"/>
            <a:ext cx="52772" cy="475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04-line268"/>
          <p:cNvSpPr/>
          <p:nvPr/>
        </p:nvSpPr>
        <p:spPr>
          <a:xfrm flipH="1" flipV="1">
            <a:off x="9825740" y="3721612"/>
            <a:ext cx="47516" cy="527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4-line269"/>
          <p:cNvSpPr/>
          <p:nvPr/>
        </p:nvSpPr>
        <p:spPr>
          <a:xfrm flipH="1" flipV="1">
            <a:off x="9718962" y="3808080"/>
            <a:ext cx="41740" cy="574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4-line270"/>
          <p:cNvSpPr/>
          <p:nvPr/>
        </p:nvSpPr>
        <p:spPr>
          <a:xfrm flipH="1" flipV="1">
            <a:off x="9561123" y="3809114"/>
            <a:ext cx="78113" cy="1352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9" name="S04-line271"/>
          <p:cNvSpPr/>
          <p:nvPr/>
        </p:nvSpPr>
        <p:spPr>
          <a:xfrm flipH="1" flipV="1">
            <a:off x="9481308" y="3945289"/>
            <a:ext cx="28883" cy="6487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4-line272"/>
          <p:cNvSpPr/>
          <p:nvPr/>
        </p:nvSpPr>
        <p:spPr>
          <a:xfrm flipH="1" flipV="1">
            <a:off x="9353036" y="3994528"/>
            <a:ext cx="21944" cy="675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4-line273"/>
          <p:cNvSpPr/>
          <p:nvPr/>
        </p:nvSpPr>
        <p:spPr>
          <a:xfrm flipH="1" flipV="1">
            <a:off x="9220320" y="4030089"/>
            <a:ext cx="14764" cy="694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4-line274"/>
          <p:cNvSpPr/>
          <p:nvPr/>
        </p:nvSpPr>
        <p:spPr>
          <a:xfrm flipH="1" flipV="1">
            <a:off x="9084614" y="4051583"/>
            <a:ext cx="7423" cy="706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4-line275"/>
          <p:cNvSpPr/>
          <p:nvPr/>
        </p:nvSpPr>
        <p:spPr>
          <a:xfrm flipV="1">
            <a:off x="8947404" y="3973559"/>
            <a:ext cx="0" cy="15622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4" name="S04-line276"/>
          <p:cNvSpPr/>
          <p:nvPr/>
        </p:nvSpPr>
        <p:spPr>
          <a:xfrm flipV="1">
            <a:off x="8802772" y="4051583"/>
            <a:ext cx="7423" cy="706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4-line277"/>
          <p:cNvSpPr/>
          <p:nvPr/>
        </p:nvSpPr>
        <p:spPr>
          <a:xfrm flipV="1">
            <a:off x="8659724" y="4030089"/>
            <a:ext cx="14764" cy="694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04-line278"/>
          <p:cNvSpPr/>
          <p:nvPr/>
        </p:nvSpPr>
        <p:spPr>
          <a:xfrm flipV="1">
            <a:off x="8519828" y="3994528"/>
            <a:ext cx="21944" cy="675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4-line279"/>
          <p:cNvSpPr/>
          <p:nvPr/>
        </p:nvSpPr>
        <p:spPr>
          <a:xfrm flipV="1">
            <a:off x="8384617" y="3945289"/>
            <a:ext cx="28883" cy="6487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4-line280"/>
          <p:cNvSpPr/>
          <p:nvPr/>
        </p:nvSpPr>
        <p:spPr>
          <a:xfrm flipV="1">
            <a:off x="8255572" y="3809114"/>
            <a:ext cx="78113" cy="1352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9" name="S04-line281"/>
          <p:cNvSpPr/>
          <p:nvPr/>
        </p:nvSpPr>
        <p:spPr>
          <a:xfrm flipV="1">
            <a:off x="8134106" y="3808080"/>
            <a:ext cx="41740" cy="574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4-line282"/>
          <p:cNvSpPr/>
          <p:nvPr/>
        </p:nvSpPr>
        <p:spPr>
          <a:xfrm flipV="1">
            <a:off x="8021551" y="3721612"/>
            <a:ext cx="47516" cy="527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4-line283"/>
          <p:cNvSpPr/>
          <p:nvPr/>
        </p:nvSpPr>
        <p:spPr>
          <a:xfrm flipV="1">
            <a:off x="7919141" y="3624457"/>
            <a:ext cx="52772" cy="475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4-line284"/>
          <p:cNvSpPr/>
          <p:nvPr/>
        </p:nvSpPr>
        <p:spPr>
          <a:xfrm flipV="1">
            <a:off x="7827996" y="3517679"/>
            <a:ext cx="57450" cy="417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04-line285"/>
          <p:cNvSpPr/>
          <p:nvPr/>
        </p:nvSpPr>
        <p:spPr>
          <a:xfrm flipV="1">
            <a:off x="7749115" y="3359840"/>
            <a:ext cx="135296" cy="781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4" name="S04-line286"/>
          <p:cNvSpPr/>
          <p:nvPr/>
        </p:nvSpPr>
        <p:spPr>
          <a:xfrm flipV="1">
            <a:off x="7683363" y="3280025"/>
            <a:ext cx="64873" cy="288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4-line287"/>
          <p:cNvSpPr/>
          <p:nvPr/>
        </p:nvSpPr>
        <p:spPr>
          <a:xfrm flipV="1">
            <a:off x="7631460" y="3151753"/>
            <a:ext cx="67536" cy="21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04-line288"/>
          <p:cNvSpPr/>
          <p:nvPr/>
        </p:nvSpPr>
        <p:spPr>
          <a:xfrm flipV="1">
            <a:off x="7593975" y="3019037"/>
            <a:ext cx="69460" cy="14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4-line289"/>
          <p:cNvSpPr/>
          <p:nvPr/>
        </p:nvSpPr>
        <p:spPr>
          <a:xfrm flipV="1">
            <a:off x="7571319" y="2883331"/>
            <a:ext cx="70623" cy="74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04-line290"/>
          <p:cNvSpPr/>
          <p:nvPr/>
        </p:nvSpPr>
        <p:spPr>
          <a:xfrm>
            <a:off x="7563739" y="2746121"/>
            <a:ext cx="15622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9" name="S04-line291"/>
          <p:cNvSpPr/>
          <p:nvPr/>
        </p:nvSpPr>
        <p:spPr>
          <a:xfrm>
            <a:off x="7571319" y="2601489"/>
            <a:ext cx="70623" cy="74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4-line292"/>
          <p:cNvSpPr/>
          <p:nvPr/>
        </p:nvSpPr>
        <p:spPr>
          <a:xfrm>
            <a:off x="7593975" y="2458441"/>
            <a:ext cx="69460" cy="14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04-line293"/>
          <p:cNvSpPr/>
          <p:nvPr/>
        </p:nvSpPr>
        <p:spPr>
          <a:xfrm>
            <a:off x="7631460" y="2318545"/>
            <a:ext cx="67536" cy="21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4-line294"/>
          <p:cNvSpPr/>
          <p:nvPr/>
        </p:nvSpPr>
        <p:spPr>
          <a:xfrm>
            <a:off x="7683363" y="2183334"/>
            <a:ext cx="64873" cy="288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04-line295"/>
          <p:cNvSpPr/>
          <p:nvPr/>
        </p:nvSpPr>
        <p:spPr>
          <a:xfrm>
            <a:off x="7749115" y="2054289"/>
            <a:ext cx="135296" cy="781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4" name="S04-line296"/>
          <p:cNvSpPr/>
          <p:nvPr/>
        </p:nvSpPr>
        <p:spPr>
          <a:xfrm>
            <a:off x="7827996" y="1932823"/>
            <a:ext cx="57450" cy="417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4-line297"/>
          <p:cNvSpPr/>
          <p:nvPr/>
        </p:nvSpPr>
        <p:spPr>
          <a:xfrm>
            <a:off x="7919141" y="1820268"/>
            <a:ext cx="52772" cy="475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04-line298"/>
          <p:cNvSpPr/>
          <p:nvPr/>
        </p:nvSpPr>
        <p:spPr>
          <a:xfrm>
            <a:off x="8021551" y="1717858"/>
            <a:ext cx="47516" cy="527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4-line299"/>
          <p:cNvSpPr/>
          <p:nvPr/>
        </p:nvSpPr>
        <p:spPr>
          <a:xfrm>
            <a:off x="8134106" y="1626713"/>
            <a:ext cx="41740" cy="574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04-line300"/>
          <p:cNvSpPr/>
          <p:nvPr/>
        </p:nvSpPr>
        <p:spPr>
          <a:xfrm>
            <a:off x="8255572" y="1547832"/>
            <a:ext cx="78113" cy="1352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9" name="S04-line301"/>
          <p:cNvSpPr/>
          <p:nvPr/>
        </p:nvSpPr>
        <p:spPr>
          <a:xfrm>
            <a:off x="8384617" y="1482080"/>
            <a:ext cx="28883" cy="6487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4-line302"/>
          <p:cNvSpPr/>
          <p:nvPr/>
        </p:nvSpPr>
        <p:spPr>
          <a:xfrm>
            <a:off x="8519828" y="1430177"/>
            <a:ext cx="21944" cy="675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04-line303"/>
          <p:cNvSpPr/>
          <p:nvPr/>
        </p:nvSpPr>
        <p:spPr>
          <a:xfrm>
            <a:off x="8659724" y="1392692"/>
            <a:ext cx="14764" cy="694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4-line304"/>
          <p:cNvSpPr/>
          <p:nvPr/>
        </p:nvSpPr>
        <p:spPr>
          <a:xfrm>
            <a:off x="8802772" y="1370036"/>
            <a:ext cx="7423" cy="706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04-label305"/>
          <p:cNvSpPr txBox="1"/>
          <p:nvPr/>
        </p:nvSpPr>
        <p:spPr>
          <a:xfrm>
            <a:off x="9234079" y="159156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300" dirty="0"/>
          </a:p>
        </p:txBody>
      </p:sp>
      <p:sp>
        <p:nvSpPr>
          <p:cNvPr id="144" name="S04-label306"/>
          <p:cNvSpPr txBox="1"/>
          <p:nvPr/>
        </p:nvSpPr>
        <p:spPr>
          <a:xfrm>
            <a:off x="9644756" y="200224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300" dirty="0"/>
          </a:p>
        </p:txBody>
      </p:sp>
      <p:sp>
        <p:nvSpPr>
          <p:cNvPr id="145" name="S04-label307"/>
          <p:cNvSpPr txBox="1"/>
          <p:nvPr/>
        </p:nvSpPr>
        <p:spPr>
          <a:xfrm>
            <a:off x="9795074" y="25632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300" dirty="0"/>
          </a:p>
        </p:txBody>
      </p:sp>
      <p:sp>
        <p:nvSpPr>
          <p:cNvPr id="146" name="S04-label308"/>
          <p:cNvSpPr txBox="1"/>
          <p:nvPr/>
        </p:nvSpPr>
        <p:spPr>
          <a:xfrm>
            <a:off x="9644756" y="31242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300" dirty="0"/>
          </a:p>
        </p:txBody>
      </p:sp>
      <p:sp>
        <p:nvSpPr>
          <p:cNvPr id="147" name="S04-label309"/>
          <p:cNvSpPr txBox="1"/>
          <p:nvPr/>
        </p:nvSpPr>
        <p:spPr>
          <a:xfrm>
            <a:off x="9234079" y="353491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300" dirty="0"/>
          </a:p>
        </p:txBody>
      </p:sp>
      <p:sp>
        <p:nvSpPr>
          <p:cNvPr id="148" name="S04-label310"/>
          <p:cNvSpPr txBox="1"/>
          <p:nvPr/>
        </p:nvSpPr>
        <p:spPr>
          <a:xfrm>
            <a:off x="8673084" y="368523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300" dirty="0"/>
          </a:p>
        </p:txBody>
      </p:sp>
      <p:sp>
        <p:nvSpPr>
          <p:cNvPr id="149" name="S04-label311"/>
          <p:cNvSpPr txBox="1"/>
          <p:nvPr/>
        </p:nvSpPr>
        <p:spPr>
          <a:xfrm>
            <a:off x="8112089" y="353491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300" dirty="0"/>
          </a:p>
        </p:txBody>
      </p:sp>
      <p:sp>
        <p:nvSpPr>
          <p:cNvPr id="150" name="S04-label312"/>
          <p:cNvSpPr txBox="1"/>
          <p:nvPr/>
        </p:nvSpPr>
        <p:spPr>
          <a:xfrm>
            <a:off x="7701412" y="31242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300" dirty="0"/>
          </a:p>
        </p:txBody>
      </p:sp>
      <p:sp>
        <p:nvSpPr>
          <p:cNvPr id="151" name="S04-label313"/>
          <p:cNvSpPr txBox="1"/>
          <p:nvPr/>
        </p:nvSpPr>
        <p:spPr>
          <a:xfrm>
            <a:off x="7551094" y="25632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300" dirty="0"/>
          </a:p>
        </p:txBody>
      </p:sp>
      <p:sp>
        <p:nvSpPr>
          <p:cNvPr id="152" name="S04-label314"/>
          <p:cNvSpPr txBox="1"/>
          <p:nvPr/>
        </p:nvSpPr>
        <p:spPr>
          <a:xfrm>
            <a:off x="7701412" y="200224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300" dirty="0"/>
          </a:p>
        </p:txBody>
      </p:sp>
      <p:sp>
        <p:nvSpPr>
          <p:cNvPr id="153" name="S04-label315"/>
          <p:cNvSpPr txBox="1"/>
          <p:nvPr/>
        </p:nvSpPr>
        <p:spPr>
          <a:xfrm>
            <a:off x="8112089" y="159156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300" dirty="0"/>
          </a:p>
        </p:txBody>
      </p:sp>
      <p:sp>
        <p:nvSpPr>
          <p:cNvPr id="154" name="S04-label316"/>
          <p:cNvSpPr txBox="1"/>
          <p:nvPr/>
        </p:nvSpPr>
        <p:spPr>
          <a:xfrm>
            <a:off x="8673084" y="144125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300" dirty="0"/>
          </a:p>
        </p:txBody>
      </p:sp>
      <p:sp>
        <p:nvSpPr>
          <p:cNvPr id="155" name="S04-line317"/>
          <p:cNvSpPr/>
          <p:nvPr/>
        </p:nvSpPr>
        <p:spPr>
          <a:xfrm flipH="1">
            <a:off x="8406219" y="2746121"/>
            <a:ext cx="541185" cy="312453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6" name="S04-line318"/>
          <p:cNvSpPr/>
          <p:nvPr/>
        </p:nvSpPr>
        <p:spPr>
          <a:xfrm flipV="1">
            <a:off x="8947404" y="1837167"/>
            <a:ext cx="0" cy="908954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7" name="S04-pin319"/>
          <p:cNvSpPr/>
          <p:nvPr/>
        </p:nvSpPr>
        <p:spPr>
          <a:xfrm>
            <a:off x="8892540" y="2691257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8" name="S04-label320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8시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 그리기</a:t>
            </a:r>
            <a:endParaRPr lang="ko-KR" sz="4400" dirty="0"/>
          </a:p>
        </p:txBody>
      </p:sp>
      <p:sp>
        <p:nvSpPr>
          <p:cNvPr id="3" name="S05-text321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5시를 그려 봐요.</a:t>
            </a:r>
            <a:endParaRPr lang="ko-KR" sz="3200" dirty="0"/>
          </a:p>
        </p:txBody>
      </p:sp>
      <p:sp>
        <p:nvSpPr>
          <p:cNvPr id="4" name="S05-figure322" descr="시계: 짧은바늘이 5, 긴바늘이 12를 가리킴(5시)"/>
          <p:cNvSpPr/>
          <p:nvPr/>
        </p:nvSpPr>
        <p:spPr>
          <a:xfrm>
            <a:off x="7726131" y="2857500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5" name="S05-line323"/>
          <p:cNvSpPr/>
          <p:nvPr/>
        </p:nvSpPr>
        <p:spPr>
          <a:xfrm>
            <a:off x="9280611" y="2894076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05-line324"/>
          <p:cNvSpPr/>
          <p:nvPr/>
        </p:nvSpPr>
        <p:spPr>
          <a:xfrm flipH="1">
            <a:off x="9431151" y="290239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5-line325"/>
          <p:cNvSpPr/>
          <p:nvPr/>
        </p:nvSpPr>
        <p:spPr>
          <a:xfrm flipH="1">
            <a:off x="9580042" y="292724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5-line326"/>
          <p:cNvSpPr/>
          <p:nvPr/>
        </p:nvSpPr>
        <p:spPr>
          <a:xfrm flipH="1">
            <a:off x="9725651" y="296836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5-line327"/>
          <p:cNvSpPr/>
          <p:nvPr/>
        </p:nvSpPr>
        <p:spPr>
          <a:xfrm flipH="1">
            <a:off x="9866385" y="302530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5-line328"/>
          <p:cNvSpPr/>
          <p:nvPr/>
        </p:nvSpPr>
        <p:spPr>
          <a:xfrm flipH="1">
            <a:off x="9954067" y="309743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5-line329"/>
          <p:cNvSpPr/>
          <p:nvPr/>
        </p:nvSpPr>
        <p:spPr>
          <a:xfrm flipH="1">
            <a:off x="10127128" y="318397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5-line330"/>
          <p:cNvSpPr/>
          <p:nvPr/>
        </p:nvSpPr>
        <p:spPr>
          <a:xfrm flipH="1">
            <a:off x="10244280" y="328395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5-line331"/>
          <p:cNvSpPr/>
          <p:nvPr/>
        </p:nvSpPr>
        <p:spPr>
          <a:xfrm flipH="1">
            <a:off x="10350874" y="339630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5-line332"/>
          <p:cNvSpPr/>
          <p:nvPr/>
        </p:nvSpPr>
        <p:spPr>
          <a:xfrm flipH="1">
            <a:off x="10445741" y="351977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5-line333"/>
          <p:cNvSpPr/>
          <p:nvPr/>
        </p:nvSpPr>
        <p:spPr>
          <a:xfrm flipH="1">
            <a:off x="10447071" y="365302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" name="S05-line334"/>
          <p:cNvSpPr/>
          <p:nvPr/>
        </p:nvSpPr>
        <p:spPr>
          <a:xfrm flipH="1">
            <a:off x="10596281" y="379459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5-line335"/>
          <p:cNvSpPr/>
          <p:nvPr/>
        </p:nvSpPr>
        <p:spPr>
          <a:xfrm flipH="1">
            <a:off x="10650304" y="394292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5-line336"/>
          <p:cNvSpPr/>
          <p:nvPr/>
        </p:nvSpPr>
        <p:spPr>
          <a:xfrm flipH="1">
            <a:off x="10689320" y="409639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5-line337"/>
          <p:cNvSpPr/>
          <p:nvPr/>
        </p:nvSpPr>
        <p:spPr>
          <a:xfrm flipH="1">
            <a:off x="10712902" y="425331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5-line338"/>
          <p:cNvSpPr/>
          <p:nvPr/>
        </p:nvSpPr>
        <p:spPr>
          <a:xfrm flipH="1">
            <a:off x="10627523" y="441198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05-line339"/>
          <p:cNvSpPr/>
          <p:nvPr/>
        </p:nvSpPr>
        <p:spPr>
          <a:xfrm flipH="1" flipV="1">
            <a:off x="10712902" y="456252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5-line340"/>
          <p:cNvSpPr/>
          <p:nvPr/>
        </p:nvSpPr>
        <p:spPr>
          <a:xfrm flipH="1" flipV="1">
            <a:off x="10689320" y="471141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5-line341"/>
          <p:cNvSpPr/>
          <p:nvPr/>
        </p:nvSpPr>
        <p:spPr>
          <a:xfrm flipH="1" flipV="1">
            <a:off x="10650304" y="485702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5-line342"/>
          <p:cNvSpPr/>
          <p:nvPr/>
        </p:nvSpPr>
        <p:spPr>
          <a:xfrm flipH="1" flipV="1">
            <a:off x="10596281" y="499775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5-line343"/>
          <p:cNvSpPr/>
          <p:nvPr/>
        </p:nvSpPr>
        <p:spPr>
          <a:xfrm flipH="1" flipV="1">
            <a:off x="10447071" y="508543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" name="S05-line344"/>
          <p:cNvSpPr/>
          <p:nvPr/>
        </p:nvSpPr>
        <p:spPr>
          <a:xfrm flipH="1" flipV="1">
            <a:off x="10445741" y="52584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5-line345"/>
          <p:cNvSpPr/>
          <p:nvPr/>
        </p:nvSpPr>
        <p:spPr>
          <a:xfrm flipH="1" flipV="1">
            <a:off x="10350874" y="537564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5-line346"/>
          <p:cNvSpPr/>
          <p:nvPr/>
        </p:nvSpPr>
        <p:spPr>
          <a:xfrm flipH="1" flipV="1">
            <a:off x="10244280" y="548224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5-line347"/>
          <p:cNvSpPr/>
          <p:nvPr/>
        </p:nvSpPr>
        <p:spPr>
          <a:xfrm flipH="1" flipV="1">
            <a:off x="10127128" y="557711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5-line348"/>
          <p:cNvSpPr/>
          <p:nvPr/>
        </p:nvSpPr>
        <p:spPr>
          <a:xfrm flipH="1" flipV="1">
            <a:off x="9954067" y="557843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05-line349"/>
          <p:cNvSpPr/>
          <p:nvPr/>
        </p:nvSpPr>
        <p:spPr>
          <a:xfrm flipH="1" flipV="1">
            <a:off x="9866385" y="572765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5-line350"/>
          <p:cNvSpPr/>
          <p:nvPr/>
        </p:nvSpPr>
        <p:spPr>
          <a:xfrm flipH="1" flipV="1">
            <a:off x="9725651" y="578167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5-line351"/>
          <p:cNvSpPr/>
          <p:nvPr/>
        </p:nvSpPr>
        <p:spPr>
          <a:xfrm flipH="1" flipV="1">
            <a:off x="9580042" y="582068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5-line352"/>
          <p:cNvSpPr/>
          <p:nvPr/>
        </p:nvSpPr>
        <p:spPr>
          <a:xfrm flipH="1" flipV="1">
            <a:off x="9431151" y="584427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5-line353"/>
          <p:cNvSpPr/>
          <p:nvPr/>
        </p:nvSpPr>
        <p:spPr>
          <a:xfrm flipV="1">
            <a:off x="9280611" y="5758891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6" name="S05-line354"/>
          <p:cNvSpPr/>
          <p:nvPr/>
        </p:nvSpPr>
        <p:spPr>
          <a:xfrm flipV="1">
            <a:off x="9121947" y="584427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5-line355"/>
          <p:cNvSpPr/>
          <p:nvPr/>
        </p:nvSpPr>
        <p:spPr>
          <a:xfrm flipV="1">
            <a:off x="8965021" y="582068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5-line356"/>
          <p:cNvSpPr/>
          <p:nvPr/>
        </p:nvSpPr>
        <p:spPr>
          <a:xfrm flipV="1">
            <a:off x="8811553" y="578167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5-line357"/>
          <p:cNvSpPr/>
          <p:nvPr/>
        </p:nvSpPr>
        <p:spPr>
          <a:xfrm flipV="1">
            <a:off x="8663224" y="572765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5-line358"/>
          <p:cNvSpPr/>
          <p:nvPr/>
        </p:nvSpPr>
        <p:spPr>
          <a:xfrm flipV="1">
            <a:off x="8521659" y="557843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1" name="S05-line359"/>
          <p:cNvSpPr/>
          <p:nvPr/>
        </p:nvSpPr>
        <p:spPr>
          <a:xfrm flipV="1">
            <a:off x="8388410" y="557711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5-line360"/>
          <p:cNvSpPr/>
          <p:nvPr/>
        </p:nvSpPr>
        <p:spPr>
          <a:xfrm flipV="1">
            <a:off x="8264935" y="548224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5-line361"/>
          <p:cNvSpPr/>
          <p:nvPr/>
        </p:nvSpPr>
        <p:spPr>
          <a:xfrm flipV="1">
            <a:off x="8152589" y="537564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5-line362"/>
          <p:cNvSpPr/>
          <p:nvPr/>
        </p:nvSpPr>
        <p:spPr>
          <a:xfrm flipV="1">
            <a:off x="8052601" y="52584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5-line363"/>
          <p:cNvSpPr/>
          <p:nvPr/>
        </p:nvSpPr>
        <p:spPr>
          <a:xfrm flipV="1">
            <a:off x="7966068" y="508543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6" name="S05-line364"/>
          <p:cNvSpPr/>
          <p:nvPr/>
        </p:nvSpPr>
        <p:spPr>
          <a:xfrm flipV="1">
            <a:off x="7893937" y="499775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5-line365"/>
          <p:cNvSpPr/>
          <p:nvPr/>
        </p:nvSpPr>
        <p:spPr>
          <a:xfrm flipV="1">
            <a:off x="7836999" y="485702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5-line366"/>
          <p:cNvSpPr/>
          <p:nvPr/>
        </p:nvSpPr>
        <p:spPr>
          <a:xfrm flipV="1">
            <a:off x="7795877" y="471141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5-line367"/>
          <p:cNvSpPr/>
          <p:nvPr/>
        </p:nvSpPr>
        <p:spPr>
          <a:xfrm flipV="1">
            <a:off x="7771023" y="456252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5-line368"/>
          <p:cNvSpPr/>
          <p:nvPr/>
        </p:nvSpPr>
        <p:spPr>
          <a:xfrm>
            <a:off x="7762707" y="441198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1" name="S05-line369"/>
          <p:cNvSpPr/>
          <p:nvPr/>
        </p:nvSpPr>
        <p:spPr>
          <a:xfrm>
            <a:off x="7771023" y="425331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5-line370"/>
          <p:cNvSpPr/>
          <p:nvPr/>
        </p:nvSpPr>
        <p:spPr>
          <a:xfrm>
            <a:off x="7795877" y="409639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5-line371"/>
          <p:cNvSpPr/>
          <p:nvPr/>
        </p:nvSpPr>
        <p:spPr>
          <a:xfrm>
            <a:off x="7836999" y="394292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5-line372"/>
          <p:cNvSpPr/>
          <p:nvPr/>
        </p:nvSpPr>
        <p:spPr>
          <a:xfrm>
            <a:off x="7893937" y="379459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5-line373"/>
          <p:cNvSpPr/>
          <p:nvPr/>
        </p:nvSpPr>
        <p:spPr>
          <a:xfrm>
            <a:off x="7966068" y="365302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6" name="S05-line374"/>
          <p:cNvSpPr/>
          <p:nvPr/>
        </p:nvSpPr>
        <p:spPr>
          <a:xfrm>
            <a:off x="8052601" y="351977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5-line375"/>
          <p:cNvSpPr/>
          <p:nvPr/>
        </p:nvSpPr>
        <p:spPr>
          <a:xfrm>
            <a:off x="8152589" y="339630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5-line376"/>
          <p:cNvSpPr/>
          <p:nvPr/>
        </p:nvSpPr>
        <p:spPr>
          <a:xfrm>
            <a:off x="8264935" y="328395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5-line377"/>
          <p:cNvSpPr/>
          <p:nvPr/>
        </p:nvSpPr>
        <p:spPr>
          <a:xfrm>
            <a:off x="8388410" y="318397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5-line378"/>
          <p:cNvSpPr/>
          <p:nvPr/>
        </p:nvSpPr>
        <p:spPr>
          <a:xfrm>
            <a:off x="8521659" y="309743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1" name="S05-line379"/>
          <p:cNvSpPr/>
          <p:nvPr/>
        </p:nvSpPr>
        <p:spPr>
          <a:xfrm>
            <a:off x="8663224" y="302530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5-line380"/>
          <p:cNvSpPr/>
          <p:nvPr/>
        </p:nvSpPr>
        <p:spPr>
          <a:xfrm>
            <a:off x="8811553" y="296836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5-line381"/>
          <p:cNvSpPr/>
          <p:nvPr/>
        </p:nvSpPr>
        <p:spPr>
          <a:xfrm>
            <a:off x="8965021" y="292724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5-line382"/>
          <p:cNvSpPr/>
          <p:nvPr/>
        </p:nvSpPr>
        <p:spPr>
          <a:xfrm>
            <a:off x="9121947" y="290239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5-label383"/>
          <p:cNvSpPr txBox="1"/>
          <p:nvPr/>
        </p:nvSpPr>
        <p:spPr>
          <a:xfrm>
            <a:off x="9620311" y="316558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66" name="S05-label384"/>
          <p:cNvSpPr txBox="1"/>
          <p:nvPr/>
        </p:nvSpPr>
        <p:spPr>
          <a:xfrm>
            <a:off x="10069805" y="361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67" name="S05-label385"/>
          <p:cNvSpPr txBox="1"/>
          <p:nvPr/>
        </p:nvSpPr>
        <p:spPr>
          <a:xfrm>
            <a:off x="10234331" y="42291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68" name="S05-label386"/>
          <p:cNvSpPr txBox="1"/>
          <p:nvPr/>
        </p:nvSpPr>
        <p:spPr>
          <a:xfrm>
            <a:off x="10069805" y="484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69" name="S05-label387"/>
          <p:cNvSpPr txBox="1"/>
          <p:nvPr/>
        </p:nvSpPr>
        <p:spPr>
          <a:xfrm>
            <a:off x="9620311" y="529261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70" name="S05-label388"/>
          <p:cNvSpPr txBox="1"/>
          <p:nvPr/>
        </p:nvSpPr>
        <p:spPr>
          <a:xfrm>
            <a:off x="9006291" y="54571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71" name="S05-label389"/>
          <p:cNvSpPr txBox="1"/>
          <p:nvPr/>
        </p:nvSpPr>
        <p:spPr>
          <a:xfrm>
            <a:off x="8392272" y="529261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72" name="S05-label390"/>
          <p:cNvSpPr txBox="1"/>
          <p:nvPr/>
        </p:nvSpPr>
        <p:spPr>
          <a:xfrm>
            <a:off x="7942778" y="484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73" name="S05-label391"/>
          <p:cNvSpPr txBox="1"/>
          <p:nvPr/>
        </p:nvSpPr>
        <p:spPr>
          <a:xfrm>
            <a:off x="7778252" y="42291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74" name="S05-label392"/>
          <p:cNvSpPr txBox="1"/>
          <p:nvPr/>
        </p:nvSpPr>
        <p:spPr>
          <a:xfrm>
            <a:off x="7942778" y="361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75" name="S05-label393"/>
          <p:cNvSpPr txBox="1"/>
          <p:nvPr/>
        </p:nvSpPr>
        <p:spPr>
          <a:xfrm>
            <a:off x="8392272" y="316558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76" name="S05-label394"/>
          <p:cNvSpPr txBox="1"/>
          <p:nvPr/>
        </p:nvSpPr>
        <p:spPr>
          <a:xfrm>
            <a:off x="9006291" y="300106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77" name="S05-line395"/>
          <p:cNvSpPr/>
          <p:nvPr/>
        </p:nvSpPr>
        <p:spPr>
          <a:xfrm>
            <a:off x="9280611" y="4411980"/>
            <a:ext cx="341986" cy="592336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8" name="S05-line396"/>
          <p:cNvSpPr/>
          <p:nvPr/>
        </p:nvSpPr>
        <p:spPr>
          <a:xfrm flipV="1">
            <a:off x="9280611" y="3417113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79" name="S05-pin397"/>
          <p:cNvSpPr/>
          <p:nvPr/>
        </p:nvSpPr>
        <p:spPr>
          <a:xfrm>
            <a:off x="9225747" y="435711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0" name="S05-stepno398"/>
          <p:cNvSpPr txBox="1"/>
          <p:nvPr/>
        </p:nvSpPr>
        <p:spPr>
          <a:xfrm>
            <a:off x="548640" y="3383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1" name="S05-text399"/>
          <p:cNvSpPr txBox="1"/>
          <p:nvPr/>
        </p:nvSpPr>
        <p:spPr>
          <a:xfrm>
            <a:off x="1325880" y="3338068"/>
            <a:ext cx="5229271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긴바늘을 12까지 길게 그려요.</a:t>
            </a:r>
            <a:endParaRPr lang="ko-KR" sz="3200" dirty="0"/>
          </a:p>
        </p:txBody>
      </p:sp>
      <p:sp>
        <p:nvSpPr>
          <p:cNvPr id="82" name="S05-stepno400"/>
          <p:cNvSpPr txBox="1"/>
          <p:nvPr/>
        </p:nvSpPr>
        <p:spPr>
          <a:xfrm>
            <a:off x="548640" y="45399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3" name="S05-text401"/>
          <p:cNvSpPr txBox="1"/>
          <p:nvPr/>
        </p:nvSpPr>
        <p:spPr>
          <a:xfrm>
            <a:off x="1325880" y="4494276"/>
            <a:ext cx="5229271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짧은바늘을 5까지 짧게 그려요.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시일까요?</a:t>
            </a:r>
            <a:endParaRPr lang="ko-KR" sz="4400" dirty="0"/>
          </a:p>
        </p:txBody>
      </p:sp>
      <p:sp>
        <p:nvSpPr>
          <p:cNvPr id="3" name="S06-card40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40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긴바늘이 12인지 보고, 짧은바늘의 수를 읽어요.</a:t>
            </a:r>
            <a:endParaRPr lang="ko-KR" sz="3200" dirty="0"/>
          </a:p>
        </p:txBody>
      </p:sp>
      <p:sp>
        <p:nvSpPr>
          <p:cNvPr id="5" name="S06-figure404" descr="시계: 짧은바늘이 9, 긴바늘이 12를 가리킴(9시)"/>
          <p:cNvSpPr/>
          <p:nvPr/>
        </p:nvSpPr>
        <p:spPr>
          <a:xfrm>
            <a:off x="736092" y="140931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6" name="S06-line405"/>
          <p:cNvSpPr/>
          <p:nvPr/>
        </p:nvSpPr>
        <p:spPr>
          <a:xfrm>
            <a:off x="2290572" y="144589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6-line406"/>
          <p:cNvSpPr/>
          <p:nvPr/>
        </p:nvSpPr>
        <p:spPr>
          <a:xfrm flipH="1">
            <a:off x="2441112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6-line407"/>
          <p:cNvSpPr/>
          <p:nvPr/>
        </p:nvSpPr>
        <p:spPr>
          <a:xfrm flipH="1">
            <a:off x="2590002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6-line408"/>
          <p:cNvSpPr/>
          <p:nvPr/>
        </p:nvSpPr>
        <p:spPr>
          <a:xfrm flipH="1">
            <a:off x="2735612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6-line409"/>
          <p:cNvSpPr/>
          <p:nvPr/>
        </p:nvSpPr>
        <p:spPr>
          <a:xfrm flipH="1">
            <a:off x="2876346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6-line410"/>
          <p:cNvSpPr/>
          <p:nvPr/>
        </p:nvSpPr>
        <p:spPr>
          <a:xfrm flipH="1">
            <a:off x="2964028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06-line411"/>
          <p:cNvSpPr/>
          <p:nvPr/>
        </p:nvSpPr>
        <p:spPr>
          <a:xfrm flipH="1">
            <a:off x="3137089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6-line412"/>
          <p:cNvSpPr/>
          <p:nvPr/>
        </p:nvSpPr>
        <p:spPr>
          <a:xfrm flipH="1">
            <a:off x="3254241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6-line413"/>
          <p:cNvSpPr/>
          <p:nvPr/>
        </p:nvSpPr>
        <p:spPr>
          <a:xfrm flipH="1">
            <a:off x="3360834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6-line414"/>
          <p:cNvSpPr/>
          <p:nvPr/>
        </p:nvSpPr>
        <p:spPr>
          <a:xfrm flipH="1">
            <a:off x="3455702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6-line415"/>
          <p:cNvSpPr/>
          <p:nvPr/>
        </p:nvSpPr>
        <p:spPr>
          <a:xfrm flipH="1">
            <a:off x="3457031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06-line416"/>
          <p:cNvSpPr/>
          <p:nvPr/>
        </p:nvSpPr>
        <p:spPr>
          <a:xfrm flipH="1">
            <a:off x="3606242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6-line417"/>
          <p:cNvSpPr/>
          <p:nvPr/>
        </p:nvSpPr>
        <p:spPr>
          <a:xfrm flipH="1">
            <a:off x="3660265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6-line418"/>
          <p:cNvSpPr/>
          <p:nvPr/>
        </p:nvSpPr>
        <p:spPr>
          <a:xfrm flipH="1">
            <a:off x="3699281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6-line419"/>
          <p:cNvSpPr/>
          <p:nvPr/>
        </p:nvSpPr>
        <p:spPr>
          <a:xfrm flipH="1">
            <a:off x="3722863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6-line420"/>
          <p:cNvSpPr/>
          <p:nvPr/>
        </p:nvSpPr>
        <p:spPr>
          <a:xfrm flipH="1">
            <a:off x="3637483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06-line421"/>
          <p:cNvSpPr/>
          <p:nvPr/>
        </p:nvSpPr>
        <p:spPr>
          <a:xfrm flipH="1" flipV="1">
            <a:off x="3722863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6-line422"/>
          <p:cNvSpPr/>
          <p:nvPr/>
        </p:nvSpPr>
        <p:spPr>
          <a:xfrm flipH="1" flipV="1">
            <a:off x="3699281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6-line423"/>
          <p:cNvSpPr/>
          <p:nvPr/>
        </p:nvSpPr>
        <p:spPr>
          <a:xfrm flipH="1" flipV="1">
            <a:off x="3660265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6-line424"/>
          <p:cNvSpPr/>
          <p:nvPr/>
        </p:nvSpPr>
        <p:spPr>
          <a:xfrm flipH="1" flipV="1">
            <a:off x="3606242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6-line425"/>
          <p:cNvSpPr/>
          <p:nvPr/>
        </p:nvSpPr>
        <p:spPr>
          <a:xfrm flipH="1" flipV="1">
            <a:off x="3457031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06-line426"/>
          <p:cNvSpPr/>
          <p:nvPr/>
        </p:nvSpPr>
        <p:spPr>
          <a:xfrm flipH="1" flipV="1">
            <a:off x="3455702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6-line427"/>
          <p:cNvSpPr/>
          <p:nvPr/>
        </p:nvSpPr>
        <p:spPr>
          <a:xfrm flipH="1" flipV="1">
            <a:off x="3360834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6-line428"/>
          <p:cNvSpPr/>
          <p:nvPr/>
        </p:nvSpPr>
        <p:spPr>
          <a:xfrm flipH="1" flipV="1">
            <a:off x="3254241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6-line429"/>
          <p:cNvSpPr/>
          <p:nvPr/>
        </p:nvSpPr>
        <p:spPr>
          <a:xfrm flipH="1" flipV="1">
            <a:off x="3137089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6-line430"/>
          <p:cNvSpPr/>
          <p:nvPr/>
        </p:nvSpPr>
        <p:spPr>
          <a:xfrm flipH="1" flipV="1">
            <a:off x="2964028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2" name="S06-line431"/>
          <p:cNvSpPr/>
          <p:nvPr/>
        </p:nvSpPr>
        <p:spPr>
          <a:xfrm flipH="1" flipV="1">
            <a:off x="2876346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6-line432"/>
          <p:cNvSpPr/>
          <p:nvPr/>
        </p:nvSpPr>
        <p:spPr>
          <a:xfrm flipH="1" flipV="1">
            <a:off x="2735612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6-line433"/>
          <p:cNvSpPr/>
          <p:nvPr/>
        </p:nvSpPr>
        <p:spPr>
          <a:xfrm flipH="1" flipV="1">
            <a:off x="2590002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6-line434"/>
          <p:cNvSpPr/>
          <p:nvPr/>
        </p:nvSpPr>
        <p:spPr>
          <a:xfrm flipH="1" flipV="1">
            <a:off x="2441112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6-line435"/>
          <p:cNvSpPr/>
          <p:nvPr/>
        </p:nvSpPr>
        <p:spPr>
          <a:xfrm flipV="1">
            <a:off x="2290572" y="431071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7" name="S06-line436"/>
          <p:cNvSpPr/>
          <p:nvPr/>
        </p:nvSpPr>
        <p:spPr>
          <a:xfrm flipV="1">
            <a:off x="2131908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6-line437"/>
          <p:cNvSpPr/>
          <p:nvPr/>
        </p:nvSpPr>
        <p:spPr>
          <a:xfrm flipV="1">
            <a:off x="1974982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6-line438"/>
          <p:cNvSpPr/>
          <p:nvPr/>
        </p:nvSpPr>
        <p:spPr>
          <a:xfrm flipV="1">
            <a:off x="1821514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6-line439"/>
          <p:cNvSpPr/>
          <p:nvPr/>
        </p:nvSpPr>
        <p:spPr>
          <a:xfrm flipV="1">
            <a:off x="1673185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6-line440"/>
          <p:cNvSpPr/>
          <p:nvPr/>
        </p:nvSpPr>
        <p:spPr>
          <a:xfrm flipV="1">
            <a:off x="1531620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2" name="S06-line441"/>
          <p:cNvSpPr/>
          <p:nvPr/>
        </p:nvSpPr>
        <p:spPr>
          <a:xfrm flipV="1">
            <a:off x="1398370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6-line442"/>
          <p:cNvSpPr/>
          <p:nvPr/>
        </p:nvSpPr>
        <p:spPr>
          <a:xfrm flipV="1">
            <a:off x="1274896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6-line443"/>
          <p:cNvSpPr/>
          <p:nvPr/>
        </p:nvSpPr>
        <p:spPr>
          <a:xfrm flipV="1">
            <a:off x="1162549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6-line444"/>
          <p:cNvSpPr/>
          <p:nvPr/>
        </p:nvSpPr>
        <p:spPr>
          <a:xfrm flipV="1">
            <a:off x="1062562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6-line445"/>
          <p:cNvSpPr/>
          <p:nvPr/>
        </p:nvSpPr>
        <p:spPr>
          <a:xfrm flipV="1">
            <a:off x="976029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7" name="S06-line446"/>
          <p:cNvSpPr/>
          <p:nvPr/>
        </p:nvSpPr>
        <p:spPr>
          <a:xfrm flipV="1">
            <a:off x="903898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6-line447"/>
          <p:cNvSpPr/>
          <p:nvPr/>
        </p:nvSpPr>
        <p:spPr>
          <a:xfrm flipV="1">
            <a:off x="846960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6-line448"/>
          <p:cNvSpPr/>
          <p:nvPr/>
        </p:nvSpPr>
        <p:spPr>
          <a:xfrm flipV="1">
            <a:off x="805838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6-line449"/>
          <p:cNvSpPr/>
          <p:nvPr/>
        </p:nvSpPr>
        <p:spPr>
          <a:xfrm flipV="1">
            <a:off x="780983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6-line450"/>
          <p:cNvSpPr/>
          <p:nvPr/>
        </p:nvSpPr>
        <p:spPr>
          <a:xfrm>
            <a:off x="772668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2" name="S06-line451"/>
          <p:cNvSpPr/>
          <p:nvPr/>
        </p:nvSpPr>
        <p:spPr>
          <a:xfrm>
            <a:off x="780983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6-line452"/>
          <p:cNvSpPr/>
          <p:nvPr/>
        </p:nvSpPr>
        <p:spPr>
          <a:xfrm>
            <a:off x="805838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6-line453"/>
          <p:cNvSpPr/>
          <p:nvPr/>
        </p:nvSpPr>
        <p:spPr>
          <a:xfrm>
            <a:off x="846960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6-line454"/>
          <p:cNvSpPr/>
          <p:nvPr/>
        </p:nvSpPr>
        <p:spPr>
          <a:xfrm>
            <a:off x="903898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6-line455"/>
          <p:cNvSpPr/>
          <p:nvPr/>
        </p:nvSpPr>
        <p:spPr>
          <a:xfrm>
            <a:off x="976029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7" name="S06-line456"/>
          <p:cNvSpPr/>
          <p:nvPr/>
        </p:nvSpPr>
        <p:spPr>
          <a:xfrm>
            <a:off x="1062562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6-line457"/>
          <p:cNvSpPr/>
          <p:nvPr/>
        </p:nvSpPr>
        <p:spPr>
          <a:xfrm>
            <a:off x="1162549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6-line458"/>
          <p:cNvSpPr/>
          <p:nvPr/>
        </p:nvSpPr>
        <p:spPr>
          <a:xfrm>
            <a:off x="1274896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6-line459"/>
          <p:cNvSpPr/>
          <p:nvPr/>
        </p:nvSpPr>
        <p:spPr>
          <a:xfrm>
            <a:off x="1398370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6-line460"/>
          <p:cNvSpPr/>
          <p:nvPr/>
        </p:nvSpPr>
        <p:spPr>
          <a:xfrm>
            <a:off x="1531620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2" name="S06-line461"/>
          <p:cNvSpPr/>
          <p:nvPr/>
        </p:nvSpPr>
        <p:spPr>
          <a:xfrm>
            <a:off x="1673185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6-line462"/>
          <p:cNvSpPr/>
          <p:nvPr/>
        </p:nvSpPr>
        <p:spPr>
          <a:xfrm>
            <a:off x="1821514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6-line463"/>
          <p:cNvSpPr/>
          <p:nvPr/>
        </p:nvSpPr>
        <p:spPr>
          <a:xfrm>
            <a:off x="1974982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6-line464"/>
          <p:cNvSpPr/>
          <p:nvPr/>
        </p:nvSpPr>
        <p:spPr>
          <a:xfrm>
            <a:off x="2131908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6-label465"/>
          <p:cNvSpPr txBox="1"/>
          <p:nvPr/>
        </p:nvSpPr>
        <p:spPr>
          <a:xfrm>
            <a:off x="2630272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67" name="S06-label466"/>
          <p:cNvSpPr txBox="1"/>
          <p:nvPr/>
        </p:nvSpPr>
        <p:spPr>
          <a:xfrm>
            <a:off x="3079765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68" name="S06-label467"/>
          <p:cNvSpPr txBox="1"/>
          <p:nvPr/>
        </p:nvSpPr>
        <p:spPr>
          <a:xfrm>
            <a:off x="3244291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69" name="S06-label468"/>
          <p:cNvSpPr txBox="1"/>
          <p:nvPr/>
        </p:nvSpPr>
        <p:spPr>
          <a:xfrm>
            <a:off x="3079765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70" name="S06-label469"/>
          <p:cNvSpPr txBox="1"/>
          <p:nvPr/>
        </p:nvSpPr>
        <p:spPr>
          <a:xfrm>
            <a:off x="2630272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71" name="S06-label470"/>
          <p:cNvSpPr txBox="1"/>
          <p:nvPr/>
        </p:nvSpPr>
        <p:spPr>
          <a:xfrm>
            <a:off x="2016252" y="400895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72" name="S06-label471"/>
          <p:cNvSpPr txBox="1"/>
          <p:nvPr/>
        </p:nvSpPr>
        <p:spPr>
          <a:xfrm>
            <a:off x="1402232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73" name="S06-label472"/>
          <p:cNvSpPr txBox="1"/>
          <p:nvPr/>
        </p:nvSpPr>
        <p:spPr>
          <a:xfrm>
            <a:off x="952739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74" name="S06-label473"/>
          <p:cNvSpPr txBox="1"/>
          <p:nvPr/>
        </p:nvSpPr>
        <p:spPr>
          <a:xfrm>
            <a:off x="788213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75" name="S06-label474"/>
          <p:cNvSpPr txBox="1"/>
          <p:nvPr/>
        </p:nvSpPr>
        <p:spPr>
          <a:xfrm>
            <a:off x="952739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76" name="S06-label475"/>
          <p:cNvSpPr txBox="1"/>
          <p:nvPr/>
        </p:nvSpPr>
        <p:spPr>
          <a:xfrm>
            <a:off x="1402232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77" name="S06-label476"/>
          <p:cNvSpPr txBox="1"/>
          <p:nvPr/>
        </p:nvSpPr>
        <p:spPr>
          <a:xfrm>
            <a:off x="2016252" y="155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78" name="S06-line477"/>
          <p:cNvSpPr/>
          <p:nvPr/>
        </p:nvSpPr>
        <p:spPr>
          <a:xfrm flipH="1">
            <a:off x="1606601" y="2963799"/>
            <a:ext cx="683971" cy="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9" name="S06-line478"/>
          <p:cNvSpPr/>
          <p:nvPr/>
        </p:nvSpPr>
        <p:spPr>
          <a:xfrm flipV="1">
            <a:off x="2290572" y="1968932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0" name="S06-pin479"/>
          <p:cNvSpPr/>
          <p:nvPr/>
        </p:nvSpPr>
        <p:spPr>
          <a:xfrm>
            <a:off x="2235708" y="290893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1" name="S06-label480"/>
          <p:cNvSpPr txBox="1"/>
          <p:nvPr/>
        </p:nvSpPr>
        <p:spPr>
          <a:xfrm>
            <a:off x="548640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82" name="S06-figure481" descr="시계: 짧은바늘이 2, 긴바늘이 12를 가리킴(2시)"/>
          <p:cNvSpPr/>
          <p:nvPr/>
        </p:nvSpPr>
        <p:spPr>
          <a:xfrm>
            <a:off x="4539996" y="140931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3" name="S06-line482"/>
          <p:cNvSpPr/>
          <p:nvPr/>
        </p:nvSpPr>
        <p:spPr>
          <a:xfrm>
            <a:off x="6094476" y="144589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4" name="S06-line483"/>
          <p:cNvSpPr/>
          <p:nvPr/>
        </p:nvSpPr>
        <p:spPr>
          <a:xfrm flipH="1">
            <a:off x="6245016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6-line484"/>
          <p:cNvSpPr/>
          <p:nvPr/>
        </p:nvSpPr>
        <p:spPr>
          <a:xfrm flipH="1">
            <a:off x="6393906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6-line485"/>
          <p:cNvSpPr/>
          <p:nvPr/>
        </p:nvSpPr>
        <p:spPr>
          <a:xfrm flipH="1">
            <a:off x="6539516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6-line486"/>
          <p:cNvSpPr/>
          <p:nvPr/>
        </p:nvSpPr>
        <p:spPr>
          <a:xfrm flipH="1">
            <a:off x="6680250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6-line487"/>
          <p:cNvSpPr/>
          <p:nvPr/>
        </p:nvSpPr>
        <p:spPr>
          <a:xfrm flipH="1">
            <a:off x="6767932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9" name="S06-line488"/>
          <p:cNvSpPr/>
          <p:nvPr/>
        </p:nvSpPr>
        <p:spPr>
          <a:xfrm flipH="1">
            <a:off x="6940993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6-line489"/>
          <p:cNvSpPr/>
          <p:nvPr/>
        </p:nvSpPr>
        <p:spPr>
          <a:xfrm flipH="1">
            <a:off x="7058145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6-line490"/>
          <p:cNvSpPr/>
          <p:nvPr/>
        </p:nvSpPr>
        <p:spPr>
          <a:xfrm flipH="1">
            <a:off x="7164738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6-line491"/>
          <p:cNvSpPr/>
          <p:nvPr/>
        </p:nvSpPr>
        <p:spPr>
          <a:xfrm flipH="1">
            <a:off x="7259606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6-line492"/>
          <p:cNvSpPr/>
          <p:nvPr/>
        </p:nvSpPr>
        <p:spPr>
          <a:xfrm flipH="1">
            <a:off x="7260935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4" name="S06-line493"/>
          <p:cNvSpPr/>
          <p:nvPr/>
        </p:nvSpPr>
        <p:spPr>
          <a:xfrm flipH="1">
            <a:off x="7410146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6-line494"/>
          <p:cNvSpPr/>
          <p:nvPr/>
        </p:nvSpPr>
        <p:spPr>
          <a:xfrm flipH="1">
            <a:off x="7464169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6-line495"/>
          <p:cNvSpPr/>
          <p:nvPr/>
        </p:nvSpPr>
        <p:spPr>
          <a:xfrm flipH="1">
            <a:off x="7503185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6-line496"/>
          <p:cNvSpPr/>
          <p:nvPr/>
        </p:nvSpPr>
        <p:spPr>
          <a:xfrm flipH="1">
            <a:off x="7526767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6-line497"/>
          <p:cNvSpPr/>
          <p:nvPr/>
        </p:nvSpPr>
        <p:spPr>
          <a:xfrm flipH="1">
            <a:off x="7441387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9" name="S06-line498"/>
          <p:cNvSpPr/>
          <p:nvPr/>
        </p:nvSpPr>
        <p:spPr>
          <a:xfrm flipH="1" flipV="1">
            <a:off x="7526767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6-line499"/>
          <p:cNvSpPr/>
          <p:nvPr/>
        </p:nvSpPr>
        <p:spPr>
          <a:xfrm flipH="1" flipV="1">
            <a:off x="7503185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6-line500"/>
          <p:cNvSpPr/>
          <p:nvPr/>
        </p:nvSpPr>
        <p:spPr>
          <a:xfrm flipH="1" flipV="1">
            <a:off x="7464169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6-line501"/>
          <p:cNvSpPr/>
          <p:nvPr/>
        </p:nvSpPr>
        <p:spPr>
          <a:xfrm flipH="1" flipV="1">
            <a:off x="7410146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6-line502"/>
          <p:cNvSpPr/>
          <p:nvPr/>
        </p:nvSpPr>
        <p:spPr>
          <a:xfrm flipH="1" flipV="1">
            <a:off x="7260935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4" name="S06-line503"/>
          <p:cNvSpPr/>
          <p:nvPr/>
        </p:nvSpPr>
        <p:spPr>
          <a:xfrm flipH="1" flipV="1">
            <a:off x="7259606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6-line504"/>
          <p:cNvSpPr/>
          <p:nvPr/>
        </p:nvSpPr>
        <p:spPr>
          <a:xfrm flipH="1" flipV="1">
            <a:off x="7164738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06-line505"/>
          <p:cNvSpPr/>
          <p:nvPr/>
        </p:nvSpPr>
        <p:spPr>
          <a:xfrm flipH="1" flipV="1">
            <a:off x="7058145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6-line506"/>
          <p:cNvSpPr/>
          <p:nvPr/>
        </p:nvSpPr>
        <p:spPr>
          <a:xfrm flipH="1" flipV="1">
            <a:off x="6940993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6-line507"/>
          <p:cNvSpPr/>
          <p:nvPr/>
        </p:nvSpPr>
        <p:spPr>
          <a:xfrm flipH="1" flipV="1">
            <a:off x="6767932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9" name="S06-line508"/>
          <p:cNvSpPr/>
          <p:nvPr/>
        </p:nvSpPr>
        <p:spPr>
          <a:xfrm flipH="1" flipV="1">
            <a:off x="6680250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6-line509"/>
          <p:cNvSpPr/>
          <p:nvPr/>
        </p:nvSpPr>
        <p:spPr>
          <a:xfrm flipH="1" flipV="1">
            <a:off x="6539516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6-line510"/>
          <p:cNvSpPr/>
          <p:nvPr/>
        </p:nvSpPr>
        <p:spPr>
          <a:xfrm flipH="1" flipV="1">
            <a:off x="6393906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6-line511"/>
          <p:cNvSpPr/>
          <p:nvPr/>
        </p:nvSpPr>
        <p:spPr>
          <a:xfrm flipH="1" flipV="1">
            <a:off x="6245016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6-line512"/>
          <p:cNvSpPr/>
          <p:nvPr/>
        </p:nvSpPr>
        <p:spPr>
          <a:xfrm flipV="1">
            <a:off x="6094476" y="431071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4" name="S06-line513"/>
          <p:cNvSpPr/>
          <p:nvPr/>
        </p:nvSpPr>
        <p:spPr>
          <a:xfrm flipV="1">
            <a:off x="5935812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6-line514"/>
          <p:cNvSpPr/>
          <p:nvPr/>
        </p:nvSpPr>
        <p:spPr>
          <a:xfrm flipV="1">
            <a:off x="5778886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06-line515"/>
          <p:cNvSpPr/>
          <p:nvPr/>
        </p:nvSpPr>
        <p:spPr>
          <a:xfrm flipV="1">
            <a:off x="5625418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6-line516"/>
          <p:cNvSpPr/>
          <p:nvPr/>
        </p:nvSpPr>
        <p:spPr>
          <a:xfrm flipV="1">
            <a:off x="5477089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6-line517"/>
          <p:cNvSpPr/>
          <p:nvPr/>
        </p:nvSpPr>
        <p:spPr>
          <a:xfrm flipV="1">
            <a:off x="5335524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9" name="S06-line518"/>
          <p:cNvSpPr/>
          <p:nvPr/>
        </p:nvSpPr>
        <p:spPr>
          <a:xfrm flipV="1">
            <a:off x="5202274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6-line519"/>
          <p:cNvSpPr/>
          <p:nvPr/>
        </p:nvSpPr>
        <p:spPr>
          <a:xfrm flipV="1">
            <a:off x="5078800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6-line520"/>
          <p:cNvSpPr/>
          <p:nvPr/>
        </p:nvSpPr>
        <p:spPr>
          <a:xfrm flipV="1">
            <a:off x="4966453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6-line521"/>
          <p:cNvSpPr/>
          <p:nvPr/>
        </p:nvSpPr>
        <p:spPr>
          <a:xfrm flipV="1">
            <a:off x="4866466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06-line522"/>
          <p:cNvSpPr/>
          <p:nvPr/>
        </p:nvSpPr>
        <p:spPr>
          <a:xfrm flipV="1">
            <a:off x="4779933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4" name="S06-line523"/>
          <p:cNvSpPr/>
          <p:nvPr/>
        </p:nvSpPr>
        <p:spPr>
          <a:xfrm flipV="1">
            <a:off x="4707802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6-line524"/>
          <p:cNvSpPr/>
          <p:nvPr/>
        </p:nvSpPr>
        <p:spPr>
          <a:xfrm flipV="1">
            <a:off x="4650864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06-line525"/>
          <p:cNvSpPr/>
          <p:nvPr/>
        </p:nvSpPr>
        <p:spPr>
          <a:xfrm flipV="1">
            <a:off x="4609742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6-line526"/>
          <p:cNvSpPr/>
          <p:nvPr/>
        </p:nvSpPr>
        <p:spPr>
          <a:xfrm flipV="1">
            <a:off x="4584887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06-line527"/>
          <p:cNvSpPr/>
          <p:nvPr/>
        </p:nvSpPr>
        <p:spPr>
          <a:xfrm>
            <a:off x="4576572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9" name="S06-line528"/>
          <p:cNvSpPr/>
          <p:nvPr/>
        </p:nvSpPr>
        <p:spPr>
          <a:xfrm>
            <a:off x="4584887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6-line529"/>
          <p:cNvSpPr/>
          <p:nvPr/>
        </p:nvSpPr>
        <p:spPr>
          <a:xfrm>
            <a:off x="4609742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06-line530"/>
          <p:cNvSpPr/>
          <p:nvPr/>
        </p:nvSpPr>
        <p:spPr>
          <a:xfrm>
            <a:off x="4650864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6-line531"/>
          <p:cNvSpPr/>
          <p:nvPr/>
        </p:nvSpPr>
        <p:spPr>
          <a:xfrm>
            <a:off x="4707802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06-line532"/>
          <p:cNvSpPr/>
          <p:nvPr/>
        </p:nvSpPr>
        <p:spPr>
          <a:xfrm>
            <a:off x="4779933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4" name="S06-line533"/>
          <p:cNvSpPr/>
          <p:nvPr/>
        </p:nvSpPr>
        <p:spPr>
          <a:xfrm>
            <a:off x="4866466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6-line534"/>
          <p:cNvSpPr/>
          <p:nvPr/>
        </p:nvSpPr>
        <p:spPr>
          <a:xfrm>
            <a:off x="4966453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06-line535"/>
          <p:cNvSpPr/>
          <p:nvPr/>
        </p:nvSpPr>
        <p:spPr>
          <a:xfrm>
            <a:off x="5078800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6-line536"/>
          <p:cNvSpPr/>
          <p:nvPr/>
        </p:nvSpPr>
        <p:spPr>
          <a:xfrm>
            <a:off x="5202274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06-line537"/>
          <p:cNvSpPr/>
          <p:nvPr/>
        </p:nvSpPr>
        <p:spPr>
          <a:xfrm>
            <a:off x="5335524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9" name="S06-line538"/>
          <p:cNvSpPr/>
          <p:nvPr/>
        </p:nvSpPr>
        <p:spPr>
          <a:xfrm>
            <a:off x="5477089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6-line539"/>
          <p:cNvSpPr/>
          <p:nvPr/>
        </p:nvSpPr>
        <p:spPr>
          <a:xfrm>
            <a:off x="5625418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06-line540"/>
          <p:cNvSpPr/>
          <p:nvPr/>
        </p:nvSpPr>
        <p:spPr>
          <a:xfrm>
            <a:off x="5778886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6-line541"/>
          <p:cNvSpPr/>
          <p:nvPr/>
        </p:nvSpPr>
        <p:spPr>
          <a:xfrm>
            <a:off x="5935812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06-label542"/>
          <p:cNvSpPr txBox="1"/>
          <p:nvPr/>
        </p:nvSpPr>
        <p:spPr>
          <a:xfrm>
            <a:off x="6434176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44" name="S06-label543"/>
          <p:cNvSpPr txBox="1"/>
          <p:nvPr/>
        </p:nvSpPr>
        <p:spPr>
          <a:xfrm>
            <a:off x="6883669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45" name="S06-label544"/>
          <p:cNvSpPr txBox="1"/>
          <p:nvPr/>
        </p:nvSpPr>
        <p:spPr>
          <a:xfrm>
            <a:off x="7048195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46" name="S06-label545"/>
          <p:cNvSpPr txBox="1"/>
          <p:nvPr/>
        </p:nvSpPr>
        <p:spPr>
          <a:xfrm>
            <a:off x="6883669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47" name="S06-label546"/>
          <p:cNvSpPr txBox="1"/>
          <p:nvPr/>
        </p:nvSpPr>
        <p:spPr>
          <a:xfrm>
            <a:off x="6434176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48" name="S06-label547"/>
          <p:cNvSpPr txBox="1"/>
          <p:nvPr/>
        </p:nvSpPr>
        <p:spPr>
          <a:xfrm>
            <a:off x="5820156" y="400895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149" name="S06-label548"/>
          <p:cNvSpPr txBox="1"/>
          <p:nvPr/>
        </p:nvSpPr>
        <p:spPr>
          <a:xfrm>
            <a:off x="5206136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150" name="S06-label549"/>
          <p:cNvSpPr txBox="1"/>
          <p:nvPr/>
        </p:nvSpPr>
        <p:spPr>
          <a:xfrm>
            <a:off x="4756643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151" name="S06-label550"/>
          <p:cNvSpPr txBox="1"/>
          <p:nvPr/>
        </p:nvSpPr>
        <p:spPr>
          <a:xfrm>
            <a:off x="4592117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152" name="S06-label551"/>
          <p:cNvSpPr txBox="1"/>
          <p:nvPr/>
        </p:nvSpPr>
        <p:spPr>
          <a:xfrm>
            <a:off x="4756643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153" name="S06-label552"/>
          <p:cNvSpPr txBox="1"/>
          <p:nvPr/>
        </p:nvSpPr>
        <p:spPr>
          <a:xfrm>
            <a:off x="5206136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154" name="S06-label553"/>
          <p:cNvSpPr txBox="1"/>
          <p:nvPr/>
        </p:nvSpPr>
        <p:spPr>
          <a:xfrm>
            <a:off x="5820156" y="155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155" name="S06-line554"/>
          <p:cNvSpPr/>
          <p:nvPr/>
        </p:nvSpPr>
        <p:spPr>
          <a:xfrm flipV="1">
            <a:off x="6094476" y="2621813"/>
            <a:ext cx="592336" cy="341986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6" name="S06-line555"/>
          <p:cNvSpPr/>
          <p:nvPr/>
        </p:nvSpPr>
        <p:spPr>
          <a:xfrm flipV="1">
            <a:off x="6094476" y="1968932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7" name="S06-pin556"/>
          <p:cNvSpPr/>
          <p:nvPr/>
        </p:nvSpPr>
        <p:spPr>
          <a:xfrm>
            <a:off x="6039612" y="290893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8" name="S06-label557"/>
          <p:cNvSpPr txBox="1"/>
          <p:nvPr/>
        </p:nvSpPr>
        <p:spPr>
          <a:xfrm>
            <a:off x="4352544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59" name="S06-figure558" descr="시계: 두 바늘이 모두 12를 가리킴(12시)"/>
          <p:cNvSpPr/>
          <p:nvPr/>
        </p:nvSpPr>
        <p:spPr>
          <a:xfrm>
            <a:off x="8343900" y="140931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160" name="S06-line559"/>
          <p:cNvSpPr/>
          <p:nvPr/>
        </p:nvSpPr>
        <p:spPr>
          <a:xfrm>
            <a:off x="9898380" y="144589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1" name="S06-line560"/>
          <p:cNvSpPr/>
          <p:nvPr/>
        </p:nvSpPr>
        <p:spPr>
          <a:xfrm flipH="1">
            <a:off x="10048920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2" name="S06-line561"/>
          <p:cNvSpPr/>
          <p:nvPr/>
        </p:nvSpPr>
        <p:spPr>
          <a:xfrm flipH="1">
            <a:off x="10197810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3" name="S06-line562"/>
          <p:cNvSpPr/>
          <p:nvPr/>
        </p:nvSpPr>
        <p:spPr>
          <a:xfrm flipH="1">
            <a:off x="10343420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4" name="S06-line563"/>
          <p:cNvSpPr/>
          <p:nvPr/>
        </p:nvSpPr>
        <p:spPr>
          <a:xfrm flipH="1">
            <a:off x="10484154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5" name="S06-line564"/>
          <p:cNvSpPr/>
          <p:nvPr/>
        </p:nvSpPr>
        <p:spPr>
          <a:xfrm flipH="1">
            <a:off x="10571836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6" name="S06-line565"/>
          <p:cNvSpPr/>
          <p:nvPr/>
        </p:nvSpPr>
        <p:spPr>
          <a:xfrm flipH="1">
            <a:off x="10744897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7" name="S06-line566"/>
          <p:cNvSpPr/>
          <p:nvPr/>
        </p:nvSpPr>
        <p:spPr>
          <a:xfrm flipH="1">
            <a:off x="10862049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8" name="S06-line567"/>
          <p:cNvSpPr/>
          <p:nvPr/>
        </p:nvSpPr>
        <p:spPr>
          <a:xfrm flipH="1">
            <a:off x="10968642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9" name="S06-line568"/>
          <p:cNvSpPr/>
          <p:nvPr/>
        </p:nvSpPr>
        <p:spPr>
          <a:xfrm flipH="1">
            <a:off x="11063510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0" name="S06-line569"/>
          <p:cNvSpPr/>
          <p:nvPr/>
        </p:nvSpPr>
        <p:spPr>
          <a:xfrm flipH="1">
            <a:off x="11064839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1" name="S06-line570"/>
          <p:cNvSpPr/>
          <p:nvPr/>
        </p:nvSpPr>
        <p:spPr>
          <a:xfrm flipH="1">
            <a:off x="11214050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2" name="S06-line571"/>
          <p:cNvSpPr/>
          <p:nvPr/>
        </p:nvSpPr>
        <p:spPr>
          <a:xfrm flipH="1">
            <a:off x="11268073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3" name="S06-line572"/>
          <p:cNvSpPr/>
          <p:nvPr/>
        </p:nvSpPr>
        <p:spPr>
          <a:xfrm flipH="1">
            <a:off x="11307089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4" name="S06-line573"/>
          <p:cNvSpPr/>
          <p:nvPr/>
        </p:nvSpPr>
        <p:spPr>
          <a:xfrm flipH="1">
            <a:off x="11330671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5" name="S06-line574"/>
          <p:cNvSpPr/>
          <p:nvPr/>
        </p:nvSpPr>
        <p:spPr>
          <a:xfrm flipH="1">
            <a:off x="11245291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6" name="S06-line575"/>
          <p:cNvSpPr/>
          <p:nvPr/>
        </p:nvSpPr>
        <p:spPr>
          <a:xfrm flipH="1" flipV="1">
            <a:off x="11330671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7" name="S06-line576"/>
          <p:cNvSpPr/>
          <p:nvPr/>
        </p:nvSpPr>
        <p:spPr>
          <a:xfrm flipH="1" flipV="1">
            <a:off x="11307089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8" name="S06-line577"/>
          <p:cNvSpPr/>
          <p:nvPr/>
        </p:nvSpPr>
        <p:spPr>
          <a:xfrm flipH="1" flipV="1">
            <a:off x="11268073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9" name="S06-line578"/>
          <p:cNvSpPr/>
          <p:nvPr/>
        </p:nvSpPr>
        <p:spPr>
          <a:xfrm flipH="1" flipV="1">
            <a:off x="11214050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0" name="S06-line579"/>
          <p:cNvSpPr/>
          <p:nvPr/>
        </p:nvSpPr>
        <p:spPr>
          <a:xfrm flipH="1" flipV="1">
            <a:off x="11064839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1" name="S06-line580"/>
          <p:cNvSpPr/>
          <p:nvPr/>
        </p:nvSpPr>
        <p:spPr>
          <a:xfrm flipH="1" flipV="1">
            <a:off x="11063510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2" name="S06-line581"/>
          <p:cNvSpPr/>
          <p:nvPr/>
        </p:nvSpPr>
        <p:spPr>
          <a:xfrm flipH="1" flipV="1">
            <a:off x="10968642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3" name="S06-line582"/>
          <p:cNvSpPr/>
          <p:nvPr/>
        </p:nvSpPr>
        <p:spPr>
          <a:xfrm flipH="1" flipV="1">
            <a:off x="10862049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4" name="S06-line583"/>
          <p:cNvSpPr/>
          <p:nvPr/>
        </p:nvSpPr>
        <p:spPr>
          <a:xfrm flipH="1" flipV="1">
            <a:off x="10744897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5" name="S06-line584"/>
          <p:cNvSpPr/>
          <p:nvPr/>
        </p:nvSpPr>
        <p:spPr>
          <a:xfrm flipH="1" flipV="1">
            <a:off x="10571836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6" name="S06-line585"/>
          <p:cNvSpPr/>
          <p:nvPr/>
        </p:nvSpPr>
        <p:spPr>
          <a:xfrm flipH="1" flipV="1">
            <a:off x="10484154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7" name="S06-line586"/>
          <p:cNvSpPr/>
          <p:nvPr/>
        </p:nvSpPr>
        <p:spPr>
          <a:xfrm flipH="1" flipV="1">
            <a:off x="10343420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8" name="S06-line587"/>
          <p:cNvSpPr/>
          <p:nvPr/>
        </p:nvSpPr>
        <p:spPr>
          <a:xfrm flipH="1" flipV="1">
            <a:off x="10197810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9" name="S06-line588"/>
          <p:cNvSpPr/>
          <p:nvPr/>
        </p:nvSpPr>
        <p:spPr>
          <a:xfrm flipH="1" flipV="1">
            <a:off x="10048920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0" name="S06-line589"/>
          <p:cNvSpPr/>
          <p:nvPr/>
        </p:nvSpPr>
        <p:spPr>
          <a:xfrm flipV="1">
            <a:off x="9898380" y="431071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1" name="S06-line590"/>
          <p:cNvSpPr/>
          <p:nvPr/>
        </p:nvSpPr>
        <p:spPr>
          <a:xfrm flipV="1">
            <a:off x="9739716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2" name="S06-line591"/>
          <p:cNvSpPr/>
          <p:nvPr/>
        </p:nvSpPr>
        <p:spPr>
          <a:xfrm flipV="1">
            <a:off x="9582790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3" name="S06-line592"/>
          <p:cNvSpPr/>
          <p:nvPr/>
        </p:nvSpPr>
        <p:spPr>
          <a:xfrm flipV="1">
            <a:off x="9429322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4" name="S06-line593"/>
          <p:cNvSpPr/>
          <p:nvPr/>
        </p:nvSpPr>
        <p:spPr>
          <a:xfrm flipV="1">
            <a:off x="9280993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5" name="S06-line594"/>
          <p:cNvSpPr/>
          <p:nvPr/>
        </p:nvSpPr>
        <p:spPr>
          <a:xfrm flipV="1">
            <a:off x="9139428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6" name="S06-line595"/>
          <p:cNvSpPr/>
          <p:nvPr/>
        </p:nvSpPr>
        <p:spPr>
          <a:xfrm flipV="1">
            <a:off x="9006178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7" name="S06-line596"/>
          <p:cNvSpPr/>
          <p:nvPr/>
        </p:nvSpPr>
        <p:spPr>
          <a:xfrm flipV="1">
            <a:off x="8882704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8" name="S06-line597"/>
          <p:cNvSpPr/>
          <p:nvPr/>
        </p:nvSpPr>
        <p:spPr>
          <a:xfrm flipV="1">
            <a:off x="8770357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9" name="S06-line598"/>
          <p:cNvSpPr/>
          <p:nvPr/>
        </p:nvSpPr>
        <p:spPr>
          <a:xfrm flipV="1">
            <a:off x="8670370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0" name="S06-line599"/>
          <p:cNvSpPr/>
          <p:nvPr/>
        </p:nvSpPr>
        <p:spPr>
          <a:xfrm flipV="1">
            <a:off x="8583837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1" name="S06-line600"/>
          <p:cNvSpPr/>
          <p:nvPr/>
        </p:nvSpPr>
        <p:spPr>
          <a:xfrm flipV="1">
            <a:off x="8511706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2" name="S06-line601"/>
          <p:cNvSpPr/>
          <p:nvPr/>
        </p:nvSpPr>
        <p:spPr>
          <a:xfrm flipV="1">
            <a:off x="8454768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3" name="S06-line602"/>
          <p:cNvSpPr/>
          <p:nvPr/>
        </p:nvSpPr>
        <p:spPr>
          <a:xfrm flipV="1">
            <a:off x="8413646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4" name="S06-line603"/>
          <p:cNvSpPr/>
          <p:nvPr/>
        </p:nvSpPr>
        <p:spPr>
          <a:xfrm flipV="1">
            <a:off x="8388791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5" name="S06-line604"/>
          <p:cNvSpPr/>
          <p:nvPr/>
        </p:nvSpPr>
        <p:spPr>
          <a:xfrm>
            <a:off x="8380476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6" name="S06-line605"/>
          <p:cNvSpPr/>
          <p:nvPr/>
        </p:nvSpPr>
        <p:spPr>
          <a:xfrm>
            <a:off x="8388791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7" name="S06-line606"/>
          <p:cNvSpPr/>
          <p:nvPr/>
        </p:nvSpPr>
        <p:spPr>
          <a:xfrm>
            <a:off x="8413646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8" name="S06-line607"/>
          <p:cNvSpPr/>
          <p:nvPr/>
        </p:nvSpPr>
        <p:spPr>
          <a:xfrm>
            <a:off x="8454768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9" name="S06-line608"/>
          <p:cNvSpPr/>
          <p:nvPr/>
        </p:nvSpPr>
        <p:spPr>
          <a:xfrm>
            <a:off x="8511706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0" name="S06-line609"/>
          <p:cNvSpPr/>
          <p:nvPr/>
        </p:nvSpPr>
        <p:spPr>
          <a:xfrm>
            <a:off x="8583837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1" name="S06-line610"/>
          <p:cNvSpPr/>
          <p:nvPr/>
        </p:nvSpPr>
        <p:spPr>
          <a:xfrm>
            <a:off x="8670370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2" name="S06-line611"/>
          <p:cNvSpPr/>
          <p:nvPr/>
        </p:nvSpPr>
        <p:spPr>
          <a:xfrm>
            <a:off x="8770357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3" name="S06-line612"/>
          <p:cNvSpPr/>
          <p:nvPr/>
        </p:nvSpPr>
        <p:spPr>
          <a:xfrm>
            <a:off x="8882704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4" name="S06-line613"/>
          <p:cNvSpPr/>
          <p:nvPr/>
        </p:nvSpPr>
        <p:spPr>
          <a:xfrm>
            <a:off x="9006178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5" name="S06-line614"/>
          <p:cNvSpPr/>
          <p:nvPr/>
        </p:nvSpPr>
        <p:spPr>
          <a:xfrm>
            <a:off x="9139428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6" name="S06-line615"/>
          <p:cNvSpPr/>
          <p:nvPr/>
        </p:nvSpPr>
        <p:spPr>
          <a:xfrm>
            <a:off x="9280993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7" name="S06-line616"/>
          <p:cNvSpPr/>
          <p:nvPr/>
        </p:nvSpPr>
        <p:spPr>
          <a:xfrm>
            <a:off x="9429322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8" name="S06-line617"/>
          <p:cNvSpPr/>
          <p:nvPr/>
        </p:nvSpPr>
        <p:spPr>
          <a:xfrm>
            <a:off x="9582790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9" name="S06-line618"/>
          <p:cNvSpPr/>
          <p:nvPr/>
        </p:nvSpPr>
        <p:spPr>
          <a:xfrm>
            <a:off x="9739716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0" name="S06-label619"/>
          <p:cNvSpPr txBox="1"/>
          <p:nvPr/>
        </p:nvSpPr>
        <p:spPr>
          <a:xfrm>
            <a:off x="10238080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221" name="S06-label620"/>
          <p:cNvSpPr txBox="1"/>
          <p:nvPr/>
        </p:nvSpPr>
        <p:spPr>
          <a:xfrm>
            <a:off x="10687573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222" name="S06-label621"/>
          <p:cNvSpPr txBox="1"/>
          <p:nvPr/>
        </p:nvSpPr>
        <p:spPr>
          <a:xfrm>
            <a:off x="10852099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223" name="S06-label622"/>
          <p:cNvSpPr txBox="1"/>
          <p:nvPr/>
        </p:nvSpPr>
        <p:spPr>
          <a:xfrm>
            <a:off x="10687573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24" name="S06-label623"/>
          <p:cNvSpPr txBox="1"/>
          <p:nvPr/>
        </p:nvSpPr>
        <p:spPr>
          <a:xfrm>
            <a:off x="10238080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225" name="S06-label624"/>
          <p:cNvSpPr txBox="1"/>
          <p:nvPr/>
        </p:nvSpPr>
        <p:spPr>
          <a:xfrm>
            <a:off x="9624060" y="400895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26" name="S06-label625"/>
          <p:cNvSpPr txBox="1"/>
          <p:nvPr/>
        </p:nvSpPr>
        <p:spPr>
          <a:xfrm>
            <a:off x="9010040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227" name="S06-label626"/>
          <p:cNvSpPr txBox="1"/>
          <p:nvPr/>
        </p:nvSpPr>
        <p:spPr>
          <a:xfrm>
            <a:off x="8560547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228" name="S06-label627"/>
          <p:cNvSpPr txBox="1"/>
          <p:nvPr/>
        </p:nvSpPr>
        <p:spPr>
          <a:xfrm>
            <a:off x="8396021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229" name="S06-label628"/>
          <p:cNvSpPr txBox="1"/>
          <p:nvPr/>
        </p:nvSpPr>
        <p:spPr>
          <a:xfrm>
            <a:off x="8560547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230" name="S06-label629"/>
          <p:cNvSpPr txBox="1"/>
          <p:nvPr/>
        </p:nvSpPr>
        <p:spPr>
          <a:xfrm>
            <a:off x="9010040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231" name="S06-label630"/>
          <p:cNvSpPr txBox="1"/>
          <p:nvPr/>
        </p:nvSpPr>
        <p:spPr>
          <a:xfrm>
            <a:off x="9624060" y="155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232" name="S06-line631"/>
          <p:cNvSpPr/>
          <p:nvPr/>
        </p:nvSpPr>
        <p:spPr>
          <a:xfrm flipV="1">
            <a:off x="9898380" y="2279828"/>
            <a:ext cx="0" cy="683971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233" name="S06-line632"/>
          <p:cNvSpPr/>
          <p:nvPr/>
        </p:nvSpPr>
        <p:spPr>
          <a:xfrm flipV="1">
            <a:off x="9898380" y="1968932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234" name="S06-pin633"/>
          <p:cNvSpPr/>
          <p:nvPr/>
        </p:nvSpPr>
        <p:spPr>
          <a:xfrm>
            <a:off x="9843516" y="290893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5" name="S06-label634"/>
          <p:cNvSpPr txBox="1"/>
          <p:nvPr/>
        </p:nvSpPr>
        <p:spPr>
          <a:xfrm>
            <a:off x="8156448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 30분</a:t>
            </a:r>
            <a:endParaRPr lang="ko-KR" sz="4400" dirty="0"/>
          </a:p>
        </p:txBody>
      </p:sp>
      <p:sp>
        <p:nvSpPr>
          <p:cNvPr id="3" name="S07-card6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6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3시 30분이라고 읽어요.</a:t>
            </a:r>
            <a:endParaRPr lang="ko-KR" sz="3200" dirty="0"/>
          </a:p>
        </p:txBody>
      </p:sp>
      <p:sp>
        <p:nvSpPr>
          <p:cNvPr id="5" name="S07-figure637" descr="시계: 짧은바늘이 3과 4 사이, 긴바늘이 6을 가리킴(3시 30분)"/>
          <p:cNvSpPr/>
          <p:nvPr/>
        </p:nvSpPr>
        <p:spPr>
          <a:xfrm>
            <a:off x="1675638" y="1668780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6" name="S07-line638"/>
          <p:cNvSpPr/>
          <p:nvPr/>
        </p:nvSpPr>
        <p:spPr>
          <a:xfrm>
            <a:off x="3230118" y="1705356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7-line639"/>
          <p:cNvSpPr/>
          <p:nvPr/>
        </p:nvSpPr>
        <p:spPr>
          <a:xfrm flipH="1">
            <a:off x="3380658" y="171367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7-line640"/>
          <p:cNvSpPr/>
          <p:nvPr/>
        </p:nvSpPr>
        <p:spPr>
          <a:xfrm flipH="1">
            <a:off x="3529548" y="173852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7-line641"/>
          <p:cNvSpPr/>
          <p:nvPr/>
        </p:nvSpPr>
        <p:spPr>
          <a:xfrm flipH="1">
            <a:off x="3675158" y="177964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7-line642"/>
          <p:cNvSpPr/>
          <p:nvPr/>
        </p:nvSpPr>
        <p:spPr>
          <a:xfrm flipH="1">
            <a:off x="3815892" y="183658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7-line643"/>
          <p:cNvSpPr/>
          <p:nvPr/>
        </p:nvSpPr>
        <p:spPr>
          <a:xfrm flipH="1">
            <a:off x="3903574" y="190871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07-line644"/>
          <p:cNvSpPr/>
          <p:nvPr/>
        </p:nvSpPr>
        <p:spPr>
          <a:xfrm flipH="1">
            <a:off x="4076635" y="199525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7-line645"/>
          <p:cNvSpPr/>
          <p:nvPr/>
        </p:nvSpPr>
        <p:spPr>
          <a:xfrm flipH="1">
            <a:off x="4193787" y="209523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7-line646"/>
          <p:cNvSpPr/>
          <p:nvPr/>
        </p:nvSpPr>
        <p:spPr>
          <a:xfrm flipH="1">
            <a:off x="4300380" y="220758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7-line647"/>
          <p:cNvSpPr/>
          <p:nvPr/>
        </p:nvSpPr>
        <p:spPr>
          <a:xfrm flipH="1">
            <a:off x="4395248" y="233105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7-line648"/>
          <p:cNvSpPr/>
          <p:nvPr/>
        </p:nvSpPr>
        <p:spPr>
          <a:xfrm flipH="1">
            <a:off x="4396577" y="246430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07-line649"/>
          <p:cNvSpPr/>
          <p:nvPr/>
        </p:nvSpPr>
        <p:spPr>
          <a:xfrm flipH="1">
            <a:off x="4545788" y="26058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7-line650"/>
          <p:cNvSpPr/>
          <p:nvPr/>
        </p:nvSpPr>
        <p:spPr>
          <a:xfrm flipH="1">
            <a:off x="4599811" y="275420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7-line651"/>
          <p:cNvSpPr/>
          <p:nvPr/>
        </p:nvSpPr>
        <p:spPr>
          <a:xfrm flipH="1">
            <a:off x="4638827" y="290767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7-line652"/>
          <p:cNvSpPr/>
          <p:nvPr/>
        </p:nvSpPr>
        <p:spPr>
          <a:xfrm flipH="1">
            <a:off x="4662409" y="306459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7-line653"/>
          <p:cNvSpPr/>
          <p:nvPr/>
        </p:nvSpPr>
        <p:spPr>
          <a:xfrm flipH="1">
            <a:off x="4577029" y="322326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07-line654"/>
          <p:cNvSpPr/>
          <p:nvPr/>
        </p:nvSpPr>
        <p:spPr>
          <a:xfrm flipH="1" flipV="1">
            <a:off x="4662409" y="337380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7-line655"/>
          <p:cNvSpPr/>
          <p:nvPr/>
        </p:nvSpPr>
        <p:spPr>
          <a:xfrm flipH="1" flipV="1">
            <a:off x="4638827" y="352269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7-line656"/>
          <p:cNvSpPr/>
          <p:nvPr/>
        </p:nvSpPr>
        <p:spPr>
          <a:xfrm flipH="1" flipV="1">
            <a:off x="4599811" y="366830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7-line657"/>
          <p:cNvSpPr/>
          <p:nvPr/>
        </p:nvSpPr>
        <p:spPr>
          <a:xfrm flipH="1" flipV="1">
            <a:off x="4545788" y="380903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7-line658"/>
          <p:cNvSpPr/>
          <p:nvPr/>
        </p:nvSpPr>
        <p:spPr>
          <a:xfrm flipH="1" flipV="1">
            <a:off x="4396577" y="389671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07-line659"/>
          <p:cNvSpPr/>
          <p:nvPr/>
        </p:nvSpPr>
        <p:spPr>
          <a:xfrm flipH="1" flipV="1">
            <a:off x="4395248" y="406977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7-line660"/>
          <p:cNvSpPr/>
          <p:nvPr/>
        </p:nvSpPr>
        <p:spPr>
          <a:xfrm flipH="1" flipV="1">
            <a:off x="4300380" y="418692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7-line661"/>
          <p:cNvSpPr/>
          <p:nvPr/>
        </p:nvSpPr>
        <p:spPr>
          <a:xfrm flipH="1" flipV="1">
            <a:off x="4193787" y="429352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7-line662"/>
          <p:cNvSpPr/>
          <p:nvPr/>
        </p:nvSpPr>
        <p:spPr>
          <a:xfrm flipH="1" flipV="1">
            <a:off x="4076635" y="438839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7-line663"/>
          <p:cNvSpPr/>
          <p:nvPr/>
        </p:nvSpPr>
        <p:spPr>
          <a:xfrm flipH="1" flipV="1">
            <a:off x="3903574" y="438971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2" name="S07-line664"/>
          <p:cNvSpPr/>
          <p:nvPr/>
        </p:nvSpPr>
        <p:spPr>
          <a:xfrm flipH="1" flipV="1">
            <a:off x="3815892" y="453893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7-line665"/>
          <p:cNvSpPr/>
          <p:nvPr/>
        </p:nvSpPr>
        <p:spPr>
          <a:xfrm flipH="1" flipV="1">
            <a:off x="3675158" y="459295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7-line666"/>
          <p:cNvSpPr/>
          <p:nvPr/>
        </p:nvSpPr>
        <p:spPr>
          <a:xfrm flipH="1" flipV="1">
            <a:off x="3529548" y="463196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7-line667"/>
          <p:cNvSpPr/>
          <p:nvPr/>
        </p:nvSpPr>
        <p:spPr>
          <a:xfrm flipH="1" flipV="1">
            <a:off x="3380658" y="465555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7-line668"/>
          <p:cNvSpPr/>
          <p:nvPr/>
        </p:nvSpPr>
        <p:spPr>
          <a:xfrm flipV="1">
            <a:off x="3230118" y="4570171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7" name="S07-line669"/>
          <p:cNvSpPr/>
          <p:nvPr/>
        </p:nvSpPr>
        <p:spPr>
          <a:xfrm flipV="1">
            <a:off x="3071454" y="465555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7-line670"/>
          <p:cNvSpPr/>
          <p:nvPr/>
        </p:nvSpPr>
        <p:spPr>
          <a:xfrm flipV="1">
            <a:off x="2914528" y="463196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7-line671"/>
          <p:cNvSpPr/>
          <p:nvPr/>
        </p:nvSpPr>
        <p:spPr>
          <a:xfrm flipV="1">
            <a:off x="2761060" y="459295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7-line672"/>
          <p:cNvSpPr/>
          <p:nvPr/>
        </p:nvSpPr>
        <p:spPr>
          <a:xfrm flipV="1">
            <a:off x="2612731" y="453893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7-line673"/>
          <p:cNvSpPr/>
          <p:nvPr/>
        </p:nvSpPr>
        <p:spPr>
          <a:xfrm flipV="1">
            <a:off x="2471166" y="438971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2" name="S07-line674"/>
          <p:cNvSpPr/>
          <p:nvPr/>
        </p:nvSpPr>
        <p:spPr>
          <a:xfrm flipV="1">
            <a:off x="2337916" y="438839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7-line675"/>
          <p:cNvSpPr/>
          <p:nvPr/>
        </p:nvSpPr>
        <p:spPr>
          <a:xfrm flipV="1">
            <a:off x="2214442" y="429352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7-line676"/>
          <p:cNvSpPr/>
          <p:nvPr/>
        </p:nvSpPr>
        <p:spPr>
          <a:xfrm flipV="1">
            <a:off x="2102095" y="418692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7-line677"/>
          <p:cNvSpPr/>
          <p:nvPr/>
        </p:nvSpPr>
        <p:spPr>
          <a:xfrm flipV="1">
            <a:off x="2002108" y="406977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7-line678"/>
          <p:cNvSpPr/>
          <p:nvPr/>
        </p:nvSpPr>
        <p:spPr>
          <a:xfrm flipV="1">
            <a:off x="1915575" y="389671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7" name="S07-line679"/>
          <p:cNvSpPr/>
          <p:nvPr/>
        </p:nvSpPr>
        <p:spPr>
          <a:xfrm flipV="1">
            <a:off x="1843444" y="380903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7-line680"/>
          <p:cNvSpPr/>
          <p:nvPr/>
        </p:nvSpPr>
        <p:spPr>
          <a:xfrm flipV="1">
            <a:off x="1786506" y="366830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7-line681"/>
          <p:cNvSpPr/>
          <p:nvPr/>
        </p:nvSpPr>
        <p:spPr>
          <a:xfrm flipV="1">
            <a:off x="1745384" y="352269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7-line682"/>
          <p:cNvSpPr/>
          <p:nvPr/>
        </p:nvSpPr>
        <p:spPr>
          <a:xfrm flipV="1">
            <a:off x="1720529" y="337380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7-line683"/>
          <p:cNvSpPr/>
          <p:nvPr/>
        </p:nvSpPr>
        <p:spPr>
          <a:xfrm>
            <a:off x="1712214" y="322326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2" name="S07-line684"/>
          <p:cNvSpPr/>
          <p:nvPr/>
        </p:nvSpPr>
        <p:spPr>
          <a:xfrm>
            <a:off x="1720529" y="306459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7-line685"/>
          <p:cNvSpPr/>
          <p:nvPr/>
        </p:nvSpPr>
        <p:spPr>
          <a:xfrm>
            <a:off x="1745384" y="290767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7-line686"/>
          <p:cNvSpPr/>
          <p:nvPr/>
        </p:nvSpPr>
        <p:spPr>
          <a:xfrm>
            <a:off x="1786506" y="275420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7-line687"/>
          <p:cNvSpPr/>
          <p:nvPr/>
        </p:nvSpPr>
        <p:spPr>
          <a:xfrm>
            <a:off x="1843444" y="26058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7-line688"/>
          <p:cNvSpPr/>
          <p:nvPr/>
        </p:nvSpPr>
        <p:spPr>
          <a:xfrm>
            <a:off x="1915575" y="246430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7" name="S07-line689"/>
          <p:cNvSpPr/>
          <p:nvPr/>
        </p:nvSpPr>
        <p:spPr>
          <a:xfrm>
            <a:off x="2002108" y="233105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7-line690"/>
          <p:cNvSpPr/>
          <p:nvPr/>
        </p:nvSpPr>
        <p:spPr>
          <a:xfrm>
            <a:off x="2102095" y="220758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7-line691"/>
          <p:cNvSpPr/>
          <p:nvPr/>
        </p:nvSpPr>
        <p:spPr>
          <a:xfrm>
            <a:off x="2214442" y="209523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7-line692"/>
          <p:cNvSpPr/>
          <p:nvPr/>
        </p:nvSpPr>
        <p:spPr>
          <a:xfrm>
            <a:off x="2337916" y="199525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7-line693"/>
          <p:cNvSpPr/>
          <p:nvPr/>
        </p:nvSpPr>
        <p:spPr>
          <a:xfrm>
            <a:off x="2471166" y="190871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2" name="S07-line694"/>
          <p:cNvSpPr/>
          <p:nvPr/>
        </p:nvSpPr>
        <p:spPr>
          <a:xfrm>
            <a:off x="2612731" y="183658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7-line695"/>
          <p:cNvSpPr/>
          <p:nvPr/>
        </p:nvSpPr>
        <p:spPr>
          <a:xfrm>
            <a:off x="2761060" y="177964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7-line696"/>
          <p:cNvSpPr/>
          <p:nvPr/>
        </p:nvSpPr>
        <p:spPr>
          <a:xfrm>
            <a:off x="2914528" y="173852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7-line697"/>
          <p:cNvSpPr/>
          <p:nvPr/>
        </p:nvSpPr>
        <p:spPr>
          <a:xfrm>
            <a:off x="3071454" y="171367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7-label698"/>
          <p:cNvSpPr txBox="1"/>
          <p:nvPr/>
        </p:nvSpPr>
        <p:spPr>
          <a:xfrm>
            <a:off x="3569818" y="19768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67" name="S07-label699"/>
          <p:cNvSpPr txBox="1"/>
          <p:nvPr/>
        </p:nvSpPr>
        <p:spPr>
          <a:xfrm>
            <a:off x="4019311" y="2426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68" name="S07-label700"/>
          <p:cNvSpPr txBox="1"/>
          <p:nvPr/>
        </p:nvSpPr>
        <p:spPr>
          <a:xfrm>
            <a:off x="4183837" y="30403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69" name="S07-label701"/>
          <p:cNvSpPr txBox="1"/>
          <p:nvPr/>
        </p:nvSpPr>
        <p:spPr>
          <a:xfrm>
            <a:off x="4019311" y="3654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70" name="S07-label702"/>
          <p:cNvSpPr txBox="1"/>
          <p:nvPr/>
        </p:nvSpPr>
        <p:spPr>
          <a:xfrm>
            <a:off x="3569818" y="41038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71" name="S07-label703"/>
          <p:cNvSpPr txBox="1"/>
          <p:nvPr/>
        </p:nvSpPr>
        <p:spPr>
          <a:xfrm>
            <a:off x="2955798" y="42684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72" name="S07-label704"/>
          <p:cNvSpPr txBox="1"/>
          <p:nvPr/>
        </p:nvSpPr>
        <p:spPr>
          <a:xfrm>
            <a:off x="2341778" y="41038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73" name="S07-label705"/>
          <p:cNvSpPr txBox="1"/>
          <p:nvPr/>
        </p:nvSpPr>
        <p:spPr>
          <a:xfrm>
            <a:off x="1892285" y="3654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74" name="S07-label706"/>
          <p:cNvSpPr txBox="1"/>
          <p:nvPr/>
        </p:nvSpPr>
        <p:spPr>
          <a:xfrm>
            <a:off x="1727759" y="30403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75" name="S07-label707"/>
          <p:cNvSpPr txBox="1"/>
          <p:nvPr/>
        </p:nvSpPr>
        <p:spPr>
          <a:xfrm>
            <a:off x="1892285" y="2426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76" name="S07-label708"/>
          <p:cNvSpPr txBox="1"/>
          <p:nvPr/>
        </p:nvSpPr>
        <p:spPr>
          <a:xfrm>
            <a:off x="2341778" y="19768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77" name="S07-label709"/>
          <p:cNvSpPr txBox="1"/>
          <p:nvPr/>
        </p:nvSpPr>
        <p:spPr>
          <a:xfrm>
            <a:off x="2955798" y="18123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78" name="S07-line710"/>
          <p:cNvSpPr/>
          <p:nvPr/>
        </p:nvSpPr>
        <p:spPr>
          <a:xfrm>
            <a:off x="3230118" y="3223260"/>
            <a:ext cx="660665" cy="177025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9" name="S07-line711"/>
          <p:cNvSpPr/>
          <p:nvPr/>
        </p:nvSpPr>
        <p:spPr>
          <a:xfrm>
            <a:off x="3230118" y="3223260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0" name="S07-pin712"/>
          <p:cNvSpPr/>
          <p:nvPr/>
        </p:nvSpPr>
        <p:spPr>
          <a:xfrm>
            <a:off x="3175254" y="316839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1" name="S07-card713"/>
          <p:cNvSpPr/>
          <p:nvPr/>
        </p:nvSpPr>
        <p:spPr>
          <a:xfrm>
            <a:off x="6277356" y="1804924"/>
            <a:ext cx="5362956" cy="1304036"/>
          </a:xfrm>
          <a:prstGeom prst="roundRect">
            <a:avLst>
              <a:gd name="adj" fmla="val 84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2" name="S07-cardtext714"/>
          <p:cNvSpPr txBox="1"/>
          <p:nvPr/>
        </p:nvSpPr>
        <p:spPr>
          <a:xfrm>
            <a:off x="6551676" y="1942084"/>
            <a:ext cx="4814316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긴바늘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6을 가리켜요. → 30분</a:t>
            </a:r>
            <a:endParaRPr lang="ko-KR" sz="3200" dirty="0"/>
          </a:p>
        </p:txBody>
      </p:sp>
      <p:sp>
        <p:nvSpPr>
          <p:cNvPr id="83" name="S07-card715"/>
          <p:cNvSpPr/>
          <p:nvPr/>
        </p:nvSpPr>
        <p:spPr>
          <a:xfrm>
            <a:off x="6277356" y="3337560"/>
            <a:ext cx="5362956" cy="1304036"/>
          </a:xfrm>
          <a:prstGeom prst="roundRect">
            <a:avLst>
              <a:gd name="adj" fmla="val 84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4" name="S07-cardtext716"/>
          <p:cNvSpPr txBox="1"/>
          <p:nvPr/>
        </p:nvSpPr>
        <p:spPr>
          <a:xfrm>
            <a:off x="6551676" y="3474720"/>
            <a:ext cx="4814316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짧은바늘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3과 4 사이에 있어요. → 3시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짧은바늘도 움직여요</a:t>
            </a:r>
            <a:endParaRPr lang="ko-KR" sz="4400" dirty="0"/>
          </a:p>
        </p:txBody>
      </p:sp>
      <p:sp>
        <p:nvSpPr>
          <p:cNvPr id="3" name="S08-card7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71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긴바늘이 반 바퀴 돌면 짧은바늘은 가운데까지 가요.</a:t>
            </a:r>
            <a:endParaRPr lang="ko-KR" sz="3200" dirty="0"/>
          </a:p>
        </p:txBody>
      </p:sp>
      <p:sp>
        <p:nvSpPr>
          <p:cNvPr id="5" name="S08-figure719" descr="시계: 짧은바늘이 3, 긴바늘이 12를 가리킴(3시)"/>
          <p:cNvSpPr/>
          <p:nvPr/>
        </p:nvSpPr>
        <p:spPr>
          <a:xfrm>
            <a:off x="736092" y="140931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6" name="S08-line720"/>
          <p:cNvSpPr/>
          <p:nvPr/>
        </p:nvSpPr>
        <p:spPr>
          <a:xfrm>
            <a:off x="2290572" y="144589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8-line721"/>
          <p:cNvSpPr/>
          <p:nvPr/>
        </p:nvSpPr>
        <p:spPr>
          <a:xfrm flipH="1">
            <a:off x="2441112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8-line722"/>
          <p:cNvSpPr/>
          <p:nvPr/>
        </p:nvSpPr>
        <p:spPr>
          <a:xfrm flipH="1">
            <a:off x="2590002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8-line723"/>
          <p:cNvSpPr/>
          <p:nvPr/>
        </p:nvSpPr>
        <p:spPr>
          <a:xfrm flipH="1">
            <a:off x="2735612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8-line724"/>
          <p:cNvSpPr/>
          <p:nvPr/>
        </p:nvSpPr>
        <p:spPr>
          <a:xfrm flipH="1">
            <a:off x="2876346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8-line725"/>
          <p:cNvSpPr/>
          <p:nvPr/>
        </p:nvSpPr>
        <p:spPr>
          <a:xfrm flipH="1">
            <a:off x="2964028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08-line726"/>
          <p:cNvSpPr/>
          <p:nvPr/>
        </p:nvSpPr>
        <p:spPr>
          <a:xfrm flipH="1">
            <a:off x="3137089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8-line727"/>
          <p:cNvSpPr/>
          <p:nvPr/>
        </p:nvSpPr>
        <p:spPr>
          <a:xfrm flipH="1">
            <a:off x="3254241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8-line728"/>
          <p:cNvSpPr/>
          <p:nvPr/>
        </p:nvSpPr>
        <p:spPr>
          <a:xfrm flipH="1">
            <a:off x="3360834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8-line729"/>
          <p:cNvSpPr/>
          <p:nvPr/>
        </p:nvSpPr>
        <p:spPr>
          <a:xfrm flipH="1">
            <a:off x="3455702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8-line730"/>
          <p:cNvSpPr/>
          <p:nvPr/>
        </p:nvSpPr>
        <p:spPr>
          <a:xfrm flipH="1">
            <a:off x="3457031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08-line731"/>
          <p:cNvSpPr/>
          <p:nvPr/>
        </p:nvSpPr>
        <p:spPr>
          <a:xfrm flipH="1">
            <a:off x="3606242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8-line732"/>
          <p:cNvSpPr/>
          <p:nvPr/>
        </p:nvSpPr>
        <p:spPr>
          <a:xfrm flipH="1">
            <a:off x="3660265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8-line733"/>
          <p:cNvSpPr/>
          <p:nvPr/>
        </p:nvSpPr>
        <p:spPr>
          <a:xfrm flipH="1">
            <a:off x="3699281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8-line734"/>
          <p:cNvSpPr/>
          <p:nvPr/>
        </p:nvSpPr>
        <p:spPr>
          <a:xfrm flipH="1">
            <a:off x="3722863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8-line735"/>
          <p:cNvSpPr/>
          <p:nvPr/>
        </p:nvSpPr>
        <p:spPr>
          <a:xfrm flipH="1">
            <a:off x="3637483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08-line736"/>
          <p:cNvSpPr/>
          <p:nvPr/>
        </p:nvSpPr>
        <p:spPr>
          <a:xfrm flipH="1" flipV="1">
            <a:off x="3722863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8-line737"/>
          <p:cNvSpPr/>
          <p:nvPr/>
        </p:nvSpPr>
        <p:spPr>
          <a:xfrm flipH="1" flipV="1">
            <a:off x="3699281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8-line738"/>
          <p:cNvSpPr/>
          <p:nvPr/>
        </p:nvSpPr>
        <p:spPr>
          <a:xfrm flipH="1" flipV="1">
            <a:off x="3660265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8-line739"/>
          <p:cNvSpPr/>
          <p:nvPr/>
        </p:nvSpPr>
        <p:spPr>
          <a:xfrm flipH="1" flipV="1">
            <a:off x="3606242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8-line740"/>
          <p:cNvSpPr/>
          <p:nvPr/>
        </p:nvSpPr>
        <p:spPr>
          <a:xfrm flipH="1" flipV="1">
            <a:off x="3457031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08-line741"/>
          <p:cNvSpPr/>
          <p:nvPr/>
        </p:nvSpPr>
        <p:spPr>
          <a:xfrm flipH="1" flipV="1">
            <a:off x="3455702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8-line742"/>
          <p:cNvSpPr/>
          <p:nvPr/>
        </p:nvSpPr>
        <p:spPr>
          <a:xfrm flipH="1" flipV="1">
            <a:off x="3360834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8-line743"/>
          <p:cNvSpPr/>
          <p:nvPr/>
        </p:nvSpPr>
        <p:spPr>
          <a:xfrm flipH="1" flipV="1">
            <a:off x="3254241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8-line744"/>
          <p:cNvSpPr/>
          <p:nvPr/>
        </p:nvSpPr>
        <p:spPr>
          <a:xfrm flipH="1" flipV="1">
            <a:off x="3137089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8-line745"/>
          <p:cNvSpPr/>
          <p:nvPr/>
        </p:nvSpPr>
        <p:spPr>
          <a:xfrm flipH="1" flipV="1">
            <a:off x="2964028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2" name="S08-line746"/>
          <p:cNvSpPr/>
          <p:nvPr/>
        </p:nvSpPr>
        <p:spPr>
          <a:xfrm flipH="1" flipV="1">
            <a:off x="2876346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8-line747"/>
          <p:cNvSpPr/>
          <p:nvPr/>
        </p:nvSpPr>
        <p:spPr>
          <a:xfrm flipH="1" flipV="1">
            <a:off x="2735612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8-line748"/>
          <p:cNvSpPr/>
          <p:nvPr/>
        </p:nvSpPr>
        <p:spPr>
          <a:xfrm flipH="1" flipV="1">
            <a:off x="2590002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8-line749"/>
          <p:cNvSpPr/>
          <p:nvPr/>
        </p:nvSpPr>
        <p:spPr>
          <a:xfrm flipH="1" flipV="1">
            <a:off x="2441112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8-line750"/>
          <p:cNvSpPr/>
          <p:nvPr/>
        </p:nvSpPr>
        <p:spPr>
          <a:xfrm flipV="1">
            <a:off x="2290572" y="431071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7" name="S08-line751"/>
          <p:cNvSpPr/>
          <p:nvPr/>
        </p:nvSpPr>
        <p:spPr>
          <a:xfrm flipV="1">
            <a:off x="2131908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8-line752"/>
          <p:cNvSpPr/>
          <p:nvPr/>
        </p:nvSpPr>
        <p:spPr>
          <a:xfrm flipV="1">
            <a:off x="1974982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8-line753"/>
          <p:cNvSpPr/>
          <p:nvPr/>
        </p:nvSpPr>
        <p:spPr>
          <a:xfrm flipV="1">
            <a:off x="1821514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8-line754"/>
          <p:cNvSpPr/>
          <p:nvPr/>
        </p:nvSpPr>
        <p:spPr>
          <a:xfrm flipV="1">
            <a:off x="1673185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8-line755"/>
          <p:cNvSpPr/>
          <p:nvPr/>
        </p:nvSpPr>
        <p:spPr>
          <a:xfrm flipV="1">
            <a:off x="1531620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2" name="S08-line756"/>
          <p:cNvSpPr/>
          <p:nvPr/>
        </p:nvSpPr>
        <p:spPr>
          <a:xfrm flipV="1">
            <a:off x="1398370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8-line757"/>
          <p:cNvSpPr/>
          <p:nvPr/>
        </p:nvSpPr>
        <p:spPr>
          <a:xfrm flipV="1">
            <a:off x="1274896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8-line758"/>
          <p:cNvSpPr/>
          <p:nvPr/>
        </p:nvSpPr>
        <p:spPr>
          <a:xfrm flipV="1">
            <a:off x="1162549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8-line759"/>
          <p:cNvSpPr/>
          <p:nvPr/>
        </p:nvSpPr>
        <p:spPr>
          <a:xfrm flipV="1">
            <a:off x="1062562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8-line760"/>
          <p:cNvSpPr/>
          <p:nvPr/>
        </p:nvSpPr>
        <p:spPr>
          <a:xfrm flipV="1">
            <a:off x="976029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7" name="S08-line761"/>
          <p:cNvSpPr/>
          <p:nvPr/>
        </p:nvSpPr>
        <p:spPr>
          <a:xfrm flipV="1">
            <a:off x="903898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8-line762"/>
          <p:cNvSpPr/>
          <p:nvPr/>
        </p:nvSpPr>
        <p:spPr>
          <a:xfrm flipV="1">
            <a:off x="846960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8-line763"/>
          <p:cNvSpPr/>
          <p:nvPr/>
        </p:nvSpPr>
        <p:spPr>
          <a:xfrm flipV="1">
            <a:off x="805838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8-line764"/>
          <p:cNvSpPr/>
          <p:nvPr/>
        </p:nvSpPr>
        <p:spPr>
          <a:xfrm flipV="1">
            <a:off x="780983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8-line765"/>
          <p:cNvSpPr/>
          <p:nvPr/>
        </p:nvSpPr>
        <p:spPr>
          <a:xfrm>
            <a:off x="772668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2" name="S08-line766"/>
          <p:cNvSpPr/>
          <p:nvPr/>
        </p:nvSpPr>
        <p:spPr>
          <a:xfrm>
            <a:off x="780983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8-line767"/>
          <p:cNvSpPr/>
          <p:nvPr/>
        </p:nvSpPr>
        <p:spPr>
          <a:xfrm>
            <a:off x="805838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8-line768"/>
          <p:cNvSpPr/>
          <p:nvPr/>
        </p:nvSpPr>
        <p:spPr>
          <a:xfrm>
            <a:off x="846960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8-line769"/>
          <p:cNvSpPr/>
          <p:nvPr/>
        </p:nvSpPr>
        <p:spPr>
          <a:xfrm>
            <a:off x="903898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8-line770"/>
          <p:cNvSpPr/>
          <p:nvPr/>
        </p:nvSpPr>
        <p:spPr>
          <a:xfrm>
            <a:off x="976029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7" name="S08-line771"/>
          <p:cNvSpPr/>
          <p:nvPr/>
        </p:nvSpPr>
        <p:spPr>
          <a:xfrm>
            <a:off x="1062562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8-line772"/>
          <p:cNvSpPr/>
          <p:nvPr/>
        </p:nvSpPr>
        <p:spPr>
          <a:xfrm>
            <a:off x="1162549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8-line773"/>
          <p:cNvSpPr/>
          <p:nvPr/>
        </p:nvSpPr>
        <p:spPr>
          <a:xfrm>
            <a:off x="1274896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8-line774"/>
          <p:cNvSpPr/>
          <p:nvPr/>
        </p:nvSpPr>
        <p:spPr>
          <a:xfrm>
            <a:off x="1398370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8-line775"/>
          <p:cNvSpPr/>
          <p:nvPr/>
        </p:nvSpPr>
        <p:spPr>
          <a:xfrm>
            <a:off x="1531620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2" name="S08-line776"/>
          <p:cNvSpPr/>
          <p:nvPr/>
        </p:nvSpPr>
        <p:spPr>
          <a:xfrm>
            <a:off x="1673185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8-line777"/>
          <p:cNvSpPr/>
          <p:nvPr/>
        </p:nvSpPr>
        <p:spPr>
          <a:xfrm>
            <a:off x="1821514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8-line778"/>
          <p:cNvSpPr/>
          <p:nvPr/>
        </p:nvSpPr>
        <p:spPr>
          <a:xfrm>
            <a:off x="1974982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8-line779"/>
          <p:cNvSpPr/>
          <p:nvPr/>
        </p:nvSpPr>
        <p:spPr>
          <a:xfrm>
            <a:off x="2131908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8-label780"/>
          <p:cNvSpPr txBox="1"/>
          <p:nvPr/>
        </p:nvSpPr>
        <p:spPr>
          <a:xfrm>
            <a:off x="2630272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67" name="S08-label781"/>
          <p:cNvSpPr txBox="1"/>
          <p:nvPr/>
        </p:nvSpPr>
        <p:spPr>
          <a:xfrm>
            <a:off x="3079765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68" name="S08-label782"/>
          <p:cNvSpPr txBox="1"/>
          <p:nvPr/>
        </p:nvSpPr>
        <p:spPr>
          <a:xfrm>
            <a:off x="3244291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69" name="S08-label783"/>
          <p:cNvSpPr txBox="1"/>
          <p:nvPr/>
        </p:nvSpPr>
        <p:spPr>
          <a:xfrm>
            <a:off x="3079765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70" name="S08-label784"/>
          <p:cNvSpPr txBox="1"/>
          <p:nvPr/>
        </p:nvSpPr>
        <p:spPr>
          <a:xfrm>
            <a:off x="2630272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71" name="S08-label785"/>
          <p:cNvSpPr txBox="1"/>
          <p:nvPr/>
        </p:nvSpPr>
        <p:spPr>
          <a:xfrm>
            <a:off x="2016252" y="400895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72" name="S08-label786"/>
          <p:cNvSpPr txBox="1"/>
          <p:nvPr/>
        </p:nvSpPr>
        <p:spPr>
          <a:xfrm>
            <a:off x="1402232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73" name="S08-label787"/>
          <p:cNvSpPr txBox="1"/>
          <p:nvPr/>
        </p:nvSpPr>
        <p:spPr>
          <a:xfrm>
            <a:off x="952739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74" name="S08-label788"/>
          <p:cNvSpPr txBox="1"/>
          <p:nvPr/>
        </p:nvSpPr>
        <p:spPr>
          <a:xfrm>
            <a:off x="788213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75" name="S08-label789"/>
          <p:cNvSpPr txBox="1"/>
          <p:nvPr/>
        </p:nvSpPr>
        <p:spPr>
          <a:xfrm>
            <a:off x="952739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76" name="S08-label790"/>
          <p:cNvSpPr txBox="1"/>
          <p:nvPr/>
        </p:nvSpPr>
        <p:spPr>
          <a:xfrm>
            <a:off x="1402232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77" name="S08-label791"/>
          <p:cNvSpPr txBox="1"/>
          <p:nvPr/>
        </p:nvSpPr>
        <p:spPr>
          <a:xfrm>
            <a:off x="2016252" y="155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78" name="S08-line792"/>
          <p:cNvSpPr/>
          <p:nvPr/>
        </p:nvSpPr>
        <p:spPr>
          <a:xfrm>
            <a:off x="2290572" y="2963799"/>
            <a:ext cx="683971" cy="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9" name="S08-line793"/>
          <p:cNvSpPr/>
          <p:nvPr/>
        </p:nvSpPr>
        <p:spPr>
          <a:xfrm flipV="1">
            <a:off x="2290572" y="1968932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0" name="S08-pin794"/>
          <p:cNvSpPr/>
          <p:nvPr/>
        </p:nvSpPr>
        <p:spPr>
          <a:xfrm>
            <a:off x="2235708" y="290893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1" name="S08-label795"/>
          <p:cNvSpPr txBox="1"/>
          <p:nvPr/>
        </p:nvSpPr>
        <p:spPr>
          <a:xfrm>
            <a:off x="548640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3시</a:t>
            </a:r>
            <a:endParaRPr lang="ko-KR" sz="2600" dirty="0"/>
          </a:p>
        </p:txBody>
      </p:sp>
      <p:sp>
        <p:nvSpPr>
          <p:cNvPr id="82" name="S08-figure796" descr="시계: 짧은바늘이 3과 4 사이, 긴바늘이 6을 가리킴(3시 30분)"/>
          <p:cNvSpPr/>
          <p:nvPr/>
        </p:nvSpPr>
        <p:spPr>
          <a:xfrm>
            <a:off x="4539996" y="140931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3" name="S08-line797"/>
          <p:cNvSpPr/>
          <p:nvPr/>
        </p:nvSpPr>
        <p:spPr>
          <a:xfrm>
            <a:off x="6094476" y="144589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4" name="S08-line798"/>
          <p:cNvSpPr/>
          <p:nvPr/>
        </p:nvSpPr>
        <p:spPr>
          <a:xfrm flipH="1">
            <a:off x="6245016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8-line799"/>
          <p:cNvSpPr/>
          <p:nvPr/>
        </p:nvSpPr>
        <p:spPr>
          <a:xfrm flipH="1">
            <a:off x="6393906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8-line800"/>
          <p:cNvSpPr/>
          <p:nvPr/>
        </p:nvSpPr>
        <p:spPr>
          <a:xfrm flipH="1">
            <a:off x="6539516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8-line801"/>
          <p:cNvSpPr/>
          <p:nvPr/>
        </p:nvSpPr>
        <p:spPr>
          <a:xfrm flipH="1">
            <a:off x="6680250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8-line802"/>
          <p:cNvSpPr/>
          <p:nvPr/>
        </p:nvSpPr>
        <p:spPr>
          <a:xfrm flipH="1">
            <a:off x="6767932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9" name="S08-line803"/>
          <p:cNvSpPr/>
          <p:nvPr/>
        </p:nvSpPr>
        <p:spPr>
          <a:xfrm flipH="1">
            <a:off x="6940993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8-line804"/>
          <p:cNvSpPr/>
          <p:nvPr/>
        </p:nvSpPr>
        <p:spPr>
          <a:xfrm flipH="1">
            <a:off x="7058145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8-line805"/>
          <p:cNvSpPr/>
          <p:nvPr/>
        </p:nvSpPr>
        <p:spPr>
          <a:xfrm flipH="1">
            <a:off x="7164738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8-line806"/>
          <p:cNvSpPr/>
          <p:nvPr/>
        </p:nvSpPr>
        <p:spPr>
          <a:xfrm flipH="1">
            <a:off x="7259606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8-line807"/>
          <p:cNvSpPr/>
          <p:nvPr/>
        </p:nvSpPr>
        <p:spPr>
          <a:xfrm flipH="1">
            <a:off x="7260935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4" name="S08-line808"/>
          <p:cNvSpPr/>
          <p:nvPr/>
        </p:nvSpPr>
        <p:spPr>
          <a:xfrm flipH="1">
            <a:off x="7410146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8-line809"/>
          <p:cNvSpPr/>
          <p:nvPr/>
        </p:nvSpPr>
        <p:spPr>
          <a:xfrm flipH="1">
            <a:off x="7464169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8-line810"/>
          <p:cNvSpPr/>
          <p:nvPr/>
        </p:nvSpPr>
        <p:spPr>
          <a:xfrm flipH="1">
            <a:off x="7503185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8-line811"/>
          <p:cNvSpPr/>
          <p:nvPr/>
        </p:nvSpPr>
        <p:spPr>
          <a:xfrm flipH="1">
            <a:off x="7526767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8-line812"/>
          <p:cNvSpPr/>
          <p:nvPr/>
        </p:nvSpPr>
        <p:spPr>
          <a:xfrm flipH="1">
            <a:off x="7441387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9" name="S08-line813"/>
          <p:cNvSpPr/>
          <p:nvPr/>
        </p:nvSpPr>
        <p:spPr>
          <a:xfrm flipH="1" flipV="1">
            <a:off x="7526767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8-line814"/>
          <p:cNvSpPr/>
          <p:nvPr/>
        </p:nvSpPr>
        <p:spPr>
          <a:xfrm flipH="1" flipV="1">
            <a:off x="7503185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8-line815"/>
          <p:cNvSpPr/>
          <p:nvPr/>
        </p:nvSpPr>
        <p:spPr>
          <a:xfrm flipH="1" flipV="1">
            <a:off x="7464169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8-line816"/>
          <p:cNvSpPr/>
          <p:nvPr/>
        </p:nvSpPr>
        <p:spPr>
          <a:xfrm flipH="1" flipV="1">
            <a:off x="7410146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8-line817"/>
          <p:cNvSpPr/>
          <p:nvPr/>
        </p:nvSpPr>
        <p:spPr>
          <a:xfrm flipH="1" flipV="1">
            <a:off x="7260935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4" name="S08-line818"/>
          <p:cNvSpPr/>
          <p:nvPr/>
        </p:nvSpPr>
        <p:spPr>
          <a:xfrm flipH="1" flipV="1">
            <a:off x="7259606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8-line819"/>
          <p:cNvSpPr/>
          <p:nvPr/>
        </p:nvSpPr>
        <p:spPr>
          <a:xfrm flipH="1" flipV="1">
            <a:off x="7164738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08-line820"/>
          <p:cNvSpPr/>
          <p:nvPr/>
        </p:nvSpPr>
        <p:spPr>
          <a:xfrm flipH="1" flipV="1">
            <a:off x="7058145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8-line821"/>
          <p:cNvSpPr/>
          <p:nvPr/>
        </p:nvSpPr>
        <p:spPr>
          <a:xfrm flipH="1" flipV="1">
            <a:off x="6940993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8-line822"/>
          <p:cNvSpPr/>
          <p:nvPr/>
        </p:nvSpPr>
        <p:spPr>
          <a:xfrm flipH="1" flipV="1">
            <a:off x="6767932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9" name="S08-line823"/>
          <p:cNvSpPr/>
          <p:nvPr/>
        </p:nvSpPr>
        <p:spPr>
          <a:xfrm flipH="1" flipV="1">
            <a:off x="6680250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8-line824"/>
          <p:cNvSpPr/>
          <p:nvPr/>
        </p:nvSpPr>
        <p:spPr>
          <a:xfrm flipH="1" flipV="1">
            <a:off x="6539516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8-line825"/>
          <p:cNvSpPr/>
          <p:nvPr/>
        </p:nvSpPr>
        <p:spPr>
          <a:xfrm flipH="1" flipV="1">
            <a:off x="6393906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8-line826"/>
          <p:cNvSpPr/>
          <p:nvPr/>
        </p:nvSpPr>
        <p:spPr>
          <a:xfrm flipH="1" flipV="1">
            <a:off x="6245016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8-line827"/>
          <p:cNvSpPr/>
          <p:nvPr/>
        </p:nvSpPr>
        <p:spPr>
          <a:xfrm flipV="1">
            <a:off x="6094476" y="431071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4" name="S08-line828"/>
          <p:cNvSpPr/>
          <p:nvPr/>
        </p:nvSpPr>
        <p:spPr>
          <a:xfrm flipV="1">
            <a:off x="5935812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8-line829"/>
          <p:cNvSpPr/>
          <p:nvPr/>
        </p:nvSpPr>
        <p:spPr>
          <a:xfrm flipV="1">
            <a:off x="5778886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08-line830"/>
          <p:cNvSpPr/>
          <p:nvPr/>
        </p:nvSpPr>
        <p:spPr>
          <a:xfrm flipV="1">
            <a:off x="5625418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8-line831"/>
          <p:cNvSpPr/>
          <p:nvPr/>
        </p:nvSpPr>
        <p:spPr>
          <a:xfrm flipV="1">
            <a:off x="5477089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8-line832"/>
          <p:cNvSpPr/>
          <p:nvPr/>
        </p:nvSpPr>
        <p:spPr>
          <a:xfrm flipV="1">
            <a:off x="5335524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9" name="S08-line833"/>
          <p:cNvSpPr/>
          <p:nvPr/>
        </p:nvSpPr>
        <p:spPr>
          <a:xfrm flipV="1">
            <a:off x="5202274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8-line834"/>
          <p:cNvSpPr/>
          <p:nvPr/>
        </p:nvSpPr>
        <p:spPr>
          <a:xfrm flipV="1">
            <a:off x="5078800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8-line835"/>
          <p:cNvSpPr/>
          <p:nvPr/>
        </p:nvSpPr>
        <p:spPr>
          <a:xfrm flipV="1">
            <a:off x="4966453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8-line836"/>
          <p:cNvSpPr/>
          <p:nvPr/>
        </p:nvSpPr>
        <p:spPr>
          <a:xfrm flipV="1">
            <a:off x="4866466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08-line837"/>
          <p:cNvSpPr/>
          <p:nvPr/>
        </p:nvSpPr>
        <p:spPr>
          <a:xfrm flipV="1">
            <a:off x="4779933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4" name="S08-line838"/>
          <p:cNvSpPr/>
          <p:nvPr/>
        </p:nvSpPr>
        <p:spPr>
          <a:xfrm flipV="1">
            <a:off x="4707802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8-line839"/>
          <p:cNvSpPr/>
          <p:nvPr/>
        </p:nvSpPr>
        <p:spPr>
          <a:xfrm flipV="1">
            <a:off x="4650864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08-line840"/>
          <p:cNvSpPr/>
          <p:nvPr/>
        </p:nvSpPr>
        <p:spPr>
          <a:xfrm flipV="1">
            <a:off x="4609742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8-line841"/>
          <p:cNvSpPr/>
          <p:nvPr/>
        </p:nvSpPr>
        <p:spPr>
          <a:xfrm flipV="1">
            <a:off x="4584887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08-line842"/>
          <p:cNvSpPr/>
          <p:nvPr/>
        </p:nvSpPr>
        <p:spPr>
          <a:xfrm>
            <a:off x="4576572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9" name="S08-line843"/>
          <p:cNvSpPr/>
          <p:nvPr/>
        </p:nvSpPr>
        <p:spPr>
          <a:xfrm>
            <a:off x="4584887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8-line844"/>
          <p:cNvSpPr/>
          <p:nvPr/>
        </p:nvSpPr>
        <p:spPr>
          <a:xfrm>
            <a:off x="4609742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08-line845"/>
          <p:cNvSpPr/>
          <p:nvPr/>
        </p:nvSpPr>
        <p:spPr>
          <a:xfrm>
            <a:off x="4650864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8-line846"/>
          <p:cNvSpPr/>
          <p:nvPr/>
        </p:nvSpPr>
        <p:spPr>
          <a:xfrm>
            <a:off x="4707802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08-line847"/>
          <p:cNvSpPr/>
          <p:nvPr/>
        </p:nvSpPr>
        <p:spPr>
          <a:xfrm>
            <a:off x="4779933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4" name="S08-line848"/>
          <p:cNvSpPr/>
          <p:nvPr/>
        </p:nvSpPr>
        <p:spPr>
          <a:xfrm>
            <a:off x="4866466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8-line849"/>
          <p:cNvSpPr/>
          <p:nvPr/>
        </p:nvSpPr>
        <p:spPr>
          <a:xfrm>
            <a:off x="4966453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08-line850"/>
          <p:cNvSpPr/>
          <p:nvPr/>
        </p:nvSpPr>
        <p:spPr>
          <a:xfrm>
            <a:off x="5078800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8-line851"/>
          <p:cNvSpPr/>
          <p:nvPr/>
        </p:nvSpPr>
        <p:spPr>
          <a:xfrm>
            <a:off x="5202274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08-line852"/>
          <p:cNvSpPr/>
          <p:nvPr/>
        </p:nvSpPr>
        <p:spPr>
          <a:xfrm>
            <a:off x="5335524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9" name="S08-line853"/>
          <p:cNvSpPr/>
          <p:nvPr/>
        </p:nvSpPr>
        <p:spPr>
          <a:xfrm>
            <a:off x="5477089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8-line854"/>
          <p:cNvSpPr/>
          <p:nvPr/>
        </p:nvSpPr>
        <p:spPr>
          <a:xfrm>
            <a:off x="5625418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08-line855"/>
          <p:cNvSpPr/>
          <p:nvPr/>
        </p:nvSpPr>
        <p:spPr>
          <a:xfrm>
            <a:off x="5778886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8-line856"/>
          <p:cNvSpPr/>
          <p:nvPr/>
        </p:nvSpPr>
        <p:spPr>
          <a:xfrm>
            <a:off x="5935812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08-label857"/>
          <p:cNvSpPr txBox="1"/>
          <p:nvPr/>
        </p:nvSpPr>
        <p:spPr>
          <a:xfrm>
            <a:off x="6434176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44" name="S08-label858"/>
          <p:cNvSpPr txBox="1"/>
          <p:nvPr/>
        </p:nvSpPr>
        <p:spPr>
          <a:xfrm>
            <a:off x="6883669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45" name="S08-label859"/>
          <p:cNvSpPr txBox="1"/>
          <p:nvPr/>
        </p:nvSpPr>
        <p:spPr>
          <a:xfrm>
            <a:off x="7048195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46" name="S08-label860"/>
          <p:cNvSpPr txBox="1"/>
          <p:nvPr/>
        </p:nvSpPr>
        <p:spPr>
          <a:xfrm>
            <a:off x="6883669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47" name="S08-label861"/>
          <p:cNvSpPr txBox="1"/>
          <p:nvPr/>
        </p:nvSpPr>
        <p:spPr>
          <a:xfrm>
            <a:off x="6434176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48" name="S08-label862"/>
          <p:cNvSpPr txBox="1"/>
          <p:nvPr/>
        </p:nvSpPr>
        <p:spPr>
          <a:xfrm>
            <a:off x="5820156" y="400895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149" name="S08-label863"/>
          <p:cNvSpPr txBox="1"/>
          <p:nvPr/>
        </p:nvSpPr>
        <p:spPr>
          <a:xfrm>
            <a:off x="5206136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150" name="S08-label864"/>
          <p:cNvSpPr txBox="1"/>
          <p:nvPr/>
        </p:nvSpPr>
        <p:spPr>
          <a:xfrm>
            <a:off x="4756643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151" name="S08-label865"/>
          <p:cNvSpPr txBox="1"/>
          <p:nvPr/>
        </p:nvSpPr>
        <p:spPr>
          <a:xfrm>
            <a:off x="4592117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152" name="S08-label866"/>
          <p:cNvSpPr txBox="1"/>
          <p:nvPr/>
        </p:nvSpPr>
        <p:spPr>
          <a:xfrm>
            <a:off x="4756643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153" name="S08-label867"/>
          <p:cNvSpPr txBox="1"/>
          <p:nvPr/>
        </p:nvSpPr>
        <p:spPr>
          <a:xfrm>
            <a:off x="5206136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154" name="S08-label868"/>
          <p:cNvSpPr txBox="1"/>
          <p:nvPr/>
        </p:nvSpPr>
        <p:spPr>
          <a:xfrm>
            <a:off x="5820156" y="155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155" name="S08-line869"/>
          <p:cNvSpPr/>
          <p:nvPr/>
        </p:nvSpPr>
        <p:spPr>
          <a:xfrm>
            <a:off x="6094476" y="2963799"/>
            <a:ext cx="660665" cy="177025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6" name="S08-line870"/>
          <p:cNvSpPr/>
          <p:nvPr/>
        </p:nvSpPr>
        <p:spPr>
          <a:xfrm>
            <a:off x="6094476" y="2963799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7" name="S08-pin871"/>
          <p:cNvSpPr/>
          <p:nvPr/>
        </p:nvSpPr>
        <p:spPr>
          <a:xfrm>
            <a:off x="6039612" y="290893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8" name="S08-label872"/>
          <p:cNvSpPr txBox="1"/>
          <p:nvPr/>
        </p:nvSpPr>
        <p:spPr>
          <a:xfrm>
            <a:off x="4352544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3시 30분</a:t>
            </a:r>
            <a:endParaRPr lang="ko-KR" sz="2600" dirty="0"/>
          </a:p>
        </p:txBody>
      </p:sp>
      <p:sp>
        <p:nvSpPr>
          <p:cNvPr id="159" name="S08-figure873" descr="시계: 짧은바늘이 4, 긴바늘이 12를 가리킴(4시)"/>
          <p:cNvSpPr/>
          <p:nvPr/>
        </p:nvSpPr>
        <p:spPr>
          <a:xfrm>
            <a:off x="8343900" y="140931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160" name="S08-line874"/>
          <p:cNvSpPr/>
          <p:nvPr/>
        </p:nvSpPr>
        <p:spPr>
          <a:xfrm>
            <a:off x="9898380" y="144589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1" name="S08-line875"/>
          <p:cNvSpPr/>
          <p:nvPr/>
        </p:nvSpPr>
        <p:spPr>
          <a:xfrm flipH="1">
            <a:off x="10048920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2" name="S08-line876"/>
          <p:cNvSpPr/>
          <p:nvPr/>
        </p:nvSpPr>
        <p:spPr>
          <a:xfrm flipH="1">
            <a:off x="10197810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3" name="S08-line877"/>
          <p:cNvSpPr/>
          <p:nvPr/>
        </p:nvSpPr>
        <p:spPr>
          <a:xfrm flipH="1">
            <a:off x="10343420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4" name="S08-line878"/>
          <p:cNvSpPr/>
          <p:nvPr/>
        </p:nvSpPr>
        <p:spPr>
          <a:xfrm flipH="1">
            <a:off x="10484154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5" name="S08-line879"/>
          <p:cNvSpPr/>
          <p:nvPr/>
        </p:nvSpPr>
        <p:spPr>
          <a:xfrm flipH="1">
            <a:off x="10571836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6" name="S08-line880"/>
          <p:cNvSpPr/>
          <p:nvPr/>
        </p:nvSpPr>
        <p:spPr>
          <a:xfrm flipH="1">
            <a:off x="10744897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7" name="S08-line881"/>
          <p:cNvSpPr/>
          <p:nvPr/>
        </p:nvSpPr>
        <p:spPr>
          <a:xfrm flipH="1">
            <a:off x="10862049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8" name="S08-line882"/>
          <p:cNvSpPr/>
          <p:nvPr/>
        </p:nvSpPr>
        <p:spPr>
          <a:xfrm flipH="1">
            <a:off x="10968642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9" name="S08-line883"/>
          <p:cNvSpPr/>
          <p:nvPr/>
        </p:nvSpPr>
        <p:spPr>
          <a:xfrm flipH="1">
            <a:off x="11063510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0" name="S08-line884"/>
          <p:cNvSpPr/>
          <p:nvPr/>
        </p:nvSpPr>
        <p:spPr>
          <a:xfrm flipH="1">
            <a:off x="11064839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1" name="S08-line885"/>
          <p:cNvSpPr/>
          <p:nvPr/>
        </p:nvSpPr>
        <p:spPr>
          <a:xfrm flipH="1">
            <a:off x="11214050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2" name="S08-line886"/>
          <p:cNvSpPr/>
          <p:nvPr/>
        </p:nvSpPr>
        <p:spPr>
          <a:xfrm flipH="1">
            <a:off x="11268073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3" name="S08-line887"/>
          <p:cNvSpPr/>
          <p:nvPr/>
        </p:nvSpPr>
        <p:spPr>
          <a:xfrm flipH="1">
            <a:off x="11307089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4" name="S08-line888"/>
          <p:cNvSpPr/>
          <p:nvPr/>
        </p:nvSpPr>
        <p:spPr>
          <a:xfrm flipH="1">
            <a:off x="11330671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5" name="S08-line889"/>
          <p:cNvSpPr/>
          <p:nvPr/>
        </p:nvSpPr>
        <p:spPr>
          <a:xfrm flipH="1">
            <a:off x="11245291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6" name="S08-line890"/>
          <p:cNvSpPr/>
          <p:nvPr/>
        </p:nvSpPr>
        <p:spPr>
          <a:xfrm flipH="1" flipV="1">
            <a:off x="11330671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7" name="S08-line891"/>
          <p:cNvSpPr/>
          <p:nvPr/>
        </p:nvSpPr>
        <p:spPr>
          <a:xfrm flipH="1" flipV="1">
            <a:off x="11307089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8" name="S08-line892"/>
          <p:cNvSpPr/>
          <p:nvPr/>
        </p:nvSpPr>
        <p:spPr>
          <a:xfrm flipH="1" flipV="1">
            <a:off x="11268073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9" name="S08-line893"/>
          <p:cNvSpPr/>
          <p:nvPr/>
        </p:nvSpPr>
        <p:spPr>
          <a:xfrm flipH="1" flipV="1">
            <a:off x="11214050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0" name="S08-line894"/>
          <p:cNvSpPr/>
          <p:nvPr/>
        </p:nvSpPr>
        <p:spPr>
          <a:xfrm flipH="1" flipV="1">
            <a:off x="11064839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1" name="S08-line895"/>
          <p:cNvSpPr/>
          <p:nvPr/>
        </p:nvSpPr>
        <p:spPr>
          <a:xfrm flipH="1" flipV="1">
            <a:off x="11063510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2" name="S08-line896"/>
          <p:cNvSpPr/>
          <p:nvPr/>
        </p:nvSpPr>
        <p:spPr>
          <a:xfrm flipH="1" flipV="1">
            <a:off x="10968642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3" name="S08-line897"/>
          <p:cNvSpPr/>
          <p:nvPr/>
        </p:nvSpPr>
        <p:spPr>
          <a:xfrm flipH="1" flipV="1">
            <a:off x="10862049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4" name="S08-line898"/>
          <p:cNvSpPr/>
          <p:nvPr/>
        </p:nvSpPr>
        <p:spPr>
          <a:xfrm flipH="1" flipV="1">
            <a:off x="10744897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5" name="S08-line899"/>
          <p:cNvSpPr/>
          <p:nvPr/>
        </p:nvSpPr>
        <p:spPr>
          <a:xfrm flipH="1" flipV="1">
            <a:off x="10571836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6" name="S08-line900"/>
          <p:cNvSpPr/>
          <p:nvPr/>
        </p:nvSpPr>
        <p:spPr>
          <a:xfrm flipH="1" flipV="1">
            <a:off x="10484154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7" name="S08-line901"/>
          <p:cNvSpPr/>
          <p:nvPr/>
        </p:nvSpPr>
        <p:spPr>
          <a:xfrm flipH="1" flipV="1">
            <a:off x="10343420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8" name="S08-line902"/>
          <p:cNvSpPr/>
          <p:nvPr/>
        </p:nvSpPr>
        <p:spPr>
          <a:xfrm flipH="1" flipV="1">
            <a:off x="10197810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9" name="S08-line903"/>
          <p:cNvSpPr/>
          <p:nvPr/>
        </p:nvSpPr>
        <p:spPr>
          <a:xfrm flipH="1" flipV="1">
            <a:off x="10048920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0" name="S08-line904"/>
          <p:cNvSpPr/>
          <p:nvPr/>
        </p:nvSpPr>
        <p:spPr>
          <a:xfrm flipV="1">
            <a:off x="9898380" y="431071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1" name="S08-line905"/>
          <p:cNvSpPr/>
          <p:nvPr/>
        </p:nvSpPr>
        <p:spPr>
          <a:xfrm flipV="1">
            <a:off x="9739716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2" name="S08-line906"/>
          <p:cNvSpPr/>
          <p:nvPr/>
        </p:nvSpPr>
        <p:spPr>
          <a:xfrm flipV="1">
            <a:off x="9582790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3" name="S08-line907"/>
          <p:cNvSpPr/>
          <p:nvPr/>
        </p:nvSpPr>
        <p:spPr>
          <a:xfrm flipV="1">
            <a:off x="9429322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4" name="S08-line908"/>
          <p:cNvSpPr/>
          <p:nvPr/>
        </p:nvSpPr>
        <p:spPr>
          <a:xfrm flipV="1">
            <a:off x="9280993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5" name="S08-line909"/>
          <p:cNvSpPr/>
          <p:nvPr/>
        </p:nvSpPr>
        <p:spPr>
          <a:xfrm flipV="1">
            <a:off x="9139428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6" name="S08-line910"/>
          <p:cNvSpPr/>
          <p:nvPr/>
        </p:nvSpPr>
        <p:spPr>
          <a:xfrm flipV="1">
            <a:off x="9006178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7" name="S08-line911"/>
          <p:cNvSpPr/>
          <p:nvPr/>
        </p:nvSpPr>
        <p:spPr>
          <a:xfrm flipV="1">
            <a:off x="8882704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8" name="S08-line912"/>
          <p:cNvSpPr/>
          <p:nvPr/>
        </p:nvSpPr>
        <p:spPr>
          <a:xfrm flipV="1">
            <a:off x="8770357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9" name="S08-line913"/>
          <p:cNvSpPr/>
          <p:nvPr/>
        </p:nvSpPr>
        <p:spPr>
          <a:xfrm flipV="1">
            <a:off x="8670370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0" name="S08-line914"/>
          <p:cNvSpPr/>
          <p:nvPr/>
        </p:nvSpPr>
        <p:spPr>
          <a:xfrm flipV="1">
            <a:off x="8583837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1" name="S08-line915"/>
          <p:cNvSpPr/>
          <p:nvPr/>
        </p:nvSpPr>
        <p:spPr>
          <a:xfrm flipV="1">
            <a:off x="8511706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2" name="S08-line916"/>
          <p:cNvSpPr/>
          <p:nvPr/>
        </p:nvSpPr>
        <p:spPr>
          <a:xfrm flipV="1">
            <a:off x="8454768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3" name="S08-line917"/>
          <p:cNvSpPr/>
          <p:nvPr/>
        </p:nvSpPr>
        <p:spPr>
          <a:xfrm flipV="1">
            <a:off x="8413646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4" name="S08-line918"/>
          <p:cNvSpPr/>
          <p:nvPr/>
        </p:nvSpPr>
        <p:spPr>
          <a:xfrm flipV="1">
            <a:off x="8388791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5" name="S08-line919"/>
          <p:cNvSpPr/>
          <p:nvPr/>
        </p:nvSpPr>
        <p:spPr>
          <a:xfrm>
            <a:off x="8380476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6" name="S08-line920"/>
          <p:cNvSpPr/>
          <p:nvPr/>
        </p:nvSpPr>
        <p:spPr>
          <a:xfrm>
            <a:off x="8388791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7" name="S08-line921"/>
          <p:cNvSpPr/>
          <p:nvPr/>
        </p:nvSpPr>
        <p:spPr>
          <a:xfrm>
            <a:off x="8413646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8" name="S08-line922"/>
          <p:cNvSpPr/>
          <p:nvPr/>
        </p:nvSpPr>
        <p:spPr>
          <a:xfrm>
            <a:off x="8454768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9" name="S08-line923"/>
          <p:cNvSpPr/>
          <p:nvPr/>
        </p:nvSpPr>
        <p:spPr>
          <a:xfrm>
            <a:off x="8511706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0" name="S08-line924"/>
          <p:cNvSpPr/>
          <p:nvPr/>
        </p:nvSpPr>
        <p:spPr>
          <a:xfrm>
            <a:off x="8583837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1" name="S08-line925"/>
          <p:cNvSpPr/>
          <p:nvPr/>
        </p:nvSpPr>
        <p:spPr>
          <a:xfrm>
            <a:off x="8670370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2" name="S08-line926"/>
          <p:cNvSpPr/>
          <p:nvPr/>
        </p:nvSpPr>
        <p:spPr>
          <a:xfrm>
            <a:off x="8770357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3" name="S08-line927"/>
          <p:cNvSpPr/>
          <p:nvPr/>
        </p:nvSpPr>
        <p:spPr>
          <a:xfrm>
            <a:off x="8882704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4" name="S08-line928"/>
          <p:cNvSpPr/>
          <p:nvPr/>
        </p:nvSpPr>
        <p:spPr>
          <a:xfrm>
            <a:off x="9006178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5" name="S08-line929"/>
          <p:cNvSpPr/>
          <p:nvPr/>
        </p:nvSpPr>
        <p:spPr>
          <a:xfrm>
            <a:off x="9139428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6" name="S08-line930"/>
          <p:cNvSpPr/>
          <p:nvPr/>
        </p:nvSpPr>
        <p:spPr>
          <a:xfrm>
            <a:off x="9280993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7" name="S08-line931"/>
          <p:cNvSpPr/>
          <p:nvPr/>
        </p:nvSpPr>
        <p:spPr>
          <a:xfrm>
            <a:off x="9429322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8" name="S08-line932"/>
          <p:cNvSpPr/>
          <p:nvPr/>
        </p:nvSpPr>
        <p:spPr>
          <a:xfrm>
            <a:off x="9582790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9" name="S08-line933"/>
          <p:cNvSpPr/>
          <p:nvPr/>
        </p:nvSpPr>
        <p:spPr>
          <a:xfrm>
            <a:off x="9739716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0" name="S08-label934"/>
          <p:cNvSpPr txBox="1"/>
          <p:nvPr/>
        </p:nvSpPr>
        <p:spPr>
          <a:xfrm>
            <a:off x="10238080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221" name="S08-label935"/>
          <p:cNvSpPr txBox="1"/>
          <p:nvPr/>
        </p:nvSpPr>
        <p:spPr>
          <a:xfrm>
            <a:off x="10687573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222" name="S08-label936"/>
          <p:cNvSpPr txBox="1"/>
          <p:nvPr/>
        </p:nvSpPr>
        <p:spPr>
          <a:xfrm>
            <a:off x="10852099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223" name="S08-label937"/>
          <p:cNvSpPr txBox="1"/>
          <p:nvPr/>
        </p:nvSpPr>
        <p:spPr>
          <a:xfrm>
            <a:off x="10687573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24" name="S08-label938"/>
          <p:cNvSpPr txBox="1"/>
          <p:nvPr/>
        </p:nvSpPr>
        <p:spPr>
          <a:xfrm>
            <a:off x="10238080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225" name="S08-label939"/>
          <p:cNvSpPr txBox="1"/>
          <p:nvPr/>
        </p:nvSpPr>
        <p:spPr>
          <a:xfrm>
            <a:off x="9624060" y="400895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26" name="S08-label940"/>
          <p:cNvSpPr txBox="1"/>
          <p:nvPr/>
        </p:nvSpPr>
        <p:spPr>
          <a:xfrm>
            <a:off x="9010040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227" name="S08-label941"/>
          <p:cNvSpPr txBox="1"/>
          <p:nvPr/>
        </p:nvSpPr>
        <p:spPr>
          <a:xfrm>
            <a:off x="8560547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228" name="S08-label942"/>
          <p:cNvSpPr txBox="1"/>
          <p:nvPr/>
        </p:nvSpPr>
        <p:spPr>
          <a:xfrm>
            <a:off x="8396021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229" name="S08-label943"/>
          <p:cNvSpPr txBox="1"/>
          <p:nvPr/>
        </p:nvSpPr>
        <p:spPr>
          <a:xfrm>
            <a:off x="8560547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230" name="S08-label944"/>
          <p:cNvSpPr txBox="1"/>
          <p:nvPr/>
        </p:nvSpPr>
        <p:spPr>
          <a:xfrm>
            <a:off x="9010040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231" name="S08-label945"/>
          <p:cNvSpPr txBox="1"/>
          <p:nvPr/>
        </p:nvSpPr>
        <p:spPr>
          <a:xfrm>
            <a:off x="9624060" y="155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232" name="S08-line946"/>
          <p:cNvSpPr/>
          <p:nvPr/>
        </p:nvSpPr>
        <p:spPr>
          <a:xfrm>
            <a:off x="9898380" y="2963799"/>
            <a:ext cx="592336" cy="341986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233" name="S08-line947"/>
          <p:cNvSpPr/>
          <p:nvPr/>
        </p:nvSpPr>
        <p:spPr>
          <a:xfrm flipV="1">
            <a:off x="9898380" y="1968932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234" name="S08-pin948"/>
          <p:cNvSpPr/>
          <p:nvPr/>
        </p:nvSpPr>
        <p:spPr>
          <a:xfrm>
            <a:off x="9843516" y="290893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5" name="S08-label949"/>
          <p:cNvSpPr txBox="1"/>
          <p:nvPr/>
        </p:nvSpPr>
        <p:spPr>
          <a:xfrm>
            <a:off x="8156448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4시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 30분 그리기</a:t>
            </a:r>
            <a:endParaRPr lang="ko-KR" sz="4400" dirty="0"/>
          </a:p>
        </p:txBody>
      </p:sp>
      <p:sp>
        <p:nvSpPr>
          <p:cNvPr id="3" name="S09-text950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7시 30분을 그려 봐요.</a:t>
            </a:r>
            <a:endParaRPr lang="ko-KR" sz="3200" dirty="0"/>
          </a:p>
        </p:txBody>
      </p:sp>
      <p:sp>
        <p:nvSpPr>
          <p:cNvPr id="4" name="S09-figure951" descr="시계: 짧은바늘이 7과 8 사이, 긴바늘이 6을 가리킴(7시 30분)"/>
          <p:cNvSpPr/>
          <p:nvPr/>
        </p:nvSpPr>
        <p:spPr>
          <a:xfrm>
            <a:off x="7726131" y="2857500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5" name="S09-line952"/>
          <p:cNvSpPr/>
          <p:nvPr/>
        </p:nvSpPr>
        <p:spPr>
          <a:xfrm>
            <a:off x="9280611" y="2894076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09-line953"/>
          <p:cNvSpPr/>
          <p:nvPr/>
        </p:nvSpPr>
        <p:spPr>
          <a:xfrm flipH="1">
            <a:off x="9431151" y="290239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9-line954"/>
          <p:cNvSpPr/>
          <p:nvPr/>
        </p:nvSpPr>
        <p:spPr>
          <a:xfrm flipH="1">
            <a:off x="9580042" y="292724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9-line955"/>
          <p:cNvSpPr/>
          <p:nvPr/>
        </p:nvSpPr>
        <p:spPr>
          <a:xfrm flipH="1">
            <a:off x="9725651" y="296836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9-line956"/>
          <p:cNvSpPr/>
          <p:nvPr/>
        </p:nvSpPr>
        <p:spPr>
          <a:xfrm flipH="1">
            <a:off x="9866385" y="302530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9-line957"/>
          <p:cNvSpPr/>
          <p:nvPr/>
        </p:nvSpPr>
        <p:spPr>
          <a:xfrm flipH="1">
            <a:off x="9954067" y="309743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9-line958"/>
          <p:cNvSpPr/>
          <p:nvPr/>
        </p:nvSpPr>
        <p:spPr>
          <a:xfrm flipH="1">
            <a:off x="10127128" y="318397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9-line959"/>
          <p:cNvSpPr/>
          <p:nvPr/>
        </p:nvSpPr>
        <p:spPr>
          <a:xfrm flipH="1">
            <a:off x="10244280" y="328395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9-line960"/>
          <p:cNvSpPr/>
          <p:nvPr/>
        </p:nvSpPr>
        <p:spPr>
          <a:xfrm flipH="1">
            <a:off x="10350874" y="339630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9-line961"/>
          <p:cNvSpPr/>
          <p:nvPr/>
        </p:nvSpPr>
        <p:spPr>
          <a:xfrm flipH="1">
            <a:off x="10445741" y="351977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9-line962"/>
          <p:cNvSpPr/>
          <p:nvPr/>
        </p:nvSpPr>
        <p:spPr>
          <a:xfrm flipH="1">
            <a:off x="10447071" y="365302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" name="S09-line963"/>
          <p:cNvSpPr/>
          <p:nvPr/>
        </p:nvSpPr>
        <p:spPr>
          <a:xfrm flipH="1">
            <a:off x="10596281" y="379459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9-line964"/>
          <p:cNvSpPr/>
          <p:nvPr/>
        </p:nvSpPr>
        <p:spPr>
          <a:xfrm flipH="1">
            <a:off x="10650304" y="394292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9-line965"/>
          <p:cNvSpPr/>
          <p:nvPr/>
        </p:nvSpPr>
        <p:spPr>
          <a:xfrm flipH="1">
            <a:off x="10689320" y="409639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9-line966"/>
          <p:cNvSpPr/>
          <p:nvPr/>
        </p:nvSpPr>
        <p:spPr>
          <a:xfrm flipH="1">
            <a:off x="10712902" y="425331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9-line967"/>
          <p:cNvSpPr/>
          <p:nvPr/>
        </p:nvSpPr>
        <p:spPr>
          <a:xfrm flipH="1">
            <a:off x="10627523" y="441198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09-line968"/>
          <p:cNvSpPr/>
          <p:nvPr/>
        </p:nvSpPr>
        <p:spPr>
          <a:xfrm flipH="1" flipV="1">
            <a:off x="10712902" y="456252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9-line969"/>
          <p:cNvSpPr/>
          <p:nvPr/>
        </p:nvSpPr>
        <p:spPr>
          <a:xfrm flipH="1" flipV="1">
            <a:off x="10689320" y="471141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9-line970"/>
          <p:cNvSpPr/>
          <p:nvPr/>
        </p:nvSpPr>
        <p:spPr>
          <a:xfrm flipH="1" flipV="1">
            <a:off x="10650304" y="485702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9-line971"/>
          <p:cNvSpPr/>
          <p:nvPr/>
        </p:nvSpPr>
        <p:spPr>
          <a:xfrm flipH="1" flipV="1">
            <a:off x="10596281" y="499775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9-line972"/>
          <p:cNvSpPr/>
          <p:nvPr/>
        </p:nvSpPr>
        <p:spPr>
          <a:xfrm flipH="1" flipV="1">
            <a:off x="10447071" y="508543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" name="S09-line973"/>
          <p:cNvSpPr/>
          <p:nvPr/>
        </p:nvSpPr>
        <p:spPr>
          <a:xfrm flipH="1" flipV="1">
            <a:off x="10445741" y="52584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9-line974"/>
          <p:cNvSpPr/>
          <p:nvPr/>
        </p:nvSpPr>
        <p:spPr>
          <a:xfrm flipH="1" flipV="1">
            <a:off x="10350874" y="537564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9-line975"/>
          <p:cNvSpPr/>
          <p:nvPr/>
        </p:nvSpPr>
        <p:spPr>
          <a:xfrm flipH="1" flipV="1">
            <a:off x="10244280" y="548224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9-line976"/>
          <p:cNvSpPr/>
          <p:nvPr/>
        </p:nvSpPr>
        <p:spPr>
          <a:xfrm flipH="1" flipV="1">
            <a:off x="10127128" y="557711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9-line977"/>
          <p:cNvSpPr/>
          <p:nvPr/>
        </p:nvSpPr>
        <p:spPr>
          <a:xfrm flipH="1" flipV="1">
            <a:off x="9954067" y="557843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09-line978"/>
          <p:cNvSpPr/>
          <p:nvPr/>
        </p:nvSpPr>
        <p:spPr>
          <a:xfrm flipH="1" flipV="1">
            <a:off x="9866385" y="572765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9-line979"/>
          <p:cNvSpPr/>
          <p:nvPr/>
        </p:nvSpPr>
        <p:spPr>
          <a:xfrm flipH="1" flipV="1">
            <a:off x="9725651" y="578167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9-line980"/>
          <p:cNvSpPr/>
          <p:nvPr/>
        </p:nvSpPr>
        <p:spPr>
          <a:xfrm flipH="1" flipV="1">
            <a:off x="9580042" y="582068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9-line981"/>
          <p:cNvSpPr/>
          <p:nvPr/>
        </p:nvSpPr>
        <p:spPr>
          <a:xfrm flipH="1" flipV="1">
            <a:off x="9431151" y="584427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9-line982"/>
          <p:cNvSpPr/>
          <p:nvPr/>
        </p:nvSpPr>
        <p:spPr>
          <a:xfrm flipV="1">
            <a:off x="9280611" y="5758891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6" name="S09-line983"/>
          <p:cNvSpPr/>
          <p:nvPr/>
        </p:nvSpPr>
        <p:spPr>
          <a:xfrm flipV="1">
            <a:off x="9121947" y="584427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9-line984"/>
          <p:cNvSpPr/>
          <p:nvPr/>
        </p:nvSpPr>
        <p:spPr>
          <a:xfrm flipV="1">
            <a:off x="8965021" y="582068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9-line985"/>
          <p:cNvSpPr/>
          <p:nvPr/>
        </p:nvSpPr>
        <p:spPr>
          <a:xfrm flipV="1">
            <a:off x="8811553" y="578167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9-line986"/>
          <p:cNvSpPr/>
          <p:nvPr/>
        </p:nvSpPr>
        <p:spPr>
          <a:xfrm flipV="1">
            <a:off x="8663224" y="572765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9-line987"/>
          <p:cNvSpPr/>
          <p:nvPr/>
        </p:nvSpPr>
        <p:spPr>
          <a:xfrm flipV="1">
            <a:off x="8521659" y="557843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1" name="S09-line988"/>
          <p:cNvSpPr/>
          <p:nvPr/>
        </p:nvSpPr>
        <p:spPr>
          <a:xfrm flipV="1">
            <a:off x="8388410" y="557711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9-line989"/>
          <p:cNvSpPr/>
          <p:nvPr/>
        </p:nvSpPr>
        <p:spPr>
          <a:xfrm flipV="1">
            <a:off x="8264935" y="548224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9-line990"/>
          <p:cNvSpPr/>
          <p:nvPr/>
        </p:nvSpPr>
        <p:spPr>
          <a:xfrm flipV="1">
            <a:off x="8152589" y="537564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9-line991"/>
          <p:cNvSpPr/>
          <p:nvPr/>
        </p:nvSpPr>
        <p:spPr>
          <a:xfrm flipV="1">
            <a:off x="8052601" y="52584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9-line992"/>
          <p:cNvSpPr/>
          <p:nvPr/>
        </p:nvSpPr>
        <p:spPr>
          <a:xfrm flipV="1">
            <a:off x="7966068" y="508543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6" name="S09-line993"/>
          <p:cNvSpPr/>
          <p:nvPr/>
        </p:nvSpPr>
        <p:spPr>
          <a:xfrm flipV="1">
            <a:off x="7893937" y="499775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9-line994"/>
          <p:cNvSpPr/>
          <p:nvPr/>
        </p:nvSpPr>
        <p:spPr>
          <a:xfrm flipV="1">
            <a:off x="7836999" y="485702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9-line995"/>
          <p:cNvSpPr/>
          <p:nvPr/>
        </p:nvSpPr>
        <p:spPr>
          <a:xfrm flipV="1">
            <a:off x="7795877" y="471141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9-line996"/>
          <p:cNvSpPr/>
          <p:nvPr/>
        </p:nvSpPr>
        <p:spPr>
          <a:xfrm flipV="1">
            <a:off x="7771023" y="456252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9-line997"/>
          <p:cNvSpPr/>
          <p:nvPr/>
        </p:nvSpPr>
        <p:spPr>
          <a:xfrm>
            <a:off x="7762707" y="441198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1" name="S09-line998"/>
          <p:cNvSpPr/>
          <p:nvPr/>
        </p:nvSpPr>
        <p:spPr>
          <a:xfrm>
            <a:off x="7771023" y="425331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9-line999"/>
          <p:cNvSpPr/>
          <p:nvPr/>
        </p:nvSpPr>
        <p:spPr>
          <a:xfrm>
            <a:off x="7795877" y="409639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9-line1000"/>
          <p:cNvSpPr/>
          <p:nvPr/>
        </p:nvSpPr>
        <p:spPr>
          <a:xfrm>
            <a:off x="7836999" y="394292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9-line1001"/>
          <p:cNvSpPr/>
          <p:nvPr/>
        </p:nvSpPr>
        <p:spPr>
          <a:xfrm>
            <a:off x="7893937" y="379459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9-line1002"/>
          <p:cNvSpPr/>
          <p:nvPr/>
        </p:nvSpPr>
        <p:spPr>
          <a:xfrm>
            <a:off x="7966068" y="365302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6" name="S09-line1003"/>
          <p:cNvSpPr/>
          <p:nvPr/>
        </p:nvSpPr>
        <p:spPr>
          <a:xfrm>
            <a:off x="8052601" y="351977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9-line1004"/>
          <p:cNvSpPr/>
          <p:nvPr/>
        </p:nvSpPr>
        <p:spPr>
          <a:xfrm>
            <a:off x="8152589" y="339630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9-line1005"/>
          <p:cNvSpPr/>
          <p:nvPr/>
        </p:nvSpPr>
        <p:spPr>
          <a:xfrm>
            <a:off x="8264935" y="328395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9-line1006"/>
          <p:cNvSpPr/>
          <p:nvPr/>
        </p:nvSpPr>
        <p:spPr>
          <a:xfrm>
            <a:off x="8388410" y="318397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9-line1007"/>
          <p:cNvSpPr/>
          <p:nvPr/>
        </p:nvSpPr>
        <p:spPr>
          <a:xfrm>
            <a:off x="8521659" y="309743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1" name="S09-line1008"/>
          <p:cNvSpPr/>
          <p:nvPr/>
        </p:nvSpPr>
        <p:spPr>
          <a:xfrm>
            <a:off x="8663224" y="302530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9-line1009"/>
          <p:cNvSpPr/>
          <p:nvPr/>
        </p:nvSpPr>
        <p:spPr>
          <a:xfrm>
            <a:off x="8811553" y="296836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9-line1010"/>
          <p:cNvSpPr/>
          <p:nvPr/>
        </p:nvSpPr>
        <p:spPr>
          <a:xfrm>
            <a:off x="8965021" y="292724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9-line1011"/>
          <p:cNvSpPr/>
          <p:nvPr/>
        </p:nvSpPr>
        <p:spPr>
          <a:xfrm>
            <a:off x="9121947" y="290239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9-label1012"/>
          <p:cNvSpPr txBox="1"/>
          <p:nvPr/>
        </p:nvSpPr>
        <p:spPr>
          <a:xfrm>
            <a:off x="9620311" y="316558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66" name="S09-label1013"/>
          <p:cNvSpPr txBox="1"/>
          <p:nvPr/>
        </p:nvSpPr>
        <p:spPr>
          <a:xfrm>
            <a:off x="10069805" y="361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67" name="S09-label1014"/>
          <p:cNvSpPr txBox="1"/>
          <p:nvPr/>
        </p:nvSpPr>
        <p:spPr>
          <a:xfrm>
            <a:off x="10234331" y="42291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68" name="S09-label1015"/>
          <p:cNvSpPr txBox="1"/>
          <p:nvPr/>
        </p:nvSpPr>
        <p:spPr>
          <a:xfrm>
            <a:off x="10069805" y="484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69" name="S09-label1016"/>
          <p:cNvSpPr txBox="1"/>
          <p:nvPr/>
        </p:nvSpPr>
        <p:spPr>
          <a:xfrm>
            <a:off x="9620311" y="529261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70" name="S09-label1017"/>
          <p:cNvSpPr txBox="1"/>
          <p:nvPr/>
        </p:nvSpPr>
        <p:spPr>
          <a:xfrm>
            <a:off x="9006291" y="54571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71" name="S09-label1018"/>
          <p:cNvSpPr txBox="1"/>
          <p:nvPr/>
        </p:nvSpPr>
        <p:spPr>
          <a:xfrm>
            <a:off x="8392272" y="529261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72" name="S09-label1019"/>
          <p:cNvSpPr txBox="1"/>
          <p:nvPr/>
        </p:nvSpPr>
        <p:spPr>
          <a:xfrm>
            <a:off x="7942778" y="484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73" name="S09-label1020"/>
          <p:cNvSpPr txBox="1"/>
          <p:nvPr/>
        </p:nvSpPr>
        <p:spPr>
          <a:xfrm>
            <a:off x="7778252" y="42291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74" name="S09-label1021"/>
          <p:cNvSpPr txBox="1"/>
          <p:nvPr/>
        </p:nvSpPr>
        <p:spPr>
          <a:xfrm>
            <a:off x="7942778" y="361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75" name="S09-label1022"/>
          <p:cNvSpPr txBox="1"/>
          <p:nvPr/>
        </p:nvSpPr>
        <p:spPr>
          <a:xfrm>
            <a:off x="8392272" y="316558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76" name="S09-label1023"/>
          <p:cNvSpPr txBox="1"/>
          <p:nvPr/>
        </p:nvSpPr>
        <p:spPr>
          <a:xfrm>
            <a:off x="9006291" y="300106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77" name="S09-line1024"/>
          <p:cNvSpPr/>
          <p:nvPr/>
        </p:nvSpPr>
        <p:spPr>
          <a:xfrm flipH="1">
            <a:off x="8796971" y="4411980"/>
            <a:ext cx="483641" cy="483641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8" name="S09-line1025"/>
          <p:cNvSpPr/>
          <p:nvPr/>
        </p:nvSpPr>
        <p:spPr>
          <a:xfrm>
            <a:off x="9280611" y="4411980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79" name="S09-pin1026"/>
          <p:cNvSpPr/>
          <p:nvPr/>
        </p:nvSpPr>
        <p:spPr>
          <a:xfrm>
            <a:off x="9225747" y="435711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0" name="S09-stepno1027"/>
          <p:cNvSpPr txBox="1"/>
          <p:nvPr/>
        </p:nvSpPr>
        <p:spPr>
          <a:xfrm>
            <a:off x="548640" y="3559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1" name="S09-text1028"/>
          <p:cNvSpPr txBox="1"/>
          <p:nvPr/>
        </p:nvSpPr>
        <p:spPr>
          <a:xfrm>
            <a:off x="1325880" y="3559556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긴바늘을 6까지 길게 그려요.</a:t>
            </a:r>
            <a:endParaRPr lang="ko-KR" sz="3200" dirty="0"/>
          </a:p>
        </p:txBody>
      </p:sp>
      <p:sp>
        <p:nvSpPr>
          <p:cNvPr id="82" name="S09-stepno1029"/>
          <p:cNvSpPr txBox="1"/>
          <p:nvPr/>
        </p:nvSpPr>
        <p:spPr>
          <a:xfrm>
            <a:off x="548640" y="43185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3" name="S09-text1030"/>
          <p:cNvSpPr txBox="1"/>
          <p:nvPr/>
        </p:nvSpPr>
        <p:spPr>
          <a:xfrm>
            <a:off x="1325880" y="4272788"/>
            <a:ext cx="5229271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짧은바늘을 7과 8 사이에 짧게 그려요.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 30분일까요?</a:t>
            </a:r>
            <a:endParaRPr lang="ko-KR" sz="4400" dirty="0"/>
          </a:p>
        </p:txBody>
      </p:sp>
      <p:sp>
        <p:nvSpPr>
          <p:cNvPr id="3" name="S10-card10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10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짧은바늘이 지나온 수를 읽어요.</a:t>
            </a:r>
            <a:endParaRPr lang="ko-KR" sz="3200" dirty="0"/>
          </a:p>
        </p:txBody>
      </p:sp>
      <p:sp>
        <p:nvSpPr>
          <p:cNvPr id="5" name="S10-figure1033" descr="시계: 짧은바늘이 1과 2 사이, 긴바늘이 6을 가리킴(1시 30분)"/>
          <p:cNvSpPr/>
          <p:nvPr/>
        </p:nvSpPr>
        <p:spPr>
          <a:xfrm>
            <a:off x="736092" y="140931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6" name="S10-line1034"/>
          <p:cNvSpPr/>
          <p:nvPr/>
        </p:nvSpPr>
        <p:spPr>
          <a:xfrm>
            <a:off x="2290572" y="144589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10-line1035"/>
          <p:cNvSpPr/>
          <p:nvPr/>
        </p:nvSpPr>
        <p:spPr>
          <a:xfrm flipH="1">
            <a:off x="2441112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10-line1036"/>
          <p:cNvSpPr/>
          <p:nvPr/>
        </p:nvSpPr>
        <p:spPr>
          <a:xfrm flipH="1">
            <a:off x="2590002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0-line1037"/>
          <p:cNvSpPr/>
          <p:nvPr/>
        </p:nvSpPr>
        <p:spPr>
          <a:xfrm flipH="1">
            <a:off x="2735612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0-line1038"/>
          <p:cNvSpPr/>
          <p:nvPr/>
        </p:nvSpPr>
        <p:spPr>
          <a:xfrm flipH="1">
            <a:off x="2876346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0-line1039"/>
          <p:cNvSpPr/>
          <p:nvPr/>
        </p:nvSpPr>
        <p:spPr>
          <a:xfrm flipH="1">
            <a:off x="2964028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10-line1040"/>
          <p:cNvSpPr/>
          <p:nvPr/>
        </p:nvSpPr>
        <p:spPr>
          <a:xfrm flipH="1">
            <a:off x="3137089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0-line1041"/>
          <p:cNvSpPr/>
          <p:nvPr/>
        </p:nvSpPr>
        <p:spPr>
          <a:xfrm flipH="1">
            <a:off x="3254241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0-line1042"/>
          <p:cNvSpPr/>
          <p:nvPr/>
        </p:nvSpPr>
        <p:spPr>
          <a:xfrm flipH="1">
            <a:off x="3360834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0-line1043"/>
          <p:cNvSpPr/>
          <p:nvPr/>
        </p:nvSpPr>
        <p:spPr>
          <a:xfrm flipH="1">
            <a:off x="3455702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0-line1044"/>
          <p:cNvSpPr/>
          <p:nvPr/>
        </p:nvSpPr>
        <p:spPr>
          <a:xfrm flipH="1">
            <a:off x="3457031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10-line1045"/>
          <p:cNvSpPr/>
          <p:nvPr/>
        </p:nvSpPr>
        <p:spPr>
          <a:xfrm flipH="1">
            <a:off x="3606242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0-line1046"/>
          <p:cNvSpPr/>
          <p:nvPr/>
        </p:nvSpPr>
        <p:spPr>
          <a:xfrm flipH="1">
            <a:off x="3660265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0-line1047"/>
          <p:cNvSpPr/>
          <p:nvPr/>
        </p:nvSpPr>
        <p:spPr>
          <a:xfrm flipH="1">
            <a:off x="3699281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0-line1048"/>
          <p:cNvSpPr/>
          <p:nvPr/>
        </p:nvSpPr>
        <p:spPr>
          <a:xfrm flipH="1">
            <a:off x="3722863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0-line1049"/>
          <p:cNvSpPr/>
          <p:nvPr/>
        </p:nvSpPr>
        <p:spPr>
          <a:xfrm flipH="1">
            <a:off x="3637483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10-line1050"/>
          <p:cNvSpPr/>
          <p:nvPr/>
        </p:nvSpPr>
        <p:spPr>
          <a:xfrm flipH="1" flipV="1">
            <a:off x="3722863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0-line1051"/>
          <p:cNvSpPr/>
          <p:nvPr/>
        </p:nvSpPr>
        <p:spPr>
          <a:xfrm flipH="1" flipV="1">
            <a:off x="3699281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0-line1052"/>
          <p:cNvSpPr/>
          <p:nvPr/>
        </p:nvSpPr>
        <p:spPr>
          <a:xfrm flipH="1" flipV="1">
            <a:off x="3660265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0-line1053"/>
          <p:cNvSpPr/>
          <p:nvPr/>
        </p:nvSpPr>
        <p:spPr>
          <a:xfrm flipH="1" flipV="1">
            <a:off x="3606242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0-line1054"/>
          <p:cNvSpPr/>
          <p:nvPr/>
        </p:nvSpPr>
        <p:spPr>
          <a:xfrm flipH="1" flipV="1">
            <a:off x="3457031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10-line1055"/>
          <p:cNvSpPr/>
          <p:nvPr/>
        </p:nvSpPr>
        <p:spPr>
          <a:xfrm flipH="1" flipV="1">
            <a:off x="3455702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10-line1056"/>
          <p:cNvSpPr/>
          <p:nvPr/>
        </p:nvSpPr>
        <p:spPr>
          <a:xfrm flipH="1" flipV="1">
            <a:off x="3360834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0-line1057"/>
          <p:cNvSpPr/>
          <p:nvPr/>
        </p:nvSpPr>
        <p:spPr>
          <a:xfrm flipH="1" flipV="1">
            <a:off x="3254241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0-line1058"/>
          <p:cNvSpPr/>
          <p:nvPr/>
        </p:nvSpPr>
        <p:spPr>
          <a:xfrm flipH="1" flipV="1">
            <a:off x="3137089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0-line1059"/>
          <p:cNvSpPr/>
          <p:nvPr/>
        </p:nvSpPr>
        <p:spPr>
          <a:xfrm flipH="1" flipV="1">
            <a:off x="2964028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2" name="S10-line1060"/>
          <p:cNvSpPr/>
          <p:nvPr/>
        </p:nvSpPr>
        <p:spPr>
          <a:xfrm flipH="1" flipV="1">
            <a:off x="2876346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0-line1061"/>
          <p:cNvSpPr/>
          <p:nvPr/>
        </p:nvSpPr>
        <p:spPr>
          <a:xfrm flipH="1" flipV="1">
            <a:off x="2735612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0-line1062"/>
          <p:cNvSpPr/>
          <p:nvPr/>
        </p:nvSpPr>
        <p:spPr>
          <a:xfrm flipH="1" flipV="1">
            <a:off x="2590002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0-line1063"/>
          <p:cNvSpPr/>
          <p:nvPr/>
        </p:nvSpPr>
        <p:spPr>
          <a:xfrm flipH="1" flipV="1">
            <a:off x="2441112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0-line1064"/>
          <p:cNvSpPr/>
          <p:nvPr/>
        </p:nvSpPr>
        <p:spPr>
          <a:xfrm flipV="1">
            <a:off x="2290572" y="431071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7" name="S10-line1065"/>
          <p:cNvSpPr/>
          <p:nvPr/>
        </p:nvSpPr>
        <p:spPr>
          <a:xfrm flipV="1">
            <a:off x="2131908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10-line1066"/>
          <p:cNvSpPr/>
          <p:nvPr/>
        </p:nvSpPr>
        <p:spPr>
          <a:xfrm flipV="1">
            <a:off x="1974982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0-line1067"/>
          <p:cNvSpPr/>
          <p:nvPr/>
        </p:nvSpPr>
        <p:spPr>
          <a:xfrm flipV="1">
            <a:off x="1821514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0-line1068"/>
          <p:cNvSpPr/>
          <p:nvPr/>
        </p:nvSpPr>
        <p:spPr>
          <a:xfrm flipV="1">
            <a:off x="1673185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0-line1069"/>
          <p:cNvSpPr/>
          <p:nvPr/>
        </p:nvSpPr>
        <p:spPr>
          <a:xfrm flipV="1">
            <a:off x="1531620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2" name="S10-line1070"/>
          <p:cNvSpPr/>
          <p:nvPr/>
        </p:nvSpPr>
        <p:spPr>
          <a:xfrm flipV="1">
            <a:off x="1398370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10-line1071"/>
          <p:cNvSpPr/>
          <p:nvPr/>
        </p:nvSpPr>
        <p:spPr>
          <a:xfrm flipV="1">
            <a:off x="1274896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0-line1072"/>
          <p:cNvSpPr/>
          <p:nvPr/>
        </p:nvSpPr>
        <p:spPr>
          <a:xfrm flipV="1">
            <a:off x="1162549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0-line1073"/>
          <p:cNvSpPr/>
          <p:nvPr/>
        </p:nvSpPr>
        <p:spPr>
          <a:xfrm flipV="1">
            <a:off x="1062562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0-line1074"/>
          <p:cNvSpPr/>
          <p:nvPr/>
        </p:nvSpPr>
        <p:spPr>
          <a:xfrm flipV="1">
            <a:off x="976029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7" name="S10-line1075"/>
          <p:cNvSpPr/>
          <p:nvPr/>
        </p:nvSpPr>
        <p:spPr>
          <a:xfrm flipV="1">
            <a:off x="903898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10-line1076"/>
          <p:cNvSpPr/>
          <p:nvPr/>
        </p:nvSpPr>
        <p:spPr>
          <a:xfrm flipV="1">
            <a:off x="846960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0-line1077"/>
          <p:cNvSpPr/>
          <p:nvPr/>
        </p:nvSpPr>
        <p:spPr>
          <a:xfrm flipV="1">
            <a:off x="805838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0-line1078"/>
          <p:cNvSpPr/>
          <p:nvPr/>
        </p:nvSpPr>
        <p:spPr>
          <a:xfrm flipV="1">
            <a:off x="780983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0-line1079"/>
          <p:cNvSpPr/>
          <p:nvPr/>
        </p:nvSpPr>
        <p:spPr>
          <a:xfrm>
            <a:off x="772668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2" name="S10-line1080"/>
          <p:cNvSpPr/>
          <p:nvPr/>
        </p:nvSpPr>
        <p:spPr>
          <a:xfrm>
            <a:off x="780983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10-line1081"/>
          <p:cNvSpPr/>
          <p:nvPr/>
        </p:nvSpPr>
        <p:spPr>
          <a:xfrm>
            <a:off x="805838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0-line1082"/>
          <p:cNvSpPr/>
          <p:nvPr/>
        </p:nvSpPr>
        <p:spPr>
          <a:xfrm>
            <a:off x="846960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0-line1083"/>
          <p:cNvSpPr/>
          <p:nvPr/>
        </p:nvSpPr>
        <p:spPr>
          <a:xfrm>
            <a:off x="903898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0-line1084"/>
          <p:cNvSpPr/>
          <p:nvPr/>
        </p:nvSpPr>
        <p:spPr>
          <a:xfrm>
            <a:off x="976029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7" name="S10-line1085"/>
          <p:cNvSpPr/>
          <p:nvPr/>
        </p:nvSpPr>
        <p:spPr>
          <a:xfrm>
            <a:off x="1062562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10-line1086"/>
          <p:cNvSpPr/>
          <p:nvPr/>
        </p:nvSpPr>
        <p:spPr>
          <a:xfrm>
            <a:off x="1162549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0-line1087"/>
          <p:cNvSpPr/>
          <p:nvPr/>
        </p:nvSpPr>
        <p:spPr>
          <a:xfrm>
            <a:off x="1274896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0-line1088"/>
          <p:cNvSpPr/>
          <p:nvPr/>
        </p:nvSpPr>
        <p:spPr>
          <a:xfrm>
            <a:off x="1398370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0-line1089"/>
          <p:cNvSpPr/>
          <p:nvPr/>
        </p:nvSpPr>
        <p:spPr>
          <a:xfrm>
            <a:off x="1531620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2" name="S10-line1090"/>
          <p:cNvSpPr/>
          <p:nvPr/>
        </p:nvSpPr>
        <p:spPr>
          <a:xfrm>
            <a:off x="1673185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10-line1091"/>
          <p:cNvSpPr/>
          <p:nvPr/>
        </p:nvSpPr>
        <p:spPr>
          <a:xfrm>
            <a:off x="1821514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10-line1092"/>
          <p:cNvSpPr/>
          <p:nvPr/>
        </p:nvSpPr>
        <p:spPr>
          <a:xfrm>
            <a:off x="1974982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0-line1093"/>
          <p:cNvSpPr/>
          <p:nvPr/>
        </p:nvSpPr>
        <p:spPr>
          <a:xfrm>
            <a:off x="2131908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0-label1094"/>
          <p:cNvSpPr txBox="1"/>
          <p:nvPr/>
        </p:nvSpPr>
        <p:spPr>
          <a:xfrm>
            <a:off x="2630272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67" name="S10-label1095"/>
          <p:cNvSpPr txBox="1"/>
          <p:nvPr/>
        </p:nvSpPr>
        <p:spPr>
          <a:xfrm>
            <a:off x="3079765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68" name="S10-label1096"/>
          <p:cNvSpPr txBox="1"/>
          <p:nvPr/>
        </p:nvSpPr>
        <p:spPr>
          <a:xfrm>
            <a:off x="3244291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69" name="S10-label1097"/>
          <p:cNvSpPr txBox="1"/>
          <p:nvPr/>
        </p:nvSpPr>
        <p:spPr>
          <a:xfrm>
            <a:off x="3079765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70" name="S10-label1098"/>
          <p:cNvSpPr txBox="1"/>
          <p:nvPr/>
        </p:nvSpPr>
        <p:spPr>
          <a:xfrm>
            <a:off x="2630272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71" name="S10-label1099"/>
          <p:cNvSpPr txBox="1"/>
          <p:nvPr/>
        </p:nvSpPr>
        <p:spPr>
          <a:xfrm>
            <a:off x="2016252" y="400895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72" name="S10-label1100"/>
          <p:cNvSpPr txBox="1"/>
          <p:nvPr/>
        </p:nvSpPr>
        <p:spPr>
          <a:xfrm>
            <a:off x="1402232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73" name="S10-label1101"/>
          <p:cNvSpPr txBox="1"/>
          <p:nvPr/>
        </p:nvSpPr>
        <p:spPr>
          <a:xfrm>
            <a:off x="952739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74" name="S10-label1102"/>
          <p:cNvSpPr txBox="1"/>
          <p:nvPr/>
        </p:nvSpPr>
        <p:spPr>
          <a:xfrm>
            <a:off x="788213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75" name="S10-label1103"/>
          <p:cNvSpPr txBox="1"/>
          <p:nvPr/>
        </p:nvSpPr>
        <p:spPr>
          <a:xfrm>
            <a:off x="952739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76" name="S10-label1104"/>
          <p:cNvSpPr txBox="1"/>
          <p:nvPr/>
        </p:nvSpPr>
        <p:spPr>
          <a:xfrm>
            <a:off x="1402232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77" name="S10-label1105"/>
          <p:cNvSpPr txBox="1"/>
          <p:nvPr/>
        </p:nvSpPr>
        <p:spPr>
          <a:xfrm>
            <a:off x="2016252" y="155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78" name="S10-line1106"/>
          <p:cNvSpPr/>
          <p:nvPr/>
        </p:nvSpPr>
        <p:spPr>
          <a:xfrm flipV="1">
            <a:off x="2290572" y="2480158"/>
            <a:ext cx="483641" cy="483641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9" name="S10-line1107"/>
          <p:cNvSpPr/>
          <p:nvPr/>
        </p:nvSpPr>
        <p:spPr>
          <a:xfrm>
            <a:off x="2290572" y="2963799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0" name="S10-pin1108"/>
          <p:cNvSpPr/>
          <p:nvPr/>
        </p:nvSpPr>
        <p:spPr>
          <a:xfrm>
            <a:off x="2235708" y="290893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1" name="S10-label1109"/>
          <p:cNvSpPr txBox="1"/>
          <p:nvPr/>
        </p:nvSpPr>
        <p:spPr>
          <a:xfrm>
            <a:off x="548640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82" name="S10-figure1110" descr="시계: 짧은바늘이 10과 11 사이, 긴바늘이 6을 가리킴(10시 30분)"/>
          <p:cNvSpPr/>
          <p:nvPr/>
        </p:nvSpPr>
        <p:spPr>
          <a:xfrm>
            <a:off x="4539996" y="140931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3" name="S10-line1111"/>
          <p:cNvSpPr/>
          <p:nvPr/>
        </p:nvSpPr>
        <p:spPr>
          <a:xfrm>
            <a:off x="6094476" y="144589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4" name="S10-line1112"/>
          <p:cNvSpPr/>
          <p:nvPr/>
        </p:nvSpPr>
        <p:spPr>
          <a:xfrm flipH="1">
            <a:off x="6245016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10-line1113"/>
          <p:cNvSpPr/>
          <p:nvPr/>
        </p:nvSpPr>
        <p:spPr>
          <a:xfrm flipH="1">
            <a:off x="6393906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10-line1114"/>
          <p:cNvSpPr/>
          <p:nvPr/>
        </p:nvSpPr>
        <p:spPr>
          <a:xfrm flipH="1">
            <a:off x="6539516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10-line1115"/>
          <p:cNvSpPr/>
          <p:nvPr/>
        </p:nvSpPr>
        <p:spPr>
          <a:xfrm flipH="1">
            <a:off x="6680250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10-line1116"/>
          <p:cNvSpPr/>
          <p:nvPr/>
        </p:nvSpPr>
        <p:spPr>
          <a:xfrm flipH="1">
            <a:off x="6767932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9" name="S10-line1117"/>
          <p:cNvSpPr/>
          <p:nvPr/>
        </p:nvSpPr>
        <p:spPr>
          <a:xfrm flipH="1">
            <a:off x="6940993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10-line1118"/>
          <p:cNvSpPr/>
          <p:nvPr/>
        </p:nvSpPr>
        <p:spPr>
          <a:xfrm flipH="1">
            <a:off x="7058145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10-line1119"/>
          <p:cNvSpPr/>
          <p:nvPr/>
        </p:nvSpPr>
        <p:spPr>
          <a:xfrm flipH="1">
            <a:off x="7164738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10-line1120"/>
          <p:cNvSpPr/>
          <p:nvPr/>
        </p:nvSpPr>
        <p:spPr>
          <a:xfrm flipH="1">
            <a:off x="7259606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10-line1121"/>
          <p:cNvSpPr/>
          <p:nvPr/>
        </p:nvSpPr>
        <p:spPr>
          <a:xfrm flipH="1">
            <a:off x="7260935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4" name="S10-line1122"/>
          <p:cNvSpPr/>
          <p:nvPr/>
        </p:nvSpPr>
        <p:spPr>
          <a:xfrm flipH="1">
            <a:off x="7410146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10-line1123"/>
          <p:cNvSpPr/>
          <p:nvPr/>
        </p:nvSpPr>
        <p:spPr>
          <a:xfrm flipH="1">
            <a:off x="7464169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10-line1124"/>
          <p:cNvSpPr/>
          <p:nvPr/>
        </p:nvSpPr>
        <p:spPr>
          <a:xfrm flipH="1">
            <a:off x="7503185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10-line1125"/>
          <p:cNvSpPr/>
          <p:nvPr/>
        </p:nvSpPr>
        <p:spPr>
          <a:xfrm flipH="1">
            <a:off x="7526767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10-line1126"/>
          <p:cNvSpPr/>
          <p:nvPr/>
        </p:nvSpPr>
        <p:spPr>
          <a:xfrm flipH="1">
            <a:off x="7441387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9" name="S10-line1127"/>
          <p:cNvSpPr/>
          <p:nvPr/>
        </p:nvSpPr>
        <p:spPr>
          <a:xfrm flipH="1" flipV="1">
            <a:off x="7526767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10-line1128"/>
          <p:cNvSpPr/>
          <p:nvPr/>
        </p:nvSpPr>
        <p:spPr>
          <a:xfrm flipH="1" flipV="1">
            <a:off x="7503185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10-line1129"/>
          <p:cNvSpPr/>
          <p:nvPr/>
        </p:nvSpPr>
        <p:spPr>
          <a:xfrm flipH="1" flipV="1">
            <a:off x="7464169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10-line1130"/>
          <p:cNvSpPr/>
          <p:nvPr/>
        </p:nvSpPr>
        <p:spPr>
          <a:xfrm flipH="1" flipV="1">
            <a:off x="7410146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10-line1131"/>
          <p:cNvSpPr/>
          <p:nvPr/>
        </p:nvSpPr>
        <p:spPr>
          <a:xfrm flipH="1" flipV="1">
            <a:off x="7260935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4" name="S10-line1132"/>
          <p:cNvSpPr/>
          <p:nvPr/>
        </p:nvSpPr>
        <p:spPr>
          <a:xfrm flipH="1" flipV="1">
            <a:off x="7259606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10-line1133"/>
          <p:cNvSpPr/>
          <p:nvPr/>
        </p:nvSpPr>
        <p:spPr>
          <a:xfrm flipH="1" flipV="1">
            <a:off x="7164738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10-line1134"/>
          <p:cNvSpPr/>
          <p:nvPr/>
        </p:nvSpPr>
        <p:spPr>
          <a:xfrm flipH="1" flipV="1">
            <a:off x="7058145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10-line1135"/>
          <p:cNvSpPr/>
          <p:nvPr/>
        </p:nvSpPr>
        <p:spPr>
          <a:xfrm flipH="1" flipV="1">
            <a:off x="6940993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10-line1136"/>
          <p:cNvSpPr/>
          <p:nvPr/>
        </p:nvSpPr>
        <p:spPr>
          <a:xfrm flipH="1" flipV="1">
            <a:off x="6767932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9" name="S10-line1137"/>
          <p:cNvSpPr/>
          <p:nvPr/>
        </p:nvSpPr>
        <p:spPr>
          <a:xfrm flipH="1" flipV="1">
            <a:off x="6680250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10-line1138"/>
          <p:cNvSpPr/>
          <p:nvPr/>
        </p:nvSpPr>
        <p:spPr>
          <a:xfrm flipH="1" flipV="1">
            <a:off x="6539516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10-line1139"/>
          <p:cNvSpPr/>
          <p:nvPr/>
        </p:nvSpPr>
        <p:spPr>
          <a:xfrm flipH="1" flipV="1">
            <a:off x="6393906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10-line1140"/>
          <p:cNvSpPr/>
          <p:nvPr/>
        </p:nvSpPr>
        <p:spPr>
          <a:xfrm flipH="1" flipV="1">
            <a:off x="6245016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10-line1141"/>
          <p:cNvSpPr/>
          <p:nvPr/>
        </p:nvSpPr>
        <p:spPr>
          <a:xfrm flipV="1">
            <a:off x="6094476" y="431071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4" name="S10-line1142"/>
          <p:cNvSpPr/>
          <p:nvPr/>
        </p:nvSpPr>
        <p:spPr>
          <a:xfrm flipV="1">
            <a:off x="5935812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10-line1143"/>
          <p:cNvSpPr/>
          <p:nvPr/>
        </p:nvSpPr>
        <p:spPr>
          <a:xfrm flipV="1">
            <a:off x="5778886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10-line1144"/>
          <p:cNvSpPr/>
          <p:nvPr/>
        </p:nvSpPr>
        <p:spPr>
          <a:xfrm flipV="1">
            <a:off x="5625418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10-line1145"/>
          <p:cNvSpPr/>
          <p:nvPr/>
        </p:nvSpPr>
        <p:spPr>
          <a:xfrm flipV="1">
            <a:off x="5477089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10-line1146"/>
          <p:cNvSpPr/>
          <p:nvPr/>
        </p:nvSpPr>
        <p:spPr>
          <a:xfrm flipV="1">
            <a:off x="5335524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9" name="S10-line1147"/>
          <p:cNvSpPr/>
          <p:nvPr/>
        </p:nvSpPr>
        <p:spPr>
          <a:xfrm flipV="1">
            <a:off x="5202274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10-line1148"/>
          <p:cNvSpPr/>
          <p:nvPr/>
        </p:nvSpPr>
        <p:spPr>
          <a:xfrm flipV="1">
            <a:off x="5078800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10-line1149"/>
          <p:cNvSpPr/>
          <p:nvPr/>
        </p:nvSpPr>
        <p:spPr>
          <a:xfrm flipV="1">
            <a:off x="4966453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10-line1150"/>
          <p:cNvSpPr/>
          <p:nvPr/>
        </p:nvSpPr>
        <p:spPr>
          <a:xfrm flipV="1">
            <a:off x="4866466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10-line1151"/>
          <p:cNvSpPr/>
          <p:nvPr/>
        </p:nvSpPr>
        <p:spPr>
          <a:xfrm flipV="1">
            <a:off x="4779933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4" name="S10-line1152"/>
          <p:cNvSpPr/>
          <p:nvPr/>
        </p:nvSpPr>
        <p:spPr>
          <a:xfrm flipV="1">
            <a:off x="4707802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10-line1153"/>
          <p:cNvSpPr/>
          <p:nvPr/>
        </p:nvSpPr>
        <p:spPr>
          <a:xfrm flipV="1">
            <a:off x="4650864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10-line1154"/>
          <p:cNvSpPr/>
          <p:nvPr/>
        </p:nvSpPr>
        <p:spPr>
          <a:xfrm flipV="1">
            <a:off x="4609742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10-line1155"/>
          <p:cNvSpPr/>
          <p:nvPr/>
        </p:nvSpPr>
        <p:spPr>
          <a:xfrm flipV="1">
            <a:off x="4584887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10-line1156"/>
          <p:cNvSpPr/>
          <p:nvPr/>
        </p:nvSpPr>
        <p:spPr>
          <a:xfrm>
            <a:off x="4576572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9" name="S10-line1157"/>
          <p:cNvSpPr/>
          <p:nvPr/>
        </p:nvSpPr>
        <p:spPr>
          <a:xfrm>
            <a:off x="4584887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10-line1158"/>
          <p:cNvSpPr/>
          <p:nvPr/>
        </p:nvSpPr>
        <p:spPr>
          <a:xfrm>
            <a:off x="4609742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10-line1159"/>
          <p:cNvSpPr/>
          <p:nvPr/>
        </p:nvSpPr>
        <p:spPr>
          <a:xfrm>
            <a:off x="4650864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10-line1160"/>
          <p:cNvSpPr/>
          <p:nvPr/>
        </p:nvSpPr>
        <p:spPr>
          <a:xfrm>
            <a:off x="4707802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10-line1161"/>
          <p:cNvSpPr/>
          <p:nvPr/>
        </p:nvSpPr>
        <p:spPr>
          <a:xfrm>
            <a:off x="4779933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4" name="S10-line1162"/>
          <p:cNvSpPr/>
          <p:nvPr/>
        </p:nvSpPr>
        <p:spPr>
          <a:xfrm>
            <a:off x="4866466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10-line1163"/>
          <p:cNvSpPr/>
          <p:nvPr/>
        </p:nvSpPr>
        <p:spPr>
          <a:xfrm>
            <a:off x="4966453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10-line1164"/>
          <p:cNvSpPr/>
          <p:nvPr/>
        </p:nvSpPr>
        <p:spPr>
          <a:xfrm>
            <a:off x="5078800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10-line1165"/>
          <p:cNvSpPr/>
          <p:nvPr/>
        </p:nvSpPr>
        <p:spPr>
          <a:xfrm>
            <a:off x="5202274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10-line1166"/>
          <p:cNvSpPr/>
          <p:nvPr/>
        </p:nvSpPr>
        <p:spPr>
          <a:xfrm>
            <a:off x="5335524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9" name="S10-line1167"/>
          <p:cNvSpPr/>
          <p:nvPr/>
        </p:nvSpPr>
        <p:spPr>
          <a:xfrm>
            <a:off x="5477089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10-line1168"/>
          <p:cNvSpPr/>
          <p:nvPr/>
        </p:nvSpPr>
        <p:spPr>
          <a:xfrm>
            <a:off x="5625418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10-line1169"/>
          <p:cNvSpPr/>
          <p:nvPr/>
        </p:nvSpPr>
        <p:spPr>
          <a:xfrm>
            <a:off x="5778886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10-line1170"/>
          <p:cNvSpPr/>
          <p:nvPr/>
        </p:nvSpPr>
        <p:spPr>
          <a:xfrm>
            <a:off x="5935812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10-label1171"/>
          <p:cNvSpPr txBox="1"/>
          <p:nvPr/>
        </p:nvSpPr>
        <p:spPr>
          <a:xfrm>
            <a:off x="6434176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44" name="S10-label1172"/>
          <p:cNvSpPr txBox="1"/>
          <p:nvPr/>
        </p:nvSpPr>
        <p:spPr>
          <a:xfrm>
            <a:off x="6883669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45" name="S10-label1173"/>
          <p:cNvSpPr txBox="1"/>
          <p:nvPr/>
        </p:nvSpPr>
        <p:spPr>
          <a:xfrm>
            <a:off x="7048195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46" name="S10-label1174"/>
          <p:cNvSpPr txBox="1"/>
          <p:nvPr/>
        </p:nvSpPr>
        <p:spPr>
          <a:xfrm>
            <a:off x="6883669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47" name="S10-label1175"/>
          <p:cNvSpPr txBox="1"/>
          <p:nvPr/>
        </p:nvSpPr>
        <p:spPr>
          <a:xfrm>
            <a:off x="6434176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48" name="S10-label1176"/>
          <p:cNvSpPr txBox="1"/>
          <p:nvPr/>
        </p:nvSpPr>
        <p:spPr>
          <a:xfrm>
            <a:off x="5820156" y="400895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149" name="S10-label1177"/>
          <p:cNvSpPr txBox="1"/>
          <p:nvPr/>
        </p:nvSpPr>
        <p:spPr>
          <a:xfrm>
            <a:off x="5206136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150" name="S10-label1178"/>
          <p:cNvSpPr txBox="1"/>
          <p:nvPr/>
        </p:nvSpPr>
        <p:spPr>
          <a:xfrm>
            <a:off x="4756643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151" name="S10-label1179"/>
          <p:cNvSpPr txBox="1"/>
          <p:nvPr/>
        </p:nvSpPr>
        <p:spPr>
          <a:xfrm>
            <a:off x="4592117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152" name="S10-label1180"/>
          <p:cNvSpPr txBox="1"/>
          <p:nvPr/>
        </p:nvSpPr>
        <p:spPr>
          <a:xfrm>
            <a:off x="4756643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153" name="S10-label1181"/>
          <p:cNvSpPr txBox="1"/>
          <p:nvPr/>
        </p:nvSpPr>
        <p:spPr>
          <a:xfrm>
            <a:off x="5206136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154" name="S10-label1182"/>
          <p:cNvSpPr txBox="1"/>
          <p:nvPr/>
        </p:nvSpPr>
        <p:spPr>
          <a:xfrm>
            <a:off x="5820156" y="155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155" name="S10-line1183"/>
          <p:cNvSpPr/>
          <p:nvPr/>
        </p:nvSpPr>
        <p:spPr>
          <a:xfrm flipH="1" flipV="1">
            <a:off x="5610835" y="2480158"/>
            <a:ext cx="483641" cy="483641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6" name="S10-line1184"/>
          <p:cNvSpPr/>
          <p:nvPr/>
        </p:nvSpPr>
        <p:spPr>
          <a:xfrm>
            <a:off x="6094476" y="2963799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7" name="S10-pin1185"/>
          <p:cNvSpPr/>
          <p:nvPr/>
        </p:nvSpPr>
        <p:spPr>
          <a:xfrm>
            <a:off x="6039612" y="290893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8" name="S10-label1186"/>
          <p:cNvSpPr txBox="1"/>
          <p:nvPr/>
        </p:nvSpPr>
        <p:spPr>
          <a:xfrm>
            <a:off x="4352544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59" name="S10-figure1187" descr="시계: 짧은바늘이 4와 5 사이, 긴바늘이 6을 가리킴(4시 30분)"/>
          <p:cNvSpPr/>
          <p:nvPr/>
        </p:nvSpPr>
        <p:spPr>
          <a:xfrm>
            <a:off x="8343900" y="140931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160" name="S10-line1188"/>
          <p:cNvSpPr/>
          <p:nvPr/>
        </p:nvSpPr>
        <p:spPr>
          <a:xfrm>
            <a:off x="9898380" y="144589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1" name="S10-line1189"/>
          <p:cNvSpPr/>
          <p:nvPr/>
        </p:nvSpPr>
        <p:spPr>
          <a:xfrm flipH="1">
            <a:off x="10048920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2" name="S10-line1190"/>
          <p:cNvSpPr/>
          <p:nvPr/>
        </p:nvSpPr>
        <p:spPr>
          <a:xfrm flipH="1">
            <a:off x="10197810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3" name="S10-line1191"/>
          <p:cNvSpPr/>
          <p:nvPr/>
        </p:nvSpPr>
        <p:spPr>
          <a:xfrm flipH="1">
            <a:off x="10343420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4" name="S10-line1192"/>
          <p:cNvSpPr/>
          <p:nvPr/>
        </p:nvSpPr>
        <p:spPr>
          <a:xfrm flipH="1">
            <a:off x="10484154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5" name="S10-line1193"/>
          <p:cNvSpPr/>
          <p:nvPr/>
        </p:nvSpPr>
        <p:spPr>
          <a:xfrm flipH="1">
            <a:off x="10571836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6" name="S10-line1194"/>
          <p:cNvSpPr/>
          <p:nvPr/>
        </p:nvSpPr>
        <p:spPr>
          <a:xfrm flipH="1">
            <a:off x="10744897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7" name="S10-line1195"/>
          <p:cNvSpPr/>
          <p:nvPr/>
        </p:nvSpPr>
        <p:spPr>
          <a:xfrm flipH="1">
            <a:off x="10862049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8" name="S10-line1196"/>
          <p:cNvSpPr/>
          <p:nvPr/>
        </p:nvSpPr>
        <p:spPr>
          <a:xfrm flipH="1">
            <a:off x="10968642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9" name="S10-line1197"/>
          <p:cNvSpPr/>
          <p:nvPr/>
        </p:nvSpPr>
        <p:spPr>
          <a:xfrm flipH="1">
            <a:off x="11063510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0" name="S10-line1198"/>
          <p:cNvSpPr/>
          <p:nvPr/>
        </p:nvSpPr>
        <p:spPr>
          <a:xfrm flipH="1">
            <a:off x="11064839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1" name="S10-line1199"/>
          <p:cNvSpPr/>
          <p:nvPr/>
        </p:nvSpPr>
        <p:spPr>
          <a:xfrm flipH="1">
            <a:off x="11214050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2" name="S10-line1200"/>
          <p:cNvSpPr/>
          <p:nvPr/>
        </p:nvSpPr>
        <p:spPr>
          <a:xfrm flipH="1">
            <a:off x="11268073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3" name="S10-line1201"/>
          <p:cNvSpPr/>
          <p:nvPr/>
        </p:nvSpPr>
        <p:spPr>
          <a:xfrm flipH="1">
            <a:off x="11307089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4" name="S10-line1202"/>
          <p:cNvSpPr/>
          <p:nvPr/>
        </p:nvSpPr>
        <p:spPr>
          <a:xfrm flipH="1">
            <a:off x="11330671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5" name="S10-line1203"/>
          <p:cNvSpPr/>
          <p:nvPr/>
        </p:nvSpPr>
        <p:spPr>
          <a:xfrm flipH="1">
            <a:off x="11245291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6" name="S10-line1204"/>
          <p:cNvSpPr/>
          <p:nvPr/>
        </p:nvSpPr>
        <p:spPr>
          <a:xfrm flipH="1" flipV="1">
            <a:off x="11330671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7" name="S10-line1205"/>
          <p:cNvSpPr/>
          <p:nvPr/>
        </p:nvSpPr>
        <p:spPr>
          <a:xfrm flipH="1" flipV="1">
            <a:off x="11307089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8" name="S10-line1206"/>
          <p:cNvSpPr/>
          <p:nvPr/>
        </p:nvSpPr>
        <p:spPr>
          <a:xfrm flipH="1" flipV="1">
            <a:off x="11268073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9" name="S10-line1207"/>
          <p:cNvSpPr/>
          <p:nvPr/>
        </p:nvSpPr>
        <p:spPr>
          <a:xfrm flipH="1" flipV="1">
            <a:off x="11214050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0" name="S10-line1208"/>
          <p:cNvSpPr/>
          <p:nvPr/>
        </p:nvSpPr>
        <p:spPr>
          <a:xfrm flipH="1" flipV="1">
            <a:off x="11064839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1" name="S10-line1209"/>
          <p:cNvSpPr/>
          <p:nvPr/>
        </p:nvSpPr>
        <p:spPr>
          <a:xfrm flipH="1" flipV="1">
            <a:off x="11063510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2" name="S10-line1210"/>
          <p:cNvSpPr/>
          <p:nvPr/>
        </p:nvSpPr>
        <p:spPr>
          <a:xfrm flipH="1" flipV="1">
            <a:off x="10968642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3" name="S10-line1211"/>
          <p:cNvSpPr/>
          <p:nvPr/>
        </p:nvSpPr>
        <p:spPr>
          <a:xfrm flipH="1" flipV="1">
            <a:off x="10862049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4" name="S10-line1212"/>
          <p:cNvSpPr/>
          <p:nvPr/>
        </p:nvSpPr>
        <p:spPr>
          <a:xfrm flipH="1" flipV="1">
            <a:off x="10744897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5" name="S10-line1213"/>
          <p:cNvSpPr/>
          <p:nvPr/>
        </p:nvSpPr>
        <p:spPr>
          <a:xfrm flipH="1" flipV="1">
            <a:off x="10571836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6" name="S10-line1214"/>
          <p:cNvSpPr/>
          <p:nvPr/>
        </p:nvSpPr>
        <p:spPr>
          <a:xfrm flipH="1" flipV="1">
            <a:off x="10484154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7" name="S10-line1215"/>
          <p:cNvSpPr/>
          <p:nvPr/>
        </p:nvSpPr>
        <p:spPr>
          <a:xfrm flipH="1" flipV="1">
            <a:off x="10343420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8" name="S10-line1216"/>
          <p:cNvSpPr/>
          <p:nvPr/>
        </p:nvSpPr>
        <p:spPr>
          <a:xfrm flipH="1" flipV="1">
            <a:off x="10197810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9" name="S10-line1217"/>
          <p:cNvSpPr/>
          <p:nvPr/>
        </p:nvSpPr>
        <p:spPr>
          <a:xfrm flipH="1" flipV="1">
            <a:off x="10048920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0" name="S10-line1218"/>
          <p:cNvSpPr/>
          <p:nvPr/>
        </p:nvSpPr>
        <p:spPr>
          <a:xfrm flipV="1">
            <a:off x="9898380" y="431071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1" name="S10-line1219"/>
          <p:cNvSpPr/>
          <p:nvPr/>
        </p:nvSpPr>
        <p:spPr>
          <a:xfrm flipV="1">
            <a:off x="9739716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2" name="S10-line1220"/>
          <p:cNvSpPr/>
          <p:nvPr/>
        </p:nvSpPr>
        <p:spPr>
          <a:xfrm flipV="1">
            <a:off x="9582790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3" name="S10-line1221"/>
          <p:cNvSpPr/>
          <p:nvPr/>
        </p:nvSpPr>
        <p:spPr>
          <a:xfrm flipV="1">
            <a:off x="9429322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4" name="S10-line1222"/>
          <p:cNvSpPr/>
          <p:nvPr/>
        </p:nvSpPr>
        <p:spPr>
          <a:xfrm flipV="1">
            <a:off x="9280993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5" name="S10-line1223"/>
          <p:cNvSpPr/>
          <p:nvPr/>
        </p:nvSpPr>
        <p:spPr>
          <a:xfrm flipV="1">
            <a:off x="9139428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6" name="S10-line1224"/>
          <p:cNvSpPr/>
          <p:nvPr/>
        </p:nvSpPr>
        <p:spPr>
          <a:xfrm flipV="1">
            <a:off x="9006178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7" name="S10-line1225"/>
          <p:cNvSpPr/>
          <p:nvPr/>
        </p:nvSpPr>
        <p:spPr>
          <a:xfrm flipV="1">
            <a:off x="8882704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8" name="S10-line1226"/>
          <p:cNvSpPr/>
          <p:nvPr/>
        </p:nvSpPr>
        <p:spPr>
          <a:xfrm flipV="1">
            <a:off x="8770357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9" name="S10-line1227"/>
          <p:cNvSpPr/>
          <p:nvPr/>
        </p:nvSpPr>
        <p:spPr>
          <a:xfrm flipV="1">
            <a:off x="8670370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0" name="S10-line1228"/>
          <p:cNvSpPr/>
          <p:nvPr/>
        </p:nvSpPr>
        <p:spPr>
          <a:xfrm flipV="1">
            <a:off x="8583837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1" name="S10-line1229"/>
          <p:cNvSpPr/>
          <p:nvPr/>
        </p:nvSpPr>
        <p:spPr>
          <a:xfrm flipV="1">
            <a:off x="8511706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2" name="S10-line1230"/>
          <p:cNvSpPr/>
          <p:nvPr/>
        </p:nvSpPr>
        <p:spPr>
          <a:xfrm flipV="1">
            <a:off x="8454768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3" name="S10-line1231"/>
          <p:cNvSpPr/>
          <p:nvPr/>
        </p:nvSpPr>
        <p:spPr>
          <a:xfrm flipV="1">
            <a:off x="8413646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4" name="S10-line1232"/>
          <p:cNvSpPr/>
          <p:nvPr/>
        </p:nvSpPr>
        <p:spPr>
          <a:xfrm flipV="1">
            <a:off x="8388791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5" name="S10-line1233"/>
          <p:cNvSpPr/>
          <p:nvPr/>
        </p:nvSpPr>
        <p:spPr>
          <a:xfrm>
            <a:off x="8380476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6" name="S10-line1234"/>
          <p:cNvSpPr/>
          <p:nvPr/>
        </p:nvSpPr>
        <p:spPr>
          <a:xfrm>
            <a:off x="8388791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7" name="S10-line1235"/>
          <p:cNvSpPr/>
          <p:nvPr/>
        </p:nvSpPr>
        <p:spPr>
          <a:xfrm>
            <a:off x="8413646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8" name="S10-line1236"/>
          <p:cNvSpPr/>
          <p:nvPr/>
        </p:nvSpPr>
        <p:spPr>
          <a:xfrm>
            <a:off x="8454768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9" name="S10-line1237"/>
          <p:cNvSpPr/>
          <p:nvPr/>
        </p:nvSpPr>
        <p:spPr>
          <a:xfrm>
            <a:off x="8511706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0" name="S10-line1238"/>
          <p:cNvSpPr/>
          <p:nvPr/>
        </p:nvSpPr>
        <p:spPr>
          <a:xfrm>
            <a:off x="8583837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1" name="S10-line1239"/>
          <p:cNvSpPr/>
          <p:nvPr/>
        </p:nvSpPr>
        <p:spPr>
          <a:xfrm>
            <a:off x="8670370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2" name="S10-line1240"/>
          <p:cNvSpPr/>
          <p:nvPr/>
        </p:nvSpPr>
        <p:spPr>
          <a:xfrm>
            <a:off x="8770357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3" name="S10-line1241"/>
          <p:cNvSpPr/>
          <p:nvPr/>
        </p:nvSpPr>
        <p:spPr>
          <a:xfrm>
            <a:off x="8882704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4" name="S10-line1242"/>
          <p:cNvSpPr/>
          <p:nvPr/>
        </p:nvSpPr>
        <p:spPr>
          <a:xfrm>
            <a:off x="9006178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5" name="S10-line1243"/>
          <p:cNvSpPr/>
          <p:nvPr/>
        </p:nvSpPr>
        <p:spPr>
          <a:xfrm>
            <a:off x="9139428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6" name="S10-line1244"/>
          <p:cNvSpPr/>
          <p:nvPr/>
        </p:nvSpPr>
        <p:spPr>
          <a:xfrm>
            <a:off x="9280993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7" name="S10-line1245"/>
          <p:cNvSpPr/>
          <p:nvPr/>
        </p:nvSpPr>
        <p:spPr>
          <a:xfrm>
            <a:off x="9429322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8" name="S10-line1246"/>
          <p:cNvSpPr/>
          <p:nvPr/>
        </p:nvSpPr>
        <p:spPr>
          <a:xfrm>
            <a:off x="9582790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9" name="S10-line1247"/>
          <p:cNvSpPr/>
          <p:nvPr/>
        </p:nvSpPr>
        <p:spPr>
          <a:xfrm>
            <a:off x="9739716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0" name="S10-label1248"/>
          <p:cNvSpPr txBox="1"/>
          <p:nvPr/>
        </p:nvSpPr>
        <p:spPr>
          <a:xfrm>
            <a:off x="10238080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221" name="S10-label1249"/>
          <p:cNvSpPr txBox="1"/>
          <p:nvPr/>
        </p:nvSpPr>
        <p:spPr>
          <a:xfrm>
            <a:off x="10687573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222" name="S10-label1250"/>
          <p:cNvSpPr txBox="1"/>
          <p:nvPr/>
        </p:nvSpPr>
        <p:spPr>
          <a:xfrm>
            <a:off x="10852099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223" name="S10-label1251"/>
          <p:cNvSpPr txBox="1"/>
          <p:nvPr/>
        </p:nvSpPr>
        <p:spPr>
          <a:xfrm>
            <a:off x="10687573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24" name="S10-label1252"/>
          <p:cNvSpPr txBox="1"/>
          <p:nvPr/>
        </p:nvSpPr>
        <p:spPr>
          <a:xfrm>
            <a:off x="10238080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225" name="S10-label1253"/>
          <p:cNvSpPr txBox="1"/>
          <p:nvPr/>
        </p:nvSpPr>
        <p:spPr>
          <a:xfrm>
            <a:off x="9624060" y="400895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26" name="S10-label1254"/>
          <p:cNvSpPr txBox="1"/>
          <p:nvPr/>
        </p:nvSpPr>
        <p:spPr>
          <a:xfrm>
            <a:off x="9010040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227" name="S10-label1255"/>
          <p:cNvSpPr txBox="1"/>
          <p:nvPr/>
        </p:nvSpPr>
        <p:spPr>
          <a:xfrm>
            <a:off x="8560547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228" name="S10-label1256"/>
          <p:cNvSpPr txBox="1"/>
          <p:nvPr/>
        </p:nvSpPr>
        <p:spPr>
          <a:xfrm>
            <a:off x="8396021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229" name="S10-label1257"/>
          <p:cNvSpPr txBox="1"/>
          <p:nvPr/>
        </p:nvSpPr>
        <p:spPr>
          <a:xfrm>
            <a:off x="8560547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230" name="S10-label1258"/>
          <p:cNvSpPr txBox="1"/>
          <p:nvPr/>
        </p:nvSpPr>
        <p:spPr>
          <a:xfrm>
            <a:off x="9010040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231" name="S10-label1259"/>
          <p:cNvSpPr txBox="1"/>
          <p:nvPr/>
        </p:nvSpPr>
        <p:spPr>
          <a:xfrm>
            <a:off x="9624060" y="155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232" name="S10-line1260"/>
          <p:cNvSpPr/>
          <p:nvPr/>
        </p:nvSpPr>
        <p:spPr>
          <a:xfrm>
            <a:off x="9898380" y="2963799"/>
            <a:ext cx="483641" cy="483641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233" name="S10-line1261"/>
          <p:cNvSpPr/>
          <p:nvPr/>
        </p:nvSpPr>
        <p:spPr>
          <a:xfrm>
            <a:off x="9898380" y="2963799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234" name="S10-pin1262"/>
          <p:cNvSpPr/>
          <p:nvPr/>
        </p:nvSpPr>
        <p:spPr>
          <a:xfrm>
            <a:off x="9843516" y="290893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5" name="S10-label1263"/>
          <p:cNvSpPr txBox="1"/>
          <p:nvPr/>
        </p:nvSpPr>
        <p:spPr>
          <a:xfrm>
            <a:off x="8156448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400" dirty="0"/>
          </a:p>
        </p:txBody>
      </p:sp>
      <p:sp>
        <p:nvSpPr>
          <p:cNvPr id="3" name="S11-card12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12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왜 그럴까요?</a:t>
            </a:r>
            <a:endParaRPr lang="ko-KR" sz="3200" dirty="0"/>
          </a:p>
        </p:txBody>
      </p:sp>
      <p:sp>
        <p:nvSpPr>
          <p:cNvPr id="5" name="S11-figure1266" descr="시계: 짧은바늘이 4와 5 사이, 긴바늘이 6을 가리킴(4시 30분)"/>
          <p:cNvSpPr/>
          <p:nvPr/>
        </p:nvSpPr>
        <p:spPr>
          <a:xfrm>
            <a:off x="1675638" y="1668780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6" name="S11-line1267"/>
          <p:cNvSpPr/>
          <p:nvPr/>
        </p:nvSpPr>
        <p:spPr>
          <a:xfrm>
            <a:off x="3230118" y="1705356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11-line1268"/>
          <p:cNvSpPr/>
          <p:nvPr/>
        </p:nvSpPr>
        <p:spPr>
          <a:xfrm flipH="1">
            <a:off x="3380658" y="171367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11-line1269"/>
          <p:cNvSpPr/>
          <p:nvPr/>
        </p:nvSpPr>
        <p:spPr>
          <a:xfrm flipH="1">
            <a:off x="3529548" y="173852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1-line1270"/>
          <p:cNvSpPr/>
          <p:nvPr/>
        </p:nvSpPr>
        <p:spPr>
          <a:xfrm flipH="1">
            <a:off x="3675158" y="177964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1-line1271"/>
          <p:cNvSpPr/>
          <p:nvPr/>
        </p:nvSpPr>
        <p:spPr>
          <a:xfrm flipH="1">
            <a:off x="3815892" y="183658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1-line1272"/>
          <p:cNvSpPr/>
          <p:nvPr/>
        </p:nvSpPr>
        <p:spPr>
          <a:xfrm flipH="1">
            <a:off x="3903574" y="190871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11-line1273"/>
          <p:cNvSpPr/>
          <p:nvPr/>
        </p:nvSpPr>
        <p:spPr>
          <a:xfrm flipH="1">
            <a:off x="4076635" y="199525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1-line1274"/>
          <p:cNvSpPr/>
          <p:nvPr/>
        </p:nvSpPr>
        <p:spPr>
          <a:xfrm flipH="1">
            <a:off x="4193787" y="209523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1-line1275"/>
          <p:cNvSpPr/>
          <p:nvPr/>
        </p:nvSpPr>
        <p:spPr>
          <a:xfrm flipH="1">
            <a:off x="4300380" y="220758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1-line1276"/>
          <p:cNvSpPr/>
          <p:nvPr/>
        </p:nvSpPr>
        <p:spPr>
          <a:xfrm flipH="1">
            <a:off x="4395248" y="233105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1-line1277"/>
          <p:cNvSpPr/>
          <p:nvPr/>
        </p:nvSpPr>
        <p:spPr>
          <a:xfrm flipH="1">
            <a:off x="4396577" y="246430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11-line1278"/>
          <p:cNvSpPr/>
          <p:nvPr/>
        </p:nvSpPr>
        <p:spPr>
          <a:xfrm flipH="1">
            <a:off x="4545788" y="26058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1-line1279"/>
          <p:cNvSpPr/>
          <p:nvPr/>
        </p:nvSpPr>
        <p:spPr>
          <a:xfrm flipH="1">
            <a:off x="4599811" y="275420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1-line1280"/>
          <p:cNvSpPr/>
          <p:nvPr/>
        </p:nvSpPr>
        <p:spPr>
          <a:xfrm flipH="1">
            <a:off x="4638827" y="290767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1-line1281"/>
          <p:cNvSpPr/>
          <p:nvPr/>
        </p:nvSpPr>
        <p:spPr>
          <a:xfrm flipH="1">
            <a:off x="4662409" y="306459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1-line1282"/>
          <p:cNvSpPr/>
          <p:nvPr/>
        </p:nvSpPr>
        <p:spPr>
          <a:xfrm flipH="1">
            <a:off x="4577029" y="322326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11-line1283"/>
          <p:cNvSpPr/>
          <p:nvPr/>
        </p:nvSpPr>
        <p:spPr>
          <a:xfrm flipH="1" flipV="1">
            <a:off x="4662409" y="337380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1-line1284"/>
          <p:cNvSpPr/>
          <p:nvPr/>
        </p:nvSpPr>
        <p:spPr>
          <a:xfrm flipH="1" flipV="1">
            <a:off x="4638827" y="352269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1-line1285"/>
          <p:cNvSpPr/>
          <p:nvPr/>
        </p:nvSpPr>
        <p:spPr>
          <a:xfrm flipH="1" flipV="1">
            <a:off x="4599811" y="366830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1-line1286"/>
          <p:cNvSpPr/>
          <p:nvPr/>
        </p:nvSpPr>
        <p:spPr>
          <a:xfrm flipH="1" flipV="1">
            <a:off x="4545788" y="380903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1-line1287"/>
          <p:cNvSpPr/>
          <p:nvPr/>
        </p:nvSpPr>
        <p:spPr>
          <a:xfrm flipH="1" flipV="1">
            <a:off x="4396577" y="389671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11-line1288"/>
          <p:cNvSpPr/>
          <p:nvPr/>
        </p:nvSpPr>
        <p:spPr>
          <a:xfrm flipH="1" flipV="1">
            <a:off x="4395248" y="406977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11-line1289"/>
          <p:cNvSpPr/>
          <p:nvPr/>
        </p:nvSpPr>
        <p:spPr>
          <a:xfrm flipH="1" flipV="1">
            <a:off x="4300380" y="418692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1-line1290"/>
          <p:cNvSpPr/>
          <p:nvPr/>
        </p:nvSpPr>
        <p:spPr>
          <a:xfrm flipH="1" flipV="1">
            <a:off x="4193787" y="429352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1-line1291"/>
          <p:cNvSpPr/>
          <p:nvPr/>
        </p:nvSpPr>
        <p:spPr>
          <a:xfrm flipH="1" flipV="1">
            <a:off x="4076635" y="438839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1-line1292"/>
          <p:cNvSpPr/>
          <p:nvPr/>
        </p:nvSpPr>
        <p:spPr>
          <a:xfrm flipH="1" flipV="1">
            <a:off x="3903574" y="438971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2" name="S11-line1293"/>
          <p:cNvSpPr/>
          <p:nvPr/>
        </p:nvSpPr>
        <p:spPr>
          <a:xfrm flipH="1" flipV="1">
            <a:off x="3815892" y="453893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1-line1294"/>
          <p:cNvSpPr/>
          <p:nvPr/>
        </p:nvSpPr>
        <p:spPr>
          <a:xfrm flipH="1" flipV="1">
            <a:off x="3675158" y="459295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1-line1295"/>
          <p:cNvSpPr/>
          <p:nvPr/>
        </p:nvSpPr>
        <p:spPr>
          <a:xfrm flipH="1" flipV="1">
            <a:off x="3529548" y="463196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1-line1296"/>
          <p:cNvSpPr/>
          <p:nvPr/>
        </p:nvSpPr>
        <p:spPr>
          <a:xfrm flipH="1" flipV="1">
            <a:off x="3380658" y="465555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1-line1297"/>
          <p:cNvSpPr/>
          <p:nvPr/>
        </p:nvSpPr>
        <p:spPr>
          <a:xfrm flipV="1">
            <a:off x="3230118" y="4570171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7" name="S11-line1298"/>
          <p:cNvSpPr/>
          <p:nvPr/>
        </p:nvSpPr>
        <p:spPr>
          <a:xfrm flipV="1">
            <a:off x="3071454" y="465555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11-line1299"/>
          <p:cNvSpPr/>
          <p:nvPr/>
        </p:nvSpPr>
        <p:spPr>
          <a:xfrm flipV="1">
            <a:off x="2914528" y="463196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1-line1300"/>
          <p:cNvSpPr/>
          <p:nvPr/>
        </p:nvSpPr>
        <p:spPr>
          <a:xfrm flipV="1">
            <a:off x="2761060" y="459295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1-line1301"/>
          <p:cNvSpPr/>
          <p:nvPr/>
        </p:nvSpPr>
        <p:spPr>
          <a:xfrm flipV="1">
            <a:off x="2612731" y="453893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1-line1302"/>
          <p:cNvSpPr/>
          <p:nvPr/>
        </p:nvSpPr>
        <p:spPr>
          <a:xfrm flipV="1">
            <a:off x="2471166" y="438971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2" name="S11-line1303"/>
          <p:cNvSpPr/>
          <p:nvPr/>
        </p:nvSpPr>
        <p:spPr>
          <a:xfrm flipV="1">
            <a:off x="2337916" y="438839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11-line1304"/>
          <p:cNvSpPr/>
          <p:nvPr/>
        </p:nvSpPr>
        <p:spPr>
          <a:xfrm flipV="1">
            <a:off x="2214442" y="429352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1-line1305"/>
          <p:cNvSpPr/>
          <p:nvPr/>
        </p:nvSpPr>
        <p:spPr>
          <a:xfrm flipV="1">
            <a:off x="2102095" y="418692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1-line1306"/>
          <p:cNvSpPr/>
          <p:nvPr/>
        </p:nvSpPr>
        <p:spPr>
          <a:xfrm flipV="1">
            <a:off x="2002108" y="406977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1-line1307"/>
          <p:cNvSpPr/>
          <p:nvPr/>
        </p:nvSpPr>
        <p:spPr>
          <a:xfrm flipV="1">
            <a:off x="1915575" y="389671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7" name="S11-line1308"/>
          <p:cNvSpPr/>
          <p:nvPr/>
        </p:nvSpPr>
        <p:spPr>
          <a:xfrm flipV="1">
            <a:off x="1843444" y="380903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11-line1309"/>
          <p:cNvSpPr/>
          <p:nvPr/>
        </p:nvSpPr>
        <p:spPr>
          <a:xfrm flipV="1">
            <a:off x="1786506" y="366830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1-line1310"/>
          <p:cNvSpPr/>
          <p:nvPr/>
        </p:nvSpPr>
        <p:spPr>
          <a:xfrm flipV="1">
            <a:off x="1745384" y="352269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1-line1311"/>
          <p:cNvSpPr/>
          <p:nvPr/>
        </p:nvSpPr>
        <p:spPr>
          <a:xfrm flipV="1">
            <a:off x="1720529" y="337380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1-line1312"/>
          <p:cNvSpPr/>
          <p:nvPr/>
        </p:nvSpPr>
        <p:spPr>
          <a:xfrm>
            <a:off x="1712214" y="322326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2" name="S11-line1313"/>
          <p:cNvSpPr/>
          <p:nvPr/>
        </p:nvSpPr>
        <p:spPr>
          <a:xfrm>
            <a:off x="1720529" y="306459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11-line1314"/>
          <p:cNvSpPr/>
          <p:nvPr/>
        </p:nvSpPr>
        <p:spPr>
          <a:xfrm>
            <a:off x="1745384" y="290767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1-line1315"/>
          <p:cNvSpPr/>
          <p:nvPr/>
        </p:nvSpPr>
        <p:spPr>
          <a:xfrm>
            <a:off x="1786506" y="275420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1-line1316"/>
          <p:cNvSpPr/>
          <p:nvPr/>
        </p:nvSpPr>
        <p:spPr>
          <a:xfrm>
            <a:off x="1843444" y="26058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1-line1317"/>
          <p:cNvSpPr/>
          <p:nvPr/>
        </p:nvSpPr>
        <p:spPr>
          <a:xfrm>
            <a:off x="1915575" y="246430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7" name="S11-line1318"/>
          <p:cNvSpPr/>
          <p:nvPr/>
        </p:nvSpPr>
        <p:spPr>
          <a:xfrm>
            <a:off x="2002108" y="233105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11-line1319"/>
          <p:cNvSpPr/>
          <p:nvPr/>
        </p:nvSpPr>
        <p:spPr>
          <a:xfrm>
            <a:off x="2102095" y="220758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1-line1320"/>
          <p:cNvSpPr/>
          <p:nvPr/>
        </p:nvSpPr>
        <p:spPr>
          <a:xfrm>
            <a:off x="2214442" y="209523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1-line1321"/>
          <p:cNvSpPr/>
          <p:nvPr/>
        </p:nvSpPr>
        <p:spPr>
          <a:xfrm>
            <a:off x="2337916" y="199525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1-line1322"/>
          <p:cNvSpPr/>
          <p:nvPr/>
        </p:nvSpPr>
        <p:spPr>
          <a:xfrm>
            <a:off x="2471166" y="190871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2" name="S11-line1323"/>
          <p:cNvSpPr/>
          <p:nvPr/>
        </p:nvSpPr>
        <p:spPr>
          <a:xfrm>
            <a:off x="2612731" y="183658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11-line1324"/>
          <p:cNvSpPr/>
          <p:nvPr/>
        </p:nvSpPr>
        <p:spPr>
          <a:xfrm>
            <a:off x="2761060" y="177964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11-line1325"/>
          <p:cNvSpPr/>
          <p:nvPr/>
        </p:nvSpPr>
        <p:spPr>
          <a:xfrm>
            <a:off x="2914528" y="173852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1-line1326"/>
          <p:cNvSpPr/>
          <p:nvPr/>
        </p:nvSpPr>
        <p:spPr>
          <a:xfrm>
            <a:off x="3071454" y="171367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1-label1327"/>
          <p:cNvSpPr txBox="1"/>
          <p:nvPr/>
        </p:nvSpPr>
        <p:spPr>
          <a:xfrm>
            <a:off x="3569818" y="19768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67" name="S11-label1328"/>
          <p:cNvSpPr txBox="1"/>
          <p:nvPr/>
        </p:nvSpPr>
        <p:spPr>
          <a:xfrm>
            <a:off x="4019311" y="2426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68" name="S11-label1329"/>
          <p:cNvSpPr txBox="1"/>
          <p:nvPr/>
        </p:nvSpPr>
        <p:spPr>
          <a:xfrm>
            <a:off x="4183837" y="30403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69" name="S11-label1330"/>
          <p:cNvSpPr txBox="1"/>
          <p:nvPr/>
        </p:nvSpPr>
        <p:spPr>
          <a:xfrm>
            <a:off x="4019311" y="3654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70" name="S11-label1331"/>
          <p:cNvSpPr txBox="1"/>
          <p:nvPr/>
        </p:nvSpPr>
        <p:spPr>
          <a:xfrm>
            <a:off x="3569818" y="41038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71" name="S11-label1332"/>
          <p:cNvSpPr txBox="1"/>
          <p:nvPr/>
        </p:nvSpPr>
        <p:spPr>
          <a:xfrm>
            <a:off x="2955798" y="42684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72" name="S11-label1333"/>
          <p:cNvSpPr txBox="1"/>
          <p:nvPr/>
        </p:nvSpPr>
        <p:spPr>
          <a:xfrm>
            <a:off x="2341778" y="41038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73" name="S11-label1334"/>
          <p:cNvSpPr txBox="1"/>
          <p:nvPr/>
        </p:nvSpPr>
        <p:spPr>
          <a:xfrm>
            <a:off x="1892285" y="3654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74" name="S11-label1335"/>
          <p:cNvSpPr txBox="1"/>
          <p:nvPr/>
        </p:nvSpPr>
        <p:spPr>
          <a:xfrm>
            <a:off x="1727759" y="30403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75" name="S11-label1336"/>
          <p:cNvSpPr txBox="1"/>
          <p:nvPr/>
        </p:nvSpPr>
        <p:spPr>
          <a:xfrm>
            <a:off x="1892285" y="2426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76" name="S11-label1337"/>
          <p:cNvSpPr txBox="1"/>
          <p:nvPr/>
        </p:nvSpPr>
        <p:spPr>
          <a:xfrm>
            <a:off x="2341778" y="19768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77" name="S11-label1338"/>
          <p:cNvSpPr txBox="1"/>
          <p:nvPr/>
        </p:nvSpPr>
        <p:spPr>
          <a:xfrm>
            <a:off x="2955798" y="18123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78" name="S11-line1339"/>
          <p:cNvSpPr/>
          <p:nvPr/>
        </p:nvSpPr>
        <p:spPr>
          <a:xfrm>
            <a:off x="3230118" y="3223260"/>
            <a:ext cx="483641" cy="483641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9" name="S11-line1340"/>
          <p:cNvSpPr/>
          <p:nvPr/>
        </p:nvSpPr>
        <p:spPr>
          <a:xfrm>
            <a:off x="3230118" y="3223260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0" name="S11-pin1341"/>
          <p:cNvSpPr/>
          <p:nvPr/>
        </p:nvSpPr>
        <p:spPr>
          <a:xfrm>
            <a:off x="3175254" y="316839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1" name="S11-card1342"/>
          <p:cNvSpPr/>
          <p:nvPr/>
        </p:nvSpPr>
        <p:spPr>
          <a:xfrm>
            <a:off x="6277356" y="1804924"/>
            <a:ext cx="5362956" cy="1304036"/>
          </a:xfrm>
          <a:prstGeom prst="roundRect">
            <a:avLst>
              <a:gd name="adj" fmla="val 84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2" name="S11-cardtext1343"/>
          <p:cNvSpPr txBox="1"/>
          <p:nvPr/>
        </p:nvSpPr>
        <p:spPr>
          <a:xfrm>
            <a:off x="6551676" y="1942084"/>
            <a:ext cx="4814316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5시 30분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“짧은바늘 옆에 5가 있어요.”</a:t>
            </a:r>
            <a:endParaRPr lang="ko-KR" sz="3200" dirty="0"/>
          </a:p>
        </p:txBody>
      </p:sp>
      <p:sp>
        <p:nvSpPr>
          <p:cNvPr id="83" name="S11-card1344"/>
          <p:cNvSpPr/>
          <p:nvPr/>
        </p:nvSpPr>
        <p:spPr>
          <a:xfrm>
            <a:off x="6277356" y="3337560"/>
            <a:ext cx="5362956" cy="1304036"/>
          </a:xfrm>
          <a:prstGeom prst="roundRect">
            <a:avLst>
              <a:gd name="adj" fmla="val 84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4" name="S11-cardtext1345"/>
          <p:cNvSpPr txBox="1"/>
          <p:nvPr/>
        </p:nvSpPr>
        <p:spPr>
          <a:xfrm>
            <a:off x="6551676" y="3474720"/>
            <a:ext cx="4814316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4시 30분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“짧은바늘이 4를 지났어요.”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2-card1346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2-cardtext1347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 몇 시인지 읽어요.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종이 시계에 2시 30분을 그려요.</a:t>
            </a:r>
            <a:endParaRPr lang="ko-KR" sz="3200" dirty="0"/>
          </a:p>
        </p:txBody>
      </p:sp>
      <p:sp>
        <p:nvSpPr>
          <p:cNvPr id="5" name="S12-figure1348" descr="시계: 짧은바늘이 6, 긴바늘이 12를 가리킴(6시)"/>
          <p:cNvSpPr/>
          <p:nvPr/>
        </p:nvSpPr>
        <p:spPr>
          <a:xfrm>
            <a:off x="1821307" y="1325880"/>
            <a:ext cx="2840482" cy="284048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6" name="S12-line1349"/>
          <p:cNvSpPr/>
          <p:nvPr/>
        </p:nvSpPr>
        <p:spPr>
          <a:xfrm>
            <a:off x="3241548" y="1362456"/>
            <a:ext cx="0" cy="15622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12-line1350"/>
          <p:cNvSpPr/>
          <p:nvPr/>
        </p:nvSpPr>
        <p:spPr>
          <a:xfrm flipH="1">
            <a:off x="3378758" y="1370036"/>
            <a:ext cx="7423" cy="706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12-line1351"/>
          <p:cNvSpPr/>
          <p:nvPr/>
        </p:nvSpPr>
        <p:spPr>
          <a:xfrm flipH="1">
            <a:off x="3514464" y="1392692"/>
            <a:ext cx="14764" cy="694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2-line1352"/>
          <p:cNvSpPr/>
          <p:nvPr/>
        </p:nvSpPr>
        <p:spPr>
          <a:xfrm flipH="1">
            <a:off x="3647180" y="1430177"/>
            <a:ext cx="21944" cy="675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2-line1353"/>
          <p:cNvSpPr/>
          <p:nvPr/>
        </p:nvSpPr>
        <p:spPr>
          <a:xfrm flipH="1">
            <a:off x="3775452" y="1482080"/>
            <a:ext cx="28883" cy="6487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2-line1354"/>
          <p:cNvSpPr/>
          <p:nvPr/>
        </p:nvSpPr>
        <p:spPr>
          <a:xfrm flipH="1">
            <a:off x="3855267" y="1547832"/>
            <a:ext cx="78113" cy="1352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12-line1355"/>
          <p:cNvSpPr/>
          <p:nvPr/>
        </p:nvSpPr>
        <p:spPr>
          <a:xfrm flipH="1">
            <a:off x="4013106" y="1626713"/>
            <a:ext cx="41740" cy="574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2-line1356"/>
          <p:cNvSpPr/>
          <p:nvPr/>
        </p:nvSpPr>
        <p:spPr>
          <a:xfrm flipH="1">
            <a:off x="4119884" y="1717858"/>
            <a:ext cx="47516" cy="527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2-line1357"/>
          <p:cNvSpPr/>
          <p:nvPr/>
        </p:nvSpPr>
        <p:spPr>
          <a:xfrm flipH="1">
            <a:off x="4217039" y="1820268"/>
            <a:ext cx="52772" cy="475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2-line1358"/>
          <p:cNvSpPr/>
          <p:nvPr/>
        </p:nvSpPr>
        <p:spPr>
          <a:xfrm flipH="1">
            <a:off x="4303507" y="1932823"/>
            <a:ext cx="57450" cy="417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2-line1359"/>
          <p:cNvSpPr/>
          <p:nvPr/>
        </p:nvSpPr>
        <p:spPr>
          <a:xfrm flipH="1">
            <a:off x="4304541" y="2054289"/>
            <a:ext cx="135296" cy="781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12-line1360"/>
          <p:cNvSpPr/>
          <p:nvPr/>
        </p:nvSpPr>
        <p:spPr>
          <a:xfrm flipH="1">
            <a:off x="4440716" y="2183334"/>
            <a:ext cx="64873" cy="288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2-line1361"/>
          <p:cNvSpPr/>
          <p:nvPr/>
        </p:nvSpPr>
        <p:spPr>
          <a:xfrm flipH="1">
            <a:off x="4489955" y="2318545"/>
            <a:ext cx="67536" cy="21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2-line1362"/>
          <p:cNvSpPr/>
          <p:nvPr/>
        </p:nvSpPr>
        <p:spPr>
          <a:xfrm flipH="1">
            <a:off x="4525516" y="2458441"/>
            <a:ext cx="69460" cy="14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2-line1363"/>
          <p:cNvSpPr/>
          <p:nvPr/>
        </p:nvSpPr>
        <p:spPr>
          <a:xfrm flipH="1">
            <a:off x="4547010" y="2601489"/>
            <a:ext cx="70623" cy="74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2-line1364"/>
          <p:cNvSpPr/>
          <p:nvPr/>
        </p:nvSpPr>
        <p:spPr>
          <a:xfrm flipH="1">
            <a:off x="4468986" y="2746121"/>
            <a:ext cx="15622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12-line1365"/>
          <p:cNvSpPr/>
          <p:nvPr/>
        </p:nvSpPr>
        <p:spPr>
          <a:xfrm flipH="1" flipV="1">
            <a:off x="4547010" y="2883331"/>
            <a:ext cx="70623" cy="74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2-line1366"/>
          <p:cNvSpPr/>
          <p:nvPr/>
        </p:nvSpPr>
        <p:spPr>
          <a:xfrm flipH="1" flipV="1">
            <a:off x="4525516" y="3019037"/>
            <a:ext cx="69460" cy="14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2-line1367"/>
          <p:cNvSpPr/>
          <p:nvPr/>
        </p:nvSpPr>
        <p:spPr>
          <a:xfrm flipH="1" flipV="1">
            <a:off x="4489955" y="3151753"/>
            <a:ext cx="67536" cy="21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2-line1368"/>
          <p:cNvSpPr/>
          <p:nvPr/>
        </p:nvSpPr>
        <p:spPr>
          <a:xfrm flipH="1" flipV="1">
            <a:off x="4440716" y="3280025"/>
            <a:ext cx="64873" cy="288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2-line1369"/>
          <p:cNvSpPr/>
          <p:nvPr/>
        </p:nvSpPr>
        <p:spPr>
          <a:xfrm flipH="1" flipV="1">
            <a:off x="4304541" y="3359840"/>
            <a:ext cx="135296" cy="781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12-line1370"/>
          <p:cNvSpPr/>
          <p:nvPr/>
        </p:nvSpPr>
        <p:spPr>
          <a:xfrm flipH="1" flipV="1">
            <a:off x="4303507" y="3517679"/>
            <a:ext cx="57450" cy="417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12-line1371"/>
          <p:cNvSpPr/>
          <p:nvPr/>
        </p:nvSpPr>
        <p:spPr>
          <a:xfrm flipH="1" flipV="1">
            <a:off x="4217039" y="3624457"/>
            <a:ext cx="52772" cy="475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2-line1372"/>
          <p:cNvSpPr/>
          <p:nvPr/>
        </p:nvSpPr>
        <p:spPr>
          <a:xfrm flipH="1" flipV="1">
            <a:off x="4119884" y="3721612"/>
            <a:ext cx="47516" cy="527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2-line1373"/>
          <p:cNvSpPr/>
          <p:nvPr/>
        </p:nvSpPr>
        <p:spPr>
          <a:xfrm flipH="1" flipV="1">
            <a:off x="4013106" y="3808080"/>
            <a:ext cx="41740" cy="574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2-line1374"/>
          <p:cNvSpPr/>
          <p:nvPr/>
        </p:nvSpPr>
        <p:spPr>
          <a:xfrm flipH="1" flipV="1">
            <a:off x="3855267" y="3809114"/>
            <a:ext cx="78113" cy="1352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2" name="S12-line1375"/>
          <p:cNvSpPr/>
          <p:nvPr/>
        </p:nvSpPr>
        <p:spPr>
          <a:xfrm flipH="1" flipV="1">
            <a:off x="3775452" y="3945289"/>
            <a:ext cx="28883" cy="6487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2-line1376"/>
          <p:cNvSpPr/>
          <p:nvPr/>
        </p:nvSpPr>
        <p:spPr>
          <a:xfrm flipH="1" flipV="1">
            <a:off x="3647180" y="3994528"/>
            <a:ext cx="21944" cy="675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2-line1377"/>
          <p:cNvSpPr/>
          <p:nvPr/>
        </p:nvSpPr>
        <p:spPr>
          <a:xfrm flipH="1" flipV="1">
            <a:off x="3514464" y="4030089"/>
            <a:ext cx="14764" cy="694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2-line1378"/>
          <p:cNvSpPr/>
          <p:nvPr/>
        </p:nvSpPr>
        <p:spPr>
          <a:xfrm flipH="1" flipV="1">
            <a:off x="3378758" y="4051583"/>
            <a:ext cx="7423" cy="706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2-line1379"/>
          <p:cNvSpPr/>
          <p:nvPr/>
        </p:nvSpPr>
        <p:spPr>
          <a:xfrm flipV="1">
            <a:off x="3241548" y="3973559"/>
            <a:ext cx="0" cy="15622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7" name="S12-line1380"/>
          <p:cNvSpPr/>
          <p:nvPr/>
        </p:nvSpPr>
        <p:spPr>
          <a:xfrm flipV="1">
            <a:off x="3096916" y="4051583"/>
            <a:ext cx="7423" cy="706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12-line1381"/>
          <p:cNvSpPr/>
          <p:nvPr/>
        </p:nvSpPr>
        <p:spPr>
          <a:xfrm flipV="1">
            <a:off x="2953868" y="4030089"/>
            <a:ext cx="14764" cy="694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2-line1382"/>
          <p:cNvSpPr/>
          <p:nvPr/>
        </p:nvSpPr>
        <p:spPr>
          <a:xfrm flipV="1">
            <a:off x="2813972" y="3994528"/>
            <a:ext cx="21944" cy="675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2-line1383"/>
          <p:cNvSpPr/>
          <p:nvPr/>
        </p:nvSpPr>
        <p:spPr>
          <a:xfrm flipV="1">
            <a:off x="2678761" y="3945289"/>
            <a:ext cx="28883" cy="6487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2-line1384"/>
          <p:cNvSpPr/>
          <p:nvPr/>
        </p:nvSpPr>
        <p:spPr>
          <a:xfrm flipV="1">
            <a:off x="2549716" y="3809114"/>
            <a:ext cx="78113" cy="1352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2" name="S12-line1385"/>
          <p:cNvSpPr/>
          <p:nvPr/>
        </p:nvSpPr>
        <p:spPr>
          <a:xfrm flipV="1">
            <a:off x="2428250" y="3808080"/>
            <a:ext cx="41740" cy="574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12-line1386"/>
          <p:cNvSpPr/>
          <p:nvPr/>
        </p:nvSpPr>
        <p:spPr>
          <a:xfrm flipV="1">
            <a:off x="2315695" y="3721612"/>
            <a:ext cx="47516" cy="527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2-line1387"/>
          <p:cNvSpPr/>
          <p:nvPr/>
        </p:nvSpPr>
        <p:spPr>
          <a:xfrm flipV="1">
            <a:off x="2213285" y="3624457"/>
            <a:ext cx="52772" cy="475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2-line1388"/>
          <p:cNvSpPr/>
          <p:nvPr/>
        </p:nvSpPr>
        <p:spPr>
          <a:xfrm flipV="1">
            <a:off x="2122140" y="3517679"/>
            <a:ext cx="57450" cy="417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2-line1389"/>
          <p:cNvSpPr/>
          <p:nvPr/>
        </p:nvSpPr>
        <p:spPr>
          <a:xfrm flipV="1">
            <a:off x="2043259" y="3359840"/>
            <a:ext cx="135296" cy="781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7" name="S12-line1390"/>
          <p:cNvSpPr/>
          <p:nvPr/>
        </p:nvSpPr>
        <p:spPr>
          <a:xfrm flipV="1">
            <a:off x="1977507" y="3280025"/>
            <a:ext cx="64873" cy="288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12-line1391"/>
          <p:cNvSpPr/>
          <p:nvPr/>
        </p:nvSpPr>
        <p:spPr>
          <a:xfrm flipV="1">
            <a:off x="1925604" y="3151753"/>
            <a:ext cx="67536" cy="21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2-line1392"/>
          <p:cNvSpPr/>
          <p:nvPr/>
        </p:nvSpPr>
        <p:spPr>
          <a:xfrm flipV="1">
            <a:off x="1888119" y="3019037"/>
            <a:ext cx="69460" cy="14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2-line1393"/>
          <p:cNvSpPr/>
          <p:nvPr/>
        </p:nvSpPr>
        <p:spPr>
          <a:xfrm flipV="1">
            <a:off x="1865463" y="2883331"/>
            <a:ext cx="70623" cy="74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2-line1394"/>
          <p:cNvSpPr/>
          <p:nvPr/>
        </p:nvSpPr>
        <p:spPr>
          <a:xfrm>
            <a:off x="1857883" y="2746121"/>
            <a:ext cx="15622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2" name="S12-line1395"/>
          <p:cNvSpPr/>
          <p:nvPr/>
        </p:nvSpPr>
        <p:spPr>
          <a:xfrm>
            <a:off x="1865463" y="2601489"/>
            <a:ext cx="70623" cy="74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12-line1396"/>
          <p:cNvSpPr/>
          <p:nvPr/>
        </p:nvSpPr>
        <p:spPr>
          <a:xfrm>
            <a:off x="1888119" y="2458441"/>
            <a:ext cx="69460" cy="14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2-line1397"/>
          <p:cNvSpPr/>
          <p:nvPr/>
        </p:nvSpPr>
        <p:spPr>
          <a:xfrm>
            <a:off x="1925604" y="2318545"/>
            <a:ext cx="67536" cy="21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2-line1398"/>
          <p:cNvSpPr/>
          <p:nvPr/>
        </p:nvSpPr>
        <p:spPr>
          <a:xfrm>
            <a:off x="1977507" y="2183334"/>
            <a:ext cx="64873" cy="288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2-line1399"/>
          <p:cNvSpPr/>
          <p:nvPr/>
        </p:nvSpPr>
        <p:spPr>
          <a:xfrm>
            <a:off x="2043259" y="2054289"/>
            <a:ext cx="135296" cy="781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7" name="S12-line1400"/>
          <p:cNvSpPr/>
          <p:nvPr/>
        </p:nvSpPr>
        <p:spPr>
          <a:xfrm>
            <a:off x="2122140" y="1932823"/>
            <a:ext cx="57450" cy="417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12-line1401"/>
          <p:cNvSpPr/>
          <p:nvPr/>
        </p:nvSpPr>
        <p:spPr>
          <a:xfrm>
            <a:off x="2213285" y="1820268"/>
            <a:ext cx="52772" cy="475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2-line1402"/>
          <p:cNvSpPr/>
          <p:nvPr/>
        </p:nvSpPr>
        <p:spPr>
          <a:xfrm>
            <a:off x="2315695" y="1717858"/>
            <a:ext cx="47516" cy="527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2-line1403"/>
          <p:cNvSpPr/>
          <p:nvPr/>
        </p:nvSpPr>
        <p:spPr>
          <a:xfrm>
            <a:off x="2428250" y="1626713"/>
            <a:ext cx="41740" cy="574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2-line1404"/>
          <p:cNvSpPr/>
          <p:nvPr/>
        </p:nvSpPr>
        <p:spPr>
          <a:xfrm>
            <a:off x="2549716" y="1547832"/>
            <a:ext cx="78113" cy="1352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2" name="S12-line1405"/>
          <p:cNvSpPr/>
          <p:nvPr/>
        </p:nvSpPr>
        <p:spPr>
          <a:xfrm>
            <a:off x="2678761" y="1482080"/>
            <a:ext cx="28883" cy="6487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12-line1406"/>
          <p:cNvSpPr/>
          <p:nvPr/>
        </p:nvSpPr>
        <p:spPr>
          <a:xfrm>
            <a:off x="2813972" y="1430177"/>
            <a:ext cx="21944" cy="675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12-line1407"/>
          <p:cNvSpPr/>
          <p:nvPr/>
        </p:nvSpPr>
        <p:spPr>
          <a:xfrm>
            <a:off x="2953868" y="1392692"/>
            <a:ext cx="14764" cy="694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2-line1408"/>
          <p:cNvSpPr/>
          <p:nvPr/>
        </p:nvSpPr>
        <p:spPr>
          <a:xfrm>
            <a:off x="3096916" y="1370036"/>
            <a:ext cx="7423" cy="706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2-label1409"/>
          <p:cNvSpPr txBox="1"/>
          <p:nvPr/>
        </p:nvSpPr>
        <p:spPr>
          <a:xfrm>
            <a:off x="3528223" y="159156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300" dirty="0"/>
          </a:p>
        </p:txBody>
      </p:sp>
      <p:sp>
        <p:nvSpPr>
          <p:cNvPr id="67" name="S12-label1410"/>
          <p:cNvSpPr txBox="1"/>
          <p:nvPr/>
        </p:nvSpPr>
        <p:spPr>
          <a:xfrm>
            <a:off x="3938900" y="200224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300" dirty="0"/>
          </a:p>
        </p:txBody>
      </p:sp>
      <p:sp>
        <p:nvSpPr>
          <p:cNvPr id="68" name="S12-label1411"/>
          <p:cNvSpPr txBox="1"/>
          <p:nvPr/>
        </p:nvSpPr>
        <p:spPr>
          <a:xfrm>
            <a:off x="4089218" y="25632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300" dirty="0"/>
          </a:p>
        </p:txBody>
      </p:sp>
      <p:sp>
        <p:nvSpPr>
          <p:cNvPr id="69" name="S12-label1412"/>
          <p:cNvSpPr txBox="1"/>
          <p:nvPr/>
        </p:nvSpPr>
        <p:spPr>
          <a:xfrm>
            <a:off x="3938900" y="31242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300" dirty="0"/>
          </a:p>
        </p:txBody>
      </p:sp>
      <p:sp>
        <p:nvSpPr>
          <p:cNvPr id="70" name="S12-label1413"/>
          <p:cNvSpPr txBox="1"/>
          <p:nvPr/>
        </p:nvSpPr>
        <p:spPr>
          <a:xfrm>
            <a:off x="3528223" y="353491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300" dirty="0"/>
          </a:p>
        </p:txBody>
      </p:sp>
      <p:sp>
        <p:nvSpPr>
          <p:cNvPr id="71" name="S12-label1414"/>
          <p:cNvSpPr txBox="1"/>
          <p:nvPr/>
        </p:nvSpPr>
        <p:spPr>
          <a:xfrm>
            <a:off x="2967228" y="368523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300" dirty="0"/>
          </a:p>
        </p:txBody>
      </p:sp>
      <p:sp>
        <p:nvSpPr>
          <p:cNvPr id="72" name="S12-label1415"/>
          <p:cNvSpPr txBox="1"/>
          <p:nvPr/>
        </p:nvSpPr>
        <p:spPr>
          <a:xfrm>
            <a:off x="2406233" y="353491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300" dirty="0"/>
          </a:p>
        </p:txBody>
      </p:sp>
      <p:sp>
        <p:nvSpPr>
          <p:cNvPr id="73" name="S12-label1416"/>
          <p:cNvSpPr txBox="1"/>
          <p:nvPr/>
        </p:nvSpPr>
        <p:spPr>
          <a:xfrm>
            <a:off x="1995556" y="31242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300" dirty="0"/>
          </a:p>
        </p:txBody>
      </p:sp>
      <p:sp>
        <p:nvSpPr>
          <p:cNvPr id="74" name="S12-label1417"/>
          <p:cNvSpPr txBox="1"/>
          <p:nvPr/>
        </p:nvSpPr>
        <p:spPr>
          <a:xfrm>
            <a:off x="1845238" y="25632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300" dirty="0"/>
          </a:p>
        </p:txBody>
      </p:sp>
      <p:sp>
        <p:nvSpPr>
          <p:cNvPr id="75" name="S12-label1418"/>
          <p:cNvSpPr txBox="1"/>
          <p:nvPr/>
        </p:nvSpPr>
        <p:spPr>
          <a:xfrm>
            <a:off x="1995556" y="200224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300" dirty="0"/>
          </a:p>
        </p:txBody>
      </p:sp>
      <p:sp>
        <p:nvSpPr>
          <p:cNvPr id="76" name="S12-label1419"/>
          <p:cNvSpPr txBox="1"/>
          <p:nvPr/>
        </p:nvSpPr>
        <p:spPr>
          <a:xfrm>
            <a:off x="2406233" y="159156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300" dirty="0"/>
          </a:p>
        </p:txBody>
      </p:sp>
      <p:sp>
        <p:nvSpPr>
          <p:cNvPr id="77" name="S12-label1420"/>
          <p:cNvSpPr txBox="1"/>
          <p:nvPr/>
        </p:nvSpPr>
        <p:spPr>
          <a:xfrm>
            <a:off x="2967228" y="144125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300" dirty="0"/>
          </a:p>
        </p:txBody>
      </p:sp>
      <p:sp>
        <p:nvSpPr>
          <p:cNvPr id="78" name="S12-line1421"/>
          <p:cNvSpPr/>
          <p:nvPr/>
        </p:nvSpPr>
        <p:spPr>
          <a:xfrm>
            <a:off x="3241548" y="2746121"/>
            <a:ext cx="0" cy="624906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9" name="S12-line1422"/>
          <p:cNvSpPr/>
          <p:nvPr/>
        </p:nvSpPr>
        <p:spPr>
          <a:xfrm flipV="1">
            <a:off x="3241548" y="1837167"/>
            <a:ext cx="0" cy="908954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0" name="S12-pin1423"/>
          <p:cNvSpPr/>
          <p:nvPr/>
        </p:nvSpPr>
        <p:spPr>
          <a:xfrm>
            <a:off x="3186684" y="2691257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1" name="S12-label1424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82" name="S12-figure1425" descr="시계: 짧은바늘이 9와 10 사이, 긴바늘이 6을 가리킴(9시 30분)"/>
          <p:cNvSpPr/>
          <p:nvPr/>
        </p:nvSpPr>
        <p:spPr>
          <a:xfrm>
            <a:off x="7527163" y="1325880"/>
            <a:ext cx="2840482" cy="284048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3" name="S12-line1426"/>
          <p:cNvSpPr/>
          <p:nvPr/>
        </p:nvSpPr>
        <p:spPr>
          <a:xfrm>
            <a:off x="8947404" y="1362456"/>
            <a:ext cx="0" cy="15622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4" name="S12-line1427"/>
          <p:cNvSpPr/>
          <p:nvPr/>
        </p:nvSpPr>
        <p:spPr>
          <a:xfrm flipH="1">
            <a:off x="9084614" y="1370036"/>
            <a:ext cx="7423" cy="706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12-line1428"/>
          <p:cNvSpPr/>
          <p:nvPr/>
        </p:nvSpPr>
        <p:spPr>
          <a:xfrm flipH="1">
            <a:off x="9220320" y="1392692"/>
            <a:ext cx="14764" cy="694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12-line1429"/>
          <p:cNvSpPr/>
          <p:nvPr/>
        </p:nvSpPr>
        <p:spPr>
          <a:xfrm flipH="1">
            <a:off x="9353036" y="1430177"/>
            <a:ext cx="21944" cy="675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12-line1430"/>
          <p:cNvSpPr/>
          <p:nvPr/>
        </p:nvSpPr>
        <p:spPr>
          <a:xfrm flipH="1">
            <a:off x="9481308" y="1482080"/>
            <a:ext cx="28883" cy="6487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12-line1431"/>
          <p:cNvSpPr/>
          <p:nvPr/>
        </p:nvSpPr>
        <p:spPr>
          <a:xfrm flipH="1">
            <a:off x="9561123" y="1547832"/>
            <a:ext cx="78113" cy="1352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9" name="S12-line1432"/>
          <p:cNvSpPr/>
          <p:nvPr/>
        </p:nvSpPr>
        <p:spPr>
          <a:xfrm flipH="1">
            <a:off x="9718962" y="1626713"/>
            <a:ext cx="41740" cy="574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12-line1433"/>
          <p:cNvSpPr/>
          <p:nvPr/>
        </p:nvSpPr>
        <p:spPr>
          <a:xfrm flipH="1">
            <a:off x="9825740" y="1717858"/>
            <a:ext cx="47516" cy="527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12-line1434"/>
          <p:cNvSpPr/>
          <p:nvPr/>
        </p:nvSpPr>
        <p:spPr>
          <a:xfrm flipH="1">
            <a:off x="9922895" y="1820268"/>
            <a:ext cx="52772" cy="475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12-line1435"/>
          <p:cNvSpPr/>
          <p:nvPr/>
        </p:nvSpPr>
        <p:spPr>
          <a:xfrm flipH="1">
            <a:off x="10009363" y="1932823"/>
            <a:ext cx="57450" cy="417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12-line1436"/>
          <p:cNvSpPr/>
          <p:nvPr/>
        </p:nvSpPr>
        <p:spPr>
          <a:xfrm flipH="1">
            <a:off x="10010397" y="2054289"/>
            <a:ext cx="135296" cy="781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4" name="S12-line1437"/>
          <p:cNvSpPr/>
          <p:nvPr/>
        </p:nvSpPr>
        <p:spPr>
          <a:xfrm flipH="1">
            <a:off x="10146572" y="2183334"/>
            <a:ext cx="64873" cy="288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12-line1438"/>
          <p:cNvSpPr/>
          <p:nvPr/>
        </p:nvSpPr>
        <p:spPr>
          <a:xfrm flipH="1">
            <a:off x="10195811" y="2318545"/>
            <a:ext cx="67536" cy="21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12-line1439"/>
          <p:cNvSpPr/>
          <p:nvPr/>
        </p:nvSpPr>
        <p:spPr>
          <a:xfrm flipH="1">
            <a:off x="10231372" y="2458441"/>
            <a:ext cx="69460" cy="14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12-line1440"/>
          <p:cNvSpPr/>
          <p:nvPr/>
        </p:nvSpPr>
        <p:spPr>
          <a:xfrm flipH="1">
            <a:off x="10252866" y="2601489"/>
            <a:ext cx="70623" cy="74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12-line1441"/>
          <p:cNvSpPr/>
          <p:nvPr/>
        </p:nvSpPr>
        <p:spPr>
          <a:xfrm flipH="1">
            <a:off x="10174842" y="2746121"/>
            <a:ext cx="15622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9" name="S12-line1442"/>
          <p:cNvSpPr/>
          <p:nvPr/>
        </p:nvSpPr>
        <p:spPr>
          <a:xfrm flipH="1" flipV="1">
            <a:off x="10252866" y="2883331"/>
            <a:ext cx="70623" cy="74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12-line1443"/>
          <p:cNvSpPr/>
          <p:nvPr/>
        </p:nvSpPr>
        <p:spPr>
          <a:xfrm flipH="1" flipV="1">
            <a:off x="10231372" y="3019037"/>
            <a:ext cx="69460" cy="14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12-line1444"/>
          <p:cNvSpPr/>
          <p:nvPr/>
        </p:nvSpPr>
        <p:spPr>
          <a:xfrm flipH="1" flipV="1">
            <a:off x="10195811" y="3151753"/>
            <a:ext cx="67536" cy="21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12-line1445"/>
          <p:cNvSpPr/>
          <p:nvPr/>
        </p:nvSpPr>
        <p:spPr>
          <a:xfrm flipH="1" flipV="1">
            <a:off x="10146572" y="3280025"/>
            <a:ext cx="64873" cy="288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12-line1446"/>
          <p:cNvSpPr/>
          <p:nvPr/>
        </p:nvSpPr>
        <p:spPr>
          <a:xfrm flipH="1" flipV="1">
            <a:off x="10010397" y="3359840"/>
            <a:ext cx="135296" cy="781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4" name="S12-line1447"/>
          <p:cNvSpPr/>
          <p:nvPr/>
        </p:nvSpPr>
        <p:spPr>
          <a:xfrm flipH="1" flipV="1">
            <a:off x="10009363" y="3517679"/>
            <a:ext cx="57450" cy="417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12-line1448"/>
          <p:cNvSpPr/>
          <p:nvPr/>
        </p:nvSpPr>
        <p:spPr>
          <a:xfrm flipH="1" flipV="1">
            <a:off x="9922895" y="3624457"/>
            <a:ext cx="52772" cy="475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12-line1449"/>
          <p:cNvSpPr/>
          <p:nvPr/>
        </p:nvSpPr>
        <p:spPr>
          <a:xfrm flipH="1" flipV="1">
            <a:off x="9825740" y="3721612"/>
            <a:ext cx="47516" cy="527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12-line1450"/>
          <p:cNvSpPr/>
          <p:nvPr/>
        </p:nvSpPr>
        <p:spPr>
          <a:xfrm flipH="1" flipV="1">
            <a:off x="9718962" y="3808080"/>
            <a:ext cx="41740" cy="574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12-line1451"/>
          <p:cNvSpPr/>
          <p:nvPr/>
        </p:nvSpPr>
        <p:spPr>
          <a:xfrm flipH="1" flipV="1">
            <a:off x="9561123" y="3809114"/>
            <a:ext cx="78113" cy="1352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9" name="S12-line1452"/>
          <p:cNvSpPr/>
          <p:nvPr/>
        </p:nvSpPr>
        <p:spPr>
          <a:xfrm flipH="1" flipV="1">
            <a:off x="9481308" y="3945289"/>
            <a:ext cx="28883" cy="6487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12-line1453"/>
          <p:cNvSpPr/>
          <p:nvPr/>
        </p:nvSpPr>
        <p:spPr>
          <a:xfrm flipH="1" flipV="1">
            <a:off x="9353036" y="3994528"/>
            <a:ext cx="21944" cy="675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12-line1454"/>
          <p:cNvSpPr/>
          <p:nvPr/>
        </p:nvSpPr>
        <p:spPr>
          <a:xfrm flipH="1" flipV="1">
            <a:off x="9220320" y="4030089"/>
            <a:ext cx="14764" cy="694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12-line1455"/>
          <p:cNvSpPr/>
          <p:nvPr/>
        </p:nvSpPr>
        <p:spPr>
          <a:xfrm flipH="1" flipV="1">
            <a:off x="9084614" y="4051583"/>
            <a:ext cx="7423" cy="706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12-line1456"/>
          <p:cNvSpPr/>
          <p:nvPr/>
        </p:nvSpPr>
        <p:spPr>
          <a:xfrm flipV="1">
            <a:off x="8947404" y="3973559"/>
            <a:ext cx="0" cy="15622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4" name="S12-line1457"/>
          <p:cNvSpPr/>
          <p:nvPr/>
        </p:nvSpPr>
        <p:spPr>
          <a:xfrm flipV="1">
            <a:off x="8802772" y="4051583"/>
            <a:ext cx="7423" cy="706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12-line1458"/>
          <p:cNvSpPr/>
          <p:nvPr/>
        </p:nvSpPr>
        <p:spPr>
          <a:xfrm flipV="1">
            <a:off x="8659724" y="4030089"/>
            <a:ext cx="14764" cy="694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12-line1459"/>
          <p:cNvSpPr/>
          <p:nvPr/>
        </p:nvSpPr>
        <p:spPr>
          <a:xfrm flipV="1">
            <a:off x="8519828" y="3994528"/>
            <a:ext cx="21944" cy="675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12-line1460"/>
          <p:cNvSpPr/>
          <p:nvPr/>
        </p:nvSpPr>
        <p:spPr>
          <a:xfrm flipV="1">
            <a:off x="8384617" y="3945289"/>
            <a:ext cx="28883" cy="6487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12-line1461"/>
          <p:cNvSpPr/>
          <p:nvPr/>
        </p:nvSpPr>
        <p:spPr>
          <a:xfrm flipV="1">
            <a:off x="8255572" y="3809114"/>
            <a:ext cx="78113" cy="1352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9" name="S12-line1462"/>
          <p:cNvSpPr/>
          <p:nvPr/>
        </p:nvSpPr>
        <p:spPr>
          <a:xfrm flipV="1">
            <a:off x="8134106" y="3808080"/>
            <a:ext cx="41740" cy="574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12-line1463"/>
          <p:cNvSpPr/>
          <p:nvPr/>
        </p:nvSpPr>
        <p:spPr>
          <a:xfrm flipV="1">
            <a:off x="8021551" y="3721612"/>
            <a:ext cx="47516" cy="527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12-line1464"/>
          <p:cNvSpPr/>
          <p:nvPr/>
        </p:nvSpPr>
        <p:spPr>
          <a:xfrm flipV="1">
            <a:off x="7919141" y="3624457"/>
            <a:ext cx="52772" cy="475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12-line1465"/>
          <p:cNvSpPr/>
          <p:nvPr/>
        </p:nvSpPr>
        <p:spPr>
          <a:xfrm flipV="1">
            <a:off x="7827996" y="3517679"/>
            <a:ext cx="57450" cy="417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12-line1466"/>
          <p:cNvSpPr/>
          <p:nvPr/>
        </p:nvSpPr>
        <p:spPr>
          <a:xfrm flipV="1">
            <a:off x="7749115" y="3359840"/>
            <a:ext cx="135296" cy="781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4" name="S12-line1467"/>
          <p:cNvSpPr/>
          <p:nvPr/>
        </p:nvSpPr>
        <p:spPr>
          <a:xfrm flipV="1">
            <a:off x="7683363" y="3280025"/>
            <a:ext cx="64873" cy="288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12-line1468"/>
          <p:cNvSpPr/>
          <p:nvPr/>
        </p:nvSpPr>
        <p:spPr>
          <a:xfrm flipV="1">
            <a:off x="7631460" y="3151753"/>
            <a:ext cx="67536" cy="21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12-line1469"/>
          <p:cNvSpPr/>
          <p:nvPr/>
        </p:nvSpPr>
        <p:spPr>
          <a:xfrm flipV="1">
            <a:off x="7593975" y="3019037"/>
            <a:ext cx="69460" cy="14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12-line1470"/>
          <p:cNvSpPr/>
          <p:nvPr/>
        </p:nvSpPr>
        <p:spPr>
          <a:xfrm flipV="1">
            <a:off x="7571319" y="2883331"/>
            <a:ext cx="70623" cy="74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12-line1471"/>
          <p:cNvSpPr/>
          <p:nvPr/>
        </p:nvSpPr>
        <p:spPr>
          <a:xfrm>
            <a:off x="7563739" y="2746121"/>
            <a:ext cx="15622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9" name="S12-line1472"/>
          <p:cNvSpPr/>
          <p:nvPr/>
        </p:nvSpPr>
        <p:spPr>
          <a:xfrm>
            <a:off x="7571319" y="2601489"/>
            <a:ext cx="70623" cy="74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12-line1473"/>
          <p:cNvSpPr/>
          <p:nvPr/>
        </p:nvSpPr>
        <p:spPr>
          <a:xfrm>
            <a:off x="7593975" y="2458441"/>
            <a:ext cx="69460" cy="14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12-line1474"/>
          <p:cNvSpPr/>
          <p:nvPr/>
        </p:nvSpPr>
        <p:spPr>
          <a:xfrm>
            <a:off x="7631460" y="2318545"/>
            <a:ext cx="67536" cy="21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12-line1475"/>
          <p:cNvSpPr/>
          <p:nvPr/>
        </p:nvSpPr>
        <p:spPr>
          <a:xfrm>
            <a:off x="7683363" y="2183334"/>
            <a:ext cx="64873" cy="288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12-line1476"/>
          <p:cNvSpPr/>
          <p:nvPr/>
        </p:nvSpPr>
        <p:spPr>
          <a:xfrm>
            <a:off x="7749115" y="2054289"/>
            <a:ext cx="135296" cy="781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4" name="S12-line1477"/>
          <p:cNvSpPr/>
          <p:nvPr/>
        </p:nvSpPr>
        <p:spPr>
          <a:xfrm>
            <a:off x="7827996" y="1932823"/>
            <a:ext cx="57450" cy="417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12-line1478"/>
          <p:cNvSpPr/>
          <p:nvPr/>
        </p:nvSpPr>
        <p:spPr>
          <a:xfrm>
            <a:off x="7919141" y="1820268"/>
            <a:ext cx="52772" cy="475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12-line1479"/>
          <p:cNvSpPr/>
          <p:nvPr/>
        </p:nvSpPr>
        <p:spPr>
          <a:xfrm>
            <a:off x="8021551" y="1717858"/>
            <a:ext cx="47516" cy="527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12-line1480"/>
          <p:cNvSpPr/>
          <p:nvPr/>
        </p:nvSpPr>
        <p:spPr>
          <a:xfrm>
            <a:off x="8134106" y="1626713"/>
            <a:ext cx="41740" cy="574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12-line1481"/>
          <p:cNvSpPr/>
          <p:nvPr/>
        </p:nvSpPr>
        <p:spPr>
          <a:xfrm>
            <a:off x="8255572" y="1547832"/>
            <a:ext cx="78113" cy="1352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9" name="S12-line1482"/>
          <p:cNvSpPr/>
          <p:nvPr/>
        </p:nvSpPr>
        <p:spPr>
          <a:xfrm>
            <a:off x="8384617" y="1482080"/>
            <a:ext cx="28883" cy="6487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12-line1483"/>
          <p:cNvSpPr/>
          <p:nvPr/>
        </p:nvSpPr>
        <p:spPr>
          <a:xfrm>
            <a:off x="8519828" y="1430177"/>
            <a:ext cx="21944" cy="675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12-line1484"/>
          <p:cNvSpPr/>
          <p:nvPr/>
        </p:nvSpPr>
        <p:spPr>
          <a:xfrm>
            <a:off x="8659724" y="1392692"/>
            <a:ext cx="14764" cy="694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12-line1485"/>
          <p:cNvSpPr/>
          <p:nvPr/>
        </p:nvSpPr>
        <p:spPr>
          <a:xfrm>
            <a:off x="8802772" y="1370036"/>
            <a:ext cx="7423" cy="706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12-label1486"/>
          <p:cNvSpPr txBox="1"/>
          <p:nvPr/>
        </p:nvSpPr>
        <p:spPr>
          <a:xfrm>
            <a:off x="9234079" y="159156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300" dirty="0"/>
          </a:p>
        </p:txBody>
      </p:sp>
      <p:sp>
        <p:nvSpPr>
          <p:cNvPr id="144" name="S12-label1487"/>
          <p:cNvSpPr txBox="1"/>
          <p:nvPr/>
        </p:nvSpPr>
        <p:spPr>
          <a:xfrm>
            <a:off x="9644756" y="200224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300" dirty="0"/>
          </a:p>
        </p:txBody>
      </p:sp>
      <p:sp>
        <p:nvSpPr>
          <p:cNvPr id="145" name="S12-label1488"/>
          <p:cNvSpPr txBox="1"/>
          <p:nvPr/>
        </p:nvSpPr>
        <p:spPr>
          <a:xfrm>
            <a:off x="9795074" y="25632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300" dirty="0"/>
          </a:p>
        </p:txBody>
      </p:sp>
      <p:sp>
        <p:nvSpPr>
          <p:cNvPr id="146" name="S12-label1489"/>
          <p:cNvSpPr txBox="1"/>
          <p:nvPr/>
        </p:nvSpPr>
        <p:spPr>
          <a:xfrm>
            <a:off x="9644756" y="31242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300" dirty="0"/>
          </a:p>
        </p:txBody>
      </p:sp>
      <p:sp>
        <p:nvSpPr>
          <p:cNvPr id="147" name="S12-label1490"/>
          <p:cNvSpPr txBox="1"/>
          <p:nvPr/>
        </p:nvSpPr>
        <p:spPr>
          <a:xfrm>
            <a:off x="9234079" y="353491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300" dirty="0"/>
          </a:p>
        </p:txBody>
      </p:sp>
      <p:sp>
        <p:nvSpPr>
          <p:cNvPr id="148" name="S12-label1491"/>
          <p:cNvSpPr txBox="1"/>
          <p:nvPr/>
        </p:nvSpPr>
        <p:spPr>
          <a:xfrm>
            <a:off x="8673084" y="368523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300" dirty="0"/>
          </a:p>
        </p:txBody>
      </p:sp>
      <p:sp>
        <p:nvSpPr>
          <p:cNvPr id="149" name="S12-label1492"/>
          <p:cNvSpPr txBox="1"/>
          <p:nvPr/>
        </p:nvSpPr>
        <p:spPr>
          <a:xfrm>
            <a:off x="8112089" y="353491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300" dirty="0"/>
          </a:p>
        </p:txBody>
      </p:sp>
      <p:sp>
        <p:nvSpPr>
          <p:cNvPr id="150" name="S12-label1493"/>
          <p:cNvSpPr txBox="1"/>
          <p:nvPr/>
        </p:nvSpPr>
        <p:spPr>
          <a:xfrm>
            <a:off x="7701412" y="31242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300" dirty="0"/>
          </a:p>
        </p:txBody>
      </p:sp>
      <p:sp>
        <p:nvSpPr>
          <p:cNvPr id="151" name="S12-label1494"/>
          <p:cNvSpPr txBox="1"/>
          <p:nvPr/>
        </p:nvSpPr>
        <p:spPr>
          <a:xfrm>
            <a:off x="7551094" y="25632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300" dirty="0"/>
          </a:p>
        </p:txBody>
      </p:sp>
      <p:sp>
        <p:nvSpPr>
          <p:cNvPr id="152" name="S12-label1495"/>
          <p:cNvSpPr txBox="1"/>
          <p:nvPr/>
        </p:nvSpPr>
        <p:spPr>
          <a:xfrm>
            <a:off x="7701412" y="200224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300" dirty="0"/>
          </a:p>
        </p:txBody>
      </p:sp>
      <p:sp>
        <p:nvSpPr>
          <p:cNvPr id="153" name="S12-label1496"/>
          <p:cNvSpPr txBox="1"/>
          <p:nvPr/>
        </p:nvSpPr>
        <p:spPr>
          <a:xfrm>
            <a:off x="8112089" y="159156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300" dirty="0"/>
          </a:p>
        </p:txBody>
      </p:sp>
      <p:sp>
        <p:nvSpPr>
          <p:cNvPr id="154" name="S12-label1497"/>
          <p:cNvSpPr txBox="1"/>
          <p:nvPr/>
        </p:nvSpPr>
        <p:spPr>
          <a:xfrm>
            <a:off x="8673084" y="144125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300" dirty="0"/>
          </a:p>
        </p:txBody>
      </p:sp>
      <p:sp>
        <p:nvSpPr>
          <p:cNvPr id="155" name="S12-line1498"/>
          <p:cNvSpPr/>
          <p:nvPr/>
        </p:nvSpPr>
        <p:spPr>
          <a:xfrm flipH="1" flipV="1">
            <a:off x="8343791" y="2584383"/>
            <a:ext cx="603613" cy="161738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6" name="S12-line1499"/>
          <p:cNvSpPr/>
          <p:nvPr/>
        </p:nvSpPr>
        <p:spPr>
          <a:xfrm>
            <a:off x="8947404" y="2746121"/>
            <a:ext cx="0" cy="908954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7" name="S12-pin1500"/>
          <p:cNvSpPr/>
          <p:nvPr/>
        </p:nvSpPr>
        <p:spPr>
          <a:xfrm>
            <a:off x="8892540" y="2691257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8" name="S12-label1501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3-card1502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1503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연필 두 자루로 바늘을 놓으며 다시 읽게 하세요.</a:t>
            </a:r>
            <a:endParaRPr lang="ko-KR" sz="3200" dirty="0"/>
          </a:p>
        </p:txBody>
      </p:sp>
      <p:sp>
        <p:nvSpPr>
          <p:cNvPr id="5" name="S13-chip1504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3-text1505"/>
          <p:cNvSpPr txBox="1"/>
          <p:nvPr/>
        </p:nvSpPr>
        <p:spPr>
          <a:xfrm>
            <a:off x="548640" y="2057400"/>
            <a:ext cx="268147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6시</a:t>
            </a:r>
            <a:endParaRPr lang="ko-KR" sz="3200" dirty="0"/>
          </a:p>
        </p:txBody>
      </p:sp>
      <p:sp>
        <p:nvSpPr>
          <p:cNvPr id="7" name="S13-text1506"/>
          <p:cNvSpPr txBox="1"/>
          <p:nvPr/>
        </p:nvSpPr>
        <p:spPr>
          <a:xfrm>
            <a:off x="3367278" y="2057400"/>
            <a:ext cx="254431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여섯 시</a:t>
            </a:r>
            <a:endParaRPr lang="ko-KR" sz="2600" dirty="0"/>
          </a:p>
        </p:txBody>
      </p:sp>
      <p:sp>
        <p:nvSpPr>
          <p:cNvPr id="8" name="S13-text1507"/>
          <p:cNvSpPr txBox="1"/>
          <p:nvPr/>
        </p:nvSpPr>
        <p:spPr>
          <a:xfrm>
            <a:off x="548640" y="2973493"/>
            <a:ext cx="268147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9시 30분</a:t>
            </a:r>
            <a:endParaRPr lang="ko-KR" sz="3200" dirty="0"/>
          </a:p>
        </p:txBody>
      </p:sp>
      <p:sp>
        <p:nvSpPr>
          <p:cNvPr id="9" name="S13-text1508"/>
          <p:cNvSpPr txBox="1"/>
          <p:nvPr/>
        </p:nvSpPr>
        <p:spPr>
          <a:xfrm>
            <a:off x="3367278" y="2973493"/>
            <a:ext cx="254431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9와 10 사이</a:t>
            </a:r>
            <a:endParaRPr lang="ko-KR" sz="2600" dirty="0"/>
          </a:p>
        </p:txBody>
      </p:sp>
      <p:sp>
        <p:nvSpPr>
          <p:cNvPr id="10" name="S13-text1509"/>
          <p:cNvSpPr txBox="1"/>
          <p:nvPr/>
        </p:nvSpPr>
        <p:spPr>
          <a:xfrm>
            <a:off x="548640" y="3889587"/>
            <a:ext cx="268147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긴바늘 6</a:t>
            </a:r>
            <a:endParaRPr lang="ko-KR" sz="3200" dirty="0"/>
          </a:p>
        </p:txBody>
      </p:sp>
      <p:sp>
        <p:nvSpPr>
          <p:cNvPr id="11" name="S13-text1510"/>
          <p:cNvSpPr txBox="1"/>
          <p:nvPr/>
        </p:nvSpPr>
        <p:spPr>
          <a:xfrm>
            <a:off x="3367278" y="3889587"/>
            <a:ext cx="254431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2~3 사이</a:t>
            </a:r>
            <a:endParaRPr lang="ko-KR" sz="2600" dirty="0"/>
          </a:p>
        </p:txBody>
      </p:sp>
      <p:sp>
        <p:nvSpPr>
          <p:cNvPr id="12" name="S13-chip1511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3" name="S13-text1512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12시</a:t>
            </a:r>
            <a:endParaRPr lang="ko-KR" sz="3200" dirty="0"/>
          </a:p>
        </p:txBody>
      </p:sp>
      <p:sp>
        <p:nvSpPr>
          <p:cNvPr id="14" name="S13-text1513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바늘을 바꿈</a:t>
            </a:r>
            <a:endParaRPr lang="ko-KR" sz="2600" dirty="0"/>
          </a:p>
        </p:txBody>
      </p:sp>
      <p:sp>
        <p:nvSpPr>
          <p:cNvPr id="15" name="S13-text1514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10시 30분</a:t>
            </a:r>
            <a:endParaRPr lang="ko-KR" sz="3200" dirty="0"/>
          </a:p>
        </p:txBody>
      </p:sp>
      <p:sp>
        <p:nvSpPr>
          <p:cNvPr id="16" name="S13-text1515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뒤의 수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8시 30분은 어느 것?</a:t>
            </a:r>
            <a:endParaRPr lang="ko-KR" sz="4400" dirty="0"/>
          </a:p>
        </p:txBody>
      </p:sp>
      <p:sp>
        <p:nvSpPr>
          <p:cNvPr id="3" name="S14-card15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15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 보세요.</a:t>
            </a:r>
            <a:endParaRPr lang="ko-KR" sz="3200" dirty="0"/>
          </a:p>
        </p:txBody>
      </p:sp>
      <p:sp>
        <p:nvSpPr>
          <p:cNvPr id="5" name="S14-chip1518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14-figure1519" descr="시계: 짧은바늘이 8과 9 사이, 긴바늘이 6을 가리킴(8시 30분)"/>
          <p:cNvSpPr/>
          <p:nvPr/>
        </p:nvSpPr>
        <p:spPr>
          <a:xfrm>
            <a:off x="729996" y="2029968"/>
            <a:ext cx="3090672" cy="30906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7" name="S14-line1520"/>
          <p:cNvSpPr/>
          <p:nvPr/>
        </p:nvSpPr>
        <p:spPr>
          <a:xfrm>
            <a:off x="2275332" y="2066544"/>
            <a:ext cx="0" cy="16998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14-line1521"/>
          <p:cNvSpPr/>
          <p:nvPr/>
        </p:nvSpPr>
        <p:spPr>
          <a:xfrm flipH="1">
            <a:off x="2424964" y="2074809"/>
            <a:ext cx="8077" cy="768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4-line1522"/>
          <p:cNvSpPr/>
          <p:nvPr/>
        </p:nvSpPr>
        <p:spPr>
          <a:xfrm flipH="1">
            <a:off x="2572956" y="2099514"/>
            <a:ext cx="16065" cy="755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4-line1523"/>
          <p:cNvSpPr/>
          <p:nvPr/>
        </p:nvSpPr>
        <p:spPr>
          <a:xfrm flipH="1">
            <a:off x="2717688" y="2140388"/>
            <a:ext cx="23877" cy="734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4-line1524"/>
          <p:cNvSpPr/>
          <p:nvPr/>
        </p:nvSpPr>
        <p:spPr>
          <a:xfrm flipH="1">
            <a:off x="2857573" y="2196983"/>
            <a:ext cx="31427" cy="705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4-line1525"/>
          <p:cNvSpPr/>
          <p:nvPr/>
        </p:nvSpPr>
        <p:spPr>
          <a:xfrm flipH="1">
            <a:off x="2944719" y="2268680"/>
            <a:ext cx="84993" cy="1472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14-line1526"/>
          <p:cNvSpPr/>
          <p:nvPr/>
        </p:nvSpPr>
        <p:spPr>
          <a:xfrm flipH="1">
            <a:off x="3116743" y="2354692"/>
            <a:ext cx="45416" cy="625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4-line1527"/>
          <p:cNvSpPr/>
          <p:nvPr/>
        </p:nvSpPr>
        <p:spPr>
          <a:xfrm flipH="1">
            <a:off x="3233188" y="2454077"/>
            <a:ext cx="51702" cy="574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4-line1528"/>
          <p:cNvSpPr/>
          <p:nvPr/>
        </p:nvSpPr>
        <p:spPr>
          <a:xfrm flipH="1">
            <a:off x="3339139" y="2565747"/>
            <a:ext cx="57420" cy="51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4-line1529"/>
          <p:cNvSpPr/>
          <p:nvPr/>
        </p:nvSpPr>
        <p:spPr>
          <a:xfrm flipH="1">
            <a:off x="3433434" y="2688477"/>
            <a:ext cx="62510" cy="454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14-line1530"/>
          <p:cNvSpPr/>
          <p:nvPr/>
        </p:nvSpPr>
        <p:spPr>
          <a:xfrm flipH="1">
            <a:off x="3434743" y="2820924"/>
            <a:ext cx="147213" cy="84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14-line1531"/>
          <p:cNvSpPr/>
          <p:nvPr/>
        </p:nvSpPr>
        <p:spPr>
          <a:xfrm flipH="1">
            <a:off x="3583066" y="2961636"/>
            <a:ext cx="70587" cy="314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4-line1532"/>
          <p:cNvSpPr/>
          <p:nvPr/>
        </p:nvSpPr>
        <p:spPr>
          <a:xfrm flipH="1">
            <a:off x="3636763" y="3109072"/>
            <a:ext cx="73485" cy="238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4-line1533"/>
          <p:cNvSpPr/>
          <p:nvPr/>
        </p:nvSpPr>
        <p:spPr>
          <a:xfrm flipH="1">
            <a:off x="3675544" y="3261615"/>
            <a:ext cx="75578" cy="160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4-line1534"/>
          <p:cNvSpPr/>
          <p:nvPr/>
        </p:nvSpPr>
        <p:spPr>
          <a:xfrm flipH="1">
            <a:off x="3698983" y="3417596"/>
            <a:ext cx="76844" cy="80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4-line1535"/>
          <p:cNvSpPr/>
          <p:nvPr/>
        </p:nvSpPr>
        <p:spPr>
          <a:xfrm flipH="1">
            <a:off x="3614105" y="3575304"/>
            <a:ext cx="16998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14-line1536"/>
          <p:cNvSpPr/>
          <p:nvPr/>
        </p:nvSpPr>
        <p:spPr>
          <a:xfrm flipH="1" flipV="1">
            <a:off x="3698983" y="3724936"/>
            <a:ext cx="76844" cy="80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4-line1537"/>
          <p:cNvSpPr/>
          <p:nvPr/>
        </p:nvSpPr>
        <p:spPr>
          <a:xfrm flipH="1" flipV="1">
            <a:off x="3675544" y="3872928"/>
            <a:ext cx="75578" cy="160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4-line1538"/>
          <p:cNvSpPr/>
          <p:nvPr/>
        </p:nvSpPr>
        <p:spPr>
          <a:xfrm flipH="1" flipV="1">
            <a:off x="3636763" y="4017660"/>
            <a:ext cx="73485" cy="238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4-line1539"/>
          <p:cNvSpPr/>
          <p:nvPr/>
        </p:nvSpPr>
        <p:spPr>
          <a:xfrm flipH="1" flipV="1">
            <a:off x="3583066" y="4157545"/>
            <a:ext cx="70587" cy="314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14-line1540"/>
          <p:cNvSpPr/>
          <p:nvPr/>
        </p:nvSpPr>
        <p:spPr>
          <a:xfrm flipH="1" flipV="1">
            <a:off x="3434743" y="4244691"/>
            <a:ext cx="147213" cy="84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" name="S14-line1541"/>
          <p:cNvSpPr/>
          <p:nvPr/>
        </p:nvSpPr>
        <p:spPr>
          <a:xfrm flipH="1" flipV="1">
            <a:off x="3433434" y="4416715"/>
            <a:ext cx="62510" cy="454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4-line1542"/>
          <p:cNvSpPr/>
          <p:nvPr/>
        </p:nvSpPr>
        <p:spPr>
          <a:xfrm flipH="1" flipV="1">
            <a:off x="3339139" y="4533160"/>
            <a:ext cx="57420" cy="51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4-line1543"/>
          <p:cNvSpPr/>
          <p:nvPr/>
        </p:nvSpPr>
        <p:spPr>
          <a:xfrm flipH="1" flipV="1">
            <a:off x="3233188" y="4639111"/>
            <a:ext cx="51702" cy="574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4-line1544"/>
          <p:cNvSpPr/>
          <p:nvPr/>
        </p:nvSpPr>
        <p:spPr>
          <a:xfrm flipH="1" flipV="1">
            <a:off x="3116743" y="4733406"/>
            <a:ext cx="45416" cy="625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4-line1545"/>
          <p:cNvSpPr/>
          <p:nvPr/>
        </p:nvSpPr>
        <p:spPr>
          <a:xfrm flipH="1" flipV="1">
            <a:off x="2944719" y="4734715"/>
            <a:ext cx="84993" cy="1472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3" name="S14-line1546"/>
          <p:cNvSpPr/>
          <p:nvPr/>
        </p:nvSpPr>
        <p:spPr>
          <a:xfrm flipH="1" flipV="1">
            <a:off x="2857573" y="4883038"/>
            <a:ext cx="31427" cy="705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4-line1547"/>
          <p:cNvSpPr/>
          <p:nvPr/>
        </p:nvSpPr>
        <p:spPr>
          <a:xfrm flipH="1" flipV="1">
            <a:off x="2717688" y="4936735"/>
            <a:ext cx="23877" cy="734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4-line1548"/>
          <p:cNvSpPr/>
          <p:nvPr/>
        </p:nvSpPr>
        <p:spPr>
          <a:xfrm flipH="1" flipV="1">
            <a:off x="2572956" y="4975516"/>
            <a:ext cx="16065" cy="755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4-line1549"/>
          <p:cNvSpPr/>
          <p:nvPr/>
        </p:nvSpPr>
        <p:spPr>
          <a:xfrm flipH="1" flipV="1">
            <a:off x="2424964" y="4998955"/>
            <a:ext cx="8077" cy="768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14-line1550"/>
          <p:cNvSpPr/>
          <p:nvPr/>
        </p:nvSpPr>
        <p:spPr>
          <a:xfrm flipV="1">
            <a:off x="2275332" y="4914077"/>
            <a:ext cx="0" cy="16998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8" name="S14-line1551"/>
          <p:cNvSpPr/>
          <p:nvPr/>
        </p:nvSpPr>
        <p:spPr>
          <a:xfrm flipV="1">
            <a:off x="2117624" y="4998955"/>
            <a:ext cx="8077" cy="768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4-line1552"/>
          <p:cNvSpPr/>
          <p:nvPr/>
        </p:nvSpPr>
        <p:spPr>
          <a:xfrm flipV="1">
            <a:off x="1961643" y="4975516"/>
            <a:ext cx="16065" cy="755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4-line1553"/>
          <p:cNvSpPr/>
          <p:nvPr/>
        </p:nvSpPr>
        <p:spPr>
          <a:xfrm flipV="1">
            <a:off x="1809100" y="4936735"/>
            <a:ext cx="23877" cy="734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4-line1554"/>
          <p:cNvSpPr/>
          <p:nvPr/>
        </p:nvSpPr>
        <p:spPr>
          <a:xfrm flipV="1">
            <a:off x="1661664" y="4883038"/>
            <a:ext cx="31427" cy="705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14-line1555"/>
          <p:cNvSpPr/>
          <p:nvPr/>
        </p:nvSpPr>
        <p:spPr>
          <a:xfrm flipV="1">
            <a:off x="1520952" y="4734715"/>
            <a:ext cx="84993" cy="1472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3" name="S14-line1556"/>
          <p:cNvSpPr/>
          <p:nvPr/>
        </p:nvSpPr>
        <p:spPr>
          <a:xfrm flipV="1">
            <a:off x="1388505" y="4733406"/>
            <a:ext cx="45416" cy="625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4-line1557"/>
          <p:cNvSpPr/>
          <p:nvPr/>
        </p:nvSpPr>
        <p:spPr>
          <a:xfrm flipV="1">
            <a:off x="1265775" y="4639111"/>
            <a:ext cx="51702" cy="574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4-line1558"/>
          <p:cNvSpPr/>
          <p:nvPr/>
        </p:nvSpPr>
        <p:spPr>
          <a:xfrm flipV="1">
            <a:off x="1154105" y="4533160"/>
            <a:ext cx="57420" cy="51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4-line1559"/>
          <p:cNvSpPr/>
          <p:nvPr/>
        </p:nvSpPr>
        <p:spPr>
          <a:xfrm flipV="1">
            <a:off x="1054720" y="4416715"/>
            <a:ext cx="62510" cy="454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14-line1560"/>
          <p:cNvSpPr/>
          <p:nvPr/>
        </p:nvSpPr>
        <p:spPr>
          <a:xfrm flipV="1">
            <a:off x="968708" y="4244691"/>
            <a:ext cx="147213" cy="84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8" name="S14-line1561"/>
          <p:cNvSpPr/>
          <p:nvPr/>
        </p:nvSpPr>
        <p:spPr>
          <a:xfrm flipV="1">
            <a:off x="897011" y="4157545"/>
            <a:ext cx="70587" cy="314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4-line1562"/>
          <p:cNvSpPr/>
          <p:nvPr/>
        </p:nvSpPr>
        <p:spPr>
          <a:xfrm flipV="1">
            <a:off x="840416" y="4017660"/>
            <a:ext cx="73485" cy="238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4-line1563"/>
          <p:cNvSpPr/>
          <p:nvPr/>
        </p:nvSpPr>
        <p:spPr>
          <a:xfrm flipV="1">
            <a:off x="799542" y="3872928"/>
            <a:ext cx="75578" cy="160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4-line1564"/>
          <p:cNvSpPr/>
          <p:nvPr/>
        </p:nvSpPr>
        <p:spPr>
          <a:xfrm flipV="1">
            <a:off x="774837" y="3724936"/>
            <a:ext cx="76844" cy="80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14-line1565"/>
          <p:cNvSpPr/>
          <p:nvPr/>
        </p:nvSpPr>
        <p:spPr>
          <a:xfrm>
            <a:off x="766572" y="3575304"/>
            <a:ext cx="16998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3" name="S14-line1566"/>
          <p:cNvSpPr/>
          <p:nvPr/>
        </p:nvSpPr>
        <p:spPr>
          <a:xfrm>
            <a:off x="774837" y="3417596"/>
            <a:ext cx="76844" cy="80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4-line1567"/>
          <p:cNvSpPr/>
          <p:nvPr/>
        </p:nvSpPr>
        <p:spPr>
          <a:xfrm>
            <a:off x="799542" y="3261615"/>
            <a:ext cx="75578" cy="160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4-line1568"/>
          <p:cNvSpPr/>
          <p:nvPr/>
        </p:nvSpPr>
        <p:spPr>
          <a:xfrm>
            <a:off x="840416" y="3109072"/>
            <a:ext cx="73485" cy="238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4-line1569"/>
          <p:cNvSpPr/>
          <p:nvPr/>
        </p:nvSpPr>
        <p:spPr>
          <a:xfrm>
            <a:off x="897011" y="2961636"/>
            <a:ext cx="70587" cy="314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14-line1570"/>
          <p:cNvSpPr/>
          <p:nvPr/>
        </p:nvSpPr>
        <p:spPr>
          <a:xfrm>
            <a:off x="968708" y="2820924"/>
            <a:ext cx="147213" cy="84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8" name="S14-line1571"/>
          <p:cNvSpPr/>
          <p:nvPr/>
        </p:nvSpPr>
        <p:spPr>
          <a:xfrm>
            <a:off x="1054720" y="2688477"/>
            <a:ext cx="62510" cy="454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4-line1572"/>
          <p:cNvSpPr/>
          <p:nvPr/>
        </p:nvSpPr>
        <p:spPr>
          <a:xfrm>
            <a:off x="1154105" y="2565747"/>
            <a:ext cx="57420" cy="51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4-line1573"/>
          <p:cNvSpPr/>
          <p:nvPr/>
        </p:nvSpPr>
        <p:spPr>
          <a:xfrm>
            <a:off x="1265775" y="2454077"/>
            <a:ext cx="51702" cy="574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4-line1574"/>
          <p:cNvSpPr/>
          <p:nvPr/>
        </p:nvSpPr>
        <p:spPr>
          <a:xfrm>
            <a:off x="1388505" y="2354692"/>
            <a:ext cx="45416" cy="625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14-line1575"/>
          <p:cNvSpPr/>
          <p:nvPr/>
        </p:nvSpPr>
        <p:spPr>
          <a:xfrm>
            <a:off x="1520952" y="2268680"/>
            <a:ext cx="84993" cy="1472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3" name="S14-line1576"/>
          <p:cNvSpPr/>
          <p:nvPr/>
        </p:nvSpPr>
        <p:spPr>
          <a:xfrm>
            <a:off x="1661664" y="2196983"/>
            <a:ext cx="31427" cy="705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14-line1577"/>
          <p:cNvSpPr/>
          <p:nvPr/>
        </p:nvSpPr>
        <p:spPr>
          <a:xfrm>
            <a:off x="1809100" y="2140388"/>
            <a:ext cx="23877" cy="734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4-line1578"/>
          <p:cNvSpPr/>
          <p:nvPr/>
        </p:nvSpPr>
        <p:spPr>
          <a:xfrm>
            <a:off x="1961643" y="2099514"/>
            <a:ext cx="16065" cy="755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4-line1579"/>
          <p:cNvSpPr/>
          <p:nvPr/>
        </p:nvSpPr>
        <p:spPr>
          <a:xfrm>
            <a:off x="2117624" y="2074809"/>
            <a:ext cx="8077" cy="768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14-label1580"/>
          <p:cNvSpPr txBox="1"/>
          <p:nvPr/>
        </p:nvSpPr>
        <p:spPr>
          <a:xfrm>
            <a:off x="2611420" y="23351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500" dirty="0"/>
          </a:p>
        </p:txBody>
      </p:sp>
      <p:sp>
        <p:nvSpPr>
          <p:cNvPr id="68" name="S14-label1581"/>
          <p:cNvSpPr txBox="1"/>
          <p:nvPr/>
        </p:nvSpPr>
        <p:spPr>
          <a:xfrm>
            <a:off x="3058269" y="27820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500" dirty="0"/>
          </a:p>
        </p:txBody>
      </p:sp>
      <p:sp>
        <p:nvSpPr>
          <p:cNvPr id="69" name="S14-label1582"/>
          <p:cNvSpPr txBox="1"/>
          <p:nvPr/>
        </p:nvSpPr>
        <p:spPr>
          <a:xfrm>
            <a:off x="3221827" y="33924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500" dirty="0"/>
          </a:p>
        </p:txBody>
      </p:sp>
      <p:sp>
        <p:nvSpPr>
          <p:cNvPr id="70" name="S14-label1583"/>
          <p:cNvSpPr txBox="1"/>
          <p:nvPr/>
        </p:nvSpPr>
        <p:spPr>
          <a:xfrm>
            <a:off x="3058269" y="40028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500" dirty="0"/>
          </a:p>
        </p:txBody>
      </p:sp>
      <p:sp>
        <p:nvSpPr>
          <p:cNvPr id="71" name="S14-label1584"/>
          <p:cNvSpPr txBox="1"/>
          <p:nvPr/>
        </p:nvSpPr>
        <p:spPr>
          <a:xfrm>
            <a:off x="2611420" y="444968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500" dirty="0"/>
          </a:p>
        </p:txBody>
      </p:sp>
      <p:sp>
        <p:nvSpPr>
          <p:cNvPr id="72" name="S14-label1585"/>
          <p:cNvSpPr txBox="1"/>
          <p:nvPr/>
        </p:nvSpPr>
        <p:spPr>
          <a:xfrm>
            <a:off x="2001012" y="46132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500" dirty="0"/>
          </a:p>
        </p:txBody>
      </p:sp>
      <p:sp>
        <p:nvSpPr>
          <p:cNvPr id="73" name="S14-label1586"/>
          <p:cNvSpPr txBox="1"/>
          <p:nvPr/>
        </p:nvSpPr>
        <p:spPr>
          <a:xfrm>
            <a:off x="1390604" y="444968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500" dirty="0"/>
          </a:p>
        </p:txBody>
      </p:sp>
      <p:sp>
        <p:nvSpPr>
          <p:cNvPr id="74" name="S14-label1587"/>
          <p:cNvSpPr txBox="1"/>
          <p:nvPr/>
        </p:nvSpPr>
        <p:spPr>
          <a:xfrm>
            <a:off x="943755" y="40028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500" dirty="0"/>
          </a:p>
        </p:txBody>
      </p:sp>
      <p:sp>
        <p:nvSpPr>
          <p:cNvPr id="75" name="S14-label1588"/>
          <p:cNvSpPr txBox="1"/>
          <p:nvPr/>
        </p:nvSpPr>
        <p:spPr>
          <a:xfrm>
            <a:off x="780197" y="33924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500" dirty="0"/>
          </a:p>
        </p:txBody>
      </p:sp>
      <p:sp>
        <p:nvSpPr>
          <p:cNvPr id="76" name="S14-label1589"/>
          <p:cNvSpPr txBox="1"/>
          <p:nvPr/>
        </p:nvSpPr>
        <p:spPr>
          <a:xfrm>
            <a:off x="943755" y="27820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500" dirty="0"/>
          </a:p>
        </p:txBody>
      </p:sp>
      <p:sp>
        <p:nvSpPr>
          <p:cNvPr id="77" name="S14-label1590"/>
          <p:cNvSpPr txBox="1"/>
          <p:nvPr/>
        </p:nvSpPr>
        <p:spPr>
          <a:xfrm>
            <a:off x="1390604" y="23351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500" dirty="0"/>
          </a:p>
        </p:txBody>
      </p:sp>
      <p:sp>
        <p:nvSpPr>
          <p:cNvPr id="78" name="S14-label1591"/>
          <p:cNvSpPr txBox="1"/>
          <p:nvPr/>
        </p:nvSpPr>
        <p:spPr>
          <a:xfrm>
            <a:off x="2001012" y="217160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500" dirty="0"/>
          </a:p>
        </p:txBody>
      </p:sp>
      <p:sp>
        <p:nvSpPr>
          <p:cNvPr id="79" name="S14-line1592"/>
          <p:cNvSpPr/>
          <p:nvPr/>
        </p:nvSpPr>
        <p:spPr>
          <a:xfrm flipH="1">
            <a:off x="1618553" y="3575304"/>
            <a:ext cx="656779" cy="175983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80" name="S14-line1593"/>
          <p:cNvSpPr/>
          <p:nvPr/>
        </p:nvSpPr>
        <p:spPr>
          <a:xfrm>
            <a:off x="2275332" y="3575304"/>
            <a:ext cx="0" cy="989015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1" name="S14-pin1594"/>
          <p:cNvSpPr/>
          <p:nvPr/>
        </p:nvSpPr>
        <p:spPr>
          <a:xfrm>
            <a:off x="2220468" y="352044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2" name="S14-chip1595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83" name="S14-figure1596" descr="시계: 짧은바늘이 9와 10 사이, 긴바늘이 6을 가리킴(9시 30분)"/>
          <p:cNvSpPr/>
          <p:nvPr/>
        </p:nvSpPr>
        <p:spPr>
          <a:xfrm>
            <a:off x="4549140" y="2029968"/>
            <a:ext cx="3090672" cy="30906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4" name="S14-line1597"/>
          <p:cNvSpPr/>
          <p:nvPr/>
        </p:nvSpPr>
        <p:spPr>
          <a:xfrm>
            <a:off x="6094476" y="2066544"/>
            <a:ext cx="0" cy="16998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5" name="S14-line1598"/>
          <p:cNvSpPr/>
          <p:nvPr/>
        </p:nvSpPr>
        <p:spPr>
          <a:xfrm flipH="1">
            <a:off x="6244108" y="2074809"/>
            <a:ext cx="8077" cy="768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14-line1599"/>
          <p:cNvSpPr/>
          <p:nvPr/>
        </p:nvSpPr>
        <p:spPr>
          <a:xfrm flipH="1">
            <a:off x="6392100" y="2099514"/>
            <a:ext cx="16065" cy="755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14-line1600"/>
          <p:cNvSpPr/>
          <p:nvPr/>
        </p:nvSpPr>
        <p:spPr>
          <a:xfrm flipH="1">
            <a:off x="6536832" y="2140388"/>
            <a:ext cx="23877" cy="734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14-line1601"/>
          <p:cNvSpPr/>
          <p:nvPr/>
        </p:nvSpPr>
        <p:spPr>
          <a:xfrm flipH="1">
            <a:off x="6676717" y="2196983"/>
            <a:ext cx="31427" cy="705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14-line1602"/>
          <p:cNvSpPr/>
          <p:nvPr/>
        </p:nvSpPr>
        <p:spPr>
          <a:xfrm flipH="1">
            <a:off x="6763863" y="2268680"/>
            <a:ext cx="84993" cy="1472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0" name="S14-line1603"/>
          <p:cNvSpPr/>
          <p:nvPr/>
        </p:nvSpPr>
        <p:spPr>
          <a:xfrm flipH="1">
            <a:off x="6935887" y="2354692"/>
            <a:ext cx="45416" cy="625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14-line1604"/>
          <p:cNvSpPr/>
          <p:nvPr/>
        </p:nvSpPr>
        <p:spPr>
          <a:xfrm flipH="1">
            <a:off x="7052332" y="2454077"/>
            <a:ext cx="51702" cy="574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14-line1605"/>
          <p:cNvSpPr/>
          <p:nvPr/>
        </p:nvSpPr>
        <p:spPr>
          <a:xfrm flipH="1">
            <a:off x="7158283" y="2565747"/>
            <a:ext cx="57420" cy="51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14-line1606"/>
          <p:cNvSpPr/>
          <p:nvPr/>
        </p:nvSpPr>
        <p:spPr>
          <a:xfrm flipH="1">
            <a:off x="7252578" y="2688477"/>
            <a:ext cx="62510" cy="454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14-line1607"/>
          <p:cNvSpPr/>
          <p:nvPr/>
        </p:nvSpPr>
        <p:spPr>
          <a:xfrm flipH="1">
            <a:off x="7253887" y="2820924"/>
            <a:ext cx="147213" cy="84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5" name="S14-line1608"/>
          <p:cNvSpPr/>
          <p:nvPr/>
        </p:nvSpPr>
        <p:spPr>
          <a:xfrm flipH="1">
            <a:off x="7402210" y="2961636"/>
            <a:ext cx="70587" cy="314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14-line1609"/>
          <p:cNvSpPr/>
          <p:nvPr/>
        </p:nvSpPr>
        <p:spPr>
          <a:xfrm flipH="1">
            <a:off x="7455907" y="3109072"/>
            <a:ext cx="73485" cy="238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14-line1610"/>
          <p:cNvSpPr/>
          <p:nvPr/>
        </p:nvSpPr>
        <p:spPr>
          <a:xfrm flipH="1">
            <a:off x="7494688" y="3261615"/>
            <a:ext cx="75578" cy="160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14-line1611"/>
          <p:cNvSpPr/>
          <p:nvPr/>
        </p:nvSpPr>
        <p:spPr>
          <a:xfrm flipH="1">
            <a:off x="7518127" y="3417596"/>
            <a:ext cx="76844" cy="80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14-line1612"/>
          <p:cNvSpPr/>
          <p:nvPr/>
        </p:nvSpPr>
        <p:spPr>
          <a:xfrm flipH="1">
            <a:off x="7433249" y="3575304"/>
            <a:ext cx="16998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0" name="S14-line1613"/>
          <p:cNvSpPr/>
          <p:nvPr/>
        </p:nvSpPr>
        <p:spPr>
          <a:xfrm flipH="1" flipV="1">
            <a:off x="7518127" y="3724936"/>
            <a:ext cx="76844" cy="80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14-line1614"/>
          <p:cNvSpPr/>
          <p:nvPr/>
        </p:nvSpPr>
        <p:spPr>
          <a:xfrm flipH="1" flipV="1">
            <a:off x="7494688" y="3872928"/>
            <a:ext cx="75578" cy="160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14-line1615"/>
          <p:cNvSpPr/>
          <p:nvPr/>
        </p:nvSpPr>
        <p:spPr>
          <a:xfrm flipH="1" flipV="1">
            <a:off x="7455907" y="4017660"/>
            <a:ext cx="73485" cy="238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14-line1616"/>
          <p:cNvSpPr/>
          <p:nvPr/>
        </p:nvSpPr>
        <p:spPr>
          <a:xfrm flipH="1" flipV="1">
            <a:off x="7402210" y="4157545"/>
            <a:ext cx="70587" cy="314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14-line1617"/>
          <p:cNvSpPr/>
          <p:nvPr/>
        </p:nvSpPr>
        <p:spPr>
          <a:xfrm flipH="1" flipV="1">
            <a:off x="7253887" y="4244691"/>
            <a:ext cx="147213" cy="84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5" name="S14-line1618"/>
          <p:cNvSpPr/>
          <p:nvPr/>
        </p:nvSpPr>
        <p:spPr>
          <a:xfrm flipH="1" flipV="1">
            <a:off x="7252578" y="4416715"/>
            <a:ext cx="62510" cy="454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14-line1619"/>
          <p:cNvSpPr/>
          <p:nvPr/>
        </p:nvSpPr>
        <p:spPr>
          <a:xfrm flipH="1" flipV="1">
            <a:off x="7158283" y="4533160"/>
            <a:ext cx="57420" cy="51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14-line1620"/>
          <p:cNvSpPr/>
          <p:nvPr/>
        </p:nvSpPr>
        <p:spPr>
          <a:xfrm flipH="1" flipV="1">
            <a:off x="7052332" y="4639111"/>
            <a:ext cx="51702" cy="574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14-line1621"/>
          <p:cNvSpPr/>
          <p:nvPr/>
        </p:nvSpPr>
        <p:spPr>
          <a:xfrm flipH="1" flipV="1">
            <a:off x="6935887" y="4733406"/>
            <a:ext cx="45416" cy="625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14-line1622"/>
          <p:cNvSpPr/>
          <p:nvPr/>
        </p:nvSpPr>
        <p:spPr>
          <a:xfrm flipH="1" flipV="1">
            <a:off x="6763863" y="4734715"/>
            <a:ext cx="84993" cy="1472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0" name="S14-line1623"/>
          <p:cNvSpPr/>
          <p:nvPr/>
        </p:nvSpPr>
        <p:spPr>
          <a:xfrm flipH="1" flipV="1">
            <a:off x="6676717" y="4883038"/>
            <a:ext cx="31427" cy="705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14-line1624"/>
          <p:cNvSpPr/>
          <p:nvPr/>
        </p:nvSpPr>
        <p:spPr>
          <a:xfrm flipH="1" flipV="1">
            <a:off x="6536832" y="4936735"/>
            <a:ext cx="23877" cy="734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14-line1625"/>
          <p:cNvSpPr/>
          <p:nvPr/>
        </p:nvSpPr>
        <p:spPr>
          <a:xfrm flipH="1" flipV="1">
            <a:off x="6392100" y="4975516"/>
            <a:ext cx="16065" cy="755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14-line1626"/>
          <p:cNvSpPr/>
          <p:nvPr/>
        </p:nvSpPr>
        <p:spPr>
          <a:xfrm flipH="1" flipV="1">
            <a:off x="6244108" y="4998955"/>
            <a:ext cx="8077" cy="768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14-line1627"/>
          <p:cNvSpPr/>
          <p:nvPr/>
        </p:nvSpPr>
        <p:spPr>
          <a:xfrm flipV="1">
            <a:off x="6094476" y="4914077"/>
            <a:ext cx="0" cy="16998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5" name="S14-line1628"/>
          <p:cNvSpPr/>
          <p:nvPr/>
        </p:nvSpPr>
        <p:spPr>
          <a:xfrm flipV="1">
            <a:off x="5936768" y="4998955"/>
            <a:ext cx="8077" cy="768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14-line1629"/>
          <p:cNvSpPr/>
          <p:nvPr/>
        </p:nvSpPr>
        <p:spPr>
          <a:xfrm flipV="1">
            <a:off x="5780787" y="4975516"/>
            <a:ext cx="16065" cy="755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14-line1630"/>
          <p:cNvSpPr/>
          <p:nvPr/>
        </p:nvSpPr>
        <p:spPr>
          <a:xfrm flipV="1">
            <a:off x="5628244" y="4936735"/>
            <a:ext cx="23877" cy="734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14-line1631"/>
          <p:cNvSpPr/>
          <p:nvPr/>
        </p:nvSpPr>
        <p:spPr>
          <a:xfrm flipV="1">
            <a:off x="5480808" y="4883038"/>
            <a:ext cx="31427" cy="705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14-line1632"/>
          <p:cNvSpPr/>
          <p:nvPr/>
        </p:nvSpPr>
        <p:spPr>
          <a:xfrm flipV="1">
            <a:off x="5340096" y="4734715"/>
            <a:ext cx="84993" cy="1472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0" name="S14-line1633"/>
          <p:cNvSpPr/>
          <p:nvPr/>
        </p:nvSpPr>
        <p:spPr>
          <a:xfrm flipV="1">
            <a:off x="5207649" y="4733406"/>
            <a:ext cx="45416" cy="625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14-line1634"/>
          <p:cNvSpPr/>
          <p:nvPr/>
        </p:nvSpPr>
        <p:spPr>
          <a:xfrm flipV="1">
            <a:off x="5084919" y="4639111"/>
            <a:ext cx="51702" cy="574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14-line1635"/>
          <p:cNvSpPr/>
          <p:nvPr/>
        </p:nvSpPr>
        <p:spPr>
          <a:xfrm flipV="1">
            <a:off x="4973249" y="4533160"/>
            <a:ext cx="57420" cy="51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14-line1636"/>
          <p:cNvSpPr/>
          <p:nvPr/>
        </p:nvSpPr>
        <p:spPr>
          <a:xfrm flipV="1">
            <a:off x="4873864" y="4416715"/>
            <a:ext cx="62510" cy="454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14-line1637"/>
          <p:cNvSpPr/>
          <p:nvPr/>
        </p:nvSpPr>
        <p:spPr>
          <a:xfrm flipV="1">
            <a:off x="4787852" y="4244691"/>
            <a:ext cx="147213" cy="84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5" name="S14-line1638"/>
          <p:cNvSpPr/>
          <p:nvPr/>
        </p:nvSpPr>
        <p:spPr>
          <a:xfrm flipV="1">
            <a:off x="4716155" y="4157545"/>
            <a:ext cx="70587" cy="314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14-line1639"/>
          <p:cNvSpPr/>
          <p:nvPr/>
        </p:nvSpPr>
        <p:spPr>
          <a:xfrm flipV="1">
            <a:off x="4659560" y="4017660"/>
            <a:ext cx="73485" cy="238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14-line1640"/>
          <p:cNvSpPr/>
          <p:nvPr/>
        </p:nvSpPr>
        <p:spPr>
          <a:xfrm flipV="1">
            <a:off x="4618686" y="3872928"/>
            <a:ext cx="75578" cy="160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14-line1641"/>
          <p:cNvSpPr/>
          <p:nvPr/>
        </p:nvSpPr>
        <p:spPr>
          <a:xfrm flipV="1">
            <a:off x="4593981" y="3724936"/>
            <a:ext cx="76844" cy="80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14-line1642"/>
          <p:cNvSpPr/>
          <p:nvPr/>
        </p:nvSpPr>
        <p:spPr>
          <a:xfrm>
            <a:off x="4585716" y="3575304"/>
            <a:ext cx="16998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0" name="S14-line1643"/>
          <p:cNvSpPr/>
          <p:nvPr/>
        </p:nvSpPr>
        <p:spPr>
          <a:xfrm>
            <a:off x="4593981" y="3417596"/>
            <a:ext cx="76844" cy="80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14-line1644"/>
          <p:cNvSpPr/>
          <p:nvPr/>
        </p:nvSpPr>
        <p:spPr>
          <a:xfrm>
            <a:off x="4618686" y="3261615"/>
            <a:ext cx="75578" cy="160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14-line1645"/>
          <p:cNvSpPr/>
          <p:nvPr/>
        </p:nvSpPr>
        <p:spPr>
          <a:xfrm>
            <a:off x="4659560" y="3109072"/>
            <a:ext cx="73485" cy="238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14-line1646"/>
          <p:cNvSpPr/>
          <p:nvPr/>
        </p:nvSpPr>
        <p:spPr>
          <a:xfrm>
            <a:off x="4716155" y="2961636"/>
            <a:ext cx="70587" cy="314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14-line1647"/>
          <p:cNvSpPr/>
          <p:nvPr/>
        </p:nvSpPr>
        <p:spPr>
          <a:xfrm>
            <a:off x="4787852" y="2820924"/>
            <a:ext cx="147213" cy="84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5" name="S14-line1648"/>
          <p:cNvSpPr/>
          <p:nvPr/>
        </p:nvSpPr>
        <p:spPr>
          <a:xfrm>
            <a:off x="4873864" y="2688477"/>
            <a:ext cx="62510" cy="454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14-line1649"/>
          <p:cNvSpPr/>
          <p:nvPr/>
        </p:nvSpPr>
        <p:spPr>
          <a:xfrm>
            <a:off x="4973249" y="2565747"/>
            <a:ext cx="57420" cy="51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14-line1650"/>
          <p:cNvSpPr/>
          <p:nvPr/>
        </p:nvSpPr>
        <p:spPr>
          <a:xfrm>
            <a:off x="5084919" y="2454077"/>
            <a:ext cx="51702" cy="574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14-line1651"/>
          <p:cNvSpPr/>
          <p:nvPr/>
        </p:nvSpPr>
        <p:spPr>
          <a:xfrm>
            <a:off x="5207649" y="2354692"/>
            <a:ext cx="45416" cy="625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14-line1652"/>
          <p:cNvSpPr/>
          <p:nvPr/>
        </p:nvSpPr>
        <p:spPr>
          <a:xfrm>
            <a:off x="5340096" y="2268680"/>
            <a:ext cx="84993" cy="1472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0" name="S14-line1653"/>
          <p:cNvSpPr/>
          <p:nvPr/>
        </p:nvSpPr>
        <p:spPr>
          <a:xfrm>
            <a:off x="5480808" y="2196983"/>
            <a:ext cx="31427" cy="705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14-line1654"/>
          <p:cNvSpPr/>
          <p:nvPr/>
        </p:nvSpPr>
        <p:spPr>
          <a:xfrm>
            <a:off x="5628244" y="2140388"/>
            <a:ext cx="23877" cy="734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14-line1655"/>
          <p:cNvSpPr/>
          <p:nvPr/>
        </p:nvSpPr>
        <p:spPr>
          <a:xfrm>
            <a:off x="5780787" y="2099514"/>
            <a:ext cx="16065" cy="755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14-line1656"/>
          <p:cNvSpPr/>
          <p:nvPr/>
        </p:nvSpPr>
        <p:spPr>
          <a:xfrm>
            <a:off x="5936768" y="2074809"/>
            <a:ext cx="8077" cy="768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14-label1657"/>
          <p:cNvSpPr txBox="1"/>
          <p:nvPr/>
        </p:nvSpPr>
        <p:spPr>
          <a:xfrm>
            <a:off x="6430564" y="23351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500" dirty="0"/>
          </a:p>
        </p:txBody>
      </p:sp>
      <p:sp>
        <p:nvSpPr>
          <p:cNvPr id="145" name="S14-label1658"/>
          <p:cNvSpPr txBox="1"/>
          <p:nvPr/>
        </p:nvSpPr>
        <p:spPr>
          <a:xfrm>
            <a:off x="6877413" y="27820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500" dirty="0"/>
          </a:p>
        </p:txBody>
      </p:sp>
      <p:sp>
        <p:nvSpPr>
          <p:cNvPr id="146" name="S14-label1659"/>
          <p:cNvSpPr txBox="1"/>
          <p:nvPr/>
        </p:nvSpPr>
        <p:spPr>
          <a:xfrm>
            <a:off x="7040971" y="33924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500" dirty="0"/>
          </a:p>
        </p:txBody>
      </p:sp>
      <p:sp>
        <p:nvSpPr>
          <p:cNvPr id="147" name="S14-label1660"/>
          <p:cNvSpPr txBox="1"/>
          <p:nvPr/>
        </p:nvSpPr>
        <p:spPr>
          <a:xfrm>
            <a:off x="6877413" y="40028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500" dirty="0"/>
          </a:p>
        </p:txBody>
      </p:sp>
      <p:sp>
        <p:nvSpPr>
          <p:cNvPr id="148" name="S14-label1661"/>
          <p:cNvSpPr txBox="1"/>
          <p:nvPr/>
        </p:nvSpPr>
        <p:spPr>
          <a:xfrm>
            <a:off x="6430564" y="444968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500" dirty="0"/>
          </a:p>
        </p:txBody>
      </p:sp>
      <p:sp>
        <p:nvSpPr>
          <p:cNvPr id="149" name="S14-label1662"/>
          <p:cNvSpPr txBox="1"/>
          <p:nvPr/>
        </p:nvSpPr>
        <p:spPr>
          <a:xfrm>
            <a:off x="5820156" y="46132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500" dirty="0"/>
          </a:p>
        </p:txBody>
      </p:sp>
      <p:sp>
        <p:nvSpPr>
          <p:cNvPr id="150" name="S14-label1663"/>
          <p:cNvSpPr txBox="1"/>
          <p:nvPr/>
        </p:nvSpPr>
        <p:spPr>
          <a:xfrm>
            <a:off x="5209748" y="444968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500" dirty="0"/>
          </a:p>
        </p:txBody>
      </p:sp>
      <p:sp>
        <p:nvSpPr>
          <p:cNvPr id="151" name="S14-label1664"/>
          <p:cNvSpPr txBox="1"/>
          <p:nvPr/>
        </p:nvSpPr>
        <p:spPr>
          <a:xfrm>
            <a:off x="4762899" y="40028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500" dirty="0"/>
          </a:p>
        </p:txBody>
      </p:sp>
      <p:sp>
        <p:nvSpPr>
          <p:cNvPr id="152" name="S14-label1665"/>
          <p:cNvSpPr txBox="1"/>
          <p:nvPr/>
        </p:nvSpPr>
        <p:spPr>
          <a:xfrm>
            <a:off x="4599341" y="33924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500" dirty="0"/>
          </a:p>
        </p:txBody>
      </p:sp>
      <p:sp>
        <p:nvSpPr>
          <p:cNvPr id="153" name="S14-label1666"/>
          <p:cNvSpPr txBox="1"/>
          <p:nvPr/>
        </p:nvSpPr>
        <p:spPr>
          <a:xfrm>
            <a:off x="4762899" y="27820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500" dirty="0"/>
          </a:p>
        </p:txBody>
      </p:sp>
      <p:sp>
        <p:nvSpPr>
          <p:cNvPr id="154" name="S14-label1667"/>
          <p:cNvSpPr txBox="1"/>
          <p:nvPr/>
        </p:nvSpPr>
        <p:spPr>
          <a:xfrm>
            <a:off x="5209748" y="23351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500" dirty="0"/>
          </a:p>
        </p:txBody>
      </p:sp>
      <p:sp>
        <p:nvSpPr>
          <p:cNvPr id="155" name="S14-label1668"/>
          <p:cNvSpPr txBox="1"/>
          <p:nvPr/>
        </p:nvSpPr>
        <p:spPr>
          <a:xfrm>
            <a:off x="5820156" y="217160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500" dirty="0"/>
          </a:p>
        </p:txBody>
      </p:sp>
      <p:sp>
        <p:nvSpPr>
          <p:cNvPr id="156" name="S14-line1669"/>
          <p:cNvSpPr/>
          <p:nvPr/>
        </p:nvSpPr>
        <p:spPr>
          <a:xfrm flipH="1" flipV="1">
            <a:off x="5437697" y="3399321"/>
            <a:ext cx="656779" cy="175983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7" name="S14-line1670"/>
          <p:cNvSpPr/>
          <p:nvPr/>
        </p:nvSpPr>
        <p:spPr>
          <a:xfrm>
            <a:off x="6094476" y="3575304"/>
            <a:ext cx="0" cy="989015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8" name="S14-pin1671"/>
          <p:cNvSpPr/>
          <p:nvPr/>
        </p:nvSpPr>
        <p:spPr>
          <a:xfrm>
            <a:off x="6039612" y="352044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9" name="S14-chip1672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60" name="S14-figure1673" descr="시계: 짧은바늘이 8, 긴바늘이 12를 가리킴(8시)"/>
          <p:cNvSpPr/>
          <p:nvPr/>
        </p:nvSpPr>
        <p:spPr>
          <a:xfrm>
            <a:off x="8368284" y="2029968"/>
            <a:ext cx="3090672" cy="30906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161" name="S14-line1674"/>
          <p:cNvSpPr/>
          <p:nvPr/>
        </p:nvSpPr>
        <p:spPr>
          <a:xfrm>
            <a:off x="9913620" y="2066544"/>
            <a:ext cx="0" cy="16998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2" name="S14-line1675"/>
          <p:cNvSpPr/>
          <p:nvPr/>
        </p:nvSpPr>
        <p:spPr>
          <a:xfrm flipH="1">
            <a:off x="10063252" y="2074809"/>
            <a:ext cx="8077" cy="768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3" name="S14-line1676"/>
          <p:cNvSpPr/>
          <p:nvPr/>
        </p:nvSpPr>
        <p:spPr>
          <a:xfrm flipH="1">
            <a:off x="10211244" y="2099514"/>
            <a:ext cx="16065" cy="755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4" name="S14-line1677"/>
          <p:cNvSpPr/>
          <p:nvPr/>
        </p:nvSpPr>
        <p:spPr>
          <a:xfrm flipH="1">
            <a:off x="10355976" y="2140388"/>
            <a:ext cx="23877" cy="734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5" name="S14-line1678"/>
          <p:cNvSpPr/>
          <p:nvPr/>
        </p:nvSpPr>
        <p:spPr>
          <a:xfrm flipH="1">
            <a:off x="10495861" y="2196983"/>
            <a:ext cx="31427" cy="705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6" name="S14-line1679"/>
          <p:cNvSpPr/>
          <p:nvPr/>
        </p:nvSpPr>
        <p:spPr>
          <a:xfrm flipH="1">
            <a:off x="10583007" y="2268680"/>
            <a:ext cx="84993" cy="1472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7" name="S14-line1680"/>
          <p:cNvSpPr/>
          <p:nvPr/>
        </p:nvSpPr>
        <p:spPr>
          <a:xfrm flipH="1">
            <a:off x="10755031" y="2354692"/>
            <a:ext cx="45416" cy="625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8" name="S14-line1681"/>
          <p:cNvSpPr/>
          <p:nvPr/>
        </p:nvSpPr>
        <p:spPr>
          <a:xfrm flipH="1">
            <a:off x="10871476" y="2454077"/>
            <a:ext cx="51702" cy="574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9" name="S14-line1682"/>
          <p:cNvSpPr/>
          <p:nvPr/>
        </p:nvSpPr>
        <p:spPr>
          <a:xfrm flipH="1">
            <a:off x="10977427" y="2565747"/>
            <a:ext cx="57420" cy="51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0" name="S14-line1683"/>
          <p:cNvSpPr/>
          <p:nvPr/>
        </p:nvSpPr>
        <p:spPr>
          <a:xfrm flipH="1">
            <a:off x="11071722" y="2688477"/>
            <a:ext cx="62510" cy="454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1" name="S14-line1684"/>
          <p:cNvSpPr/>
          <p:nvPr/>
        </p:nvSpPr>
        <p:spPr>
          <a:xfrm flipH="1">
            <a:off x="11073031" y="2820924"/>
            <a:ext cx="147213" cy="84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2" name="S14-line1685"/>
          <p:cNvSpPr/>
          <p:nvPr/>
        </p:nvSpPr>
        <p:spPr>
          <a:xfrm flipH="1">
            <a:off x="11221354" y="2961636"/>
            <a:ext cx="70587" cy="314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3" name="S14-line1686"/>
          <p:cNvSpPr/>
          <p:nvPr/>
        </p:nvSpPr>
        <p:spPr>
          <a:xfrm flipH="1">
            <a:off x="11275051" y="3109072"/>
            <a:ext cx="73485" cy="238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4" name="S14-line1687"/>
          <p:cNvSpPr/>
          <p:nvPr/>
        </p:nvSpPr>
        <p:spPr>
          <a:xfrm flipH="1">
            <a:off x="11313832" y="3261615"/>
            <a:ext cx="75578" cy="160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5" name="S14-line1688"/>
          <p:cNvSpPr/>
          <p:nvPr/>
        </p:nvSpPr>
        <p:spPr>
          <a:xfrm flipH="1">
            <a:off x="11337271" y="3417596"/>
            <a:ext cx="76844" cy="80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6" name="S14-line1689"/>
          <p:cNvSpPr/>
          <p:nvPr/>
        </p:nvSpPr>
        <p:spPr>
          <a:xfrm flipH="1">
            <a:off x="11252393" y="3575304"/>
            <a:ext cx="16998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7" name="S14-line1690"/>
          <p:cNvSpPr/>
          <p:nvPr/>
        </p:nvSpPr>
        <p:spPr>
          <a:xfrm flipH="1" flipV="1">
            <a:off x="11337271" y="3724936"/>
            <a:ext cx="76844" cy="80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8" name="S14-line1691"/>
          <p:cNvSpPr/>
          <p:nvPr/>
        </p:nvSpPr>
        <p:spPr>
          <a:xfrm flipH="1" flipV="1">
            <a:off x="11313832" y="3872928"/>
            <a:ext cx="75578" cy="160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9" name="S14-line1692"/>
          <p:cNvSpPr/>
          <p:nvPr/>
        </p:nvSpPr>
        <p:spPr>
          <a:xfrm flipH="1" flipV="1">
            <a:off x="11275051" y="4017660"/>
            <a:ext cx="73485" cy="238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0" name="S14-line1693"/>
          <p:cNvSpPr/>
          <p:nvPr/>
        </p:nvSpPr>
        <p:spPr>
          <a:xfrm flipH="1" flipV="1">
            <a:off x="11221354" y="4157545"/>
            <a:ext cx="70587" cy="314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1" name="S14-line1694"/>
          <p:cNvSpPr/>
          <p:nvPr/>
        </p:nvSpPr>
        <p:spPr>
          <a:xfrm flipH="1" flipV="1">
            <a:off x="11073031" y="4244691"/>
            <a:ext cx="147213" cy="84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2" name="S14-line1695"/>
          <p:cNvSpPr/>
          <p:nvPr/>
        </p:nvSpPr>
        <p:spPr>
          <a:xfrm flipH="1" flipV="1">
            <a:off x="11071722" y="4416715"/>
            <a:ext cx="62510" cy="454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3" name="S14-line1696"/>
          <p:cNvSpPr/>
          <p:nvPr/>
        </p:nvSpPr>
        <p:spPr>
          <a:xfrm flipH="1" flipV="1">
            <a:off x="10977427" y="4533160"/>
            <a:ext cx="57420" cy="51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4" name="S14-line1697"/>
          <p:cNvSpPr/>
          <p:nvPr/>
        </p:nvSpPr>
        <p:spPr>
          <a:xfrm flipH="1" flipV="1">
            <a:off x="10871476" y="4639111"/>
            <a:ext cx="51702" cy="574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5" name="S14-line1698"/>
          <p:cNvSpPr/>
          <p:nvPr/>
        </p:nvSpPr>
        <p:spPr>
          <a:xfrm flipH="1" flipV="1">
            <a:off x="10755031" y="4733406"/>
            <a:ext cx="45416" cy="625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6" name="S14-line1699"/>
          <p:cNvSpPr/>
          <p:nvPr/>
        </p:nvSpPr>
        <p:spPr>
          <a:xfrm flipH="1" flipV="1">
            <a:off x="10583007" y="4734715"/>
            <a:ext cx="84993" cy="1472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7" name="S14-line1700"/>
          <p:cNvSpPr/>
          <p:nvPr/>
        </p:nvSpPr>
        <p:spPr>
          <a:xfrm flipH="1" flipV="1">
            <a:off x="10495861" y="4883038"/>
            <a:ext cx="31427" cy="705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8" name="S14-line1701"/>
          <p:cNvSpPr/>
          <p:nvPr/>
        </p:nvSpPr>
        <p:spPr>
          <a:xfrm flipH="1" flipV="1">
            <a:off x="10355976" y="4936735"/>
            <a:ext cx="23877" cy="734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9" name="S14-line1702"/>
          <p:cNvSpPr/>
          <p:nvPr/>
        </p:nvSpPr>
        <p:spPr>
          <a:xfrm flipH="1" flipV="1">
            <a:off x="10211244" y="4975516"/>
            <a:ext cx="16065" cy="755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0" name="S14-line1703"/>
          <p:cNvSpPr/>
          <p:nvPr/>
        </p:nvSpPr>
        <p:spPr>
          <a:xfrm flipH="1" flipV="1">
            <a:off x="10063252" y="4998955"/>
            <a:ext cx="8077" cy="768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1" name="S14-line1704"/>
          <p:cNvSpPr/>
          <p:nvPr/>
        </p:nvSpPr>
        <p:spPr>
          <a:xfrm flipV="1">
            <a:off x="9913620" y="4914077"/>
            <a:ext cx="0" cy="16998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2" name="S14-line1705"/>
          <p:cNvSpPr/>
          <p:nvPr/>
        </p:nvSpPr>
        <p:spPr>
          <a:xfrm flipV="1">
            <a:off x="9755912" y="4998955"/>
            <a:ext cx="8077" cy="768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3" name="S14-line1706"/>
          <p:cNvSpPr/>
          <p:nvPr/>
        </p:nvSpPr>
        <p:spPr>
          <a:xfrm flipV="1">
            <a:off x="9599931" y="4975516"/>
            <a:ext cx="16065" cy="755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4" name="S14-line1707"/>
          <p:cNvSpPr/>
          <p:nvPr/>
        </p:nvSpPr>
        <p:spPr>
          <a:xfrm flipV="1">
            <a:off x="9447388" y="4936735"/>
            <a:ext cx="23877" cy="734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5" name="S14-line1708"/>
          <p:cNvSpPr/>
          <p:nvPr/>
        </p:nvSpPr>
        <p:spPr>
          <a:xfrm flipV="1">
            <a:off x="9299952" y="4883038"/>
            <a:ext cx="31427" cy="705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6" name="S14-line1709"/>
          <p:cNvSpPr/>
          <p:nvPr/>
        </p:nvSpPr>
        <p:spPr>
          <a:xfrm flipV="1">
            <a:off x="9159240" y="4734715"/>
            <a:ext cx="84993" cy="1472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7" name="S14-line1710"/>
          <p:cNvSpPr/>
          <p:nvPr/>
        </p:nvSpPr>
        <p:spPr>
          <a:xfrm flipV="1">
            <a:off x="9026793" y="4733406"/>
            <a:ext cx="45416" cy="625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8" name="S14-line1711"/>
          <p:cNvSpPr/>
          <p:nvPr/>
        </p:nvSpPr>
        <p:spPr>
          <a:xfrm flipV="1">
            <a:off x="8904063" y="4639111"/>
            <a:ext cx="51702" cy="574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9" name="S14-line1712"/>
          <p:cNvSpPr/>
          <p:nvPr/>
        </p:nvSpPr>
        <p:spPr>
          <a:xfrm flipV="1">
            <a:off x="8792393" y="4533160"/>
            <a:ext cx="57420" cy="51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0" name="S14-line1713"/>
          <p:cNvSpPr/>
          <p:nvPr/>
        </p:nvSpPr>
        <p:spPr>
          <a:xfrm flipV="1">
            <a:off x="8693008" y="4416715"/>
            <a:ext cx="62510" cy="454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1" name="S14-line1714"/>
          <p:cNvSpPr/>
          <p:nvPr/>
        </p:nvSpPr>
        <p:spPr>
          <a:xfrm flipV="1">
            <a:off x="8606996" y="4244691"/>
            <a:ext cx="147213" cy="84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2" name="S14-line1715"/>
          <p:cNvSpPr/>
          <p:nvPr/>
        </p:nvSpPr>
        <p:spPr>
          <a:xfrm flipV="1">
            <a:off x="8535299" y="4157545"/>
            <a:ext cx="70587" cy="314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3" name="S14-line1716"/>
          <p:cNvSpPr/>
          <p:nvPr/>
        </p:nvSpPr>
        <p:spPr>
          <a:xfrm flipV="1">
            <a:off x="8478704" y="4017660"/>
            <a:ext cx="73485" cy="238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4" name="S14-line1717"/>
          <p:cNvSpPr/>
          <p:nvPr/>
        </p:nvSpPr>
        <p:spPr>
          <a:xfrm flipV="1">
            <a:off x="8437830" y="3872928"/>
            <a:ext cx="75578" cy="160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5" name="S14-line1718"/>
          <p:cNvSpPr/>
          <p:nvPr/>
        </p:nvSpPr>
        <p:spPr>
          <a:xfrm flipV="1">
            <a:off x="8413125" y="3724936"/>
            <a:ext cx="76844" cy="80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6" name="S14-line1719"/>
          <p:cNvSpPr/>
          <p:nvPr/>
        </p:nvSpPr>
        <p:spPr>
          <a:xfrm>
            <a:off x="8404860" y="3575304"/>
            <a:ext cx="16998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7" name="S14-line1720"/>
          <p:cNvSpPr/>
          <p:nvPr/>
        </p:nvSpPr>
        <p:spPr>
          <a:xfrm>
            <a:off x="8413125" y="3417596"/>
            <a:ext cx="76844" cy="80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8" name="S14-line1721"/>
          <p:cNvSpPr/>
          <p:nvPr/>
        </p:nvSpPr>
        <p:spPr>
          <a:xfrm>
            <a:off x="8437830" y="3261615"/>
            <a:ext cx="75578" cy="160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9" name="S14-line1722"/>
          <p:cNvSpPr/>
          <p:nvPr/>
        </p:nvSpPr>
        <p:spPr>
          <a:xfrm>
            <a:off x="8478704" y="3109072"/>
            <a:ext cx="73485" cy="238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0" name="S14-line1723"/>
          <p:cNvSpPr/>
          <p:nvPr/>
        </p:nvSpPr>
        <p:spPr>
          <a:xfrm>
            <a:off x="8535299" y="2961636"/>
            <a:ext cx="70587" cy="314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1" name="S14-line1724"/>
          <p:cNvSpPr/>
          <p:nvPr/>
        </p:nvSpPr>
        <p:spPr>
          <a:xfrm>
            <a:off x="8606996" y="2820924"/>
            <a:ext cx="147213" cy="84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2" name="S14-line1725"/>
          <p:cNvSpPr/>
          <p:nvPr/>
        </p:nvSpPr>
        <p:spPr>
          <a:xfrm>
            <a:off x="8693008" y="2688477"/>
            <a:ext cx="62510" cy="454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3" name="S14-line1726"/>
          <p:cNvSpPr/>
          <p:nvPr/>
        </p:nvSpPr>
        <p:spPr>
          <a:xfrm>
            <a:off x="8792393" y="2565747"/>
            <a:ext cx="57420" cy="51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4" name="S14-line1727"/>
          <p:cNvSpPr/>
          <p:nvPr/>
        </p:nvSpPr>
        <p:spPr>
          <a:xfrm>
            <a:off x="8904063" y="2454077"/>
            <a:ext cx="51702" cy="574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5" name="S14-line1728"/>
          <p:cNvSpPr/>
          <p:nvPr/>
        </p:nvSpPr>
        <p:spPr>
          <a:xfrm>
            <a:off x="9026793" y="2354692"/>
            <a:ext cx="45416" cy="625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6" name="S14-line1729"/>
          <p:cNvSpPr/>
          <p:nvPr/>
        </p:nvSpPr>
        <p:spPr>
          <a:xfrm>
            <a:off x="9159240" y="2268680"/>
            <a:ext cx="84993" cy="1472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7" name="S14-line1730"/>
          <p:cNvSpPr/>
          <p:nvPr/>
        </p:nvSpPr>
        <p:spPr>
          <a:xfrm>
            <a:off x="9299952" y="2196983"/>
            <a:ext cx="31427" cy="705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8" name="S14-line1731"/>
          <p:cNvSpPr/>
          <p:nvPr/>
        </p:nvSpPr>
        <p:spPr>
          <a:xfrm>
            <a:off x="9447388" y="2140388"/>
            <a:ext cx="23877" cy="734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9" name="S14-line1732"/>
          <p:cNvSpPr/>
          <p:nvPr/>
        </p:nvSpPr>
        <p:spPr>
          <a:xfrm>
            <a:off x="9599931" y="2099514"/>
            <a:ext cx="16065" cy="755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0" name="S14-line1733"/>
          <p:cNvSpPr/>
          <p:nvPr/>
        </p:nvSpPr>
        <p:spPr>
          <a:xfrm>
            <a:off x="9755912" y="2074809"/>
            <a:ext cx="8077" cy="768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1" name="S14-label1734"/>
          <p:cNvSpPr txBox="1"/>
          <p:nvPr/>
        </p:nvSpPr>
        <p:spPr>
          <a:xfrm>
            <a:off x="10249708" y="23351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500" dirty="0"/>
          </a:p>
        </p:txBody>
      </p:sp>
      <p:sp>
        <p:nvSpPr>
          <p:cNvPr id="222" name="S14-label1735"/>
          <p:cNvSpPr txBox="1"/>
          <p:nvPr/>
        </p:nvSpPr>
        <p:spPr>
          <a:xfrm>
            <a:off x="10696557" y="27820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500" dirty="0"/>
          </a:p>
        </p:txBody>
      </p:sp>
      <p:sp>
        <p:nvSpPr>
          <p:cNvPr id="223" name="S14-label1736"/>
          <p:cNvSpPr txBox="1"/>
          <p:nvPr/>
        </p:nvSpPr>
        <p:spPr>
          <a:xfrm>
            <a:off x="10860115" y="33924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500" dirty="0"/>
          </a:p>
        </p:txBody>
      </p:sp>
      <p:sp>
        <p:nvSpPr>
          <p:cNvPr id="224" name="S14-label1737"/>
          <p:cNvSpPr txBox="1"/>
          <p:nvPr/>
        </p:nvSpPr>
        <p:spPr>
          <a:xfrm>
            <a:off x="10696557" y="40028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500" dirty="0"/>
          </a:p>
        </p:txBody>
      </p:sp>
      <p:sp>
        <p:nvSpPr>
          <p:cNvPr id="225" name="S14-label1738"/>
          <p:cNvSpPr txBox="1"/>
          <p:nvPr/>
        </p:nvSpPr>
        <p:spPr>
          <a:xfrm>
            <a:off x="10249708" y="444968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500" dirty="0"/>
          </a:p>
        </p:txBody>
      </p:sp>
      <p:sp>
        <p:nvSpPr>
          <p:cNvPr id="226" name="S14-label1739"/>
          <p:cNvSpPr txBox="1"/>
          <p:nvPr/>
        </p:nvSpPr>
        <p:spPr>
          <a:xfrm>
            <a:off x="9639300" y="46132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500" dirty="0"/>
          </a:p>
        </p:txBody>
      </p:sp>
      <p:sp>
        <p:nvSpPr>
          <p:cNvPr id="227" name="S14-label1740"/>
          <p:cNvSpPr txBox="1"/>
          <p:nvPr/>
        </p:nvSpPr>
        <p:spPr>
          <a:xfrm>
            <a:off x="9028892" y="444968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500" dirty="0"/>
          </a:p>
        </p:txBody>
      </p:sp>
      <p:sp>
        <p:nvSpPr>
          <p:cNvPr id="228" name="S14-label1741"/>
          <p:cNvSpPr txBox="1"/>
          <p:nvPr/>
        </p:nvSpPr>
        <p:spPr>
          <a:xfrm>
            <a:off x="8582043" y="40028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500" dirty="0"/>
          </a:p>
        </p:txBody>
      </p:sp>
      <p:sp>
        <p:nvSpPr>
          <p:cNvPr id="229" name="S14-label1742"/>
          <p:cNvSpPr txBox="1"/>
          <p:nvPr/>
        </p:nvSpPr>
        <p:spPr>
          <a:xfrm>
            <a:off x="8418485" y="33924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500" dirty="0"/>
          </a:p>
        </p:txBody>
      </p:sp>
      <p:sp>
        <p:nvSpPr>
          <p:cNvPr id="230" name="S14-label1743"/>
          <p:cNvSpPr txBox="1"/>
          <p:nvPr/>
        </p:nvSpPr>
        <p:spPr>
          <a:xfrm>
            <a:off x="8582043" y="27820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500" dirty="0"/>
          </a:p>
        </p:txBody>
      </p:sp>
      <p:sp>
        <p:nvSpPr>
          <p:cNvPr id="231" name="S14-label1744"/>
          <p:cNvSpPr txBox="1"/>
          <p:nvPr/>
        </p:nvSpPr>
        <p:spPr>
          <a:xfrm>
            <a:off x="9028892" y="23351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500" dirty="0"/>
          </a:p>
        </p:txBody>
      </p:sp>
      <p:sp>
        <p:nvSpPr>
          <p:cNvPr id="232" name="S14-label1745"/>
          <p:cNvSpPr txBox="1"/>
          <p:nvPr/>
        </p:nvSpPr>
        <p:spPr>
          <a:xfrm>
            <a:off x="9639300" y="217160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500" dirty="0"/>
          </a:p>
        </p:txBody>
      </p:sp>
      <p:sp>
        <p:nvSpPr>
          <p:cNvPr id="233" name="S14-line1746"/>
          <p:cNvSpPr/>
          <p:nvPr/>
        </p:nvSpPr>
        <p:spPr>
          <a:xfrm flipH="1">
            <a:off x="9324768" y="3575304"/>
            <a:ext cx="588852" cy="339974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234" name="S14-line1747"/>
          <p:cNvSpPr/>
          <p:nvPr/>
        </p:nvSpPr>
        <p:spPr>
          <a:xfrm flipV="1">
            <a:off x="9913620" y="2586289"/>
            <a:ext cx="0" cy="989015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235" name="S14-pin1748"/>
          <p:cNvSpPr/>
          <p:nvPr/>
        </p:nvSpPr>
        <p:spPr>
          <a:xfrm>
            <a:off x="9858756" y="352044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5-card174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175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긴바늘이 12면 몇 시, 6이면 몇 시 30분이에요.</a:t>
            </a:r>
            <a:endParaRPr lang="ko-KR" sz="3200" dirty="0"/>
          </a:p>
        </p:txBody>
      </p:sp>
      <p:sp>
        <p:nvSpPr>
          <p:cNvPr id="5" name="S15-chip1751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긴바늘부터 보기</a:t>
            </a:r>
            <a:endParaRPr lang="ko-KR" sz="2600" dirty="0"/>
          </a:p>
        </p:txBody>
      </p:sp>
      <p:sp>
        <p:nvSpPr>
          <p:cNvPr id="6" name="S15-chip1752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짧은바늘의 뒤의 수 읽기</a:t>
            </a:r>
            <a:endParaRPr lang="ko-KR" sz="2600" dirty="0"/>
          </a:p>
        </p:txBody>
      </p:sp>
      <p:sp>
        <p:nvSpPr>
          <p:cNvPr id="7" name="S15-text1753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5-text1754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긴바늘 12, 짧은바늘 4는?</a:t>
            </a:r>
            <a:endParaRPr lang="ko-KR" sz="2600" dirty="0"/>
          </a:p>
        </p:txBody>
      </p:sp>
      <p:sp>
        <p:nvSpPr>
          <p:cNvPr id="9" name="S15-text1755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11시 30분의 긴바늘은?</a:t>
            </a:r>
            <a:endParaRPr lang="ko-KR" sz="2600" dirty="0"/>
          </a:p>
        </p:txBody>
      </p:sp>
      <p:sp>
        <p:nvSpPr>
          <p:cNvPr id="10" name="S15-text1756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짧은바늘 5와 6 사이, 긴바늘 6은?</a:t>
            </a:r>
            <a:endParaRPr lang="ko-KR" sz="2600" dirty="0"/>
          </a:p>
        </p:txBody>
      </p:sp>
      <p:sp>
        <p:nvSpPr>
          <p:cNvPr id="11" name="S15-text175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규칙 찾기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시계의 수</a:t>
            </a:r>
            <a:endParaRPr lang="ko-KR" sz="4400" dirty="0"/>
          </a:p>
        </p:txBody>
      </p:sp>
      <p:sp>
        <p:nvSpPr>
          <p:cNvPr id="3" name="S16-figure1758" descr="바늘이 없는 시계: 1부터 12까지 수가 차례로 둘러 있음"/>
          <p:cNvSpPr/>
          <p:nvPr/>
        </p:nvSpPr>
        <p:spPr>
          <a:xfrm>
            <a:off x="1675638" y="2217420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4" name="S16-line1759"/>
          <p:cNvSpPr/>
          <p:nvPr/>
        </p:nvSpPr>
        <p:spPr>
          <a:xfrm>
            <a:off x="3230118" y="2253996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" name="S16-line1760"/>
          <p:cNvSpPr/>
          <p:nvPr/>
        </p:nvSpPr>
        <p:spPr>
          <a:xfrm flipH="1">
            <a:off x="3380658" y="226231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" name="S16-line1761"/>
          <p:cNvSpPr/>
          <p:nvPr/>
        </p:nvSpPr>
        <p:spPr>
          <a:xfrm flipH="1">
            <a:off x="3529548" y="228716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16-line1762"/>
          <p:cNvSpPr/>
          <p:nvPr/>
        </p:nvSpPr>
        <p:spPr>
          <a:xfrm flipH="1">
            <a:off x="3675158" y="232828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16-line1763"/>
          <p:cNvSpPr/>
          <p:nvPr/>
        </p:nvSpPr>
        <p:spPr>
          <a:xfrm flipH="1">
            <a:off x="3815892" y="238522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6-line1764"/>
          <p:cNvSpPr/>
          <p:nvPr/>
        </p:nvSpPr>
        <p:spPr>
          <a:xfrm flipH="1">
            <a:off x="3903574" y="245735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" name="S16-line1765"/>
          <p:cNvSpPr/>
          <p:nvPr/>
        </p:nvSpPr>
        <p:spPr>
          <a:xfrm flipH="1">
            <a:off x="4076635" y="254389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6-line1766"/>
          <p:cNvSpPr/>
          <p:nvPr/>
        </p:nvSpPr>
        <p:spPr>
          <a:xfrm flipH="1">
            <a:off x="4193787" y="264387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6-line1767"/>
          <p:cNvSpPr/>
          <p:nvPr/>
        </p:nvSpPr>
        <p:spPr>
          <a:xfrm flipH="1">
            <a:off x="4300380" y="275622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6-line1768"/>
          <p:cNvSpPr/>
          <p:nvPr/>
        </p:nvSpPr>
        <p:spPr>
          <a:xfrm flipH="1">
            <a:off x="4395248" y="287969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6-line1769"/>
          <p:cNvSpPr/>
          <p:nvPr/>
        </p:nvSpPr>
        <p:spPr>
          <a:xfrm flipH="1">
            <a:off x="4396577" y="301294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5" name="S16-line1770"/>
          <p:cNvSpPr/>
          <p:nvPr/>
        </p:nvSpPr>
        <p:spPr>
          <a:xfrm flipH="1">
            <a:off x="4545788" y="315451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6-line1771"/>
          <p:cNvSpPr/>
          <p:nvPr/>
        </p:nvSpPr>
        <p:spPr>
          <a:xfrm flipH="1">
            <a:off x="4599811" y="330284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16-line1772"/>
          <p:cNvSpPr/>
          <p:nvPr/>
        </p:nvSpPr>
        <p:spPr>
          <a:xfrm flipH="1">
            <a:off x="4638827" y="345631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6-line1773"/>
          <p:cNvSpPr/>
          <p:nvPr/>
        </p:nvSpPr>
        <p:spPr>
          <a:xfrm flipH="1">
            <a:off x="4662409" y="361323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6-line1774"/>
          <p:cNvSpPr/>
          <p:nvPr/>
        </p:nvSpPr>
        <p:spPr>
          <a:xfrm flipH="1">
            <a:off x="4577029" y="377190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" name="S16-line1775"/>
          <p:cNvSpPr/>
          <p:nvPr/>
        </p:nvSpPr>
        <p:spPr>
          <a:xfrm flipH="1" flipV="1">
            <a:off x="4662409" y="392244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6-line1776"/>
          <p:cNvSpPr/>
          <p:nvPr/>
        </p:nvSpPr>
        <p:spPr>
          <a:xfrm flipH="1" flipV="1">
            <a:off x="4638827" y="407133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6-line1777"/>
          <p:cNvSpPr/>
          <p:nvPr/>
        </p:nvSpPr>
        <p:spPr>
          <a:xfrm flipH="1" flipV="1">
            <a:off x="4599811" y="421694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6-line1778"/>
          <p:cNvSpPr/>
          <p:nvPr/>
        </p:nvSpPr>
        <p:spPr>
          <a:xfrm flipH="1" flipV="1">
            <a:off x="4545788" y="435767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6-line1779"/>
          <p:cNvSpPr/>
          <p:nvPr/>
        </p:nvSpPr>
        <p:spPr>
          <a:xfrm flipH="1" flipV="1">
            <a:off x="4396577" y="444535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5" name="S16-line1780"/>
          <p:cNvSpPr/>
          <p:nvPr/>
        </p:nvSpPr>
        <p:spPr>
          <a:xfrm flipH="1" flipV="1">
            <a:off x="4395248" y="461841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6-line1781"/>
          <p:cNvSpPr/>
          <p:nvPr/>
        </p:nvSpPr>
        <p:spPr>
          <a:xfrm flipH="1" flipV="1">
            <a:off x="4300380" y="473556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16-line1782"/>
          <p:cNvSpPr/>
          <p:nvPr/>
        </p:nvSpPr>
        <p:spPr>
          <a:xfrm flipH="1" flipV="1">
            <a:off x="4193787" y="484216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16-line1783"/>
          <p:cNvSpPr/>
          <p:nvPr/>
        </p:nvSpPr>
        <p:spPr>
          <a:xfrm flipH="1" flipV="1">
            <a:off x="4076635" y="493703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6-line1784"/>
          <p:cNvSpPr/>
          <p:nvPr/>
        </p:nvSpPr>
        <p:spPr>
          <a:xfrm flipH="1" flipV="1">
            <a:off x="3903574" y="493835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0" name="S16-line1785"/>
          <p:cNvSpPr/>
          <p:nvPr/>
        </p:nvSpPr>
        <p:spPr>
          <a:xfrm flipH="1" flipV="1">
            <a:off x="3815892" y="508757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6-line1786"/>
          <p:cNvSpPr/>
          <p:nvPr/>
        </p:nvSpPr>
        <p:spPr>
          <a:xfrm flipH="1" flipV="1">
            <a:off x="3675158" y="514159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6-line1787"/>
          <p:cNvSpPr/>
          <p:nvPr/>
        </p:nvSpPr>
        <p:spPr>
          <a:xfrm flipH="1" flipV="1">
            <a:off x="3529548" y="518060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6-line1788"/>
          <p:cNvSpPr/>
          <p:nvPr/>
        </p:nvSpPr>
        <p:spPr>
          <a:xfrm flipH="1" flipV="1">
            <a:off x="3380658" y="520419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6-line1789"/>
          <p:cNvSpPr/>
          <p:nvPr/>
        </p:nvSpPr>
        <p:spPr>
          <a:xfrm flipV="1">
            <a:off x="3230118" y="5118811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5" name="S16-line1790"/>
          <p:cNvSpPr/>
          <p:nvPr/>
        </p:nvSpPr>
        <p:spPr>
          <a:xfrm flipV="1">
            <a:off x="3071454" y="520419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6-line1791"/>
          <p:cNvSpPr/>
          <p:nvPr/>
        </p:nvSpPr>
        <p:spPr>
          <a:xfrm flipV="1">
            <a:off x="2914528" y="518060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16-line1792"/>
          <p:cNvSpPr/>
          <p:nvPr/>
        </p:nvSpPr>
        <p:spPr>
          <a:xfrm flipV="1">
            <a:off x="2761060" y="514159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16-line1793"/>
          <p:cNvSpPr/>
          <p:nvPr/>
        </p:nvSpPr>
        <p:spPr>
          <a:xfrm flipV="1">
            <a:off x="2612731" y="508757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6-line1794"/>
          <p:cNvSpPr/>
          <p:nvPr/>
        </p:nvSpPr>
        <p:spPr>
          <a:xfrm flipV="1">
            <a:off x="2471166" y="493835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0" name="S16-line1795"/>
          <p:cNvSpPr/>
          <p:nvPr/>
        </p:nvSpPr>
        <p:spPr>
          <a:xfrm flipV="1">
            <a:off x="2337916" y="493703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6-line1796"/>
          <p:cNvSpPr/>
          <p:nvPr/>
        </p:nvSpPr>
        <p:spPr>
          <a:xfrm flipV="1">
            <a:off x="2214442" y="484216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16-line1797"/>
          <p:cNvSpPr/>
          <p:nvPr/>
        </p:nvSpPr>
        <p:spPr>
          <a:xfrm flipV="1">
            <a:off x="2102095" y="473556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16-line1798"/>
          <p:cNvSpPr/>
          <p:nvPr/>
        </p:nvSpPr>
        <p:spPr>
          <a:xfrm flipV="1">
            <a:off x="2002108" y="461841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6-line1799"/>
          <p:cNvSpPr/>
          <p:nvPr/>
        </p:nvSpPr>
        <p:spPr>
          <a:xfrm flipV="1">
            <a:off x="1915575" y="444535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5" name="S16-line1800"/>
          <p:cNvSpPr/>
          <p:nvPr/>
        </p:nvSpPr>
        <p:spPr>
          <a:xfrm flipV="1">
            <a:off x="1843444" y="435767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6-line1801"/>
          <p:cNvSpPr/>
          <p:nvPr/>
        </p:nvSpPr>
        <p:spPr>
          <a:xfrm flipV="1">
            <a:off x="1786506" y="421694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16-line1802"/>
          <p:cNvSpPr/>
          <p:nvPr/>
        </p:nvSpPr>
        <p:spPr>
          <a:xfrm flipV="1">
            <a:off x="1745384" y="407133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16-line1803"/>
          <p:cNvSpPr/>
          <p:nvPr/>
        </p:nvSpPr>
        <p:spPr>
          <a:xfrm flipV="1">
            <a:off x="1720529" y="392244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6-line1804"/>
          <p:cNvSpPr/>
          <p:nvPr/>
        </p:nvSpPr>
        <p:spPr>
          <a:xfrm>
            <a:off x="1712214" y="377190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0" name="S16-line1805"/>
          <p:cNvSpPr/>
          <p:nvPr/>
        </p:nvSpPr>
        <p:spPr>
          <a:xfrm>
            <a:off x="1720529" y="361323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6-line1806"/>
          <p:cNvSpPr/>
          <p:nvPr/>
        </p:nvSpPr>
        <p:spPr>
          <a:xfrm>
            <a:off x="1745384" y="345631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16-line1807"/>
          <p:cNvSpPr/>
          <p:nvPr/>
        </p:nvSpPr>
        <p:spPr>
          <a:xfrm>
            <a:off x="1786506" y="330284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16-line1808"/>
          <p:cNvSpPr/>
          <p:nvPr/>
        </p:nvSpPr>
        <p:spPr>
          <a:xfrm>
            <a:off x="1843444" y="315451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6-line1809"/>
          <p:cNvSpPr/>
          <p:nvPr/>
        </p:nvSpPr>
        <p:spPr>
          <a:xfrm>
            <a:off x="1915575" y="301294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5" name="S16-line1810"/>
          <p:cNvSpPr/>
          <p:nvPr/>
        </p:nvSpPr>
        <p:spPr>
          <a:xfrm>
            <a:off x="2002108" y="287969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6-line1811"/>
          <p:cNvSpPr/>
          <p:nvPr/>
        </p:nvSpPr>
        <p:spPr>
          <a:xfrm>
            <a:off x="2102095" y="275622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16-line1812"/>
          <p:cNvSpPr/>
          <p:nvPr/>
        </p:nvSpPr>
        <p:spPr>
          <a:xfrm>
            <a:off x="2214442" y="264387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16-line1813"/>
          <p:cNvSpPr/>
          <p:nvPr/>
        </p:nvSpPr>
        <p:spPr>
          <a:xfrm>
            <a:off x="2337916" y="254389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6-line1814"/>
          <p:cNvSpPr/>
          <p:nvPr/>
        </p:nvSpPr>
        <p:spPr>
          <a:xfrm>
            <a:off x="2471166" y="245735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0" name="S16-line1815"/>
          <p:cNvSpPr/>
          <p:nvPr/>
        </p:nvSpPr>
        <p:spPr>
          <a:xfrm>
            <a:off x="2612731" y="238522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6-line1816"/>
          <p:cNvSpPr/>
          <p:nvPr/>
        </p:nvSpPr>
        <p:spPr>
          <a:xfrm>
            <a:off x="2761060" y="232828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16-line1817"/>
          <p:cNvSpPr/>
          <p:nvPr/>
        </p:nvSpPr>
        <p:spPr>
          <a:xfrm>
            <a:off x="2914528" y="228716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16-line1818"/>
          <p:cNvSpPr/>
          <p:nvPr/>
        </p:nvSpPr>
        <p:spPr>
          <a:xfrm>
            <a:off x="3071454" y="226231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16-label1819"/>
          <p:cNvSpPr txBox="1"/>
          <p:nvPr/>
        </p:nvSpPr>
        <p:spPr>
          <a:xfrm>
            <a:off x="3569818" y="25255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65" name="S16-label1820"/>
          <p:cNvSpPr txBox="1"/>
          <p:nvPr/>
        </p:nvSpPr>
        <p:spPr>
          <a:xfrm>
            <a:off x="4019311" y="2975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66" name="S16-label1821"/>
          <p:cNvSpPr txBox="1"/>
          <p:nvPr/>
        </p:nvSpPr>
        <p:spPr>
          <a:xfrm>
            <a:off x="4183837" y="35890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67" name="S16-label1822"/>
          <p:cNvSpPr txBox="1"/>
          <p:nvPr/>
        </p:nvSpPr>
        <p:spPr>
          <a:xfrm>
            <a:off x="4019311" y="4203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68" name="S16-label1823"/>
          <p:cNvSpPr txBox="1"/>
          <p:nvPr/>
        </p:nvSpPr>
        <p:spPr>
          <a:xfrm>
            <a:off x="3569818" y="465253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69" name="S16-label1824"/>
          <p:cNvSpPr txBox="1"/>
          <p:nvPr/>
        </p:nvSpPr>
        <p:spPr>
          <a:xfrm>
            <a:off x="2955798" y="48170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70" name="S16-label1825"/>
          <p:cNvSpPr txBox="1"/>
          <p:nvPr/>
        </p:nvSpPr>
        <p:spPr>
          <a:xfrm>
            <a:off x="2341778" y="465253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71" name="S16-label1826"/>
          <p:cNvSpPr txBox="1"/>
          <p:nvPr/>
        </p:nvSpPr>
        <p:spPr>
          <a:xfrm>
            <a:off x="1892285" y="4203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72" name="S16-label1827"/>
          <p:cNvSpPr txBox="1"/>
          <p:nvPr/>
        </p:nvSpPr>
        <p:spPr>
          <a:xfrm>
            <a:off x="1727759" y="35890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73" name="S16-label1828"/>
          <p:cNvSpPr txBox="1"/>
          <p:nvPr/>
        </p:nvSpPr>
        <p:spPr>
          <a:xfrm>
            <a:off x="1892285" y="2975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74" name="S16-label1829"/>
          <p:cNvSpPr txBox="1"/>
          <p:nvPr/>
        </p:nvSpPr>
        <p:spPr>
          <a:xfrm>
            <a:off x="2341778" y="25255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75" name="S16-label1830"/>
          <p:cNvSpPr txBox="1"/>
          <p:nvPr/>
        </p:nvSpPr>
        <p:spPr>
          <a:xfrm>
            <a:off x="2955798" y="236098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76" name="S16-pin1831"/>
          <p:cNvSpPr/>
          <p:nvPr/>
        </p:nvSpPr>
        <p:spPr>
          <a:xfrm>
            <a:off x="3175254" y="371703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7" name="S16-card1832"/>
          <p:cNvSpPr/>
          <p:nvPr/>
        </p:nvSpPr>
        <p:spPr>
          <a:xfrm>
            <a:off x="6277356" y="2562860"/>
            <a:ext cx="536295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8" name="S16-cardtext1833"/>
          <p:cNvSpPr txBox="1"/>
          <p:nvPr/>
        </p:nvSpPr>
        <p:spPr>
          <a:xfrm>
            <a:off x="6551676" y="2700020"/>
            <a:ext cx="481431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12부터 시작해 오른쪽으로 돌아요</a:t>
            </a:r>
            <a:endParaRPr lang="ko-KR" sz="3200" dirty="0"/>
          </a:p>
        </p:txBody>
      </p:sp>
      <p:sp>
        <p:nvSpPr>
          <p:cNvPr id="79" name="S16-card1834"/>
          <p:cNvSpPr/>
          <p:nvPr/>
        </p:nvSpPr>
        <p:spPr>
          <a:xfrm>
            <a:off x="6277356" y="411226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0" name="S16-cardtext1835"/>
          <p:cNvSpPr txBox="1"/>
          <p:nvPr/>
        </p:nvSpPr>
        <p:spPr>
          <a:xfrm>
            <a:off x="6551676" y="424942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다음은 다시 1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수학 몇 시와 몇 시 30분</dc:title>
  <dc:subject>KR22-G01-MAT-CLOCK-L01</dc:subject>
  <dc:creator>education-ppt</dc:creator>
  <cp:lastModifiedBy>education-ppt</cp:lastModifiedBy>
  <cp:revision>1</cp:revision>
  <dcterms:created xsi:type="dcterms:W3CDTF">2026-10-26T07:13:31Z</dcterms:created>
  <dcterms:modified xsi:type="dcterms:W3CDTF">2026-10-26T07:13:31Z</dcterms:modified>
</cp:coreProperties>
</file>