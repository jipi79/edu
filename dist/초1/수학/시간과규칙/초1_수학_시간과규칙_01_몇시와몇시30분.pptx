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114c6f1-2dfc-4d33-f4bd-a9d43f6b473d}">
          <p14:sldIdLst>
            <p14:sldId id="256"/>
            <p14:sldId id="257"/>
          </p14:sldIdLst>
        </p14:section>
        <p14:section name="개념" id="{4a8e2e30-8805-4483-3881-4cda9eda384b}">
          <p14:sldIdLst>
            <p14:sldId id="258"/>
            <p14:sldId id="259"/>
            <p14:sldId id="260"/>
            <p14:sldId id="262"/>
            <p14:sldId id="263"/>
            <p14:sldId id="264"/>
          </p14:sldIdLst>
        </p14:section>
        <p14:section name="연습" id="{05aaeaa1-18f4-47d1-4381-5994e90852b1}">
          <p14:sldIdLst>
            <p14:sldId id="261"/>
            <p14:sldId id="265"/>
            <p14:sldId id="266"/>
          </p14:sldIdLst>
        </p14:section>
        <p14:section name="개념" id="{d349c001-799a-ded3-de23-c9badd8f9dce}">
          <p14:sldIdLst/>
        </p14:section>
        <p14:section name="연습" id="{f8cecc72-eb4e-ae35-4cb9-15435741bfdb}">
          <p14:sldIdLst/>
        </p14:section>
        <p14:section name="확인" id="{0885ff6d-250b-1410-5c18-b7f1dfd923cd}">
          <p14:sldIdLst>
            <p14:sldId id="267"/>
            <p14:sldId id="268"/>
            <p14:sldId id="269"/>
          </p14:sldIdLst>
        </p14:section>
        <p14:section name="정리" id="{642e1953-7424-c680-8f9f-ccd93cde1247}">
          <p14:sldIdLst>
            <p14:sldId id="270"/>
          </p14:sldIdLst>
        </p14:section>
        <p14:section name="보충" id="{f89f4ebd-976c-12cb-524e-37840a4c546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시계에 관심을 갖게 합니다.
시간: 약 2분
이렇게 말해 보세요
- “아침에 일어날 때, 밥 먹을 때 시계를 보지? 오늘은 시계를 읽는 방법을 배울 거야.”
- “오른쪽 시계는 몇 시일까? 아직 몰라도 괜찮아.”
예상 답
- “3시요.” / “몰라요.”
주의
- 표지의 시계는 3시입니다. 수업 끝에 다시 읽어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확인(12까지 수의 순서)]
목적: 시계에 있는 1부터 12까지의 수를 순서대로 알고, 두 수 사이의 수를 찾을 수 있는지 확인합니다.
시간: 약 3분
이렇게 말해 보세요
- “①은 11 다음에 오는 수야. ②는 5와 7 사이에 있는 수는?”
- “③은 손가락으로 세면서 12까지 말해 볼래?”
정답
- ① 12
- ② 6
- ③ 1, 2, 3, …, 11, 12를 빠뜨리지 않고 셉니다.
막히면
- 바둑돌을 하나씩 놓으며 함께 셉니다.
- 10, 11, 12를 읽지 못하거나 순서가 흔들리면 S16(보충)을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시계의 생김새와 두 바늘]
목적: 시계에 1부터 12까지 수가 있고, 짧은바늘과 긴바늘이 하는 일이 다르다는 것을 압니다.
시간: 약 2분
이렇게 말해 보세요
- “시계에 수가 몇까지 있어? 12 다음은 다시 1이야. 빙 돌아가지?”
- “바늘이 두 개 있지? 짧은 바늘을 ‘짧은바늘’, 긴 바늘을 ‘긴바늘’이라고 해. 짧은바늘을 짚어 볼래?”
예상 답
- “12까지 있어요.” “(짧은바늘을 바르게 짚음)”
막히면
- 길이가 다른 연필 두 자루를 시계 그림 위에 놓고 “짧은 연필이 짧은바늘, 긴 연필이 긴바늘이야.”라고 말합니다(M1).
주의
- 화면의 짧은바늘은 빨간색, 긴바늘은 검은색입니다. 실제 시계는 색이 다를 수 있으니 길이로 구별하게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시 읽기]
목적: 긴바늘이 12를 가리킬 때 짧은바늘이 가리키는 수를 읽어 몇 시라고 말하는 것을 압니다.
시간: 약 3분
이렇게 말해 보세요
- “왼쪽 시계를 보자. 긴바늘은 어디를 가리켜? 짧은바늘은?”
- “긴바늘이 12에 있고 짧은바늘이 3에 있으면 ‘세 시’라고 읽어. 오른쪽 시계는?”
예상 답
- “긴바늘은 12, 짧은바늘은 3이에요. 세 시예요.” “여덟 시예요.”
막히면
- 짧은바늘 끝에서 가장 가까운 수에 손가락을 대게 합니다.
주의
- 3시는 ‘삼 시’가 아니라 ‘세 시’로 읽습니다. 한 시, 두 시, 세 시, 네 시, 다섯 시 … 열한 시, 열두 시로 읽습니다.
- 그림의 시계: 왼쪽 3시(짧은바늘 3, 긴바늘 12), 오른쪽 8시(짧은바늘 8, 긴바늘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 시 바늘 그리기 시범]
목적: 몇 시를 시곗바늘로 나타내는 순서를 시범으로 보여 줍니다.
시간: 약 3분
이렇게 말해 보세요
- “5시를 그려 보자. 몇 시일 때 긴바늘은 언제나 12에 있어. 먼저 긴바늘을 12까지 길게 그려.”
- “그다음 짧은바늘을 5 쪽으로 짧게 그려. 다 그리면 몇 시인지 읽어 볼까?”
- “이번엔 종이 시계에 네가 2시를 그려 볼래?”
예상 답
- “다섯 시예요.” (2시: 긴바늘 12, 짧은바늘 2)
막히면
- 연필 두 자루를 종이 시계 위에 놓아 먼저 만들어 보고, 그 자리에 선을 그리게 합니다.
주의
- 짧은바늘을 길게 그리면 긴바늘과 헷갈립니다. 짧은바늘은 숫자에 닿지 않을 만큼 짧게 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연습(몇 시 읽기)]
목적: 도움을 받으며 몇 시를 읽습니다.
시간: 약 3분
이렇게 말해 보세요
- “①의 긴바늘은 어디에 있어? 짧은바늘은? 몇 시야?”
- “③은 두 바늘이 모두 12에 있네. 몇 시일까?”
정답
- ① 9시(아홉 시)
- ② 2시(두 시)
- ③ 12시(열두 시)
막히면
- 짧은바늘에 손가락을 대고 끝까지 따라가 수를 읽게 합니다.
- ③에서 바늘이 하나뿐이라고 하면 긴바늘과 짧은바늘이 겹쳐 있다고 알려 줍니다.
주의
- 그림의 시계: ① 짧은바늘 9·긴바늘 12, ② 짧은바늘 2·긴바늘 12, ③ 두 바늘 모두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몇 시 30분 읽기]
목적: 긴바늘이 6을 가리키면 30분이고, 짧은바늘이 두 수 사이에 있을 때는 앞의 수를 읽는다는 것을 압니다.
시간: 약 3분
이렇게 말해 보세요
- “이번에는 긴바늘이 6을 가리키고 있어. 긴바늘이 6에 있으면 ‘30분’이라고 해. 6분이 아니라 30분!”
- “짧은바늘은 3과 4 사이에 있지? 이럴 때는 앞의 수 3을 읽어. 그래서 ‘세 시 삼십 분’이야.”
예상 답
- “세 시 삼십 분이요.”
막히면
- “긴바늘이 6이면?” “30분!”을 주고받기 놀이처럼 몇 번 말합니다(M3).
주의
- 30분은 ‘삼십 분’으로 읽습니다. ‘몇 시 반’이라는 말도 같은 뜻이지만 오늘은 ‘30분’으로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짧은바늘이 사이에 있는 까닭]
목적: 3시에서 4시로 가는 동안 짧은바늘이 3과 4 사이를 지나므로, 3시 30분에는 짧은바늘이 3과 4의 가운데에 있다는 것을 이해합니다.
시간: 약 3분
이렇게 말해 보세요
- “왼쪽은 3시, 오른쪽은 4시야. 그 사이에 긴바늘이 한 바퀴 돌아. 가운데 시계는 긴바늘이 반 바퀴 돌았을 때야.”
- “가운데 시계의 짧은바늘은 3을 지났어. 4에는 아직 도착했어?”
예상 답
- “아니요. 아직 4에 안 갔어요. 그래서 3시 30분이에요.”
막히면
- 집에 바늘 시계가 있으면 뒤의 손잡이로 긴바늘을 천천히 돌려 짧은바늘이 함께 움직이는 것을 보여 줍니다.
주의
- 짧은바늘이 아직 4에 가지 않았으니 ‘3시 30분’이라고 읽습니다. 뒤의 수 4를 읽는 실수를 막는 장입니다(M2).
-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몇 시 30분 바늘 그리기 시범]
목적: 몇 시 30분을 시곗바늘로 나타내는 순서를 시범으로 보여 줍니다.
시간: 약 3분
이렇게 말해 보세요
- “7시 30분을 그려 보자. 30분이니까 긴바늘은 어디에 그릴까?”
- “짧은바늘은 7에 딱 그리면 안 돼. 7과 8을 손가락으로 짚고, 그 가운데에 짧게 그려.”
- “이번엔 종이 시계에 네가 1시 30분을 그려 볼래?”
예상 답
- “긴바늘은 6이요.” (1시 30분: 긴바늘 6, 짧은바늘 1과 2 사이)
막히면
- 연필 두 자루로 먼저 만들어 보고, 짧은바늘 연필을 두 수 가운데로 옮기게 합니다(M4).
주의
- 짧은바늘을 7 위에 그리면 7시처럼 보입니다. 두 수 사이에 그렸는지 꼭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연습(몇 시 30분 읽기)]
목적: 도움을 받으며 몇 시 30분을 읽습니다.
시간: 약 3분
이렇게 말해 보세요
- “①의 긴바늘은 어디야? 짧은바늘은 어느 두 수 사이에 있어? 그럼 몇 시 몇 분이야?”
정답
- ① 1시 30분(한 시 삼십 분)
- ② 10시 30분(열 시 삼십 분)
- ③ 4시 30분(네 시 삼십 분)
막히면
- 짧은바늘 양쪽의 두 수를 먼저 말하게 하고 “둘 중 앞의 수는?”이라고 묻습니다.
- ②에서 11시 30분이라고 하면 S08로 돌아가 짧은바늘이 아직 11에 가지 않았다는 것을 확인합니다(M2).
주의
- 그림의 시계: ① 짧은바늘 1과 2 사이·긴바늘 6, ② 짧은바늘 10과 11 사이·긴바늘 6, ③ 짧은바늘 4와 5 사이·긴바늘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비교(뒤의 수를 읽는 실수)]
목적: 짧은바늘이 두 수 사이에 있을 때 앞의 수를 읽어야 한다는 것을 확인합니다(M2).
시간: 약 3분
이렇게 말해 보세요
- “토끼와 곰이 같은 시계를 다르게 읽었어. 누가 맞았을까?”
- “짧은바늘이 5에 도착했어? 4를 지났어?”
예상 답
- “곰이요. 아직 5시가 안 됐어요.”
정답
- 곰이 맞습니다. 짧은바늘이 4와 5 사이에 있고 아직 5에 가지 않았으므로 4시 30분입니다. 5시 30분은 짧은바늘이 5와 6 사이에 있습니다.
막히면
- S08처럼 4시 → 4시 30분 → 5시 순서로 연필 바늘을 옮겨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몇 시와 몇 시 30분을 읽고, 몇 시 30분을 바늘로 나타낼 수 있는지 확인합니다.
시간: 약 4분
이렇게 말해 보세요
- “이번에는 혼자 해 볼래? ①과 ②는 읽어 주고, ③은 종이 시계에 바늘을 그려 줘.”
정답
- ① 6시(여섯 시)
- ② 9시 30분(아홉 시 삼십 분)
- ③ 긴바늘은 6까지 길게, 짧은바늘은 2와 3 사이에 짧게 그립니다.
막히면
- 바로 알려 주지 말고 “긴바늘부터 볼까?”라고만 말합니다.
- 도움을 받아 해결했다면 기록표에 ‘도움’으로 표시합니다.
주의
- 그림의 시계: ① 짧은바늘 6·긴바늘 12, ② 짧은바늘 9와 10 사이·긴바늘 6. ①은 두 바늘이 한 줄로 이어져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연필 바늘로 다시 해 보자.”
정답
- ① 6시 ② 9시 30분 ③ 긴바늘 6, 짧은바늘 2와 3 사이
막히면
- ①을 12시라고 했다면 긴바늘과 짧은바늘을 바꾼 것입니다. S03으로 돌아가 바늘 이름을 다시 확인합니다(M1).
- ②를 10시 30분이라고 했다면 S08을 다시 봅니다(M2).
- ③에서 짧은바늘을 2 위에 그렸다면 2와 3 사이로 옮겨 그리게 합니다(M4).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확인(알맞은 시계 고르기)]
목적: 처음 보는 문제에서 몇 시 30분을 나타낸 시계를 고르고 까닭을 말하는지 확인합니다.
시간: 약 2분
이렇게 말해 보세요
- “8시 30분을 나타낸 시계는 어느 것일까? 나와 다는 몇 시일까?”
정답
- 가. 긴바늘이 6, 짧은바늘이 8과 9 사이입니다. 나는 9시 30분(짧은바늘 9와 10 사이), 다는 8시(긴바늘 12)입니다.
막히면
- 시계마다 긴바늘부터 짚게 합니다. 긴바늘이 6인 시계 두 개 중에서 짧은바늘을 비교합니다.
주의
- 그림의 시계: 가 8시 30분, 나 9시 30분, 다 8시.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“몇 시인지 어떻게 알 수 있어? 몇 시 30분은?”
- “표지의 시계는 몇 시였을까?”
예상 답
- “긴바늘이 12면 짧은바늘을 읽어요.” “표지는 3시예요.”
정답
- ① 4시 ② 6 ③ 5시 30분
막히면
- 연필 두 자루로 4시와 4시 30분을 만들어 보며 다시 말합니다.
주의
- 생활 속에서 “지금 몇 시야?”를 자주 물어 주면 좋습니다(몇 시, 몇 시 30분일 때만).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보충(시계의 수 1~12)]
목적: S02에서 12까지의 수가 흔들리면 시계의 수를 차례로 읽는 연습부터 합니다.
시간: 약 5분
이렇게 말해 보세요
- “12에 손가락을 대고, 오른쪽으로 돌면서 1, 2, 3… 읽어 볼까?”
- “12 다음에는 어떤 수가 나와?”
정답
- 12, 1, 2, 3, 4, 5, 6, 7, 8, 9, 10, 11, 그리고 다시 12. 12 다음은 1입니다.
막히면
- 10, 11, 12는 바둑돌 묶음(10개와 낱개)으로 다시 세어 봅니다.
주의
- 이 차시는 계획상 선수 차시가 없습니다. 수의 순서가 흔들리면 ‘수의 순서와 크기 비교’(KR22-G01-MAT-NUM9ORD-L01), 10보다 큰 수가 흔들리면 ‘50까지의 수’(KR22-G01-MAT-NUM50-L01)를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시와 몇 시 30분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시일까?</a:t>
            </a:r>
            <a:endParaRPr lang="ko-KR" sz="3200" dirty="0"/>
          </a:p>
        </p:txBody>
      </p:sp>
      <p:sp>
        <p:nvSpPr>
          <p:cNvPr id="4" name="S01-figure1" descr="시계: 짧은바늘이 3, 긴바늘이 12를 가리킴(3시)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>
            <a:off x="9646920" y="2103120"/>
            <a:ext cx="64373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166774"/>
            <a:ext cx="0" cy="9363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 시, 몇 시 30분을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시곗바늘을 그려요.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다음 수는?</a:t>
            </a:r>
            <a:endParaRPr lang="ko-KR" sz="3200" dirty="0"/>
          </a:p>
        </p:txBody>
      </p:sp>
      <p:sp>
        <p:nvSpPr>
          <p:cNvPr id="5" name="S02-chip8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8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7 사이의 수는?</a:t>
            </a:r>
            <a:endParaRPr lang="ko-KR" sz="3200" dirty="0"/>
          </a:p>
        </p:txBody>
      </p:sp>
      <p:sp>
        <p:nvSpPr>
          <p:cNvPr id="7" name="S02-chip8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12까지 세어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알아봐요</a:t>
            </a:r>
            <a:endParaRPr lang="ko-KR" sz="4400" dirty="0"/>
          </a:p>
        </p:txBody>
      </p:sp>
      <p:sp>
        <p:nvSpPr>
          <p:cNvPr id="3" name="S03-figure85" descr="시계: 짧은바늘이 3, 긴바늘이 12를 가리킴(3시)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03-line86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3-line87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3-line88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89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90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91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3-line92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3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4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95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6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3-line97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98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99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100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101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3-line102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3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4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105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6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3-line107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108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09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110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11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3-line112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3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4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115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6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3-line117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118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19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120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21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3-line122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3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4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125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6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3-line127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128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29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130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31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3-line132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3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4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135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6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3-line137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138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39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140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41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3-line142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3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4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145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abel146"/>
          <p:cNvSpPr txBox="1"/>
          <p:nvPr/>
        </p:nvSpPr>
        <p:spPr>
          <a:xfrm>
            <a:off x="356981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03-label147"/>
          <p:cNvSpPr txBox="1"/>
          <p:nvPr/>
        </p:nvSpPr>
        <p:spPr>
          <a:xfrm>
            <a:off x="4019311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03-label148"/>
          <p:cNvSpPr txBox="1"/>
          <p:nvPr/>
        </p:nvSpPr>
        <p:spPr>
          <a:xfrm>
            <a:off x="4183837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03-label149"/>
          <p:cNvSpPr txBox="1"/>
          <p:nvPr/>
        </p:nvSpPr>
        <p:spPr>
          <a:xfrm>
            <a:off x="4019311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03-label150"/>
          <p:cNvSpPr txBox="1"/>
          <p:nvPr/>
        </p:nvSpPr>
        <p:spPr>
          <a:xfrm>
            <a:off x="356981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03-label151"/>
          <p:cNvSpPr txBox="1"/>
          <p:nvPr/>
        </p:nvSpPr>
        <p:spPr>
          <a:xfrm>
            <a:off x="2955798" y="48170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03-label152"/>
          <p:cNvSpPr txBox="1"/>
          <p:nvPr/>
        </p:nvSpPr>
        <p:spPr>
          <a:xfrm>
            <a:off x="234177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03-label153"/>
          <p:cNvSpPr txBox="1"/>
          <p:nvPr/>
        </p:nvSpPr>
        <p:spPr>
          <a:xfrm>
            <a:off x="1892285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03-label154"/>
          <p:cNvSpPr txBox="1"/>
          <p:nvPr/>
        </p:nvSpPr>
        <p:spPr>
          <a:xfrm>
            <a:off x="1727759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03-label155"/>
          <p:cNvSpPr txBox="1"/>
          <p:nvPr/>
        </p:nvSpPr>
        <p:spPr>
          <a:xfrm>
            <a:off x="1892285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03-label156"/>
          <p:cNvSpPr txBox="1"/>
          <p:nvPr/>
        </p:nvSpPr>
        <p:spPr>
          <a:xfrm>
            <a:off x="234177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03-label157"/>
          <p:cNvSpPr txBox="1"/>
          <p:nvPr/>
        </p:nvSpPr>
        <p:spPr>
          <a:xfrm>
            <a:off x="2955798" y="23609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03-line158"/>
          <p:cNvSpPr/>
          <p:nvPr/>
        </p:nvSpPr>
        <p:spPr>
          <a:xfrm>
            <a:off x="3230118" y="3771900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7" name="S03-line159"/>
          <p:cNvSpPr/>
          <p:nvPr/>
        </p:nvSpPr>
        <p:spPr>
          <a:xfrm flipV="1">
            <a:off x="3230118" y="277703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8" name="S03-pin160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3-card161"/>
          <p:cNvSpPr/>
          <p:nvPr/>
        </p:nvSpPr>
        <p:spPr>
          <a:xfrm>
            <a:off x="6277356" y="23535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03-cardtext162"/>
          <p:cNvSpPr txBox="1"/>
          <p:nvPr/>
        </p:nvSpPr>
        <p:spPr>
          <a:xfrm>
            <a:off x="6551676" y="24907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시’를 알려 줘요.</a:t>
            </a:r>
            <a:endParaRPr lang="ko-KR" sz="3200" dirty="0"/>
          </a:p>
        </p:txBody>
      </p:sp>
      <p:sp>
        <p:nvSpPr>
          <p:cNvPr id="81" name="S03-card163"/>
          <p:cNvSpPr/>
          <p:nvPr/>
        </p:nvSpPr>
        <p:spPr>
          <a:xfrm>
            <a:off x="6277356" y="38862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3-cardtext164"/>
          <p:cNvSpPr txBox="1"/>
          <p:nvPr/>
        </p:nvSpPr>
        <p:spPr>
          <a:xfrm>
            <a:off x="6551676" y="40233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분’을 알려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</a:t>
            </a:r>
            <a:endParaRPr lang="ko-KR" sz="4400" dirty="0"/>
          </a:p>
        </p:txBody>
      </p:sp>
      <p:sp>
        <p:nvSpPr>
          <p:cNvPr id="3" name="S04-card16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12를 가리키면 ‘몇 시’예요.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가리키는 수를 읽어요.</a:t>
            </a:r>
            <a:endParaRPr lang="ko-KR" sz="3200" dirty="0"/>
          </a:p>
        </p:txBody>
      </p:sp>
      <p:sp>
        <p:nvSpPr>
          <p:cNvPr id="5" name="S04-figure167" descr="시계: 짧은바늘이 3, 긴바늘이 12를 가리킴(3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168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169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170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171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172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173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174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175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176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177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178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179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80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81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82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83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184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85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86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87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188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189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90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91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92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93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194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95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96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97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98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199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200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201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202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203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204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205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206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207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208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209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210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211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212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213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214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215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216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217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218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219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220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221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222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223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224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225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226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227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228"/>
          <p:cNvSpPr txBox="1"/>
          <p:nvPr/>
        </p:nvSpPr>
        <p:spPr>
          <a:xfrm>
            <a:off x="352822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04-label229"/>
          <p:cNvSpPr txBox="1"/>
          <p:nvPr/>
        </p:nvSpPr>
        <p:spPr>
          <a:xfrm>
            <a:off x="3938900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04-label230"/>
          <p:cNvSpPr txBox="1"/>
          <p:nvPr/>
        </p:nvSpPr>
        <p:spPr>
          <a:xfrm>
            <a:off x="408921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04-label231"/>
          <p:cNvSpPr txBox="1"/>
          <p:nvPr/>
        </p:nvSpPr>
        <p:spPr>
          <a:xfrm>
            <a:off x="3938900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04-label232"/>
          <p:cNvSpPr txBox="1"/>
          <p:nvPr/>
        </p:nvSpPr>
        <p:spPr>
          <a:xfrm>
            <a:off x="352822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04-label233"/>
          <p:cNvSpPr txBox="1"/>
          <p:nvPr/>
        </p:nvSpPr>
        <p:spPr>
          <a:xfrm>
            <a:off x="2967228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04-label234"/>
          <p:cNvSpPr txBox="1"/>
          <p:nvPr/>
        </p:nvSpPr>
        <p:spPr>
          <a:xfrm>
            <a:off x="240623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04-label235"/>
          <p:cNvSpPr txBox="1"/>
          <p:nvPr/>
        </p:nvSpPr>
        <p:spPr>
          <a:xfrm>
            <a:off x="19955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04-label236"/>
          <p:cNvSpPr txBox="1"/>
          <p:nvPr/>
        </p:nvSpPr>
        <p:spPr>
          <a:xfrm>
            <a:off x="184523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04-label237"/>
          <p:cNvSpPr txBox="1"/>
          <p:nvPr/>
        </p:nvSpPr>
        <p:spPr>
          <a:xfrm>
            <a:off x="19955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04-label238"/>
          <p:cNvSpPr txBox="1"/>
          <p:nvPr/>
        </p:nvSpPr>
        <p:spPr>
          <a:xfrm>
            <a:off x="240623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04-label239"/>
          <p:cNvSpPr txBox="1"/>
          <p:nvPr/>
        </p:nvSpPr>
        <p:spPr>
          <a:xfrm>
            <a:off x="2967228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04-line240"/>
          <p:cNvSpPr/>
          <p:nvPr/>
        </p:nvSpPr>
        <p:spPr>
          <a:xfrm>
            <a:off x="3241548" y="2746121"/>
            <a:ext cx="624906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241"/>
          <p:cNvSpPr/>
          <p:nvPr/>
        </p:nvSpPr>
        <p:spPr>
          <a:xfrm flipV="1">
            <a:off x="3241548" y="1837167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242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label24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4-figure244" descr="시계: 짧은바늘이 8, 긴바늘이 12를 가리킴(8시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4-line245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4-line246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4-line247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4-line248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4-line249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4-line250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4-line251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4-line252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4-line253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4-line254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4-line255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4-line256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4-line257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4-line258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4-line259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4-line260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4-line261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4-line262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4-line263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4-line264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4-line265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4-line266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4-line267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4-line268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4-line269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4-line270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4-line271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4-line272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4-line273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4-line274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4-line275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4-line276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4-line277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4-line278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4-line279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4-line280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4-line281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4-line282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4-line283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4-line284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4-line285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4-line286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4-line287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4-line288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4-line289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4-line290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4-line291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4-line292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4-line293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4-line294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4-line295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4-line296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4-line297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4-line298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4-line299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4-line300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4-line301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4-line302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4-line303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4-line304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4-label305"/>
          <p:cNvSpPr txBox="1"/>
          <p:nvPr/>
        </p:nvSpPr>
        <p:spPr>
          <a:xfrm>
            <a:off x="923407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04-label306"/>
          <p:cNvSpPr txBox="1"/>
          <p:nvPr/>
        </p:nvSpPr>
        <p:spPr>
          <a:xfrm>
            <a:off x="96447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04-label307"/>
          <p:cNvSpPr txBox="1"/>
          <p:nvPr/>
        </p:nvSpPr>
        <p:spPr>
          <a:xfrm>
            <a:off x="979507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04-label308"/>
          <p:cNvSpPr txBox="1"/>
          <p:nvPr/>
        </p:nvSpPr>
        <p:spPr>
          <a:xfrm>
            <a:off x="96447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04-label309"/>
          <p:cNvSpPr txBox="1"/>
          <p:nvPr/>
        </p:nvSpPr>
        <p:spPr>
          <a:xfrm>
            <a:off x="923407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04-label310"/>
          <p:cNvSpPr txBox="1"/>
          <p:nvPr/>
        </p:nvSpPr>
        <p:spPr>
          <a:xfrm>
            <a:off x="8673084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04-label311"/>
          <p:cNvSpPr txBox="1"/>
          <p:nvPr/>
        </p:nvSpPr>
        <p:spPr>
          <a:xfrm>
            <a:off x="811208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04-label312"/>
          <p:cNvSpPr txBox="1"/>
          <p:nvPr/>
        </p:nvSpPr>
        <p:spPr>
          <a:xfrm>
            <a:off x="7701412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04-label313"/>
          <p:cNvSpPr txBox="1"/>
          <p:nvPr/>
        </p:nvSpPr>
        <p:spPr>
          <a:xfrm>
            <a:off x="755109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04-label314"/>
          <p:cNvSpPr txBox="1"/>
          <p:nvPr/>
        </p:nvSpPr>
        <p:spPr>
          <a:xfrm>
            <a:off x="7701412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04-label315"/>
          <p:cNvSpPr txBox="1"/>
          <p:nvPr/>
        </p:nvSpPr>
        <p:spPr>
          <a:xfrm>
            <a:off x="811208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04-label316"/>
          <p:cNvSpPr txBox="1"/>
          <p:nvPr/>
        </p:nvSpPr>
        <p:spPr>
          <a:xfrm>
            <a:off x="8673084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04-line317"/>
          <p:cNvSpPr/>
          <p:nvPr/>
        </p:nvSpPr>
        <p:spPr>
          <a:xfrm flipH="1">
            <a:off x="8406219" y="2746121"/>
            <a:ext cx="541185" cy="31245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4-line318"/>
          <p:cNvSpPr/>
          <p:nvPr/>
        </p:nvSpPr>
        <p:spPr>
          <a:xfrm flipV="1">
            <a:off x="8947404" y="1837167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4-pin319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4-label32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그리기</a:t>
            </a:r>
            <a:endParaRPr lang="ko-KR" sz="4400" dirty="0"/>
          </a:p>
        </p:txBody>
      </p:sp>
      <p:sp>
        <p:nvSpPr>
          <p:cNvPr id="3" name="S05-text32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5시를 그려 봐요.</a:t>
            </a:r>
            <a:endParaRPr lang="ko-KR" sz="3200" dirty="0"/>
          </a:p>
        </p:txBody>
      </p:sp>
      <p:sp>
        <p:nvSpPr>
          <p:cNvPr id="4" name="S05-figure322" descr="시계: 짧은바늘이 5, 긴바늘이 12를 가리킴(5시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5-line323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5-line324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5-line325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326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327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328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5-line329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330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331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332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333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5-line334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335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336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337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338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5-line339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340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341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342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343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5-line344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345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346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347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348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5-line349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350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351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352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353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5-line354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355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356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357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358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5-line359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360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361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362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363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5-line364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365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366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367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368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5-line369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370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371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372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373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5-line374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375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376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377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378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5-line379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380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381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382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abel383"/>
          <p:cNvSpPr txBox="1"/>
          <p:nvPr/>
        </p:nvSpPr>
        <p:spPr>
          <a:xfrm>
            <a:off x="9620311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5-label384"/>
          <p:cNvSpPr txBox="1"/>
          <p:nvPr/>
        </p:nvSpPr>
        <p:spPr>
          <a:xfrm>
            <a:off x="10069805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5-label385"/>
          <p:cNvSpPr txBox="1"/>
          <p:nvPr/>
        </p:nvSpPr>
        <p:spPr>
          <a:xfrm>
            <a:off x="10234331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5-label386"/>
          <p:cNvSpPr txBox="1"/>
          <p:nvPr/>
        </p:nvSpPr>
        <p:spPr>
          <a:xfrm>
            <a:off x="10069805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5-label387"/>
          <p:cNvSpPr txBox="1"/>
          <p:nvPr/>
        </p:nvSpPr>
        <p:spPr>
          <a:xfrm>
            <a:off x="9620311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5-label388"/>
          <p:cNvSpPr txBox="1"/>
          <p:nvPr/>
        </p:nvSpPr>
        <p:spPr>
          <a:xfrm>
            <a:off x="9006291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5-label389"/>
          <p:cNvSpPr txBox="1"/>
          <p:nvPr/>
        </p:nvSpPr>
        <p:spPr>
          <a:xfrm>
            <a:off x="8392272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5-label390"/>
          <p:cNvSpPr txBox="1"/>
          <p:nvPr/>
        </p:nvSpPr>
        <p:spPr>
          <a:xfrm>
            <a:off x="7942778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5-label391"/>
          <p:cNvSpPr txBox="1"/>
          <p:nvPr/>
        </p:nvSpPr>
        <p:spPr>
          <a:xfrm>
            <a:off x="7778252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5-label392"/>
          <p:cNvSpPr txBox="1"/>
          <p:nvPr/>
        </p:nvSpPr>
        <p:spPr>
          <a:xfrm>
            <a:off x="7942778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5-label393"/>
          <p:cNvSpPr txBox="1"/>
          <p:nvPr/>
        </p:nvSpPr>
        <p:spPr>
          <a:xfrm>
            <a:off x="8392272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5-label394"/>
          <p:cNvSpPr txBox="1"/>
          <p:nvPr/>
        </p:nvSpPr>
        <p:spPr>
          <a:xfrm>
            <a:off x="9006291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5-line395"/>
          <p:cNvSpPr/>
          <p:nvPr/>
        </p:nvSpPr>
        <p:spPr>
          <a:xfrm>
            <a:off x="9280611" y="441198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5-line396"/>
          <p:cNvSpPr/>
          <p:nvPr/>
        </p:nvSpPr>
        <p:spPr>
          <a:xfrm flipV="1">
            <a:off x="9280611" y="341711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5-pin397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stepno398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5-text399"/>
          <p:cNvSpPr txBox="1"/>
          <p:nvPr/>
        </p:nvSpPr>
        <p:spPr>
          <a:xfrm>
            <a:off x="1325880" y="333806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12까지 길게 그려요.</a:t>
            </a:r>
            <a:endParaRPr lang="ko-KR" sz="3200" dirty="0"/>
          </a:p>
        </p:txBody>
      </p:sp>
      <p:sp>
        <p:nvSpPr>
          <p:cNvPr id="82" name="S05-stepno400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5-text401"/>
          <p:cNvSpPr txBox="1"/>
          <p:nvPr/>
        </p:nvSpPr>
        <p:spPr>
          <a:xfrm>
            <a:off x="1325880" y="4494276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5까지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6-card4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12인지 보고, 짧은바늘의 수를 읽어요.</a:t>
            </a:r>
            <a:endParaRPr lang="ko-KR" sz="3200" dirty="0"/>
          </a:p>
        </p:txBody>
      </p:sp>
      <p:sp>
        <p:nvSpPr>
          <p:cNvPr id="5" name="S06-figure404" descr="시계: 짧은바늘이 9, 긴바늘이 12를 가리킴(9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05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06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07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08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09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10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11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12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13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14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15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416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417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418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419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420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421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422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423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424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425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426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427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428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429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430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431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432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433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434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435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436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437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438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439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440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441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442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443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444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445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446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447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448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449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450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451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452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453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454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455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456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457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458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459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460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461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462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463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464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465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466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467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468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469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470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471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472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473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474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475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476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477"/>
          <p:cNvSpPr/>
          <p:nvPr/>
        </p:nvSpPr>
        <p:spPr>
          <a:xfrm flipH="1">
            <a:off x="1606601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478"/>
          <p:cNvSpPr/>
          <p:nvPr/>
        </p:nvSpPr>
        <p:spPr>
          <a:xfrm flipV="1">
            <a:off x="2290572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479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48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481" descr="시계: 짧은바늘이 2, 긴바늘이 12를 가리킴(2시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482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483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484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485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486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487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488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489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490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491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492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493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494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495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496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497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498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499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00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01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02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03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04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05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06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07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08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09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10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11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12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13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14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15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516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517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518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519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520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521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522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523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524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525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526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527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528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529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530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531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532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533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534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535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536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537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538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539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540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541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542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543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544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545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546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547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548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549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550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551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552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553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554"/>
          <p:cNvSpPr/>
          <p:nvPr/>
        </p:nvSpPr>
        <p:spPr>
          <a:xfrm flipV="1">
            <a:off x="6094476" y="2621813"/>
            <a:ext cx="592336" cy="3419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555"/>
          <p:cNvSpPr/>
          <p:nvPr/>
        </p:nvSpPr>
        <p:spPr>
          <a:xfrm flipV="1">
            <a:off x="6094476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556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557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558" descr="시계: 두 바늘이 모두 12를 가리킴(12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559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560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561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562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563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564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565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566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567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568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569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570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571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572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573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574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575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576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577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578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579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580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581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582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583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584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585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586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587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588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589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590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591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592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593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594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595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596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597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598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599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00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01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02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03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04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05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06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07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08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09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10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11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12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13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14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15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616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617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618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619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620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621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622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623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624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625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626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627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628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629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630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631"/>
          <p:cNvSpPr/>
          <p:nvPr/>
        </p:nvSpPr>
        <p:spPr>
          <a:xfrm flipV="1">
            <a:off x="9898380" y="2279828"/>
            <a:ext cx="0" cy="68397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632"/>
          <p:cNvSpPr/>
          <p:nvPr/>
        </p:nvSpPr>
        <p:spPr>
          <a:xfrm flipV="1">
            <a:off x="9898380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633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63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</a:t>
            </a:r>
            <a:endParaRPr lang="ko-KR" sz="4400" dirty="0"/>
          </a:p>
        </p:txBody>
      </p:sp>
      <p:sp>
        <p:nvSpPr>
          <p:cNvPr id="3" name="S07-card6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6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30분이라고 읽어요.</a:t>
            </a:r>
            <a:endParaRPr lang="ko-KR" sz="3200" dirty="0"/>
          </a:p>
        </p:txBody>
      </p:sp>
      <p:sp>
        <p:nvSpPr>
          <p:cNvPr id="5" name="S07-figure637" descr="시계: 짧은바늘이 3과 4 사이, 긴바늘이 6을 가리킴(3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7-line638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7-line639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640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641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642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643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7-line644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645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646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647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648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7-line649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650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651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652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653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7-line654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655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656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657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658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7-line659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660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661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662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663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7-line664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665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666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667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668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7-line669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670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671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672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673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7-line674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675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676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677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678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7-line679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680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681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682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683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7-line684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685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686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687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688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7-line689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690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691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692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693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7-line694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695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696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697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abel698"/>
          <p:cNvSpPr txBox="1"/>
          <p:nvPr/>
        </p:nvSpPr>
        <p:spPr>
          <a:xfrm>
            <a:off x="356981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7-label699"/>
          <p:cNvSpPr txBox="1"/>
          <p:nvPr/>
        </p:nvSpPr>
        <p:spPr>
          <a:xfrm>
            <a:off x="401931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7-label700"/>
          <p:cNvSpPr txBox="1"/>
          <p:nvPr/>
        </p:nvSpPr>
        <p:spPr>
          <a:xfrm>
            <a:off x="418383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7-label701"/>
          <p:cNvSpPr txBox="1"/>
          <p:nvPr/>
        </p:nvSpPr>
        <p:spPr>
          <a:xfrm>
            <a:off x="401931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7-label702"/>
          <p:cNvSpPr txBox="1"/>
          <p:nvPr/>
        </p:nvSpPr>
        <p:spPr>
          <a:xfrm>
            <a:off x="356981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7-label703"/>
          <p:cNvSpPr txBox="1"/>
          <p:nvPr/>
        </p:nvSpPr>
        <p:spPr>
          <a:xfrm>
            <a:off x="295579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7-label704"/>
          <p:cNvSpPr txBox="1"/>
          <p:nvPr/>
        </p:nvSpPr>
        <p:spPr>
          <a:xfrm>
            <a:off x="234177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7-label705"/>
          <p:cNvSpPr txBox="1"/>
          <p:nvPr/>
        </p:nvSpPr>
        <p:spPr>
          <a:xfrm>
            <a:off x="189228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7-label706"/>
          <p:cNvSpPr txBox="1"/>
          <p:nvPr/>
        </p:nvSpPr>
        <p:spPr>
          <a:xfrm>
            <a:off x="172775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7-label707"/>
          <p:cNvSpPr txBox="1"/>
          <p:nvPr/>
        </p:nvSpPr>
        <p:spPr>
          <a:xfrm>
            <a:off x="189228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7-label708"/>
          <p:cNvSpPr txBox="1"/>
          <p:nvPr/>
        </p:nvSpPr>
        <p:spPr>
          <a:xfrm>
            <a:off x="234177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7-label709"/>
          <p:cNvSpPr txBox="1"/>
          <p:nvPr/>
        </p:nvSpPr>
        <p:spPr>
          <a:xfrm>
            <a:off x="295579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7-line710"/>
          <p:cNvSpPr/>
          <p:nvPr/>
        </p:nvSpPr>
        <p:spPr>
          <a:xfrm>
            <a:off x="3230118" y="3223260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7-line711"/>
          <p:cNvSpPr/>
          <p:nvPr/>
        </p:nvSpPr>
        <p:spPr>
          <a:xfrm>
            <a:off x="323011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7-pin712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ard713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7-cardtext714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가리켜요. → 30분</a:t>
            </a:r>
            <a:endParaRPr lang="ko-KR" sz="3200" dirty="0"/>
          </a:p>
        </p:txBody>
      </p:sp>
      <p:sp>
        <p:nvSpPr>
          <p:cNvPr id="83" name="S07-card715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07-cardtext716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 사이에 있어요. → 3시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짧은바늘도 움직여요</a:t>
            </a:r>
            <a:endParaRPr lang="ko-KR" sz="4400" dirty="0"/>
          </a:p>
        </p:txBody>
      </p:sp>
      <p:sp>
        <p:nvSpPr>
          <p:cNvPr id="3" name="S08-card7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반 바퀴 돌면 짧은바늘은 가운데까지 가요.</a:t>
            </a:r>
            <a:endParaRPr lang="ko-KR" sz="3200" dirty="0"/>
          </a:p>
        </p:txBody>
      </p:sp>
      <p:sp>
        <p:nvSpPr>
          <p:cNvPr id="5" name="S08-figure719" descr="시계: 짧은바늘이 3, 긴바늘이 12를 가리킴(3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8-line720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8-line721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722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723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724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725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line726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727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728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729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730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line731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732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733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734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735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ine736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737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738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739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740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8-line741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742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743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744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745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8-line746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747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748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749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750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line751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752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753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754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755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8-line756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757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758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759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760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8-line761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762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763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764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765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8-line766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767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768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769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770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8-line771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772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773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774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775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8-line776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777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778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779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abel780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8-label781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8-label782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8-label783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8-label784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8-label785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8-label786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8-label787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8-label788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8-label789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8-label790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8-label791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8-line792"/>
          <p:cNvSpPr/>
          <p:nvPr/>
        </p:nvSpPr>
        <p:spPr>
          <a:xfrm>
            <a:off x="2290572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8-line793"/>
          <p:cNvSpPr/>
          <p:nvPr/>
        </p:nvSpPr>
        <p:spPr>
          <a:xfrm flipV="1">
            <a:off x="2290572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8-pin794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8-label79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8-figure796" descr="시계: 짧은바늘이 3과 4 사이, 긴바늘이 6을 가리킴(3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8-line797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8-line798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799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800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801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802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8-line803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804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805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806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807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8-line808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809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810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811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812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8-line813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814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815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816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817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8-line818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819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820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821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822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8-line823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824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825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826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827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8-line828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829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830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831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832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8-line833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834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835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836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837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8-line838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839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840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841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842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8-line843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844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845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846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847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8-line848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849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850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851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852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8-line853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854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855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856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abel857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8-label858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8-label859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8-label860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8-label861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8-label862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8-label863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8-label864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8-label865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8-label866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8-label867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8-label868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8-line869"/>
          <p:cNvSpPr/>
          <p:nvPr/>
        </p:nvSpPr>
        <p:spPr>
          <a:xfrm>
            <a:off x="6094476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8-line870"/>
          <p:cNvSpPr/>
          <p:nvPr/>
        </p:nvSpPr>
        <p:spPr>
          <a:xfrm>
            <a:off x="6094476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8-pin871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8-label87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159" name="S08-figure873" descr="시계: 짧은바늘이 4, 긴바늘이 12를 가리킴(4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8-line874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8-line875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876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877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878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8-line879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8-line880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881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882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883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8-line884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8-line885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886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887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888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8-line889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8-line890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891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892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893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8-line894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8-line895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896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897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898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8-line899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8-line900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901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902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903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8-line904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8-line905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906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907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908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8-line909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8-line910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911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912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913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8-line914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8-line915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916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917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918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8-line919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8-line920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921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922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923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8-line924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8-line925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926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927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928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8-line929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8-line930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931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932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ine933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8-label934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8-label935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8-label936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8-label937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8-label938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8-label939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8-label940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8-label941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8-label942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8-label943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8-label944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8-label945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8-line946"/>
          <p:cNvSpPr/>
          <p:nvPr/>
        </p:nvSpPr>
        <p:spPr>
          <a:xfrm>
            <a:off x="9898380" y="2963799"/>
            <a:ext cx="592336" cy="3419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8-line947"/>
          <p:cNvSpPr/>
          <p:nvPr/>
        </p:nvSpPr>
        <p:spPr>
          <a:xfrm flipV="1">
            <a:off x="9898380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8-pin948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8-label949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 그리기</a:t>
            </a:r>
            <a:endParaRPr lang="ko-KR" sz="4400" dirty="0"/>
          </a:p>
        </p:txBody>
      </p:sp>
      <p:sp>
        <p:nvSpPr>
          <p:cNvPr id="3" name="S09-text9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30분을 그려 봐요.</a:t>
            </a:r>
            <a:endParaRPr lang="ko-KR" sz="3200" dirty="0"/>
          </a:p>
        </p:txBody>
      </p:sp>
      <p:sp>
        <p:nvSpPr>
          <p:cNvPr id="4" name="S09-figure951" descr="시계: 짧은바늘이 7과 8 사이, 긴바늘이 6을 가리킴(7시 30분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9-line952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9-line953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9-line954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9-line955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line956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line957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line958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line959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line960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line961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line962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line963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line964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9-line965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9-line966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line967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line968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line969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line970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line971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9-line972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line973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line974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line975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line976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9-line977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9-line978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line979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line980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line981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line982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9-line983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line984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line985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line986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9-line987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9-line988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line989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line990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9-line991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line992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9-line993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line994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line995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line996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line997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9-line998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9-line999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line1000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9-line1001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line1002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9-line1003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line1004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line1005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line1006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line1007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9-line1008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9-line1009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9-line1010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9-line1011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label1012"/>
          <p:cNvSpPr txBox="1"/>
          <p:nvPr/>
        </p:nvSpPr>
        <p:spPr>
          <a:xfrm>
            <a:off x="9620311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9-label1013"/>
          <p:cNvSpPr txBox="1"/>
          <p:nvPr/>
        </p:nvSpPr>
        <p:spPr>
          <a:xfrm>
            <a:off x="10069805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9-label1014"/>
          <p:cNvSpPr txBox="1"/>
          <p:nvPr/>
        </p:nvSpPr>
        <p:spPr>
          <a:xfrm>
            <a:off x="10234331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9-label1015"/>
          <p:cNvSpPr txBox="1"/>
          <p:nvPr/>
        </p:nvSpPr>
        <p:spPr>
          <a:xfrm>
            <a:off x="10069805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9-label1016"/>
          <p:cNvSpPr txBox="1"/>
          <p:nvPr/>
        </p:nvSpPr>
        <p:spPr>
          <a:xfrm>
            <a:off x="9620311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9-label1017"/>
          <p:cNvSpPr txBox="1"/>
          <p:nvPr/>
        </p:nvSpPr>
        <p:spPr>
          <a:xfrm>
            <a:off x="9006291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9-label1018"/>
          <p:cNvSpPr txBox="1"/>
          <p:nvPr/>
        </p:nvSpPr>
        <p:spPr>
          <a:xfrm>
            <a:off x="8392272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9-label1019"/>
          <p:cNvSpPr txBox="1"/>
          <p:nvPr/>
        </p:nvSpPr>
        <p:spPr>
          <a:xfrm>
            <a:off x="7942778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9-label1020"/>
          <p:cNvSpPr txBox="1"/>
          <p:nvPr/>
        </p:nvSpPr>
        <p:spPr>
          <a:xfrm>
            <a:off x="7778252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9-label1021"/>
          <p:cNvSpPr txBox="1"/>
          <p:nvPr/>
        </p:nvSpPr>
        <p:spPr>
          <a:xfrm>
            <a:off x="7942778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9-label1022"/>
          <p:cNvSpPr txBox="1"/>
          <p:nvPr/>
        </p:nvSpPr>
        <p:spPr>
          <a:xfrm>
            <a:off x="8392272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9-label1023"/>
          <p:cNvSpPr txBox="1"/>
          <p:nvPr/>
        </p:nvSpPr>
        <p:spPr>
          <a:xfrm>
            <a:off x="9006291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9-line1024"/>
          <p:cNvSpPr/>
          <p:nvPr/>
        </p:nvSpPr>
        <p:spPr>
          <a:xfrm flipH="1">
            <a:off x="8796971" y="4411980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9-line1025"/>
          <p:cNvSpPr/>
          <p:nvPr/>
        </p:nvSpPr>
        <p:spPr>
          <a:xfrm>
            <a:off x="9280611" y="441198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9-pin1026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9-stepno1027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9-text1028"/>
          <p:cNvSpPr txBox="1"/>
          <p:nvPr/>
        </p:nvSpPr>
        <p:spPr>
          <a:xfrm>
            <a:off x="1325880" y="333806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6까지 길게 그려요.</a:t>
            </a:r>
            <a:endParaRPr lang="ko-KR" sz="3200" dirty="0"/>
          </a:p>
        </p:txBody>
      </p:sp>
      <p:sp>
        <p:nvSpPr>
          <p:cNvPr id="82" name="S09-stepno1029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9-text1030"/>
          <p:cNvSpPr txBox="1"/>
          <p:nvPr/>
        </p:nvSpPr>
        <p:spPr>
          <a:xfrm>
            <a:off x="1325880" y="4494276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7과 8 사이에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30분일까요?</a:t>
            </a:r>
            <a:endParaRPr lang="ko-KR" sz="4400" dirty="0"/>
          </a:p>
        </p:txBody>
      </p:sp>
      <p:sp>
        <p:nvSpPr>
          <p:cNvPr id="3" name="S10-card10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0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지나온 수를 읽어요.</a:t>
            </a:r>
            <a:endParaRPr lang="ko-KR" sz="3200" dirty="0"/>
          </a:p>
        </p:txBody>
      </p:sp>
      <p:sp>
        <p:nvSpPr>
          <p:cNvPr id="5" name="S10-figure1033" descr="시계: 짧은바늘이 1과 2 사이, 긴바늘이 6을 가리킴(1시 30분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0-line1034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line1035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0-line1036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line1037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0-line1038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line1039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0-line1040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0-line1041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0-line1042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line1043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0-line1044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0-line1045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0-line1046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line1047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0-line1048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line1049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0-line1050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0-line1051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0-line1052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line1053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0-line1054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0-line1055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0-line1056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line1057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0-line1058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line1059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0-line1060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0-line1061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0-line1062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line1063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0-line1064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0-line1065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0-line1066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line1067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0-line1068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line1069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0-line1070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0-line1071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0-line1072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0-line1073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0-line1074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0-line1075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0-line1076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0-line1077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0-line1078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0-line1079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0-line1080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0-line1081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0-line1082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0-line1083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0-line1084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0-line1085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0-line1086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0-line1087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0-line1088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0-line1089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0-line1090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0-line1091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0-line1092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0-line1093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0-label1094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0-label1095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0-label1096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0-label1097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0-label1098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0-label1099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0-label1100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0-label1101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0-label1102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0-label1103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0-label1104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0-label1105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0-line1106"/>
          <p:cNvSpPr/>
          <p:nvPr/>
        </p:nvSpPr>
        <p:spPr>
          <a:xfrm flipV="1">
            <a:off x="2290572" y="2480158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0-line1107"/>
          <p:cNvSpPr/>
          <p:nvPr/>
        </p:nvSpPr>
        <p:spPr>
          <a:xfrm>
            <a:off x="2290572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0-pin1108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0-label1109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0-figure1110" descr="시계: 짧은바늘이 10과 11 사이, 긴바늘이 6을 가리킴(10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0-line1111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0-line1112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0-line1113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0-line1114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0-line1115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0-line1116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0-line1117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0-line1118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0-line1119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0-line1120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0-line1121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0-line1122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0-line1123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0-line1124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0-line1125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0-line1126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0-line1127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0-line1128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0-line1129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0-line1130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0-line1131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0-line1132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0-line1133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0-line1134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0-line1135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0-line1136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0-line1137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0-line1138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0-line1139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0-line1140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0-line1141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0-line1142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0-line1143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0-line1144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0-line1145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0-line1146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0-line1147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0-line1148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0-line1149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0-line1150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0-line1151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0-line1152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0-line1153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0-line1154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0-line1155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0-line1156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0-line1157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0-line1158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0-line1159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0-line1160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0-line1161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0-line1162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0-line1163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0-line1164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0-line1165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0-line1166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0-line1167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0-line1168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0-line1169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0-line1170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0-label1171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0-label1172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0-label1173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0-label1174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0-label1175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0-label1176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0-label1177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0-label1178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0-label1179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0-label1180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0-label1181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0-label1182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0-line1183"/>
          <p:cNvSpPr/>
          <p:nvPr/>
        </p:nvSpPr>
        <p:spPr>
          <a:xfrm flipH="1" flipV="1">
            <a:off x="5610835" y="2480158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0-line1184"/>
          <p:cNvSpPr/>
          <p:nvPr/>
        </p:nvSpPr>
        <p:spPr>
          <a:xfrm>
            <a:off x="6094476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0-pin1185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0-label1186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10-figure1187" descr="시계: 짧은바늘이 4와 5 사이, 긴바늘이 6을 가리킴(4시 30분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10-line1188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10-line1189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0-line1190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0-line1191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0-line1192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0-line1193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10-line1194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0-line1195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0-line1196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0-line1197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0-line1198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10-line1199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0-line1200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0-line1201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0-line1202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0-line1203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10-line1204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0-line1205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0-line1206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0-line1207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0-line1208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10-line1209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0-line1210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0-line1211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0-line1212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0-line1213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10-line1214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0-line1215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0-line1216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0-line1217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0-line1218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10-line1219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0-line1220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0-line1221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0-line1222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0-line1223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10-line1224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0-line1225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0-line1226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0-line1227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0-line1228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10-line1229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0-line1230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0-line1231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0-line1232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0-line1233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10-line1234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0-line1235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0-line1236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0-line1237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0-line1238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10-line1239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0-line1240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0-line1241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0-line1242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0-line1243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10-line1244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0-line1245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0-line1246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0-line1247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0-label1248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10-label1249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10-label1250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10-label1251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10-label1252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10-label1253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10-label1254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10-label1255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10-label1256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10-label1257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10-label1258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10-label1259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10-line1260"/>
          <p:cNvSpPr/>
          <p:nvPr/>
        </p:nvSpPr>
        <p:spPr>
          <a:xfrm>
            <a:off x="9898380" y="296379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10-line1261"/>
          <p:cNvSpPr/>
          <p:nvPr/>
        </p:nvSpPr>
        <p:spPr>
          <a:xfrm>
            <a:off x="9898380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10-pin1262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10-label1263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1-card1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5" name="S11-figure1266" descr="시계: 짧은바늘이 4와 5 사이, 긴바늘이 6을 가리킴(4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1-line1267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line1268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1-line1269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270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271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272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1-line1273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1-line1274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275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276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277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line1278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1-line1279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280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281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282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1-line1283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1-line1284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285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286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287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1-line1288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1-line1289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290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291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292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1-line1293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1-line1294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295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296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297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1-line1298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1-line1299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300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301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302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1-line1303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1-line1304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305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306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307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1-line1308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1-line1309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310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311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312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1-line1313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1-line1314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315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316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317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1-line1318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1-line1319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320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321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322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1-line1323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1-line1324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325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326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abel1327"/>
          <p:cNvSpPr txBox="1"/>
          <p:nvPr/>
        </p:nvSpPr>
        <p:spPr>
          <a:xfrm>
            <a:off x="356981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1-label1328"/>
          <p:cNvSpPr txBox="1"/>
          <p:nvPr/>
        </p:nvSpPr>
        <p:spPr>
          <a:xfrm>
            <a:off x="401931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1-label1329"/>
          <p:cNvSpPr txBox="1"/>
          <p:nvPr/>
        </p:nvSpPr>
        <p:spPr>
          <a:xfrm>
            <a:off x="418383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1-label1330"/>
          <p:cNvSpPr txBox="1"/>
          <p:nvPr/>
        </p:nvSpPr>
        <p:spPr>
          <a:xfrm>
            <a:off x="401931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1-label1331"/>
          <p:cNvSpPr txBox="1"/>
          <p:nvPr/>
        </p:nvSpPr>
        <p:spPr>
          <a:xfrm>
            <a:off x="356981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1-label1332"/>
          <p:cNvSpPr txBox="1"/>
          <p:nvPr/>
        </p:nvSpPr>
        <p:spPr>
          <a:xfrm>
            <a:off x="295579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1-label1333"/>
          <p:cNvSpPr txBox="1"/>
          <p:nvPr/>
        </p:nvSpPr>
        <p:spPr>
          <a:xfrm>
            <a:off x="234177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1-label1334"/>
          <p:cNvSpPr txBox="1"/>
          <p:nvPr/>
        </p:nvSpPr>
        <p:spPr>
          <a:xfrm>
            <a:off x="189228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1-label1335"/>
          <p:cNvSpPr txBox="1"/>
          <p:nvPr/>
        </p:nvSpPr>
        <p:spPr>
          <a:xfrm>
            <a:off x="172775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1-label1336"/>
          <p:cNvSpPr txBox="1"/>
          <p:nvPr/>
        </p:nvSpPr>
        <p:spPr>
          <a:xfrm>
            <a:off x="189228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1-label1337"/>
          <p:cNvSpPr txBox="1"/>
          <p:nvPr/>
        </p:nvSpPr>
        <p:spPr>
          <a:xfrm>
            <a:off x="234177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1-label1338"/>
          <p:cNvSpPr txBox="1"/>
          <p:nvPr/>
        </p:nvSpPr>
        <p:spPr>
          <a:xfrm>
            <a:off x="295579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1-line1339"/>
          <p:cNvSpPr/>
          <p:nvPr/>
        </p:nvSpPr>
        <p:spPr>
          <a:xfrm>
            <a:off x="3230118" y="3223260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1-line1340"/>
          <p:cNvSpPr/>
          <p:nvPr/>
        </p:nvSpPr>
        <p:spPr>
          <a:xfrm>
            <a:off x="323011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1-pin1341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1-card1342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11-cardtext1343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 옆에 5가 있어요.”</a:t>
            </a:r>
            <a:endParaRPr lang="ko-KR" sz="3200" dirty="0"/>
          </a:p>
        </p:txBody>
      </p:sp>
      <p:sp>
        <p:nvSpPr>
          <p:cNvPr id="83" name="S11-card1344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11-cardtext1345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“짧은바늘이 4를 지났어요.”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ard134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34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몇 시인지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 시계에 2시 30분을 그려요.</a:t>
            </a:r>
            <a:endParaRPr lang="ko-KR" sz="3200" dirty="0"/>
          </a:p>
        </p:txBody>
      </p:sp>
      <p:sp>
        <p:nvSpPr>
          <p:cNvPr id="5" name="S12-figure1348" descr="시계: 짧은바늘이 6, 긴바늘이 12를 가리킴(6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2-line1349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2-line1350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2-line1351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352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353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354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2-line1355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1356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357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358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359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2-line1360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2-line1361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362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363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364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2-line1365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1366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367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368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369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2-line1370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2-line1371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372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373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374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2-line1375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1376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377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378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379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2-line1380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2-line1381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382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383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384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2-line1385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1386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387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388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389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2-line1390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2-line1391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392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393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394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2-line1395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1396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397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398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399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2-line1400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2-line1401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402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403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404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2-line1405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2-line1406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407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408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abel1409"/>
          <p:cNvSpPr txBox="1"/>
          <p:nvPr/>
        </p:nvSpPr>
        <p:spPr>
          <a:xfrm>
            <a:off x="352822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12-label1410"/>
          <p:cNvSpPr txBox="1"/>
          <p:nvPr/>
        </p:nvSpPr>
        <p:spPr>
          <a:xfrm>
            <a:off x="3938900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12-label1411"/>
          <p:cNvSpPr txBox="1"/>
          <p:nvPr/>
        </p:nvSpPr>
        <p:spPr>
          <a:xfrm>
            <a:off x="408921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12-label1412"/>
          <p:cNvSpPr txBox="1"/>
          <p:nvPr/>
        </p:nvSpPr>
        <p:spPr>
          <a:xfrm>
            <a:off x="3938900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12-label1413"/>
          <p:cNvSpPr txBox="1"/>
          <p:nvPr/>
        </p:nvSpPr>
        <p:spPr>
          <a:xfrm>
            <a:off x="352822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12-label1414"/>
          <p:cNvSpPr txBox="1"/>
          <p:nvPr/>
        </p:nvSpPr>
        <p:spPr>
          <a:xfrm>
            <a:off x="2967228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12-label1415"/>
          <p:cNvSpPr txBox="1"/>
          <p:nvPr/>
        </p:nvSpPr>
        <p:spPr>
          <a:xfrm>
            <a:off x="240623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12-label1416"/>
          <p:cNvSpPr txBox="1"/>
          <p:nvPr/>
        </p:nvSpPr>
        <p:spPr>
          <a:xfrm>
            <a:off x="19955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12-label1417"/>
          <p:cNvSpPr txBox="1"/>
          <p:nvPr/>
        </p:nvSpPr>
        <p:spPr>
          <a:xfrm>
            <a:off x="184523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12-label1418"/>
          <p:cNvSpPr txBox="1"/>
          <p:nvPr/>
        </p:nvSpPr>
        <p:spPr>
          <a:xfrm>
            <a:off x="19955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12-label1419"/>
          <p:cNvSpPr txBox="1"/>
          <p:nvPr/>
        </p:nvSpPr>
        <p:spPr>
          <a:xfrm>
            <a:off x="240623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12-label1420"/>
          <p:cNvSpPr txBox="1"/>
          <p:nvPr/>
        </p:nvSpPr>
        <p:spPr>
          <a:xfrm>
            <a:off x="2967228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12-line1421"/>
          <p:cNvSpPr/>
          <p:nvPr/>
        </p:nvSpPr>
        <p:spPr>
          <a:xfrm>
            <a:off x="3241548" y="2746121"/>
            <a:ext cx="0" cy="62490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2-line1422"/>
          <p:cNvSpPr/>
          <p:nvPr/>
        </p:nvSpPr>
        <p:spPr>
          <a:xfrm flipV="1">
            <a:off x="3241548" y="1837167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2-pin1423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2-label142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2-figure1425" descr="시계: 짧은바늘이 9와 10 사이, 긴바늘이 6을 가리킴(9시 30분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2-line1426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2-line1427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2-line1428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429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430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431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2-line1432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2-line1433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434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435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436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2-line1437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1438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439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440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441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2-line1442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line1443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444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445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446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2-line1447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1448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449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450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451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2-line1452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line1453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454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455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456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2-line1457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1458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459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460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461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2-line1462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line1463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464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465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466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2-line1467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1468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469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470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471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2-line1472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line1473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474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475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476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2-line1477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2-line1478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479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480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481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2-line1482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2-line1483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484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485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abel1486"/>
          <p:cNvSpPr txBox="1"/>
          <p:nvPr/>
        </p:nvSpPr>
        <p:spPr>
          <a:xfrm>
            <a:off x="923407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12-label1487"/>
          <p:cNvSpPr txBox="1"/>
          <p:nvPr/>
        </p:nvSpPr>
        <p:spPr>
          <a:xfrm>
            <a:off x="96447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12-label1488"/>
          <p:cNvSpPr txBox="1"/>
          <p:nvPr/>
        </p:nvSpPr>
        <p:spPr>
          <a:xfrm>
            <a:off x="979507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12-label1489"/>
          <p:cNvSpPr txBox="1"/>
          <p:nvPr/>
        </p:nvSpPr>
        <p:spPr>
          <a:xfrm>
            <a:off x="96447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12-label1490"/>
          <p:cNvSpPr txBox="1"/>
          <p:nvPr/>
        </p:nvSpPr>
        <p:spPr>
          <a:xfrm>
            <a:off x="923407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12-label1491"/>
          <p:cNvSpPr txBox="1"/>
          <p:nvPr/>
        </p:nvSpPr>
        <p:spPr>
          <a:xfrm>
            <a:off x="8673084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12-label1492"/>
          <p:cNvSpPr txBox="1"/>
          <p:nvPr/>
        </p:nvSpPr>
        <p:spPr>
          <a:xfrm>
            <a:off x="811208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12-label1493"/>
          <p:cNvSpPr txBox="1"/>
          <p:nvPr/>
        </p:nvSpPr>
        <p:spPr>
          <a:xfrm>
            <a:off x="7701412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12-label1494"/>
          <p:cNvSpPr txBox="1"/>
          <p:nvPr/>
        </p:nvSpPr>
        <p:spPr>
          <a:xfrm>
            <a:off x="755109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12-label1495"/>
          <p:cNvSpPr txBox="1"/>
          <p:nvPr/>
        </p:nvSpPr>
        <p:spPr>
          <a:xfrm>
            <a:off x="7701412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12-label1496"/>
          <p:cNvSpPr txBox="1"/>
          <p:nvPr/>
        </p:nvSpPr>
        <p:spPr>
          <a:xfrm>
            <a:off x="811208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12-label1497"/>
          <p:cNvSpPr txBox="1"/>
          <p:nvPr/>
        </p:nvSpPr>
        <p:spPr>
          <a:xfrm>
            <a:off x="8673084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12-line1498"/>
          <p:cNvSpPr/>
          <p:nvPr/>
        </p:nvSpPr>
        <p:spPr>
          <a:xfrm flipH="1" flipV="1">
            <a:off x="8343791" y="2584383"/>
            <a:ext cx="603613" cy="16173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2-line1499"/>
          <p:cNvSpPr/>
          <p:nvPr/>
        </p:nvSpPr>
        <p:spPr>
          <a:xfrm>
            <a:off x="8947404" y="2746121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2-pin1500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2-label150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502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503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연필 두 자루로 바늘을 놓으며 다시 읽게 하세요.</a:t>
            </a:r>
            <a:endParaRPr lang="ko-KR" sz="3200" dirty="0"/>
          </a:p>
        </p:txBody>
      </p:sp>
      <p:sp>
        <p:nvSpPr>
          <p:cNvPr id="5" name="S13-chip15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505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6시</a:t>
            </a:r>
            <a:endParaRPr lang="ko-KR" sz="3200" dirty="0"/>
          </a:p>
        </p:txBody>
      </p:sp>
      <p:sp>
        <p:nvSpPr>
          <p:cNvPr id="7" name="S13-text1506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시</a:t>
            </a:r>
            <a:endParaRPr lang="ko-KR" sz="2600" dirty="0"/>
          </a:p>
        </p:txBody>
      </p:sp>
      <p:sp>
        <p:nvSpPr>
          <p:cNvPr id="8" name="S13-text1507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9시 30분</a:t>
            </a:r>
            <a:endParaRPr lang="ko-KR" sz="3200" dirty="0"/>
          </a:p>
        </p:txBody>
      </p:sp>
      <p:sp>
        <p:nvSpPr>
          <p:cNvPr id="9" name="S13-text1508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9와 10 사이</a:t>
            </a:r>
            <a:endParaRPr lang="ko-KR" sz="2600" dirty="0"/>
          </a:p>
        </p:txBody>
      </p:sp>
      <p:sp>
        <p:nvSpPr>
          <p:cNvPr id="10" name="S13-text1509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긴바늘 6</a:t>
            </a:r>
            <a:endParaRPr lang="ko-KR" sz="3200" dirty="0"/>
          </a:p>
        </p:txBody>
      </p:sp>
      <p:sp>
        <p:nvSpPr>
          <p:cNvPr id="11" name="S13-text1510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2~3 사이</a:t>
            </a:r>
            <a:endParaRPr lang="ko-KR" sz="2600" dirty="0"/>
          </a:p>
        </p:txBody>
      </p:sp>
      <p:sp>
        <p:nvSpPr>
          <p:cNvPr id="12" name="S13-chip15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15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12시</a:t>
            </a:r>
            <a:endParaRPr lang="ko-KR" sz="3200" dirty="0"/>
          </a:p>
        </p:txBody>
      </p:sp>
      <p:sp>
        <p:nvSpPr>
          <p:cNvPr id="14" name="S13-text15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바늘을 바꿈</a:t>
            </a:r>
            <a:endParaRPr lang="ko-KR" sz="2600" dirty="0"/>
          </a:p>
        </p:txBody>
      </p:sp>
      <p:sp>
        <p:nvSpPr>
          <p:cNvPr id="15" name="S13-text15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30분</a:t>
            </a:r>
            <a:endParaRPr lang="ko-KR" sz="3200" dirty="0"/>
          </a:p>
        </p:txBody>
      </p:sp>
      <p:sp>
        <p:nvSpPr>
          <p:cNvPr id="16" name="S13-text15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30분은 어느 것?</a:t>
            </a:r>
            <a:endParaRPr lang="ko-KR" sz="4400" dirty="0"/>
          </a:p>
        </p:txBody>
      </p:sp>
      <p:sp>
        <p:nvSpPr>
          <p:cNvPr id="3" name="S14-card15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151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figure1519" descr="시계: 짧은바늘이 8과 9 사이, 긴바늘이 6을 가리킴(8시 30분)"/>
          <p:cNvSpPr/>
          <p:nvPr/>
        </p:nvSpPr>
        <p:spPr>
          <a:xfrm>
            <a:off x="729996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4-line1520"/>
          <p:cNvSpPr/>
          <p:nvPr/>
        </p:nvSpPr>
        <p:spPr>
          <a:xfrm>
            <a:off x="2275332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4-line1521"/>
          <p:cNvSpPr/>
          <p:nvPr/>
        </p:nvSpPr>
        <p:spPr>
          <a:xfrm flipH="1">
            <a:off x="242496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1522"/>
          <p:cNvSpPr/>
          <p:nvPr/>
        </p:nvSpPr>
        <p:spPr>
          <a:xfrm flipH="1">
            <a:off x="2572956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523"/>
          <p:cNvSpPr/>
          <p:nvPr/>
        </p:nvSpPr>
        <p:spPr>
          <a:xfrm flipH="1">
            <a:off x="27176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524"/>
          <p:cNvSpPr/>
          <p:nvPr/>
        </p:nvSpPr>
        <p:spPr>
          <a:xfrm flipH="1">
            <a:off x="2857573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525"/>
          <p:cNvSpPr/>
          <p:nvPr/>
        </p:nvSpPr>
        <p:spPr>
          <a:xfrm flipH="1">
            <a:off x="2944719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4-line1526"/>
          <p:cNvSpPr/>
          <p:nvPr/>
        </p:nvSpPr>
        <p:spPr>
          <a:xfrm flipH="1">
            <a:off x="311674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1527"/>
          <p:cNvSpPr/>
          <p:nvPr/>
        </p:nvSpPr>
        <p:spPr>
          <a:xfrm flipH="1">
            <a:off x="3233188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528"/>
          <p:cNvSpPr/>
          <p:nvPr/>
        </p:nvSpPr>
        <p:spPr>
          <a:xfrm flipH="1">
            <a:off x="333913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529"/>
          <p:cNvSpPr/>
          <p:nvPr/>
        </p:nvSpPr>
        <p:spPr>
          <a:xfrm flipH="1">
            <a:off x="343343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530"/>
          <p:cNvSpPr/>
          <p:nvPr/>
        </p:nvSpPr>
        <p:spPr>
          <a:xfrm flipH="1">
            <a:off x="3434743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4-line1531"/>
          <p:cNvSpPr/>
          <p:nvPr/>
        </p:nvSpPr>
        <p:spPr>
          <a:xfrm flipH="1">
            <a:off x="3583066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1532"/>
          <p:cNvSpPr/>
          <p:nvPr/>
        </p:nvSpPr>
        <p:spPr>
          <a:xfrm flipH="1">
            <a:off x="3636763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533"/>
          <p:cNvSpPr/>
          <p:nvPr/>
        </p:nvSpPr>
        <p:spPr>
          <a:xfrm flipH="1">
            <a:off x="3675544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534"/>
          <p:cNvSpPr/>
          <p:nvPr/>
        </p:nvSpPr>
        <p:spPr>
          <a:xfrm flipH="1">
            <a:off x="3698983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535"/>
          <p:cNvSpPr/>
          <p:nvPr/>
        </p:nvSpPr>
        <p:spPr>
          <a:xfrm flipH="1">
            <a:off x="3614105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4-line1536"/>
          <p:cNvSpPr/>
          <p:nvPr/>
        </p:nvSpPr>
        <p:spPr>
          <a:xfrm flipH="1" flipV="1">
            <a:off x="3698983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1537"/>
          <p:cNvSpPr/>
          <p:nvPr/>
        </p:nvSpPr>
        <p:spPr>
          <a:xfrm flipH="1" flipV="1">
            <a:off x="3675544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538"/>
          <p:cNvSpPr/>
          <p:nvPr/>
        </p:nvSpPr>
        <p:spPr>
          <a:xfrm flipH="1" flipV="1">
            <a:off x="3636763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539"/>
          <p:cNvSpPr/>
          <p:nvPr/>
        </p:nvSpPr>
        <p:spPr>
          <a:xfrm flipH="1" flipV="1">
            <a:off x="3583066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540"/>
          <p:cNvSpPr/>
          <p:nvPr/>
        </p:nvSpPr>
        <p:spPr>
          <a:xfrm flipH="1" flipV="1">
            <a:off x="3434743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4-line1541"/>
          <p:cNvSpPr/>
          <p:nvPr/>
        </p:nvSpPr>
        <p:spPr>
          <a:xfrm flipH="1" flipV="1">
            <a:off x="343343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1542"/>
          <p:cNvSpPr/>
          <p:nvPr/>
        </p:nvSpPr>
        <p:spPr>
          <a:xfrm flipH="1" flipV="1">
            <a:off x="333913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543"/>
          <p:cNvSpPr/>
          <p:nvPr/>
        </p:nvSpPr>
        <p:spPr>
          <a:xfrm flipH="1" flipV="1">
            <a:off x="3233188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544"/>
          <p:cNvSpPr/>
          <p:nvPr/>
        </p:nvSpPr>
        <p:spPr>
          <a:xfrm flipH="1" flipV="1">
            <a:off x="311674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545"/>
          <p:cNvSpPr/>
          <p:nvPr/>
        </p:nvSpPr>
        <p:spPr>
          <a:xfrm flipH="1" flipV="1">
            <a:off x="2944719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4-line1546"/>
          <p:cNvSpPr/>
          <p:nvPr/>
        </p:nvSpPr>
        <p:spPr>
          <a:xfrm flipH="1" flipV="1">
            <a:off x="2857573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1547"/>
          <p:cNvSpPr/>
          <p:nvPr/>
        </p:nvSpPr>
        <p:spPr>
          <a:xfrm flipH="1" flipV="1">
            <a:off x="27176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548"/>
          <p:cNvSpPr/>
          <p:nvPr/>
        </p:nvSpPr>
        <p:spPr>
          <a:xfrm flipH="1" flipV="1">
            <a:off x="2572956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549"/>
          <p:cNvSpPr/>
          <p:nvPr/>
        </p:nvSpPr>
        <p:spPr>
          <a:xfrm flipH="1" flipV="1">
            <a:off x="242496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550"/>
          <p:cNvSpPr/>
          <p:nvPr/>
        </p:nvSpPr>
        <p:spPr>
          <a:xfrm flipV="1">
            <a:off x="2275332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4-line1551"/>
          <p:cNvSpPr/>
          <p:nvPr/>
        </p:nvSpPr>
        <p:spPr>
          <a:xfrm flipV="1">
            <a:off x="211762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1552"/>
          <p:cNvSpPr/>
          <p:nvPr/>
        </p:nvSpPr>
        <p:spPr>
          <a:xfrm flipV="1">
            <a:off x="1961643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553"/>
          <p:cNvSpPr/>
          <p:nvPr/>
        </p:nvSpPr>
        <p:spPr>
          <a:xfrm flipV="1">
            <a:off x="1809100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554"/>
          <p:cNvSpPr/>
          <p:nvPr/>
        </p:nvSpPr>
        <p:spPr>
          <a:xfrm flipV="1">
            <a:off x="1661664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555"/>
          <p:cNvSpPr/>
          <p:nvPr/>
        </p:nvSpPr>
        <p:spPr>
          <a:xfrm flipV="1">
            <a:off x="1520952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4-line1556"/>
          <p:cNvSpPr/>
          <p:nvPr/>
        </p:nvSpPr>
        <p:spPr>
          <a:xfrm flipV="1">
            <a:off x="1388505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1557"/>
          <p:cNvSpPr/>
          <p:nvPr/>
        </p:nvSpPr>
        <p:spPr>
          <a:xfrm flipV="1">
            <a:off x="1265775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558"/>
          <p:cNvSpPr/>
          <p:nvPr/>
        </p:nvSpPr>
        <p:spPr>
          <a:xfrm flipV="1">
            <a:off x="1154105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559"/>
          <p:cNvSpPr/>
          <p:nvPr/>
        </p:nvSpPr>
        <p:spPr>
          <a:xfrm flipV="1">
            <a:off x="1054720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560"/>
          <p:cNvSpPr/>
          <p:nvPr/>
        </p:nvSpPr>
        <p:spPr>
          <a:xfrm flipV="1">
            <a:off x="968708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4-line1561"/>
          <p:cNvSpPr/>
          <p:nvPr/>
        </p:nvSpPr>
        <p:spPr>
          <a:xfrm flipV="1">
            <a:off x="897011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1562"/>
          <p:cNvSpPr/>
          <p:nvPr/>
        </p:nvSpPr>
        <p:spPr>
          <a:xfrm flipV="1">
            <a:off x="840416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563"/>
          <p:cNvSpPr/>
          <p:nvPr/>
        </p:nvSpPr>
        <p:spPr>
          <a:xfrm flipV="1">
            <a:off x="79954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564"/>
          <p:cNvSpPr/>
          <p:nvPr/>
        </p:nvSpPr>
        <p:spPr>
          <a:xfrm flipV="1">
            <a:off x="77483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565"/>
          <p:cNvSpPr/>
          <p:nvPr/>
        </p:nvSpPr>
        <p:spPr>
          <a:xfrm>
            <a:off x="766572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4-line1566"/>
          <p:cNvSpPr/>
          <p:nvPr/>
        </p:nvSpPr>
        <p:spPr>
          <a:xfrm>
            <a:off x="77483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1567"/>
          <p:cNvSpPr/>
          <p:nvPr/>
        </p:nvSpPr>
        <p:spPr>
          <a:xfrm>
            <a:off x="79954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568"/>
          <p:cNvSpPr/>
          <p:nvPr/>
        </p:nvSpPr>
        <p:spPr>
          <a:xfrm>
            <a:off x="840416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569"/>
          <p:cNvSpPr/>
          <p:nvPr/>
        </p:nvSpPr>
        <p:spPr>
          <a:xfrm>
            <a:off x="897011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570"/>
          <p:cNvSpPr/>
          <p:nvPr/>
        </p:nvSpPr>
        <p:spPr>
          <a:xfrm>
            <a:off x="968708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4-line1571"/>
          <p:cNvSpPr/>
          <p:nvPr/>
        </p:nvSpPr>
        <p:spPr>
          <a:xfrm>
            <a:off x="1054720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1572"/>
          <p:cNvSpPr/>
          <p:nvPr/>
        </p:nvSpPr>
        <p:spPr>
          <a:xfrm>
            <a:off x="1154105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573"/>
          <p:cNvSpPr/>
          <p:nvPr/>
        </p:nvSpPr>
        <p:spPr>
          <a:xfrm>
            <a:off x="1265775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574"/>
          <p:cNvSpPr/>
          <p:nvPr/>
        </p:nvSpPr>
        <p:spPr>
          <a:xfrm>
            <a:off x="1388505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575"/>
          <p:cNvSpPr/>
          <p:nvPr/>
        </p:nvSpPr>
        <p:spPr>
          <a:xfrm>
            <a:off x="1520952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4-line1576"/>
          <p:cNvSpPr/>
          <p:nvPr/>
        </p:nvSpPr>
        <p:spPr>
          <a:xfrm>
            <a:off x="1661664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1577"/>
          <p:cNvSpPr/>
          <p:nvPr/>
        </p:nvSpPr>
        <p:spPr>
          <a:xfrm>
            <a:off x="1809100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578"/>
          <p:cNvSpPr/>
          <p:nvPr/>
        </p:nvSpPr>
        <p:spPr>
          <a:xfrm>
            <a:off x="1961643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579"/>
          <p:cNvSpPr/>
          <p:nvPr/>
        </p:nvSpPr>
        <p:spPr>
          <a:xfrm>
            <a:off x="211762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abel1580"/>
          <p:cNvSpPr txBox="1"/>
          <p:nvPr/>
        </p:nvSpPr>
        <p:spPr>
          <a:xfrm>
            <a:off x="2611420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68" name="S14-label1581"/>
          <p:cNvSpPr txBox="1"/>
          <p:nvPr/>
        </p:nvSpPr>
        <p:spPr>
          <a:xfrm>
            <a:off x="3058269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69" name="S14-label1582"/>
          <p:cNvSpPr txBox="1"/>
          <p:nvPr/>
        </p:nvSpPr>
        <p:spPr>
          <a:xfrm>
            <a:off x="3221827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0" name="S14-label1583"/>
          <p:cNvSpPr txBox="1"/>
          <p:nvPr/>
        </p:nvSpPr>
        <p:spPr>
          <a:xfrm>
            <a:off x="3058269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71" name="S14-label1584"/>
          <p:cNvSpPr txBox="1"/>
          <p:nvPr/>
        </p:nvSpPr>
        <p:spPr>
          <a:xfrm>
            <a:off x="2611420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72" name="S14-label1585"/>
          <p:cNvSpPr txBox="1"/>
          <p:nvPr/>
        </p:nvSpPr>
        <p:spPr>
          <a:xfrm>
            <a:off x="2001012" y="46132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73" name="S14-label1586"/>
          <p:cNvSpPr txBox="1"/>
          <p:nvPr/>
        </p:nvSpPr>
        <p:spPr>
          <a:xfrm>
            <a:off x="1390604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74" name="S14-label1587"/>
          <p:cNvSpPr txBox="1"/>
          <p:nvPr/>
        </p:nvSpPr>
        <p:spPr>
          <a:xfrm>
            <a:off x="943755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75" name="S14-label1588"/>
          <p:cNvSpPr txBox="1"/>
          <p:nvPr/>
        </p:nvSpPr>
        <p:spPr>
          <a:xfrm>
            <a:off x="780197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76" name="S14-label1589"/>
          <p:cNvSpPr txBox="1"/>
          <p:nvPr/>
        </p:nvSpPr>
        <p:spPr>
          <a:xfrm>
            <a:off x="943755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77" name="S14-label1590"/>
          <p:cNvSpPr txBox="1"/>
          <p:nvPr/>
        </p:nvSpPr>
        <p:spPr>
          <a:xfrm>
            <a:off x="1390604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78" name="S14-label1591"/>
          <p:cNvSpPr txBox="1"/>
          <p:nvPr/>
        </p:nvSpPr>
        <p:spPr>
          <a:xfrm>
            <a:off x="2001012" y="21716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79" name="S14-line1592"/>
          <p:cNvSpPr/>
          <p:nvPr/>
        </p:nvSpPr>
        <p:spPr>
          <a:xfrm flipH="1">
            <a:off x="1618553" y="3575304"/>
            <a:ext cx="656779" cy="1759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4-line1593"/>
          <p:cNvSpPr/>
          <p:nvPr/>
        </p:nvSpPr>
        <p:spPr>
          <a:xfrm>
            <a:off x="2275332" y="3575304"/>
            <a:ext cx="0" cy="989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4-pin1594"/>
          <p:cNvSpPr/>
          <p:nvPr/>
        </p:nvSpPr>
        <p:spPr>
          <a:xfrm>
            <a:off x="2220468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4-chip159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3" name="S14-figure1596" descr="시계: 짧은바늘이 9와 10 사이, 긴바늘이 6을 가리킴(9시 30분)"/>
          <p:cNvSpPr/>
          <p:nvPr/>
        </p:nvSpPr>
        <p:spPr>
          <a:xfrm>
            <a:off x="4549140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4-line1597"/>
          <p:cNvSpPr/>
          <p:nvPr/>
        </p:nvSpPr>
        <p:spPr>
          <a:xfrm>
            <a:off x="6094476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4-line1598"/>
          <p:cNvSpPr/>
          <p:nvPr/>
        </p:nvSpPr>
        <p:spPr>
          <a:xfrm flipH="1">
            <a:off x="624410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1599"/>
          <p:cNvSpPr/>
          <p:nvPr/>
        </p:nvSpPr>
        <p:spPr>
          <a:xfrm flipH="1">
            <a:off x="6392100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600"/>
          <p:cNvSpPr/>
          <p:nvPr/>
        </p:nvSpPr>
        <p:spPr>
          <a:xfrm flipH="1">
            <a:off x="6536832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601"/>
          <p:cNvSpPr/>
          <p:nvPr/>
        </p:nvSpPr>
        <p:spPr>
          <a:xfrm flipH="1">
            <a:off x="6676717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602"/>
          <p:cNvSpPr/>
          <p:nvPr/>
        </p:nvSpPr>
        <p:spPr>
          <a:xfrm flipH="1">
            <a:off x="6763863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4-line1603"/>
          <p:cNvSpPr/>
          <p:nvPr/>
        </p:nvSpPr>
        <p:spPr>
          <a:xfrm flipH="1">
            <a:off x="6935887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1604"/>
          <p:cNvSpPr/>
          <p:nvPr/>
        </p:nvSpPr>
        <p:spPr>
          <a:xfrm flipH="1">
            <a:off x="7052332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605"/>
          <p:cNvSpPr/>
          <p:nvPr/>
        </p:nvSpPr>
        <p:spPr>
          <a:xfrm flipH="1">
            <a:off x="715828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606"/>
          <p:cNvSpPr/>
          <p:nvPr/>
        </p:nvSpPr>
        <p:spPr>
          <a:xfrm flipH="1">
            <a:off x="725257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607"/>
          <p:cNvSpPr/>
          <p:nvPr/>
        </p:nvSpPr>
        <p:spPr>
          <a:xfrm flipH="1">
            <a:off x="7253887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4-line1608"/>
          <p:cNvSpPr/>
          <p:nvPr/>
        </p:nvSpPr>
        <p:spPr>
          <a:xfrm flipH="1">
            <a:off x="7402210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1609"/>
          <p:cNvSpPr/>
          <p:nvPr/>
        </p:nvSpPr>
        <p:spPr>
          <a:xfrm flipH="1">
            <a:off x="7455907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610"/>
          <p:cNvSpPr/>
          <p:nvPr/>
        </p:nvSpPr>
        <p:spPr>
          <a:xfrm flipH="1">
            <a:off x="7494688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611"/>
          <p:cNvSpPr/>
          <p:nvPr/>
        </p:nvSpPr>
        <p:spPr>
          <a:xfrm flipH="1">
            <a:off x="751812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612"/>
          <p:cNvSpPr/>
          <p:nvPr/>
        </p:nvSpPr>
        <p:spPr>
          <a:xfrm flipH="1">
            <a:off x="7433249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4-line1613"/>
          <p:cNvSpPr/>
          <p:nvPr/>
        </p:nvSpPr>
        <p:spPr>
          <a:xfrm flipH="1" flipV="1">
            <a:off x="751812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1614"/>
          <p:cNvSpPr/>
          <p:nvPr/>
        </p:nvSpPr>
        <p:spPr>
          <a:xfrm flipH="1" flipV="1">
            <a:off x="7494688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615"/>
          <p:cNvSpPr/>
          <p:nvPr/>
        </p:nvSpPr>
        <p:spPr>
          <a:xfrm flipH="1" flipV="1">
            <a:off x="7455907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616"/>
          <p:cNvSpPr/>
          <p:nvPr/>
        </p:nvSpPr>
        <p:spPr>
          <a:xfrm flipH="1" flipV="1">
            <a:off x="7402210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617"/>
          <p:cNvSpPr/>
          <p:nvPr/>
        </p:nvSpPr>
        <p:spPr>
          <a:xfrm flipH="1" flipV="1">
            <a:off x="7253887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4-line1618"/>
          <p:cNvSpPr/>
          <p:nvPr/>
        </p:nvSpPr>
        <p:spPr>
          <a:xfrm flipH="1" flipV="1">
            <a:off x="725257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1619"/>
          <p:cNvSpPr/>
          <p:nvPr/>
        </p:nvSpPr>
        <p:spPr>
          <a:xfrm flipH="1" flipV="1">
            <a:off x="715828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620"/>
          <p:cNvSpPr/>
          <p:nvPr/>
        </p:nvSpPr>
        <p:spPr>
          <a:xfrm flipH="1" flipV="1">
            <a:off x="7052332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621"/>
          <p:cNvSpPr/>
          <p:nvPr/>
        </p:nvSpPr>
        <p:spPr>
          <a:xfrm flipH="1" flipV="1">
            <a:off x="6935887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622"/>
          <p:cNvSpPr/>
          <p:nvPr/>
        </p:nvSpPr>
        <p:spPr>
          <a:xfrm flipH="1" flipV="1">
            <a:off x="6763863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4-line1623"/>
          <p:cNvSpPr/>
          <p:nvPr/>
        </p:nvSpPr>
        <p:spPr>
          <a:xfrm flipH="1" flipV="1">
            <a:off x="6676717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1624"/>
          <p:cNvSpPr/>
          <p:nvPr/>
        </p:nvSpPr>
        <p:spPr>
          <a:xfrm flipH="1" flipV="1">
            <a:off x="6536832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625"/>
          <p:cNvSpPr/>
          <p:nvPr/>
        </p:nvSpPr>
        <p:spPr>
          <a:xfrm flipH="1" flipV="1">
            <a:off x="6392100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626"/>
          <p:cNvSpPr/>
          <p:nvPr/>
        </p:nvSpPr>
        <p:spPr>
          <a:xfrm flipH="1" flipV="1">
            <a:off x="624410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627"/>
          <p:cNvSpPr/>
          <p:nvPr/>
        </p:nvSpPr>
        <p:spPr>
          <a:xfrm flipV="1">
            <a:off x="6094476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4-line1628"/>
          <p:cNvSpPr/>
          <p:nvPr/>
        </p:nvSpPr>
        <p:spPr>
          <a:xfrm flipV="1">
            <a:off x="593676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1629"/>
          <p:cNvSpPr/>
          <p:nvPr/>
        </p:nvSpPr>
        <p:spPr>
          <a:xfrm flipV="1">
            <a:off x="5780787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630"/>
          <p:cNvSpPr/>
          <p:nvPr/>
        </p:nvSpPr>
        <p:spPr>
          <a:xfrm flipV="1">
            <a:off x="5628244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631"/>
          <p:cNvSpPr/>
          <p:nvPr/>
        </p:nvSpPr>
        <p:spPr>
          <a:xfrm flipV="1">
            <a:off x="5480808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632"/>
          <p:cNvSpPr/>
          <p:nvPr/>
        </p:nvSpPr>
        <p:spPr>
          <a:xfrm flipV="1">
            <a:off x="5340096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4-line1633"/>
          <p:cNvSpPr/>
          <p:nvPr/>
        </p:nvSpPr>
        <p:spPr>
          <a:xfrm flipV="1">
            <a:off x="5207649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4-line1634"/>
          <p:cNvSpPr/>
          <p:nvPr/>
        </p:nvSpPr>
        <p:spPr>
          <a:xfrm flipV="1">
            <a:off x="5084919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635"/>
          <p:cNvSpPr/>
          <p:nvPr/>
        </p:nvSpPr>
        <p:spPr>
          <a:xfrm flipV="1">
            <a:off x="497324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636"/>
          <p:cNvSpPr/>
          <p:nvPr/>
        </p:nvSpPr>
        <p:spPr>
          <a:xfrm flipV="1">
            <a:off x="487386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637"/>
          <p:cNvSpPr/>
          <p:nvPr/>
        </p:nvSpPr>
        <p:spPr>
          <a:xfrm flipV="1">
            <a:off x="4787852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4-line1638"/>
          <p:cNvSpPr/>
          <p:nvPr/>
        </p:nvSpPr>
        <p:spPr>
          <a:xfrm flipV="1">
            <a:off x="4716155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1639"/>
          <p:cNvSpPr/>
          <p:nvPr/>
        </p:nvSpPr>
        <p:spPr>
          <a:xfrm flipV="1">
            <a:off x="4659560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640"/>
          <p:cNvSpPr/>
          <p:nvPr/>
        </p:nvSpPr>
        <p:spPr>
          <a:xfrm flipV="1">
            <a:off x="4618686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641"/>
          <p:cNvSpPr/>
          <p:nvPr/>
        </p:nvSpPr>
        <p:spPr>
          <a:xfrm flipV="1">
            <a:off x="459398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642"/>
          <p:cNvSpPr/>
          <p:nvPr/>
        </p:nvSpPr>
        <p:spPr>
          <a:xfrm>
            <a:off x="4585716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4-line1643"/>
          <p:cNvSpPr/>
          <p:nvPr/>
        </p:nvSpPr>
        <p:spPr>
          <a:xfrm>
            <a:off x="459398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4-line1644"/>
          <p:cNvSpPr/>
          <p:nvPr/>
        </p:nvSpPr>
        <p:spPr>
          <a:xfrm>
            <a:off x="4618686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645"/>
          <p:cNvSpPr/>
          <p:nvPr/>
        </p:nvSpPr>
        <p:spPr>
          <a:xfrm>
            <a:off x="4659560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646"/>
          <p:cNvSpPr/>
          <p:nvPr/>
        </p:nvSpPr>
        <p:spPr>
          <a:xfrm>
            <a:off x="4716155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647"/>
          <p:cNvSpPr/>
          <p:nvPr/>
        </p:nvSpPr>
        <p:spPr>
          <a:xfrm>
            <a:off x="4787852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4-line1648"/>
          <p:cNvSpPr/>
          <p:nvPr/>
        </p:nvSpPr>
        <p:spPr>
          <a:xfrm>
            <a:off x="487386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1649"/>
          <p:cNvSpPr/>
          <p:nvPr/>
        </p:nvSpPr>
        <p:spPr>
          <a:xfrm>
            <a:off x="497324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650"/>
          <p:cNvSpPr/>
          <p:nvPr/>
        </p:nvSpPr>
        <p:spPr>
          <a:xfrm>
            <a:off x="5084919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651"/>
          <p:cNvSpPr/>
          <p:nvPr/>
        </p:nvSpPr>
        <p:spPr>
          <a:xfrm>
            <a:off x="5207649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652"/>
          <p:cNvSpPr/>
          <p:nvPr/>
        </p:nvSpPr>
        <p:spPr>
          <a:xfrm>
            <a:off x="5340096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4-line1653"/>
          <p:cNvSpPr/>
          <p:nvPr/>
        </p:nvSpPr>
        <p:spPr>
          <a:xfrm>
            <a:off x="5480808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4-line1654"/>
          <p:cNvSpPr/>
          <p:nvPr/>
        </p:nvSpPr>
        <p:spPr>
          <a:xfrm>
            <a:off x="5628244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655"/>
          <p:cNvSpPr/>
          <p:nvPr/>
        </p:nvSpPr>
        <p:spPr>
          <a:xfrm>
            <a:off x="5780787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656"/>
          <p:cNvSpPr/>
          <p:nvPr/>
        </p:nvSpPr>
        <p:spPr>
          <a:xfrm>
            <a:off x="593676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abel1657"/>
          <p:cNvSpPr txBox="1"/>
          <p:nvPr/>
        </p:nvSpPr>
        <p:spPr>
          <a:xfrm>
            <a:off x="6430564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145" name="S14-label1658"/>
          <p:cNvSpPr txBox="1"/>
          <p:nvPr/>
        </p:nvSpPr>
        <p:spPr>
          <a:xfrm>
            <a:off x="6877413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46" name="S14-label1659"/>
          <p:cNvSpPr txBox="1"/>
          <p:nvPr/>
        </p:nvSpPr>
        <p:spPr>
          <a:xfrm>
            <a:off x="704097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147" name="S14-label1660"/>
          <p:cNvSpPr txBox="1"/>
          <p:nvPr/>
        </p:nvSpPr>
        <p:spPr>
          <a:xfrm>
            <a:off x="6877413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48" name="S14-label1661"/>
          <p:cNvSpPr txBox="1"/>
          <p:nvPr/>
        </p:nvSpPr>
        <p:spPr>
          <a:xfrm>
            <a:off x="6430564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149" name="S14-label1662"/>
          <p:cNvSpPr txBox="1"/>
          <p:nvPr/>
        </p:nvSpPr>
        <p:spPr>
          <a:xfrm>
            <a:off x="5820156" y="46132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0" name="S14-label1663"/>
          <p:cNvSpPr txBox="1"/>
          <p:nvPr/>
        </p:nvSpPr>
        <p:spPr>
          <a:xfrm>
            <a:off x="5209748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151" name="S14-label1664"/>
          <p:cNvSpPr txBox="1"/>
          <p:nvPr/>
        </p:nvSpPr>
        <p:spPr>
          <a:xfrm>
            <a:off x="4762899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152" name="S14-label1665"/>
          <p:cNvSpPr txBox="1"/>
          <p:nvPr/>
        </p:nvSpPr>
        <p:spPr>
          <a:xfrm>
            <a:off x="459934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153" name="S14-label1666"/>
          <p:cNvSpPr txBox="1"/>
          <p:nvPr/>
        </p:nvSpPr>
        <p:spPr>
          <a:xfrm>
            <a:off x="4762899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54" name="S14-label1667"/>
          <p:cNvSpPr txBox="1"/>
          <p:nvPr/>
        </p:nvSpPr>
        <p:spPr>
          <a:xfrm>
            <a:off x="5209748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155" name="S14-label1668"/>
          <p:cNvSpPr txBox="1"/>
          <p:nvPr/>
        </p:nvSpPr>
        <p:spPr>
          <a:xfrm>
            <a:off x="5820156" y="21716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156" name="S14-line1669"/>
          <p:cNvSpPr/>
          <p:nvPr/>
        </p:nvSpPr>
        <p:spPr>
          <a:xfrm flipH="1" flipV="1">
            <a:off x="5437697" y="3399321"/>
            <a:ext cx="656779" cy="1759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4-line1670"/>
          <p:cNvSpPr/>
          <p:nvPr/>
        </p:nvSpPr>
        <p:spPr>
          <a:xfrm>
            <a:off x="6094476" y="3575304"/>
            <a:ext cx="0" cy="989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4-pin1671"/>
          <p:cNvSpPr/>
          <p:nvPr/>
        </p:nvSpPr>
        <p:spPr>
          <a:xfrm>
            <a:off x="6039612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4-chip167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0" name="S14-figure1673" descr="시계: 짧은바늘이 8, 긴바늘이 12를 가리킴(8시)"/>
          <p:cNvSpPr/>
          <p:nvPr/>
        </p:nvSpPr>
        <p:spPr>
          <a:xfrm>
            <a:off x="8368284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4-line1674"/>
          <p:cNvSpPr/>
          <p:nvPr/>
        </p:nvSpPr>
        <p:spPr>
          <a:xfrm>
            <a:off x="9913620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4-line1675"/>
          <p:cNvSpPr/>
          <p:nvPr/>
        </p:nvSpPr>
        <p:spPr>
          <a:xfrm flipH="1">
            <a:off x="1006325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4-line1676"/>
          <p:cNvSpPr/>
          <p:nvPr/>
        </p:nvSpPr>
        <p:spPr>
          <a:xfrm flipH="1">
            <a:off x="10211244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677"/>
          <p:cNvSpPr/>
          <p:nvPr/>
        </p:nvSpPr>
        <p:spPr>
          <a:xfrm flipH="1">
            <a:off x="10355976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678"/>
          <p:cNvSpPr/>
          <p:nvPr/>
        </p:nvSpPr>
        <p:spPr>
          <a:xfrm flipH="1">
            <a:off x="10495861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679"/>
          <p:cNvSpPr/>
          <p:nvPr/>
        </p:nvSpPr>
        <p:spPr>
          <a:xfrm flipH="1">
            <a:off x="10583007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4-line1680"/>
          <p:cNvSpPr/>
          <p:nvPr/>
        </p:nvSpPr>
        <p:spPr>
          <a:xfrm flipH="1">
            <a:off x="10755031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4-line1681"/>
          <p:cNvSpPr/>
          <p:nvPr/>
        </p:nvSpPr>
        <p:spPr>
          <a:xfrm flipH="1">
            <a:off x="10871476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682"/>
          <p:cNvSpPr/>
          <p:nvPr/>
        </p:nvSpPr>
        <p:spPr>
          <a:xfrm flipH="1">
            <a:off x="10977427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683"/>
          <p:cNvSpPr/>
          <p:nvPr/>
        </p:nvSpPr>
        <p:spPr>
          <a:xfrm flipH="1">
            <a:off x="11071722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684"/>
          <p:cNvSpPr/>
          <p:nvPr/>
        </p:nvSpPr>
        <p:spPr>
          <a:xfrm flipH="1">
            <a:off x="11073031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4-line1685"/>
          <p:cNvSpPr/>
          <p:nvPr/>
        </p:nvSpPr>
        <p:spPr>
          <a:xfrm flipH="1">
            <a:off x="11221354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4-line1686"/>
          <p:cNvSpPr/>
          <p:nvPr/>
        </p:nvSpPr>
        <p:spPr>
          <a:xfrm flipH="1">
            <a:off x="11275051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687"/>
          <p:cNvSpPr/>
          <p:nvPr/>
        </p:nvSpPr>
        <p:spPr>
          <a:xfrm flipH="1">
            <a:off x="1131383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688"/>
          <p:cNvSpPr/>
          <p:nvPr/>
        </p:nvSpPr>
        <p:spPr>
          <a:xfrm flipH="1">
            <a:off x="1133727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689"/>
          <p:cNvSpPr/>
          <p:nvPr/>
        </p:nvSpPr>
        <p:spPr>
          <a:xfrm flipH="1">
            <a:off x="11252393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4-line1690"/>
          <p:cNvSpPr/>
          <p:nvPr/>
        </p:nvSpPr>
        <p:spPr>
          <a:xfrm flipH="1" flipV="1">
            <a:off x="1133727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4-line1691"/>
          <p:cNvSpPr/>
          <p:nvPr/>
        </p:nvSpPr>
        <p:spPr>
          <a:xfrm flipH="1" flipV="1">
            <a:off x="1131383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692"/>
          <p:cNvSpPr/>
          <p:nvPr/>
        </p:nvSpPr>
        <p:spPr>
          <a:xfrm flipH="1" flipV="1">
            <a:off x="11275051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693"/>
          <p:cNvSpPr/>
          <p:nvPr/>
        </p:nvSpPr>
        <p:spPr>
          <a:xfrm flipH="1" flipV="1">
            <a:off x="11221354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694"/>
          <p:cNvSpPr/>
          <p:nvPr/>
        </p:nvSpPr>
        <p:spPr>
          <a:xfrm flipH="1" flipV="1">
            <a:off x="11073031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4-line1695"/>
          <p:cNvSpPr/>
          <p:nvPr/>
        </p:nvSpPr>
        <p:spPr>
          <a:xfrm flipH="1" flipV="1">
            <a:off x="11071722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4-line1696"/>
          <p:cNvSpPr/>
          <p:nvPr/>
        </p:nvSpPr>
        <p:spPr>
          <a:xfrm flipH="1" flipV="1">
            <a:off x="10977427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697"/>
          <p:cNvSpPr/>
          <p:nvPr/>
        </p:nvSpPr>
        <p:spPr>
          <a:xfrm flipH="1" flipV="1">
            <a:off x="10871476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698"/>
          <p:cNvSpPr/>
          <p:nvPr/>
        </p:nvSpPr>
        <p:spPr>
          <a:xfrm flipH="1" flipV="1">
            <a:off x="10755031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699"/>
          <p:cNvSpPr/>
          <p:nvPr/>
        </p:nvSpPr>
        <p:spPr>
          <a:xfrm flipH="1" flipV="1">
            <a:off x="10583007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4-line1700"/>
          <p:cNvSpPr/>
          <p:nvPr/>
        </p:nvSpPr>
        <p:spPr>
          <a:xfrm flipH="1" flipV="1">
            <a:off x="10495861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4-line1701"/>
          <p:cNvSpPr/>
          <p:nvPr/>
        </p:nvSpPr>
        <p:spPr>
          <a:xfrm flipH="1" flipV="1">
            <a:off x="10355976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702"/>
          <p:cNvSpPr/>
          <p:nvPr/>
        </p:nvSpPr>
        <p:spPr>
          <a:xfrm flipH="1" flipV="1">
            <a:off x="10211244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703"/>
          <p:cNvSpPr/>
          <p:nvPr/>
        </p:nvSpPr>
        <p:spPr>
          <a:xfrm flipH="1" flipV="1">
            <a:off x="1006325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704"/>
          <p:cNvSpPr/>
          <p:nvPr/>
        </p:nvSpPr>
        <p:spPr>
          <a:xfrm flipV="1">
            <a:off x="9913620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4-line1705"/>
          <p:cNvSpPr/>
          <p:nvPr/>
        </p:nvSpPr>
        <p:spPr>
          <a:xfrm flipV="1">
            <a:off x="975591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4-line1706"/>
          <p:cNvSpPr/>
          <p:nvPr/>
        </p:nvSpPr>
        <p:spPr>
          <a:xfrm flipV="1">
            <a:off x="9599931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707"/>
          <p:cNvSpPr/>
          <p:nvPr/>
        </p:nvSpPr>
        <p:spPr>
          <a:xfrm flipV="1">
            <a:off x="94473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708"/>
          <p:cNvSpPr/>
          <p:nvPr/>
        </p:nvSpPr>
        <p:spPr>
          <a:xfrm flipV="1">
            <a:off x="9299952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709"/>
          <p:cNvSpPr/>
          <p:nvPr/>
        </p:nvSpPr>
        <p:spPr>
          <a:xfrm flipV="1">
            <a:off x="9159240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4-line1710"/>
          <p:cNvSpPr/>
          <p:nvPr/>
        </p:nvSpPr>
        <p:spPr>
          <a:xfrm flipV="1">
            <a:off x="902679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4-line1711"/>
          <p:cNvSpPr/>
          <p:nvPr/>
        </p:nvSpPr>
        <p:spPr>
          <a:xfrm flipV="1">
            <a:off x="8904063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712"/>
          <p:cNvSpPr/>
          <p:nvPr/>
        </p:nvSpPr>
        <p:spPr>
          <a:xfrm flipV="1">
            <a:off x="879239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713"/>
          <p:cNvSpPr/>
          <p:nvPr/>
        </p:nvSpPr>
        <p:spPr>
          <a:xfrm flipV="1">
            <a:off x="869300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714"/>
          <p:cNvSpPr/>
          <p:nvPr/>
        </p:nvSpPr>
        <p:spPr>
          <a:xfrm flipV="1">
            <a:off x="8606996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4-line1715"/>
          <p:cNvSpPr/>
          <p:nvPr/>
        </p:nvSpPr>
        <p:spPr>
          <a:xfrm flipV="1">
            <a:off x="8535299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4-line1716"/>
          <p:cNvSpPr/>
          <p:nvPr/>
        </p:nvSpPr>
        <p:spPr>
          <a:xfrm flipV="1">
            <a:off x="8478704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717"/>
          <p:cNvSpPr/>
          <p:nvPr/>
        </p:nvSpPr>
        <p:spPr>
          <a:xfrm flipV="1">
            <a:off x="8437830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718"/>
          <p:cNvSpPr/>
          <p:nvPr/>
        </p:nvSpPr>
        <p:spPr>
          <a:xfrm flipV="1">
            <a:off x="8413125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719"/>
          <p:cNvSpPr/>
          <p:nvPr/>
        </p:nvSpPr>
        <p:spPr>
          <a:xfrm>
            <a:off x="8404860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4-line1720"/>
          <p:cNvSpPr/>
          <p:nvPr/>
        </p:nvSpPr>
        <p:spPr>
          <a:xfrm>
            <a:off x="8413125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4-line1721"/>
          <p:cNvSpPr/>
          <p:nvPr/>
        </p:nvSpPr>
        <p:spPr>
          <a:xfrm>
            <a:off x="8437830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722"/>
          <p:cNvSpPr/>
          <p:nvPr/>
        </p:nvSpPr>
        <p:spPr>
          <a:xfrm>
            <a:off x="8478704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723"/>
          <p:cNvSpPr/>
          <p:nvPr/>
        </p:nvSpPr>
        <p:spPr>
          <a:xfrm>
            <a:off x="8535299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724"/>
          <p:cNvSpPr/>
          <p:nvPr/>
        </p:nvSpPr>
        <p:spPr>
          <a:xfrm>
            <a:off x="8606996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4-line1725"/>
          <p:cNvSpPr/>
          <p:nvPr/>
        </p:nvSpPr>
        <p:spPr>
          <a:xfrm>
            <a:off x="869300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4-line1726"/>
          <p:cNvSpPr/>
          <p:nvPr/>
        </p:nvSpPr>
        <p:spPr>
          <a:xfrm>
            <a:off x="879239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727"/>
          <p:cNvSpPr/>
          <p:nvPr/>
        </p:nvSpPr>
        <p:spPr>
          <a:xfrm>
            <a:off x="8904063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728"/>
          <p:cNvSpPr/>
          <p:nvPr/>
        </p:nvSpPr>
        <p:spPr>
          <a:xfrm>
            <a:off x="902679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729"/>
          <p:cNvSpPr/>
          <p:nvPr/>
        </p:nvSpPr>
        <p:spPr>
          <a:xfrm>
            <a:off x="9159240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4-line1730"/>
          <p:cNvSpPr/>
          <p:nvPr/>
        </p:nvSpPr>
        <p:spPr>
          <a:xfrm>
            <a:off x="9299952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4-line1731"/>
          <p:cNvSpPr/>
          <p:nvPr/>
        </p:nvSpPr>
        <p:spPr>
          <a:xfrm>
            <a:off x="94473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732"/>
          <p:cNvSpPr/>
          <p:nvPr/>
        </p:nvSpPr>
        <p:spPr>
          <a:xfrm>
            <a:off x="9599931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733"/>
          <p:cNvSpPr/>
          <p:nvPr/>
        </p:nvSpPr>
        <p:spPr>
          <a:xfrm>
            <a:off x="975591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abel1734"/>
          <p:cNvSpPr txBox="1"/>
          <p:nvPr/>
        </p:nvSpPr>
        <p:spPr>
          <a:xfrm>
            <a:off x="10249708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222" name="S14-label1735"/>
          <p:cNvSpPr txBox="1"/>
          <p:nvPr/>
        </p:nvSpPr>
        <p:spPr>
          <a:xfrm>
            <a:off x="10696557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223" name="S14-label1736"/>
          <p:cNvSpPr txBox="1"/>
          <p:nvPr/>
        </p:nvSpPr>
        <p:spPr>
          <a:xfrm>
            <a:off x="10860115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224" name="S14-label1737"/>
          <p:cNvSpPr txBox="1"/>
          <p:nvPr/>
        </p:nvSpPr>
        <p:spPr>
          <a:xfrm>
            <a:off x="10696557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225" name="S14-label1738"/>
          <p:cNvSpPr txBox="1"/>
          <p:nvPr/>
        </p:nvSpPr>
        <p:spPr>
          <a:xfrm>
            <a:off x="10249708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26" name="S14-label1739"/>
          <p:cNvSpPr txBox="1"/>
          <p:nvPr/>
        </p:nvSpPr>
        <p:spPr>
          <a:xfrm>
            <a:off x="9639300" y="46132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27" name="S14-label1740"/>
          <p:cNvSpPr txBox="1"/>
          <p:nvPr/>
        </p:nvSpPr>
        <p:spPr>
          <a:xfrm>
            <a:off x="9028892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228" name="S14-label1741"/>
          <p:cNvSpPr txBox="1"/>
          <p:nvPr/>
        </p:nvSpPr>
        <p:spPr>
          <a:xfrm>
            <a:off x="8582043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229" name="S14-label1742"/>
          <p:cNvSpPr txBox="1"/>
          <p:nvPr/>
        </p:nvSpPr>
        <p:spPr>
          <a:xfrm>
            <a:off x="8418485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230" name="S14-label1743"/>
          <p:cNvSpPr txBox="1"/>
          <p:nvPr/>
        </p:nvSpPr>
        <p:spPr>
          <a:xfrm>
            <a:off x="8582043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231" name="S14-label1744"/>
          <p:cNvSpPr txBox="1"/>
          <p:nvPr/>
        </p:nvSpPr>
        <p:spPr>
          <a:xfrm>
            <a:off x="9028892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232" name="S14-label1745"/>
          <p:cNvSpPr txBox="1"/>
          <p:nvPr/>
        </p:nvSpPr>
        <p:spPr>
          <a:xfrm>
            <a:off x="9639300" y="21716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233" name="S14-line1746"/>
          <p:cNvSpPr/>
          <p:nvPr/>
        </p:nvSpPr>
        <p:spPr>
          <a:xfrm flipH="1">
            <a:off x="9324768" y="3575304"/>
            <a:ext cx="588852" cy="33997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4-line1747"/>
          <p:cNvSpPr/>
          <p:nvPr/>
        </p:nvSpPr>
        <p:spPr>
          <a:xfrm flipV="1">
            <a:off x="9913620" y="2586289"/>
            <a:ext cx="0" cy="989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4-pin1748"/>
          <p:cNvSpPr/>
          <p:nvPr/>
        </p:nvSpPr>
        <p:spPr>
          <a:xfrm>
            <a:off x="9858756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7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몇 시, 6이면 몇 시 30분이에요.</a:t>
            </a:r>
            <a:endParaRPr lang="ko-KR" sz="3200" dirty="0"/>
          </a:p>
        </p:txBody>
      </p:sp>
      <p:sp>
        <p:nvSpPr>
          <p:cNvPr id="5" name="S15-chip17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긴바늘부터 보기</a:t>
            </a:r>
            <a:endParaRPr lang="ko-KR" sz="2600" dirty="0"/>
          </a:p>
        </p:txBody>
      </p:sp>
      <p:sp>
        <p:nvSpPr>
          <p:cNvPr id="6" name="S15-chip17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짧은바늘의 뒤의 수 읽기</a:t>
            </a:r>
            <a:endParaRPr lang="ko-KR" sz="2600" dirty="0"/>
          </a:p>
        </p:txBody>
      </p:sp>
      <p:sp>
        <p:nvSpPr>
          <p:cNvPr id="7" name="S15-text17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7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 12, 짧은바늘 4는?</a:t>
            </a:r>
            <a:endParaRPr lang="ko-KR" sz="2600" dirty="0"/>
          </a:p>
        </p:txBody>
      </p:sp>
      <p:sp>
        <p:nvSpPr>
          <p:cNvPr id="9" name="S15-text175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11시 30분의 긴바늘은?</a:t>
            </a:r>
            <a:endParaRPr lang="ko-KR" sz="2600" dirty="0"/>
          </a:p>
        </p:txBody>
      </p:sp>
      <p:sp>
        <p:nvSpPr>
          <p:cNvPr id="10" name="S15-text175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짧은바늘 5와 6 사이, 긴바늘 6은?</a:t>
            </a:r>
            <a:endParaRPr lang="ko-KR" sz="2600" dirty="0"/>
          </a:p>
        </p:txBody>
      </p:sp>
      <p:sp>
        <p:nvSpPr>
          <p:cNvPr id="11" name="S15-text17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시계의 수</a:t>
            </a:r>
            <a:endParaRPr lang="ko-KR" sz="4400" dirty="0"/>
          </a:p>
        </p:txBody>
      </p:sp>
      <p:sp>
        <p:nvSpPr>
          <p:cNvPr id="3" name="S16-figure1758" descr="바늘이 없는 시계: 1부터 12까지 수가 차례로 둘러 있음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16-line1759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6-line1760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16-line1761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6-line1762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763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764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6-line1765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766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line1767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768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769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6-line1770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771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line1772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773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774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6-line1775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776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6-line1777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778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779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6-line1780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781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line1782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783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784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16-line1785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786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6-line1787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788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789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6-line1790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791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line1792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793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794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6-line1795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796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line1797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798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799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6-line1800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801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6-line1802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803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804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6-line1805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806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6-line1807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808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809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6-line1810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811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6-line1812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813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814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16-line1815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816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6-line1817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818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abel1819"/>
          <p:cNvSpPr txBox="1"/>
          <p:nvPr/>
        </p:nvSpPr>
        <p:spPr>
          <a:xfrm>
            <a:off x="356981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16-label1820"/>
          <p:cNvSpPr txBox="1"/>
          <p:nvPr/>
        </p:nvSpPr>
        <p:spPr>
          <a:xfrm>
            <a:off x="4019311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16-label1821"/>
          <p:cNvSpPr txBox="1"/>
          <p:nvPr/>
        </p:nvSpPr>
        <p:spPr>
          <a:xfrm>
            <a:off x="4183837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16-label1822"/>
          <p:cNvSpPr txBox="1"/>
          <p:nvPr/>
        </p:nvSpPr>
        <p:spPr>
          <a:xfrm>
            <a:off x="4019311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16-label1823"/>
          <p:cNvSpPr txBox="1"/>
          <p:nvPr/>
        </p:nvSpPr>
        <p:spPr>
          <a:xfrm>
            <a:off x="356981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16-label1824"/>
          <p:cNvSpPr txBox="1"/>
          <p:nvPr/>
        </p:nvSpPr>
        <p:spPr>
          <a:xfrm>
            <a:off x="2955798" y="48170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16-label1825"/>
          <p:cNvSpPr txBox="1"/>
          <p:nvPr/>
        </p:nvSpPr>
        <p:spPr>
          <a:xfrm>
            <a:off x="234177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16-label1826"/>
          <p:cNvSpPr txBox="1"/>
          <p:nvPr/>
        </p:nvSpPr>
        <p:spPr>
          <a:xfrm>
            <a:off x="1892285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16-label1827"/>
          <p:cNvSpPr txBox="1"/>
          <p:nvPr/>
        </p:nvSpPr>
        <p:spPr>
          <a:xfrm>
            <a:off x="1727759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16-label1828"/>
          <p:cNvSpPr txBox="1"/>
          <p:nvPr/>
        </p:nvSpPr>
        <p:spPr>
          <a:xfrm>
            <a:off x="1892285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16-label1829"/>
          <p:cNvSpPr txBox="1"/>
          <p:nvPr/>
        </p:nvSpPr>
        <p:spPr>
          <a:xfrm>
            <a:off x="234177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16-label1830"/>
          <p:cNvSpPr txBox="1"/>
          <p:nvPr/>
        </p:nvSpPr>
        <p:spPr>
          <a:xfrm>
            <a:off x="2955798" y="23609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16-pin1831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16-card1832"/>
          <p:cNvSpPr/>
          <p:nvPr/>
        </p:nvSpPr>
        <p:spPr>
          <a:xfrm>
            <a:off x="6277356" y="256286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8" name="S16-cardtext1833"/>
          <p:cNvSpPr txBox="1"/>
          <p:nvPr/>
        </p:nvSpPr>
        <p:spPr>
          <a:xfrm>
            <a:off x="6551676" y="270002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12부터 시작해 오른쪽으로 돌아요</a:t>
            </a:r>
            <a:endParaRPr lang="ko-KR" sz="3200" dirty="0"/>
          </a:p>
        </p:txBody>
      </p:sp>
      <p:sp>
        <p:nvSpPr>
          <p:cNvPr id="79" name="S16-card1834"/>
          <p:cNvSpPr/>
          <p:nvPr/>
        </p:nvSpPr>
        <p:spPr>
          <a:xfrm>
            <a:off x="6277356" y="41122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16-cardtext1835"/>
          <p:cNvSpPr txBox="1"/>
          <p:nvPr/>
        </p:nvSpPr>
        <p:spPr>
          <a:xfrm>
            <a:off x="6551676" y="42494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다음은 다시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 시와 몇 시 30분</dc:title>
  <dc:subject>KR22-G01-MAT-CLOCK-L01</dc:subject>
  <dc:creator>education-ppt</dc:creator>
  <cp:lastModifiedBy>education-ppt</cp:lastModifiedBy>
  <cp:revision>1</cp:revision>
  <dcterms:created xsi:type="dcterms:W3CDTF">2026-10-26T07:45:37Z</dcterms:created>
  <dcterms:modified xsi:type="dcterms:W3CDTF">2026-10-26T07:45:37Z</dcterms:modified>
</cp:coreProperties>
</file>