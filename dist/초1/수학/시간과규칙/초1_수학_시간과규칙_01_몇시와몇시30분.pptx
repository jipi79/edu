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8bc841d-6bf2-60af-bfb2-81d7fe2e1723}">
          <p14:sldIdLst>
            <p14:sldId id="256"/>
            <p14:sldId id="257"/>
          </p14:sldIdLst>
        </p14:section>
        <p14:section name="개념" id="{37c9bf4b-768c-631f-402e-c7ee4e034b4c}">
          <p14:sldIdLst>
            <p14:sldId id="258"/>
            <p14:sldId id="259"/>
            <p14:sldId id="260"/>
            <p14:sldId id="262"/>
            <p14:sldId id="263"/>
            <p14:sldId id="264"/>
          </p14:sldIdLst>
        </p14:section>
        <p14:section name="연습" id="{59f7cdd5-c43b-9469-03cc-62c0470775c2}">
          <p14:sldIdLst>
            <p14:sldId id="261"/>
            <p14:sldId id="265"/>
            <p14:sldId id="266"/>
          </p14:sldIdLst>
        </p14:section>
        <p14:section name="개념" id="{df219729-7523-b9ee-a575-cb08d65fc49e}">
          <p14:sldIdLst/>
        </p14:section>
        <p14:section name="연습" id="{706ef49f-b2ec-7d35-c861-258094e7a04c}">
          <p14:sldIdLst/>
        </p14:section>
        <p14:section name="확인" id="{c7dad93a-afea-48f8-5e38-d20ace40f9e7}">
          <p14:sldIdLst>
            <p14:sldId id="267"/>
            <p14:sldId id="268"/>
            <p14:sldId id="269"/>
          </p14:sldIdLst>
        </p14:section>
        <p14:section name="정리" id="{a0a1016b-8e86-7176-0cc7-0e26f66ea9ba}">
          <p14:sldIdLst>
            <p14:sldId id="270"/>
          </p14:sldIdLst>
        </p14:section>
        <p14:section name="보충" id="{4c9a4f77-29ac-3ac2-c54a-e372b9315523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 시계에 관심을 갖게 합니다.
시간: 약 2분
이렇게 말해 보세요
- “아침에 일어날 때, 밥 먹을 때 시계를 보지? 오늘은 시계를 읽는 방법을 배울 거야.”
- “오른쪽 시계는 몇 시일까? 아직 몰라도 괜찮아.”
예상 답
- “3시요.” / “몰라요.”
주의
- 표지의 시계는 3시입니다. 수업 끝에 다시 읽어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확인(12까지 수의 순서)]
목적: 시계에 있는 1부터 12까지의 수를 순서대로 알고, 두 수 사이의 수를 찾을 수 있는지 확인합니다.
시간: 약 3분
이렇게 말해 보세요
- “①은 11 다음에 오는 수야. ②는 5와 7 사이에 있는 수는?”
- “③은 손가락으로 세면서 12까지 말해 볼래?”
정답
- ① 12
- ② 6
- ③ 1, 2, 3, …, 11, 12를 빠뜨리지 않고 셉니다.
막히면
- 바둑돌을 하나씩 놓으며 함께 셉니다.
- 10, 11, 12를 읽지 못하거나 순서가 흔들리면 S16(보충)을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시계의 생김새와 두 바늘]
목적: 시계에 1부터 12까지 수가 있고, 짧은바늘과 긴바늘이 하는 일이 다르다는 것을 압니다.
시간: 약 2분
이렇게 말해 보세요
- “시계에 수가 몇까지 있어? 12 다음은 다시 1이야. 빙 돌아가지?”
- “바늘이 두 개 있지? 짧은 바늘을 ‘짧은바늘’, 긴 바늘을 ‘긴바늘’이라고 해. 짧은바늘을 짚어 볼래?”
예상 답
- “12까지 있어요.” “(짧은바늘을 바르게 짚음)”
막히면
- 길이가 다른 연필 두 자루를 시계 그림 위에 놓고 “짧은 연필이 짧은바늘, 긴 연필이 긴바늘이야.”라고 말합니다(M1).
주의
- 화면의 짧은바늘은 빨간색, 긴바늘은 검은색입니다. 실제 시계는 색이 다를 수 있으니 길이로 구별하게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 시 읽기]
목적: 긴바늘이 12를 가리킬 때 짧은바늘이 가리키는 수를 읽어 몇 시라고 말하는 것을 압니다.
시간: 약 3분
이렇게 말해 보세요
- “왼쪽 시계를 보자. 긴바늘은 어디를 가리켜? 짧은바늘은?”
- “긴바늘이 12에 있고 짧은바늘이 3에 있으면 ‘세 시’라고 읽어. 오른쪽 시계는?”
예상 답
- “긴바늘은 12, 짧은바늘은 3이에요. 세 시예요.” “여덟 시예요.”
막히면
- 짧은바늘 끝에서 가장 가까운 수에 손가락을 대게 합니다.
주의
- 3시는 ‘삼 시’가 아니라 ‘세 시’로 읽습니다. 한 시, 두 시, 세 시, 네 시, 다섯 시 … 열한 시, 열두 시로 읽습니다.
- 그림의 시계: 왼쪽 3시(짧은바늘 3, 긴바늘 12), 오른쪽 8시(짧은바늘 8, 긴바늘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몇 시 바늘 그리기 시범]
목적: 몇 시를 시곗바늘로 나타내는 순서를 시범으로 보여 줍니다.
시간: 약 3분
이렇게 말해 보세요
- “5시를 그려 보자. 몇 시일 때 긴바늘은 언제나 12에 있어. 먼저 긴바늘을 12까지 길게 그려.”
- “그다음 짧은바늘을 5 쪽으로 짧게 그려. 다 그리면 몇 시인지 읽어 볼까?”
- “이번엔 종이 시계에 네가 2시를 그려 볼래?”
예상 답
- “다섯 시예요.” (2시: 긴바늘 12, 짧은바늘 2)
막히면
- 연필 두 자루를 종이 시계 위에 놓아 먼저 만들어 보고, 그 자리에 선을 그리게 합니다.
주의
- 짧은바늘을 길게 그리면 긴바늘과 헷갈립니다. 짧은바늘은 숫자에 닿지 않을 만큼 짧게 그립니다.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연습(몇 시 읽기)]
목적: 도움을 받으며 몇 시를 읽습니다.
시간: 약 3분
이렇게 말해 보세요
- “①의 긴바늘은 어디에 있어? 짧은바늘은? 몇 시야?”
- “③은 두 바늘이 모두 12에 있네. 몇 시일까?”
정답
- ① 9시(아홉 시)
- ② 2시(두 시)
- ③ 12시(열두 시)
막히면
- 짧은바늘에 손가락을 대고 끝까지 따라가 수를 읽게 합니다.
- ③에서 바늘이 하나뿐이라고 하면 긴바늘과 짧은바늘이 겹쳐 있다고 알려 줍니다.
주의
- 그림의 시계: ① 짧은바늘 9·긴바늘 12, ② 짧은바늘 2·긴바늘 12, ③ 두 바늘 모두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몇 시 30분 읽기]
목적: 긴바늘이 6을 가리키면 30분이고, 짧은바늘이 두 수 사이에 있을 때는 앞의 수를 읽는다는 것을 압니다.
시간: 약 3분
이렇게 말해 보세요
- “이번에는 긴바늘이 6을 가리키고 있어. 긴바늘이 6에 있으면 ‘30분’이라고 해. 6분이 아니라 30분!”
- “짧은바늘은 3과 4 사이에 있지? 이럴 때는 앞의 수 3을 읽어. 그래서 ‘세 시 삼십 분’이야.”
예상 답
- “세 시 삼십 분이요.”
막히면
- “긴바늘이 6이면?” “30분!”을 주고받기 놀이처럼 몇 번 말합니다(M3).
주의
- 30분은 ‘삼십 분’으로 읽습니다. ‘몇 시 반’이라는 말도 같은 뜻이지만 오늘은 ‘30분’으로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짧은바늘이 사이에 있는 까닭]
목적: 3시에서 4시로 가는 동안 짧은바늘이 3과 4 사이를 지나므로, 3시 30분에는 짧은바늘이 3과 4의 가운데에 있다는 것을 이해합니다.
시간: 약 3분
이렇게 말해 보세요
- “왼쪽은 3시, 오른쪽은 4시야. 그 사이에 긴바늘이 한 바퀴 돌아. 가운데 시계는 긴바늘이 반 바퀴 돌았을 때야.”
- “가운데 시계의 짧은바늘은 3을 지났어. 4에는 아직 도착했어?”
예상 답
- “아니요. 아직 4에 안 갔어요. 그래서 3시 30분이에요.”
막히면
- 집에 바늘 시계가 있으면 뒤의 손잡이로 긴바늘을 천천히 돌려 짧은바늘이 함께 움직이는 것을 보여 줍니다.
주의
- 짧은바늘이 아직 4에 가지 않았으니 ‘3시 30분’이라고 읽습니다. 뒤의 수 4를 읽는 실수를 막는 장입니다(M2).
- 지치면 여기서 쉬고, 다음 날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몇 시 30분 바늘 그리기 시범]
목적: 몇 시 30분을 시곗바늘로 나타내는 순서를 시범으로 보여 줍니다.
시간: 약 3분
이렇게 말해 보세요
- “7시 30분을 그려 보자. 30분이니까 긴바늘은 어디에 그릴까?”
- “짧은바늘은 7에 딱 그리면 안 돼. 7과 8을 손가락으로 짚고, 그 가운데에 짧게 그려.”
- “이번엔 종이 시계에 네가 1시 30분을 그려 볼래?”
예상 답
- “긴바늘은 6이요.” (1시 30분: 긴바늘 6, 짧은바늘 1과 2 사이)
막히면
- 연필 두 자루로 먼저 만들어 보고, 짧은바늘 연필을 두 수 가운데로 옮기게 합니다(M4).
주의
- 짧은바늘을 7 위에 그리면 7시처럼 보입니다. 두 수 사이에 그렸는지 꼭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연습(몇 시 30분 읽기)]
목적: 도움을 받으며 몇 시 30분을 읽습니다.
시간: 약 3분
이렇게 말해 보세요
- “①의 긴바늘은 어디야? 짧은바늘은 어느 두 수 사이에 있어? 그럼 몇 시 몇 분이야?”
정답
- ① 1시 30분(한 시 삼십 분)
- ② 10시 30분(열 시 삼십 분)
- ③ 4시 30분(네 시 삼십 분)
막히면
- 짧은바늘 양쪽의 두 수를 먼저 말하게 하고 “둘 중 앞의 수는?”이라고 묻습니다.
- ②에서 11시 30분이라고 하면 S08로 돌아가 짧은바늘이 아직 11에 가지 않았다는 것을 확인합니다(M2).
주의
- 그림의 시계: ① 짧은바늘 1과 2 사이·긴바늘 6, ② 짧은바늘 10과 11 사이·긴바늘 6, ③ 짧은바늘 4와 5 사이·긴바늘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비교(뒤의 수를 읽는 실수)]
목적: 짧은바늘이 두 수 사이에 있을 때 앞의 수를 읽어야 한다는 것을 확인합니다(M2).
시간: 약 3분
이렇게 말해 보세요
- “토끼와 곰이 같은 시계를 다르게 읽었어. 누가 맞았을까?”
- “짧은바늘이 5에 도착했어? 4를 지났어?”
예상 답
- “곰이요. 아직 5시가 안 됐어요.”
정답
- 곰이 맞습니다. 짧은바늘이 4와 5 사이에 있고 아직 5에 가지 않았으므로 4시 30분입니다. 5시 30분은 짧은바늘이 5와 6 사이에 있습니다.
막히면
- S08처럼 4시 → 4시 30분 → 5시 순서로 연필 바늘을 옮겨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몇 시와 몇 시 30분을 읽고, 몇 시 30분을 바늘로 나타낼 수 있는지 확인합니다.
시간: 약 4분
이렇게 말해 보세요
- “이번에는 혼자 해 볼래? ①과 ②는 읽어 주고, ③은 종이 시계에 바늘을 그려 줘.”
정답
- ① 6시(여섯 시)
- ② 9시 30분(아홉 시 삼십 분)
- ③ 긴바늘은 6까지 길게, 짧은바늘은 2와 3 사이에 짧게 그립니다.
막히면
- 바로 알려 주지 말고 “긴바늘부터 볼까?”라고만 말합니다.
- 도움을 받아 해결했다면 기록표에 ‘도움’으로 표시합니다.
주의
- 그림의 시계: ① 짧은바늘 6·긴바늘 12, ② 짧은바늘 9와 10 사이·긴바늘 6. ①은 두 바늘이 한 줄로 이어져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연필 바늘로 다시 해 보자.”
정답
- ① 6시 ② 9시 30분 ③ 긴바늘 6, 짧은바늘 2와 3 사이
막히면
- ①을 12시라고 했다면 긴바늘과 짧은바늘을 바꾼 것입니다. S03으로 돌아가 바늘 이름을 다시 확인합니다(M1).
- ②를 10시 30분이라고 했다면 S08을 다시 봅니다(M2).
- ③에서 짧은바늘을 2 위에 그렸다면 2와 3 사이로 옮겨 그리게 합니다(M4).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확인(알맞은 시계 고르기)]
목적: 처음 보는 문제에서 몇 시 30분을 나타낸 시계를 고르고 까닭을 말하는지 확인합니다.
시간: 약 2분
이렇게 말해 보세요
- “8시 30분을 나타낸 시계는 어느 것일까? 나와 다는 몇 시일까?”
정답
- 가. 긴바늘이 6, 짧은바늘이 8과 9 사이입니다. 나는 9시 30분(짧은바늘 9와 10 사이), 다는 8시(긴바늘 12)입니다.
막히면
- 시계마다 긴바늘부터 짚게 합니다. 긴바늘이 6인 시계 두 개 중에서 짧은바늘을 비교합니다.
주의
- 그림의 시계: 가 8시 30분, 나 9시 30분, 다 8시.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2분
이렇게 말해 보세요
- “몇 시인지 어떻게 알 수 있어? 몇 시 30분은?”
- “표지의 시계는 몇 시였을까?”
예상 답
- “긴바늘이 12면 짧은바늘을 읽어요.” “표지는 3시예요.”
정답
- ① 4시 ② 6 ③ 5시 30분
막히면
- 연필 두 자루로 4시와 4시 30분을 만들어 보며 다시 말합니다.
주의
- 생활 속에서 “지금 몇 시야?”를 자주 물어 주면 좋습니다(몇 시, 몇 시 30분일 때만).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보충(시계의 수 1~12)]
목적: S02에서 12까지의 수가 흔들리면 시계의 수를 차례로 읽는 연습부터 합니다.
시간: 약 5분
이렇게 말해 보세요
- “12에 손가락을 대고, 오른쪽으로 돌면서 1, 2, 3… 읽어 볼까?”
- “12 다음에는 어떤 수가 나와?”
정답
- 12, 1, 2, 3, 4, 5, 6, 7, 8, 9, 10, 11, 그리고 다시 12. 12 다음은 1입니다.
막히면
- 10, 11, 12는 바둑돌 묶음(10개와 낱개)으로 다시 세어 봅니다.
주의
- 이 차시는 계획상 선수 차시가 없습니다. 수의 순서가 흔들리면 ‘수의 순서와 크기 비교’(KR22-G01-MAT-NUM9ORD-L01), 10보다 큰 수가 흔들리면 ‘50까지의 수’(KR22-G01-MAT-NUM50-L01)를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시와 몇 시 30분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몇 시일까?</a:t>
            </a:r>
            <a:endParaRPr lang="ko-KR" sz="3200" dirty="0"/>
          </a:p>
        </p:txBody>
      </p:sp>
      <p:sp>
        <p:nvSpPr>
          <p:cNvPr id="4" name="S01-figure1" descr="시계: 짧은바늘이 3, 긴바늘이 12를 가리킴(3시)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13925" y="9826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10202" y="13789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45525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10202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13925" y="28578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028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831275" y="28578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434998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8995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434998" y="13789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831275" y="9826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8375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>
            <a:off x="9646920" y="2103120"/>
            <a:ext cx="73152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961949"/>
            <a:ext cx="0" cy="1141171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 시, 몇 시 30분을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시곗바늘을 그려요.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순서 기억하기</a:t>
            </a:r>
            <a:endParaRPr lang="ko-KR" sz="4400" dirty="0"/>
          </a:p>
        </p:txBody>
      </p:sp>
      <p:sp>
        <p:nvSpPr>
          <p:cNvPr id="3" name="S02-chip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8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다음 수는?</a:t>
            </a:r>
            <a:endParaRPr lang="ko-KR" sz="3200" dirty="0"/>
          </a:p>
        </p:txBody>
      </p:sp>
      <p:sp>
        <p:nvSpPr>
          <p:cNvPr id="5" name="S02-chip8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8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7 사이의 수는?</a:t>
            </a:r>
            <a:endParaRPr lang="ko-KR" sz="3200" dirty="0"/>
          </a:p>
        </p:txBody>
      </p:sp>
      <p:sp>
        <p:nvSpPr>
          <p:cNvPr id="7" name="S02-chip8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8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12까지 세어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알아봐요</a:t>
            </a:r>
            <a:endParaRPr lang="ko-KR" sz="4400" dirty="0"/>
          </a:p>
        </p:txBody>
      </p:sp>
      <p:sp>
        <p:nvSpPr>
          <p:cNvPr id="3" name="S03-figure85" descr="시계: 짧은바늘이 3, 긴바늘이 12를 가리킴(3시)"/>
          <p:cNvSpPr/>
          <p:nvPr/>
        </p:nvSpPr>
        <p:spPr>
          <a:xfrm>
            <a:off x="1675638" y="221742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4" name="S03-line86"/>
          <p:cNvSpPr/>
          <p:nvPr/>
        </p:nvSpPr>
        <p:spPr>
          <a:xfrm>
            <a:off x="3230118" y="225399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3-line87"/>
          <p:cNvSpPr/>
          <p:nvPr/>
        </p:nvSpPr>
        <p:spPr>
          <a:xfrm flipH="1">
            <a:off x="3380658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3-line88"/>
          <p:cNvSpPr/>
          <p:nvPr/>
        </p:nvSpPr>
        <p:spPr>
          <a:xfrm flipH="1">
            <a:off x="352954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89"/>
          <p:cNvSpPr/>
          <p:nvPr/>
        </p:nvSpPr>
        <p:spPr>
          <a:xfrm flipH="1">
            <a:off x="3675158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90"/>
          <p:cNvSpPr/>
          <p:nvPr/>
        </p:nvSpPr>
        <p:spPr>
          <a:xfrm flipH="1">
            <a:off x="3815892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91"/>
          <p:cNvSpPr/>
          <p:nvPr/>
        </p:nvSpPr>
        <p:spPr>
          <a:xfrm flipH="1">
            <a:off x="3903574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3-line92"/>
          <p:cNvSpPr/>
          <p:nvPr/>
        </p:nvSpPr>
        <p:spPr>
          <a:xfrm flipH="1">
            <a:off x="4076635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93"/>
          <p:cNvSpPr/>
          <p:nvPr/>
        </p:nvSpPr>
        <p:spPr>
          <a:xfrm flipH="1">
            <a:off x="4193787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94"/>
          <p:cNvSpPr/>
          <p:nvPr/>
        </p:nvSpPr>
        <p:spPr>
          <a:xfrm flipH="1">
            <a:off x="4300380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95"/>
          <p:cNvSpPr/>
          <p:nvPr/>
        </p:nvSpPr>
        <p:spPr>
          <a:xfrm flipH="1">
            <a:off x="439524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96"/>
          <p:cNvSpPr/>
          <p:nvPr/>
        </p:nvSpPr>
        <p:spPr>
          <a:xfrm flipH="1">
            <a:off x="4396577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3-line97"/>
          <p:cNvSpPr/>
          <p:nvPr/>
        </p:nvSpPr>
        <p:spPr>
          <a:xfrm flipH="1">
            <a:off x="4545788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98"/>
          <p:cNvSpPr/>
          <p:nvPr/>
        </p:nvSpPr>
        <p:spPr>
          <a:xfrm flipH="1">
            <a:off x="4599811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99"/>
          <p:cNvSpPr/>
          <p:nvPr/>
        </p:nvSpPr>
        <p:spPr>
          <a:xfrm flipH="1">
            <a:off x="4638827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100"/>
          <p:cNvSpPr/>
          <p:nvPr/>
        </p:nvSpPr>
        <p:spPr>
          <a:xfrm flipH="1">
            <a:off x="466240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101"/>
          <p:cNvSpPr/>
          <p:nvPr/>
        </p:nvSpPr>
        <p:spPr>
          <a:xfrm flipH="1">
            <a:off x="4577029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3-line102"/>
          <p:cNvSpPr/>
          <p:nvPr/>
        </p:nvSpPr>
        <p:spPr>
          <a:xfrm flipH="1" flipV="1">
            <a:off x="466240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103"/>
          <p:cNvSpPr/>
          <p:nvPr/>
        </p:nvSpPr>
        <p:spPr>
          <a:xfrm flipH="1" flipV="1">
            <a:off x="4638827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104"/>
          <p:cNvSpPr/>
          <p:nvPr/>
        </p:nvSpPr>
        <p:spPr>
          <a:xfrm flipH="1" flipV="1">
            <a:off x="4599811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105"/>
          <p:cNvSpPr/>
          <p:nvPr/>
        </p:nvSpPr>
        <p:spPr>
          <a:xfrm flipH="1" flipV="1">
            <a:off x="4545788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106"/>
          <p:cNvSpPr/>
          <p:nvPr/>
        </p:nvSpPr>
        <p:spPr>
          <a:xfrm flipH="1" flipV="1">
            <a:off x="4396577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3-line107"/>
          <p:cNvSpPr/>
          <p:nvPr/>
        </p:nvSpPr>
        <p:spPr>
          <a:xfrm flipH="1" flipV="1">
            <a:off x="439524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108"/>
          <p:cNvSpPr/>
          <p:nvPr/>
        </p:nvSpPr>
        <p:spPr>
          <a:xfrm flipH="1" flipV="1">
            <a:off x="4300380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109"/>
          <p:cNvSpPr/>
          <p:nvPr/>
        </p:nvSpPr>
        <p:spPr>
          <a:xfrm flipH="1" flipV="1">
            <a:off x="4193787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110"/>
          <p:cNvSpPr/>
          <p:nvPr/>
        </p:nvSpPr>
        <p:spPr>
          <a:xfrm flipH="1" flipV="1">
            <a:off x="4076635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111"/>
          <p:cNvSpPr/>
          <p:nvPr/>
        </p:nvSpPr>
        <p:spPr>
          <a:xfrm flipH="1" flipV="1">
            <a:off x="3903574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3-line112"/>
          <p:cNvSpPr/>
          <p:nvPr/>
        </p:nvSpPr>
        <p:spPr>
          <a:xfrm flipH="1" flipV="1">
            <a:off x="3815892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113"/>
          <p:cNvSpPr/>
          <p:nvPr/>
        </p:nvSpPr>
        <p:spPr>
          <a:xfrm flipH="1" flipV="1">
            <a:off x="3675158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114"/>
          <p:cNvSpPr/>
          <p:nvPr/>
        </p:nvSpPr>
        <p:spPr>
          <a:xfrm flipH="1" flipV="1">
            <a:off x="352954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115"/>
          <p:cNvSpPr/>
          <p:nvPr/>
        </p:nvSpPr>
        <p:spPr>
          <a:xfrm flipH="1" flipV="1">
            <a:off x="3380658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116"/>
          <p:cNvSpPr/>
          <p:nvPr/>
        </p:nvSpPr>
        <p:spPr>
          <a:xfrm flipV="1">
            <a:off x="3230118" y="511881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3-line117"/>
          <p:cNvSpPr/>
          <p:nvPr/>
        </p:nvSpPr>
        <p:spPr>
          <a:xfrm flipV="1">
            <a:off x="3071454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118"/>
          <p:cNvSpPr/>
          <p:nvPr/>
        </p:nvSpPr>
        <p:spPr>
          <a:xfrm flipV="1">
            <a:off x="291452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119"/>
          <p:cNvSpPr/>
          <p:nvPr/>
        </p:nvSpPr>
        <p:spPr>
          <a:xfrm flipV="1">
            <a:off x="2761060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120"/>
          <p:cNvSpPr/>
          <p:nvPr/>
        </p:nvSpPr>
        <p:spPr>
          <a:xfrm flipV="1">
            <a:off x="2612731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121"/>
          <p:cNvSpPr/>
          <p:nvPr/>
        </p:nvSpPr>
        <p:spPr>
          <a:xfrm flipV="1">
            <a:off x="2471166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3-line122"/>
          <p:cNvSpPr/>
          <p:nvPr/>
        </p:nvSpPr>
        <p:spPr>
          <a:xfrm flipV="1">
            <a:off x="2337916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123"/>
          <p:cNvSpPr/>
          <p:nvPr/>
        </p:nvSpPr>
        <p:spPr>
          <a:xfrm flipV="1">
            <a:off x="2214442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124"/>
          <p:cNvSpPr/>
          <p:nvPr/>
        </p:nvSpPr>
        <p:spPr>
          <a:xfrm flipV="1">
            <a:off x="2102095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125"/>
          <p:cNvSpPr/>
          <p:nvPr/>
        </p:nvSpPr>
        <p:spPr>
          <a:xfrm flipV="1">
            <a:off x="200210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126"/>
          <p:cNvSpPr/>
          <p:nvPr/>
        </p:nvSpPr>
        <p:spPr>
          <a:xfrm flipV="1">
            <a:off x="1915575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3-line127"/>
          <p:cNvSpPr/>
          <p:nvPr/>
        </p:nvSpPr>
        <p:spPr>
          <a:xfrm flipV="1">
            <a:off x="1843444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128"/>
          <p:cNvSpPr/>
          <p:nvPr/>
        </p:nvSpPr>
        <p:spPr>
          <a:xfrm flipV="1">
            <a:off x="1786506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129"/>
          <p:cNvSpPr/>
          <p:nvPr/>
        </p:nvSpPr>
        <p:spPr>
          <a:xfrm flipV="1">
            <a:off x="1745384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130"/>
          <p:cNvSpPr/>
          <p:nvPr/>
        </p:nvSpPr>
        <p:spPr>
          <a:xfrm flipV="1">
            <a:off x="172052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131"/>
          <p:cNvSpPr/>
          <p:nvPr/>
        </p:nvSpPr>
        <p:spPr>
          <a:xfrm>
            <a:off x="1712214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3-line132"/>
          <p:cNvSpPr/>
          <p:nvPr/>
        </p:nvSpPr>
        <p:spPr>
          <a:xfrm>
            <a:off x="172052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133"/>
          <p:cNvSpPr/>
          <p:nvPr/>
        </p:nvSpPr>
        <p:spPr>
          <a:xfrm>
            <a:off x="1745384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134"/>
          <p:cNvSpPr/>
          <p:nvPr/>
        </p:nvSpPr>
        <p:spPr>
          <a:xfrm>
            <a:off x="1786506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135"/>
          <p:cNvSpPr/>
          <p:nvPr/>
        </p:nvSpPr>
        <p:spPr>
          <a:xfrm>
            <a:off x="1843444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136"/>
          <p:cNvSpPr/>
          <p:nvPr/>
        </p:nvSpPr>
        <p:spPr>
          <a:xfrm>
            <a:off x="1915575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03-line137"/>
          <p:cNvSpPr/>
          <p:nvPr/>
        </p:nvSpPr>
        <p:spPr>
          <a:xfrm>
            <a:off x="200210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138"/>
          <p:cNvSpPr/>
          <p:nvPr/>
        </p:nvSpPr>
        <p:spPr>
          <a:xfrm>
            <a:off x="2102095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139"/>
          <p:cNvSpPr/>
          <p:nvPr/>
        </p:nvSpPr>
        <p:spPr>
          <a:xfrm>
            <a:off x="2214442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140"/>
          <p:cNvSpPr/>
          <p:nvPr/>
        </p:nvSpPr>
        <p:spPr>
          <a:xfrm>
            <a:off x="2337916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141"/>
          <p:cNvSpPr/>
          <p:nvPr/>
        </p:nvSpPr>
        <p:spPr>
          <a:xfrm>
            <a:off x="2471166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03-line142"/>
          <p:cNvSpPr/>
          <p:nvPr/>
        </p:nvSpPr>
        <p:spPr>
          <a:xfrm>
            <a:off x="2612731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143"/>
          <p:cNvSpPr/>
          <p:nvPr/>
        </p:nvSpPr>
        <p:spPr>
          <a:xfrm>
            <a:off x="2761060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144"/>
          <p:cNvSpPr/>
          <p:nvPr/>
        </p:nvSpPr>
        <p:spPr>
          <a:xfrm>
            <a:off x="291452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145"/>
          <p:cNvSpPr/>
          <p:nvPr/>
        </p:nvSpPr>
        <p:spPr>
          <a:xfrm>
            <a:off x="3071454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abel146"/>
          <p:cNvSpPr txBox="1"/>
          <p:nvPr/>
        </p:nvSpPr>
        <p:spPr>
          <a:xfrm>
            <a:off x="3530956" y="25928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5" name="S03-label147"/>
          <p:cNvSpPr txBox="1"/>
          <p:nvPr/>
        </p:nvSpPr>
        <p:spPr>
          <a:xfrm>
            <a:off x="3952000" y="30138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6" name="S03-label148"/>
          <p:cNvSpPr txBox="1"/>
          <p:nvPr/>
        </p:nvSpPr>
        <p:spPr>
          <a:xfrm>
            <a:off x="4106113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7" name="S03-label149"/>
          <p:cNvSpPr txBox="1"/>
          <p:nvPr/>
        </p:nvSpPr>
        <p:spPr>
          <a:xfrm>
            <a:off x="3952000" y="416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8" name="S03-label150"/>
          <p:cNvSpPr txBox="1"/>
          <p:nvPr/>
        </p:nvSpPr>
        <p:spPr>
          <a:xfrm>
            <a:off x="3530956" y="458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69" name="S03-label151"/>
          <p:cNvSpPr txBox="1"/>
          <p:nvPr/>
        </p:nvSpPr>
        <p:spPr>
          <a:xfrm>
            <a:off x="2955798" y="47393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0" name="S03-label152"/>
          <p:cNvSpPr txBox="1"/>
          <p:nvPr/>
        </p:nvSpPr>
        <p:spPr>
          <a:xfrm>
            <a:off x="2380640" y="458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1" name="S03-label153"/>
          <p:cNvSpPr txBox="1"/>
          <p:nvPr/>
        </p:nvSpPr>
        <p:spPr>
          <a:xfrm>
            <a:off x="1959596" y="416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2" name="S03-label154"/>
          <p:cNvSpPr txBox="1"/>
          <p:nvPr/>
        </p:nvSpPr>
        <p:spPr>
          <a:xfrm>
            <a:off x="1805483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3" name="S03-label155"/>
          <p:cNvSpPr txBox="1"/>
          <p:nvPr/>
        </p:nvSpPr>
        <p:spPr>
          <a:xfrm>
            <a:off x="1959596" y="30138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4" name="S03-label156"/>
          <p:cNvSpPr txBox="1"/>
          <p:nvPr/>
        </p:nvSpPr>
        <p:spPr>
          <a:xfrm>
            <a:off x="2380640" y="25928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5" name="S03-label157"/>
          <p:cNvSpPr txBox="1"/>
          <p:nvPr/>
        </p:nvSpPr>
        <p:spPr>
          <a:xfrm>
            <a:off x="2955798" y="24387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6" name="S03-line158"/>
          <p:cNvSpPr/>
          <p:nvPr/>
        </p:nvSpPr>
        <p:spPr>
          <a:xfrm>
            <a:off x="3230118" y="3771900"/>
            <a:ext cx="77724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7" name="S03-line159"/>
          <p:cNvSpPr/>
          <p:nvPr/>
        </p:nvSpPr>
        <p:spPr>
          <a:xfrm flipV="1">
            <a:off x="3230118" y="2559406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8" name="S03-pin160"/>
          <p:cNvSpPr/>
          <p:nvPr/>
        </p:nvSpPr>
        <p:spPr>
          <a:xfrm>
            <a:off x="3175254" y="37170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3-card161"/>
          <p:cNvSpPr/>
          <p:nvPr/>
        </p:nvSpPr>
        <p:spPr>
          <a:xfrm>
            <a:off x="6277356" y="23535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0" name="S03-cardtext162"/>
          <p:cNvSpPr txBox="1"/>
          <p:nvPr/>
        </p:nvSpPr>
        <p:spPr>
          <a:xfrm>
            <a:off x="6551676" y="24907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‘몇 시’를 알려 줘요.</a:t>
            </a:r>
            <a:endParaRPr lang="ko-KR" sz="3200" dirty="0"/>
          </a:p>
        </p:txBody>
      </p:sp>
      <p:sp>
        <p:nvSpPr>
          <p:cNvPr id="81" name="S03-card163"/>
          <p:cNvSpPr/>
          <p:nvPr/>
        </p:nvSpPr>
        <p:spPr>
          <a:xfrm>
            <a:off x="6277356" y="38862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03-cardtext164"/>
          <p:cNvSpPr txBox="1"/>
          <p:nvPr/>
        </p:nvSpPr>
        <p:spPr>
          <a:xfrm>
            <a:off x="6551676" y="40233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‘몇 분’을 알려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</a:t>
            </a:r>
            <a:endParaRPr lang="ko-KR" sz="4400" dirty="0"/>
          </a:p>
        </p:txBody>
      </p:sp>
      <p:sp>
        <p:nvSpPr>
          <p:cNvPr id="3" name="S04-card16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12를 가리키면 ‘몇 시’예요.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가리키는 수를 읽어요.</a:t>
            </a:r>
            <a:endParaRPr lang="ko-KR" sz="3200" dirty="0"/>
          </a:p>
        </p:txBody>
      </p:sp>
      <p:sp>
        <p:nvSpPr>
          <p:cNvPr id="5" name="S04-figure167" descr="시계: 짧은바늘이 3, 긴바늘이 12를 가리킴(3시)"/>
          <p:cNvSpPr/>
          <p:nvPr/>
        </p:nvSpPr>
        <p:spPr>
          <a:xfrm>
            <a:off x="1821307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4-line168"/>
          <p:cNvSpPr/>
          <p:nvPr/>
        </p:nvSpPr>
        <p:spPr>
          <a:xfrm>
            <a:off x="3241548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4-line169"/>
          <p:cNvSpPr/>
          <p:nvPr/>
        </p:nvSpPr>
        <p:spPr>
          <a:xfrm flipH="1">
            <a:off x="3378758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170"/>
          <p:cNvSpPr/>
          <p:nvPr/>
        </p:nvSpPr>
        <p:spPr>
          <a:xfrm flipH="1">
            <a:off x="351446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171"/>
          <p:cNvSpPr/>
          <p:nvPr/>
        </p:nvSpPr>
        <p:spPr>
          <a:xfrm flipH="1">
            <a:off x="3647180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172"/>
          <p:cNvSpPr/>
          <p:nvPr/>
        </p:nvSpPr>
        <p:spPr>
          <a:xfrm flipH="1">
            <a:off x="3775452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173"/>
          <p:cNvSpPr/>
          <p:nvPr/>
        </p:nvSpPr>
        <p:spPr>
          <a:xfrm flipH="1">
            <a:off x="3855267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4-line174"/>
          <p:cNvSpPr/>
          <p:nvPr/>
        </p:nvSpPr>
        <p:spPr>
          <a:xfrm flipH="1">
            <a:off x="4013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175"/>
          <p:cNvSpPr/>
          <p:nvPr/>
        </p:nvSpPr>
        <p:spPr>
          <a:xfrm flipH="1">
            <a:off x="4119884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176"/>
          <p:cNvSpPr/>
          <p:nvPr/>
        </p:nvSpPr>
        <p:spPr>
          <a:xfrm flipH="1">
            <a:off x="4217039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177"/>
          <p:cNvSpPr/>
          <p:nvPr/>
        </p:nvSpPr>
        <p:spPr>
          <a:xfrm flipH="1">
            <a:off x="4303507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line178"/>
          <p:cNvSpPr/>
          <p:nvPr/>
        </p:nvSpPr>
        <p:spPr>
          <a:xfrm flipH="1">
            <a:off x="4304541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4-line179"/>
          <p:cNvSpPr/>
          <p:nvPr/>
        </p:nvSpPr>
        <p:spPr>
          <a:xfrm flipH="1">
            <a:off x="4440716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80"/>
          <p:cNvSpPr/>
          <p:nvPr/>
        </p:nvSpPr>
        <p:spPr>
          <a:xfrm flipH="1">
            <a:off x="4489955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81"/>
          <p:cNvSpPr/>
          <p:nvPr/>
        </p:nvSpPr>
        <p:spPr>
          <a:xfrm flipH="1">
            <a:off x="4525516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82"/>
          <p:cNvSpPr/>
          <p:nvPr/>
        </p:nvSpPr>
        <p:spPr>
          <a:xfrm flipH="1">
            <a:off x="4547010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83"/>
          <p:cNvSpPr/>
          <p:nvPr/>
        </p:nvSpPr>
        <p:spPr>
          <a:xfrm flipH="1">
            <a:off x="4468986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4-line184"/>
          <p:cNvSpPr/>
          <p:nvPr/>
        </p:nvSpPr>
        <p:spPr>
          <a:xfrm flipH="1" flipV="1">
            <a:off x="4547010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85"/>
          <p:cNvSpPr/>
          <p:nvPr/>
        </p:nvSpPr>
        <p:spPr>
          <a:xfrm flipH="1" flipV="1">
            <a:off x="4525516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86"/>
          <p:cNvSpPr/>
          <p:nvPr/>
        </p:nvSpPr>
        <p:spPr>
          <a:xfrm flipH="1" flipV="1">
            <a:off x="4489955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187"/>
          <p:cNvSpPr/>
          <p:nvPr/>
        </p:nvSpPr>
        <p:spPr>
          <a:xfrm flipH="1" flipV="1">
            <a:off x="4440716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line188"/>
          <p:cNvSpPr/>
          <p:nvPr/>
        </p:nvSpPr>
        <p:spPr>
          <a:xfrm flipH="1" flipV="1">
            <a:off x="4304541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4-line189"/>
          <p:cNvSpPr/>
          <p:nvPr/>
        </p:nvSpPr>
        <p:spPr>
          <a:xfrm flipH="1" flipV="1">
            <a:off x="4303507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90"/>
          <p:cNvSpPr/>
          <p:nvPr/>
        </p:nvSpPr>
        <p:spPr>
          <a:xfrm flipH="1" flipV="1">
            <a:off x="4217039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91"/>
          <p:cNvSpPr/>
          <p:nvPr/>
        </p:nvSpPr>
        <p:spPr>
          <a:xfrm flipH="1" flipV="1">
            <a:off x="4119884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92"/>
          <p:cNvSpPr/>
          <p:nvPr/>
        </p:nvSpPr>
        <p:spPr>
          <a:xfrm flipH="1" flipV="1">
            <a:off x="4013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93"/>
          <p:cNvSpPr/>
          <p:nvPr/>
        </p:nvSpPr>
        <p:spPr>
          <a:xfrm flipH="1" flipV="1">
            <a:off x="3855267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4-line194"/>
          <p:cNvSpPr/>
          <p:nvPr/>
        </p:nvSpPr>
        <p:spPr>
          <a:xfrm flipH="1" flipV="1">
            <a:off x="3775452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95"/>
          <p:cNvSpPr/>
          <p:nvPr/>
        </p:nvSpPr>
        <p:spPr>
          <a:xfrm flipH="1" flipV="1">
            <a:off x="3647180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96"/>
          <p:cNvSpPr/>
          <p:nvPr/>
        </p:nvSpPr>
        <p:spPr>
          <a:xfrm flipH="1" flipV="1">
            <a:off x="351446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97"/>
          <p:cNvSpPr/>
          <p:nvPr/>
        </p:nvSpPr>
        <p:spPr>
          <a:xfrm flipH="1" flipV="1">
            <a:off x="3378758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98"/>
          <p:cNvSpPr/>
          <p:nvPr/>
        </p:nvSpPr>
        <p:spPr>
          <a:xfrm flipV="1">
            <a:off x="3241548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4-line199"/>
          <p:cNvSpPr/>
          <p:nvPr/>
        </p:nvSpPr>
        <p:spPr>
          <a:xfrm flipV="1">
            <a:off x="3096916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200"/>
          <p:cNvSpPr/>
          <p:nvPr/>
        </p:nvSpPr>
        <p:spPr>
          <a:xfrm flipV="1">
            <a:off x="2953868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201"/>
          <p:cNvSpPr/>
          <p:nvPr/>
        </p:nvSpPr>
        <p:spPr>
          <a:xfrm flipV="1">
            <a:off x="2813972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202"/>
          <p:cNvSpPr/>
          <p:nvPr/>
        </p:nvSpPr>
        <p:spPr>
          <a:xfrm flipV="1">
            <a:off x="2678761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203"/>
          <p:cNvSpPr/>
          <p:nvPr/>
        </p:nvSpPr>
        <p:spPr>
          <a:xfrm flipV="1">
            <a:off x="2549716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4-line204"/>
          <p:cNvSpPr/>
          <p:nvPr/>
        </p:nvSpPr>
        <p:spPr>
          <a:xfrm flipV="1">
            <a:off x="2428250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205"/>
          <p:cNvSpPr/>
          <p:nvPr/>
        </p:nvSpPr>
        <p:spPr>
          <a:xfrm flipV="1">
            <a:off x="2315695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206"/>
          <p:cNvSpPr/>
          <p:nvPr/>
        </p:nvSpPr>
        <p:spPr>
          <a:xfrm flipV="1">
            <a:off x="221328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207"/>
          <p:cNvSpPr/>
          <p:nvPr/>
        </p:nvSpPr>
        <p:spPr>
          <a:xfrm flipV="1">
            <a:off x="2122140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208"/>
          <p:cNvSpPr/>
          <p:nvPr/>
        </p:nvSpPr>
        <p:spPr>
          <a:xfrm flipV="1">
            <a:off x="2043259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4-line209"/>
          <p:cNvSpPr/>
          <p:nvPr/>
        </p:nvSpPr>
        <p:spPr>
          <a:xfrm flipV="1">
            <a:off x="1977507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210"/>
          <p:cNvSpPr/>
          <p:nvPr/>
        </p:nvSpPr>
        <p:spPr>
          <a:xfrm flipV="1">
            <a:off x="1925604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211"/>
          <p:cNvSpPr/>
          <p:nvPr/>
        </p:nvSpPr>
        <p:spPr>
          <a:xfrm flipV="1">
            <a:off x="1888119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212"/>
          <p:cNvSpPr/>
          <p:nvPr/>
        </p:nvSpPr>
        <p:spPr>
          <a:xfrm flipV="1">
            <a:off x="1865463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213"/>
          <p:cNvSpPr/>
          <p:nvPr/>
        </p:nvSpPr>
        <p:spPr>
          <a:xfrm>
            <a:off x="1857883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4-line214"/>
          <p:cNvSpPr/>
          <p:nvPr/>
        </p:nvSpPr>
        <p:spPr>
          <a:xfrm>
            <a:off x="1865463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215"/>
          <p:cNvSpPr/>
          <p:nvPr/>
        </p:nvSpPr>
        <p:spPr>
          <a:xfrm>
            <a:off x="1888119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216"/>
          <p:cNvSpPr/>
          <p:nvPr/>
        </p:nvSpPr>
        <p:spPr>
          <a:xfrm>
            <a:off x="1925604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217"/>
          <p:cNvSpPr/>
          <p:nvPr/>
        </p:nvSpPr>
        <p:spPr>
          <a:xfrm>
            <a:off x="1977507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line218"/>
          <p:cNvSpPr/>
          <p:nvPr/>
        </p:nvSpPr>
        <p:spPr>
          <a:xfrm>
            <a:off x="2043259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4-line219"/>
          <p:cNvSpPr/>
          <p:nvPr/>
        </p:nvSpPr>
        <p:spPr>
          <a:xfrm>
            <a:off x="2122140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220"/>
          <p:cNvSpPr/>
          <p:nvPr/>
        </p:nvSpPr>
        <p:spPr>
          <a:xfrm>
            <a:off x="221328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221"/>
          <p:cNvSpPr/>
          <p:nvPr/>
        </p:nvSpPr>
        <p:spPr>
          <a:xfrm>
            <a:off x="2315695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222"/>
          <p:cNvSpPr/>
          <p:nvPr/>
        </p:nvSpPr>
        <p:spPr>
          <a:xfrm>
            <a:off x="2428250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223"/>
          <p:cNvSpPr/>
          <p:nvPr/>
        </p:nvSpPr>
        <p:spPr>
          <a:xfrm>
            <a:off x="2549716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4-line224"/>
          <p:cNvSpPr/>
          <p:nvPr/>
        </p:nvSpPr>
        <p:spPr>
          <a:xfrm>
            <a:off x="2678761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225"/>
          <p:cNvSpPr/>
          <p:nvPr/>
        </p:nvSpPr>
        <p:spPr>
          <a:xfrm>
            <a:off x="2813972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226"/>
          <p:cNvSpPr/>
          <p:nvPr/>
        </p:nvSpPr>
        <p:spPr>
          <a:xfrm>
            <a:off x="2953868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227"/>
          <p:cNvSpPr/>
          <p:nvPr/>
        </p:nvSpPr>
        <p:spPr>
          <a:xfrm>
            <a:off x="3096916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abel228"/>
          <p:cNvSpPr txBox="1"/>
          <p:nvPr/>
        </p:nvSpPr>
        <p:spPr>
          <a:xfrm>
            <a:off x="3492717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7" name="S04-label229"/>
          <p:cNvSpPr txBox="1"/>
          <p:nvPr/>
        </p:nvSpPr>
        <p:spPr>
          <a:xfrm>
            <a:off x="3877402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8" name="S04-label230"/>
          <p:cNvSpPr txBox="1"/>
          <p:nvPr/>
        </p:nvSpPr>
        <p:spPr>
          <a:xfrm>
            <a:off x="4018206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9" name="S04-label231"/>
          <p:cNvSpPr txBox="1"/>
          <p:nvPr/>
        </p:nvSpPr>
        <p:spPr>
          <a:xfrm>
            <a:off x="3877402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70" name="S04-label232"/>
          <p:cNvSpPr txBox="1"/>
          <p:nvPr/>
        </p:nvSpPr>
        <p:spPr>
          <a:xfrm>
            <a:off x="3492717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1" name="S04-label233"/>
          <p:cNvSpPr txBox="1"/>
          <p:nvPr/>
        </p:nvSpPr>
        <p:spPr>
          <a:xfrm>
            <a:off x="2967228" y="3614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2" name="S04-label234"/>
          <p:cNvSpPr txBox="1"/>
          <p:nvPr/>
        </p:nvSpPr>
        <p:spPr>
          <a:xfrm>
            <a:off x="2441739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3" name="S04-label235"/>
          <p:cNvSpPr txBox="1"/>
          <p:nvPr/>
        </p:nvSpPr>
        <p:spPr>
          <a:xfrm>
            <a:off x="2057054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4" name="S04-label236"/>
          <p:cNvSpPr txBox="1"/>
          <p:nvPr/>
        </p:nvSpPr>
        <p:spPr>
          <a:xfrm>
            <a:off x="1916250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5" name="S04-label237"/>
          <p:cNvSpPr txBox="1"/>
          <p:nvPr/>
        </p:nvSpPr>
        <p:spPr>
          <a:xfrm>
            <a:off x="2057054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6" name="S04-label238"/>
          <p:cNvSpPr txBox="1"/>
          <p:nvPr/>
        </p:nvSpPr>
        <p:spPr>
          <a:xfrm>
            <a:off x="2441739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7" name="S04-label239"/>
          <p:cNvSpPr txBox="1"/>
          <p:nvPr/>
        </p:nvSpPr>
        <p:spPr>
          <a:xfrm>
            <a:off x="2967228" y="15122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8" name="S04-line240"/>
          <p:cNvSpPr/>
          <p:nvPr/>
        </p:nvSpPr>
        <p:spPr>
          <a:xfrm>
            <a:off x="3241548" y="2746121"/>
            <a:ext cx="71012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4-line241"/>
          <p:cNvSpPr/>
          <p:nvPr/>
        </p:nvSpPr>
        <p:spPr>
          <a:xfrm flipV="1">
            <a:off x="3241548" y="1638333"/>
            <a:ext cx="0" cy="110778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4-pin242"/>
          <p:cNvSpPr/>
          <p:nvPr/>
        </p:nvSpPr>
        <p:spPr>
          <a:xfrm>
            <a:off x="3186684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4-label24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04-figure244" descr="시계: 짧은바늘이 8, 긴바늘이 12를 가리킴(8시)"/>
          <p:cNvSpPr/>
          <p:nvPr/>
        </p:nvSpPr>
        <p:spPr>
          <a:xfrm>
            <a:off x="7527163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4-line245"/>
          <p:cNvSpPr/>
          <p:nvPr/>
        </p:nvSpPr>
        <p:spPr>
          <a:xfrm>
            <a:off x="8947404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4-line246"/>
          <p:cNvSpPr/>
          <p:nvPr/>
        </p:nvSpPr>
        <p:spPr>
          <a:xfrm flipH="1">
            <a:off x="9084614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4-line247"/>
          <p:cNvSpPr/>
          <p:nvPr/>
        </p:nvSpPr>
        <p:spPr>
          <a:xfrm flipH="1">
            <a:off x="9220320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4-line248"/>
          <p:cNvSpPr/>
          <p:nvPr/>
        </p:nvSpPr>
        <p:spPr>
          <a:xfrm flipH="1">
            <a:off x="9353036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4-line249"/>
          <p:cNvSpPr/>
          <p:nvPr/>
        </p:nvSpPr>
        <p:spPr>
          <a:xfrm flipH="1">
            <a:off x="9481308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4-line250"/>
          <p:cNvSpPr/>
          <p:nvPr/>
        </p:nvSpPr>
        <p:spPr>
          <a:xfrm flipH="1">
            <a:off x="9561123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4-line251"/>
          <p:cNvSpPr/>
          <p:nvPr/>
        </p:nvSpPr>
        <p:spPr>
          <a:xfrm flipH="1">
            <a:off x="9718962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4-line252"/>
          <p:cNvSpPr/>
          <p:nvPr/>
        </p:nvSpPr>
        <p:spPr>
          <a:xfrm flipH="1">
            <a:off x="9825740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4-line253"/>
          <p:cNvSpPr/>
          <p:nvPr/>
        </p:nvSpPr>
        <p:spPr>
          <a:xfrm flipH="1">
            <a:off x="992289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4-line254"/>
          <p:cNvSpPr/>
          <p:nvPr/>
        </p:nvSpPr>
        <p:spPr>
          <a:xfrm flipH="1">
            <a:off x="10009363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4-line255"/>
          <p:cNvSpPr/>
          <p:nvPr/>
        </p:nvSpPr>
        <p:spPr>
          <a:xfrm flipH="1">
            <a:off x="10010397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4-line256"/>
          <p:cNvSpPr/>
          <p:nvPr/>
        </p:nvSpPr>
        <p:spPr>
          <a:xfrm flipH="1">
            <a:off x="10146572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4-line257"/>
          <p:cNvSpPr/>
          <p:nvPr/>
        </p:nvSpPr>
        <p:spPr>
          <a:xfrm flipH="1">
            <a:off x="10195811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4-line258"/>
          <p:cNvSpPr/>
          <p:nvPr/>
        </p:nvSpPr>
        <p:spPr>
          <a:xfrm flipH="1">
            <a:off x="10231372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4-line259"/>
          <p:cNvSpPr/>
          <p:nvPr/>
        </p:nvSpPr>
        <p:spPr>
          <a:xfrm flipH="1">
            <a:off x="10252866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4-line260"/>
          <p:cNvSpPr/>
          <p:nvPr/>
        </p:nvSpPr>
        <p:spPr>
          <a:xfrm flipH="1">
            <a:off x="10174842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4-line261"/>
          <p:cNvSpPr/>
          <p:nvPr/>
        </p:nvSpPr>
        <p:spPr>
          <a:xfrm flipH="1" flipV="1">
            <a:off x="10252866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4-line262"/>
          <p:cNvSpPr/>
          <p:nvPr/>
        </p:nvSpPr>
        <p:spPr>
          <a:xfrm flipH="1" flipV="1">
            <a:off x="10231372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4-line263"/>
          <p:cNvSpPr/>
          <p:nvPr/>
        </p:nvSpPr>
        <p:spPr>
          <a:xfrm flipH="1" flipV="1">
            <a:off x="10195811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4-line264"/>
          <p:cNvSpPr/>
          <p:nvPr/>
        </p:nvSpPr>
        <p:spPr>
          <a:xfrm flipH="1" flipV="1">
            <a:off x="10146572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4-line265"/>
          <p:cNvSpPr/>
          <p:nvPr/>
        </p:nvSpPr>
        <p:spPr>
          <a:xfrm flipH="1" flipV="1">
            <a:off x="10010397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4-line266"/>
          <p:cNvSpPr/>
          <p:nvPr/>
        </p:nvSpPr>
        <p:spPr>
          <a:xfrm flipH="1" flipV="1">
            <a:off x="10009363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4-line267"/>
          <p:cNvSpPr/>
          <p:nvPr/>
        </p:nvSpPr>
        <p:spPr>
          <a:xfrm flipH="1" flipV="1">
            <a:off x="992289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4-line268"/>
          <p:cNvSpPr/>
          <p:nvPr/>
        </p:nvSpPr>
        <p:spPr>
          <a:xfrm flipH="1" flipV="1">
            <a:off x="9825740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4-line269"/>
          <p:cNvSpPr/>
          <p:nvPr/>
        </p:nvSpPr>
        <p:spPr>
          <a:xfrm flipH="1" flipV="1">
            <a:off x="9718962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4-line270"/>
          <p:cNvSpPr/>
          <p:nvPr/>
        </p:nvSpPr>
        <p:spPr>
          <a:xfrm flipH="1" flipV="1">
            <a:off x="9561123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4-line271"/>
          <p:cNvSpPr/>
          <p:nvPr/>
        </p:nvSpPr>
        <p:spPr>
          <a:xfrm flipH="1" flipV="1">
            <a:off x="9481308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4-line272"/>
          <p:cNvSpPr/>
          <p:nvPr/>
        </p:nvSpPr>
        <p:spPr>
          <a:xfrm flipH="1" flipV="1">
            <a:off x="9353036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4-line273"/>
          <p:cNvSpPr/>
          <p:nvPr/>
        </p:nvSpPr>
        <p:spPr>
          <a:xfrm flipH="1" flipV="1">
            <a:off x="9220320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4-line274"/>
          <p:cNvSpPr/>
          <p:nvPr/>
        </p:nvSpPr>
        <p:spPr>
          <a:xfrm flipH="1" flipV="1">
            <a:off x="9084614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4-line275"/>
          <p:cNvSpPr/>
          <p:nvPr/>
        </p:nvSpPr>
        <p:spPr>
          <a:xfrm flipV="1">
            <a:off x="8947404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4-line276"/>
          <p:cNvSpPr/>
          <p:nvPr/>
        </p:nvSpPr>
        <p:spPr>
          <a:xfrm flipV="1">
            <a:off x="8802772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4-line277"/>
          <p:cNvSpPr/>
          <p:nvPr/>
        </p:nvSpPr>
        <p:spPr>
          <a:xfrm flipV="1">
            <a:off x="865972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4-line278"/>
          <p:cNvSpPr/>
          <p:nvPr/>
        </p:nvSpPr>
        <p:spPr>
          <a:xfrm flipV="1">
            <a:off x="8519828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4-line279"/>
          <p:cNvSpPr/>
          <p:nvPr/>
        </p:nvSpPr>
        <p:spPr>
          <a:xfrm flipV="1">
            <a:off x="8384617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4-line280"/>
          <p:cNvSpPr/>
          <p:nvPr/>
        </p:nvSpPr>
        <p:spPr>
          <a:xfrm flipV="1">
            <a:off x="8255572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4-line281"/>
          <p:cNvSpPr/>
          <p:nvPr/>
        </p:nvSpPr>
        <p:spPr>
          <a:xfrm flipV="1">
            <a:off x="8134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4-line282"/>
          <p:cNvSpPr/>
          <p:nvPr/>
        </p:nvSpPr>
        <p:spPr>
          <a:xfrm flipV="1">
            <a:off x="8021551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4-line283"/>
          <p:cNvSpPr/>
          <p:nvPr/>
        </p:nvSpPr>
        <p:spPr>
          <a:xfrm flipV="1">
            <a:off x="7919141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4-line284"/>
          <p:cNvSpPr/>
          <p:nvPr/>
        </p:nvSpPr>
        <p:spPr>
          <a:xfrm flipV="1">
            <a:off x="7827996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4-line285"/>
          <p:cNvSpPr/>
          <p:nvPr/>
        </p:nvSpPr>
        <p:spPr>
          <a:xfrm flipV="1">
            <a:off x="7749115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4-line286"/>
          <p:cNvSpPr/>
          <p:nvPr/>
        </p:nvSpPr>
        <p:spPr>
          <a:xfrm flipV="1">
            <a:off x="7683363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4-line287"/>
          <p:cNvSpPr/>
          <p:nvPr/>
        </p:nvSpPr>
        <p:spPr>
          <a:xfrm flipV="1">
            <a:off x="7631460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4-line288"/>
          <p:cNvSpPr/>
          <p:nvPr/>
        </p:nvSpPr>
        <p:spPr>
          <a:xfrm flipV="1">
            <a:off x="7593975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4-line289"/>
          <p:cNvSpPr/>
          <p:nvPr/>
        </p:nvSpPr>
        <p:spPr>
          <a:xfrm flipV="1">
            <a:off x="7571319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4-line290"/>
          <p:cNvSpPr/>
          <p:nvPr/>
        </p:nvSpPr>
        <p:spPr>
          <a:xfrm>
            <a:off x="7563739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4-line291"/>
          <p:cNvSpPr/>
          <p:nvPr/>
        </p:nvSpPr>
        <p:spPr>
          <a:xfrm>
            <a:off x="7571319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4-line292"/>
          <p:cNvSpPr/>
          <p:nvPr/>
        </p:nvSpPr>
        <p:spPr>
          <a:xfrm>
            <a:off x="7593975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4-line293"/>
          <p:cNvSpPr/>
          <p:nvPr/>
        </p:nvSpPr>
        <p:spPr>
          <a:xfrm>
            <a:off x="7631460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4-line294"/>
          <p:cNvSpPr/>
          <p:nvPr/>
        </p:nvSpPr>
        <p:spPr>
          <a:xfrm>
            <a:off x="7683363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4-line295"/>
          <p:cNvSpPr/>
          <p:nvPr/>
        </p:nvSpPr>
        <p:spPr>
          <a:xfrm>
            <a:off x="7749115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4-line296"/>
          <p:cNvSpPr/>
          <p:nvPr/>
        </p:nvSpPr>
        <p:spPr>
          <a:xfrm>
            <a:off x="7827996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4-line297"/>
          <p:cNvSpPr/>
          <p:nvPr/>
        </p:nvSpPr>
        <p:spPr>
          <a:xfrm>
            <a:off x="7919141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4-line298"/>
          <p:cNvSpPr/>
          <p:nvPr/>
        </p:nvSpPr>
        <p:spPr>
          <a:xfrm>
            <a:off x="8021551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4-line299"/>
          <p:cNvSpPr/>
          <p:nvPr/>
        </p:nvSpPr>
        <p:spPr>
          <a:xfrm>
            <a:off x="8134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4-line300"/>
          <p:cNvSpPr/>
          <p:nvPr/>
        </p:nvSpPr>
        <p:spPr>
          <a:xfrm>
            <a:off x="8255572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4-line301"/>
          <p:cNvSpPr/>
          <p:nvPr/>
        </p:nvSpPr>
        <p:spPr>
          <a:xfrm>
            <a:off x="8384617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4-line302"/>
          <p:cNvSpPr/>
          <p:nvPr/>
        </p:nvSpPr>
        <p:spPr>
          <a:xfrm>
            <a:off x="8519828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4-line303"/>
          <p:cNvSpPr/>
          <p:nvPr/>
        </p:nvSpPr>
        <p:spPr>
          <a:xfrm>
            <a:off x="865972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4-line304"/>
          <p:cNvSpPr/>
          <p:nvPr/>
        </p:nvSpPr>
        <p:spPr>
          <a:xfrm>
            <a:off x="8802772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4-label305"/>
          <p:cNvSpPr txBox="1"/>
          <p:nvPr/>
        </p:nvSpPr>
        <p:spPr>
          <a:xfrm>
            <a:off x="9198573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144" name="S04-label306"/>
          <p:cNvSpPr txBox="1"/>
          <p:nvPr/>
        </p:nvSpPr>
        <p:spPr>
          <a:xfrm>
            <a:off x="9583258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145" name="S04-label307"/>
          <p:cNvSpPr txBox="1"/>
          <p:nvPr/>
        </p:nvSpPr>
        <p:spPr>
          <a:xfrm>
            <a:off x="9724062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146" name="S04-label308"/>
          <p:cNvSpPr txBox="1"/>
          <p:nvPr/>
        </p:nvSpPr>
        <p:spPr>
          <a:xfrm>
            <a:off x="9583258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147" name="S04-label309"/>
          <p:cNvSpPr txBox="1"/>
          <p:nvPr/>
        </p:nvSpPr>
        <p:spPr>
          <a:xfrm>
            <a:off x="9198573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148" name="S04-label310"/>
          <p:cNvSpPr txBox="1"/>
          <p:nvPr/>
        </p:nvSpPr>
        <p:spPr>
          <a:xfrm>
            <a:off x="8673084" y="3614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149" name="S04-label311"/>
          <p:cNvSpPr txBox="1"/>
          <p:nvPr/>
        </p:nvSpPr>
        <p:spPr>
          <a:xfrm>
            <a:off x="8147595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150" name="S04-label312"/>
          <p:cNvSpPr txBox="1"/>
          <p:nvPr/>
        </p:nvSpPr>
        <p:spPr>
          <a:xfrm>
            <a:off x="7762910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151" name="S04-label313"/>
          <p:cNvSpPr txBox="1"/>
          <p:nvPr/>
        </p:nvSpPr>
        <p:spPr>
          <a:xfrm>
            <a:off x="7622106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152" name="S04-label314"/>
          <p:cNvSpPr txBox="1"/>
          <p:nvPr/>
        </p:nvSpPr>
        <p:spPr>
          <a:xfrm>
            <a:off x="7762910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153" name="S04-label315"/>
          <p:cNvSpPr txBox="1"/>
          <p:nvPr/>
        </p:nvSpPr>
        <p:spPr>
          <a:xfrm>
            <a:off x="8147595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154" name="S04-label316"/>
          <p:cNvSpPr txBox="1"/>
          <p:nvPr/>
        </p:nvSpPr>
        <p:spPr>
          <a:xfrm>
            <a:off x="8673084" y="15122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155" name="S04-line317"/>
          <p:cNvSpPr/>
          <p:nvPr/>
        </p:nvSpPr>
        <p:spPr>
          <a:xfrm flipH="1">
            <a:off x="8332422" y="2746121"/>
            <a:ext cx="614982" cy="35506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4-line318"/>
          <p:cNvSpPr/>
          <p:nvPr/>
        </p:nvSpPr>
        <p:spPr>
          <a:xfrm flipV="1">
            <a:off x="8947404" y="1638333"/>
            <a:ext cx="0" cy="110778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4-pin319"/>
          <p:cNvSpPr/>
          <p:nvPr/>
        </p:nvSpPr>
        <p:spPr>
          <a:xfrm>
            <a:off x="8892540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4-label32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그리기</a:t>
            </a:r>
            <a:endParaRPr lang="ko-KR" sz="4400" dirty="0"/>
          </a:p>
        </p:txBody>
      </p:sp>
      <p:sp>
        <p:nvSpPr>
          <p:cNvPr id="3" name="S05-text32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5시를 그려 봐요.</a:t>
            </a:r>
            <a:endParaRPr lang="ko-KR" sz="3200" dirty="0"/>
          </a:p>
        </p:txBody>
      </p:sp>
      <p:sp>
        <p:nvSpPr>
          <p:cNvPr id="4" name="S05-figure322" descr="시계: 짧은바늘이 5, 긴바늘이 12를 가리킴(5시)"/>
          <p:cNvSpPr/>
          <p:nvPr/>
        </p:nvSpPr>
        <p:spPr>
          <a:xfrm>
            <a:off x="7726131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5-line323"/>
          <p:cNvSpPr/>
          <p:nvPr/>
        </p:nvSpPr>
        <p:spPr>
          <a:xfrm>
            <a:off x="9280611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5-line324"/>
          <p:cNvSpPr/>
          <p:nvPr/>
        </p:nvSpPr>
        <p:spPr>
          <a:xfrm flipH="1">
            <a:off x="9431151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5-line325"/>
          <p:cNvSpPr/>
          <p:nvPr/>
        </p:nvSpPr>
        <p:spPr>
          <a:xfrm flipH="1">
            <a:off x="9580042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326"/>
          <p:cNvSpPr/>
          <p:nvPr/>
        </p:nvSpPr>
        <p:spPr>
          <a:xfrm flipH="1">
            <a:off x="972565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327"/>
          <p:cNvSpPr/>
          <p:nvPr/>
        </p:nvSpPr>
        <p:spPr>
          <a:xfrm flipH="1">
            <a:off x="9866385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328"/>
          <p:cNvSpPr/>
          <p:nvPr/>
        </p:nvSpPr>
        <p:spPr>
          <a:xfrm flipH="1">
            <a:off x="995406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5-line329"/>
          <p:cNvSpPr/>
          <p:nvPr/>
        </p:nvSpPr>
        <p:spPr>
          <a:xfrm flipH="1">
            <a:off x="10127128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330"/>
          <p:cNvSpPr/>
          <p:nvPr/>
        </p:nvSpPr>
        <p:spPr>
          <a:xfrm flipH="1">
            <a:off x="10244280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331"/>
          <p:cNvSpPr/>
          <p:nvPr/>
        </p:nvSpPr>
        <p:spPr>
          <a:xfrm flipH="1">
            <a:off x="10350874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332"/>
          <p:cNvSpPr/>
          <p:nvPr/>
        </p:nvSpPr>
        <p:spPr>
          <a:xfrm flipH="1">
            <a:off x="1044574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333"/>
          <p:cNvSpPr/>
          <p:nvPr/>
        </p:nvSpPr>
        <p:spPr>
          <a:xfrm flipH="1">
            <a:off x="10447071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5-line334"/>
          <p:cNvSpPr/>
          <p:nvPr/>
        </p:nvSpPr>
        <p:spPr>
          <a:xfrm flipH="1">
            <a:off x="10596281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335"/>
          <p:cNvSpPr/>
          <p:nvPr/>
        </p:nvSpPr>
        <p:spPr>
          <a:xfrm flipH="1">
            <a:off x="10650304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336"/>
          <p:cNvSpPr/>
          <p:nvPr/>
        </p:nvSpPr>
        <p:spPr>
          <a:xfrm flipH="1">
            <a:off x="10689320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337"/>
          <p:cNvSpPr/>
          <p:nvPr/>
        </p:nvSpPr>
        <p:spPr>
          <a:xfrm flipH="1">
            <a:off x="10712902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338"/>
          <p:cNvSpPr/>
          <p:nvPr/>
        </p:nvSpPr>
        <p:spPr>
          <a:xfrm flipH="1">
            <a:off x="10627523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5-line339"/>
          <p:cNvSpPr/>
          <p:nvPr/>
        </p:nvSpPr>
        <p:spPr>
          <a:xfrm flipH="1" flipV="1">
            <a:off x="10712902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340"/>
          <p:cNvSpPr/>
          <p:nvPr/>
        </p:nvSpPr>
        <p:spPr>
          <a:xfrm flipH="1" flipV="1">
            <a:off x="10689320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341"/>
          <p:cNvSpPr/>
          <p:nvPr/>
        </p:nvSpPr>
        <p:spPr>
          <a:xfrm flipH="1" flipV="1">
            <a:off x="10650304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342"/>
          <p:cNvSpPr/>
          <p:nvPr/>
        </p:nvSpPr>
        <p:spPr>
          <a:xfrm flipH="1" flipV="1">
            <a:off x="10596281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343"/>
          <p:cNvSpPr/>
          <p:nvPr/>
        </p:nvSpPr>
        <p:spPr>
          <a:xfrm flipH="1" flipV="1">
            <a:off x="10447071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5-line344"/>
          <p:cNvSpPr/>
          <p:nvPr/>
        </p:nvSpPr>
        <p:spPr>
          <a:xfrm flipH="1" flipV="1">
            <a:off x="1044574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345"/>
          <p:cNvSpPr/>
          <p:nvPr/>
        </p:nvSpPr>
        <p:spPr>
          <a:xfrm flipH="1" flipV="1">
            <a:off x="10350874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346"/>
          <p:cNvSpPr/>
          <p:nvPr/>
        </p:nvSpPr>
        <p:spPr>
          <a:xfrm flipH="1" flipV="1">
            <a:off x="10244280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347"/>
          <p:cNvSpPr/>
          <p:nvPr/>
        </p:nvSpPr>
        <p:spPr>
          <a:xfrm flipH="1" flipV="1">
            <a:off x="10127128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348"/>
          <p:cNvSpPr/>
          <p:nvPr/>
        </p:nvSpPr>
        <p:spPr>
          <a:xfrm flipH="1" flipV="1">
            <a:off x="995406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5-line349"/>
          <p:cNvSpPr/>
          <p:nvPr/>
        </p:nvSpPr>
        <p:spPr>
          <a:xfrm flipH="1" flipV="1">
            <a:off x="9866385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350"/>
          <p:cNvSpPr/>
          <p:nvPr/>
        </p:nvSpPr>
        <p:spPr>
          <a:xfrm flipH="1" flipV="1">
            <a:off x="972565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351"/>
          <p:cNvSpPr/>
          <p:nvPr/>
        </p:nvSpPr>
        <p:spPr>
          <a:xfrm flipH="1" flipV="1">
            <a:off x="9580042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352"/>
          <p:cNvSpPr/>
          <p:nvPr/>
        </p:nvSpPr>
        <p:spPr>
          <a:xfrm flipH="1" flipV="1">
            <a:off x="9431151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353"/>
          <p:cNvSpPr/>
          <p:nvPr/>
        </p:nvSpPr>
        <p:spPr>
          <a:xfrm flipV="1">
            <a:off x="9280611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5-line354"/>
          <p:cNvSpPr/>
          <p:nvPr/>
        </p:nvSpPr>
        <p:spPr>
          <a:xfrm flipV="1">
            <a:off x="9121947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355"/>
          <p:cNvSpPr/>
          <p:nvPr/>
        </p:nvSpPr>
        <p:spPr>
          <a:xfrm flipV="1">
            <a:off x="8965021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356"/>
          <p:cNvSpPr/>
          <p:nvPr/>
        </p:nvSpPr>
        <p:spPr>
          <a:xfrm flipV="1">
            <a:off x="8811553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357"/>
          <p:cNvSpPr/>
          <p:nvPr/>
        </p:nvSpPr>
        <p:spPr>
          <a:xfrm flipV="1">
            <a:off x="8663224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358"/>
          <p:cNvSpPr/>
          <p:nvPr/>
        </p:nvSpPr>
        <p:spPr>
          <a:xfrm flipV="1">
            <a:off x="8521659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5-line359"/>
          <p:cNvSpPr/>
          <p:nvPr/>
        </p:nvSpPr>
        <p:spPr>
          <a:xfrm flipV="1">
            <a:off x="8388410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360"/>
          <p:cNvSpPr/>
          <p:nvPr/>
        </p:nvSpPr>
        <p:spPr>
          <a:xfrm flipV="1">
            <a:off x="8264935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361"/>
          <p:cNvSpPr/>
          <p:nvPr/>
        </p:nvSpPr>
        <p:spPr>
          <a:xfrm flipV="1">
            <a:off x="8152589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362"/>
          <p:cNvSpPr/>
          <p:nvPr/>
        </p:nvSpPr>
        <p:spPr>
          <a:xfrm flipV="1">
            <a:off x="805260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363"/>
          <p:cNvSpPr/>
          <p:nvPr/>
        </p:nvSpPr>
        <p:spPr>
          <a:xfrm flipV="1">
            <a:off x="796606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5-line364"/>
          <p:cNvSpPr/>
          <p:nvPr/>
        </p:nvSpPr>
        <p:spPr>
          <a:xfrm flipV="1">
            <a:off x="7893937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365"/>
          <p:cNvSpPr/>
          <p:nvPr/>
        </p:nvSpPr>
        <p:spPr>
          <a:xfrm flipV="1">
            <a:off x="7836999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366"/>
          <p:cNvSpPr/>
          <p:nvPr/>
        </p:nvSpPr>
        <p:spPr>
          <a:xfrm flipV="1">
            <a:off x="779587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367"/>
          <p:cNvSpPr/>
          <p:nvPr/>
        </p:nvSpPr>
        <p:spPr>
          <a:xfrm flipV="1">
            <a:off x="7771023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368"/>
          <p:cNvSpPr/>
          <p:nvPr/>
        </p:nvSpPr>
        <p:spPr>
          <a:xfrm>
            <a:off x="7762707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5-line369"/>
          <p:cNvSpPr/>
          <p:nvPr/>
        </p:nvSpPr>
        <p:spPr>
          <a:xfrm>
            <a:off x="7771023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370"/>
          <p:cNvSpPr/>
          <p:nvPr/>
        </p:nvSpPr>
        <p:spPr>
          <a:xfrm>
            <a:off x="779587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371"/>
          <p:cNvSpPr/>
          <p:nvPr/>
        </p:nvSpPr>
        <p:spPr>
          <a:xfrm>
            <a:off x="7836999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372"/>
          <p:cNvSpPr/>
          <p:nvPr/>
        </p:nvSpPr>
        <p:spPr>
          <a:xfrm>
            <a:off x="7893937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373"/>
          <p:cNvSpPr/>
          <p:nvPr/>
        </p:nvSpPr>
        <p:spPr>
          <a:xfrm>
            <a:off x="796606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5-line374"/>
          <p:cNvSpPr/>
          <p:nvPr/>
        </p:nvSpPr>
        <p:spPr>
          <a:xfrm>
            <a:off x="805260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375"/>
          <p:cNvSpPr/>
          <p:nvPr/>
        </p:nvSpPr>
        <p:spPr>
          <a:xfrm>
            <a:off x="8152589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376"/>
          <p:cNvSpPr/>
          <p:nvPr/>
        </p:nvSpPr>
        <p:spPr>
          <a:xfrm>
            <a:off x="8264935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377"/>
          <p:cNvSpPr/>
          <p:nvPr/>
        </p:nvSpPr>
        <p:spPr>
          <a:xfrm>
            <a:off x="8388410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378"/>
          <p:cNvSpPr/>
          <p:nvPr/>
        </p:nvSpPr>
        <p:spPr>
          <a:xfrm>
            <a:off x="8521659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5-line379"/>
          <p:cNvSpPr/>
          <p:nvPr/>
        </p:nvSpPr>
        <p:spPr>
          <a:xfrm>
            <a:off x="8663224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380"/>
          <p:cNvSpPr/>
          <p:nvPr/>
        </p:nvSpPr>
        <p:spPr>
          <a:xfrm>
            <a:off x="8811553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381"/>
          <p:cNvSpPr/>
          <p:nvPr/>
        </p:nvSpPr>
        <p:spPr>
          <a:xfrm>
            <a:off x="8965021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382"/>
          <p:cNvSpPr/>
          <p:nvPr/>
        </p:nvSpPr>
        <p:spPr>
          <a:xfrm>
            <a:off x="9121947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abel383"/>
          <p:cNvSpPr txBox="1"/>
          <p:nvPr/>
        </p:nvSpPr>
        <p:spPr>
          <a:xfrm>
            <a:off x="9581449" y="32328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5-label384"/>
          <p:cNvSpPr txBox="1"/>
          <p:nvPr/>
        </p:nvSpPr>
        <p:spPr>
          <a:xfrm>
            <a:off x="10002494" y="36539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5-label385"/>
          <p:cNvSpPr txBox="1"/>
          <p:nvPr/>
        </p:nvSpPr>
        <p:spPr>
          <a:xfrm>
            <a:off x="10156607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5-label386"/>
          <p:cNvSpPr txBox="1"/>
          <p:nvPr/>
        </p:nvSpPr>
        <p:spPr>
          <a:xfrm>
            <a:off x="10002494" y="48042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5-label387"/>
          <p:cNvSpPr txBox="1"/>
          <p:nvPr/>
        </p:nvSpPr>
        <p:spPr>
          <a:xfrm>
            <a:off x="9581449" y="52253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5-label388"/>
          <p:cNvSpPr txBox="1"/>
          <p:nvPr/>
        </p:nvSpPr>
        <p:spPr>
          <a:xfrm>
            <a:off x="9006291" y="5379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5-label389"/>
          <p:cNvSpPr txBox="1"/>
          <p:nvPr/>
        </p:nvSpPr>
        <p:spPr>
          <a:xfrm>
            <a:off x="8431134" y="52253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5-label390"/>
          <p:cNvSpPr txBox="1"/>
          <p:nvPr/>
        </p:nvSpPr>
        <p:spPr>
          <a:xfrm>
            <a:off x="8010089" y="48042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5-label391"/>
          <p:cNvSpPr txBox="1"/>
          <p:nvPr/>
        </p:nvSpPr>
        <p:spPr>
          <a:xfrm>
            <a:off x="7855976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5-label392"/>
          <p:cNvSpPr txBox="1"/>
          <p:nvPr/>
        </p:nvSpPr>
        <p:spPr>
          <a:xfrm>
            <a:off x="8010089" y="36539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5-label393"/>
          <p:cNvSpPr txBox="1"/>
          <p:nvPr/>
        </p:nvSpPr>
        <p:spPr>
          <a:xfrm>
            <a:off x="8431134" y="32328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5-label394"/>
          <p:cNvSpPr txBox="1"/>
          <p:nvPr/>
        </p:nvSpPr>
        <p:spPr>
          <a:xfrm>
            <a:off x="9006291" y="307878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5-line395"/>
          <p:cNvSpPr/>
          <p:nvPr/>
        </p:nvSpPr>
        <p:spPr>
          <a:xfrm>
            <a:off x="9280611" y="4411980"/>
            <a:ext cx="388620" cy="67311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5-line396"/>
          <p:cNvSpPr/>
          <p:nvPr/>
        </p:nvSpPr>
        <p:spPr>
          <a:xfrm flipV="1">
            <a:off x="9280611" y="3199486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5-pin397"/>
          <p:cNvSpPr/>
          <p:nvPr/>
        </p:nvSpPr>
        <p:spPr>
          <a:xfrm>
            <a:off x="9225747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5-stepno398"/>
          <p:cNvSpPr txBox="1"/>
          <p:nvPr/>
        </p:nvSpPr>
        <p:spPr>
          <a:xfrm>
            <a:off x="548640" y="3383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5-text399"/>
          <p:cNvSpPr txBox="1"/>
          <p:nvPr/>
        </p:nvSpPr>
        <p:spPr>
          <a:xfrm>
            <a:off x="1325880" y="3338068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긴바늘을 12까지 길게 그려요.</a:t>
            </a:r>
            <a:endParaRPr lang="ko-KR" sz="3200" dirty="0"/>
          </a:p>
        </p:txBody>
      </p:sp>
      <p:sp>
        <p:nvSpPr>
          <p:cNvPr id="82" name="S05-stepno400"/>
          <p:cNvSpPr txBox="1"/>
          <p:nvPr/>
        </p:nvSpPr>
        <p:spPr>
          <a:xfrm>
            <a:off x="548640" y="45399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5-text401"/>
          <p:cNvSpPr txBox="1"/>
          <p:nvPr/>
        </p:nvSpPr>
        <p:spPr>
          <a:xfrm>
            <a:off x="1325880" y="4494276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짧은바늘을 5까지 짧게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400" dirty="0"/>
          </a:p>
        </p:txBody>
      </p:sp>
      <p:sp>
        <p:nvSpPr>
          <p:cNvPr id="3" name="S06-card4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12인지 보고, 짧은바늘의 수를 읽어요.</a:t>
            </a:r>
            <a:endParaRPr lang="ko-KR" sz="3200" dirty="0"/>
          </a:p>
        </p:txBody>
      </p:sp>
      <p:sp>
        <p:nvSpPr>
          <p:cNvPr id="5" name="S06-figure404" descr="시계: 짧은바늘이 9, 긴바늘이 12를 가리킴(9시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6-line405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line406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407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408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409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410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6-line411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412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413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414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415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line416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417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418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419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420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6-line421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422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423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424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425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6-line426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427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428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429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430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6-line431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432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433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434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435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6-line436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437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438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439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440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6-line441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442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443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444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445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6-line446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447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448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449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450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6-line451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452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453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454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455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6-line456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457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458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459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460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6-line461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462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463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464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abel465"/>
          <p:cNvSpPr txBox="1"/>
          <p:nvPr/>
        </p:nvSpPr>
        <p:spPr>
          <a:xfrm>
            <a:off x="2591410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6-label466"/>
          <p:cNvSpPr txBox="1"/>
          <p:nvPr/>
        </p:nvSpPr>
        <p:spPr>
          <a:xfrm>
            <a:off x="30124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6-label467"/>
          <p:cNvSpPr txBox="1"/>
          <p:nvPr/>
        </p:nvSpPr>
        <p:spPr>
          <a:xfrm>
            <a:off x="31665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6-label468"/>
          <p:cNvSpPr txBox="1"/>
          <p:nvPr/>
        </p:nvSpPr>
        <p:spPr>
          <a:xfrm>
            <a:off x="30124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6-label469"/>
          <p:cNvSpPr txBox="1"/>
          <p:nvPr/>
        </p:nvSpPr>
        <p:spPr>
          <a:xfrm>
            <a:off x="2591410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6-label470"/>
          <p:cNvSpPr txBox="1"/>
          <p:nvPr/>
        </p:nvSpPr>
        <p:spPr>
          <a:xfrm>
            <a:off x="2016252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6-label471"/>
          <p:cNvSpPr txBox="1"/>
          <p:nvPr/>
        </p:nvSpPr>
        <p:spPr>
          <a:xfrm>
            <a:off x="144109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6-label472"/>
          <p:cNvSpPr txBox="1"/>
          <p:nvPr/>
        </p:nvSpPr>
        <p:spPr>
          <a:xfrm>
            <a:off x="1020050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6-label473"/>
          <p:cNvSpPr txBox="1"/>
          <p:nvPr/>
        </p:nvSpPr>
        <p:spPr>
          <a:xfrm>
            <a:off x="86593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6-label474"/>
          <p:cNvSpPr txBox="1"/>
          <p:nvPr/>
        </p:nvSpPr>
        <p:spPr>
          <a:xfrm>
            <a:off x="1020050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6-label475"/>
          <p:cNvSpPr txBox="1"/>
          <p:nvPr/>
        </p:nvSpPr>
        <p:spPr>
          <a:xfrm>
            <a:off x="144109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6-label476"/>
          <p:cNvSpPr txBox="1"/>
          <p:nvPr/>
        </p:nvSpPr>
        <p:spPr>
          <a:xfrm>
            <a:off x="2016252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6-line477"/>
          <p:cNvSpPr/>
          <p:nvPr/>
        </p:nvSpPr>
        <p:spPr>
          <a:xfrm flipH="1">
            <a:off x="1513332" y="2963799"/>
            <a:ext cx="77724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6-line478"/>
          <p:cNvSpPr/>
          <p:nvPr/>
        </p:nvSpPr>
        <p:spPr>
          <a:xfrm flipV="1">
            <a:off x="2290572" y="1751305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6-pin479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6-label480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06-figure481" descr="시계: 짧은바늘이 2, 긴바늘이 12를 가리킴(2시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6-line482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6-line483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484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485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486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487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6-line488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489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490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491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492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6-line493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494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495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496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497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6-line498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499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500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501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502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6-line503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504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505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506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507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6-line508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509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510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511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512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6-line513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514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515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516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517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6-line518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519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520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521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522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6-line523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524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525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526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527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6-line528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529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530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531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532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6-line533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534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535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536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537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6-line538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539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540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541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abel542"/>
          <p:cNvSpPr txBox="1"/>
          <p:nvPr/>
        </p:nvSpPr>
        <p:spPr>
          <a:xfrm>
            <a:off x="639531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6-label543"/>
          <p:cNvSpPr txBox="1"/>
          <p:nvPr/>
        </p:nvSpPr>
        <p:spPr>
          <a:xfrm>
            <a:off x="68163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6-label544"/>
          <p:cNvSpPr txBox="1"/>
          <p:nvPr/>
        </p:nvSpPr>
        <p:spPr>
          <a:xfrm>
            <a:off x="697047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6-label545"/>
          <p:cNvSpPr txBox="1"/>
          <p:nvPr/>
        </p:nvSpPr>
        <p:spPr>
          <a:xfrm>
            <a:off x="68163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6-label546"/>
          <p:cNvSpPr txBox="1"/>
          <p:nvPr/>
        </p:nvSpPr>
        <p:spPr>
          <a:xfrm>
            <a:off x="639531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6-label547"/>
          <p:cNvSpPr txBox="1"/>
          <p:nvPr/>
        </p:nvSpPr>
        <p:spPr>
          <a:xfrm>
            <a:off x="5820156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6-label548"/>
          <p:cNvSpPr txBox="1"/>
          <p:nvPr/>
        </p:nvSpPr>
        <p:spPr>
          <a:xfrm>
            <a:off x="524499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6-label549"/>
          <p:cNvSpPr txBox="1"/>
          <p:nvPr/>
        </p:nvSpPr>
        <p:spPr>
          <a:xfrm>
            <a:off x="48239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6-label550"/>
          <p:cNvSpPr txBox="1"/>
          <p:nvPr/>
        </p:nvSpPr>
        <p:spPr>
          <a:xfrm>
            <a:off x="466984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6-label551"/>
          <p:cNvSpPr txBox="1"/>
          <p:nvPr/>
        </p:nvSpPr>
        <p:spPr>
          <a:xfrm>
            <a:off x="48239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6-label552"/>
          <p:cNvSpPr txBox="1"/>
          <p:nvPr/>
        </p:nvSpPr>
        <p:spPr>
          <a:xfrm>
            <a:off x="524499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6-label553"/>
          <p:cNvSpPr txBox="1"/>
          <p:nvPr/>
        </p:nvSpPr>
        <p:spPr>
          <a:xfrm>
            <a:off x="5820156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6-line554"/>
          <p:cNvSpPr/>
          <p:nvPr/>
        </p:nvSpPr>
        <p:spPr>
          <a:xfrm flipV="1">
            <a:off x="6094476" y="2575179"/>
            <a:ext cx="673110" cy="38862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6-line555"/>
          <p:cNvSpPr/>
          <p:nvPr/>
        </p:nvSpPr>
        <p:spPr>
          <a:xfrm flipV="1">
            <a:off x="6094476" y="1751305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6-pin556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6-label557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06-figure558" descr="시계: 두 바늘이 모두 12를 가리킴(12시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6-line559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6-line560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561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562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563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6-line564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6-line565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566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567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568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6-line569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6-line570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571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572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573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6-line574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6-line575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576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577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578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6-line579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6-line580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581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582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583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6-line584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6-line585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586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587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588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6-line589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6-line590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591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592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593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6-line594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6-line595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596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597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598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6-line599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6-line600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601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602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603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6-line604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6-line605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606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607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608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6-line609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6-line610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611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612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613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6-line614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6-line615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616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617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ine618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6-label619"/>
          <p:cNvSpPr txBox="1"/>
          <p:nvPr/>
        </p:nvSpPr>
        <p:spPr>
          <a:xfrm>
            <a:off x="1019921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6-label620"/>
          <p:cNvSpPr txBox="1"/>
          <p:nvPr/>
        </p:nvSpPr>
        <p:spPr>
          <a:xfrm>
            <a:off x="10620262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6-label621"/>
          <p:cNvSpPr txBox="1"/>
          <p:nvPr/>
        </p:nvSpPr>
        <p:spPr>
          <a:xfrm>
            <a:off x="1077437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6-label622"/>
          <p:cNvSpPr txBox="1"/>
          <p:nvPr/>
        </p:nvSpPr>
        <p:spPr>
          <a:xfrm>
            <a:off x="10620262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6-label623"/>
          <p:cNvSpPr txBox="1"/>
          <p:nvPr/>
        </p:nvSpPr>
        <p:spPr>
          <a:xfrm>
            <a:off x="1019921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6-label624"/>
          <p:cNvSpPr txBox="1"/>
          <p:nvPr/>
        </p:nvSpPr>
        <p:spPr>
          <a:xfrm>
            <a:off x="9624060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6-label625"/>
          <p:cNvSpPr txBox="1"/>
          <p:nvPr/>
        </p:nvSpPr>
        <p:spPr>
          <a:xfrm>
            <a:off x="9048902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6-label626"/>
          <p:cNvSpPr txBox="1"/>
          <p:nvPr/>
        </p:nvSpPr>
        <p:spPr>
          <a:xfrm>
            <a:off x="86278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6-label627"/>
          <p:cNvSpPr txBox="1"/>
          <p:nvPr/>
        </p:nvSpPr>
        <p:spPr>
          <a:xfrm>
            <a:off x="84737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6-label628"/>
          <p:cNvSpPr txBox="1"/>
          <p:nvPr/>
        </p:nvSpPr>
        <p:spPr>
          <a:xfrm>
            <a:off x="86278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6-label629"/>
          <p:cNvSpPr txBox="1"/>
          <p:nvPr/>
        </p:nvSpPr>
        <p:spPr>
          <a:xfrm>
            <a:off x="9048902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6-label630"/>
          <p:cNvSpPr txBox="1"/>
          <p:nvPr/>
        </p:nvSpPr>
        <p:spPr>
          <a:xfrm>
            <a:off x="9624060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6-line631"/>
          <p:cNvSpPr/>
          <p:nvPr/>
        </p:nvSpPr>
        <p:spPr>
          <a:xfrm flipV="1">
            <a:off x="9898380" y="2186559"/>
            <a:ext cx="0" cy="77724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6-line632"/>
          <p:cNvSpPr/>
          <p:nvPr/>
        </p:nvSpPr>
        <p:spPr>
          <a:xfrm flipV="1">
            <a:off x="9898380" y="1751305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6-pin633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6-label634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</a:t>
            </a:r>
            <a:endParaRPr lang="ko-KR" sz="4400" dirty="0"/>
          </a:p>
        </p:txBody>
      </p:sp>
      <p:sp>
        <p:nvSpPr>
          <p:cNvPr id="3" name="S07-card6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6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30분이라고 읽어요.</a:t>
            </a:r>
            <a:endParaRPr lang="ko-KR" sz="3200" dirty="0"/>
          </a:p>
        </p:txBody>
      </p:sp>
      <p:sp>
        <p:nvSpPr>
          <p:cNvPr id="5" name="S07-figure637" descr="시계: 짧은바늘이 3과 4 사이, 긴바늘이 6을 가리킴(3시 30분)"/>
          <p:cNvSpPr/>
          <p:nvPr/>
        </p:nvSpPr>
        <p:spPr>
          <a:xfrm>
            <a:off x="167563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7-line638"/>
          <p:cNvSpPr/>
          <p:nvPr/>
        </p:nvSpPr>
        <p:spPr>
          <a:xfrm>
            <a:off x="323011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7-line639"/>
          <p:cNvSpPr/>
          <p:nvPr/>
        </p:nvSpPr>
        <p:spPr>
          <a:xfrm flipH="1">
            <a:off x="338065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640"/>
          <p:cNvSpPr/>
          <p:nvPr/>
        </p:nvSpPr>
        <p:spPr>
          <a:xfrm flipH="1">
            <a:off x="352954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641"/>
          <p:cNvSpPr/>
          <p:nvPr/>
        </p:nvSpPr>
        <p:spPr>
          <a:xfrm flipH="1">
            <a:off x="367515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642"/>
          <p:cNvSpPr/>
          <p:nvPr/>
        </p:nvSpPr>
        <p:spPr>
          <a:xfrm flipH="1">
            <a:off x="381589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643"/>
          <p:cNvSpPr/>
          <p:nvPr/>
        </p:nvSpPr>
        <p:spPr>
          <a:xfrm flipH="1">
            <a:off x="390357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7-line644"/>
          <p:cNvSpPr/>
          <p:nvPr/>
        </p:nvSpPr>
        <p:spPr>
          <a:xfrm flipH="1">
            <a:off x="407663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645"/>
          <p:cNvSpPr/>
          <p:nvPr/>
        </p:nvSpPr>
        <p:spPr>
          <a:xfrm flipH="1">
            <a:off x="419378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646"/>
          <p:cNvSpPr/>
          <p:nvPr/>
        </p:nvSpPr>
        <p:spPr>
          <a:xfrm flipH="1">
            <a:off x="430038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647"/>
          <p:cNvSpPr/>
          <p:nvPr/>
        </p:nvSpPr>
        <p:spPr>
          <a:xfrm flipH="1">
            <a:off x="439524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648"/>
          <p:cNvSpPr/>
          <p:nvPr/>
        </p:nvSpPr>
        <p:spPr>
          <a:xfrm flipH="1">
            <a:off x="439657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7-line649"/>
          <p:cNvSpPr/>
          <p:nvPr/>
        </p:nvSpPr>
        <p:spPr>
          <a:xfrm flipH="1">
            <a:off x="454578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650"/>
          <p:cNvSpPr/>
          <p:nvPr/>
        </p:nvSpPr>
        <p:spPr>
          <a:xfrm flipH="1">
            <a:off x="459981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651"/>
          <p:cNvSpPr/>
          <p:nvPr/>
        </p:nvSpPr>
        <p:spPr>
          <a:xfrm flipH="1">
            <a:off x="463882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652"/>
          <p:cNvSpPr/>
          <p:nvPr/>
        </p:nvSpPr>
        <p:spPr>
          <a:xfrm flipH="1">
            <a:off x="466240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653"/>
          <p:cNvSpPr/>
          <p:nvPr/>
        </p:nvSpPr>
        <p:spPr>
          <a:xfrm flipH="1">
            <a:off x="457702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7-line654"/>
          <p:cNvSpPr/>
          <p:nvPr/>
        </p:nvSpPr>
        <p:spPr>
          <a:xfrm flipH="1" flipV="1">
            <a:off x="466240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655"/>
          <p:cNvSpPr/>
          <p:nvPr/>
        </p:nvSpPr>
        <p:spPr>
          <a:xfrm flipH="1" flipV="1">
            <a:off x="463882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656"/>
          <p:cNvSpPr/>
          <p:nvPr/>
        </p:nvSpPr>
        <p:spPr>
          <a:xfrm flipH="1" flipV="1">
            <a:off x="459981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657"/>
          <p:cNvSpPr/>
          <p:nvPr/>
        </p:nvSpPr>
        <p:spPr>
          <a:xfrm flipH="1" flipV="1">
            <a:off x="454578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658"/>
          <p:cNvSpPr/>
          <p:nvPr/>
        </p:nvSpPr>
        <p:spPr>
          <a:xfrm flipH="1" flipV="1">
            <a:off x="439657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7-line659"/>
          <p:cNvSpPr/>
          <p:nvPr/>
        </p:nvSpPr>
        <p:spPr>
          <a:xfrm flipH="1" flipV="1">
            <a:off x="439524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660"/>
          <p:cNvSpPr/>
          <p:nvPr/>
        </p:nvSpPr>
        <p:spPr>
          <a:xfrm flipH="1" flipV="1">
            <a:off x="430038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661"/>
          <p:cNvSpPr/>
          <p:nvPr/>
        </p:nvSpPr>
        <p:spPr>
          <a:xfrm flipH="1" flipV="1">
            <a:off x="419378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662"/>
          <p:cNvSpPr/>
          <p:nvPr/>
        </p:nvSpPr>
        <p:spPr>
          <a:xfrm flipH="1" flipV="1">
            <a:off x="407663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663"/>
          <p:cNvSpPr/>
          <p:nvPr/>
        </p:nvSpPr>
        <p:spPr>
          <a:xfrm flipH="1" flipV="1">
            <a:off x="390357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7-line664"/>
          <p:cNvSpPr/>
          <p:nvPr/>
        </p:nvSpPr>
        <p:spPr>
          <a:xfrm flipH="1" flipV="1">
            <a:off x="381589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665"/>
          <p:cNvSpPr/>
          <p:nvPr/>
        </p:nvSpPr>
        <p:spPr>
          <a:xfrm flipH="1" flipV="1">
            <a:off x="367515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666"/>
          <p:cNvSpPr/>
          <p:nvPr/>
        </p:nvSpPr>
        <p:spPr>
          <a:xfrm flipH="1" flipV="1">
            <a:off x="352954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667"/>
          <p:cNvSpPr/>
          <p:nvPr/>
        </p:nvSpPr>
        <p:spPr>
          <a:xfrm flipH="1" flipV="1">
            <a:off x="338065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668"/>
          <p:cNvSpPr/>
          <p:nvPr/>
        </p:nvSpPr>
        <p:spPr>
          <a:xfrm flipV="1">
            <a:off x="323011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7-line669"/>
          <p:cNvSpPr/>
          <p:nvPr/>
        </p:nvSpPr>
        <p:spPr>
          <a:xfrm flipV="1">
            <a:off x="307145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670"/>
          <p:cNvSpPr/>
          <p:nvPr/>
        </p:nvSpPr>
        <p:spPr>
          <a:xfrm flipV="1">
            <a:off x="291452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671"/>
          <p:cNvSpPr/>
          <p:nvPr/>
        </p:nvSpPr>
        <p:spPr>
          <a:xfrm flipV="1">
            <a:off x="276106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672"/>
          <p:cNvSpPr/>
          <p:nvPr/>
        </p:nvSpPr>
        <p:spPr>
          <a:xfrm flipV="1">
            <a:off x="261273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673"/>
          <p:cNvSpPr/>
          <p:nvPr/>
        </p:nvSpPr>
        <p:spPr>
          <a:xfrm flipV="1">
            <a:off x="247116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7-line674"/>
          <p:cNvSpPr/>
          <p:nvPr/>
        </p:nvSpPr>
        <p:spPr>
          <a:xfrm flipV="1">
            <a:off x="233791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675"/>
          <p:cNvSpPr/>
          <p:nvPr/>
        </p:nvSpPr>
        <p:spPr>
          <a:xfrm flipV="1">
            <a:off x="221444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676"/>
          <p:cNvSpPr/>
          <p:nvPr/>
        </p:nvSpPr>
        <p:spPr>
          <a:xfrm flipV="1">
            <a:off x="210209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677"/>
          <p:cNvSpPr/>
          <p:nvPr/>
        </p:nvSpPr>
        <p:spPr>
          <a:xfrm flipV="1">
            <a:off x="200210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678"/>
          <p:cNvSpPr/>
          <p:nvPr/>
        </p:nvSpPr>
        <p:spPr>
          <a:xfrm flipV="1">
            <a:off x="191557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7-line679"/>
          <p:cNvSpPr/>
          <p:nvPr/>
        </p:nvSpPr>
        <p:spPr>
          <a:xfrm flipV="1">
            <a:off x="184344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680"/>
          <p:cNvSpPr/>
          <p:nvPr/>
        </p:nvSpPr>
        <p:spPr>
          <a:xfrm flipV="1">
            <a:off x="178650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681"/>
          <p:cNvSpPr/>
          <p:nvPr/>
        </p:nvSpPr>
        <p:spPr>
          <a:xfrm flipV="1">
            <a:off x="174538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682"/>
          <p:cNvSpPr/>
          <p:nvPr/>
        </p:nvSpPr>
        <p:spPr>
          <a:xfrm flipV="1">
            <a:off x="172052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683"/>
          <p:cNvSpPr/>
          <p:nvPr/>
        </p:nvSpPr>
        <p:spPr>
          <a:xfrm>
            <a:off x="171221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7-line684"/>
          <p:cNvSpPr/>
          <p:nvPr/>
        </p:nvSpPr>
        <p:spPr>
          <a:xfrm>
            <a:off x="172052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685"/>
          <p:cNvSpPr/>
          <p:nvPr/>
        </p:nvSpPr>
        <p:spPr>
          <a:xfrm>
            <a:off x="174538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686"/>
          <p:cNvSpPr/>
          <p:nvPr/>
        </p:nvSpPr>
        <p:spPr>
          <a:xfrm>
            <a:off x="178650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687"/>
          <p:cNvSpPr/>
          <p:nvPr/>
        </p:nvSpPr>
        <p:spPr>
          <a:xfrm>
            <a:off x="184344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688"/>
          <p:cNvSpPr/>
          <p:nvPr/>
        </p:nvSpPr>
        <p:spPr>
          <a:xfrm>
            <a:off x="191557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7-line689"/>
          <p:cNvSpPr/>
          <p:nvPr/>
        </p:nvSpPr>
        <p:spPr>
          <a:xfrm>
            <a:off x="200210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690"/>
          <p:cNvSpPr/>
          <p:nvPr/>
        </p:nvSpPr>
        <p:spPr>
          <a:xfrm>
            <a:off x="210209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691"/>
          <p:cNvSpPr/>
          <p:nvPr/>
        </p:nvSpPr>
        <p:spPr>
          <a:xfrm>
            <a:off x="221444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692"/>
          <p:cNvSpPr/>
          <p:nvPr/>
        </p:nvSpPr>
        <p:spPr>
          <a:xfrm>
            <a:off x="233791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693"/>
          <p:cNvSpPr/>
          <p:nvPr/>
        </p:nvSpPr>
        <p:spPr>
          <a:xfrm>
            <a:off x="247116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7-line694"/>
          <p:cNvSpPr/>
          <p:nvPr/>
        </p:nvSpPr>
        <p:spPr>
          <a:xfrm>
            <a:off x="261273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695"/>
          <p:cNvSpPr/>
          <p:nvPr/>
        </p:nvSpPr>
        <p:spPr>
          <a:xfrm>
            <a:off x="276106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696"/>
          <p:cNvSpPr/>
          <p:nvPr/>
        </p:nvSpPr>
        <p:spPr>
          <a:xfrm>
            <a:off x="291452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697"/>
          <p:cNvSpPr/>
          <p:nvPr/>
        </p:nvSpPr>
        <p:spPr>
          <a:xfrm>
            <a:off x="307145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abel698"/>
          <p:cNvSpPr txBox="1"/>
          <p:nvPr/>
        </p:nvSpPr>
        <p:spPr>
          <a:xfrm>
            <a:off x="3530956" y="204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7-label699"/>
          <p:cNvSpPr txBox="1"/>
          <p:nvPr/>
        </p:nvSpPr>
        <p:spPr>
          <a:xfrm>
            <a:off x="3952000" y="246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7-label700"/>
          <p:cNvSpPr txBox="1"/>
          <p:nvPr/>
        </p:nvSpPr>
        <p:spPr>
          <a:xfrm>
            <a:off x="4106113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7-label701"/>
          <p:cNvSpPr txBox="1"/>
          <p:nvPr/>
        </p:nvSpPr>
        <p:spPr>
          <a:xfrm>
            <a:off x="3952000" y="36155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7-label702"/>
          <p:cNvSpPr txBox="1"/>
          <p:nvPr/>
        </p:nvSpPr>
        <p:spPr>
          <a:xfrm>
            <a:off x="3530956" y="40365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7-label703"/>
          <p:cNvSpPr txBox="1"/>
          <p:nvPr/>
        </p:nvSpPr>
        <p:spPr>
          <a:xfrm>
            <a:off x="2955798" y="41906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7-label704"/>
          <p:cNvSpPr txBox="1"/>
          <p:nvPr/>
        </p:nvSpPr>
        <p:spPr>
          <a:xfrm>
            <a:off x="2380640" y="40365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7-label705"/>
          <p:cNvSpPr txBox="1"/>
          <p:nvPr/>
        </p:nvSpPr>
        <p:spPr>
          <a:xfrm>
            <a:off x="1959596" y="36155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7-label706"/>
          <p:cNvSpPr txBox="1"/>
          <p:nvPr/>
        </p:nvSpPr>
        <p:spPr>
          <a:xfrm>
            <a:off x="1805483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7-label707"/>
          <p:cNvSpPr txBox="1"/>
          <p:nvPr/>
        </p:nvSpPr>
        <p:spPr>
          <a:xfrm>
            <a:off x="1959596" y="246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7-label708"/>
          <p:cNvSpPr txBox="1"/>
          <p:nvPr/>
        </p:nvSpPr>
        <p:spPr>
          <a:xfrm>
            <a:off x="2380640" y="204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7-label709"/>
          <p:cNvSpPr txBox="1"/>
          <p:nvPr/>
        </p:nvSpPr>
        <p:spPr>
          <a:xfrm>
            <a:off x="2955798" y="18900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7-line710"/>
          <p:cNvSpPr/>
          <p:nvPr/>
        </p:nvSpPr>
        <p:spPr>
          <a:xfrm>
            <a:off x="3230118" y="3223260"/>
            <a:ext cx="750756" cy="20116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7-line711"/>
          <p:cNvSpPr/>
          <p:nvPr/>
        </p:nvSpPr>
        <p:spPr>
          <a:xfrm>
            <a:off x="3230118" y="3223260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7-pin712"/>
          <p:cNvSpPr/>
          <p:nvPr/>
        </p:nvSpPr>
        <p:spPr>
          <a:xfrm>
            <a:off x="317525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card713"/>
          <p:cNvSpPr/>
          <p:nvPr/>
        </p:nvSpPr>
        <p:spPr>
          <a:xfrm>
            <a:off x="6277356" y="180492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07-cardtext714"/>
          <p:cNvSpPr txBox="1"/>
          <p:nvPr/>
        </p:nvSpPr>
        <p:spPr>
          <a:xfrm>
            <a:off x="6551676" y="194208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가리켜요. → 30분</a:t>
            </a:r>
            <a:endParaRPr lang="ko-KR" sz="3200" dirty="0"/>
          </a:p>
        </p:txBody>
      </p:sp>
      <p:sp>
        <p:nvSpPr>
          <p:cNvPr id="83" name="S07-card715"/>
          <p:cNvSpPr/>
          <p:nvPr/>
        </p:nvSpPr>
        <p:spPr>
          <a:xfrm>
            <a:off x="6277356" y="333756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4" name="S07-cardtext716"/>
          <p:cNvSpPr txBox="1"/>
          <p:nvPr/>
        </p:nvSpPr>
        <p:spPr>
          <a:xfrm>
            <a:off x="6551676" y="347472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 사이에 있어요. → 3시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짧은바늘도 움직여요</a:t>
            </a:r>
            <a:endParaRPr lang="ko-KR" sz="4400" dirty="0"/>
          </a:p>
        </p:txBody>
      </p:sp>
      <p:sp>
        <p:nvSpPr>
          <p:cNvPr id="3" name="S08-card7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7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반 바퀴 돌면 짧은바늘은 가운데까지 가요.</a:t>
            </a:r>
            <a:endParaRPr lang="ko-KR" sz="3200" dirty="0"/>
          </a:p>
        </p:txBody>
      </p:sp>
      <p:sp>
        <p:nvSpPr>
          <p:cNvPr id="5" name="S08-figure719" descr="시계: 짧은바늘이 3, 긴바늘이 12를 가리킴(3시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8-line720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8-line721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8-line722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723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724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725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8-line726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8-line727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728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729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730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8-line731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8-line732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733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734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735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8-line736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8-line737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738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739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740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8-line741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8-line742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743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744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745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8-line746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8-line747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748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749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750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8-line751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8-line752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753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754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755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8-line756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8-line757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758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759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760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8-line761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762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763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764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765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8-line766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767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768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769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770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8-line771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772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773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774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775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8-line776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777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778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779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abel780"/>
          <p:cNvSpPr txBox="1"/>
          <p:nvPr/>
        </p:nvSpPr>
        <p:spPr>
          <a:xfrm>
            <a:off x="2591410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8-label781"/>
          <p:cNvSpPr txBox="1"/>
          <p:nvPr/>
        </p:nvSpPr>
        <p:spPr>
          <a:xfrm>
            <a:off x="30124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8-label782"/>
          <p:cNvSpPr txBox="1"/>
          <p:nvPr/>
        </p:nvSpPr>
        <p:spPr>
          <a:xfrm>
            <a:off x="31665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8-label783"/>
          <p:cNvSpPr txBox="1"/>
          <p:nvPr/>
        </p:nvSpPr>
        <p:spPr>
          <a:xfrm>
            <a:off x="30124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8-label784"/>
          <p:cNvSpPr txBox="1"/>
          <p:nvPr/>
        </p:nvSpPr>
        <p:spPr>
          <a:xfrm>
            <a:off x="2591410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8-label785"/>
          <p:cNvSpPr txBox="1"/>
          <p:nvPr/>
        </p:nvSpPr>
        <p:spPr>
          <a:xfrm>
            <a:off x="2016252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8-label786"/>
          <p:cNvSpPr txBox="1"/>
          <p:nvPr/>
        </p:nvSpPr>
        <p:spPr>
          <a:xfrm>
            <a:off x="144109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8-label787"/>
          <p:cNvSpPr txBox="1"/>
          <p:nvPr/>
        </p:nvSpPr>
        <p:spPr>
          <a:xfrm>
            <a:off x="1020050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8-label788"/>
          <p:cNvSpPr txBox="1"/>
          <p:nvPr/>
        </p:nvSpPr>
        <p:spPr>
          <a:xfrm>
            <a:off x="86593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8-label789"/>
          <p:cNvSpPr txBox="1"/>
          <p:nvPr/>
        </p:nvSpPr>
        <p:spPr>
          <a:xfrm>
            <a:off x="1020050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8-label790"/>
          <p:cNvSpPr txBox="1"/>
          <p:nvPr/>
        </p:nvSpPr>
        <p:spPr>
          <a:xfrm>
            <a:off x="144109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8-label791"/>
          <p:cNvSpPr txBox="1"/>
          <p:nvPr/>
        </p:nvSpPr>
        <p:spPr>
          <a:xfrm>
            <a:off x="2016252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8-line792"/>
          <p:cNvSpPr/>
          <p:nvPr/>
        </p:nvSpPr>
        <p:spPr>
          <a:xfrm>
            <a:off x="2290572" y="2963799"/>
            <a:ext cx="77724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8-line793"/>
          <p:cNvSpPr/>
          <p:nvPr/>
        </p:nvSpPr>
        <p:spPr>
          <a:xfrm flipV="1">
            <a:off x="2290572" y="1751305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8-pin794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8-label795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08-figure796" descr="시계: 짧은바늘이 3과 4 사이, 긴바늘이 6을 가리킴(3시 30분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8-line797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8-line798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799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800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801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802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8-line803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804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805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806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807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8-line808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809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810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811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812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8-line813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814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815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816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817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8-line818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819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820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821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822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8-line823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824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825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826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827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8-line828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8-line829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830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831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832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8-line833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8-line834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835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836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837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8-line838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8-line839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840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841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842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8-line843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8-line844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845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846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847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8-line848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8-line849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850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851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852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8-line853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8-line854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855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856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abel857"/>
          <p:cNvSpPr txBox="1"/>
          <p:nvPr/>
        </p:nvSpPr>
        <p:spPr>
          <a:xfrm>
            <a:off x="639531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8-label858"/>
          <p:cNvSpPr txBox="1"/>
          <p:nvPr/>
        </p:nvSpPr>
        <p:spPr>
          <a:xfrm>
            <a:off x="68163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8-label859"/>
          <p:cNvSpPr txBox="1"/>
          <p:nvPr/>
        </p:nvSpPr>
        <p:spPr>
          <a:xfrm>
            <a:off x="697047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8-label860"/>
          <p:cNvSpPr txBox="1"/>
          <p:nvPr/>
        </p:nvSpPr>
        <p:spPr>
          <a:xfrm>
            <a:off x="68163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8-label861"/>
          <p:cNvSpPr txBox="1"/>
          <p:nvPr/>
        </p:nvSpPr>
        <p:spPr>
          <a:xfrm>
            <a:off x="639531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8-label862"/>
          <p:cNvSpPr txBox="1"/>
          <p:nvPr/>
        </p:nvSpPr>
        <p:spPr>
          <a:xfrm>
            <a:off x="5820156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8-label863"/>
          <p:cNvSpPr txBox="1"/>
          <p:nvPr/>
        </p:nvSpPr>
        <p:spPr>
          <a:xfrm>
            <a:off x="524499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8-label864"/>
          <p:cNvSpPr txBox="1"/>
          <p:nvPr/>
        </p:nvSpPr>
        <p:spPr>
          <a:xfrm>
            <a:off x="48239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8-label865"/>
          <p:cNvSpPr txBox="1"/>
          <p:nvPr/>
        </p:nvSpPr>
        <p:spPr>
          <a:xfrm>
            <a:off x="466984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8-label866"/>
          <p:cNvSpPr txBox="1"/>
          <p:nvPr/>
        </p:nvSpPr>
        <p:spPr>
          <a:xfrm>
            <a:off x="48239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8-label867"/>
          <p:cNvSpPr txBox="1"/>
          <p:nvPr/>
        </p:nvSpPr>
        <p:spPr>
          <a:xfrm>
            <a:off x="524499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8-label868"/>
          <p:cNvSpPr txBox="1"/>
          <p:nvPr/>
        </p:nvSpPr>
        <p:spPr>
          <a:xfrm>
            <a:off x="5820156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8-line869"/>
          <p:cNvSpPr/>
          <p:nvPr/>
        </p:nvSpPr>
        <p:spPr>
          <a:xfrm>
            <a:off x="6094476" y="2963799"/>
            <a:ext cx="750756" cy="20116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8-line870"/>
          <p:cNvSpPr/>
          <p:nvPr/>
        </p:nvSpPr>
        <p:spPr>
          <a:xfrm>
            <a:off x="6094476" y="2963799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8-pin871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8-label87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</p:txBody>
      </p:sp>
      <p:sp>
        <p:nvSpPr>
          <p:cNvPr id="159" name="S08-figure873" descr="시계: 짧은바늘이 4, 긴바늘이 12를 가리킴(4시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8-line874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8-line875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8-line876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8-line877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8-line878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8-line879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8-line880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8-line881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8-line882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8-line883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8-line884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8-line885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8-line886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8-line887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8-line888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8-line889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8-line890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8-line891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8-line892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8-line893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8-line894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8-line895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8-line896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8-line897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8-line898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8-line899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8-line900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8-line901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8-line902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8-line903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8-line904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8-line905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8-line906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8-line907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8-line908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8-line909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8-line910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8-line911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8-line912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8-line913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8-line914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8-line915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8-line916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8-line917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8-line918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8-line919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8-line920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8-line921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8-line922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8-line923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8-line924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8-line925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8-line926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8-line927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8-line928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8-line929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8-line930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8-line931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8-line932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8-line933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8-label934"/>
          <p:cNvSpPr txBox="1"/>
          <p:nvPr/>
        </p:nvSpPr>
        <p:spPr>
          <a:xfrm>
            <a:off x="1019921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8-label935"/>
          <p:cNvSpPr txBox="1"/>
          <p:nvPr/>
        </p:nvSpPr>
        <p:spPr>
          <a:xfrm>
            <a:off x="10620262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8-label936"/>
          <p:cNvSpPr txBox="1"/>
          <p:nvPr/>
        </p:nvSpPr>
        <p:spPr>
          <a:xfrm>
            <a:off x="1077437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8-label937"/>
          <p:cNvSpPr txBox="1"/>
          <p:nvPr/>
        </p:nvSpPr>
        <p:spPr>
          <a:xfrm>
            <a:off x="10620262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8-label938"/>
          <p:cNvSpPr txBox="1"/>
          <p:nvPr/>
        </p:nvSpPr>
        <p:spPr>
          <a:xfrm>
            <a:off x="1019921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8-label939"/>
          <p:cNvSpPr txBox="1"/>
          <p:nvPr/>
        </p:nvSpPr>
        <p:spPr>
          <a:xfrm>
            <a:off x="9624060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8-label940"/>
          <p:cNvSpPr txBox="1"/>
          <p:nvPr/>
        </p:nvSpPr>
        <p:spPr>
          <a:xfrm>
            <a:off x="9048902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8-label941"/>
          <p:cNvSpPr txBox="1"/>
          <p:nvPr/>
        </p:nvSpPr>
        <p:spPr>
          <a:xfrm>
            <a:off x="86278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8-label942"/>
          <p:cNvSpPr txBox="1"/>
          <p:nvPr/>
        </p:nvSpPr>
        <p:spPr>
          <a:xfrm>
            <a:off x="84737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8-label943"/>
          <p:cNvSpPr txBox="1"/>
          <p:nvPr/>
        </p:nvSpPr>
        <p:spPr>
          <a:xfrm>
            <a:off x="86278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8-label944"/>
          <p:cNvSpPr txBox="1"/>
          <p:nvPr/>
        </p:nvSpPr>
        <p:spPr>
          <a:xfrm>
            <a:off x="9048902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8-label945"/>
          <p:cNvSpPr txBox="1"/>
          <p:nvPr/>
        </p:nvSpPr>
        <p:spPr>
          <a:xfrm>
            <a:off x="9624060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8-line946"/>
          <p:cNvSpPr/>
          <p:nvPr/>
        </p:nvSpPr>
        <p:spPr>
          <a:xfrm>
            <a:off x="9898380" y="2963799"/>
            <a:ext cx="673110" cy="38862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8-line947"/>
          <p:cNvSpPr/>
          <p:nvPr/>
        </p:nvSpPr>
        <p:spPr>
          <a:xfrm flipV="1">
            <a:off x="9898380" y="1751305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8-pin948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8-label949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 그리기</a:t>
            </a:r>
            <a:endParaRPr lang="ko-KR" sz="4400" dirty="0"/>
          </a:p>
        </p:txBody>
      </p:sp>
      <p:sp>
        <p:nvSpPr>
          <p:cNvPr id="3" name="S09-text9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 30분을 그려 봐요.</a:t>
            </a:r>
            <a:endParaRPr lang="ko-KR" sz="3200" dirty="0"/>
          </a:p>
        </p:txBody>
      </p:sp>
      <p:sp>
        <p:nvSpPr>
          <p:cNvPr id="4" name="S09-figure951" descr="시계: 짧은바늘이 7과 8 사이, 긴바늘이 6을 가리킴(7시 30분)"/>
          <p:cNvSpPr/>
          <p:nvPr/>
        </p:nvSpPr>
        <p:spPr>
          <a:xfrm>
            <a:off x="7726131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9-line952"/>
          <p:cNvSpPr/>
          <p:nvPr/>
        </p:nvSpPr>
        <p:spPr>
          <a:xfrm>
            <a:off x="9280611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9-line953"/>
          <p:cNvSpPr/>
          <p:nvPr/>
        </p:nvSpPr>
        <p:spPr>
          <a:xfrm flipH="1">
            <a:off x="9431151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9-line954"/>
          <p:cNvSpPr/>
          <p:nvPr/>
        </p:nvSpPr>
        <p:spPr>
          <a:xfrm flipH="1">
            <a:off x="9580042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9-line955"/>
          <p:cNvSpPr/>
          <p:nvPr/>
        </p:nvSpPr>
        <p:spPr>
          <a:xfrm flipH="1">
            <a:off x="972565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9-line956"/>
          <p:cNvSpPr/>
          <p:nvPr/>
        </p:nvSpPr>
        <p:spPr>
          <a:xfrm flipH="1">
            <a:off x="9866385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9-line957"/>
          <p:cNvSpPr/>
          <p:nvPr/>
        </p:nvSpPr>
        <p:spPr>
          <a:xfrm flipH="1">
            <a:off x="995406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9-line958"/>
          <p:cNvSpPr/>
          <p:nvPr/>
        </p:nvSpPr>
        <p:spPr>
          <a:xfrm flipH="1">
            <a:off x="10127128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9-line959"/>
          <p:cNvSpPr/>
          <p:nvPr/>
        </p:nvSpPr>
        <p:spPr>
          <a:xfrm flipH="1">
            <a:off x="10244280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9-line960"/>
          <p:cNvSpPr/>
          <p:nvPr/>
        </p:nvSpPr>
        <p:spPr>
          <a:xfrm flipH="1">
            <a:off x="10350874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9-line961"/>
          <p:cNvSpPr/>
          <p:nvPr/>
        </p:nvSpPr>
        <p:spPr>
          <a:xfrm flipH="1">
            <a:off x="1044574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9-line962"/>
          <p:cNvSpPr/>
          <p:nvPr/>
        </p:nvSpPr>
        <p:spPr>
          <a:xfrm flipH="1">
            <a:off x="10447071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9-line963"/>
          <p:cNvSpPr/>
          <p:nvPr/>
        </p:nvSpPr>
        <p:spPr>
          <a:xfrm flipH="1">
            <a:off x="10596281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9-line964"/>
          <p:cNvSpPr/>
          <p:nvPr/>
        </p:nvSpPr>
        <p:spPr>
          <a:xfrm flipH="1">
            <a:off x="10650304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9-line965"/>
          <p:cNvSpPr/>
          <p:nvPr/>
        </p:nvSpPr>
        <p:spPr>
          <a:xfrm flipH="1">
            <a:off x="10689320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9-line966"/>
          <p:cNvSpPr/>
          <p:nvPr/>
        </p:nvSpPr>
        <p:spPr>
          <a:xfrm flipH="1">
            <a:off x="10712902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9-line967"/>
          <p:cNvSpPr/>
          <p:nvPr/>
        </p:nvSpPr>
        <p:spPr>
          <a:xfrm flipH="1">
            <a:off x="10627523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9-line968"/>
          <p:cNvSpPr/>
          <p:nvPr/>
        </p:nvSpPr>
        <p:spPr>
          <a:xfrm flipH="1" flipV="1">
            <a:off x="10712902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9-line969"/>
          <p:cNvSpPr/>
          <p:nvPr/>
        </p:nvSpPr>
        <p:spPr>
          <a:xfrm flipH="1" flipV="1">
            <a:off x="10689320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9-line970"/>
          <p:cNvSpPr/>
          <p:nvPr/>
        </p:nvSpPr>
        <p:spPr>
          <a:xfrm flipH="1" flipV="1">
            <a:off x="10650304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9-line971"/>
          <p:cNvSpPr/>
          <p:nvPr/>
        </p:nvSpPr>
        <p:spPr>
          <a:xfrm flipH="1" flipV="1">
            <a:off x="10596281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9-line972"/>
          <p:cNvSpPr/>
          <p:nvPr/>
        </p:nvSpPr>
        <p:spPr>
          <a:xfrm flipH="1" flipV="1">
            <a:off x="10447071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9-line973"/>
          <p:cNvSpPr/>
          <p:nvPr/>
        </p:nvSpPr>
        <p:spPr>
          <a:xfrm flipH="1" flipV="1">
            <a:off x="1044574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9-line974"/>
          <p:cNvSpPr/>
          <p:nvPr/>
        </p:nvSpPr>
        <p:spPr>
          <a:xfrm flipH="1" flipV="1">
            <a:off x="10350874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9-line975"/>
          <p:cNvSpPr/>
          <p:nvPr/>
        </p:nvSpPr>
        <p:spPr>
          <a:xfrm flipH="1" flipV="1">
            <a:off x="10244280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9-line976"/>
          <p:cNvSpPr/>
          <p:nvPr/>
        </p:nvSpPr>
        <p:spPr>
          <a:xfrm flipH="1" flipV="1">
            <a:off x="10127128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9-line977"/>
          <p:cNvSpPr/>
          <p:nvPr/>
        </p:nvSpPr>
        <p:spPr>
          <a:xfrm flipH="1" flipV="1">
            <a:off x="995406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9-line978"/>
          <p:cNvSpPr/>
          <p:nvPr/>
        </p:nvSpPr>
        <p:spPr>
          <a:xfrm flipH="1" flipV="1">
            <a:off x="9866385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9-line979"/>
          <p:cNvSpPr/>
          <p:nvPr/>
        </p:nvSpPr>
        <p:spPr>
          <a:xfrm flipH="1" flipV="1">
            <a:off x="972565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9-line980"/>
          <p:cNvSpPr/>
          <p:nvPr/>
        </p:nvSpPr>
        <p:spPr>
          <a:xfrm flipH="1" flipV="1">
            <a:off x="9580042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9-line981"/>
          <p:cNvSpPr/>
          <p:nvPr/>
        </p:nvSpPr>
        <p:spPr>
          <a:xfrm flipH="1" flipV="1">
            <a:off x="9431151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9-line982"/>
          <p:cNvSpPr/>
          <p:nvPr/>
        </p:nvSpPr>
        <p:spPr>
          <a:xfrm flipV="1">
            <a:off x="9280611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9-line983"/>
          <p:cNvSpPr/>
          <p:nvPr/>
        </p:nvSpPr>
        <p:spPr>
          <a:xfrm flipV="1">
            <a:off x="9121947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9-line984"/>
          <p:cNvSpPr/>
          <p:nvPr/>
        </p:nvSpPr>
        <p:spPr>
          <a:xfrm flipV="1">
            <a:off x="8965021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9-line985"/>
          <p:cNvSpPr/>
          <p:nvPr/>
        </p:nvSpPr>
        <p:spPr>
          <a:xfrm flipV="1">
            <a:off x="8811553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9-line986"/>
          <p:cNvSpPr/>
          <p:nvPr/>
        </p:nvSpPr>
        <p:spPr>
          <a:xfrm flipV="1">
            <a:off x="8663224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9-line987"/>
          <p:cNvSpPr/>
          <p:nvPr/>
        </p:nvSpPr>
        <p:spPr>
          <a:xfrm flipV="1">
            <a:off x="8521659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9-line988"/>
          <p:cNvSpPr/>
          <p:nvPr/>
        </p:nvSpPr>
        <p:spPr>
          <a:xfrm flipV="1">
            <a:off x="8388410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9-line989"/>
          <p:cNvSpPr/>
          <p:nvPr/>
        </p:nvSpPr>
        <p:spPr>
          <a:xfrm flipV="1">
            <a:off x="8264935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9-line990"/>
          <p:cNvSpPr/>
          <p:nvPr/>
        </p:nvSpPr>
        <p:spPr>
          <a:xfrm flipV="1">
            <a:off x="8152589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9-line991"/>
          <p:cNvSpPr/>
          <p:nvPr/>
        </p:nvSpPr>
        <p:spPr>
          <a:xfrm flipV="1">
            <a:off x="805260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9-line992"/>
          <p:cNvSpPr/>
          <p:nvPr/>
        </p:nvSpPr>
        <p:spPr>
          <a:xfrm flipV="1">
            <a:off x="796606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9-line993"/>
          <p:cNvSpPr/>
          <p:nvPr/>
        </p:nvSpPr>
        <p:spPr>
          <a:xfrm flipV="1">
            <a:off x="7893937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9-line994"/>
          <p:cNvSpPr/>
          <p:nvPr/>
        </p:nvSpPr>
        <p:spPr>
          <a:xfrm flipV="1">
            <a:off x="7836999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9-line995"/>
          <p:cNvSpPr/>
          <p:nvPr/>
        </p:nvSpPr>
        <p:spPr>
          <a:xfrm flipV="1">
            <a:off x="779587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9-line996"/>
          <p:cNvSpPr/>
          <p:nvPr/>
        </p:nvSpPr>
        <p:spPr>
          <a:xfrm flipV="1">
            <a:off x="7771023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9-line997"/>
          <p:cNvSpPr/>
          <p:nvPr/>
        </p:nvSpPr>
        <p:spPr>
          <a:xfrm>
            <a:off x="7762707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9-line998"/>
          <p:cNvSpPr/>
          <p:nvPr/>
        </p:nvSpPr>
        <p:spPr>
          <a:xfrm>
            <a:off x="7771023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9-line999"/>
          <p:cNvSpPr/>
          <p:nvPr/>
        </p:nvSpPr>
        <p:spPr>
          <a:xfrm>
            <a:off x="779587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9-line1000"/>
          <p:cNvSpPr/>
          <p:nvPr/>
        </p:nvSpPr>
        <p:spPr>
          <a:xfrm>
            <a:off x="7836999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9-line1001"/>
          <p:cNvSpPr/>
          <p:nvPr/>
        </p:nvSpPr>
        <p:spPr>
          <a:xfrm>
            <a:off x="7893937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9-line1002"/>
          <p:cNvSpPr/>
          <p:nvPr/>
        </p:nvSpPr>
        <p:spPr>
          <a:xfrm>
            <a:off x="796606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9-line1003"/>
          <p:cNvSpPr/>
          <p:nvPr/>
        </p:nvSpPr>
        <p:spPr>
          <a:xfrm>
            <a:off x="805260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9-line1004"/>
          <p:cNvSpPr/>
          <p:nvPr/>
        </p:nvSpPr>
        <p:spPr>
          <a:xfrm>
            <a:off x="8152589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9-line1005"/>
          <p:cNvSpPr/>
          <p:nvPr/>
        </p:nvSpPr>
        <p:spPr>
          <a:xfrm>
            <a:off x="8264935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9-line1006"/>
          <p:cNvSpPr/>
          <p:nvPr/>
        </p:nvSpPr>
        <p:spPr>
          <a:xfrm>
            <a:off x="8388410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9-line1007"/>
          <p:cNvSpPr/>
          <p:nvPr/>
        </p:nvSpPr>
        <p:spPr>
          <a:xfrm>
            <a:off x="8521659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9-line1008"/>
          <p:cNvSpPr/>
          <p:nvPr/>
        </p:nvSpPr>
        <p:spPr>
          <a:xfrm>
            <a:off x="8663224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9-line1009"/>
          <p:cNvSpPr/>
          <p:nvPr/>
        </p:nvSpPr>
        <p:spPr>
          <a:xfrm>
            <a:off x="8811553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9-line1010"/>
          <p:cNvSpPr/>
          <p:nvPr/>
        </p:nvSpPr>
        <p:spPr>
          <a:xfrm>
            <a:off x="8965021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9-line1011"/>
          <p:cNvSpPr/>
          <p:nvPr/>
        </p:nvSpPr>
        <p:spPr>
          <a:xfrm>
            <a:off x="9121947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9-label1012"/>
          <p:cNvSpPr txBox="1"/>
          <p:nvPr/>
        </p:nvSpPr>
        <p:spPr>
          <a:xfrm>
            <a:off x="9581449" y="32328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9-label1013"/>
          <p:cNvSpPr txBox="1"/>
          <p:nvPr/>
        </p:nvSpPr>
        <p:spPr>
          <a:xfrm>
            <a:off x="10002494" y="36539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9-label1014"/>
          <p:cNvSpPr txBox="1"/>
          <p:nvPr/>
        </p:nvSpPr>
        <p:spPr>
          <a:xfrm>
            <a:off x="10156607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9-label1015"/>
          <p:cNvSpPr txBox="1"/>
          <p:nvPr/>
        </p:nvSpPr>
        <p:spPr>
          <a:xfrm>
            <a:off x="10002494" y="48042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9-label1016"/>
          <p:cNvSpPr txBox="1"/>
          <p:nvPr/>
        </p:nvSpPr>
        <p:spPr>
          <a:xfrm>
            <a:off x="9581449" y="52253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9-label1017"/>
          <p:cNvSpPr txBox="1"/>
          <p:nvPr/>
        </p:nvSpPr>
        <p:spPr>
          <a:xfrm>
            <a:off x="9006291" y="5379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9-label1018"/>
          <p:cNvSpPr txBox="1"/>
          <p:nvPr/>
        </p:nvSpPr>
        <p:spPr>
          <a:xfrm>
            <a:off x="8431134" y="52253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9-label1019"/>
          <p:cNvSpPr txBox="1"/>
          <p:nvPr/>
        </p:nvSpPr>
        <p:spPr>
          <a:xfrm>
            <a:off x="8010089" y="48042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9-label1020"/>
          <p:cNvSpPr txBox="1"/>
          <p:nvPr/>
        </p:nvSpPr>
        <p:spPr>
          <a:xfrm>
            <a:off x="7855976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9-label1021"/>
          <p:cNvSpPr txBox="1"/>
          <p:nvPr/>
        </p:nvSpPr>
        <p:spPr>
          <a:xfrm>
            <a:off x="8010089" y="36539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9-label1022"/>
          <p:cNvSpPr txBox="1"/>
          <p:nvPr/>
        </p:nvSpPr>
        <p:spPr>
          <a:xfrm>
            <a:off x="8431134" y="32328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9-label1023"/>
          <p:cNvSpPr txBox="1"/>
          <p:nvPr/>
        </p:nvSpPr>
        <p:spPr>
          <a:xfrm>
            <a:off x="9006291" y="307878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9-line1024"/>
          <p:cNvSpPr/>
          <p:nvPr/>
        </p:nvSpPr>
        <p:spPr>
          <a:xfrm flipH="1">
            <a:off x="8731020" y="4411980"/>
            <a:ext cx="549592" cy="5495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9-line1025"/>
          <p:cNvSpPr/>
          <p:nvPr/>
        </p:nvSpPr>
        <p:spPr>
          <a:xfrm>
            <a:off x="9280611" y="4411980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9-pin1026"/>
          <p:cNvSpPr/>
          <p:nvPr/>
        </p:nvSpPr>
        <p:spPr>
          <a:xfrm>
            <a:off x="9225747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9-stepno1027"/>
          <p:cNvSpPr txBox="1"/>
          <p:nvPr/>
        </p:nvSpPr>
        <p:spPr>
          <a:xfrm>
            <a:off x="548640" y="3559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9-text1028"/>
          <p:cNvSpPr txBox="1"/>
          <p:nvPr/>
        </p:nvSpPr>
        <p:spPr>
          <a:xfrm>
            <a:off x="1325880" y="355955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긴바늘을 6까지 길게 그려요.</a:t>
            </a:r>
            <a:endParaRPr lang="ko-KR" sz="3200" dirty="0"/>
          </a:p>
        </p:txBody>
      </p:sp>
      <p:sp>
        <p:nvSpPr>
          <p:cNvPr id="82" name="S09-stepno1029"/>
          <p:cNvSpPr txBox="1"/>
          <p:nvPr/>
        </p:nvSpPr>
        <p:spPr>
          <a:xfrm>
            <a:off x="548640" y="4318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9-text1030"/>
          <p:cNvSpPr txBox="1"/>
          <p:nvPr/>
        </p:nvSpPr>
        <p:spPr>
          <a:xfrm>
            <a:off x="1325880" y="4272788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짧은바늘을 7과 8 사이에 짧게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30분일까요?</a:t>
            </a:r>
            <a:endParaRPr lang="ko-KR" sz="4400" dirty="0"/>
          </a:p>
        </p:txBody>
      </p:sp>
      <p:sp>
        <p:nvSpPr>
          <p:cNvPr id="3" name="S10-card10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0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지나온 수를 읽어요.</a:t>
            </a:r>
            <a:endParaRPr lang="ko-KR" sz="3200" dirty="0"/>
          </a:p>
        </p:txBody>
      </p:sp>
      <p:sp>
        <p:nvSpPr>
          <p:cNvPr id="5" name="S10-figure1033" descr="시계: 짧은바늘이 1과 2 사이, 긴바늘이 6을 가리킴(1시 30분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0-line1034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line1035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0-line1036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0-line1037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0-line1038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0-line1039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0-line1040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0-line1041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0-line1042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0-line1043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0-line1044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0-line1045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0-line1046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0-line1047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0-line1048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0-line1049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0-line1050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0-line1051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0-line1052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0-line1053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0-line1054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0-line1055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0-line1056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0-line1057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0-line1058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0-line1059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0-line1060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0-line1061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0-line1062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0-line1063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0-line1064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0-line1065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0-line1066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0-line1067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0-line1068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0-line1069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0-line1070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0-line1071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0-line1072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0-line1073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0-line1074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0-line1075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0-line1076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0-line1077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0-line1078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0-line1079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0-line1080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0-line1081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0-line1082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0-line1083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0-line1084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0-line1085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0-line1086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0-line1087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0-line1088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0-line1089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0-line1090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0-line1091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0-line1092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0-line1093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0-label1094"/>
          <p:cNvSpPr txBox="1"/>
          <p:nvPr/>
        </p:nvSpPr>
        <p:spPr>
          <a:xfrm>
            <a:off x="2591410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0-label1095"/>
          <p:cNvSpPr txBox="1"/>
          <p:nvPr/>
        </p:nvSpPr>
        <p:spPr>
          <a:xfrm>
            <a:off x="30124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0-label1096"/>
          <p:cNvSpPr txBox="1"/>
          <p:nvPr/>
        </p:nvSpPr>
        <p:spPr>
          <a:xfrm>
            <a:off x="31665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0-label1097"/>
          <p:cNvSpPr txBox="1"/>
          <p:nvPr/>
        </p:nvSpPr>
        <p:spPr>
          <a:xfrm>
            <a:off x="30124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0-label1098"/>
          <p:cNvSpPr txBox="1"/>
          <p:nvPr/>
        </p:nvSpPr>
        <p:spPr>
          <a:xfrm>
            <a:off x="2591410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0-label1099"/>
          <p:cNvSpPr txBox="1"/>
          <p:nvPr/>
        </p:nvSpPr>
        <p:spPr>
          <a:xfrm>
            <a:off x="2016252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0-label1100"/>
          <p:cNvSpPr txBox="1"/>
          <p:nvPr/>
        </p:nvSpPr>
        <p:spPr>
          <a:xfrm>
            <a:off x="144109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0-label1101"/>
          <p:cNvSpPr txBox="1"/>
          <p:nvPr/>
        </p:nvSpPr>
        <p:spPr>
          <a:xfrm>
            <a:off x="1020050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0-label1102"/>
          <p:cNvSpPr txBox="1"/>
          <p:nvPr/>
        </p:nvSpPr>
        <p:spPr>
          <a:xfrm>
            <a:off x="86593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0-label1103"/>
          <p:cNvSpPr txBox="1"/>
          <p:nvPr/>
        </p:nvSpPr>
        <p:spPr>
          <a:xfrm>
            <a:off x="1020050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0-label1104"/>
          <p:cNvSpPr txBox="1"/>
          <p:nvPr/>
        </p:nvSpPr>
        <p:spPr>
          <a:xfrm>
            <a:off x="144109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0-label1105"/>
          <p:cNvSpPr txBox="1"/>
          <p:nvPr/>
        </p:nvSpPr>
        <p:spPr>
          <a:xfrm>
            <a:off x="2016252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0-line1106"/>
          <p:cNvSpPr/>
          <p:nvPr/>
        </p:nvSpPr>
        <p:spPr>
          <a:xfrm flipV="1">
            <a:off x="2290572" y="2414207"/>
            <a:ext cx="549592" cy="5495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0-line1107"/>
          <p:cNvSpPr/>
          <p:nvPr/>
        </p:nvSpPr>
        <p:spPr>
          <a:xfrm>
            <a:off x="2290572" y="2963799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0-pin1108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0-label1109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10-figure1110" descr="시계: 짧은바늘이 10과 11 사이, 긴바늘이 6을 가리킴(10시 30분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0-line1111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0-line1112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0-line1113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0-line1114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0-line1115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0-line1116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0-line1117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0-line1118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0-line1119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0-line1120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0-line1121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0-line1122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0-line1123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0-line1124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0-line1125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0-line1126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0-line1127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0-line1128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0-line1129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0-line1130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0-line1131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0-line1132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0-line1133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0-line1134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0-line1135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0-line1136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0-line1137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0-line1138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0-line1139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0-line1140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0-line1141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0-line1142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0-line1143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0-line1144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0-line1145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0-line1146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0-line1147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0-line1148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0-line1149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0-line1150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0-line1151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0-line1152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0-line1153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0-line1154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0-line1155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0-line1156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0-line1157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0-line1158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0-line1159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0-line1160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0-line1161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0-line1162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0-line1163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0-line1164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0-line1165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0-line1166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0-line1167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0-line1168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0-line1169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0-line1170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0-label1171"/>
          <p:cNvSpPr txBox="1"/>
          <p:nvPr/>
        </p:nvSpPr>
        <p:spPr>
          <a:xfrm>
            <a:off x="6395314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10-label1172"/>
          <p:cNvSpPr txBox="1"/>
          <p:nvPr/>
        </p:nvSpPr>
        <p:spPr>
          <a:xfrm>
            <a:off x="68163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10-label1173"/>
          <p:cNvSpPr txBox="1"/>
          <p:nvPr/>
        </p:nvSpPr>
        <p:spPr>
          <a:xfrm>
            <a:off x="697047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10-label1174"/>
          <p:cNvSpPr txBox="1"/>
          <p:nvPr/>
        </p:nvSpPr>
        <p:spPr>
          <a:xfrm>
            <a:off x="68163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10-label1175"/>
          <p:cNvSpPr txBox="1"/>
          <p:nvPr/>
        </p:nvSpPr>
        <p:spPr>
          <a:xfrm>
            <a:off x="6395314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10-label1176"/>
          <p:cNvSpPr txBox="1"/>
          <p:nvPr/>
        </p:nvSpPr>
        <p:spPr>
          <a:xfrm>
            <a:off x="5820156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10-label1177"/>
          <p:cNvSpPr txBox="1"/>
          <p:nvPr/>
        </p:nvSpPr>
        <p:spPr>
          <a:xfrm>
            <a:off x="524499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10-label1178"/>
          <p:cNvSpPr txBox="1"/>
          <p:nvPr/>
        </p:nvSpPr>
        <p:spPr>
          <a:xfrm>
            <a:off x="4823954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10-label1179"/>
          <p:cNvSpPr txBox="1"/>
          <p:nvPr/>
        </p:nvSpPr>
        <p:spPr>
          <a:xfrm>
            <a:off x="466984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10-label1180"/>
          <p:cNvSpPr txBox="1"/>
          <p:nvPr/>
        </p:nvSpPr>
        <p:spPr>
          <a:xfrm>
            <a:off x="4823954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10-label1181"/>
          <p:cNvSpPr txBox="1"/>
          <p:nvPr/>
        </p:nvSpPr>
        <p:spPr>
          <a:xfrm>
            <a:off x="524499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10-label1182"/>
          <p:cNvSpPr txBox="1"/>
          <p:nvPr/>
        </p:nvSpPr>
        <p:spPr>
          <a:xfrm>
            <a:off x="5820156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10-line1183"/>
          <p:cNvSpPr/>
          <p:nvPr/>
        </p:nvSpPr>
        <p:spPr>
          <a:xfrm flipH="1" flipV="1">
            <a:off x="5544884" y="2414207"/>
            <a:ext cx="549592" cy="5495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0-line1184"/>
          <p:cNvSpPr/>
          <p:nvPr/>
        </p:nvSpPr>
        <p:spPr>
          <a:xfrm>
            <a:off x="6094476" y="2963799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0-pin1185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0-label1186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10-figure1187" descr="시계: 짧은바늘이 4와 5 사이, 긴바늘이 6을 가리킴(4시 30분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10-line1188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10-line1189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10-line1190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0-line1191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0-line1192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0-line1193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10-line1194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0-line1195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0-line1196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0-line1197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0-line1198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10-line1199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0-line1200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0-line1201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0-line1202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0-line1203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10-line1204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0-line1205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0-line1206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0-line1207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0-line1208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10-line1209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0-line1210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0-line1211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0-line1212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0-line1213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10-line1214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0-line1215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0-line1216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0-line1217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0-line1218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10-line1219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0-line1220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0-line1221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0-line1222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0-line1223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10-line1224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0-line1225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0-line1226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0-line1227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0-line1228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10-line1229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0-line1230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0-line1231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0-line1232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0-line1233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10-line1234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0-line1235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0-line1236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0-line1237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0-line1238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10-line1239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0-line1240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0-line1241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0-line1242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0-line1243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10-line1244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0-line1245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0-line1246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0-line1247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0-label1248"/>
          <p:cNvSpPr txBox="1"/>
          <p:nvPr/>
        </p:nvSpPr>
        <p:spPr>
          <a:xfrm>
            <a:off x="10199218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10-label1249"/>
          <p:cNvSpPr txBox="1"/>
          <p:nvPr/>
        </p:nvSpPr>
        <p:spPr>
          <a:xfrm>
            <a:off x="10620262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10-label1250"/>
          <p:cNvSpPr txBox="1"/>
          <p:nvPr/>
        </p:nvSpPr>
        <p:spPr>
          <a:xfrm>
            <a:off x="1077437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10-label1251"/>
          <p:cNvSpPr txBox="1"/>
          <p:nvPr/>
        </p:nvSpPr>
        <p:spPr>
          <a:xfrm>
            <a:off x="10620262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10-label1252"/>
          <p:cNvSpPr txBox="1"/>
          <p:nvPr/>
        </p:nvSpPr>
        <p:spPr>
          <a:xfrm>
            <a:off x="10199218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10-label1253"/>
          <p:cNvSpPr txBox="1"/>
          <p:nvPr/>
        </p:nvSpPr>
        <p:spPr>
          <a:xfrm>
            <a:off x="9624060" y="3931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10-label1254"/>
          <p:cNvSpPr txBox="1"/>
          <p:nvPr/>
        </p:nvSpPr>
        <p:spPr>
          <a:xfrm>
            <a:off x="9048902" y="37771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10-label1255"/>
          <p:cNvSpPr txBox="1"/>
          <p:nvPr/>
        </p:nvSpPr>
        <p:spPr>
          <a:xfrm>
            <a:off x="8627858" y="33560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10-label1256"/>
          <p:cNvSpPr txBox="1"/>
          <p:nvPr/>
        </p:nvSpPr>
        <p:spPr>
          <a:xfrm>
            <a:off x="84737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10-label1257"/>
          <p:cNvSpPr txBox="1"/>
          <p:nvPr/>
        </p:nvSpPr>
        <p:spPr>
          <a:xfrm>
            <a:off x="8627858" y="2205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10-label1258"/>
          <p:cNvSpPr txBox="1"/>
          <p:nvPr/>
        </p:nvSpPr>
        <p:spPr>
          <a:xfrm>
            <a:off x="9048902" y="17847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10-label1259"/>
          <p:cNvSpPr txBox="1"/>
          <p:nvPr/>
        </p:nvSpPr>
        <p:spPr>
          <a:xfrm>
            <a:off x="9624060" y="1630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10-line1260"/>
          <p:cNvSpPr/>
          <p:nvPr/>
        </p:nvSpPr>
        <p:spPr>
          <a:xfrm>
            <a:off x="9898380" y="2963799"/>
            <a:ext cx="549592" cy="5495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10-line1261"/>
          <p:cNvSpPr/>
          <p:nvPr/>
        </p:nvSpPr>
        <p:spPr>
          <a:xfrm>
            <a:off x="9898380" y="2963799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10-pin1262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10-label1263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11-card12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2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5" name="S11-figure1266" descr="시계: 짧은바늘이 4와 5 사이, 긴바늘이 6을 가리킴(4시 30분)"/>
          <p:cNvSpPr/>
          <p:nvPr/>
        </p:nvSpPr>
        <p:spPr>
          <a:xfrm>
            <a:off x="167563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1-line1267"/>
          <p:cNvSpPr/>
          <p:nvPr/>
        </p:nvSpPr>
        <p:spPr>
          <a:xfrm>
            <a:off x="323011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line1268"/>
          <p:cNvSpPr/>
          <p:nvPr/>
        </p:nvSpPr>
        <p:spPr>
          <a:xfrm flipH="1">
            <a:off x="338065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1-line1269"/>
          <p:cNvSpPr/>
          <p:nvPr/>
        </p:nvSpPr>
        <p:spPr>
          <a:xfrm flipH="1">
            <a:off x="352954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1-line1270"/>
          <p:cNvSpPr/>
          <p:nvPr/>
        </p:nvSpPr>
        <p:spPr>
          <a:xfrm flipH="1">
            <a:off x="367515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1-line1271"/>
          <p:cNvSpPr/>
          <p:nvPr/>
        </p:nvSpPr>
        <p:spPr>
          <a:xfrm flipH="1">
            <a:off x="381589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1-line1272"/>
          <p:cNvSpPr/>
          <p:nvPr/>
        </p:nvSpPr>
        <p:spPr>
          <a:xfrm flipH="1">
            <a:off x="390357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1-line1273"/>
          <p:cNvSpPr/>
          <p:nvPr/>
        </p:nvSpPr>
        <p:spPr>
          <a:xfrm flipH="1">
            <a:off x="407663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1-line1274"/>
          <p:cNvSpPr/>
          <p:nvPr/>
        </p:nvSpPr>
        <p:spPr>
          <a:xfrm flipH="1">
            <a:off x="419378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1-line1275"/>
          <p:cNvSpPr/>
          <p:nvPr/>
        </p:nvSpPr>
        <p:spPr>
          <a:xfrm flipH="1">
            <a:off x="430038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1-line1276"/>
          <p:cNvSpPr/>
          <p:nvPr/>
        </p:nvSpPr>
        <p:spPr>
          <a:xfrm flipH="1">
            <a:off x="439524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1-line1277"/>
          <p:cNvSpPr/>
          <p:nvPr/>
        </p:nvSpPr>
        <p:spPr>
          <a:xfrm flipH="1">
            <a:off x="439657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1-line1278"/>
          <p:cNvSpPr/>
          <p:nvPr/>
        </p:nvSpPr>
        <p:spPr>
          <a:xfrm flipH="1">
            <a:off x="454578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1-line1279"/>
          <p:cNvSpPr/>
          <p:nvPr/>
        </p:nvSpPr>
        <p:spPr>
          <a:xfrm flipH="1">
            <a:off x="459981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1-line1280"/>
          <p:cNvSpPr/>
          <p:nvPr/>
        </p:nvSpPr>
        <p:spPr>
          <a:xfrm flipH="1">
            <a:off x="463882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1-line1281"/>
          <p:cNvSpPr/>
          <p:nvPr/>
        </p:nvSpPr>
        <p:spPr>
          <a:xfrm flipH="1">
            <a:off x="466240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1-line1282"/>
          <p:cNvSpPr/>
          <p:nvPr/>
        </p:nvSpPr>
        <p:spPr>
          <a:xfrm flipH="1">
            <a:off x="457702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1-line1283"/>
          <p:cNvSpPr/>
          <p:nvPr/>
        </p:nvSpPr>
        <p:spPr>
          <a:xfrm flipH="1" flipV="1">
            <a:off x="466240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1-line1284"/>
          <p:cNvSpPr/>
          <p:nvPr/>
        </p:nvSpPr>
        <p:spPr>
          <a:xfrm flipH="1" flipV="1">
            <a:off x="463882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1-line1285"/>
          <p:cNvSpPr/>
          <p:nvPr/>
        </p:nvSpPr>
        <p:spPr>
          <a:xfrm flipH="1" flipV="1">
            <a:off x="459981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1-line1286"/>
          <p:cNvSpPr/>
          <p:nvPr/>
        </p:nvSpPr>
        <p:spPr>
          <a:xfrm flipH="1" flipV="1">
            <a:off x="454578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1-line1287"/>
          <p:cNvSpPr/>
          <p:nvPr/>
        </p:nvSpPr>
        <p:spPr>
          <a:xfrm flipH="1" flipV="1">
            <a:off x="439657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1-line1288"/>
          <p:cNvSpPr/>
          <p:nvPr/>
        </p:nvSpPr>
        <p:spPr>
          <a:xfrm flipH="1" flipV="1">
            <a:off x="439524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1-line1289"/>
          <p:cNvSpPr/>
          <p:nvPr/>
        </p:nvSpPr>
        <p:spPr>
          <a:xfrm flipH="1" flipV="1">
            <a:off x="430038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1-line1290"/>
          <p:cNvSpPr/>
          <p:nvPr/>
        </p:nvSpPr>
        <p:spPr>
          <a:xfrm flipH="1" flipV="1">
            <a:off x="419378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1-line1291"/>
          <p:cNvSpPr/>
          <p:nvPr/>
        </p:nvSpPr>
        <p:spPr>
          <a:xfrm flipH="1" flipV="1">
            <a:off x="407663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1-line1292"/>
          <p:cNvSpPr/>
          <p:nvPr/>
        </p:nvSpPr>
        <p:spPr>
          <a:xfrm flipH="1" flipV="1">
            <a:off x="390357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1-line1293"/>
          <p:cNvSpPr/>
          <p:nvPr/>
        </p:nvSpPr>
        <p:spPr>
          <a:xfrm flipH="1" flipV="1">
            <a:off x="381589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1-line1294"/>
          <p:cNvSpPr/>
          <p:nvPr/>
        </p:nvSpPr>
        <p:spPr>
          <a:xfrm flipH="1" flipV="1">
            <a:off x="367515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1-line1295"/>
          <p:cNvSpPr/>
          <p:nvPr/>
        </p:nvSpPr>
        <p:spPr>
          <a:xfrm flipH="1" flipV="1">
            <a:off x="352954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1-line1296"/>
          <p:cNvSpPr/>
          <p:nvPr/>
        </p:nvSpPr>
        <p:spPr>
          <a:xfrm flipH="1" flipV="1">
            <a:off x="338065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1-line1297"/>
          <p:cNvSpPr/>
          <p:nvPr/>
        </p:nvSpPr>
        <p:spPr>
          <a:xfrm flipV="1">
            <a:off x="323011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1-line1298"/>
          <p:cNvSpPr/>
          <p:nvPr/>
        </p:nvSpPr>
        <p:spPr>
          <a:xfrm flipV="1">
            <a:off x="307145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1-line1299"/>
          <p:cNvSpPr/>
          <p:nvPr/>
        </p:nvSpPr>
        <p:spPr>
          <a:xfrm flipV="1">
            <a:off x="291452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1-line1300"/>
          <p:cNvSpPr/>
          <p:nvPr/>
        </p:nvSpPr>
        <p:spPr>
          <a:xfrm flipV="1">
            <a:off x="276106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1-line1301"/>
          <p:cNvSpPr/>
          <p:nvPr/>
        </p:nvSpPr>
        <p:spPr>
          <a:xfrm flipV="1">
            <a:off x="261273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1-line1302"/>
          <p:cNvSpPr/>
          <p:nvPr/>
        </p:nvSpPr>
        <p:spPr>
          <a:xfrm flipV="1">
            <a:off x="247116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1-line1303"/>
          <p:cNvSpPr/>
          <p:nvPr/>
        </p:nvSpPr>
        <p:spPr>
          <a:xfrm flipV="1">
            <a:off x="233791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1-line1304"/>
          <p:cNvSpPr/>
          <p:nvPr/>
        </p:nvSpPr>
        <p:spPr>
          <a:xfrm flipV="1">
            <a:off x="221444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1-line1305"/>
          <p:cNvSpPr/>
          <p:nvPr/>
        </p:nvSpPr>
        <p:spPr>
          <a:xfrm flipV="1">
            <a:off x="210209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1-line1306"/>
          <p:cNvSpPr/>
          <p:nvPr/>
        </p:nvSpPr>
        <p:spPr>
          <a:xfrm flipV="1">
            <a:off x="200210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1-line1307"/>
          <p:cNvSpPr/>
          <p:nvPr/>
        </p:nvSpPr>
        <p:spPr>
          <a:xfrm flipV="1">
            <a:off x="191557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1-line1308"/>
          <p:cNvSpPr/>
          <p:nvPr/>
        </p:nvSpPr>
        <p:spPr>
          <a:xfrm flipV="1">
            <a:off x="184344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1-line1309"/>
          <p:cNvSpPr/>
          <p:nvPr/>
        </p:nvSpPr>
        <p:spPr>
          <a:xfrm flipV="1">
            <a:off x="178650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1-line1310"/>
          <p:cNvSpPr/>
          <p:nvPr/>
        </p:nvSpPr>
        <p:spPr>
          <a:xfrm flipV="1">
            <a:off x="174538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1-line1311"/>
          <p:cNvSpPr/>
          <p:nvPr/>
        </p:nvSpPr>
        <p:spPr>
          <a:xfrm flipV="1">
            <a:off x="172052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1-line1312"/>
          <p:cNvSpPr/>
          <p:nvPr/>
        </p:nvSpPr>
        <p:spPr>
          <a:xfrm>
            <a:off x="171221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1-line1313"/>
          <p:cNvSpPr/>
          <p:nvPr/>
        </p:nvSpPr>
        <p:spPr>
          <a:xfrm>
            <a:off x="172052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1-line1314"/>
          <p:cNvSpPr/>
          <p:nvPr/>
        </p:nvSpPr>
        <p:spPr>
          <a:xfrm>
            <a:off x="174538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1-line1315"/>
          <p:cNvSpPr/>
          <p:nvPr/>
        </p:nvSpPr>
        <p:spPr>
          <a:xfrm>
            <a:off x="178650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1-line1316"/>
          <p:cNvSpPr/>
          <p:nvPr/>
        </p:nvSpPr>
        <p:spPr>
          <a:xfrm>
            <a:off x="184344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1-line1317"/>
          <p:cNvSpPr/>
          <p:nvPr/>
        </p:nvSpPr>
        <p:spPr>
          <a:xfrm>
            <a:off x="191557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1-line1318"/>
          <p:cNvSpPr/>
          <p:nvPr/>
        </p:nvSpPr>
        <p:spPr>
          <a:xfrm>
            <a:off x="200210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1-line1319"/>
          <p:cNvSpPr/>
          <p:nvPr/>
        </p:nvSpPr>
        <p:spPr>
          <a:xfrm>
            <a:off x="210209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1-line1320"/>
          <p:cNvSpPr/>
          <p:nvPr/>
        </p:nvSpPr>
        <p:spPr>
          <a:xfrm>
            <a:off x="221444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1-line1321"/>
          <p:cNvSpPr/>
          <p:nvPr/>
        </p:nvSpPr>
        <p:spPr>
          <a:xfrm>
            <a:off x="233791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1-line1322"/>
          <p:cNvSpPr/>
          <p:nvPr/>
        </p:nvSpPr>
        <p:spPr>
          <a:xfrm>
            <a:off x="247116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1-line1323"/>
          <p:cNvSpPr/>
          <p:nvPr/>
        </p:nvSpPr>
        <p:spPr>
          <a:xfrm>
            <a:off x="261273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1-line1324"/>
          <p:cNvSpPr/>
          <p:nvPr/>
        </p:nvSpPr>
        <p:spPr>
          <a:xfrm>
            <a:off x="276106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1-line1325"/>
          <p:cNvSpPr/>
          <p:nvPr/>
        </p:nvSpPr>
        <p:spPr>
          <a:xfrm>
            <a:off x="291452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1-line1326"/>
          <p:cNvSpPr/>
          <p:nvPr/>
        </p:nvSpPr>
        <p:spPr>
          <a:xfrm>
            <a:off x="307145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1-label1327"/>
          <p:cNvSpPr txBox="1"/>
          <p:nvPr/>
        </p:nvSpPr>
        <p:spPr>
          <a:xfrm>
            <a:off x="3530956" y="204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1-label1328"/>
          <p:cNvSpPr txBox="1"/>
          <p:nvPr/>
        </p:nvSpPr>
        <p:spPr>
          <a:xfrm>
            <a:off x="3952000" y="246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1-label1329"/>
          <p:cNvSpPr txBox="1"/>
          <p:nvPr/>
        </p:nvSpPr>
        <p:spPr>
          <a:xfrm>
            <a:off x="4106113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1-label1330"/>
          <p:cNvSpPr txBox="1"/>
          <p:nvPr/>
        </p:nvSpPr>
        <p:spPr>
          <a:xfrm>
            <a:off x="3952000" y="36155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1-label1331"/>
          <p:cNvSpPr txBox="1"/>
          <p:nvPr/>
        </p:nvSpPr>
        <p:spPr>
          <a:xfrm>
            <a:off x="3530956" y="40365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1-label1332"/>
          <p:cNvSpPr txBox="1"/>
          <p:nvPr/>
        </p:nvSpPr>
        <p:spPr>
          <a:xfrm>
            <a:off x="2955798" y="41906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1-label1333"/>
          <p:cNvSpPr txBox="1"/>
          <p:nvPr/>
        </p:nvSpPr>
        <p:spPr>
          <a:xfrm>
            <a:off x="2380640" y="40365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1-label1334"/>
          <p:cNvSpPr txBox="1"/>
          <p:nvPr/>
        </p:nvSpPr>
        <p:spPr>
          <a:xfrm>
            <a:off x="1959596" y="36155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1-label1335"/>
          <p:cNvSpPr txBox="1"/>
          <p:nvPr/>
        </p:nvSpPr>
        <p:spPr>
          <a:xfrm>
            <a:off x="1805483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1-label1336"/>
          <p:cNvSpPr txBox="1"/>
          <p:nvPr/>
        </p:nvSpPr>
        <p:spPr>
          <a:xfrm>
            <a:off x="1959596" y="246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1-label1337"/>
          <p:cNvSpPr txBox="1"/>
          <p:nvPr/>
        </p:nvSpPr>
        <p:spPr>
          <a:xfrm>
            <a:off x="2380640" y="204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1-label1338"/>
          <p:cNvSpPr txBox="1"/>
          <p:nvPr/>
        </p:nvSpPr>
        <p:spPr>
          <a:xfrm>
            <a:off x="2955798" y="18900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1-line1339"/>
          <p:cNvSpPr/>
          <p:nvPr/>
        </p:nvSpPr>
        <p:spPr>
          <a:xfrm>
            <a:off x="3230118" y="3223260"/>
            <a:ext cx="549592" cy="5495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1-line1340"/>
          <p:cNvSpPr/>
          <p:nvPr/>
        </p:nvSpPr>
        <p:spPr>
          <a:xfrm>
            <a:off x="3230118" y="3223260"/>
            <a:ext cx="0" cy="121249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1-pin1341"/>
          <p:cNvSpPr/>
          <p:nvPr/>
        </p:nvSpPr>
        <p:spPr>
          <a:xfrm>
            <a:off x="317525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1-card1342"/>
          <p:cNvSpPr/>
          <p:nvPr/>
        </p:nvSpPr>
        <p:spPr>
          <a:xfrm>
            <a:off x="6277356" y="180492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11-cardtext1343"/>
          <p:cNvSpPr txBox="1"/>
          <p:nvPr/>
        </p:nvSpPr>
        <p:spPr>
          <a:xfrm>
            <a:off x="6551676" y="194208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5시 30분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“짧은바늘 옆에 5가 있어요.”</a:t>
            </a:r>
            <a:endParaRPr lang="ko-KR" sz="3200" dirty="0"/>
          </a:p>
        </p:txBody>
      </p:sp>
      <p:sp>
        <p:nvSpPr>
          <p:cNvPr id="83" name="S11-card1344"/>
          <p:cNvSpPr/>
          <p:nvPr/>
        </p:nvSpPr>
        <p:spPr>
          <a:xfrm>
            <a:off x="6277356" y="333756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4" name="S11-cardtext1345"/>
          <p:cNvSpPr txBox="1"/>
          <p:nvPr/>
        </p:nvSpPr>
        <p:spPr>
          <a:xfrm>
            <a:off x="6551676" y="347472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4시 30분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“짧은바늘이 4를 지났어요.”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ard134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34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몇 시인지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종이 시계에 2시 30분을 그려요.</a:t>
            </a:r>
            <a:endParaRPr lang="ko-KR" sz="3200" dirty="0"/>
          </a:p>
        </p:txBody>
      </p:sp>
      <p:sp>
        <p:nvSpPr>
          <p:cNvPr id="5" name="S12-figure1348" descr="시계: 짧은바늘이 6, 긴바늘이 12를 가리킴(6시)"/>
          <p:cNvSpPr/>
          <p:nvPr/>
        </p:nvSpPr>
        <p:spPr>
          <a:xfrm>
            <a:off x="1821307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2-line1349"/>
          <p:cNvSpPr/>
          <p:nvPr/>
        </p:nvSpPr>
        <p:spPr>
          <a:xfrm>
            <a:off x="3241548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2-line1350"/>
          <p:cNvSpPr/>
          <p:nvPr/>
        </p:nvSpPr>
        <p:spPr>
          <a:xfrm flipH="1">
            <a:off x="3378758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2-line1351"/>
          <p:cNvSpPr/>
          <p:nvPr/>
        </p:nvSpPr>
        <p:spPr>
          <a:xfrm flipH="1">
            <a:off x="351446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352"/>
          <p:cNvSpPr/>
          <p:nvPr/>
        </p:nvSpPr>
        <p:spPr>
          <a:xfrm flipH="1">
            <a:off x="3647180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353"/>
          <p:cNvSpPr/>
          <p:nvPr/>
        </p:nvSpPr>
        <p:spPr>
          <a:xfrm flipH="1">
            <a:off x="3775452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354"/>
          <p:cNvSpPr/>
          <p:nvPr/>
        </p:nvSpPr>
        <p:spPr>
          <a:xfrm flipH="1">
            <a:off x="3855267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2-line1355"/>
          <p:cNvSpPr/>
          <p:nvPr/>
        </p:nvSpPr>
        <p:spPr>
          <a:xfrm flipH="1">
            <a:off x="4013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2-line1356"/>
          <p:cNvSpPr/>
          <p:nvPr/>
        </p:nvSpPr>
        <p:spPr>
          <a:xfrm flipH="1">
            <a:off x="4119884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357"/>
          <p:cNvSpPr/>
          <p:nvPr/>
        </p:nvSpPr>
        <p:spPr>
          <a:xfrm flipH="1">
            <a:off x="4217039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358"/>
          <p:cNvSpPr/>
          <p:nvPr/>
        </p:nvSpPr>
        <p:spPr>
          <a:xfrm flipH="1">
            <a:off x="4303507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359"/>
          <p:cNvSpPr/>
          <p:nvPr/>
        </p:nvSpPr>
        <p:spPr>
          <a:xfrm flipH="1">
            <a:off x="4304541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2-line1360"/>
          <p:cNvSpPr/>
          <p:nvPr/>
        </p:nvSpPr>
        <p:spPr>
          <a:xfrm flipH="1">
            <a:off x="4440716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2-line1361"/>
          <p:cNvSpPr/>
          <p:nvPr/>
        </p:nvSpPr>
        <p:spPr>
          <a:xfrm flipH="1">
            <a:off x="4489955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362"/>
          <p:cNvSpPr/>
          <p:nvPr/>
        </p:nvSpPr>
        <p:spPr>
          <a:xfrm flipH="1">
            <a:off x="4525516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363"/>
          <p:cNvSpPr/>
          <p:nvPr/>
        </p:nvSpPr>
        <p:spPr>
          <a:xfrm flipH="1">
            <a:off x="4547010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364"/>
          <p:cNvSpPr/>
          <p:nvPr/>
        </p:nvSpPr>
        <p:spPr>
          <a:xfrm flipH="1">
            <a:off x="4468986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2-line1365"/>
          <p:cNvSpPr/>
          <p:nvPr/>
        </p:nvSpPr>
        <p:spPr>
          <a:xfrm flipH="1" flipV="1">
            <a:off x="4547010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2-line1366"/>
          <p:cNvSpPr/>
          <p:nvPr/>
        </p:nvSpPr>
        <p:spPr>
          <a:xfrm flipH="1" flipV="1">
            <a:off x="4525516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367"/>
          <p:cNvSpPr/>
          <p:nvPr/>
        </p:nvSpPr>
        <p:spPr>
          <a:xfrm flipH="1" flipV="1">
            <a:off x="4489955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368"/>
          <p:cNvSpPr/>
          <p:nvPr/>
        </p:nvSpPr>
        <p:spPr>
          <a:xfrm flipH="1" flipV="1">
            <a:off x="4440716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369"/>
          <p:cNvSpPr/>
          <p:nvPr/>
        </p:nvSpPr>
        <p:spPr>
          <a:xfrm flipH="1" flipV="1">
            <a:off x="4304541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2-line1370"/>
          <p:cNvSpPr/>
          <p:nvPr/>
        </p:nvSpPr>
        <p:spPr>
          <a:xfrm flipH="1" flipV="1">
            <a:off x="4303507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2-line1371"/>
          <p:cNvSpPr/>
          <p:nvPr/>
        </p:nvSpPr>
        <p:spPr>
          <a:xfrm flipH="1" flipV="1">
            <a:off x="4217039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372"/>
          <p:cNvSpPr/>
          <p:nvPr/>
        </p:nvSpPr>
        <p:spPr>
          <a:xfrm flipH="1" flipV="1">
            <a:off x="4119884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373"/>
          <p:cNvSpPr/>
          <p:nvPr/>
        </p:nvSpPr>
        <p:spPr>
          <a:xfrm flipH="1" flipV="1">
            <a:off x="4013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374"/>
          <p:cNvSpPr/>
          <p:nvPr/>
        </p:nvSpPr>
        <p:spPr>
          <a:xfrm flipH="1" flipV="1">
            <a:off x="3855267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2-line1375"/>
          <p:cNvSpPr/>
          <p:nvPr/>
        </p:nvSpPr>
        <p:spPr>
          <a:xfrm flipH="1" flipV="1">
            <a:off x="3775452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2-line1376"/>
          <p:cNvSpPr/>
          <p:nvPr/>
        </p:nvSpPr>
        <p:spPr>
          <a:xfrm flipH="1" flipV="1">
            <a:off x="3647180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377"/>
          <p:cNvSpPr/>
          <p:nvPr/>
        </p:nvSpPr>
        <p:spPr>
          <a:xfrm flipH="1" flipV="1">
            <a:off x="351446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378"/>
          <p:cNvSpPr/>
          <p:nvPr/>
        </p:nvSpPr>
        <p:spPr>
          <a:xfrm flipH="1" flipV="1">
            <a:off x="3378758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379"/>
          <p:cNvSpPr/>
          <p:nvPr/>
        </p:nvSpPr>
        <p:spPr>
          <a:xfrm flipV="1">
            <a:off x="3241548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2-line1380"/>
          <p:cNvSpPr/>
          <p:nvPr/>
        </p:nvSpPr>
        <p:spPr>
          <a:xfrm flipV="1">
            <a:off x="3096916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2-line1381"/>
          <p:cNvSpPr/>
          <p:nvPr/>
        </p:nvSpPr>
        <p:spPr>
          <a:xfrm flipV="1">
            <a:off x="2953868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382"/>
          <p:cNvSpPr/>
          <p:nvPr/>
        </p:nvSpPr>
        <p:spPr>
          <a:xfrm flipV="1">
            <a:off x="2813972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383"/>
          <p:cNvSpPr/>
          <p:nvPr/>
        </p:nvSpPr>
        <p:spPr>
          <a:xfrm flipV="1">
            <a:off x="2678761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384"/>
          <p:cNvSpPr/>
          <p:nvPr/>
        </p:nvSpPr>
        <p:spPr>
          <a:xfrm flipV="1">
            <a:off x="2549716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2-line1385"/>
          <p:cNvSpPr/>
          <p:nvPr/>
        </p:nvSpPr>
        <p:spPr>
          <a:xfrm flipV="1">
            <a:off x="2428250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2-line1386"/>
          <p:cNvSpPr/>
          <p:nvPr/>
        </p:nvSpPr>
        <p:spPr>
          <a:xfrm flipV="1">
            <a:off x="2315695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387"/>
          <p:cNvSpPr/>
          <p:nvPr/>
        </p:nvSpPr>
        <p:spPr>
          <a:xfrm flipV="1">
            <a:off x="221328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388"/>
          <p:cNvSpPr/>
          <p:nvPr/>
        </p:nvSpPr>
        <p:spPr>
          <a:xfrm flipV="1">
            <a:off x="2122140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389"/>
          <p:cNvSpPr/>
          <p:nvPr/>
        </p:nvSpPr>
        <p:spPr>
          <a:xfrm flipV="1">
            <a:off x="2043259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2-line1390"/>
          <p:cNvSpPr/>
          <p:nvPr/>
        </p:nvSpPr>
        <p:spPr>
          <a:xfrm flipV="1">
            <a:off x="1977507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2-line1391"/>
          <p:cNvSpPr/>
          <p:nvPr/>
        </p:nvSpPr>
        <p:spPr>
          <a:xfrm flipV="1">
            <a:off x="1925604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392"/>
          <p:cNvSpPr/>
          <p:nvPr/>
        </p:nvSpPr>
        <p:spPr>
          <a:xfrm flipV="1">
            <a:off x="1888119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393"/>
          <p:cNvSpPr/>
          <p:nvPr/>
        </p:nvSpPr>
        <p:spPr>
          <a:xfrm flipV="1">
            <a:off x="1865463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394"/>
          <p:cNvSpPr/>
          <p:nvPr/>
        </p:nvSpPr>
        <p:spPr>
          <a:xfrm>
            <a:off x="1857883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2-line1395"/>
          <p:cNvSpPr/>
          <p:nvPr/>
        </p:nvSpPr>
        <p:spPr>
          <a:xfrm>
            <a:off x="1865463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2-line1396"/>
          <p:cNvSpPr/>
          <p:nvPr/>
        </p:nvSpPr>
        <p:spPr>
          <a:xfrm>
            <a:off x="1888119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397"/>
          <p:cNvSpPr/>
          <p:nvPr/>
        </p:nvSpPr>
        <p:spPr>
          <a:xfrm>
            <a:off x="1925604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398"/>
          <p:cNvSpPr/>
          <p:nvPr/>
        </p:nvSpPr>
        <p:spPr>
          <a:xfrm>
            <a:off x="1977507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399"/>
          <p:cNvSpPr/>
          <p:nvPr/>
        </p:nvSpPr>
        <p:spPr>
          <a:xfrm>
            <a:off x="2043259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2-line1400"/>
          <p:cNvSpPr/>
          <p:nvPr/>
        </p:nvSpPr>
        <p:spPr>
          <a:xfrm>
            <a:off x="2122140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2-line1401"/>
          <p:cNvSpPr/>
          <p:nvPr/>
        </p:nvSpPr>
        <p:spPr>
          <a:xfrm>
            <a:off x="221328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402"/>
          <p:cNvSpPr/>
          <p:nvPr/>
        </p:nvSpPr>
        <p:spPr>
          <a:xfrm>
            <a:off x="2315695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403"/>
          <p:cNvSpPr/>
          <p:nvPr/>
        </p:nvSpPr>
        <p:spPr>
          <a:xfrm>
            <a:off x="2428250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404"/>
          <p:cNvSpPr/>
          <p:nvPr/>
        </p:nvSpPr>
        <p:spPr>
          <a:xfrm>
            <a:off x="2549716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2-line1405"/>
          <p:cNvSpPr/>
          <p:nvPr/>
        </p:nvSpPr>
        <p:spPr>
          <a:xfrm>
            <a:off x="2678761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2-line1406"/>
          <p:cNvSpPr/>
          <p:nvPr/>
        </p:nvSpPr>
        <p:spPr>
          <a:xfrm>
            <a:off x="2813972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407"/>
          <p:cNvSpPr/>
          <p:nvPr/>
        </p:nvSpPr>
        <p:spPr>
          <a:xfrm>
            <a:off x="2953868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408"/>
          <p:cNvSpPr/>
          <p:nvPr/>
        </p:nvSpPr>
        <p:spPr>
          <a:xfrm>
            <a:off x="3096916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abel1409"/>
          <p:cNvSpPr txBox="1"/>
          <p:nvPr/>
        </p:nvSpPr>
        <p:spPr>
          <a:xfrm>
            <a:off x="3492717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7" name="S12-label1410"/>
          <p:cNvSpPr txBox="1"/>
          <p:nvPr/>
        </p:nvSpPr>
        <p:spPr>
          <a:xfrm>
            <a:off x="3877402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8" name="S12-label1411"/>
          <p:cNvSpPr txBox="1"/>
          <p:nvPr/>
        </p:nvSpPr>
        <p:spPr>
          <a:xfrm>
            <a:off x="4018206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9" name="S12-label1412"/>
          <p:cNvSpPr txBox="1"/>
          <p:nvPr/>
        </p:nvSpPr>
        <p:spPr>
          <a:xfrm>
            <a:off x="3877402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70" name="S12-label1413"/>
          <p:cNvSpPr txBox="1"/>
          <p:nvPr/>
        </p:nvSpPr>
        <p:spPr>
          <a:xfrm>
            <a:off x="3492717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1" name="S12-label1414"/>
          <p:cNvSpPr txBox="1"/>
          <p:nvPr/>
        </p:nvSpPr>
        <p:spPr>
          <a:xfrm>
            <a:off x="2967228" y="3614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2" name="S12-label1415"/>
          <p:cNvSpPr txBox="1"/>
          <p:nvPr/>
        </p:nvSpPr>
        <p:spPr>
          <a:xfrm>
            <a:off x="2441739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3" name="S12-label1416"/>
          <p:cNvSpPr txBox="1"/>
          <p:nvPr/>
        </p:nvSpPr>
        <p:spPr>
          <a:xfrm>
            <a:off x="2057054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4" name="S12-label1417"/>
          <p:cNvSpPr txBox="1"/>
          <p:nvPr/>
        </p:nvSpPr>
        <p:spPr>
          <a:xfrm>
            <a:off x="1916250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5" name="S12-label1418"/>
          <p:cNvSpPr txBox="1"/>
          <p:nvPr/>
        </p:nvSpPr>
        <p:spPr>
          <a:xfrm>
            <a:off x="2057054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6" name="S12-label1419"/>
          <p:cNvSpPr txBox="1"/>
          <p:nvPr/>
        </p:nvSpPr>
        <p:spPr>
          <a:xfrm>
            <a:off x="2441739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7" name="S12-label1420"/>
          <p:cNvSpPr txBox="1"/>
          <p:nvPr/>
        </p:nvSpPr>
        <p:spPr>
          <a:xfrm>
            <a:off x="2967228" y="15122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8" name="S12-line1421"/>
          <p:cNvSpPr/>
          <p:nvPr/>
        </p:nvSpPr>
        <p:spPr>
          <a:xfrm>
            <a:off x="3241548" y="2746121"/>
            <a:ext cx="0" cy="71012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2-line1422"/>
          <p:cNvSpPr/>
          <p:nvPr/>
        </p:nvSpPr>
        <p:spPr>
          <a:xfrm flipV="1">
            <a:off x="3241548" y="1638333"/>
            <a:ext cx="0" cy="110778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2-pin1423"/>
          <p:cNvSpPr/>
          <p:nvPr/>
        </p:nvSpPr>
        <p:spPr>
          <a:xfrm>
            <a:off x="3186684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2-label1424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12-figure1425" descr="시계: 짧은바늘이 9와 10 사이, 긴바늘이 6을 가리킴(9시 30분)"/>
          <p:cNvSpPr/>
          <p:nvPr/>
        </p:nvSpPr>
        <p:spPr>
          <a:xfrm>
            <a:off x="7527163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2-line1426"/>
          <p:cNvSpPr/>
          <p:nvPr/>
        </p:nvSpPr>
        <p:spPr>
          <a:xfrm>
            <a:off x="8947404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2-line1427"/>
          <p:cNvSpPr/>
          <p:nvPr/>
        </p:nvSpPr>
        <p:spPr>
          <a:xfrm flipH="1">
            <a:off x="9084614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2-line1428"/>
          <p:cNvSpPr/>
          <p:nvPr/>
        </p:nvSpPr>
        <p:spPr>
          <a:xfrm flipH="1">
            <a:off x="9220320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429"/>
          <p:cNvSpPr/>
          <p:nvPr/>
        </p:nvSpPr>
        <p:spPr>
          <a:xfrm flipH="1">
            <a:off x="9353036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430"/>
          <p:cNvSpPr/>
          <p:nvPr/>
        </p:nvSpPr>
        <p:spPr>
          <a:xfrm flipH="1">
            <a:off x="9481308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431"/>
          <p:cNvSpPr/>
          <p:nvPr/>
        </p:nvSpPr>
        <p:spPr>
          <a:xfrm flipH="1">
            <a:off x="9561123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2-line1432"/>
          <p:cNvSpPr/>
          <p:nvPr/>
        </p:nvSpPr>
        <p:spPr>
          <a:xfrm flipH="1">
            <a:off x="9718962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2-line1433"/>
          <p:cNvSpPr/>
          <p:nvPr/>
        </p:nvSpPr>
        <p:spPr>
          <a:xfrm flipH="1">
            <a:off x="9825740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434"/>
          <p:cNvSpPr/>
          <p:nvPr/>
        </p:nvSpPr>
        <p:spPr>
          <a:xfrm flipH="1">
            <a:off x="992289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435"/>
          <p:cNvSpPr/>
          <p:nvPr/>
        </p:nvSpPr>
        <p:spPr>
          <a:xfrm flipH="1">
            <a:off x="10009363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436"/>
          <p:cNvSpPr/>
          <p:nvPr/>
        </p:nvSpPr>
        <p:spPr>
          <a:xfrm flipH="1">
            <a:off x="10010397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2-line1437"/>
          <p:cNvSpPr/>
          <p:nvPr/>
        </p:nvSpPr>
        <p:spPr>
          <a:xfrm flipH="1">
            <a:off x="10146572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2-line1438"/>
          <p:cNvSpPr/>
          <p:nvPr/>
        </p:nvSpPr>
        <p:spPr>
          <a:xfrm flipH="1">
            <a:off x="10195811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439"/>
          <p:cNvSpPr/>
          <p:nvPr/>
        </p:nvSpPr>
        <p:spPr>
          <a:xfrm flipH="1">
            <a:off x="10231372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440"/>
          <p:cNvSpPr/>
          <p:nvPr/>
        </p:nvSpPr>
        <p:spPr>
          <a:xfrm flipH="1">
            <a:off x="10252866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441"/>
          <p:cNvSpPr/>
          <p:nvPr/>
        </p:nvSpPr>
        <p:spPr>
          <a:xfrm flipH="1">
            <a:off x="10174842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2-line1442"/>
          <p:cNvSpPr/>
          <p:nvPr/>
        </p:nvSpPr>
        <p:spPr>
          <a:xfrm flipH="1" flipV="1">
            <a:off x="10252866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2-line1443"/>
          <p:cNvSpPr/>
          <p:nvPr/>
        </p:nvSpPr>
        <p:spPr>
          <a:xfrm flipH="1" flipV="1">
            <a:off x="10231372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444"/>
          <p:cNvSpPr/>
          <p:nvPr/>
        </p:nvSpPr>
        <p:spPr>
          <a:xfrm flipH="1" flipV="1">
            <a:off x="10195811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445"/>
          <p:cNvSpPr/>
          <p:nvPr/>
        </p:nvSpPr>
        <p:spPr>
          <a:xfrm flipH="1" flipV="1">
            <a:off x="10146572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446"/>
          <p:cNvSpPr/>
          <p:nvPr/>
        </p:nvSpPr>
        <p:spPr>
          <a:xfrm flipH="1" flipV="1">
            <a:off x="10010397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2-line1447"/>
          <p:cNvSpPr/>
          <p:nvPr/>
        </p:nvSpPr>
        <p:spPr>
          <a:xfrm flipH="1" flipV="1">
            <a:off x="10009363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2-line1448"/>
          <p:cNvSpPr/>
          <p:nvPr/>
        </p:nvSpPr>
        <p:spPr>
          <a:xfrm flipH="1" flipV="1">
            <a:off x="992289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449"/>
          <p:cNvSpPr/>
          <p:nvPr/>
        </p:nvSpPr>
        <p:spPr>
          <a:xfrm flipH="1" flipV="1">
            <a:off x="9825740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450"/>
          <p:cNvSpPr/>
          <p:nvPr/>
        </p:nvSpPr>
        <p:spPr>
          <a:xfrm flipH="1" flipV="1">
            <a:off x="9718962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451"/>
          <p:cNvSpPr/>
          <p:nvPr/>
        </p:nvSpPr>
        <p:spPr>
          <a:xfrm flipH="1" flipV="1">
            <a:off x="9561123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2-line1452"/>
          <p:cNvSpPr/>
          <p:nvPr/>
        </p:nvSpPr>
        <p:spPr>
          <a:xfrm flipH="1" flipV="1">
            <a:off x="9481308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2-line1453"/>
          <p:cNvSpPr/>
          <p:nvPr/>
        </p:nvSpPr>
        <p:spPr>
          <a:xfrm flipH="1" flipV="1">
            <a:off x="9353036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454"/>
          <p:cNvSpPr/>
          <p:nvPr/>
        </p:nvSpPr>
        <p:spPr>
          <a:xfrm flipH="1" flipV="1">
            <a:off x="9220320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455"/>
          <p:cNvSpPr/>
          <p:nvPr/>
        </p:nvSpPr>
        <p:spPr>
          <a:xfrm flipH="1" flipV="1">
            <a:off x="9084614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456"/>
          <p:cNvSpPr/>
          <p:nvPr/>
        </p:nvSpPr>
        <p:spPr>
          <a:xfrm flipV="1">
            <a:off x="8947404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2-line1457"/>
          <p:cNvSpPr/>
          <p:nvPr/>
        </p:nvSpPr>
        <p:spPr>
          <a:xfrm flipV="1">
            <a:off x="8802772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2-line1458"/>
          <p:cNvSpPr/>
          <p:nvPr/>
        </p:nvSpPr>
        <p:spPr>
          <a:xfrm flipV="1">
            <a:off x="865972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459"/>
          <p:cNvSpPr/>
          <p:nvPr/>
        </p:nvSpPr>
        <p:spPr>
          <a:xfrm flipV="1">
            <a:off x="8519828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460"/>
          <p:cNvSpPr/>
          <p:nvPr/>
        </p:nvSpPr>
        <p:spPr>
          <a:xfrm flipV="1">
            <a:off x="8384617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461"/>
          <p:cNvSpPr/>
          <p:nvPr/>
        </p:nvSpPr>
        <p:spPr>
          <a:xfrm flipV="1">
            <a:off x="8255572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2-line1462"/>
          <p:cNvSpPr/>
          <p:nvPr/>
        </p:nvSpPr>
        <p:spPr>
          <a:xfrm flipV="1">
            <a:off x="8134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2-line1463"/>
          <p:cNvSpPr/>
          <p:nvPr/>
        </p:nvSpPr>
        <p:spPr>
          <a:xfrm flipV="1">
            <a:off x="8021551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464"/>
          <p:cNvSpPr/>
          <p:nvPr/>
        </p:nvSpPr>
        <p:spPr>
          <a:xfrm flipV="1">
            <a:off x="7919141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465"/>
          <p:cNvSpPr/>
          <p:nvPr/>
        </p:nvSpPr>
        <p:spPr>
          <a:xfrm flipV="1">
            <a:off x="7827996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466"/>
          <p:cNvSpPr/>
          <p:nvPr/>
        </p:nvSpPr>
        <p:spPr>
          <a:xfrm flipV="1">
            <a:off x="7749115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2-line1467"/>
          <p:cNvSpPr/>
          <p:nvPr/>
        </p:nvSpPr>
        <p:spPr>
          <a:xfrm flipV="1">
            <a:off x="7683363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2-line1468"/>
          <p:cNvSpPr/>
          <p:nvPr/>
        </p:nvSpPr>
        <p:spPr>
          <a:xfrm flipV="1">
            <a:off x="7631460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469"/>
          <p:cNvSpPr/>
          <p:nvPr/>
        </p:nvSpPr>
        <p:spPr>
          <a:xfrm flipV="1">
            <a:off x="7593975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470"/>
          <p:cNvSpPr/>
          <p:nvPr/>
        </p:nvSpPr>
        <p:spPr>
          <a:xfrm flipV="1">
            <a:off x="7571319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471"/>
          <p:cNvSpPr/>
          <p:nvPr/>
        </p:nvSpPr>
        <p:spPr>
          <a:xfrm>
            <a:off x="7563739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2-line1472"/>
          <p:cNvSpPr/>
          <p:nvPr/>
        </p:nvSpPr>
        <p:spPr>
          <a:xfrm>
            <a:off x="7571319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2-line1473"/>
          <p:cNvSpPr/>
          <p:nvPr/>
        </p:nvSpPr>
        <p:spPr>
          <a:xfrm>
            <a:off x="7593975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474"/>
          <p:cNvSpPr/>
          <p:nvPr/>
        </p:nvSpPr>
        <p:spPr>
          <a:xfrm>
            <a:off x="7631460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475"/>
          <p:cNvSpPr/>
          <p:nvPr/>
        </p:nvSpPr>
        <p:spPr>
          <a:xfrm>
            <a:off x="7683363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476"/>
          <p:cNvSpPr/>
          <p:nvPr/>
        </p:nvSpPr>
        <p:spPr>
          <a:xfrm>
            <a:off x="7749115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2-line1477"/>
          <p:cNvSpPr/>
          <p:nvPr/>
        </p:nvSpPr>
        <p:spPr>
          <a:xfrm>
            <a:off x="7827996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2-line1478"/>
          <p:cNvSpPr/>
          <p:nvPr/>
        </p:nvSpPr>
        <p:spPr>
          <a:xfrm>
            <a:off x="7919141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479"/>
          <p:cNvSpPr/>
          <p:nvPr/>
        </p:nvSpPr>
        <p:spPr>
          <a:xfrm>
            <a:off x="8021551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480"/>
          <p:cNvSpPr/>
          <p:nvPr/>
        </p:nvSpPr>
        <p:spPr>
          <a:xfrm>
            <a:off x="8134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481"/>
          <p:cNvSpPr/>
          <p:nvPr/>
        </p:nvSpPr>
        <p:spPr>
          <a:xfrm>
            <a:off x="8255572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2-line1482"/>
          <p:cNvSpPr/>
          <p:nvPr/>
        </p:nvSpPr>
        <p:spPr>
          <a:xfrm>
            <a:off x="8384617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2-line1483"/>
          <p:cNvSpPr/>
          <p:nvPr/>
        </p:nvSpPr>
        <p:spPr>
          <a:xfrm>
            <a:off x="8519828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484"/>
          <p:cNvSpPr/>
          <p:nvPr/>
        </p:nvSpPr>
        <p:spPr>
          <a:xfrm>
            <a:off x="865972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485"/>
          <p:cNvSpPr/>
          <p:nvPr/>
        </p:nvSpPr>
        <p:spPr>
          <a:xfrm>
            <a:off x="8802772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abel1486"/>
          <p:cNvSpPr txBox="1"/>
          <p:nvPr/>
        </p:nvSpPr>
        <p:spPr>
          <a:xfrm>
            <a:off x="9198573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144" name="S12-label1487"/>
          <p:cNvSpPr txBox="1"/>
          <p:nvPr/>
        </p:nvSpPr>
        <p:spPr>
          <a:xfrm>
            <a:off x="9583258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145" name="S12-label1488"/>
          <p:cNvSpPr txBox="1"/>
          <p:nvPr/>
        </p:nvSpPr>
        <p:spPr>
          <a:xfrm>
            <a:off x="9724062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146" name="S12-label1489"/>
          <p:cNvSpPr txBox="1"/>
          <p:nvPr/>
        </p:nvSpPr>
        <p:spPr>
          <a:xfrm>
            <a:off x="9583258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147" name="S12-label1490"/>
          <p:cNvSpPr txBox="1"/>
          <p:nvPr/>
        </p:nvSpPr>
        <p:spPr>
          <a:xfrm>
            <a:off x="9198573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148" name="S12-label1491"/>
          <p:cNvSpPr txBox="1"/>
          <p:nvPr/>
        </p:nvSpPr>
        <p:spPr>
          <a:xfrm>
            <a:off x="8673084" y="36142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149" name="S12-label1492"/>
          <p:cNvSpPr txBox="1"/>
          <p:nvPr/>
        </p:nvSpPr>
        <p:spPr>
          <a:xfrm>
            <a:off x="8147595" y="34734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150" name="S12-label1493"/>
          <p:cNvSpPr txBox="1"/>
          <p:nvPr/>
        </p:nvSpPr>
        <p:spPr>
          <a:xfrm>
            <a:off x="7762910" y="30887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151" name="S12-label1494"/>
          <p:cNvSpPr txBox="1"/>
          <p:nvPr/>
        </p:nvSpPr>
        <p:spPr>
          <a:xfrm>
            <a:off x="7622106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152" name="S12-label1495"/>
          <p:cNvSpPr txBox="1"/>
          <p:nvPr/>
        </p:nvSpPr>
        <p:spPr>
          <a:xfrm>
            <a:off x="7762910" y="2037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153" name="S12-label1496"/>
          <p:cNvSpPr txBox="1"/>
          <p:nvPr/>
        </p:nvSpPr>
        <p:spPr>
          <a:xfrm>
            <a:off x="8147595" y="1653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154" name="S12-label1497"/>
          <p:cNvSpPr txBox="1"/>
          <p:nvPr/>
        </p:nvSpPr>
        <p:spPr>
          <a:xfrm>
            <a:off x="8673084" y="15122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155" name="S12-line1498"/>
          <p:cNvSpPr/>
          <p:nvPr/>
        </p:nvSpPr>
        <p:spPr>
          <a:xfrm flipH="1" flipV="1">
            <a:off x="8261480" y="2562328"/>
            <a:ext cx="685924" cy="18379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2-line1499"/>
          <p:cNvSpPr/>
          <p:nvPr/>
        </p:nvSpPr>
        <p:spPr>
          <a:xfrm>
            <a:off x="8947404" y="2746121"/>
            <a:ext cx="0" cy="110778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2-pin1500"/>
          <p:cNvSpPr/>
          <p:nvPr/>
        </p:nvSpPr>
        <p:spPr>
          <a:xfrm>
            <a:off x="8892540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2-label150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1502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503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연필 두 자루로 바늘을 놓으며 다시 읽게 하세요.</a:t>
            </a:r>
            <a:endParaRPr lang="ko-KR" sz="3200" dirty="0"/>
          </a:p>
        </p:txBody>
      </p:sp>
      <p:sp>
        <p:nvSpPr>
          <p:cNvPr id="5" name="S13-chip150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1505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6시</a:t>
            </a:r>
            <a:endParaRPr lang="ko-KR" sz="3200" dirty="0"/>
          </a:p>
        </p:txBody>
      </p:sp>
      <p:sp>
        <p:nvSpPr>
          <p:cNvPr id="7" name="S13-text1506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시</a:t>
            </a:r>
            <a:endParaRPr lang="ko-KR" sz="2600" dirty="0"/>
          </a:p>
        </p:txBody>
      </p:sp>
      <p:sp>
        <p:nvSpPr>
          <p:cNvPr id="8" name="S13-text1507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9시 30분</a:t>
            </a:r>
            <a:endParaRPr lang="ko-KR" sz="3200" dirty="0"/>
          </a:p>
        </p:txBody>
      </p:sp>
      <p:sp>
        <p:nvSpPr>
          <p:cNvPr id="9" name="S13-text1508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9와 10 사이</a:t>
            </a:r>
            <a:endParaRPr lang="ko-KR" sz="2600" dirty="0"/>
          </a:p>
        </p:txBody>
      </p:sp>
      <p:sp>
        <p:nvSpPr>
          <p:cNvPr id="10" name="S13-text1509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긴바늘 6</a:t>
            </a:r>
            <a:endParaRPr lang="ko-KR" sz="3200" dirty="0"/>
          </a:p>
        </p:txBody>
      </p:sp>
      <p:sp>
        <p:nvSpPr>
          <p:cNvPr id="11" name="S13-text1510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2~3 사이</a:t>
            </a:r>
            <a:endParaRPr lang="ko-KR" sz="2600" dirty="0"/>
          </a:p>
        </p:txBody>
      </p:sp>
      <p:sp>
        <p:nvSpPr>
          <p:cNvPr id="12" name="S13-chip151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151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12시</a:t>
            </a:r>
            <a:endParaRPr lang="ko-KR" sz="3200" dirty="0"/>
          </a:p>
        </p:txBody>
      </p:sp>
      <p:sp>
        <p:nvSpPr>
          <p:cNvPr id="14" name="S13-text151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바늘을 바꿈</a:t>
            </a:r>
            <a:endParaRPr lang="ko-KR" sz="2600" dirty="0"/>
          </a:p>
        </p:txBody>
      </p:sp>
      <p:sp>
        <p:nvSpPr>
          <p:cNvPr id="15" name="S13-text151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10시 30분</a:t>
            </a:r>
            <a:endParaRPr lang="ko-KR" sz="3200" dirty="0"/>
          </a:p>
        </p:txBody>
      </p:sp>
      <p:sp>
        <p:nvSpPr>
          <p:cNvPr id="16" name="S13-text151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30분은 어느 것?</a:t>
            </a:r>
            <a:endParaRPr lang="ko-KR" sz="4400" dirty="0"/>
          </a:p>
        </p:txBody>
      </p:sp>
      <p:sp>
        <p:nvSpPr>
          <p:cNvPr id="3" name="S14-card15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5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4-chip151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4-figure1519" descr="시계: 짧은바늘이 8과 9 사이, 긴바늘이 6을 가리킴(8시 30분)"/>
          <p:cNvSpPr/>
          <p:nvPr/>
        </p:nvSpPr>
        <p:spPr>
          <a:xfrm>
            <a:off x="729996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4-line1520"/>
          <p:cNvSpPr/>
          <p:nvPr/>
        </p:nvSpPr>
        <p:spPr>
          <a:xfrm>
            <a:off x="2275332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4-line1521"/>
          <p:cNvSpPr/>
          <p:nvPr/>
        </p:nvSpPr>
        <p:spPr>
          <a:xfrm flipH="1">
            <a:off x="2424964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1522"/>
          <p:cNvSpPr/>
          <p:nvPr/>
        </p:nvSpPr>
        <p:spPr>
          <a:xfrm flipH="1">
            <a:off x="2572956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1523"/>
          <p:cNvSpPr/>
          <p:nvPr/>
        </p:nvSpPr>
        <p:spPr>
          <a:xfrm flipH="1">
            <a:off x="2717688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1524"/>
          <p:cNvSpPr/>
          <p:nvPr/>
        </p:nvSpPr>
        <p:spPr>
          <a:xfrm flipH="1">
            <a:off x="2857573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1525"/>
          <p:cNvSpPr/>
          <p:nvPr/>
        </p:nvSpPr>
        <p:spPr>
          <a:xfrm flipH="1">
            <a:off x="2944719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4-line1526"/>
          <p:cNvSpPr/>
          <p:nvPr/>
        </p:nvSpPr>
        <p:spPr>
          <a:xfrm flipH="1">
            <a:off x="3116743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1527"/>
          <p:cNvSpPr/>
          <p:nvPr/>
        </p:nvSpPr>
        <p:spPr>
          <a:xfrm flipH="1">
            <a:off x="3233188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1528"/>
          <p:cNvSpPr/>
          <p:nvPr/>
        </p:nvSpPr>
        <p:spPr>
          <a:xfrm flipH="1">
            <a:off x="3339139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line1529"/>
          <p:cNvSpPr/>
          <p:nvPr/>
        </p:nvSpPr>
        <p:spPr>
          <a:xfrm flipH="1">
            <a:off x="3433434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1530"/>
          <p:cNvSpPr/>
          <p:nvPr/>
        </p:nvSpPr>
        <p:spPr>
          <a:xfrm flipH="1">
            <a:off x="3434743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4-line1531"/>
          <p:cNvSpPr/>
          <p:nvPr/>
        </p:nvSpPr>
        <p:spPr>
          <a:xfrm flipH="1">
            <a:off x="3583066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1532"/>
          <p:cNvSpPr/>
          <p:nvPr/>
        </p:nvSpPr>
        <p:spPr>
          <a:xfrm flipH="1">
            <a:off x="3636763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1533"/>
          <p:cNvSpPr/>
          <p:nvPr/>
        </p:nvSpPr>
        <p:spPr>
          <a:xfrm flipH="1">
            <a:off x="3675544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1534"/>
          <p:cNvSpPr/>
          <p:nvPr/>
        </p:nvSpPr>
        <p:spPr>
          <a:xfrm flipH="1">
            <a:off x="3698983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1535"/>
          <p:cNvSpPr/>
          <p:nvPr/>
        </p:nvSpPr>
        <p:spPr>
          <a:xfrm flipH="1">
            <a:off x="3614105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4-line1536"/>
          <p:cNvSpPr/>
          <p:nvPr/>
        </p:nvSpPr>
        <p:spPr>
          <a:xfrm flipH="1" flipV="1">
            <a:off x="3698983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1537"/>
          <p:cNvSpPr/>
          <p:nvPr/>
        </p:nvSpPr>
        <p:spPr>
          <a:xfrm flipH="1" flipV="1">
            <a:off x="3675544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1538"/>
          <p:cNvSpPr/>
          <p:nvPr/>
        </p:nvSpPr>
        <p:spPr>
          <a:xfrm flipH="1" flipV="1">
            <a:off x="3636763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line1539"/>
          <p:cNvSpPr/>
          <p:nvPr/>
        </p:nvSpPr>
        <p:spPr>
          <a:xfrm flipH="1" flipV="1">
            <a:off x="3583066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1540"/>
          <p:cNvSpPr/>
          <p:nvPr/>
        </p:nvSpPr>
        <p:spPr>
          <a:xfrm flipH="1" flipV="1">
            <a:off x="3434743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4-line1541"/>
          <p:cNvSpPr/>
          <p:nvPr/>
        </p:nvSpPr>
        <p:spPr>
          <a:xfrm flipH="1" flipV="1">
            <a:off x="3433434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1542"/>
          <p:cNvSpPr/>
          <p:nvPr/>
        </p:nvSpPr>
        <p:spPr>
          <a:xfrm flipH="1" flipV="1">
            <a:off x="3339139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1543"/>
          <p:cNvSpPr/>
          <p:nvPr/>
        </p:nvSpPr>
        <p:spPr>
          <a:xfrm flipH="1" flipV="1">
            <a:off x="3233188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1544"/>
          <p:cNvSpPr/>
          <p:nvPr/>
        </p:nvSpPr>
        <p:spPr>
          <a:xfrm flipH="1" flipV="1">
            <a:off x="3116743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1545"/>
          <p:cNvSpPr/>
          <p:nvPr/>
        </p:nvSpPr>
        <p:spPr>
          <a:xfrm flipH="1" flipV="1">
            <a:off x="2944719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4-line1546"/>
          <p:cNvSpPr/>
          <p:nvPr/>
        </p:nvSpPr>
        <p:spPr>
          <a:xfrm flipH="1" flipV="1">
            <a:off x="2857573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1547"/>
          <p:cNvSpPr/>
          <p:nvPr/>
        </p:nvSpPr>
        <p:spPr>
          <a:xfrm flipH="1" flipV="1">
            <a:off x="2717688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1548"/>
          <p:cNvSpPr/>
          <p:nvPr/>
        </p:nvSpPr>
        <p:spPr>
          <a:xfrm flipH="1" flipV="1">
            <a:off x="2572956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line1549"/>
          <p:cNvSpPr/>
          <p:nvPr/>
        </p:nvSpPr>
        <p:spPr>
          <a:xfrm flipH="1" flipV="1">
            <a:off x="2424964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4-line1550"/>
          <p:cNvSpPr/>
          <p:nvPr/>
        </p:nvSpPr>
        <p:spPr>
          <a:xfrm flipV="1">
            <a:off x="2275332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4-line1551"/>
          <p:cNvSpPr/>
          <p:nvPr/>
        </p:nvSpPr>
        <p:spPr>
          <a:xfrm flipV="1">
            <a:off x="2117624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4-line1552"/>
          <p:cNvSpPr/>
          <p:nvPr/>
        </p:nvSpPr>
        <p:spPr>
          <a:xfrm flipV="1">
            <a:off x="1961643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1553"/>
          <p:cNvSpPr/>
          <p:nvPr/>
        </p:nvSpPr>
        <p:spPr>
          <a:xfrm flipV="1">
            <a:off x="1809100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1554"/>
          <p:cNvSpPr/>
          <p:nvPr/>
        </p:nvSpPr>
        <p:spPr>
          <a:xfrm flipV="1">
            <a:off x="1661664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1555"/>
          <p:cNvSpPr/>
          <p:nvPr/>
        </p:nvSpPr>
        <p:spPr>
          <a:xfrm flipV="1">
            <a:off x="1520952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4-line1556"/>
          <p:cNvSpPr/>
          <p:nvPr/>
        </p:nvSpPr>
        <p:spPr>
          <a:xfrm flipV="1">
            <a:off x="1388505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1557"/>
          <p:cNvSpPr/>
          <p:nvPr/>
        </p:nvSpPr>
        <p:spPr>
          <a:xfrm flipV="1">
            <a:off x="1265775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1558"/>
          <p:cNvSpPr/>
          <p:nvPr/>
        </p:nvSpPr>
        <p:spPr>
          <a:xfrm flipV="1">
            <a:off x="1154105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1559"/>
          <p:cNvSpPr/>
          <p:nvPr/>
        </p:nvSpPr>
        <p:spPr>
          <a:xfrm flipV="1">
            <a:off x="1054720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1560"/>
          <p:cNvSpPr/>
          <p:nvPr/>
        </p:nvSpPr>
        <p:spPr>
          <a:xfrm flipV="1">
            <a:off x="968708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4-line1561"/>
          <p:cNvSpPr/>
          <p:nvPr/>
        </p:nvSpPr>
        <p:spPr>
          <a:xfrm flipV="1">
            <a:off x="897011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1562"/>
          <p:cNvSpPr/>
          <p:nvPr/>
        </p:nvSpPr>
        <p:spPr>
          <a:xfrm flipV="1">
            <a:off x="840416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1563"/>
          <p:cNvSpPr/>
          <p:nvPr/>
        </p:nvSpPr>
        <p:spPr>
          <a:xfrm flipV="1">
            <a:off x="799542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1564"/>
          <p:cNvSpPr/>
          <p:nvPr/>
        </p:nvSpPr>
        <p:spPr>
          <a:xfrm flipV="1">
            <a:off x="774837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1565"/>
          <p:cNvSpPr/>
          <p:nvPr/>
        </p:nvSpPr>
        <p:spPr>
          <a:xfrm>
            <a:off x="766572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4-line1566"/>
          <p:cNvSpPr/>
          <p:nvPr/>
        </p:nvSpPr>
        <p:spPr>
          <a:xfrm>
            <a:off x="774837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1567"/>
          <p:cNvSpPr/>
          <p:nvPr/>
        </p:nvSpPr>
        <p:spPr>
          <a:xfrm>
            <a:off x="799542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1568"/>
          <p:cNvSpPr/>
          <p:nvPr/>
        </p:nvSpPr>
        <p:spPr>
          <a:xfrm>
            <a:off x="840416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1569"/>
          <p:cNvSpPr/>
          <p:nvPr/>
        </p:nvSpPr>
        <p:spPr>
          <a:xfrm>
            <a:off x="897011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1570"/>
          <p:cNvSpPr/>
          <p:nvPr/>
        </p:nvSpPr>
        <p:spPr>
          <a:xfrm>
            <a:off x="968708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4-line1571"/>
          <p:cNvSpPr/>
          <p:nvPr/>
        </p:nvSpPr>
        <p:spPr>
          <a:xfrm>
            <a:off x="1054720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1572"/>
          <p:cNvSpPr/>
          <p:nvPr/>
        </p:nvSpPr>
        <p:spPr>
          <a:xfrm>
            <a:off x="1154105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1573"/>
          <p:cNvSpPr/>
          <p:nvPr/>
        </p:nvSpPr>
        <p:spPr>
          <a:xfrm>
            <a:off x="1265775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1574"/>
          <p:cNvSpPr/>
          <p:nvPr/>
        </p:nvSpPr>
        <p:spPr>
          <a:xfrm>
            <a:off x="1388505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1575"/>
          <p:cNvSpPr/>
          <p:nvPr/>
        </p:nvSpPr>
        <p:spPr>
          <a:xfrm>
            <a:off x="1520952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4-line1576"/>
          <p:cNvSpPr/>
          <p:nvPr/>
        </p:nvSpPr>
        <p:spPr>
          <a:xfrm>
            <a:off x="1661664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1577"/>
          <p:cNvSpPr/>
          <p:nvPr/>
        </p:nvSpPr>
        <p:spPr>
          <a:xfrm>
            <a:off x="1809100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1578"/>
          <p:cNvSpPr/>
          <p:nvPr/>
        </p:nvSpPr>
        <p:spPr>
          <a:xfrm>
            <a:off x="1961643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1579"/>
          <p:cNvSpPr/>
          <p:nvPr/>
        </p:nvSpPr>
        <p:spPr>
          <a:xfrm>
            <a:off x="2117624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abel1580"/>
          <p:cNvSpPr txBox="1"/>
          <p:nvPr/>
        </p:nvSpPr>
        <p:spPr>
          <a:xfrm>
            <a:off x="2572786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68" name="S14-label1581"/>
          <p:cNvSpPr txBox="1"/>
          <p:nvPr/>
        </p:nvSpPr>
        <p:spPr>
          <a:xfrm>
            <a:off x="2991354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69" name="S14-label1582"/>
          <p:cNvSpPr txBox="1"/>
          <p:nvPr/>
        </p:nvSpPr>
        <p:spPr>
          <a:xfrm>
            <a:off x="3144561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70" name="S14-label1583"/>
          <p:cNvSpPr txBox="1"/>
          <p:nvPr/>
        </p:nvSpPr>
        <p:spPr>
          <a:xfrm>
            <a:off x="2991354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71" name="S14-label1584"/>
          <p:cNvSpPr txBox="1"/>
          <p:nvPr/>
        </p:nvSpPr>
        <p:spPr>
          <a:xfrm>
            <a:off x="2572786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72" name="S14-label1585"/>
          <p:cNvSpPr txBox="1"/>
          <p:nvPr/>
        </p:nvSpPr>
        <p:spPr>
          <a:xfrm>
            <a:off x="2001012" y="453597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73" name="S14-label1586"/>
          <p:cNvSpPr txBox="1"/>
          <p:nvPr/>
        </p:nvSpPr>
        <p:spPr>
          <a:xfrm>
            <a:off x="1429238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74" name="S14-label1587"/>
          <p:cNvSpPr txBox="1"/>
          <p:nvPr/>
        </p:nvSpPr>
        <p:spPr>
          <a:xfrm>
            <a:off x="1010670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75" name="S14-label1588"/>
          <p:cNvSpPr txBox="1"/>
          <p:nvPr/>
        </p:nvSpPr>
        <p:spPr>
          <a:xfrm>
            <a:off x="857463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76" name="S14-label1589"/>
          <p:cNvSpPr txBox="1"/>
          <p:nvPr/>
        </p:nvSpPr>
        <p:spPr>
          <a:xfrm>
            <a:off x="1010670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77" name="S14-label1590"/>
          <p:cNvSpPr txBox="1"/>
          <p:nvPr/>
        </p:nvSpPr>
        <p:spPr>
          <a:xfrm>
            <a:off x="1429238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78" name="S14-label1591"/>
          <p:cNvSpPr txBox="1"/>
          <p:nvPr/>
        </p:nvSpPr>
        <p:spPr>
          <a:xfrm>
            <a:off x="2001012" y="22488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79" name="S14-line1592"/>
          <p:cNvSpPr/>
          <p:nvPr/>
        </p:nvSpPr>
        <p:spPr>
          <a:xfrm flipH="1">
            <a:off x="1528992" y="3575304"/>
            <a:ext cx="746340" cy="19998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4-line1593"/>
          <p:cNvSpPr/>
          <p:nvPr/>
        </p:nvSpPr>
        <p:spPr>
          <a:xfrm>
            <a:off x="2275332" y="3575304"/>
            <a:ext cx="0" cy="120536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4-pin1594"/>
          <p:cNvSpPr/>
          <p:nvPr/>
        </p:nvSpPr>
        <p:spPr>
          <a:xfrm>
            <a:off x="2220468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4-chip1595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3" name="S14-figure1596" descr="시계: 짧은바늘이 9와 10 사이, 긴바늘이 6을 가리킴(9시 30분)"/>
          <p:cNvSpPr/>
          <p:nvPr/>
        </p:nvSpPr>
        <p:spPr>
          <a:xfrm>
            <a:off x="4549140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4-line1597"/>
          <p:cNvSpPr/>
          <p:nvPr/>
        </p:nvSpPr>
        <p:spPr>
          <a:xfrm>
            <a:off x="6094476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4-line1598"/>
          <p:cNvSpPr/>
          <p:nvPr/>
        </p:nvSpPr>
        <p:spPr>
          <a:xfrm flipH="1">
            <a:off x="6244108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1599"/>
          <p:cNvSpPr/>
          <p:nvPr/>
        </p:nvSpPr>
        <p:spPr>
          <a:xfrm flipH="1">
            <a:off x="6392100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1600"/>
          <p:cNvSpPr/>
          <p:nvPr/>
        </p:nvSpPr>
        <p:spPr>
          <a:xfrm flipH="1">
            <a:off x="6536832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1601"/>
          <p:cNvSpPr/>
          <p:nvPr/>
        </p:nvSpPr>
        <p:spPr>
          <a:xfrm flipH="1">
            <a:off x="6676717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1602"/>
          <p:cNvSpPr/>
          <p:nvPr/>
        </p:nvSpPr>
        <p:spPr>
          <a:xfrm flipH="1">
            <a:off x="6763863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4-line1603"/>
          <p:cNvSpPr/>
          <p:nvPr/>
        </p:nvSpPr>
        <p:spPr>
          <a:xfrm flipH="1">
            <a:off x="6935887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4-line1604"/>
          <p:cNvSpPr/>
          <p:nvPr/>
        </p:nvSpPr>
        <p:spPr>
          <a:xfrm flipH="1">
            <a:off x="7052332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1605"/>
          <p:cNvSpPr/>
          <p:nvPr/>
        </p:nvSpPr>
        <p:spPr>
          <a:xfrm flipH="1">
            <a:off x="7158283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1606"/>
          <p:cNvSpPr/>
          <p:nvPr/>
        </p:nvSpPr>
        <p:spPr>
          <a:xfrm flipH="1">
            <a:off x="7252578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1607"/>
          <p:cNvSpPr/>
          <p:nvPr/>
        </p:nvSpPr>
        <p:spPr>
          <a:xfrm flipH="1">
            <a:off x="7253887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4-line1608"/>
          <p:cNvSpPr/>
          <p:nvPr/>
        </p:nvSpPr>
        <p:spPr>
          <a:xfrm flipH="1">
            <a:off x="7402210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1609"/>
          <p:cNvSpPr/>
          <p:nvPr/>
        </p:nvSpPr>
        <p:spPr>
          <a:xfrm flipH="1">
            <a:off x="7455907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1610"/>
          <p:cNvSpPr/>
          <p:nvPr/>
        </p:nvSpPr>
        <p:spPr>
          <a:xfrm flipH="1">
            <a:off x="7494688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1611"/>
          <p:cNvSpPr/>
          <p:nvPr/>
        </p:nvSpPr>
        <p:spPr>
          <a:xfrm flipH="1">
            <a:off x="7518127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1612"/>
          <p:cNvSpPr/>
          <p:nvPr/>
        </p:nvSpPr>
        <p:spPr>
          <a:xfrm flipH="1">
            <a:off x="7433249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4-line1613"/>
          <p:cNvSpPr/>
          <p:nvPr/>
        </p:nvSpPr>
        <p:spPr>
          <a:xfrm flipH="1" flipV="1">
            <a:off x="7518127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4-line1614"/>
          <p:cNvSpPr/>
          <p:nvPr/>
        </p:nvSpPr>
        <p:spPr>
          <a:xfrm flipH="1" flipV="1">
            <a:off x="7494688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1615"/>
          <p:cNvSpPr/>
          <p:nvPr/>
        </p:nvSpPr>
        <p:spPr>
          <a:xfrm flipH="1" flipV="1">
            <a:off x="7455907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1616"/>
          <p:cNvSpPr/>
          <p:nvPr/>
        </p:nvSpPr>
        <p:spPr>
          <a:xfrm flipH="1" flipV="1">
            <a:off x="7402210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1617"/>
          <p:cNvSpPr/>
          <p:nvPr/>
        </p:nvSpPr>
        <p:spPr>
          <a:xfrm flipH="1" flipV="1">
            <a:off x="7253887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4-line1618"/>
          <p:cNvSpPr/>
          <p:nvPr/>
        </p:nvSpPr>
        <p:spPr>
          <a:xfrm flipH="1" flipV="1">
            <a:off x="7252578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1619"/>
          <p:cNvSpPr/>
          <p:nvPr/>
        </p:nvSpPr>
        <p:spPr>
          <a:xfrm flipH="1" flipV="1">
            <a:off x="7158283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1620"/>
          <p:cNvSpPr/>
          <p:nvPr/>
        </p:nvSpPr>
        <p:spPr>
          <a:xfrm flipH="1" flipV="1">
            <a:off x="7052332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1621"/>
          <p:cNvSpPr/>
          <p:nvPr/>
        </p:nvSpPr>
        <p:spPr>
          <a:xfrm flipH="1" flipV="1">
            <a:off x="6935887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1622"/>
          <p:cNvSpPr/>
          <p:nvPr/>
        </p:nvSpPr>
        <p:spPr>
          <a:xfrm flipH="1" flipV="1">
            <a:off x="6763863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4-line1623"/>
          <p:cNvSpPr/>
          <p:nvPr/>
        </p:nvSpPr>
        <p:spPr>
          <a:xfrm flipH="1" flipV="1">
            <a:off x="6676717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4-line1624"/>
          <p:cNvSpPr/>
          <p:nvPr/>
        </p:nvSpPr>
        <p:spPr>
          <a:xfrm flipH="1" flipV="1">
            <a:off x="6536832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1625"/>
          <p:cNvSpPr/>
          <p:nvPr/>
        </p:nvSpPr>
        <p:spPr>
          <a:xfrm flipH="1" flipV="1">
            <a:off x="6392100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1626"/>
          <p:cNvSpPr/>
          <p:nvPr/>
        </p:nvSpPr>
        <p:spPr>
          <a:xfrm flipH="1" flipV="1">
            <a:off x="6244108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1627"/>
          <p:cNvSpPr/>
          <p:nvPr/>
        </p:nvSpPr>
        <p:spPr>
          <a:xfrm flipV="1">
            <a:off x="6094476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4-line1628"/>
          <p:cNvSpPr/>
          <p:nvPr/>
        </p:nvSpPr>
        <p:spPr>
          <a:xfrm flipV="1">
            <a:off x="5936768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1629"/>
          <p:cNvSpPr/>
          <p:nvPr/>
        </p:nvSpPr>
        <p:spPr>
          <a:xfrm flipV="1">
            <a:off x="5780787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1630"/>
          <p:cNvSpPr/>
          <p:nvPr/>
        </p:nvSpPr>
        <p:spPr>
          <a:xfrm flipV="1">
            <a:off x="5628244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1631"/>
          <p:cNvSpPr/>
          <p:nvPr/>
        </p:nvSpPr>
        <p:spPr>
          <a:xfrm flipV="1">
            <a:off x="5480808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1632"/>
          <p:cNvSpPr/>
          <p:nvPr/>
        </p:nvSpPr>
        <p:spPr>
          <a:xfrm flipV="1">
            <a:off x="5340096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4-line1633"/>
          <p:cNvSpPr/>
          <p:nvPr/>
        </p:nvSpPr>
        <p:spPr>
          <a:xfrm flipV="1">
            <a:off x="5207649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4-line1634"/>
          <p:cNvSpPr/>
          <p:nvPr/>
        </p:nvSpPr>
        <p:spPr>
          <a:xfrm flipV="1">
            <a:off x="5084919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1635"/>
          <p:cNvSpPr/>
          <p:nvPr/>
        </p:nvSpPr>
        <p:spPr>
          <a:xfrm flipV="1">
            <a:off x="4973249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1636"/>
          <p:cNvSpPr/>
          <p:nvPr/>
        </p:nvSpPr>
        <p:spPr>
          <a:xfrm flipV="1">
            <a:off x="4873864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1637"/>
          <p:cNvSpPr/>
          <p:nvPr/>
        </p:nvSpPr>
        <p:spPr>
          <a:xfrm flipV="1">
            <a:off x="4787852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4-line1638"/>
          <p:cNvSpPr/>
          <p:nvPr/>
        </p:nvSpPr>
        <p:spPr>
          <a:xfrm flipV="1">
            <a:off x="4716155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4-line1639"/>
          <p:cNvSpPr/>
          <p:nvPr/>
        </p:nvSpPr>
        <p:spPr>
          <a:xfrm flipV="1">
            <a:off x="4659560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1640"/>
          <p:cNvSpPr/>
          <p:nvPr/>
        </p:nvSpPr>
        <p:spPr>
          <a:xfrm flipV="1">
            <a:off x="4618686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1641"/>
          <p:cNvSpPr/>
          <p:nvPr/>
        </p:nvSpPr>
        <p:spPr>
          <a:xfrm flipV="1">
            <a:off x="4593981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1642"/>
          <p:cNvSpPr/>
          <p:nvPr/>
        </p:nvSpPr>
        <p:spPr>
          <a:xfrm>
            <a:off x="4585716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4-line1643"/>
          <p:cNvSpPr/>
          <p:nvPr/>
        </p:nvSpPr>
        <p:spPr>
          <a:xfrm>
            <a:off x="4593981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4-line1644"/>
          <p:cNvSpPr/>
          <p:nvPr/>
        </p:nvSpPr>
        <p:spPr>
          <a:xfrm>
            <a:off x="4618686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1645"/>
          <p:cNvSpPr/>
          <p:nvPr/>
        </p:nvSpPr>
        <p:spPr>
          <a:xfrm>
            <a:off x="4659560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1646"/>
          <p:cNvSpPr/>
          <p:nvPr/>
        </p:nvSpPr>
        <p:spPr>
          <a:xfrm>
            <a:off x="4716155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1647"/>
          <p:cNvSpPr/>
          <p:nvPr/>
        </p:nvSpPr>
        <p:spPr>
          <a:xfrm>
            <a:off x="4787852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4-line1648"/>
          <p:cNvSpPr/>
          <p:nvPr/>
        </p:nvSpPr>
        <p:spPr>
          <a:xfrm>
            <a:off x="4873864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4-line1649"/>
          <p:cNvSpPr/>
          <p:nvPr/>
        </p:nvSpPr>
        <p:spPr>
          <a:xfrm>
            <a:off x="4973249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1650"/>
          <p:cNvSpPr/>
          <p:nvPr/>
        </p:nvSpPr>
        <p:spPr>
          <a:xfrm>
            <a:off x="5084919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1651"/>
          <p:cNvSpPr/>
          <p:nvPr/>
        </p:nvSpPr>
        <p:spPr>
          <a:xfrm>
            <a:off x="5207649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1652"/>
          <p:cNvSpPr/>
          <p:nvPr/>
        </p:nvSpPr>
        <p:spPr>
          <a:xfrm>
            <a:off x="5340096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4-line1653"/>
          <p:cNvSpPr/>
          <p:nvPr/>
        </p:nvSpPr>
        <p:spPr>
          <a:xfrm>
            <a:off x="5480808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4-line1654"/>
          <p:cNvSpPr/>
          <p:nvPr/>
        </p:nvSpPr>
        <p:spPr>
          <a:xfrm>
            <a:off x="5628244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1655"/>
          <p:cNvSpPr/>
          <p:nvPr/>
        </p:nvSpPr>
        <p:spPr>
          <a:xfrm>
            <a:off x="5780787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1656"/>
          <p:cNvSpPr/>
          <p:nvPr/>
        </p:nvSpPr>
        <p:spPr>
          <a:xfrm>
            <a:off x="5936768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abel1657"/>
          <p:cNvSpPr txBox="1"/>
          <p:nvPr/>
        </p:nvSpPr>
        <p:spPr>
          <a:xfrm>
            <a:off x="6391930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145" name="S14-label1658"/>
          <p:cNvSpPr txBox="1"/>
          <p:nvPr/>
        </p:nvSpPr>
        <p:spPr>
          <a:xfrm>
            <a:off x="6810498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46" name="S14-label1659"/>
          <p:cNvSpPr txBox="1"/>
          <p:nvPr/>
        </p:nvSpPr>
        <p:spPr>
          <a:xfrm>
            <a:off x="6963705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147" name="S14-label1660"/>
          <p:cNvSpPr txBox="1"/>
          <p:nvPr/>
        </p:nvSpPr>
        <p:spPr>
          <a:xfrm>
            <a:off x="6810498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148" name="S14-label1661"/>
          <p:cNvSpPr txBox="1"/>
          <p:nvPr/>
        </p:nvSpPr>
        <p:spPr>
          <a:xfrm>
            <a:off x="6391930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149" name="S14-label1662"/>
          <p:cNvSpPr txBox="1"/>
          <p:nvPr/>
        </p:nvSpPr>
        <p:spPr>
          <a:xfrm>
            <a:off x="5820156" y="453597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150" name="S14-label1663"/>
          <p:cNvSpPr txBox="1"/>
          <p:nvPr/>
        </p:nvSpPr>
        <p:spPr>
          <a:xfrm>
            <a:off x="5248382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151" name="S14-label1664"/>
          <p:cNvSpPr txBox="1"/>
          <p:nvPr/>
        </p:nvSpPr>
        <p:spPr>
          <a:xfrm>
            <a:off x="4829814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152" name="S14-label1665"/>
          <p:cNvSpPr txBox="1"/>
          <p:nvPr/>
        </p:nvSpPr>
        <p:spPr>
          <a:xfrm>
            <a:off x="4676607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153" name="S14-label1666"/>
          <p:cNvSpPr txBox="1"/>
          <p:nvPr/>
        </p:nvSpPr>
        <p:spPr>
          <a:xfrm>
            <a:off x="4829814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54" name="S14-label1667"/>
          <p:cNvSpPr txBox="1"/>
          <p:nvPr/>
        </p:nvSpPr>
        <p:spPr>
          <a:xfrm>
            <a:off x="5248382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155" name="S14-label1668"/>
          <p:cNvSpPr txBox="1"/>
          <p:nvPr/>
        </p:nvSpPr>
        <p:spPr>
          <a:xfrm>
            <a:off x="5820156" y="22488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156" name="S14-line1669"/>
          <p:cNvSpPr/>
          <p:nvPr/>
        </p:nvSpPr>
        <p:spPr>
          <a:xfrm flipH="1" flipV="1">
            <a:off x="5348136" y="3375323"/>
            <a:ext cx="746340" cy="19998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4-line1670"/>
          <p:cNvSpPr/>
          <p:nvPr/>
        </p:nvSpPr>
        <p:spPr>
          <a:xfrm>
            <a:off x="6094476" y="3575304"/>
            <a:ext cx="0" cy="120536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4-pin1671"/>
          <p:cNvSpPr/>
          <p:nvPr/>
        </p:nvSpPr>
        <p:spPr>
          <a:xfrm>
            <a:off x="6039612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4-chip167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0" name="S14-figure1673" descr="시계: 짧은바늘이 8, 긴바늘이 12를 가리킴(8시)"/>
          <p:cNvSpPr/>
          <p:nvPr/>
        </p:nvSpPr>
        <p:spPr>
          <a:xfrm>
            <a:off x="8368284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4-line1674"/>
          <p:cNvSpPr/>
          <p:nvPr/>
        </p:nvSpPr>
        <p:spPr>
          <a:xfrm>
            <a:off x="9913620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4-line1675"/>
          <p:cNvSpPr/>
          <p:nvPr/>
        </p:nvSpPr>
        <p:spPr>
          <a:xfrm flipH="1">
            <a:off x="10063252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4-line1676"/>
          <p:cNvSpPr/>
          <p:nvPr/>
        </p:nvSpPr>
        <p:spPr>
          <a:xfrm flipH="1">
            <a:off x="10211244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4-line1677"/>
          <p:cNvSpPr/>
          <p:nvPr/>
        </p:nvSpPr>
        <p:spPr>
          <a:xfrm flipH="1">
            <a:off x="10355976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4-line1678"/>
          <p:cNvSpPr/>
          <p:nvPr/>
        </p:nvSpPr>
        <p:spPr>
          <a:xfrm flipH="1">
            <a:off x="10495861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4-line1679"/>
          <p:cNvSpPr/>
          <p:nvPr/>
        </p:nvSpPr>
        <p:spPr>
          <a:xfrm flipH="1">
            <a:off x="10583007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4-line1680"/>
          <p:cNvSpPr/>
          <p:nvPr/>
        </p:nvSpPr>
        <p:spPr>
          <a:xfrm flipH="1">
            <a:off x="10755031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4-line1681"/>
          <p:cNvSpPr/>
          <p:nvPr/>
        </p:nvSpPr>
        <p:spPr>
          <a:xfrm flipH="1">
            <a:off x="10871476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4-line1682"/>
          <p:cNvSpPr/>
          <p:nvPr/>
        </p:nvSpPr>
        <p:spPr>
          <a:xfrm flipH="1">
            <a:off x="10977427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4-line1683"/>
          <p:cNvSpPr/>
          <p:nvPr/>
        </p:nvSpPr>
        <p:spPr>
          <a:xfrm flipH="1">
            <a:off x="11071722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4-line1684"/>
          <p:cNvSpPr/>
          <p:nvPr/>
        </p:nvSpPr>
        <p:spPr>
          <a:xfrm flipH="1">
            <a:off x="11073031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4-line1685"/>
          <p:cNvSpPr/>
          <p:nvPr/>
        </p:nvSpPr>
        <p:spPr>
          <a:xfrm flipH="1">
            <a:off x="11221354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4-line1686"/>
          <p:cNvSpPr/>
          <p:nvPr/>
        </p:nvSpPr>
        <p:spPr>
          <a:xfrm flipH="1">
            <a:off x="11275051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4-line1687"/>
          <p:cNvSpPr/>
          <p:nvPr/>
        </p:nvSpPr>
        <p:spPr>
          <a:xfrm flipH="1">
            <a:off x="11313832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4-line1688"/>
          <p:cNvSpPr/>
          <p:nvPr/>
        </p:nvSpPr>
        <p:spPr>
          <a:xfrm flipH="1">
            <a:off x="11337271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4-line1689"/>
          <p:cNvSpPr/>
          <p:nvPr/>
        </p:nvSpPr>
        <p:spPr>
          <a:xfrm flipH="1">
            <a:off x="11252393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4-line1690"/>
          <p:cNvSpPr/>
          <p:nvPr/>
        </p:nvSpPr>
        <p:spPr>
          <a:xfrm flipH="1" flipV="1">
            <a:off x="11337271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4-line1691"/>
          <p:cNvSpPr/>
          <p:nvPr/>
        </p:nvSpPr>
        <p:spPr>
          <a:xfrm flipH="1" flipV="1">
            <a:off x="11313832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4-line1692"/>
          <p:cNvSpPr/>
          <p:nvPr/>
        </p:nvSpPr>
        <p:spPr>
          <a:xfrm flipH="1" flipV="1">
            <a:off x="11275051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4-line1693"/>
          <p:cNvSpPr/>
          <p:nvPr/>
        </p:nvSpPr>
        <p:spPr>
          <a:xfrm flipH="1" flipV="1">
            <a:off x="11221354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4-line1694"/>
          <p:cNvSpPr/>
          <p:nvPr/>
        </p:nvSpPr>
        <p:spPr>
          <a:xfrm flipH="1" flipV="1">
            <a:off x="11073031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4-line1695"/>
          <p:cNvSpPr/>
          <p:nvPr/>
        </p:nvSpPr>
        <p:spPr>
          <a:xfrm flipH="1" flipV="1">
            <a:off x="11071722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4-line1696"/>
          <p:cNvSpPr/>
          <p:nvPr/>
        </p:nvSpPr>
        <p:spPr>
          <a:xfrm flipH="1" flipV="1">
            <a:off x="10977427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4-line1697"/>
          <p:cNvSpPr/>
          <p:nvPr/>
        </p:nvSpPr>
        <p:spPr>
          <a:xfrm flipH="1" flipV="1">
            <a:off x="10871476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4-line1698"/>
          <p:cNvSpPr/>
          <p:nvPr/>
        </p:nvSpPr>
        <p:spPr>
          <a:xfrm flipH="1" flipV="1">
            <a:off x="10755031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4-line1699"/>
          <p:cNvSpPr/>
          <p:nvPr/>
        </p:nvSpPr>
        <p:spPr>
          <a:xfrm flipH="1" flipV="1">
            <a:off x="10583007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4-line1700"/>
          <p:cNvSpPr/>
          <p:nvPr/>
        </p:nvSpPr>
        <p:spPr>
          <a:xfrm flipH="1" flipV="1">
            <a:off x="10495861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4-line1701"/>
          <p:cNvSpPr/>
          <p:nvPr/>
        </p:nvSpPr>
        <p:spPr>
          <a:xfrm flipH="1" flipV="1">
            <a:off x="10355976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4-line1702"/>
          <p:cNvSpPr/>
          <p:nvPr/>
        </p:nvSpPr>
        <p:spPr>
          <a:xfrm flipH="1" flipV="1">
            <a:off x="10211244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4-line1703"/>
          <p:cNvSpPr/>
          <p:nvPr/>
        </p:nvSpPr>
        <p:spPr>
          <a:xfrm flipH="1" flipV="1">
            <a:off x="10063252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4-line1704"/>
          <p:cNvSpPr/>
          <p:nvPr/>
        </p:nvSpPr>
        <p:spPr>
          <a:xfrm flipV="1">
            <a:off x="9913620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4-line1705"/>
          <p:cNvSpPr/>
          <p:nvPr/>
        </p:nvSpPr>
        <p:spPr>
          <a:xfrm flipV="1">
            <a:off x="9755912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4-line1706"/>
          <p:cNvSpPr/>
          <p:nvPr/>
        </p:nvSpPr>
        <p:spPr>
          <a:xfrm flipV="1">
            <a:off x="9599931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4-line1707"/>
          <p:cNvSpPr/>
          <p:nvPr/>
        </p:nvSpPr>
        <p:spPr>
          <a:xfrm flipV="1">
            <a:off x="9447388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4-line1708"/>
          <p:cNvSpPr/>
          <p:nvPr/>
        </p:nvSpPr>
        <p:spPr>
          <a:xfrm flipV="1">
            <a:off x="9299952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4-line1709"/>
          <p:cNvSpPr/>
          <p:nvPr/>
        </p:nvSpPr>
        <p:spPr>
          <a:xfrm flipV="1">
            <a:off x="9159240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4-line1710"/>
          <p:cNvSpPr/>
          <p:nvPr/>
        </p:nvSpPr>
        <p:spPr>
          <a:xfrm flipV="1">
            <a:off x="9026793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4-line1711"/>
          <p:cNvSpPr/>
          <p:nvPr/>
        </p:nvSpPr>
        <p:spPr>
          <a:xfrm flipV="1">
            <a:off x="8904063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4-line1712"/>
          <p:cNvSpPr/>
          <p:nvPr/>
        </p:nvSpPr>
        <p:spPr>
          <a:xfrm flipV="1">
            <a:off x="8792393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4-line1713"/>
          <p:cNvSpPr/>
          <p:nvPr/>
        </p:nvSpPr>
        <p:spPr>
          <a:xfrm flipV="1">
            <a:off x="8693008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4-line1714"/>
          <p:cNvSpPr/>
          <p:nvPr/>
        </p:nvSpPr>
        <p:spPr>
          <a:xfrm flipV="1">
            <a:off x="8606996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4-line1715"/>
          <p:cNvSpPr/>
          <p:nvPr/>
        </p:nvSpPr>
        <p:spPr>
          <a:xfrm flipV="1">
            <a:off x="8535299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4-line1716"/>
          <p:cNvSpPr/>
          <p:nvPr/>
        </p:nvSpPr>
        <p:spPr>
          <a:xfrm flipV="1">
            <a:off x="8478704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4-line1717"/>
          <p:cNvSpPr/>
          <p:nvPr/>
        </p:nvSpPr>
        <p:spPr>
          <a:xfrm flipV="1">
            <a:off x="8437830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4-line1718"/>
          <p:cNvSpPr/>
          <p:nvPr/>
        </p:nvSpPr>
        <p:spPr>
          <a:xfrm flipV="1">
            <a:off x="8413125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4-line1719"/>
          <p:cNvSpPr/>
          <p:nvPr/>
        </p:nvSpPr>
        <p:spPr>
          <a:xfrm>
            <a:off x="8404860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4-line1720"/>
          <p:cNvSpPr/>
          <p:nvPr/>
        </p:nvSpPr>
        <p:spPr>
          <a:xfrm>
            <a:off x="8413125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4-line1721"/>
          <p:cNvSpPr/>
          <p:nvPr/>
        </p:nvSpPr>
        <p:spPr>
          <a:xfrm>
            <a:off x="8437830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4-line1722"/>
          <p:cNvSpPr/>
          <p:nvPr/>
        </p:nvSpPr>
        <p:spPr>
          <a:xfrm>
            <a:off x="8478704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4-line1723"/>
          <p:cNvSpPr/>
          <p:nvPr/>
        </p:nvSpPr>
        <p:spPr>
          <a:xfrm>
            <a:off x="8535299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4-line1724"/>
          <p:cNvSpPr/>
          <p:nvPr/>
        </p:nvSpPr>
        <p:spPr>
          <a:xfrm>
            <a:off x="8606996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4-line1725"/>
          <p:cNvSpPr/>
          <p:nvPr/>
        </p:nvSpPr>
        <p:spPr>
          <a:xfrm>
            <a:off x="8693008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4-line1726"/>
          <p:cNvSpPr/>
          <p:nvPr/>
        </p:nvSpPr>
        <p:spPr>
          <a:xfrm>
            <a:off x="8792393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4-line1727"/>
          <p:cNvSpPr/>
          <p:nvPr/>
        </p:nvSpPr>
        <p:spPr>
          <a:xfrm>
            <a:off x="8904063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4-line1728"/>
          <p:cNvSpPr/>
          <p:nvPr/>
        </p:nvSpPr>
        <p:spPr>
          <a:xfrm>
            <a:off x="9026793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4-line1729"/>
          <p:cNvSpPr/>
          <p:nvPr/>
        </p:nvSpPr>
        <p:spPr>
          <a:xfrm>
            <a:off x="9159240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4-line1730"/>
          <p:cNvSpPr/>
          <p:nvPr/>
        </p:nvSpPr>
        <p:spPr>
          <a:xfrm>
            <a:off x="9299952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4-line1731"/>
          <p:cNvSpPr/>
          <p:nvPr/>
        </p:nvSpPr>
        <p:spPr>
          <a:xfrm>
            <a:off x="9447388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4-line1732"/>
          <p:cNvSpPr/>
          <p:nvPr/>
        </p:nvSpPr>
        <p:spPr>
          <a:xfrm>
            <a:off x="9599931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4-line1733"/>
          <p:cNvSpPr/>
          <p:nvPr/>
        </p:nvSpPr>
        <p:spPr>
          <a:xfrm>
            <a:off x="9755912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4-label1734"/>
          <p:cNvSpPr txBox="1"/>
          <p:nvPr/>
        </p:nvSpPr>
        <p:spPr>
          <a:xfrm>
            <a:off x="10211074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222" name="S14-label1735"/>
          <p:cNvSpPr txBox="1"/>
          <p:nvPr/>
        </p:nvSpPr>
        <p:spPr>
          <a:xfrm>
            <a:off x="10629642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223" name="S14-label1736"/>
          <p:cNvSpPr txBox="1"/>
          <p:nvPr/>
        </p:nvSpPr>
        <p:spPr>
          <a:xfrm>
            <a:off x="10782849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224" name="S14-label1737"/>
          <p:cNvSpPr txBox="1"/>
          <p:nvPr/>
        </p:nvSpPr>
        <p:spPr>
          <a:xfrm>
            <a:off x="10629642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225" name="S14-label1738"/>
          <p:cNvSpPr txBox="1"/>
          <p:nvPr/>
        </p:nvSpPr>
        <p:spPr>
          <a:xfrm>
            <a:off x="10211074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226" name="S14-label1739"/>
          <p:cNvSpPr txBox="1"/>
          <p:nvPr/>
        </p:nvSpPr>
        <p:spPr>
          <a:xfrm>
            <a:off x="9639300" y="453597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227" name="S14-label1740"/>
          <p:cNvSpPr txBox="1"/>
          <p:nvPr/>
        </p:nvSpPr>
        <p:spPr>
          <a:xfrm>
            <a:off x="9067526" y="43827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228" name="S14-label1741"/>
          <p:cNvSpPr txBox="1"/>
          <p:nvPr/>
        </p:nvSpPr>
        <p:spPr>
          <a:xfrm>
            <a:off x="8648958" y="39641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229" name="S14-label1742"/>
          <p:cNvSpPr txBox="1"/>
          <p:nvPr/>
        </p:nvSpPr>
        <p:spPr>
          <a:xfrm>
            <a:off x="8495751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230" name="S14-label1743"/>
          <p:cNvSpPr txBox="1"/>
          <p:nvPr/>
        </p:nvSpPr>
        <p:spPr>
          <a:xfrm>
            <a:off x="8648958" y="2820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231" name="S14-label1744"/>
          <p:cNvSpPr txBox="1"/>
          <p:nvPr/>
        </p:nvSpPr>
        <p:spPr>
          <a:xfrm>
            <a:off x="9067526" y="24020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232" name="S14-label1745"/>
          <p:cNvSpPr txBox="1"/>
          <p:nvPr/>
        </p:nvSpPr>
        <p:spPr>
          <a:xfrm>
            <a:off x="9639300" y="22488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233" name="S14-line1746"/>
          <p:cNvSpPr/>
          <p:nvPr/>
        </p:nvSpPr>
        <p:spPr>
          <a:xfrm flipH="1">
            <a:off x="9244470" y="3575304"/>
            <a:ext cx="669150" cy="38633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4-line1747"/>
          <p:cNvSpPr/>
          <p:nvPr/>
        </p:nvSpPr>
        <p:spPr>
          <a:xfrm flipV="1">
            <a:off x="9913620" y="2369942"/>
            <a:ext cx="0" cy="120536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4-pin1748"/>
          <p:cNvSpPr/>
          <p:nvPr/>
        </p:nvSpPr>
        <p:spPr>
          <a:xfrm>
            <a:off x="9858756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7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7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12면 몇 시, 6이면 몇 시 30분이에요.</a:t>
            </a:r>
            <a:endParaRPr lang="ko-KR" sz="3200" dirty="0"/>
          </a:p>
        </p:txBody>
      </p:sp>
      <p:sp>
        <p:nvSpPr>
          <p:cNvPr id="5" name="S15-chip175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긴바늘부터 보기</a:t>
            </a:r>
            <a:endParaRPr lang="ko-KR" sz="2600" dirty="0"/>
          </a:p>
        </p:txBody>
      </p:sp>
      <p:sp>
        <p:nvSpPr>
          <p:cNvPr id="6" name="S15-chip175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짧은바늘의 뒤의 수 읽기</a:t>
            </a:r>
            <a:endParaRPr lang="ko-KR" sz="2600" dirty="0"/>
          </a:p>
        </p:txBody>
      </p:sp>
      <p:sp>
        <p:nvSpPr>
          <p:cNvPr id="7" name="S15-text175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75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긴바늘 12, 짧은바늘 4는?</a:t>
            </a:r>
            <a:endParaRPr lang="ko-KR" sz="2600" dirty="0"/>
          </a:p>
        </p:txBody>
      </p:sp>
      <p:sp>
        <p:nvSpPr>
          <p:cNvPr id="9" name="S15-text175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11시 30분의 긴바늘은?</a:t>
            </a:r>
            <a:endParaRPr lang="ko-KR" sz="2600" dirty="0"/>
          </a:p>
        </p:txBody>
      </p:sp>
      <p:sp>
        <p:nvSpPr>
          <p:cNvPr id="10" name="S15-text175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짧은바늘 5와 6 사이, 긴바늘 6은?</a:t>
            </a:r>
            <a:endParaRPr lang="ko-KR" sz="2600" dirty="0"/>
          </a:p>
        </p:txBody>
      </p:sp>
      <p:sp>
        <p:nvSpPr>
          <p:cNvPr id="11" name="S15-text17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 찾기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시계의 수</a:t>
            </a:r>
            <a:endParaRPr lang="ko-KR" sz="4400" dirty="0"/>
          </a:p>
        </p:txBody>
      </p:sp>
      <p:sp>
        <p:nvSpPr>
          <p:cNvPr id="3" name="S16-figure1758" descr="바늘이 없는 시계: 1부터 12까지 수가 차례로 둘러 있음"/>
          <p:cNvSpPr/>
          <p:nvPr/>
        </p:nvSpPr>
        <p:spPr>
          <a:xfrm>
            <a:off x="1675638" y="221742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4" name="S16-line1759"/>
          <p:cNvSpPr/>
          <p:nvPr/>
        </p:nvSpPr>
        <p:spPr>
          <a:xfrm>
            <a:off x="3230118" y="225399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16-line1760"/>
          <p:cNvSpPr/>
          <p:nvPr/>
        </p:nvSpPr>
        <p:spPr>
          <a:xfrm flipH="1">
            <a:off x="3380658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16-line1761"/>
          <p:cNvSpPr/>
          <p:nvPr/>
        </p:nvSpPr>
        <p:spPr>
          <a:xfrm flipH="1">
            <a:off x="352954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6-line1762"/>
          <p:cNvSpPr/>
          <p:nvPr/>
        </p:nvSpPr>
        <p:spPr>
          <a:xfrm flipH="1">
            <a:off x="3675158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1763"/>
          <p:cNvSpPr/>
          <p:nvPr/>
        </p:nvSpPr>
        <p:spPr>
          <a:xfrm flipH="1">
            <a:off x="3815892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1764"/>
          <p:cNvSpPr/>
          <p:nvPr/>
        </p:nvSpPr>
        <p:spPr>
          <a:xfrm flipH="1">
            <a:off x="3903574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16-line1765"/>
          <p:cNvSpPr/>
          <p:nvPr/>
        </p:nvSpPr>
        <p:spPr>
          <a:xfrm flipH="1">
            <a:off x="4076635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1766"/>
          <p:cNvSpPr/>
          <p:nvPr/>
        </p:nvSpPr>
        <p:spPr>
          <a:xfrm flipH="1">
            <a:off x="4193787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6-line1767"/>
          <p:cNvSpPr/>
          <p:nvPr/>
        </p:nvSpPr>
        <p:spPr>
          <a:xfrm flipH="1">
            <a:off x="4300380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1768"/>
          <p:cNvSpPr/>
          <p:nvPr/>
        </p:nvSpPr>
        <p:spPr>
          <a:xfrm flipH="1">
            <a:off x="439524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1769"/>
          <p:cNvSpPr/>
          <p:nvPr/>
        </p:nvSpPr>
        <p:spPr>
          <a:xfrm flipH="1">
            <a:off x="4396577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16-line1770"/>
          <p:cNvSpPr/>
          <p:nvPr/>
        </p:nvSpPr>
        <p:spPr>
          <a:xfrm flipH="1">
            <a:off x="4545788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1771"/>
          <p:cNvSpPr/>
          <p:nvPr/>
        </p:nvSpPr>
        <p:spPr>
          <a:xfrm flipH="1">
            <a:off x="4599811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6-line1772"/>
          <p:cNvSpPr/>
          <p:nvPr/>
        </p:nvSpPr>
        <p:spPr>
          <a:xfrm flipH="1">
            <a:off x="4638827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1773"/>
          <p:cNvSpPr/>
          <p:nvPr/>
        </p:nvSpPr>
        <p:spPr>
          <a:xfrm flipH="1">
            <a:off x="466240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1774"/>
          <p:cNvSpPr/>
          <p:nvPr/>
        </p:nvSpPr>
        <p:spPr>
          <a:xfrm flipH="1">
            <a:off x="4577029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16-line1775"/>
          <p:cNvSpPr/>
          <p:nvPr/>
        </p:nvSpPr>
        <p:spPr>
          <a:xfrm flipH="1" flipV="1">
            <a:off x="466240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1776"/>
          <p:cNvSpPr/>
          <p:nvPr/>
        </p:nvSpPr>
        <p:spPr>
          <a:xfrm flipH="1" flipV="1">
            <a:off x="4638827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6-line1777"/>
          <p:cNvSpPr/>
          <p:nvPr/>
        </p:nvSpPr>
        <p:spPr>
          <a:xfrm flipH="1" flipV="1">
            <a:off x="4599811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1778"/>
          <p:cNvSpPr/>
          <p:nvPr/>
        </p:nvSpPr>
        <p:spPr>
          <a:xfrm flipH="1" flipV="1">
            <a:off x="4545788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1779"/>
          <p:cNvSpPr/>
          <p:nvPr/>
        </p:nvSpPr>
        <p:spPr>
          <a:xfrm flipH="1" flipV="1">
            <a:off x="4396577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16-line1780"/>
          <p:cNvSpPr/>
          <p:nvPr/>
        </p:nvSpPr>
        <p:spPr>
          <a:xfrm flipH="1" flipV="1">
            <a:off x="439524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1781"/>
          <p:cNvSpPr/>
          <p:nvPr/>
        </p:nvSpPr>
        <p:spPr>
          <a:xfrm flipH="1" flipV="1">
            <a:off x="4300380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6-line1782"/>
          <p:cNvSpPr/>
          <p:nvPr/>
        </p:nvSpPr>
        <p:spPr>
          <a:xfrm flipH="1" flipV="1">
            <a:off x="4193787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1783"/>
          <p:cNvSpPr/>
          <p:nvPr/>
        </p:nvSpPr>
        <p:spPr>
          <a:xfrm flipH="1" flipV="1">
            <a:off x="4076635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1784"/>
          <p:cNvSpPr/>
          <p:nvPr/>
        </p:nvSpPr>
        <p:spPr>
          <a:xfrm flipH="1" flipV="1">
            <a:off x="3903574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16-line1785"/>
          <p:cNvSpPr/>
          <p:nvPr/>
        </p:nvSpPr>
        <p:spPr>
          <a:xfrm flipH="1" flipV="1">
            <a:off x="3815892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1786"/>
          <p:cNvSpPr/>
          <p:nvPr/>
        </p:nvSpPr>
        <p:spPr>
          <a:xfrm flipH="1" flipV="1">
            <a:off x="3675158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6-line1787"/>
          <p:cNvSpPr/>
          <p:nvPr/>
        </p:nvSpPr>
        <p:spPr>
          <a:xfrm flipH="1" flipV="1">
            <a:off x="352954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1788"/>
          <p:cNvSpPr/>
          <p:nvPr/>
        </p:nvSpPr>
        <p:spPr>
          <a:xfrm flipH="1" flipV="1">
            <a:off x="3380658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1789"/>
          <p:cNvSpPr/>
          <p:nvPr/>
        </p:nvSpPr>
        <p:spPr>
          <a:xfrm flipV="1">
            <a:off x="3230118" y="511881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16-line1790"/>
          <p:cNvSpPr/>
          <p:nvPr/>
        </p:nvSpPr>
        <p:spPr>
          <a:xfrm flipV="1">
            <a:off x="3071454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1791"/>
          <p:cNvSpPr/>
          <p:nvPr/>
        </p:nvSpPr>
        <p:spPr>
          <a:xfrm flipV="1">
            <a:off x="291452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6-line1792"/>
          <p:cNvSpPr/>
          <p:nvPr/>
        </p:nvSpPr>
        <p:spPr>
          <a:xfrm flipV="1">
            <a:off x="2761060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1793"/>
          <p:cNvSpPr/>
          <p:nvPr/>
        </p:nvSpPr>
        <p:spPr>
          <a:xfrm flipV="1">
            <a:off x="2612731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1794"/>
          <p:cNvSpPr/>
          <p:nvPr/>
        </p:nvSpPr>
        <p:spPr>
          <a:xfrm flipV="1">
            <a:off x="2471166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16-line1795"/>
          <p:cNvSpPr/>
          <p:nvPr/>
        </p:nvSpPr>
        <p:spPr>
          <a:xfrm flipV="1">
            <a:off x="2337916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1796"/>
          <p:cNvSpPr/>
          <p:nvPr/>
        </p:nvSpPr>
        <p:spPr>
          <a:xfrm flipV="1">
            <a:off x="2214442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6-line1797"/>
          <p:cNvSpPr/>
          <p:nvPr/>
        </p:nvSpPr>
        <p:spPr>
          <a:xfrm flipV="1">
            <a:off x="2102095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1798"/>
          <p:cNvSpPr/>
          <p:nvPr/>
        </p:nvSpPr>
        <p:spPr>
          <a:xfrm flipV="1">
            <a:off x="200210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1799"/>
          <p:cNvSpPr/>
          <p:nvPr/>
        </p:nvSpPr>
        <p:spPr>
          <a:xfrm flipV="1">
            <a:off x="1915575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16-line1800"/>
          <p:cNvSpPr/>
          <p:nvPr/>
        </p:nvSpPr>
        <p:spPr>
          <a:xfrm flipV="1">
            <a:off x="1843444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1801"/>
          <p:cNvSpPr/>
          <p:nvPr/>
        </p:nvSpPr>
        <p:spPr>
          <a:xfrm flipV="1">
            <a:off x="1786506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6-line1802"/>
          <p:cNvSpPr/>
          <p:nvPr/>
        </p:nvSpPr>
        <p:spPr>
          <a:xfrm flipV="1">
            <a:off x="1745384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1803"/>
          <p:cNvSpPr/>
          <p:nvPr/>
        </p:nvSpPr>
        <p:spPr>
          <a:xfrm flipV="1">
            <a:off x="172052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1804"/>
          <p:cNvSpPr/>
          <p:nvPr/>
        </p:nvSpPr>
        <p:spPr>
          <a:xfrm>
            <a:off x="1712214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16-line1805"/>
          <p:cNvSpPr/>
          <p:nvPr/>
        </p:nvSpPr>
        <p:spPr>
          <a:xfrm>
            <a:off x="172052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1806"/>
          <p:cNvSpPr/>
          <p:nvPr/>
        </p:nvSpPr>
        <p:spPr>
          <a:xfrm>
            <a:off x="1745384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6-line1807"/>
          <p:cNvSpPr/>
          <p:nvPr/>
        </p:nvSpPr>
        <p:spPr>
          <a:xfrm>
            <a:off x="1786506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1808"/>
          <p:cNvSpPr/>
          <p:nvPr/>
        </p:nvSpPr>
        <p:spPr>
          <a:xfrm>
            <a:off x="1843444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1809"/>
          <p:cNvSpPr/>
          <p:nvPr/>
        </p:nvSpPr>
        <p:spPr>
          <a:xfrm>
            <a:off x="1915575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16-line1810"/>
          <p:cNvSpPr/>
          <p:nvPr/>
        </p:nvSpPr>
        <p:spPr>
          <a:xfrm>
            <a:off x="200210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1811"/>
          <p:cNvSpPr/>
          <p:nvPr/>
        </p:nvSpPr>
        <p:spPr>
          <a:xfrm>
            <a:off x="2102095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6-line1812"/>
          <p:cNvSpPr/>
          <p:nvPr/>
        </p:nvSpPr>
        <p:spPr>
          <a:xfrm>
            <a:off x="2214442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1813"/>
          <p:cNvSpPr/>
          <p:nvPr/>
        </p:nvSpPr>
        <p:spPr>
          <a:xfrm>
            <a:off x="2337916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1814"/>
          <p:cNvSpPr/>
          <p:nvPr/>
        </p:nvSpPr>
        <p:spPr>
          <a:xfrm>
            <a:off x="2471166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16-line1815"/>
          <p:cNvSpPr/>
          <p:nvPr/>
        </p:nvSpPr>
        <p:spPr>
          <a:xfrm>
            <a:off x="2612731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1816"/>
          <p:cNvSpPr/>
          <p:nvPr/>
        </p:nvSpPr>
        <p:spPr>
          <a:xfrm>
            <a:off x="2761060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6-line1817"/>
          <p:cNvSpPr/>
          <p:nvPr/>
        </p:nvSpPr>
        <p:spPr>
          <a:xfrm>
            <a:off x="291452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1818"/>
          <p:cNvSpPr/>
          <p:nvPr/>
        </p:nvSpPr>
        <p:spPr>
          <a:xfrm>
            <a:off x="3071454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abel1819"/>
          <p:cNvSpPr txBox="1"/>
          <p:nvPr/>
        </p:nvSpPr>
        <p:spPr>
          <a:xfrm>
            <a:off x="3530956" y="25928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5" name="S16-label1820"/>
          <p:cNvSpPr txBox="1"/>
          <p:nvPr/>
        </p:nvSpPr>
        <p:spPr>
          <a:xfrm>
            <a:off x="3952000" y="30138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6" name="S16-label1821"/>
          <p:cNvSpPr txBox="1"/>
          <p:nvPr/>
        </p:nvSpPr>
        <p:spPr>
          <a:xfrm>
            <a:off x="4106113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7" name="S16-label1822"/>
          <p:cNvSpPr txBox="1"/>
          <p:nvPr/>
        </p:nvSpPr>
        <p:spPr>
          <a:xfrm>
            <a:off x="3952000" y="416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8" name="S16-label1823"/>
          <p:cNvSpPr txBox="1"/>
          <p:nvPr/>
        </p:nvSpPr>
        <p:spPr>
          <a:xfrm>
            <a:off x="3530956" y="458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69" name="S16-label1824"/>
          <p:cNvSpPr txBox="1"/>
          <p:nvPr/>
        </p:nvSpPr>
        <p:spPr>
          <a:xfrm>
            <a:off x="2955798" y="47393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0" name="S16-label1825"/>
          <p:cNvSpPr txBox="1"/>
          <p:nvPr/>
        </p:nvSpPr>
        <p:spPr>
          <a:xfrm>
            <a:off x="2380640" y="45852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1" name="S16-label1826"/>
          <p:cNvSpPr txBox="1"/>
          <p:nvPr/>
        </p:nvSpPr>
        <p:spPr>
          <a:xfrm>
            <a:off x="1959596" y="41641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2" name="S16-label1827"/>
          <p:cNvSpPr txBox="1"/>
          <p:nvPr/>
        </p:nvSpPr>
        <p:spPr>
          <a:xfrm>
            <a:off x="1805483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3" name="S16-label1828"/>
          <p:cNvSpPr txBox="1"/>
          <p:nvPr/>
        </p:nvSpPr>
        <p:spPr>
          <a:xfrm>
            <a:off x="1959596" y="30138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4" name="S16-label1829"/>
          <p:cNvSpPr txBox="1"/>
          <p:nvPr/>
        </p:nvSpPr>
        <p:spPr>
          <a:xfrm>
            <a:off x="2380640" y="25928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5" name="S16-label1830"/>
          <p:cNvSpPr txBox="1"/>
          <p:nvPr/>
        </p:nvSpPr>
        <p:spPr>
          <a:xfrm>
            <a:off x="2955798" y="24387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6" name="S16-pin1831"/>
          <p:cNvSpPr/>
          <p:nvPr/>
        </p:nvSpPr>
        <p:spPr>
          <a:xfrm>
            <a:off x="3175254" y="37170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7" name="S16-card1832"/>
          <p:cNvSpPr/>
          <p:nvPr/>
        </p:nvSpPr>
        <p:spPr>
          <a:xfrm>
            <a:off x="6277356" y="256286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8" name="S16-cardtext1833"/>
          <p:cNvSpPr txBox="1"/>
          <p:nvPr/>
        </p:nvSpPr>
        <p:spPr>
          <a:xfrm>
            <a:off x="6551676" y="270002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12부터 시작해 오른쪽으로 돌아요</a:t>
            </a:r>
            <a:endParaRPr lang="ko-KR" sz="3200" dirty="0"/>
          </a:p>
        </p:txBody>
      </p:sp>
      <p:sp>
        <p:nvSpPr>
          <p:cNvPr id="79" name="S16-card1834"/>
          <p:cNvSpPr/>
          <p:nvPr/>
        </p:nvSpPr>
        <p:spPr>
          <a:xfrm>
            <a:off x="6277356" y="41122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0" name="S16-cardtext1835"/>
          <p:cNvSpPr txBox="1"/>
          <p:nvPr/>
        </p:nvSpPr>
        <p:spPr>
          <a:xfrm>
            <a:off x="6551676" y="42494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다음은 다시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몇 시와 몇 시 30분</dc:title>
  <dc:subject>KR22-G01-MAT-CLOCK-L01</dc:subject>
  <dc:creator>education-ppt</dc:creator>
  <cp:lastModifiedBy>education-ppt</cp:lastModifiedBy>
  <cp:revision>1</cp:revision>
  <dcterms:created xsi:type="dcterms:W3CDTF">2026-10-26T07:01:11Z</dcterms:created>
  <dcterms:modified xsi:type="dcterms:W3CDTF">2026-10-26T07:01:11Z</dcterms:modified>
</cp:coreProperties>
</file>