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3067bfd-ca4f-fd82-f4c6-9ee348cb9676}">
          <p14:sldIdLst>
            <p14:sldId id="256"/>
            <p14:sldId id="257"/>
          </p14:sldIdLst>
        </p14:section>
        <p14:section name="개념" id="{a2926eb3-74e3-f7b6-037c-6de1b59eecfe}">
          <p14:sldIdLst>
            <p14:sldId id="258"/>
            <p14:sldId id="259"/>
            <p14:sldId id="260"/>
            <p14:sldId id="262"/>
            <p14:sldId id="263"/>
            <p14:sldId id="264"/>
          </p14:sldIdLst>
        </p14:section>
        <p14:section name="연습" id="{4f722b8d-1d10-5992-a095-c726d1edc71d}">
          <p14:sldIdLst>
            <p14:sldId id="261"/>
            <p14:sldId id="265"/>
            <p14:sldId id="266"/>
          </p14:sldIdLst>
        </p14:section>
        <p14:section name="개념" id="{ecc1d203-a35e-219f-bf2b-6c1d2ac9da57}">
          <p14:sldIdLst/>
        </p14:section>
        <p14:section name="연습" id="{f0b1035b-5abe-c8f2-ef1d-7854d979f71a}">
          <p14:sldIdLst/>
        </p14:section>
        <p14:section name="확인" id="{2cda7c53-eb4c-42c7-5330-89b5417f7708}">
          <p14:sldIdLst>
            <p14:sldId id="267"/>
            <p14:sldId id="268"/>
          </p14:sldIdLst>
        </p14:section>
        <p14:section name="정리" id="{658b4bf7-bec8-06f8-1af1-c2a3ddbdbfc3}">
          <p14:sldIdLst>
            <p14:sldId id="269"/>
          </p14:sldIdLst>
        </p14:section>
        <p14:section name="보충" id="{143cffb3-07cf-129b-826e-ad29966639f1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시간과규칙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몇 시와 몇 시 30분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몇 시와 몇 시 30분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몇 시와 몇 시 30분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시와 몇 시 30분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몇 시일까?</a:t>
            </a:r>
            <a:endParaRPr lang="ko-KR" sz="3200" dirty="0"/>
          </a:p>
        </p:txBody>
      </p:sp>
      <p:sp>
        <p:nvSpPr>
          <p:cNvPr id="4" name="S01-figure1" descr="시계: 짧은바늘이 3, 긴바늘이 12를 가리킴(3시)"/>
          <p:cNvSpPr/>
          <p:nvPr/>
        </p:nvSpPr>
        <p:spPr>
          <a:xfrm>
            <a:off x="8183880" y="640080"/>
            <a:ext cx="2926080" cy="29260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9646920" y="676656"/>
            <a:ext cx="0" cy="1609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1-line3"/>
          <p:cNvSpPr/>
          <p:nvPr/>
        </p:nvSpPr>
        <p:spPr>
          <a:xfrm flipH="1">
            <a:off x="9788380" y="684470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1-line4"/>
          <p:cNvSpPr/>
          <p:nvPr/>
        </p:nvSpPr>
        <p:spPr>
          <a:xfrm flipH="1">
            <a:off x="9928289" y="707828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 flipH="1">
            <a:off x="10065116" y="746472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 flipH="1">
            <a:off x="10197362" y="799980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 flipH="1">
            <a:off x="10279685" y="867766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 flipH="1">
            <a:off x="10442377" y="949086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 flipH="1">
            <a:off x="10552462" y="1043051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 flipH="1">
            <a:off x="10652627" y="1148629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line11"/>
          <p:cNvSpPr/>
          <p:nvPr/>
        </p:nvSpPr>
        <p:spPr>
          <a:xfrm flipH="1">
            <a:off x="10741772" y="1264665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 flipH="1">
            <a:off x="10742901" y="1389888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 flipH="1">
            <a:off x="10883232" y="1522925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line14"/>
          <p:cNvSpPr/>
          <p:nvPr/>
        </p:nvSpPr>
        <p:spPr>
          <a:xfrm flipH="1">
            <a:off x="10933996" y="1662318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line15"/>
          <p:cNvSpPr/>
          <p:nvPr/>
        </p:nvSpPr>
        <p:spPr>
          <a:xfrm flipH="1">
            <a:off x="10970659" y="1806541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1-line16"/>
          <p:cNvSpPr/>
          <p:nvPr/>
        </p:nvSpPr>
        <p:spPr>
          <a:xfrm flipH="1">
            <a:off x="10992818" y="1954014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 flipH="1">
            <a:off x="10912450" y="2103120"/>
            <a:ext cx="16093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 flipH="1" flipV="1">
            <a:off x="10992818" y="2244580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line19"/>
          <p:cNvSpPr/>
          <p:nvPr/>
        </p:nvSpPr>
        <p:spPr>
          <a:xfrm flipH="1" flipV="1">
            <a:off x="10970659" y="2384489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line20"/>
          <p:cNvSpPr/>
          <p:nvPr/>
        </p:nvSpPr>
        <p:spPr>
          <a:xfrm flipH="1" flipV="1">
            <a:off x="10933996" y="2521316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line21"/>
          <p:cNvSpPr/>
          <p:nvPr/>
        </p:nvSpPr>
        <p:spPr>
          <a:xfrm flipH="1" flipV="1">
            <a:off x="10883232" y="2653562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1-line22"/>
          <p:cNvSpPr/>
          <p:nvPr/>
        </p:nvSpPr>
        <p:spPr>
          <a:xfrm flipH="1" flipV="1">
            <a:off x="10742901" y="2735885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1-line23"/>
          <p:cNvSpPr/>
          <p:nvPr/>
        </p:nvSpPr>
        <p:spPr>
          <a:xfrm flipH="1" flipV="1">
            <a:off x="10741772" y="2898577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line24"/>
          <p:cNvSpPr/>
          <p:nvPr/>
        </p:nvSpPr>
        <p:spPr>
          <a:xfrm flipH="1" flipV="1">
            <a:off x="10652627" y="3008662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line25"/>
          <p:cNvSpPr/>
          <p:nvPr/>
        </p:nvSpPr>
        <p:spPr>
          <a:xfrm flipH="1" flipV="1">
            <a:off x="10552462" y="3108827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1-line26"/>
          <p:cNvSpPr/>
          <p:nvPr/>
        </p:nvSpPr>
        <p:spPr>
          <a:xfrm flipH="1" flipV="1">
            <a:off x="10442377" y="3197972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1-line27"/>
          <p:cNvSpPr/>
          <p:nvPr/>
        </p:nvSpPr>
        <p:spPr>
          <a:xfrm flipH="1" flipV="1">
            <a:off x="10279685" y="3199101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1-line28"/>
          <p:cNvSpPr/>
          <p:nvPr/>
        </p:nvSpPr>
        <p:spPr>
          <a:xfrm flipH="1" flipV="1">
            <a:off x="10197362" y="3339432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line29"/>
          <p:cNvSpPr/>
          <p:nvPr/>
        </p:nvSpPr>
        <p:spPr>
          <a:xfrm flipH="1" flipV="1">
            <a:off x="10065116" y="3390196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line30"/>
          <p:cNvSpPr/>
          <p:nvPr/>
        </p:nvSpPr>
        <p:spPr>
          <a:xfrm flipH="1" flipV="1">
            <a:off x="9928289" y="3426859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line31"/>
          <p:cNvSpPr/>
          <p:nvPr/>
        </p:nvSpPr>
        <p:spPr>
          <a:xfrm flipH="1" flipV="1">
            <a:off x="9788380" y="3449018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1-line32"/>
          <p:cNvSpPr/>
          <p:nvPr/>
        </p:nvSpPr>
        <p:spPr>
          <a:xfrm flipV="1">
            <a:off x="9646920" y="3368650"/>
            <a:ext cx="0" cy="1609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1-line33"/>
          <p:cNvSpPr/>
          <p:nvPr/>
        </p:nvSpPr>
        <p:spPr>
          <a:xfrm flipV="1">
            <a:off x="9497814" y="3449018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line34"/>
          <p:cNvSpPr/>
          <p:nvPr/>
        </p:nvSpPr>
        <p:spPr>
          <a:xfrm flipV="1">
            <a:off x="9350341" y="3426859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line35"/>
          <p:cNvSpPr/>
          <p:nvPr/>
        </p:nvSpPr>
        <p:spPr>
          <a:xfrm flipV="1">
            <a:off x="9206118" y="3390196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1-line36"/>
          <p:cNvSpPr/>
          <p:nvPr/>
        </p:nvSpPr>
        <p:spPr>
          <a:xfrm flipV="1">
            <a:off x="9066725" y="3339432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1-line37"/>
          <p:cNvSpPr/>
          <p:nvPr/>
        </p:nvSpPr>
        <p:spPr>
          <a:xfrm flipV="1">
            <a:off x="8933688" y="3199101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1-line38"/>
          <p:cNvSpPr/>
          <p:nvPr/>
        </p:nvSpPr>
        <p:spPr>
          <a:xfrm flipV="1">
            <a:off x="8808465" y="3197972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line39"/>
          <p:cNvSpPr/>
          <p:nvPr/>
        </p:nvSpPr>
        <p:spPr>
          <a:xfrm flipV="1">
            <a:off x="8692429" y="3108827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1-line40"/>
          <p:cNvSpPr/>
          <p:nvPr/>
        </p:nvSpPr>
        <p:spPr>
          <a:xfrm flipV="1">
            <a:off x="8586851" y="3008662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1-line41"/>
          <p:cNvSpPr/>
          <p:nvPr/>
        </p:nvSpPr>
        <p:spPr>
          <a:xfrm flipV="1">
            <a:off x="8492886" y="2898577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1-line42"/>
          <p:cNvSpPr/>
          <p:nvPr/>
        </p:nvSpPr>
        <p:spPr>
          <a:xfrm flipV="1">
            <a:off x="8411566" y="2735885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1-line43"/>
          <p:cNvSpPr/>
          <p:nvPr/>
        </p:nvSpPr>
        <p:spPr>
          <a:xfrm flipV="1">
            <a:off x="8343780" y="2653562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line44"/>
          <p:cNvSpPr/>
          <p:nvPr/>
        </p:nvSpPr>
        <p:spPr>
          <a:xfrm flipV="1">
            <a:off x="8290272" y="2521316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line45"/>
          <p:cNvSpPr/>
          <p:nvPr/>
        </p:nvSpPr>
        <p:spPr>
          <a:xfrm flipV="1">
            <a:off x="8251628" y="2384489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1-line46"/>
          <p:cNvSpPr/>
          <p:nvPr/>
        </p:nvSpPr>
        <p:spPr>
          <a:xfrm flipV="1">
            <a:off x="8228270" y="2244580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1-line47"/>
          <p:cNvSpPr/>
          <p:nvPr/>
        </p:nvSpPr>
        <p:spPr>
          <a:xfrm>
            <a:off x="8220456" y="2103120"/>
            <a:ext cx="16093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1-line48"/>
          <p:cNvSpPr/>
          <p:nvPr/>
        </p:nvSpPr>
        <p:spPr>
          <a:xfrm>
            <a:off x="8228270" y="1954014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1-line49"/>
          <p:cNvSpPr/>
          <p:nvPr/>
        </p:nvSpPr>
        <p:spPr>
          <a:xfrm>
            <a:off x="8251628" y="1806541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1-line50"/>
          <p:cNvSpPr/>
          <p:nvPr/>
        </p:nvSpPr>
        <p:spPr>
          <a:xfrm>
            <a:off x="8290272" y="1662318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1-line51"/>
          <p:cNvSpPr/>
          <p:nvPr/>
        </p:nvSpPr>
        <p:spPr>
          <a:xfrm>
            <a:off x="8343780" y="1522925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1-line52"/>
          <p:cNvSpPr/>
          <p:nvPr/>
        </p:nvSpPr>
        <p:spPr>
          <a:xfrm>
            <a:off x="8411566" y="1389888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1-line53"/>
          <p:cNvSpPr/>
          <p:nvPr/>
        </p:nvSpPr>
        <p:spPr>
          <a:xfrm>
            <a:off x="8492886" y="1264665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1-line54"/>
          <p:cNvSpPr/>
          <p:nvPr/>
        </p:nvSpPr>
        <p:spPr>
          <a:xfrm>
            <a:off x="8586851" y="1148629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1-line55"/>
          <p:cNvSpPr/>
          <p:nvPr/>
        </p:nvSpPr>
        <p:spPr>
          <a:xfrm>
            <a:off x="8692429" y="1043051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1-line56"/>
          <p:cNvSpPr/>
          <p:nvPr/>
        </p:nvSpPr>
        <p:spPr>
          <a:xfrm>
            <a:off x="8808465" y="949086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1-line57"/>
          <p:cNvSpPr/>
          <p:nvPr/>
        </p:nvSpPr>
        <p:spPr>
          <a:xfrm>
            <a:off x="8933688" y="867766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1-line58"/>
          <p:cNvSpPr/>
          <p:nvPr/>
        </p:nvSpPr>
        <p:spPr>
          <a:xfrm>
            <a:off x="9066725" y="799980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1-line59"/>
          <p:cNvSpPr/>
          <p:nvPr/>
        </p:nvSpPr>
        <p:spPr>
          <a:xfrm>
            <a:off x="9206118" y="746472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1-line60"/>
          <p:cNvSpPr/>
          <p:nvPr/>
        </p:nvSpPr>
        <p:spPr>
          <a:xfrm>
            <a:off x="9350341" y="707828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1-line61"/>
          <p:cNvSpPr/>
          <p:nvPr/>
        </p:nvSpPr>
        <p:spPr>
          <a:xfrm>
            <a:off x="9497814" y="684470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1-label62"/>
          <p:cNvSpPr txBox="1"/>
          <p:nvPr/>
        </p:nvSpPr>
        <p:spPr>
          <a:xfrm>
            <a:off x="9950501" y="919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6" name="S01-label63"/>
          <p:cNvSpPr txBox="1"/>
          <p:nvPr/>
        </p:nvSpPr>
        <p:spPr>
          <a:xfrm>
            <a:off x="10373554" y="13423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7" name="S01-label64"/>
          <p:cNvSpPr txBox="1"/>
          <p:nvPr/>
        </p:nvSpPr>
        <p:spPr>
          <a:xfrm>
            <a:off x="10528402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68" name="S01-label65"/>
          <p:cNvSpPr txBox="1"/>
          <p:nvPr/>
        </p:nvSpPr>
        <p:spPr>
          <a:xfrm>
            <a:off x="10373554" y="2498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69" name="S01-label66"/>
          <p:cNvSpPr txBox="1"/>
          <p:nvPr/>
        </p:nvSpPr>
        <p:spPr>
          <a:xfrm>
            <a:off x="9950501" y="29211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70" name="S01-label67"/>
          <p:cNvSpPr txBox="1"/>
          <p:nvPr/>
        </p:nvSpPr>
        <p:spPr>
          <a:xfrm>
            <a:off x="9372600" y="307604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1" name="S01-label68"/>
          <p:cNvSpPr txBox="1"/>
          <p:nvPr/>
        </p:nvSpPr>
        <p:spPr>
          <a:xfrm>
            <a:off x="8794699" y="29211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72" name="S01-label69"/>
          <p:cNvSpPr txBox="1"/>
          <p:nvPr/>
        </p:nvSpPr>
        <p:spPr>
          <a:xfrm>
            <a:off x="8371646" y="2498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73" name="S01-label70"/>
          <p:cNvSpPr txBox="1"/>
          <p:nvPr/>
        </p:nvSpPr>
        <p:spPr>
          <a:xfrm>
            <a:off x="8216798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74" name="S01-label71"/>
          <p:cNvSpPr txBox="1"/>
          <p:nvPr/>
        </p:nvSpPr>
        <p:spPr>
          <a:xfrm>
            <a:off x="8371646" y="13423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75" name="S01-label72"/>
          <p:cNvSpPr txBox="1"/>
          <p:nvPr/>
        </p:nvSpPr>
        <p:spPr>
          <a:xfrm>
            <a:off x="8794699" y="919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400" dirty="0"/>
          </a:p>
        </p:txBody>
      </p:sp>
      <p:sp>
        <p:nvSpPr>
          <p:cNvPr id="76" name="S01-label73"/>
          <p:cNvSpPr txBox="1"/>
          <p:nvPr/>
        </p:nvSpPr>
        <p:spPr>
          <a:xfrm>
            <a:off x="9372600" y="76443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77" name="S01-line74"/>
          <p:cNvSpPr/>
          <p:nvPr/>
        </p:nvSpPr>
        <p:spPr>
          <a:xfrm>
            <a:off x="9646920" y="2103120"/>
            <a:ext cx="643738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1-line75"/>
          <p:cNvSpPr/>
          <p:nvPr/>
        </p:nvSpPr>
        <p:spPr>
          <a:xfrm flipV="1">
            <a:off x="9646920" y="1166774"/>
            <a:ext cx="0" cy="936346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1-pin76"/>
          <p:cNvSpPr/>
          <p:nvPr/>
        </p:nvSpPr>
        <p:spPr>
          <a:xfrm>
            <a:off x="9592056" y="20482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1-card77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1" name="S01-cardtext78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몇 시, 몇 시 30분을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시곗바늘을 그려요.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수의 순서 기억하기</a:t>
            </a:r>
            <a:endParaRPr lang="ko-KR" sz="4400" dirty="0"/>
          </a:p>
        </p:txBody>
      </p:sp>
      <p:sp>
        <p:nvSpPr>
          <p:cNvPr id="3" name="S02-chip7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8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다음 수는?</a:t>
            </a:r>
            <a:endParaRPr lang="ko-KR" sz="3200" dirty="0"/>
          </a:p>
        </p:txBody>
      </p:sp>
      <p:sp>
        <p:nvSpPr>
          <p:cNvPr id="5" name="S02-chip8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82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5와 7 사이의 수는?</a:t>
            </a:r>
            <a:endParaRPr lang="ko-KR" sz="3200" dirty="0"/>
          </a:p>
        </p:txBody>
      </p:sp>
      <p:sp>
        <p:nvSpPr>
          <p:cNvPr id="7" name="S02-chip8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84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1부터 12까지 세어 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시계를 알아봐요</a:t>
            </a:r>
            <a:endParaRPr lang="ko-KR" sz="4400" dirty="0"/>
          </a:p>
        </p:txBody>
      </p:sp>
      <p:sp>
        <p:nvSpPr>
          <p:cNvPr id="3" name="S03-figure85" descr="시계: 짧은바늘이 3, 긴바늘이 12를 가리킴(3시)"/>
          <p:cNvSpPr/>
          <p:nvPr/>
        </p:nvSpPr>
        <p:spPr>
          <a:xfrm>
            <a:off x="1675638" y="221742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4" name="S03-line86"/>
          <p:cNvSpPr/>
          <p:nvPr/>
        </p:nvSpPr>
        <p:spPr>
          <a:xfrm>
            <a:off x="3230118" y="225399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03-line87"/>
          <p:cNvSpPr/>
          <p:nvPr/>
        </p:nvSpPr>
        <p:spPr>
          <a:xfrm flipH="1">
            <a:off x="3380658" y="226231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S03-line88"/>
          <p:cNvSpPr/>
          <p:nvPr/>
        </p:nvSpPr>
        <p:spPr>
          <a:xfrm flipH="1">
            <a:off x="3529548" y="228716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3-line89"/>
          <p:cNvSpPr/>
          <p:nvPr/>
        </p:nvSpPr>
        <p:spPr>
          <a:xfrm flipH="1">
            <a:off x="3675158" y="232828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3-line90"/>
          <p:cNvSpPr/>
          <p:nvPr/>
        </p:nvSpPr>
        <p:spPr>
          <a:xfrm flipH="1">
            <a:off x="3815892" y="238522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91"/>
          <p:cNvSpPr/>
          <p:nvPr/>
        </p:nvSpPr>
        <p:spPr>
          <a:xfrm flipH="1">
            <a:off x="3903574" y="245735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3-line92"/>
          <p:cNvSpPr/>
          <p:nvPr/>
        </p:nvSpPr>
        <p:spPr>
          <a:xfrm flipH="1">
            <a:off x="4076635" y="25438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93"/>
          <p:cNvSpPr/>
          <p:nvPr/>
        </p:nvSpPr>
        <p:spPr>
          <a:xfrm flipH="1">
            <a:off x="4193787" y="264387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94"/>
          <p:cNvSpPr/>
          <p:nvPr/>
        </p:nvSpPr>
        <p:spPr>
          <a:xfrm flipH="1">
            <a:off x="4300380" y="275622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95"/>
          <p:cNvSpPr/>
          <p:nvPr/>
        </p:nvSpPr>
        <p:spPr>
          <a:xfrm flipH="1">
            <a:off x="4395248" y="287969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96"/>
          <p:cNvSpPr/>
          <p:nvPr/>
        </p:nvSpPr>
        <p:spPr>
          <a:xfrm flipH="1">
            <a:off x="4396577" y="301294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3-line97"/>
          <p:cNvSpPr/>
          <p:nvPr/>
        </p:nvSpPr>
        <p:spPr>
          <a:xfrm flipH="1">
            <a:off x="4545788" y="31545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line98"/>
          <p:cNvSpPr/>
          <p:nvPr/>
        </p:nvSpPr>
        <p:spPr>
          <a:xfrm flipH="1">
            <a:off x="4599811" y="330284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line99"/>
          <p:cNvSpPr/>
          <p:nvPr/>
        </p:nvSpPr>
        <p:spPr>
          <a:xfrm flipH="1">
            <a:off x="4638827" y="34563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100"/>
          <p:cNvSpPr/>
          <p:nvPr/>
        </p:nvSpPr>
        <p:spPr>
          <a:xfrm flipH="1">
            <a:off x="4662409" y="361323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101"/>
          <p:cNvSpPr/>
          <p:nvPr/>
        </p:nvSpPr>
        <p:spPr>
          <a:xfrm flipH="1">
            <a:off x="4577029" y="377190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03-line102"/>
          <p:cNvSpPr/>
          <p:nvPr/>
        </p:nvSpPr>
        <p:spPr>
          <a:xfrm flipH="1" flipV="1">
            <a:off x="4662409" y="392244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103"/>
          <p:cNvSpPr/>
          <p:nvPr/>
        </p:nvSpPr>
        <p:spPr>
          <a:xfrm flipH="1" flipV="1">
            <a:off x="4638827" y="407133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104"/>
          <p:cNvSpPr/>
          <p:nvPr/>
        </p:nvSpPr>
        <p:spPr>
          <a:xfrm flipH="1" flipV="1">
            <a:off x="4599811" y="421694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105"/>
          <p:cNvSpPr/>
          <p:nvPr/>
        </p:nvSpPr>
        <p:spPr>
          <a:xfrm flipH="1" flipV="1">
            <a:off x="4545788" y="435767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106"/>
          <p:cNvSpPr/>
          <p:nvPr/>
        </p:nvSpPr>
        <p:spPr>
          <a:xfrm flipH="1" flipV="1">
            <a:off x="4396577" y="444535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03-line107"/>
          <p:cNvSpPr/>
          <p:nvPr/>
        </p:nvSpPr>
        <p:spPr>
          <a:xfrm flipH="1" flipV="1">
            <a:off x="4395248" y="461841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line108"/>
          <p:cNvSpPr/>
          <p:nvPr/>
        </p:nvSpPr>
        <p:spPr>
          <a:xfrm flipH="1" flipV="1">
            <a:off x="4300380" y="473556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line109"/>
          <p:cNvSpPr/>
          <p:nvPr/>
        </p:nvSpPr>
        <p:spPr>
          <a:xfrm flipH="1" flipV="1">
            <a:off x="4193787" y="484216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line110"/>
          <p:cNvSpPr/>
          <p:nvPr/>
        </p:nvSpPr>
        <p:spPr>
          <a:xfrm flipH="1" flipV="1">
            <a:off x="4076635" y="493703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111"/>
          <p:cNvSpPr/>
          <p:nvPr/>
        </p:nvSpPr>
        <p:spPr>
          <a:xfrm flipH="1" flipV="1">
            <a:off x="3903574" y="493835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03-line112"/>
          <p:cNvSpPr/>
          <p:nvPr/>
        </p:nvSpPr>
        <p:spPr>
          <a:xfrm flipH="1" flipV="1">
            <a:off x="3815892" y="508757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113"/>
          <p:cNvSpPr/>
          <p:nvPr/>
        </p:nvSpPr>
        <p:spPr>
          <a:xfrm flipH="1" flipV="1">
            <a:off x="3675158" y="514159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114"/>
          <p:cNvSpPr/>
          <p:nvPr/>
        </p:nvSpPr>
        <p:spPr>
          <a:xfrm flipH="1" flipV="1">
            <a:off x="3529548" y="518060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115"/>
          <p:cNvSpPr/>
          <p:nvPr/>
        </p:nvSpPr>
        <p:spPr>
          <a:xfrm flipH="1" flipV="1">
            <a:off x="3380658" y="52041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116"/>
          <p:cNvSpPr/>
          <p:nvPr/>
        </p:nvSpPr>
        <p:spPr>
          <a:xfrm flipV="1">
            <a:off x="3230118" y="511881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03-line117"/>
          <p:cNvSpPr/>
          <p:nvPr/>
        </p:nvSpPr>
        <p:spPr>
          <a:xfrm flipV="1">
            <a:off x="3071454" y="52041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line118"/>
          <p:cNvSpPr/>
          <p:nvPr/>
        </p:nvSpPr>
        <p:spPr>
          <a:xfrm flipV="1">
            <a:off x="2914528" y="518060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line119"/>
          <p:cNvSpPr/>
          <p:nvPr/>
        </p:nvSpPr>
        <p:spPr>
          <a:xfrm flipV="1">
            <a:off x="2761060" y="514159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line120"/>
          <p:cNvSpPr/>
          <p:nvPr/>
        </p:nvSpPr>
        <p:spPr>
          <a:xfrm flipV="1">
            <a:off x="2612731" y="508757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line121"/>
          <p:cNvSpPr/>
          <p:nvPr/>
        </p:nvSpPr>
        <p:spPr>
          <a:xfrm flipV="1">
            <a:off x="2471166" y="493835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0" name="S03-line122"/>
          <p:cNvSpPr/>
          <p:nvPr/>
        </p:nvSpPr>
        <p:spPr>
          <a:xfrm flipV="1">
            <a:off x="2337916" y="493703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123"/>
          <p:cNvSpPr/>
          <p:nvPr/>
        </p:nvSpPr>
        <p:spPr>
          <a:xfrm flipV="1">
            <a:off x="2214442" y="484216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124"/>
          <p:cNvSpPr/>
          <p:nvPr/>
        </p:nvSpPr>
        <p:spPr>
          <a:xfrm flipV="1">
            <a:off x="2102095" y="473556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125"/>
          <p:cNvSpPr/>
          <p:nvPr/>
        </p:nvSpPr>
        <p:spPr>
          <a:xfrm flipV="1">
            <a:off x="2002108" y="461841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126"/>
          <p:cNvSpPr/>
          <p:nvPr/>
        </p:nvSpPr>
        <p:spPr>
          <a:xfrm flipV="1">
            <a:off x="1915575" y="444535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5" name="S03-line127"/>
          <p:cNvSpPr/>
          <p:nvPr/>
        </p:nvSpPr>
        <p:spPr>
          <a:xfrm flipV="1">
            <a:off x="1843444" y="435767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3-line128"/>
          <p:cNvSpPr/>
          <p:nvPr/>
        </p:nvSpPr>
        <p:spPr>
          <a:xfrm flipV="1">
            <a:off x="1786506" y="421694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line129"/>
          <p:cNvSpPr/>
          <p:nvPr/>
        </p:nvSpPr>
        <p:spPr>
          <a:xfrm flipV="1">
            <a:off x="1745384" y="407133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line130"/>
          <p:cNvSpPr/>
          <p:nvPr/>
        </p:nvSpPr>
        <p:spPr>
          <a:xfrm flipV="1">
            <a:off x="1720529" y="392244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131"/>
          <p:cNvSpPr/>
          <p:nvPr/>
        </p:nvSpPr>
        <p:spPr>
          <a:xfrm>
            <a:off x="1712214" y="377190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0" name="S03-line132"/>
          <p:cNvSpPr/>
          <p:nvPr/>
        </p:nvSpPr>
        <p:spPr>
          <a:xfrm>
            <a:off x="1720529" y="361323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3-line133"/>
          <p:cNvSpPr/>
          <p:nvPr/>
        </p:nvSpPr>
        <p:spPr>
          <a:xfrm>
            <a:off x="1745384" y="34563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line134"/>
          <p:cNvSpPr/>
          <p:nvPr/>
        </p:nvSpPr>
        <p:spPr>
          <a:xfrm>
            <a:off x="1786506" y="330284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line135"/>
          <p:cNvSpPr/>
          <p:nvPr/>
        </p:nvSpPr>
        <p:spPr>
          <a:xfrm>
            <a:off x="1843444" y="31545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136"/>
          <p:cNvSpPr/>
          <p:nvPr/>
        </p:nvSpPr>
        <p:spPr>
          <a:xfrm>
            <a:off x="1915575" y="301294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5" name="S03-line137"/>
          <p:cNvSpPr/>
          <p:nvPr/>
        </p:nvSpPr>
        <p:spPr>
          <a:xfrm>
            <a:off x="2002108" y="287969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line138"/>
          <p:cNvSpPr/>
          <p:nvPr/>
        </p:nvSpPr>
        <p:spPr>
          <a:xfrm>
            <a:off x="2102095" y="275622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3-line139"/>
          <p:cNvSpPr/>
          <p:nvPr/>
        </p:nvSpPr>
        <p:spPr>
          <a:xfrm>
            <a:off x="2214442" y="264387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3-line140"/>
          <p:cNvSpPr/>
          <p:nvPr/>
        </p:nvSpPr>
        <p:spPr>
          <a:xfrm>
            <a:off x="2337916" y="25438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141"/>
          <p:cNvSpPr/>
          <p:nvPr/>
        </p:nvSpPr>
        <p:spPr>
          <a:xfrm>
            <a:off x="2471166" y="245735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0" name="S03-line142"/>
          <p:cNvSpPr/>
          <p:nvPr/>
        </p:nvSpPr>
        <p:spPr>
          <a:xfrm>
            <a:off x="2612731" y="238522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3-line143"/>
          <p:cNvSpPr/>
          <p:nvPr/>
        </p:nvSpPr>
        <p:spPr>
          <a:xfrm>
            <a:off x="2761060" y="232828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3-line144"/>
          <p:cNvSpPr/>
          <p:nvPr/>
        </p:nvSpPr>
        <p:spPr>
          <a:xfrm>
            <a:off x="2914528" y="228716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3-line145"/>
          <p:cNvSpPr/>
          <p:nvPr/>
        </p:nvSpPr>
        <p:spPr>
          <a:xfrm>
            <a:off x="3071454" y="226231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3-label146"/>
          <p:cNvSpPr txBox="1"/>
          <p:nvPr/>
        </p:nvSpPr>
        <p:spPr>
          <a:xfrm>
            <a:off x="3569818" y="2525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5" name="S03-label147"/>
          <p:cNvSpPr txBox="1"/>
          <p:nvPr/>
        </p:nvSpPr>
        <p:spPr>
          <a:xfrm>
            <a:off x="4019311" y="297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6" name="S03-label148"/>
          <p:cNvSpPr txBox="1"/>
          <p:nvPr/>
        </p:nvSpPr>
        <p:spPr>
          <a:xfrm>
            <a:off x="4183837" y="35890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7" name="S03-label149"/>
          <p:cNvSpPr txBox="1"/>
          <p:nvPr/>
        </p:nvSpPr>
        <p:spPr>
          <a:xfrm>
            <a:off x="4019311" y="420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68" name="S03-label150"/>
          <p:cNvSpPr txBox="1"/>
          <p:nvPr/>
        </p:nvSpPr>
        <p:spPr>
          <a:xfrm>
            <a:off x="3569818" y="46525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69" name="S03-label151"/>
          <p:cNvSpPr txBox="1"/>
          <p:nvPr/>
        </p:nvSpPr>
        <p:spPr>
          <a:xfrm>
            <a:off x="2955798" y="48170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0" name="S03-label152"/>
          <p:cNvSpPr txBox="1"/>
          <p:nvPr/>
        </p:nvSpPr>
        <p:spPr>
          <a:xfrm>
            <a:off x="2341778" y="46525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1" name="S03-label153"/>
          <p:cNvSpPr txBox="1"/>
          <p:nvPr/>
        </p:nvSpPr>
        <p:spPr>
          <a:xfrm>
            <a:off x="1892285" y="420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2" name="S03-label154"/>
          <p:cNvSpPr txBox="1"/>
          <p:nvPr/>
        </p:nvSpPr>
        <p:spPr>
          <a:xfrm>
            <a:off x="1727759" y="35890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3" name="S03-label155"/>
          <p:cNvSpPr txBox="1"/>
          <p:nvPr/>
        </p:nvSpPr>
        <p:spPr>
          <a:xfrm>
            <a:off x="1892285" y="297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4" name="S03-label156"/>
          <p:cNvSpPr txBox="1"/>
          <p:nvPr/>
        </p:nvSpPr>
        <p:spPr>
          <a:xfrm>
            <a:off x="2341778" y="2525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5" name="S03-label157"/>
          <p:cNvSpPr txBox="1"/>
          <p:nvPr/>
        </p:nvSpPr>
        <p:spPr>
          <a:xfrm>
            <a:off x="2955798" y="236098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6" name="S03-line158"/>
          <p:cNvSpPr/>
          <p:nvPr/>
        </p:nvSpPr>
        <p:spPr>
          <a:xfrm>
            <a:off x="3230118" y="3771900"/>
            <a:ext cx="683971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7" name="S03-line159"/>
          <p:cNvSpPr/>
          <p:nvPr/>
        </p:nvSpPr>
        <p:spPr>
          <a:xfrm flipV="1">
            <a:off x="3230118" y="2777033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8" name="S03-pin160"/>
          <p:cNvSpPr/>
          <p:nvPr/>
        </p:nvSpPr>
        <p:spPr>
          <a:xfrm>
            <a:off x="3175254" y="371703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9" name="S03-card161"/>
          <p:cNvSpPr/>
          <p:nvPr/>
        </p:nvSpPr>
        <p:spPr>
          <a:xfrm>
            <a:off x="6277356" y="2353564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0" name="S03-cardtext162"/>
          <p:cNvSpPr txBox="1"/>
          <p:nvPr/>
        </p:nvSpPr>
        <p:spPr>
          <a:xfrm>
            <a:off x="6551676" y="2490724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‘몇 시’를 알려 줘요.</a:t>
            </a:r>
            <a:endParaRPr lang="ko-KR" sz="3200" dirty="0"/>
          </a:p>
        </p:txBody>
      </p:sp>
      <p:sp>
        <p:nvSpPr>
          <p:cNvPr id="81" name="S03-card163"/>
          <p:cNvSpPr/>
          <p:nvPr/>
        </p:nvSpPr>
        <p:spPr>
          <a:xfrm>
            <a:off x="6277356" y="3886200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2" name="S03-cardtext164"/>
          <p:cNvSpPr txBox="1"/>
          <p:nvPr/>
        </p:nvSpPr>
        <p:spPr>
          <a:xfrm>
            <a:off x="6551676" y="4023360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‘몇 분’을 알려 줘요.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</a:t>
            </a:r>
            <a:endParaRPr lang="ko-KR" sz="4400" dirty="0"/>
          </a:p>
        </p:txBody>
      </p:sp>
      <p:sp>
        <p:nvSpPr>
          <p:cNvPr id="3" name="S04-card16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6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12를 가리키면 ‘몇 시’예요.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짧은바늘이 가리키는 수를 읽어요.</a:t>
            </a:r>
            <a:endParaRPr lang="ko-KR" sz="3200" dirty="0"/>
          </a:p>
        </p:txBody>
      </p:sp>
      <p:sp>
        <p:nvSpPr>
          <p:cNvPr id="5" name="S04-figure167" descr="시계: 짧은바늘이 3, 긴바늘이 12를 가리킴(3시)"/>
          <p:cNvSpPr/>
          <p:nvPr/>
        </p:nvSpPr>
        <p:spPr>
          <a:xfrm>
            <a:off x="1821307" y="1325880"/>
            <a:ext cx="2840482" cy="284048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4-line168"/>
          <p:cNvSpPr/>
          <p:nvPr/>
        </p:nvSpPr>
        <p:spPr>
          <a:xfrm>
            <a:off x="3241548" y="1362456"/>
            <a:ext cx="0" cy="1562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4-line169"/>
          <p:cNvSpPr/>
          <p:nvPr/>
        </p:nvSpPr>
        <p:spPr>
          <a:xfrm flipH="1">
            <a:off x="3378758" y="1370036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4-line170"/>
          <p:cNvSpPr/>
          <p:nvPr/>
        </p:nvSpPr>
        <p:spPr>
          <a:xfrm flipH="1">
            <a:off x="3514464" y="1392692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4-line171"/>
          <p:cNvSpPr/>
          <p:nvPr/>
        </p:nvSpPr>
        <p:spPr>
          <a:xfrm flipH="1">
            <a:off x="3647180" y="1430177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4-line172"/>
          <p:cNvSpPr/>
          <p:nvPr/>
        </p:nvSpPr>
        <p:spPr>
          <a:xfrm flipH="1">
            <a:off x="3775452" y="1482080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4-line173"/>
          <p:cNvSpPr/>
          <p:nvPr/>
        </p:nvSpPr>
        <p:spPr>
          <a:xfrm flipH="1">
            <a:off x="3855267" y="1547832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4-line174"/>
          <p:cNvSpPr/>
          <p:nvPr/>
        </p:nvSpPr>
        <p:spPr>
          <a:xfrm flipH="1">
            <a:off x="4013106" y="1626713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line175"/>
          <p:cNvSpPr/>
          <p:nvPr/>
        </p:nvSpPr>
        <p:spPr>
          <a:xfrm flipH="1">
            <a:off x="4119884" y="1717858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line176"/>
          <p:cNvSpPr/>
          <p:nvPr/>
        </p:nvSpPr>
        <p:spPr>
          <a:xfrm flipH="1">
            <a:off x="4217039" y="1820268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line177"/>
          <p:cNvSpPr/>
          <p:nvPr/>
        </p:nvSpPr>
        <p:spPr>
          <a:xfrm flipH="1">
            <a:off x="4303507" y="1932823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4-line178"/>
          <p:cNvSpPr/>
          <p:nvPr/>
        </p:nvSpPr>
        <p:spPr>
          <a:xfrm flipH="1">
            <a:off x="4304541" y="2054289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4-line179"/>
          <p:cNvSpPr/>
          <p:nvPr/>
        </p:nvSpPr>
        <p:spPr>
          <a:xfrm flipH="1">
            <a:off x="4440716" y="2183334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line180"/>
          <p:cNvSpPr/>
          <p:nvPr/>
        </p:nvSpPr>
        <p:spPr>
          <a:xfrm flipH="1">
            <a:off x="4489955" y="2318545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line181"/>
          <p:cNvSpPr/>
          <p:nvPr/>
        </p:nvSpPr>
        <p:spPr>
          <a:xfrm flipH="1">
            <a:off x="4525516" y="2458441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line182"/>
          <p:cNvSpPr/>
          <p:nvPr/>
        </p:nvSpPr>
        <p:spPr>
          <a:xfrm flipH="1">
            <a:off x="4547010" y="2601489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line183"/>
          <p:cNvSpPr/>
          <p:nvPr/>
        </p:nvSpPr>
        <p:spPr>
          <a:xfrm flipH="1">
            <a:off x="4468986" y="2746121"/>
            <a:ext cx="15622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4-line184"/>
          <p:cNvSpPr/>
          <p:nvPr/>
        </p:nvSpPr>
        <p:spPr>
          <a:xfrm flipH="1" flipV="1">
            <a:off x="4547010" y="2883331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line185"/>
          <p:cNvSpPr/>
          <p:nvPr/>
        </p:nvSpPr>
        <p:spPr>
          <a:xfrm flipH="1" flipV="1">
            <a:off x="4525516" y="3019037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line186"/>
          <p:cNvSpPr/>
          <p:nvPr/>
        </p:nvSpPr>
        <p:spPr>
          <a:xfrm flipH="1" flipV="1">
            <a:off x="4489955" y="3151753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line187"/>
          <p:cNvSpPr/>
          <p:nvPr/>
        </p:nvSpPr>
        <p:spPr>
          <a:xfrm flipH="1" flipV="1">
            <a:off x="4440716" y="3280025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4-line188"/>
          <p:cNvSpPr/>
          <p:nvPr/>
        </p:nvSpPr>
        <p:spPr>
          <a:xfrm flipH="1" flipV="1">
            <a:off x="4304541" y="3359840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4-line189"/>
          <p:cNvSpPr/>
          <p:nvPr/>
        </p:nvSpPr>
        <p:spPr>
          <a:xfrm flipH="1" flipV="1">
            <a:off x="4303507" y="3517679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line190"/>
          <p:cNvSpPr/>
          <p:nvPr/>
        </p:nvSpPr>
        <p:spPr>
          <a:xfrm flipH="1" flipV="1">
            <a:off x="4217039" y="3624457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line191"/>
          <p:cNvSpPr/>
          <p:nvPr/>
        </p:nvSpPr>
        <p:spPr>
          <a:xfrm flipH="1" flipV="1">
            <a:off x="4119884" y="3721612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4-line192"/>
          <p:cNvSpPr/>
          <p:nvPr/>
        </p:nvSpPr>
        <p:spPr>
          <a:xfrm flipH="1" flipV="1">
            <a:off x="4013106" y="3808080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4-line193"/>
          <p:cNvSpPr/>
          <p:nvPr/>
        </p:nvSpPr>
        <p:spPr>
          <a:xfrm flipH="1" flipV="1">
            <a:off x="3855267" y="3809114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4-line194"/>
          <p:cNvSpPr/>
          <p:nvPr/>
        </p:nvSpPr>
        <p:spPr>
          <a:xfrm flipH="1" flipV="1">
            <a:off x="3775452" y="3945289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line195"/>
          <p:cNvSpPr/>
          <p:nvPr/>
        </p:nvSpPr>
        <p:spPr>
          <a:xfrm flipH="1" flipV="1">
            <a:off x="3647180" y="3994528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line196"/>
          <p:cNvSpPr/>
          <p:nvPr/>
        </p:nvSpPr>
        <p:spPr>
          <a:xfrm flipH="1" flipV="1">
            <a:off x="3514464" y="4030089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4-line197"/>
          <p:cNvSpPr/>
          <p:nvPr/>
        </p:nvSpPr>
        <p:spPr>
          <a:xfrm flipH="1" flipV="1">
            <a:off x="3378758" y="4051583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4-line198"/>
          <p:cNvSpPr/>
          <p:nvPr/>
        </p:nvSpPr>
        <p:spPr>
          <a:xfrm flipV="1">
            <a:off x="3241548" y="3973559"/>
            <a:ext cx="0" cy="1562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4-line199"/>
          <p:cNvSpPr/>
          <p:nvPr/>
        </p:nvSpPr>
        <p:spPr>
          <a:xfrm flipV="1">
            <a:off x="3096916" y="4051583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line200"/>
          <p:cNvSpPr/>
          <p:nvPr/>
        </p:nvSpPr>
        <p:spPr>
          <a:xfrm flipV="1">
            <a:off x="2953868" y="4030089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line201"/>
          <p:cNvSpPr/>
          <p:nvPr/>
        </p:nvSpPr>
        <p:spPr>
          <a:xfrm flipV="1">
            <a:off x="2813972" y="3994528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line202"/>
          <p:cNvSpPr/>
          <p:nvPr/>
        </p:nvSpPr>
        <p:spPr>
          <a:xfrm flipV="1">
            <a:off x="2678761" y="3945289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4-line203"/>
          <p:cNvSpPr/>
          <p:nvPr/>
        </p:nvSpPr>
        <p:spPr>
          <a:xfrm flipV="1">
            <a:off x="2549716" y="3809114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4-line204"/>
          <p:cNvSpPr/>
          <p:nvPr/>
        </p:nvSpPr>
        <p:spPr>
          <a:xfrm flipV="1">
            <a:off x="2428250" y="3808080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line205"/>
          <p:cNvSpPr/>
          <p:nvPr/>
        </p:nvSpPr>
        <p:spPr>
          <a:xfrm flipV="1">
            <a:off x="2315695" y="3721612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line206"/>
          <p:cNvSpPr/>
          <p:nvPr/>
        </p:nvSpPr>
        <p:spPr>
          <a:xfrm flipV="1">
            <a:off x="2213285" y="3624457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4-line207"/>
          <p:cNvSpPr/>
          <p:nvPr/>
        </p:nvSpPr>
        <p:spPr>
          <a:xfrm flipV="1">
            <a:off x="2122140" y="3517679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4-line208"/>
          <p:cNvSpPr/>
          <p:nvPr/>
        </p:nvSpPr>
        <p:spPr>
          <a:xfrm flipV="1">
            <a:off x="2043259" y="3359840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4-line209"/>
          <p:cNvSpPr/>
          <p:nvPr/>
        </p:nvSpPr>
        <p:spPr>
          <a:xfrm flipV="1">
            <a:off x="1977507" y="3280025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line210"/>
          <p:cNvSpPr/>
          <p:nvPr/>
        </p:nvSpPr>
        <p:spPr>
          <a:xfrm flipV="1">
            <a:off x="1925604" y="3151753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line211"/>
          <p:cNvSpPr/>
          <p:nvPr/>
        </p:nvSpPr>
        <p:spPr>
          <a:xfrm flipV="1">
            <a:off x="1888119" y="3019037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4-line212"/>
          <p:cNvSpPr/>
          <p:nvPr/>
        </p:nvSpPr>
        <p:spPr>
          <a:xfrm flipV="1">
            <a:off x="1865463" y="2883331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4-line213"/>
          <p:cNvSpPr/>
          <p:nvPr/>
        </p:nvSpPr>
        <p:spPr>
          <a:xfrm>
            <a:off x="1857883" y="2746121"/>
            <a:ext cx="15622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4-line214"/>
          <p:cNvSpPr/>
          <p:nvPr/>
        </p:nvSpPr>
        <p:spPr>
          <a:xfrm>
            <a:off x="1865463" y="2601489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4-line215"/>
          <p:cNvSpPr/>
          <p:nvPr/>
        </p:nvSpPr>
        <p:spPr>
          <a:xfrm>
            <a:off x="1888119" y="2458441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4-line216"/>
          <p:cNvSpPr/>
          <p:nvPr/>
        </p:nvSpPr>
        <p:spPr>
          <a:xfrm>
            <a:off x="1925604" y="2318545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4-line217"/>
          <p:cNvSpPr/>
          <p:nvPr/>
        </p:nvSpPr>
        <p:spPr>
          <a:xfrm>
            <a:off x="1977507" y="2183334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4-line218"/>
          <p:cNvSpPr/>
          <p:nvPr/>
        </p:nvSpPr>
        <p:spPr>
          <a:xfrm>
            <a:off x="2043259" y="2054289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4-line219"/>
          <p:cNvSpPr/>
          <p:nvPr/>
        </p:nvSpPr>
        <p:spPr>
          <a:xfrm>
            <a:off x="2122140" y="1932823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4-line220"/>
          <p:cNvSpPr/>
          <p:nvPr/>
        </p:nvSpPr>
        <p:spPr>
          <a:xfrm>
            <a:off x="2213285" y="1820268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4-line221"/>
          <p:cNvSpPr/>
          <p:nvPr/>
        </p:nvSpPr>
        <p:spPr>
          <a:xfrm>
            <a:off x="2315695" y="1717858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4-line222"/>
          <p:cNvSpPr/>
          <p:nvPr/>
        </p:nvSpPr>
        <p:spPr>
          <a:xfrm>
            <a:off x="2428250" y="1626713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4-line223"/>
          <p:cNvSpPr/>
          <p:nvPr/>
        </p:nvSpPr>
        <p:spPr>
          <a:xfrm>
            <a:off x="2549716" y="1547832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4-line224"/>
          <p:cNvSpPr/>
          <p:nvPr/>
        </p:nvSpPr>
        <p:spPr>
          <a:xfrm>
            <a:off x="2678761" y="1482080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line225"/>
          <p:cNvSpPr/>
          <p:nvPr/>
        </p:nvSpPr>
        <p:spPr>
          <a:xfrm>
            <a:off x="2813972" y="1430177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line226"/>
          <p:cNvSpPr/>
          <p:nvPr/>
        </p:nvSpPr>
        <p:spPr>
          <a:xfrm>
            <a:off x="2953868" y="1392692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line227"/>
          <p:cNvSpPr/>
          <p:nvPr/>
        </p:nvSpPr>
        <p:spPr>
          <a:xfrm>
            <a:off x="3096916" y="1370036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4-label228"/>
          <p:cNvSpPr txBox="1"/>
          <p:nvPr/>
        </p:nvSpPr>
        <p:spPr>
          <a:xfrm>
            <a:off x="3528223" y="15915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300" dirty="0"/>
          </a:p>
        </p:txBody>
      </p:sp>
      <p:sp>
        <p:nvSpPr>
          <p:cNvPr id="67" name="S04-label229"/>
          <p:cNvSpPr txBox="1"/>
          <p:nvPr/>
        </p:nvSpPr>
        <p:spPr>
          <a:xfrm>
            <a:off x="3938900" y="2002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300" dirty="0"/>
          </a:p>
        </p:txBody>
      </p:sp>
      <p:sp>
        <p:nvSpPr>
          <p:cNvPr id="68" name="S04-label230"/>
          <p:cNvSpPr txBox="1"/>
          <p:nvPr/>
        </p:nvSpPr>
        <p:spPr>
          <a:xfrm>
            <a:off x="4089218" y="25632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300" dirty="0"/>
          </a:p>
        </p:txBody>
      </p:sp>
      <p:sp>
        <p:nvSpPr>
          <p:cNvPr id="69" name="S04-label231"/>
          <p:cNvSpPr txBox="1"/>
          <p:nvPr/>
        </p:nvSpPr>
        <p:spPr>
          <a:xfrm>
            <a:off x="3938900" y="3124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300" dirty="0"/>
          </a:p>
        </p:txBody>
      </p:sp>
      <p:sp>
        <p:nvSpPr>
          <p:cNvPr id="70" name="S04-label232"/>
          <p:cNvSpPr txBox="1"/>
          <p:nvPr/>
        </p:nvSpPr>
        <p:spPr>
          <a:xfrm>
            <a:off x="3528223" y="35349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71" name="S04-label233"/>
          <p:cNvSpPr txBox="1"/>
          <p:nvPr/>
        </p:nvSpPr>
        <p:spPr>
          <a:xfrm>
            <a:off x="2967228" y="36852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300" dirty="0"/>
          </a:p>
        </p:txBody>
      </p:sp>
      <p:sp>
        <p:nvSpPr>
          <p:cNvPr id="72" name="S04-label234"/>
          <p:cNvSpPr txBox="1"/>
          <p:nvPr/>
        </p:nvSpPr>
        <p:spPr>
          <a:xfrm>
            <a:off x="2406233" y="35349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300" dirty="0"/>
          </a:p>
        </p:txBody>
      </p:sp>
      <p:sp>
        <p:nvSpPr>
          <p:cNvPr id="73" name="S04-label235"/>
          <p:cNvSpPr txBox="1"/>
          <p:nvPr/>
        </p:nvSpPr>
        <p:spPr>
          <a:xfrm>
            <a:off x="1995556" y="3124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300" dirty="0"/>
          </a:p>
        </p:txBody>
      </p:sp>
      <p:sp>
        <p:nvSpPr>
          <p:cNvPr id="74" name="S04-label236"/>
          <p:cNvSpPr txBox="1"/>
          <p:nvPr/>
        </p:nvSpPr>
        <p:spPr>
          <a:xfrm>
            <a:off x="1845238" y="25632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300" dirty="0"/>
          </a:p>
        </p:txBody>
      </p:sp>
      <p:sp>
        <p:nvSpPr>
          <p:cNvPr id="75" name="S04-label237"/>
          <p:cNvSpPr txBox="1"/>
          <p:nvPr/>
        </p:nvSpPr>
        <p:spPr>
          <a:xfrm>
            <a:off x="1995556" y="2002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300" dirty="0"/>
          </a:p>
        </p:txBody>
      </p:sp>
      <p:sp>
        <p:nvSpPr>
          <p:cNvPr id="76" name="S04-label238"/>
          <p:cNvSpPr txBox="1"/>
          <p:nvPr/>
        </p:nvSpPr>
        <p:spPr>
          <a:xfrm>
            <a:off x="2406233" y="15915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300" dirty="0"/>
          </a:p>
        </p:txBody>
      </p:sp>
      <p:sp>
        <p:nvSpPr>
          <p:cNvPr id="77" name="S04-label239"/>
          <p:cNvSpPr txBox="1"/>
          <p:nvPr/>
        </p:nvSpPr>
        <p:spPr>
          <a:xfrm>
            <a:off x="2967228" y="144125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300" dirty="0"/>
          </a:p>
        </p:txBody>
      </p:sp>
      <p:sp>
        <p:nvSpPr>
          <p:cNvPr id="78" name="S04-line240"/>
          <p:cNvSpPr/>
          <p:nvPr/>
        </p:nvSpPr>
        <p:spPr>
          <a:xfrm>
            <a:off x="3241548" y="2746121"/>
            <a:ext cx="624906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4-line241"/>
          <p:cNvSpPr/>
          <p:nvPr/>
        </p:nvSpPr>
        <p:spPr>
          <a:xfrm flipV="1">
            <a:off x="3241548" y="1837167"/>
            <a:ext cx="0" cy="90895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4-pin242"/>
          <p:cNvSpPr/>
          <p:nvPr/>
        </p:nvSpPr>
        <p:spPr>
          <a:xfrm>
            <a:off x="3186684" y="2691257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4-label243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3시</a:t>
            </a:r>
            <a:endParaRPr lang="ko-KR" sz="2600" dirty="0"/>
          </a:p>
        </p:txBody>
      </p:sp>
      <p:sp>
        <p:nvSpPr>
          <p:cNvPr id="82" name="S04-figure244" descr="시계: 짧은바늘이 8, 긴바늘이 12를 가리킴(8시)"/>
          <p:cNvSpPr/>
          <p:nvPr/>
        </p:nvSpPr>
        <p:spPr>
          <a:xfrm>
            <a:off x="7527163" y="1325880"/>
            <a:ext cx="2840482" cy="284048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04-line245"/>
          <p:cNvSpPr/>
          <p:nvPr/>
        </p:nvSpPr>
        <p:spPr>
          <a:xfrm>
            <a:off x="8947404" y="1362456"/>
            <a:ext cx="0" cy="1562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04-line246"/>
          <p:cNvSpPr/>
          <p:nvPr/>
        </p:nvSpPr>
        <p:spPr>
          <a:xfrm flipH="1">
            <a:off x="9084614" y="1370036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4-line247"/>
          <p:cNvSpPr/>
          <p:nvPr/>
        </p:nvSpPr>
        <p:spPr>
          <a:xfrm flipH="1">
            <a:off x="9220320" y="1392692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4-line248"/>
          <p:cNvSpPr/>
          <p:nvPr/>
        </p:nvSpPr>
        <p:spPr>
          <a:xfrm flipH="1">
            <a:off x="9353036" y="1430177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4-line249"/>
          <p:cNvSpPr/>
          <p:nvPr/>
        </p:nvSpPr>
        <p:spPr>
          <a:xfrm flipH="1">
            <a:off x="9481308" y="1482080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4-line250"/>
          <p:cNvSpPr/>
          <p:nvPr/>
        </p:nvSpPr>
        <p:spPr>
          <a:xfrm flipH="1">
            <a:off x="9561123" y="1547832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04-line251"/>
          <p:cNvSpPr/>
          <p:nvPr/>
        </p:nvSpPr>
        <p:spPr>
          <a:xfrm flipH="1">
            <a:off x="9718962" y="1626713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4-line252"/>
          <p:cNvSpPr/>
          <p:nvPr/>
        </p:nvSpPr>
        <p:spPr>
          <a:xfrm flipH="1">
            <a:off x="9825740" y="1717858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4-line253"/>
          <p:cNvSpPr/>
          <p:nvPr/>
        </p:nvSpPr>
        <p:spPr>
          <a:xfrm flipH="1">
            <a:off x="9922895" y="1820268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4-line254"/>
          <p:cNvSpPr/>
          <p:nvPr/>
        </p:nvSpPr>
        <p:spPr>
          <a:xfrm flipH="1">
            <a:off x="10009363" y="1932823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4-line255"/>
          <p:cNvSpPr/>
          <p:nvPr/>
        </p:nvSpPr>
        <p:spPr>
          <a:xfrm flipH="1">
            <a:off x="10010397" y="2054289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04-line256"/>
          <p:cNvSpPr/>
          <p:nvPr/>
        </p:nvSpPr>
        <p:spPr>
          <a:xfrm flipH="1">
            <a:off x="10146572" y="2183334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4-line257"/>
          <p:cNvSpPr/>
          <p:nvPr/>
        </p:nvSpPr>
        <p:spPr>
          <a:xfrm flipH="1">
            <a:off x="10195811" y="2318545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4-line258"/>
          <p:cNvSpPr/>
          <p:nvPr/>
        </p:nvSpPr>
        <p:spPr>
          <a:xfrm flipH="1">
            <a:off x="10231372" y="2458441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4-line259"/>
          <p:cNvSpPr/>
          <p:nvPr/>
        </p:nvSpPr>
        <p:spPr>
          <a:xfrm flipH="1">
            <a:off x="10252866" y="2601489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4-line260"/>
          <p:cNvSpPr/>
          <p:nvPr/>
        </p:nvSpPr>
        <p:spPr>
          <a:xfrm flipH="1">
            <a:off x="10174842" y="2746121"/>
            <a:ext cx="15622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04-line261"/>
          <p:cNvSpPr/>
          <p:nvPr/>
        </p:nvSpPr>
        <p:spPr>
          <a:xfrm flipH="1" flipV="1">
            <a:off x="10252866" y="2883331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4-line262"/>
          <p:cNvSpPr/>
          <p:nvPr/>
        </p:nvSpPr>
        <p:spPr>
          <a:xfrm flipH="1" flipV="1">
            <a:off x="10231372" y="3019037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4-line263"/>
          <p:cNvSpPr/>
          <p:nvPr/>
        </p:nvSpPr>
        <p:spPr>
          <a:xfrm flipH="1" flipV="1">
            <a:off x="10195811" y="3151753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4-line264"/>
          <p:cNvSpPr/>
          <p:nvPr/>
        </p:nvSpPr>
        <p:spPr>
          <a:xfrm flipH="1" flipV="1">
            <a:off x="10146572" y="3280025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4-line265"/>
          <p:cNvSpPr/>
          <p:nvPr/>
        </p:nvSpPr>
        <p:spPr>
          <a:xfrm flipH="1" flipV="1">
            <a:off x="10010397" y="3359840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04-line266"/>
          <p:cNvSpPr/>
          <p:nvPr/>
        </p:nvSpPr>
        <p:spPr>
          <a:xfrm flipH="1" flipV="1">
            <a:off x="10009363" y="3517679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4-line267"/>
          <p:cNvSpPr/>
          <p:nvPr/>
        </p:nvSpPr>
        <p:spPr>
          <a:xfrm flipH="1" flipV="1">
            <a:off x="9922895" y="3624457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4-line268"/>
          <p:cNvSpPr/>
          <p:nvPr/>
        </p:nvSpPr>
        <p:spPr>
          <a:xfrm flipH="1" flipV="1">
            <a:off x="9825740" y="3721612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4-line269"/>
          <p:cNvSpPr/>
          <p:nvPr/>
        </p:nvSpPr>
        <p:spPr>
          <a:xfrm flipH="1" flipV="1">
            <a:off x="9718962" y="3808080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4-line270"/>
          <p:cNvSpPr/>
          <p:nvPr/>
        </p:nvSpPr>
        <p:spPr>
          <a:xfrm flipH="1" flipV="1">
            <a:off x="9561123" y="3809114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04-line271"/>
          <p:cNvSpPr/>
          <p:nvPr/>
        </p:nvSpPr>
        <p:spPr>
          <a:xfrm flipH="1" flipV="1">
            <a:off x="9481308" y="3945289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4-line272"/>
          <p:cNvSpPr/>
          <p:nvPr/>
        </p:nvSpPr>
        <p:spPr>
          <a:xfrm flipH="1" flipV="1">
            <a:off x="9353036" y="3994528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4-line273"/>
          <p:cNvSpPr/>
          <p:nvPr/>
        </p:nvSpPr>
        <p:spPr>
          <a:xfrm flipH="1" flipV="1">
            <a:off x="9220320" y="4030089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4-line274"/>
          <p:cNvSpPr/>
          <p:nvPr/>
        </p:nvSpPr>
        <p:spPr>
          <a:xfrm flipH="1" flipV="1">
            <a:off x="9084614" y="4051583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4-line275"/>
          <p:cNvSpPr/>
          <p:nvPr/>
        </p:nvSpPr>
        <p:spPr>
          <a:xfrm flipV="1">
            <a:off x="8947404" y="3973559"/>
            <a:ext cx="0" cy="1562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04-line276"/>
          <p:cNvSpPr/>
          <p:nvPr/>
        </p:nvSpPr>
        <p:spPr>
          <a:xfrm flipV="1">
            <a:off x="8802772" y="4051583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4-line277"/>
          <p:cNvSpPr/>
          <p:nvPr/>
        </p:nvSpPr>
        <p:spPr>
          <a:xfrm flipV="1">
            <a:off x="8659724" y="4030089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4-line278"/>
          <p:cNvSpPr/>
          <p:nvPr/>
        </p:nvSpPr>
        <p:spPr>
          <a:xfrm flipV="1">
            <a:off x="8519828" y="3994528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4-line279"/>
          <p:cNvSpPr/>
          <p:nvPr/>
        </p:nvSpPr>
        <p:spPr>
          <a:xfrm flipV="1">
            <a:off x="8384617" y="3945289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4-line280"/>
          <p:cNvSpPr/>
          <p:nvPr/>
        </p:nvSpPr>
        <p:spPr>
          <a:xfrm flipV="1">
            <a:off x="8255572" y="3809114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04-line281"/>
          <p:cNvSpPr/>
          <p:nvPr/>
        </p:nvSpPr>
        <p:spPr>
          <a:xfrm flipV="1">
            <a:off x="8134106" y="3808080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4-line282"/>
          <p:cNvSpPr/>
          <p:nvPr/>
        </p:nvSpPr>
        <p:spPr>
          <a:xfrm flipV="1">
            <a:off x="8021551" y="3721612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4-line283"/>
          <p:cNvSpPr/>
          <p:nvPr/>
        </p:nvSpPr>
        <p:spPr>
          <a:xfrm flipV="1">
            <a:off x="7919141" y="3624457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4-line284"/>
          <p:cNvSpPr/>
          <p:nvPr/>
        </p:nvSpPr>
        <p:spPr>
          <a:xfrm flipV="1">
            <a:off x="7827996" y="3517679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4-line285"/>
          <p:cNvSpPr/>
          <p:nvPr/>
        </p:nvSpPr>
        <p:spPr>
          <a:xfrm flipV="1">
            <a:off x="7749115" y="3359840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04-line286"/>
          <p:cNvSpPr/>
          <p:nvPr/>
        </p:nvSpPr>
        <p:spPr>
          <a:xfrm flipV="1">
            <a:off x="7683363" y="3280025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4-line287"/>
          <p:cNvSpPr/>
          <p:nvPr/>
        </p:nvSpPr>
        <p:spPr>
          <a:xfrm flipV="1">
            <a:off x="7631460" y="3151753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4-line288"/>
          <p:cNvSpPr/>
          <p:nvPr/>
        </p:nvSpPr>
        <p:spPr>
          <a:xfrm flipV="1">
            <a:off x="7593975" y="3019037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4-line289"/>
          <p:cNvSpPr/>
          <p:nvPr/>
        </p:nvSpPr>
        <p:spPr>
          <a:xfrm flipV="1">
            <a:off x="7571319" y="2883331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4-line290"/>
          <p:cNvSpPr/>
          <p:nvPr/>
        </p:nvSpPr>
        <p:spPr>
          <a:xfrm>
            <a:off x="7563739" y="2746121"/>
            <a:ext cx="15622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04-line291"/>
          <p:cNvSpPr/>
          <p:nvPr/>
        </p:nvSpPr>
        <p:spPr>
          <a:xfrm>
            <a:off x="7571319" y="2601489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4-line292"/>
          <p:cNvSpPr/>
          <p:nvPr/>
        </p:nvSpPr>
        <p:spPr>
          <a:xfrm>
            <a:off x="7593975" y="2458441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4-line293"/>
          <p:cNvSpPr/>
          <p:nvPr/>
        </p:nvSpPr>
        <p:spPr>
          <a:xfrm>
            <a:off x="7631460" y="2318545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4-line294"/>
          <p:cNvSpPr/>
          <p:nvPr/>
        </p:nvSpPr>
        <p:spPr>
          <a:xfrm>
            <a:off x="7683363" y="2183334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4-line295"/>
          <p:cNvSpPr/>
          <p:nvPr/>
        </p:nvSpPr>
        <p:spPr>
          <a:xfrm>
            <a:off x="7749115" y="2054289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04-line296"/>
          <p:cNvSpPr/>
          <p:nvPr/>
        </p:nvSpPr>
        <p:spPr>
          <a:xfrm>
            <a:off x="7827996" y="1932823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4-line297"/>
          <p:cNvSpPr/>
          <p:nvPr/>
        </p:nvSpPr>
        <p:spPr>
          <a:xfrm>
            <a:off x="7919141" y="1820268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4-line298"/>
          <p:cNvSpPr/>
          <p:nvPr/>
        </p:nvSpPr>
        <p:spPr>
          <a:xfrm>
            <a:off x="8021551" y="1717858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4-line299"/>
          <p:cNvSpPr/>
          <p:nvPr/>
        </p:nvSpPr>
        <p:spPr>
          <a:xfrm>
            <a:off x="8134106" y="1626713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4-line300"/>
          <p:cNvSpPr/>
          <p:nvPr/>
        </p:nvSpPr>
        <p:spPr>
          <a:xfrm>
            <a:off x="8255572" y="1547832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04-line301"/>
          <p:cNvSpPr/>
          <p:nvPr/>
        </p:nvSpPr>
        <p:spPr>
          <a:xfrm>
            <a:off x="8384617" y="1482080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4-line302"/>
          <p:cNvSpPr/>
          <p:nvPr/>
        </p:nvSpPr>
        <p:spPr>
          <a:xfrm>
            <a:off x="8519828" y="1430177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4-line303"/>
          <p:cNvSpPr/>
          <p:nvPr/>
        </p:nvSpPr>
        <p:spPr>
          <a:xfrm>
            <a:off x="8659724" y="1392692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4-line304"/>
          <p:cNvSpPr/>
          <p:nvPr/>
        </p:nvSpPr>
        <p:spPr>
          <a:xfrm>
            <a:off x="8802772" y="1370036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4-label305"/>
          <p:cNvSpPr txBox="1"/>
          <p:nvPr/>
        </p:nvSpPr>
        <p:spPr>
          <a:xfrm>
            <a:off x="9234079" y="15915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300" dirty="0"/>
          </a:p>
        </p:txBody>
      </p:sp>
      <p:sp>
        <p:nvSpPr>
          <p:cNvPr id="144" name="S04-label306"/>
          <p:cNvSpPr txBox="1"/>
          <p:nvPr/>
        </p:nvSpPr>
        <p:spPr>
          <a:xfrm>
            <a:off x="9644756" y="2002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300" dirty="0"/>
          </a:p>
        </p:txBody>
      </p:sp>
      <p:sp>
        <p:nvSpPr>
          <p:cNvPr id="145" name="S04-label307"/>
          <p:cNvSpPr txBox="1"/>
          <p:nvPr/>
        </p:nvSpPr>
        <p:spPr>
          <a:xfrm>
            <a:off x="9795074" y="25632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300" dirty="0"/>
          </a:p>
        </p:txBody>
      </p:sp>
      <p:sp>
        <p:nvSpPr>
          <p:cNvPr id="146" name="S04-label308"/>
          <p:cNvSpPr txBox="1"/>
          <p:nvPr/>
        </p:nvSpPr>
        <p:spPr>
          <a:xfrm>
            <a:off x="9644756" y="3124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300" dirty="0"/>
          </a:p>
        </p:txBody>
      </p:sp>
      <p:sp>
        <p:nvSpPr>
          <p:cNvPr id="147" name="S04-label309"/>
          <p:cNvSpPr txBox="1"/>
          <p:nvPr/>
        </p:nvSpPr>
        <p:spPr>
          <a:xfrm>
            <a:off x="9234079" y="35349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148" name="S04-label310"/>
          <p:cNvSpPr txBox="1"/>
          <p:nvPr/>
        </p:nvSpPr>
        <p:spPr>
          <a:xfrm>
            <a:off x="8673084" y="36852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300" dirty="0"/>
          </a:p>
        </p:txBody>
      </p:sp>
      <p:sp>
        <p:nvSpPr>
          <p:cNvPr id="149" name="S04-label311"/>
          <p:cNvSpPr txBox="1"/>
          <p:nvPr/>
        </p:nvSpPr>
        <p:spPr>
          <a:xfrm>
            <a:off x="8112089" y="35349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300" dirty="0"/>
          </a:p>
        </p:txBody>
      </p:sp>
      <p:sp>
        <p:nvSpPr>
          <p:cNvPr id="150" name="S04-label312"/>
          <p:cNvSpPr txBox="1"/>
          <p:nvPr/>
        </p:nvSpPr>
        <p:spPr>
          <a:xfrm>
            <a:off x="7701412" y="3124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300" dirty="0"/>
          </a:p>
        </p:txBody>
      </p:sp>
      <p:sp>
        <p:nvSpPr>
          <p:cNvPr id="151" name="S04-label313"/>
          <p:cNvSpPr txBox="1"/>
          <p:nvPr/>
        </p:nvSpPr>
        <p:spPr>
          <a:xfrm>
            <a:off x="7551094" y="25632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300" dirty="0"/>
          </a:p>
        </p:txBody>
      </p:sp>
      <p:sp>
        <p:nvSpPr>
          <p:cNvPr id="152" name="S04-label314"/>
          <p:cNvSpPr txBox="1"/>
          <p:nvPr/>
        </p:nvSpPr>
        <p:spPr>
          <a:xfrm>
            <a:off x="7701412" y="2002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300" dirty="0"/>
          </a:p>
        </p:txBody>
      </p:sp>
      <p:sp>
        <p:nvSpPr>
          <p:cNvPr id="153" name="S04-label315"/>
          <p:cNvSpPr txBox="1"/>
          <p:nvPr/>
        </p:nvSpPr>
        <p:spPr>
          <a:xfrm>
            <a:off x="8112089" y="15915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300" dirty="0"/>
          </a:p>
        </p:txBody>
      </p:sp>
      <p:sp>
        <p:nvSpPr>
          <p:cNvPr id="154" name="S04-label316"/>
          <p:cNvSpPr txBox="1"/>
          <p:nvPr/>
        </p:nvSpPr>
        <p:spPr>
          <a:xfrm>
            <a:off x="8673084" y="144125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300" dirty="0"/>
          </a:p>
        </p:txBody>
      </p:sp>
      <p:sp>
        <p:nvSpPr>
          <p:cNvPr id="155" name="S04-line317"/>
          <p:cNvSpPr/>
          <p:nvPr/>
        </p:nvSpPr>
        <p:spPr>
          <a:xfrm flipH="1">
            <a:off x="8406219" y="2746121"/>
            <a:ext cx="541185" cy="31245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04-line318"/>
          <p:cNvSpPr/>
          <p:nvPr/>
        </p:nvSpPr>
        <p:spPr>
          <a:xfrm flipV="1">
            <a:off x="8947404" y="1837167"/>
            <a:ext cx="0" cy="90895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04-pin319"/>
          <p:cNvSpPr/>
          <p:nvPr/>
        </p:nvSpPr>
        <p:spPr>
          <a:xfrm>
            <a:off x="8892540" y="2691257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04-label320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 그리기</a:t>
            </a:r>
            <a:endParaRPr lang="ko-KR" sz="4400" dirty="0"/>
          </a:p>
        </p:txBody>
      </p:sp>
      <p:sp>
        <p:nvSpPr>
          <p:cNvPr id="3" name="S05-text321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5시를 그려 봐요.</a:t>
            </a:r>
            <a:endParaRPr lang="ko-KR" sz="3200" dirty="0"/>
          </a:p>
        </p:txBody>
      </p:sp>
      <p:sp>
        <p:nvSpPr>
          <p:cNvPr id="4" name="S05-figure322" descr="시계: 짧은바늘이 5, 긴바늘이 12를 가리킴(5시)"/>
          <p:cNvSpPr/>
          <p:nvPr/>
        </p:nvSpPr>
        <p:spPr>
          <a:xfrm>
            <a:off x="7726131" y="285750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5-line323"/>
          <p:cNvSpPr/>
          <p:nvPr/>
        </p:nvSpPr>
        <p:spPr>
          <a:xfrm>
            <a:off x="9280611" y="289407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5-line324"/>
          <p:cNvSpPr/>
          <p:nvPr/>
        </p:nvSpPr>
        <p:spPr>
          <a:xfrm flipH="1">
            <a:off x="9431151" y="29023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5-line325"/>
          <p:cNvSpPr/>
          <p:nvPr/>
        </p:nvSpPr>
        <p:spPr>
          <a:xfrm flipH="1">
            <a:off x="9580042" y="292724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5-line326"/>
          <p:cNvSpPr/>
          <p:nvPr/>
        </p:nvSpPr>
        <p:spPr>
          <a:xfrm flipH="1">
            <a:off x="9725651" y="296836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5-line327"/>
          <p:cNvSpPr/>
          <p:nvPr/>
        </p:nvSpPr>
        <p:spPr>
          <a:xfrm flipH="1">
            <a:off x="9866385" y="302530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5-line328"/>
          <p:cNvSpPr/>
          <p:nvPr/>
        </p:nvSpPr>
        <p:spPr>
          <a:xfrm flipH="1">
            <a:off x="9954067" y="309743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5-line329"/>
          <p:cNvSpPr/>
          <p:nvPr/>
        </p:nvSpPr>
        <p:spPr>
          <a:xfrm flipH="1">
            <a:off x="10127128" y="318397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5-line330"/>
          <p:cNvSpPr/>
          <p:nvPr/>
        </p:nvSpPr>
        <p:spPr>
          <a:xfrm flipH="1">
            <a:off x="10244280" y="328395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5-line331"/>
          <p:cNvSpPr/>
          <p:nvPr/>
        </p:nvSpPr>
        <p:spPr>
          <a:xfrm flipH="1">
            <a:off x="10350874" y="339630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5-line332"/>
          <p:cNvSpPr/>
          <p:nvPr/>
        </p:nvSpPr>
        <p:spPr>
          <a:xfrm flipH="1">
            <a:off x="10445741" y="351977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5-line333"/>
          <p:cNvSpPr/>
          <p:nvPr/>
        </p:nvSpPr>
        <p:spPr>
          <a:xfrm flipH="1">
            <a:off x="10447071" y="365302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5-line334"/>
          <p:cNvSpPr/>
          <p:nvPr/>
        </p:nvSpPr>
        <p:spPr>
          <a:xfrm flipH="1">
            <a:off x="10596281" y="379459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5-line335"/>
          <p:cNvSpPr/>
          <p:nvPr/>
        </p:nvSpPr>
        <p:spPr>
          <a:xfrm flipH="1">
            <a:off x="10650304" y="394292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5-line336"/>
          <p:cNvSpPr/>
          <p:nvPr/>
        </p:nvSpPr>
        <p:spPr>
          <a:xfrm flipH="1">
            <a:off x="10689320" y="40963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5-line337"/>
          <p:cNvSpPr/>
          <p:nvPr/>
        </p:nvSpPr>
        <p:spPr>
          <a:xfrm flipH="1">
            <a:off x="10712902" y="425331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5-line338"/>
          <p:cNvSpPr/>
          <p:nvPr/>
        </p:nvSpPr>
        <p:spPr>
          <a:xfrm flipH="1">
            <a:off x="10627523" y="441198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5-line339"/>
          <p:cNvSpPr/>
          <p:nvPr/>
        </p:nvSpPr>
        <p:spPr>
          <a:xfrm flipH="1" flipV="1">
            <a:off x="10712902" y="45625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5-line340"/>
          <p:cNvSpPr/>
          <p:nvPr/>
        </p:nvSpPr>
        <p:spPr>
          <a:xfrm flipH="1" flipV="1">
            <a:off x="10689320" y="47114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5-line341"/>
          <p:cNvSpPr/>
          <p:nvPr/>
        </p:nvSpPr>
        <p:spPr>
          <a:xfrm flipH="1" flipV="1">
            <a:off x="10650304" y="485702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5-line342"/>
          <p:cNvSpPr/>
          <p:nvPr/>
        </p:nvSpPr>
        <p:spPr>
          <a:xfrm flipH="1" flipV="1">
            <a:off x="10596281" y="499775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5-line343"/>
          <p:cNvSpPr/>
          <p:nvPr/>
        </p:nvSpPr>
        <p:spPr>
          <a:xfrm flipH="1" flipV="1">
            <a:off x="10447071" y="508543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5-line344"/>
          <p:cNvSpPr/>
          <p:nvPr/>
        </p:nvSpPr>
        <p:spPr>
          <a:xfrm flipH="1" flipV="1">
            <a:off x="10445741" y="52584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5-line345"/>
          <p:cNvSpPr/>
          <p:nvPr/>
        </p:nvSpPr>
        <p:spPr>
          <a:xfrm flipH="1" flipV="1">
            <a:off x="10350874" y="537564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5-line346"/>
          <p:cNvSpPr/>
          <p:nvPr/>
        </p:nvSpPr>
        <p:spPr>
          <a:xfrm flipH="1" flipV="1">
            <a:off x="10244280" y="548224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5-line347"/>
          <p:cNvSpPr/>
          <p:nvPr/>
        </p:nvSpPr>
        <p:spPr>
          <a:xfrm flipH="1" flipV="1">
            <a:off x="10127128" y="557711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5-line348"/>
          <p:cNvSpPr/>
          <p:nvPr/>
        </p:nvSpPr>
        <p:spPr>
          <a:xfrm flipH="1" flipV="1">
            <a:off x="9954067" y="557843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5-line349"/>
          <p:cNvSpPr/>
          <p:nvPr/>
        </p:nvSpPr>
        <p:spPr>
          <a:xfrm flipH="1" flipV="1">
            <a:off x="9866385" y="572765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5-line350"/>
          <p:cNvSpPr/>
          <p:nvPr/>
        </p:nvSpPr>
        <p:spPr>
          <a:xfrm flipH="1" flipV="1">
            <a:off x="9725651" y="578167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5-line351"/>
          <p:cNvSpPr/>
          <p:nvPr/>
        </p:nvSpPr>
        <p:spPr>
          <a:xfrm flipH="1" flipV="1">
            <a:off x="9580042" y="582068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5-line352"/>
          <p:cNvSpPr/>
          <p:nvPr/>
        </p:nvSpPr>
        <p:spPr>
          <a:xfrm flipH="1" flipV="1">
            <a:off x="9431151" y="58442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5-line353"/>
          <p:cNvSpPr/>
          <p:nvPr/>
        </p:nvSpPr>
        <p:spPr>
          <a:xfrm flipV="1">
            <a:off x="9280611" y="575889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5-line354"/>
          <p:cNvSpPr/>
          <p:nvPr/>
        </p:nvSpPr>
        <p:spPr>
          <a:xfrm flipV="1">
            <a:off x="9121947" y="58442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5-line355"/>
          <p:cNvSpPr/>
          <p:nvPr/>
        </p:nvSpPr>
        <p:spPr>
          <a:xfrm flipV="1">
            <a:off x="8965021" y="582068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5-line356"/>
          <p:cNvSpPr/>
          <p:nvPr/>
        </p:nvSpPr>
        <p:spPr>
          <a:xfrm flipV="1">
            <a:off x="8811553" y="578167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5-line357"/>
          <p:cNvSpPr/>
          <p:nvPr/>
        </p:nvSpPr>
        <p:spPr>
          <a:xfrm flipV="1">
            <a:off x="8663224" y="572765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5-line358"/>
          <p:cNvSpPr/>
          <p:nvPr/>
        </p:nvSpPr>
        <p:spPr>
          <a:xfrm flipV="1">
            <a:off x="8521659" y="557843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5-line359"/>
          <p:cNvSpPr/>
          <p:nvPr/>
        </p:nvSpPr>
        <p:spPr>
          <a:xfrm flipV="1">
            <a:off x="8388410" y="557711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5-line360"/>
          <p:cNvSpPr/>
          <p:nvPr/>
        </p:nvSpPr>
        <p:spPr>
          <a:xfrm flipV="1">
            <a:off x="8264935" y="548224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5-line361"/>
          <p:cNvSpPr/>
          <p:nvPr/>
        </p:nvSpPr>
        <p:spPr>
          <a:xfrm flipV="1">
            <a:off x="8152589" y="537564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5-line362"/>
          <p:cNvSpPr/>
          <p:nvPr/>
        </p:nvSpPr>
        <p:spPr>
          <a:xfrm flipV="1">
            <a:off x="8052601" y="52584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5-line363"/>
          <p:cNvSpPr/>
          <p:nvPr/>
        </p:nvSpPr>
        <p:spPr>
          <a:xfrm flipV="1">
            <a:off x="7966068" y="508543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5-line364"/>
          <p:cNvSpPr/>
          <p:nvPr/>
        </p:nvSpPr>
        <p:spPr>
          <a:xfrm flipV="1">
            <a:off x="7893937" y="499775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5-line365"/>
          <p:cNvSpPr/>
          <p:nvPr/>
        </p:nvSpPr>
        <p:spPr>
          <a:xfrm flipV="1">
            <a:off x="7836999" y="485702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5-line366"/>
          <p:cNvSpPr/>
          <p:nvPr/>
        </p:nvSpPr>
        <p:spPr>
          <a:xfrm flipV="1">
            <a:off x="7795877" y="47114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5-line367"/>
          <p:cNvSpPr/>
          <p:nvPr/>
        </p:nvSpPr>
        <p:spPr>
          <a:xfrm flipV="1">
            <a:off x="7771023" y="45625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5-line368"/>
          <p:cNvSpPr/>
          <p:nvPr/>
        </p:nvSpPr>
        <p:spPr>
          <a:xfrm>
            <a:off x="7762707" y="441198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5-line369"/>
          <p:cNvSpPr/>
          <p:nvPr/>
        </p:nvSpPr>
        <p:spPr>
          <a:xfrm>
            <a:off x="7771023" y="425331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5-line370"/>
          <p:cNvSpPr/>
          <p:nvPr/>
        </p:nvSpPr>
        <p:spPr>
          <a:xfrm>
            <a:off x="7795877" y="40963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5-line371"/>
          <p:cNvSpPr/>
          <p:nvPr/>
        </p:nvSpPr>
        <p:spPr>
          <a:xfrm>
            <a:off x="7836999" y="394292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5-line372"/>
          <p:cNvSpPr/>
          <p:nvPr/>
        </p:nvSpPr>
        <p:spPr>
          <a:xfrm>
            <a:off x="7893937" y="379459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5-line373"/>
          <p:cNvSpPr/>
          <p:nvPr/>
        </p:nvSpPr>
        <p:spPr>
          <a:xfrm>
            <a:off x="7966068" y="365302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5-line374"/>
          <p:cNvSpPr/>
          <p:nvPr/>
        </p:nvSpPr>
        <p:spPr>
          <a:xfrm>
            <a:off x="8052601" y="351977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5-line375"/>
          <p:cNvSpPr/>
          <p:nvPr/>
        </p:nvSpPr>
        <p:spPr>
          <a:xfrm>
            <a:off x="8152589" y="339630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5-line376"/>
          <p:cNvSpPr/>
          <p:nvPr/>
        </p:nvSpPr>
        <p:spPr>
          <a:xfrm>
            <a:off x="8264935" y="328395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5-line377"/>
          <p:cNvSpPr/>
          <p:nvPr/>
        </p:nvSpPr>
        <p:spPr>
          <a:xfrm>
            <a:off x="8388410" y="318397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5-line378"/>
          <p:cNvSpPr/>
          <p:nvPr/>
        </p:nvSpPr>
        <p:spPr>
          <a:xfrm>
            <a:off x="8521659" y="309743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5-line379"/>
          <p:cNvSpPr/>
          <p:nvPr/>
        </p:nvSpPr>
        <p:spPr>
          <a:xfrm>
            <a:off x="8663224" y="302530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5-line380"/>
          <p:cNvSpPr/>
          <p:nvPr/>
        </p:nvSpPr>
        <p:spPr>
          <a:xfrm>
            <a:off x="8811553" y="296836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5-line381"/>
          <p:cNvSpPr/>
          <p:nvPr/>
        </p:nvSpPr>
        <p:spPr>
          <a:xfrm>
            <a:off x="8965021" y="292724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5-line382"/>
          <p:cNvSpPr/>
          <p:nvPr/>
        </p:nvSpPr>
        <p:spPr>
          <a:xfrm>
            <a:off x="9121947" y="29023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5-label383"/>
          <p:cNvSpPr txBox="1"/>
          <p:nvPr/>
        </p:nvSpPr>
        <p:spPr>
          <a:xfrm>
            <a:off x="9620311" y="31655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6" name="S05-label384"/>
          <p:cNvSpPr txBox="1"/>
          <p:nvPr/>
        </p:nvSpPr>
        <p:spPr>
          <a:xfrm>
            <a:off x="10069805" y="361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7" name="S05-label385"/>
          <p:cNvSpPr txBox="1"/>
          <p:nvPr/>
        </p:nvSpPr>
        <p:spPr>
          <a:xfrm>
            <a:off x="10234331" y="42291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8" name="S05-label386"/>
          <p:cNvSpPr txBox="1"/>
          <p:nvPr/>
        </p:nvSpPr>
        <p:spPr>
          <a:xfrm>
            <a:off x="10069805" y="484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69" name="S05-label387"/>
          <p:cNvSpPr txBox="1"/>
          <p:nvPr/>
        </p:nvSpPr>
        <p:spPr>
          <a:xfrm>
            <a:off x="9620311" y="52926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0" name="S05-label388"/>
          <p:cNvSpPr txBox="1"/>
          <p:nvPr/>
        </p:nvSpPr>
        <p:spPr>
          <a:xfrm>
            <a:off x="9006291" y="54571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1" name="S05-label389"/>
          <p:cNvSpPr txBox="1"/>
          <p:nvPr/>
        </p:nvSpPr>
        <p:spPr>
          <a:xfrm>
            <a:off x="8392272" y="52926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2" name="S05-label390"/>
          <p:cNvSpPr txBox="1"/>
          <p:nvPr/>
        </p:nvSpPr>
        <p:spPr>
          <a:xfrm>
            <a:off x="7942778" y="484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3" name="S05-label391"/>
          <p:cNvSpPr txBox="1"/>
          <p:nvPr/>
        </p:nvSpPr>
        <p:spPr>
          <a:xfrm>
            <a:off x="7778252" y="42291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4" name="S05-label392"/>
          <p:cNvSpPr txBox="1"/>
          <p:nvPr/>
        </p:nvSpPr>
        <p:spPr>
          <a:xfrm>
            <a:off x="7942778" y="361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5" name="S05-label393"/>
          <p:cNvSpPr txBox="1"/>
          <p:nvPr/>
        </p:nvSpPr>
        <p:spPr>
          <a:xfrm>
            <a:off x="8392272" y="31655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6" name="S05-label394"/>
          <p:cNvSpPr txBox="1"/>
          <p:nvPr/>
        </p:nvSpPr>
        <p:spPr>
          <a:xfrm>
            <a:off x="9006291" y="30010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7" name="S05-line395"/>
          <p:cNvSpPr/>
          <p:nvPr/>
        </p:nvSpPr>
        <p:spPr>
          <a:xfrm>
            <a:off x="9280611" y="4411980"/>
            <a:ext cx="341986" cy="59233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5-line396"/>
          <p:cNvSpPr/>
          <p:nvPr/>
        </p:nvSpPr>
        <p:spPr>
          <a:xfrm flipV="1">
            <a:off x="9280611" y="3417113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5-pin397"/>
          <p:cNvSpPr/>
          <p:nvPr/>
        </p:nvSpPr>
        <p:spPr>
          <a:xfrm>
            <a:off x="9225747" y="435711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5-stepno398"/>
          <p:cNvSpPr txBox="1"/>
          <p:nvPr/>
        </p:nvSpPr>
        <p:spPr>
          <a:xfrm>
            <a:off x="548640" y="3383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1" name="S05-text399"/>
          <p:cNvSpPr txBox="1"/>
          <p:nvPr/>
        </p:nvSpPr>
        <p:spPr>
          <a:xfrm>
            <a:off x="1325880" y="3338068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긴바늘을 12까지 길게 그려요.</a:t>
            </a:r>
            <a:endParaRPr lang="ko-KR" sz="3200" dirty="0"/>
          </a:p>
        </p:txBody>
      </p:sp>
      <p:sp>
        <p:nvSpPr>
          <p:cNvPr id="82" name="S05-stepno400"/>
          <p:cNvSpPr txBox="1"/>
          <p:nvPr/>
        </p:nvSpPr>
        <p:spPr>
          <a:xfrm>
            <a:off x="548640" y="45399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3" name="S05-text401"/>
          <p:cNvSpPr txBox="1"/>
          <p:nvPr/>
        </p:nvSpPr>
        <p:spPr>
          <a:xfrm>
            <a:off x="1325880" y="4494276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짧은바늘을 5까지 짧게 그려요.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시일까요?</a:t>
            </a:r>
            <a:endParaRPr lang="ko-KR" sz="4400" dirty="0"/>
          </a:p>
        </p:txBody>
      </p:sp>
      <p:sp>
        <p:nvSpPr>
          <p:cNvPr id="3" name="S06-card4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4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12인지 보고, 짧은바늘의 수를 읽어요.</a:t>
            </a:r>
            <a:endParaRPr lang="ko-KR" sz="3200" dirty="0"/>
          </a:p>
        </p:txBody>
      </p:sp>
      <p:sp>
        <p:nvSpPr>
          <p:cNvPr id="5" name="S06-figure404" descr="시계: 짧은바늘이 9, 긴바늘이 12를 가리킴(9시)"/>
          <p:cNvSpPr/>
          <p:nvPr/>
        </p:nvSpPr>
        <p:spPr>
          <a:xfrm>
            <a:off x="736092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6-line405"/>
          <p:cNvSpPr/>
          <p:nvPr/>
        </p:nvSpPr>
        <p:spPr>
          <a:xfrm>
            <a:off x="2290572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6-line406"/>
          <p:cNvSpPr/>
          <p:nvPr/>
        </p:nvSpPr>
        <p:spPr>
          <a:xfrm flipH="1">
            <a:off x="24411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6-line407"/>
          <p:cNvSpPr/>
          <p:nvPr/>
        </p:nvSpPr>
        <p:spPr>
          <a:xfrm flipH="1">
            <a:off x="259000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6-line408"/>
          <p:cNvSpPr/>
          <p:nvPr/>
        </p:nvSpPr>
        <p:spPr>
          <a:xfrm flipH="1">
            <a:off x="273561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6-line409"/>
          <p:cNvSpPr/>
          <p:nvPr/>
        </p:nvSpPr>
        <p:spPr>
          <a:xfrm flipH="1">
            <a:off x="2876346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6-line410"/>
          <p:cNvSpPr/>
          <p:nvPr/>
        </p:nvSpPr>
        <p:spPr>
          <a:xfrm flipH="1">
            <a:off x="29640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6-line411"/>
          <p:cNvSpPr/>
          <p:nvPr/>
        </p:nvSpPr>
        <p:spPr>
          <a:xfrm flipH="1">
            <a:off x="3137089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6-line412"/>
          <p:cNvSpPr/>
          <p:nvPr/>
        </p:nvSpPr>
        <p:spPr>
          <a:xfrm flipH="1">
            <a:off x="3254241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6-line413"/>
          <p:cNvSpPr/>
          <p:nvPr/>
        </p:nvSpPr>
        <p:spPr>
          <a:xfrm flipH="1">
            <a:off x="3360834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6-line414"/>
          <p:cNvSpPr/>
          <p:nvPr/>
        </p:nvSpPr>
        <p:spPr>
          <a:xfrm flipH="1">
            <a:off x="345570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6-line415"/>
          <p:cNvSpPr/>
          <p:nvPr/>
        </p:nvSpPr>
        <p:spPr>
          <a:xfrm flipH="1">
            <a:off x="3457031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6-line416"/>
          <p:cNvSpPr/>
          <p:nvPr/>
        </p:nvSpPr>
        <p:spPr>
          <a:xfrm flipH="1">
            <a:off x="360624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6-line417"/>
          <p:cNvSpPr/>
          <p:nvPr/>
        </p:nvSpPr>
        <p:spPr>
          <a:xfrm flipH="1">
            <a:off x="3660265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6-line418"/>
          <p:cNvSpPr/>
          <p:nvPr/>
        </p:nvSpPr>
        <p:spPr>
          <a:xfrm flipH="1">
            <a:off x="3699281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6-line419"/>
          <p:cNvSpPr/>
          <p:nvPr/>
        </p:nvSpPr>
        <p:spPr>
          <a:xfrm flipH="1">
            <a:off x="372286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6-line420"/>
          <p:cNvSpPr/>
          <p:nvPr/>
        </p:nvSpPr>
        <p:spPr>
          <a:xfrm flipH="1">
            <a:off x="3637483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6-line421"/>
          <p:cNvSpPr/>
          <p:nvPr/>
        </p:nvSpPr>
        <p:spPr>
          <a:xfrm flipH="1" flipV="1">
            <a:off x="372286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6-line422"/>
          <p:cNvSpPr/>
          <p:nvPr/>
        </p:nvSpPr>
        <p:spPr>
          <a:xfrm flipH="1" flipV="1">
            <a:off x="3699281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6-line423"/>
          <p:cNvSpPr/>
          <p:nvPr/>
        </p:nvSpPr>
        <p:spPr>
          <a:xfrm flipH="1" flipV="1">
            <a:off x="3660265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6-line424"/>
          <p:cNvSpPr/>
          <p:nvPr/>
        </p:nvSpPr>
        <p:spPr>
          <a:xfrm flipH="1" flipV="1">
            <a:off x="360624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6-line425"/>
          <p:cNvSpPr/>
          <p:nvPr/>
        </p:nvSpPr>
        <p:spPr>
          <a:xfrm flipH="1" flipV="1">
            <a:off x="3457031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6-line426"/>
          <p:cNvSpPr/>
          <p:nvPr/>
        </p:nvSpPr>
        <p:spPr>
          <a:xfrm flipH="1" flipV="1">
            <a:off x="345570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6-line427"/>
          <p:cNvSpPr/>
          <p:nvPr/>
        </p:nvSpPr>
        <p:spPr>
          <a:xfrm flipH="1" flipV="1">
            <a:off x="3360834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6-line428"/>
          <p:cNvSpPr/>
          <p:nvPr/>
        </p:nvSpPr>
        <p:spPr>
          <a:xfrm flipH="1" flipV="1">
            <a:off x="3254241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6-line429"/>
          <p:cNvSpPr/>
          <p:nvPr/>
        </p:nvSpPr>
        <p:spPr>
          <a:xfrm flipH="1" flipV="1">
            <a:off x="3137089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6-line430"/>
          <p:cNvSpPr/>
          <p:nvPr/>
        </p:nvSpPr>
        <p:spPr>
          <a:xfrm flipH="1" flipV="1">
            <a:off x="29640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6-line431"/>
          <p:cNvSpPr/>
          <p:nvPr/>
        </p:nvSpPr>
        <p:spPr>
          <a:xfrm flipH="1" flipV="1">
            <a:off x="2876346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6-line432"/>
          <p:cNvSpPr/>
          <p:nvPr/>
        </p:nvSpPr>
        <p:spPr>
          <a:xfrm flipH="1" flipV="1">
            <a:off x="273561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6-line433"/>
          <p:cNvSpPr/>
          <p:nvPr/>
        </p:nvSpPr>
        <p:spPr>
          <a:xfrm flipH="1" flipV="1">
            <a:off x="259000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6-line434"/>
          <p:cNvSpPr/>
          <p:nvPr/>
        </p:nvSpPr>
        <p:spPr>
          <a:xfrm flipH="1" flipV="1">
            <a:off x="24411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6-line435"/>
          <p:cNvSpPr/>
          <p:nvPr/>
        </p:nvSpPr>
        <p:spPr>
          <a:xfrm flipV="1">
            <a:off x="2290572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6-line436"/>
          <p:cNvSpPr/>
          <p:nvPr/>
        </p:nvSpPr>
        <p:spPr>
          <a:xfrm flipV="1">
            <a:off x="2131908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6-line437"/>
          <p:cNvSpPr/>
          <p:nvPr/>
        </p:nvSpPr>
        <p:spPr>
          <a:xfrm flipV="1">
            <a:off x="197498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6-line438"/>
          <p:cNvSpPr/>
          <p:nvPr/>
        </p:nvSpPr>
        <p:spPr>
          <a:xfrm flipV="1">
            <a:off x="1821514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6-line439"/>
          <p:cNvSpPr/>
          <p:nvPr/>
        </p:nvSpPr>
        <p:spPr>
          <a:xfrm flipV="1">
            <a:off x="1673185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6-line440"/>
          <p:cNvSpPr/>
          <p:nvPr/>
        </p:nvSpPr>
        <p:spPr>
          <a:xfrm flipV="1">
            <a:off x="1531620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6-line441"/>
          <p:cNvSpPr/>
          <p:nvPr/>
        </p:nvSpPr>
        <p:spPr>
          <a:xfrm flipV="1">
            <a:off x="1398370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6-line442"/>
          <p:cNvSpPr/>
          <p:nvPr/>
        </p:nvSpPr>
        <p:spPr>
          <a:xfrm flipV="1">
            <a:off x="1274896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6-line443"/>
          <p:cNvSpPr/>
          <p:nvPr/>
        </p:nvSpPr>
        <p:spPr>
          <a:xfrm flipV="1">
            <a:off x="1162549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6-line444"/>
          <p:cNvSpPr/>
          <p:nvPr/>
        </p:nvSpPr>
        <p:spPr>
          <a:xfrm flipV="1">
            <a:off x="106256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6-line445"/>
          <p:cNvSpPr/>
          <p:nvPr/>
        </p:nvSpPr>
        <p:spPr>
          <a:xfrm flipV="1">
            <a:off x="97602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6-line446"/>
          <p:cNvSpPr/>
          <p:nvPr/>
        </p:nvSpPr>
        <p:spPr>
          <a:xfrm flipV="1">
            <a:off x="903898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6-line447"/>
          <p:cNvSpPr/>
          <p:nvPr/>
        </p:nvSpPr>
        <p:spPr>
          <a:xfrm flipV="1">
            <a:off x="846960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6-line448"/>
          <p:cNvSpPr/>
          <p:nvPr/>
        </p:nvSpPr>
        <p:spPr>
          <a:xfrm flipV="1">
            <a:off x="805838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6-line449"/>
          <p:cNvSpPr/>
          <p:nvPr/>
        </p:nvSpPr>
        <p:spPr>
          <a:xfrm flipV="1">
            <a:off x="78098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6-line450"/>
          <p:cNvSpPr/>
          <p:nvPr/>
        </p:nvSpPr>
        <p:spPr>
          <a:xfrm>
            <a:off x="772668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6-line451"/>
          <p:cNvSpPr/>
          <p:nvPr/>
        </p:nvSpPr>
        <p:spPr>
          <a:xfrm>
            <a:off x="78098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6-line452"/>
          <p:cNvSpPr/>
          <p:nvPr/>
        </p:nvSpPr>
        <p:spPr>
          <a:xfrm>
            <a:off x="805838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6-line453"/>
          <p:cNvSpPr/>
          <p:nvPr/>
        </p:nvSpPr>
        <p:spPr>
          <a:xfrm>
            <a:off x="846960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6-line454"/>
          <p:cNvSpPr/>
          <p:nvPr/>
        </p:nvSpPr>
        <p:spPr>
          <a:xfrm>
            <a:off x="903898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6-line455"/>
          <p:cNvSpPr/>
          <p:nvPr/>
        </p:nvSpPr>
        <p:spPr>
          <a:xfrm>
            <a:off x="97602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6-line456"/>
          <p:cNvSpPr/>
          <p:nvPr/>
        </p:nvSpPr>
        <p:spPr>
          <a:xfrm>
            <a:off x="106256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6-line457"/>
          <p:cNvSpPr/>
          <p:nvPr/>
        </p:nvSpPr>
        <p:spPr>
          <a:xfrm>
            <a:off x="1162549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6-line458"/>
          <p:cNvSpPr/>
          <p:nvPr/>
        </p:nvSpPr>
        <p:spPr>
          <a:xfrm>
            <a:off x="1274896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6-line459"/>
          <p:cNvSpPr/>
          <p:nvPr/>
        </p:nvSpPr>
        <p:spPr>
          <a:xfrm>
            <a:off x="1398370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6-line460"/>
          <p:cNvSpPr/>
          <p:nvPr/>
        </p:nvSpPr>
        <p:spPr>
          <a:xfrm>
            <a:off x="1531620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6-line461"/>
          <p:cNvSpPr/>
          <p:nvPr/>
        </p:nvSpPr>
        <p:spPr>
          <a:xfrm>
            <a:off x="1673185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6-line462"/>
          <p:cNvSpPr/>
          <p:nvPr/>
        </p:nvSpPr>
        <p:spPr>
          <a:xfrm>
            <a:off x="1821514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6-line463"/>
          <p:cNvSpPr/>
          <p:nvPr/>
        </p:nvSpPr>
        <p:spPr>
          <a:xfrm>
            <a:off x="197498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6-line464"/>
          <p:cNvSpPr/>
          <p:nvPr/>
        </p:nvSpPr>
        <p:spPr>
          <a:xfrm>
            <a:off x="2131908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6-label465"/>
          <p:cNvSpPr txBox="1"/>
          <p:nvPr/>
        </p:nvSpPr>
        <p:spPr>
          <a:xfrm>
            <a:off x="2630272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06-label466"/>
          <p:cNvSpPr txBox="1"/>
          <p:nvPr/>
        </p:nvSpPr>
        <p:spPr>
          <a:xfrm>
            <a:off x="3079765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06-label467"/>
          <p:cNvSpPr txBox="1"/>
          <p:nvPr/>
        </p:nvSpPr>
        <p:spPr>
          <a:xfrm>
            <a:off x="324429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06-label468"/>
          <p:cNvSpPr txBox="1"/>
          <p:nvPr/>
        </p:nvSpPr>
        <p:spPr>
          <a:xfrm>
            <a:off x="3079765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06-label469"/>
          <p:cNvSpPr txBox="1"/>
          <p:nvPr/>
        </p:nvSpPr>
        <p:spPr>
          <a:xfrm>
            <a:off x="2630272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06-label470"/>
          <p:cNvSpPr txBox="1"/>
          <p:nvPr/>
        </p:nvSpPr>
        <p:spPr>
          <a:xfrm>
            <a:off x="2016252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06-label471"/>
          <p:cNvSpPr txBox="1"/>
          <p:nvPr/>
        </p:nvSpPr>
        <p:spPr>
          <a:xfrm>
            <a:off x="1402232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06-label472"/>
          <p:cNvSpPr txBox="1"/>
          <p:nvPr/>
        </p:nvSpPr>
        <p:spPr>
          <a:xfrm>
            <a:off x="952739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06-label473"/>
          <p:cNvSpPr txBox="1"/>
          <p:nvPr/>
        </p:nvSpPr>
        <p:spPr>
          <a:xfrm>
            <a:off x="788213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06-label474"/>
          <p:cNvSpPr txBox="1"/>
          <p:nvPr/>
        </p:nvSpPr>
        <p:spPr>
          <a:xfrm>
            <a:off x="952739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06-label475"/>
          <p:cNvSpPr txBox="1"/>
          <p:nvPr/>
        </p:nvSpPr>
        <p:spPr>
          <a:xfrm>
            <a:off x="1402232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06-label476"/>
          <p:cNvSpPr txBox="1"/>
          <p:nvPr/>
        </p:nvSpPr>
        <p:spPr>
          <a:xfrm>
            <a:off x="2016252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06-line477"/>
          <p:cNvSpPr/>
          <p:nvPr/>
        </p:nvSpPr>
        <p:spPr>
          <a:xfrm flipH="1">
            <a:off x="1606601" y="2963799"/>
            <a:ext cx="683971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6-line478"/>
          <p:cNvSpPr/>
          <p:nvPr/>
        </p:nvSpPr>
        <p:spPr>
          <a:xfrm flipV="1">
            <a:off x="2290572" y="1968932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6-pin479"/>
          <p:cNvSpPr/>
          <p:nvPr/>
        </p:nvSpPr>
        <p:spPr>
          <a:xfrm>
            <a:off x="2235708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6-label480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82" name="S06-figure481" descr="시계: 짧은바늘이 2, 긴바늘이 12를 가리킴(2시)"/>
          <p:cNvSpPr/>
          <p:nvPr/>
        </p:nvSpPr>
        <p:spPr>
          <a:xfrm>
            <a:off x="4539996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06-line482"/>
          <p:cNvSpPr/>
          <p:nvPr/>
        </p:nvSpPr>
        <p:spPr>
          <a:xfrm>
            <a:off x="6094476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06-line483"/>
          <p:cNvSpPr/>
          <p:nvPr/>
        </p:nvSpPr>
        <p:spPr>
          <a:xfrm flipH="1">
            <a:off x="62450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6-line484"/>
          <p:cNvSpPr/>
          <p:nvPr/>
        </p:nvSpPr>
        <p:spPr>
          <a:xfrm flipH="1">
            <a:off x="639390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6-line485"/>
          <p:cNvSpPr/>
          <p:nvPr/>
        </p:nvSpPr>
        <p:spPr>
          <a:xfrm flipH="1">
            <a:off x="6539516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6-line486"/>
          <p:cNvSpPr/>
          <p:nvPr/>
        </p:nvSpPr>
        <p:spPr>
          <a:xfrm flipH="1">
            <a:off x="6680250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6-line487"/>
          <p:cNvSpPr/>
          <p:nvPr/>
        </p:nvSpPr>
        <p:spPr>
          <a:xfrm flipH="1">
            <a:off x="6767932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06-line488"/>
          <p:cNvSpPr/>
          <p:nvPr/>
        </p:nvSpPr>
        <p:spPr>
          <a:xfrm flipH="1">
            <a:off x="6940993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6-line489"/>
          <p:cNvSpPr/>
          <p:nvPr/>
        </p:nvSpPr>
        <p:spPr>
          <a:xfrm flipH="1">
            <a:off x="7058145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6-line490"/>
          <p:cNvSpPr/>
          <p:nvPr/>
        </p:nvSpPr>
        <p:spPr>
          <a:xfrm flipH="1">
            <a:off x="7164738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6-line491"/>
          <p:cNvSpPr/>
          <p:nvPr/>
        </p:nvSpPr>
        <p:spPr>
          <a:xfrm flipH="1">
            <a:off x="725960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6-line492"/>
          <p:cNvSpPr/>
          <p:nvPr/>
        </p:nvSpPr>
        <p:spPr>
          <a:xfrm flipH="1">
            <a:off x="7260935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06-line493"/>
          <p:cNvSpPr/>
          <p:nvPr/>
        </p:nvSpPr>
        <p:spPr>
          <a:xfrm flipH="1">
            <a:off x="741014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6-line494"/>
          <p:cNvSpPr/>
          <p:nvPr/>
        </p:nvSpPr>
        <p:spPr>
          <a:xfrm flipH="1">
            <a:off x="7464169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6-line495"/>
          <p:cNvSpPr/>
          <p:nvPr/>
        </p:nvSpPr>
        <p:spPr>
          <a:xfrm flipH="1">
            <a:off x="7503185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6-line496"/>
          <p:cNvSpPr/>
          <p:nvPr/>
        </p:nvSpPr>
        <p:spPr>
          <a:xfrm flipH="1">
            <a:off x="752676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6-line497"/>
          <p:cNvSpPr/>
          <p:nvPr/>
        </p:nvSpPr>
        <p:spPr>
          <a:xfrm flipH="1">
            <a:off x="7441387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06-line498"/>
          <p:cNvSpPr/>
          <p:nvPr/>
        </p:nvSpPr>
        <p:spPr>
          <a:xfrm flipH="1" flipV="1">
            <a:off x="752676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6-line499"/>
          <p:cNvSpPr/>
          <p:nvPr/>
        </p:nvSpPr>
        <p:spPr>
          <a:xfrm flipH="1" flipV="1">
            <a:off x="7503185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6-line500"/>
          <p:cNvSpPr/>
          <p:nvPr/>
        </p:nvSpPr>
        <p:spPr>
          <a:xfrm flipH="1" flipV="1">
            <a:off x="7464169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6-line501"/>
          <p:cNvSpPr/>
          <p:nvPr/>
        </p:nvSpPr>
        <p:spPr>
          <a:xfrm flipH="1" flipV="1">
            <a:off x="741014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6-line502"/>
          <p:cNvSpPr/>
          <p:nvPr/>
        </p:nvSpPr>
        <p:spPr>
          <a:xfrm flipH="1" flipV="1">
            <a:off x="7260935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06-line503"/>
          <p:cNvSpPr/>
          <p:nvPr/>
        </p:nvSpPr>
        <p:spPr>
          <a:xfrm flipH="1" flipV="1">
            <a:off x="725960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6-line504"/>
          <p:cNvSpPr/>
          <p:nvPr/>
        </p:nvSpPr>
        <p:spPr>
          <a:xfrm flipH="1" flipV="1">
            <a:off x="7164738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6-line505"/>
          <p:cNvSpPr/>
          <p:nvPr/>
        </p:nvSpPr>
        <p:spPr>
          <a:xfrm flipH="1" flipV="1">
            <a:off x="7058145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6-line506"/>
          <p:cNvSpPr/>
          <p:nvPr/>
        </p:nvSpPr>
        <p:spPr>
          <a:xfrm flipH="1" flipV="1">
            <a:off x="6940993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6-line507"/>
          <p:cNvSpPr/>
          <p:nvPr/>
        </p:nvSpPr>
        <p:spPr>
          <a:xfrm flipH="1" flipV="1">
            <a:off x="6767932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06-line508"/>
          <p:cNvSpPr/>
          <p:nvPr/>
        </p:nvSpPr>
        <p:spPr>
          <a:xfrm flipH="1" flipV="1">
            <a:off x="6680250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6-line509"/>
          <p:cNvSpPr/>
          <p:nvPr/>
        </p:nvSpPr>
        <p:spPr>
          <a:xfrm flipH="1" flipV="1">
            <a:off x="6539516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6-line510"/>
          <p:cNvSpPr/>
          <p:nvPr/>
        </p:nvSpPr>
        <p:spPr>
          <a:xfrm flipH="1" flipV="1">
            <a:off x="639390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6-line511"/>
          <p:cNvSpPr/>
          <p:nvPr/>
        </p:nvSpPr>
        <p:spPr>
          <a:xfrm flipH="1" flipV="1">
            <a:off x="62450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6-line512"/>
          <p:cNvSpPr/>
          <p:nvPr/>
        </p:nvSpPr>
        <p:spPr>
          <a:xfrm flipV="1">
            <a:off x="6094476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06-line513"/>
          <p:cNvSpPr/>
          <p:nvPr/>
        </p:nvSpPr>
        <p:spPr>
          <a:xfrm flipV="1">
            <a:off x="59358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6-line514"/>
          <p:cNvSpPr/>
          <p:nvPr/>
        </p:nvSpPr>
        <p:spPr>
          <a:xfrm flipV="1">
            <a:off x="577888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6-line515"/>
          <p:cNvSpPr/>
          <p:nvPr/>
        </p:nvSpPr>
        <p:spPr>
          <a:xfrm flipV="1">
            <a:off x="5625418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6-line516"/>
          <p:cNvSpPr/>
          <p:nvPr/>
        </p:nvSpPr>
        <p:spPr>
          <a:xfrm flipV="1">
            <a:off x="5477089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6-line517"/>
          <p:cNvSpPr/>
          <p:nvPr/>
        </p:nvSpPr>
        <p:spPr>
          <a:xfrm flipV="1">
            <a:off x="5335524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06-line518"/>
          <p:cNvSpPr/>
          <p:nvPr/>
        </p:nvSpPr>
        <p:spPr>
          <a:xfrm flipV="1">
            <a:off x="5202274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6-line519"/>
          <p:cNvSpPr/>
          <p:nvPr/>
        </p:nvSpPr>
        <p:spPr>
          <a:xfrm flipV="1">
            <a:off x="5078800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6-line520"/>
          <p:cNvSpPr/>
          <p:nvPr/>
        </p:nvSpPr>
        <p:spPr>
          <a:xfrm flipV="1">
            <a:off x="4966453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6-line521"/>
          <p:cNvSpPr/>
          <p:nvPr/>
        </p:nvSpPr>
        <p:spPr>
          <a:xfrm flipV="1">
            <a:off x="486646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6-line522"/>
          <p:cNvSpPr/>
          <p:nvPr/>
        </p:nvSpPr>
        <p:spPr>
          <a:xfrm flipV="1">
            <a:off x="4779933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06-line523"/>
          <p:cNvSpPr/>
          <p:nvPr/>
        </p:nvSpPr>
        <p:spPr>
          <a:xfrm flipV="1">
            <a:off x="470780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6-line524"/>
          <p:cNvSpPr/>
          <p:nvPr/>
        </p:nvSpPr>
        <p:spPr>
          <a:xfrm flipV="1">
            <a:off x="4650864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6-line525"/>
          <p:cNvSpPr/>
          <p:nvPr/>
        </p:nvSpPr>
        <p:spPr>
          <a:xfrm flipV="1">
            <a:off x="4609742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6-line526"/>
          <p:cNvSpPr/>
          <p:nvPr/>
        </p:nvSpPr>
        <p:spPr>
          <a:xfrm flipV="1">
            <a:off x="458488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6-line527"/>
          <p:cNvSpPr/>
          <p:nvPr/>
        </p:nvSpPr>
        <p:spPr>
          <a:xfrm>
            <a:off x="4576572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06-line528"/>
          <p:cNvSpPr/>
          <p:nvPr/>
        </p:nvSpPr>
        <p:spPr>
          <a:xfrm>
            <a:off x="458488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6-line529"/>
          <p:cNvSpPr/>
          <p:nvPr/>
        </p:nvSpPr>
        <p:spPr>
          <a:xfrm>
            <a:off x="4609742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6-line530"/>
          <p:cNvSpPr/>
          <p:nvPr/>
        </p:nvSpPr>
        <p:spPr>
          <a:xfrm>
            <a:off x="4650864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6-line531"/>
          <p:cNvSpPr/>
          <p:nvPr/>
        </p:nvSpPr>
        <p:spPr>
          <a:xfrm>
            <a:off x="470780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6-line532"/>
          <p:cNvSpPr/>
          <p:nvPr/>
        </p:nvSpPr>
        <p:spPr>
          <a:xfrm>
            <a:off x="4779933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06-line533"/>
          <p:cNvSpPr/>
          <p:nvPr/>
        </p:nvSpPr>
        <p:spPr>
          <a:xfrm>
            <a:off x="486646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6-line534"/>
          <p:cNvSpPr/>
          <p:nvPr/>
        </p:nvSpPr>
        <p:spPr>
          <a:xfrm>
            <a:off x="4966453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6-line535"/>
          <p:cNvSpPr/>
          <p:nvPr/>
        </p:nvSpPr>
        <p:spPr>
          <a:xfrm>
            <a:off x="5078800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6-line536"/>
          <p:cNvSpPr/>
          <p:nvPr/>
        </p:nvSpPr>
        <p:spPr>
          <a:xfrm>
            <a:off x="5202274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6-line537"/>
          <p:cNvSpPr/>
          <p:nvPr/>
        </p:nvSpPr>
        <p:spPr>
          <a:xfrm>
            <a:off x="5335524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06-line538"/>
          <p:cNvSpPr/>
          <p:nvPr/>
        </p:nvSpPr>
        <p:spPr>
          <a:xfrm>
            <a:off x="5477089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6-line539"/>
          <p:cNvSpPr/>
          <p:nvPr/>
        </p:nvSpPr>
        <p:spPr>
          <a:xfrm>
            <a:off x="5625418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6-line540"/>
          <p:cNvSpPr/>
          <p:nvPr/>
        </p:nvSpPr>
        <p:spPr>
          <a:xfrm>
            <a:off x="577888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6-line541"/>
          <p:cNvSpPr/>
          <p:nvPr/>
        </p:nvSpPr>
        <p:spPr>
          <a:xfrm>
            <a:off x="59358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6-label542"/>
          <p:cNvSpPr txBox="1"/>
          <p:nvPr/>
        </p:nvSpPr>
        <p:spPr>
          <a:xfrm>
            <a:off x="6434176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4" name="S06-label543"/>
          <p:cNvSpPr txBox="1"/>
          <p:nvPr/>
        </p:nvSpPr>
        <p:spPr>
          <a:xfrm>
            <a:off x="6883669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5" name="S06-label544"/>
          <p:cNvSpPr txBox="1"/>
          <p:nvPr/>
        </p:nvSpPr>
        <p:spPr>
          <a:xfrm>
            <a:off x="7048195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6" name="S06-label545"/>
          <p:cNvSpPr txBox="1"/>
          <p:nvPr/>
        </p:nvSpPr>
        <p:spPr>
          <a:xfrm>
            <a:off x="6883669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7" name="S06-label546"/>
          <p:cNvSpPr txBox="1"/>
          <p:nvPr/>
        </p:nvSpPr>
        <p:spPr>
          <a:xfrm>
            <a:off x="6434176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48" name="S06-label547"/>
          <p:cNvSpPr txBox="1"/>
          <p:nvPr/>
        </p:nvSpPr>
        <p:spPr>
          <a:xfrm>
            <a:off x="5820156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49" name="S06-label548"/>
          <p:cNvSpPr txBox="1"/>
          <p:nvPr/>
        </p:nvSpPr>
        <p:spPr>
          <a:xfrm>
            <a:off x="5206136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50" name="S06-label549"/>
          <p:cNvSpPr txBox="1"/>
          <p:nvPr/>
        </p:nvSpPr>
        <p:spPr>
          <a:xfrm>
            <a:off x="4756643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1" name="S06-label550"/>
          <p:cNvSpPr txBox="1"/>
          <p:nvPr/>
        </p:nvSpPr>
        <p:spPr>
          <a:xfrm>
            <a:off x="4592117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2" name="S06-label551"/>
          <p:cNvSpPr txBox="1"/>
          <p:nvPr/>
        </p:nvSpPr>
        <p:spPr>
          <a:xfrm>
            <a:off x="4756643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3" name="S06-label552"/>
          <p:cNvSpPr txBox="1"/>
          <p:nvPr/>
        </p:nvSpPr>
        <p:spPr>
          <a:xfrm>
            <a:off x="5206136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4" name="S06-label553"/>
          <p:cNvSpPr txBox="1"/>
          <p:nvPr/>
        </p:nvSpPr>
        <p:spPr>
          <a:xfrm>
            <a:off x="5820156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5" name="S06-line554"/>
          <p:cNvSpPr/>
          <p:nvPr/>
        </p:nvSpPr>
        <p:spPr>
          <a:xfrm flipV="1">
            <a:off x="6094476" y="2621813"/>
            <a:ext cx="592336" cy="34198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06-line555"/>
          <p:cNvSpPr/>
          <p:nvPr/>
        </p:nvSpPr>
        <p:spPr>
          <a:xfrm flipV="1">
            <a:off x="6094476" y="1968932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06-pin556"/>
          <p:cNvSpPr/>
          <p:nvPr/>
        </p:nvSpPr>
        <p:spPr>
          <a:xfrm>
            <a:off x="6039612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06-label557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59" name="S06-figure558" descr="시계: 두 바늘이 모두 12를 가리킴(12시)"/>
          <p:cNvSpPr/>
          <p:nvPr/>
        </p:nvSpPr>
        <p:spPr>
          <a:xfrm>
            <a:off x="8343900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0" name="S06-line559"/>
          <p:cNvSpPr/>
          <p:nvPr/>
        </p:nvSpPr>
        <p:spPr>
          <a:xfrm>
            <a:off x="9898380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1" name="S06-line560"/>
          <p:cNvSpPr/>
          <p:nvPr/>
        </p:nvSpPr>
        <p:spPr>
          <a:xfrm flipH="1">
            <a:off x="10048920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06-line561"/>
          <p:cNvSpPr/>
          <p:nvPr/>
        </p:nvSpPr>
        <p:spPr>
          <a:xfrm flipH="1">
            <a:off x="1019781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6-line562"/>
          <p:cNvSpPr/>
          <p:nvPr/>
        </p:nvSpPr>
        <p:spPr>
          <a:xfrm flipH="1">
            <a:off x="10343420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6-line563"/>
          <p:cNvSpPr/>
          <p:nvPr/>
        </p:nvSpPr>
        <p:spPr>
          <a:xfrm flipH="1">
            <a:off x="10484154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06-line564"/>
          <p:cNvSpPr/>
          <p:nvPr/>
        </p:nvSpPr>
        <p:spPr>
          <a:xfrm flipH="1">
            <a:off x="10571836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6" name="S06-line565"/>
          <p:cNvSpPr/>
          <p:nvPr/>
        </p:nvSpPr>
        <p:spPr>
          <a:xfrm flipH="1">
            <a:off x="10744897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6-line566"/>
          <p:cNvSpPr/>
          <p:nvPr/>
        </p:nvSpPr>
        <p:spPr>
          <a:xfrm flipH="1">
            <a:off x="10862049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6-line567"/>
          <p:cNvSpPr/>
          <p:nvPr/>
        </p:nvSpPr>
        <p:spPr>
          <a:xfrm flipH="1">
            <a:off x="10968642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6-line568"/>
          <p:cNvSpPr/>
          <p:nvPr/>
        </p:nvSpPr>
        <p:spPr>
          <a:xfrm flipH="1">
            <a:off x="1106351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06-line569"/>
          <p:cNvSpPr/>
          <p:nvPr/>
        </p:nvSpPr>
        <p:spPr>
          <a:xfrm flipH="1">
            <a:off x="1106483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1" name="S06-line570"/>
          <p:cNvSpPr/>
          <p:nvPr/>
        </p:nvSpPr>
        <p:spPr>
          <a:xfrm flipH="1">
            <a:off x="11214050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6-line571"/>
          <p:cNvSpPr/>
          <p:nvPr/>
        </p:nvSpPr>
        <p:spPr>
          <a:xfrm flipH="1">
            <a:off x="11268073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6-line572"/>
          <p:cNvSpPr/>
          <p:nvPr/>
        </p:nvSpPr>
        <p:spPr>
          <a:xfrm flipH="1">
            <a:off x="11307089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06-line573"/>
          <p:cNvSpPr/>
          <p:nvPr/>
        </p:nvSpPr>
        <p:spPr>
          <a:xfrm flipH="1">
            <a:off x="1133067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06-line574"/>
          <p:cNvSpPr/>
          <p:nvPr/>
        </p:nvSpPr>
        <p:spPr>
          <a:xfrm flipH="1">
            <a:off x="11245291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6" name="S06-line575"/>
          <p:cNvSpPr/>
          <p:nvPr/>
        </p:nvSpPr>
        <p:spPr>
          <a:xfrm flipH="1" flipV="1">
            <a:off x="1133067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6-line576"/>
          <p:cNvSpPr/>
          <p:nvPr/>
        </p:nvSpPr>
        <p:spPr>
          <a:xfrm flipH="1" flipV="1">
            <a:off x="11307089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6-line577"/>
          <p:cNvSpPr/>
          <p:nvPr/>
        </p:nvSpPr>
        <p:spPr>
          <a:xfrm flipH="1" flipV="1">
            <a:off x="11268073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06-line578"/>
          <p:cNvSpPr/>
          <p:nvPr/>
        </p:nvSpPr>
        <p:spPr>
          <a:xfrm flipH="1" flipV="1">
            <a:off x="11214050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06-line579"/>
          <p:cNvSpPr/>
          <p:nvPr/>
        </p:nvSpPr>
        <p:spPr>
          <a:xfrm flipH="1" flipV="1">
            <a:off x="1106483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1" name="S06-line580"/>
          <p:cNvSpPr/>
          <p:nvPr/>
        </p:nvSpPr>
        <p:spPr>
          <a:xfrm flipH="1" flipV="1">
            <a:off x="1106351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6-line581"/>
          <p:cNvSpPr/>
          <p:nvPr/>
        </p:nvSpPr>
        <p:spPr>
          <a:xfrm flipH="1" flipV="1">
            <a:off x="10968642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6-line582"/>
          <p:cNvSpPr/>
          <p:nvPr/>
        </p:nvSpPr>
        <p:spPr>
          <a:xfrm flipH="1" flipV="1">
            <a:off x="10862049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06-line583"/>
          <p:cNvSpPr/>
          <p:nvPr/>
        </p:nvSpPr>
        <p:spPr>
          <a:xfrm flipH="1" flipV="1">
            <a:off x="10744897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06-line584"/>
          <p:cNvSpPr/>
          <p:nvPr/>
        </p:nvSpPr>
        <p:spPr>
          <a:xfrm flipH="1" flipV="1">
            <a:off x="10571836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6" name="S06-line585"/>
          <p:cNvSpPr/>
          <p:nvPr/>
        </p:nvSpPr>
        <p:spPr>
          <a:xfrm flipH="1" flipV="1">
            <a:off x="10484154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06-line586"/>
          <p:cNvSpPr/>
          <p:nvPr/>
        </p:nvSpPr>
        <p:spPr>
          <a:xfrm flipH="1" flipV="1">
            <a:off x="10343420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06-line587"/>
          <p:cNvSpPr/>
          <p:nvPr/>
        </p:nvSpPr>
        <p:spPr>
          <a:xfrm flipH="1" flipV="1">
            <a:off x="1019781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06-line588"/>
          <p:cNvSpPr/>
          <p:nvPr/>
        </p:nvSpPr>
        <p:spPr>
          <a:xfrm flipH="1" flipV="1">
            <a:off x="10048920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06-line589"/>
          <p:cNvSpPr/>
          <p:nvPr/>
        </p:nvSpPr>
        <p:spPr>
          <a:xfrm flipV="1">
            <a:off x="9898380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1" name="S06-line590"/>
          <p:cNvSpPr/>
          <p:nvPr/>
        </p:nvSpPr>
        <p:spPr>
          <a:xfrm flipV="1">
            <a:off x="97397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06-line591"/>
          <p:cNvSpPr/>
          <p:nvPr/>
        </p:nvSpPr>
        <p:spPr>
          <a:xfrm flipV="1">
            <a:off x="958279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06-line592"/>
          <p:cNvSpPr/>
          <p:nvPr/>
        </p:nvSpPr>
        <p:spPr>
          <a:xfrm flipV="1">
            <a:off x="942932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06-line593"/>
          <p:cNvSpPr/>
          <p:nvPr/>
        </p:nvSpPr>
        <p:spPr>
          <a:xfrm flipV="1">
            <a:off x="9280993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06-line594"/>
          <p:cNvSpPr/>
          <p:nvPr/>
        </p:nvSpPr>
        <p:spPr>
          <a:xfrm flipV="1">
            <a:off x="91394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6" name="S06-line595"/>
          <p:cNvSpPr/>
          <p:nvPr/>
        </p:nvSpPr>
        <p:spPr>
          <a:xfrm flipV="1">
            <a:off x="9006178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06-line596"/>
          <p:cNvSpPr/>
          <p:nvPr/>
        </p:nvSpPr>
        <p:spPr>
          <a:xfrm flipV="1">
            <a:off x="8882704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06-line597"/>
          <p:cNvSpPr/>
          <p:nvPr/>
        </p:nvSpPr>
        <p:spPr>
          <a:xfrm flipV="1">
            <a:off x="8770357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06-line598"/>
          <p:cNvSpPr/>
          <p:nvPr/>
        </p:nvSpPr>
        <p:spPr>
          <a:xfrm flipV="1">
            <a:off x="867037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06-line599"/>
          <p:cNvSpPr/>
          <p:nvPr/>
        </p:nvSpPr>
        <p:spPr>
          <a:xfrm flipV="1">
            <a:off x="8583837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1" name="S06-line600"/>
          <p:cNvSpPr/>
          <p:nvPr/>
        </p:nvSpPr>
        <p:spPr>
          <a:xfrm flipV="1">
            <a:off x="851170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06-line601"/>
          <p:cNvSpPr/>
          <p:nvPr/>
        </p:nvSpPr>
        <p:spPr>
          <a:xfrm flipV="1">
            <a:off x="8454768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06-line602"/>
          <p:cNvSpPr/>
          <p:nvPr/>
        </p:nvSpPr>
        <p:spPr>
          <a:xfrm flipV="1">
            <a:off x="8413646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06-line603"/>
          <p:cNvSpPr/>
          <p:nvPr/>
        </p:nvSpPr>
        <p:spPr>
          <a:xfrm flipV="1">
            <a:off x="838879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06-line604"/>
          <p:cNvSpPr/>
          <p:nvPr/>
        </p:nvSpPr>
        <p:spPr>
          <a:xfrm>
            <a:off x="8380476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6" name="S06-line605"/>
          <p:cNvSpPr/>
          <p:nvPr/>
        </p:nvSpPr>
        <p:spPr>
          <a:xfrm>
            <a:off x="838879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06-line606"/>
          <p:cNvSpPr/>
          <p:nvPr/>
        </p:nvSpPr>
        <p:spPr>
          <a:xfrm>
            <a:off x="8413646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06-line607"/>
          <p:cNvSpPr/>
          <p:nvPr/>
        </p:nvSpPr>
        <p:spPr>
          <a:xfrm>
            <a:off x="8454768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06-line608"/>
          <p:cNvSpPr/>
          <p:nvPr/>
        </p:nvSpPr>
        <p:spPr>
          <a:xfrm>
            <a:off x="851170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06-line609"/>
          <p:cNvSpPr/>
          <p:nvPr/>
        </p:nvSpPr>
        <p:spPr>
          <a:xfrm>
            <a:off x="8583837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1" name="S06-line610"/>
          <p:cNvSpPr/>
          <p:nvPr/>
        </p:nvSpPr>
        <p:spPr>
          <a:xfrm>
            <a:off x="867037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06-line611"/>
          <p:cNvSpPr/>
          <p:nvPr/>
        </p:nvSpPr>
        <p:spPr>
          <a:xfrm>
            <a:off x="8770357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06-line612"/>
          <p:cNvSpPr/>
          <p:nvPr/>
        </p:nvSpPr>
        <p:spPr>
          <a:xfrm>
            <a:off x="8882704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06-line613"/>
          <p:cNvSpPr/>
          <p:nvPr/>
        </p:nvSpPr>
        <p:spPr>
          <a:xfrm>
            <a:off x="9006178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06-line614"/>
          <p:cNvSpPr/>
          <p:nvPr/>
        </p:nvSpPr>
        <p:spPr>
          <a:xfrm>
            <a:off x="91394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6" name="S06-line615"/>
          <p:cNvSpPr/>
          <p:nvPr/>
        </p:nvSpPr>
        <p:spPr>
          <a:xfrm>
            <a:off x="9280993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06-line616"/>
          <p:cNvSpPr/>
          <p:nvPr/>
        </p:nvSpPr>
        <p:spPr>
          <a:xfrm>
            <a:off x="942932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06-line617"/>
          <p:cNvSpPr/>
          <p:nvPr/>
        </p:nvSpPr>
        <p:spPr>
          <a:xfrm>
            <a:off x="958279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06-line618"/>
          <p:cNvSpPr/>
          <p:nvPr/>
        </p:nvSpPr>
        <p:spPr>
          <a:xfrm>
            <a:off x="97397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06-label619"/>
          <p:cNvSpPr txBox="1"/>
          <p:nvPr/>
        </p:nvSpPr>
        <p:spPr>
          <a:xfrm>
            <a:off x="10238080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21" name="S06-label620"/>
          <p:cNvSpPr txBox="1"/>
          <p:nvPr/>
        </p:nvSpPr>
        <p:spPr>
          <a:xfrm>
            <a:off x="10687573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22" name="S06-label621"/>
          <p:cNvSpPr txBox="1"/>
          <p:nvPr/>
        </p:nvSpPr>
        <p:spPr>
          <a:xfrm>
            <a:off x="10852099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23" name="S06-label622"/>
          <p:cNvSpPr txBox="1"/>
          <p:nvPr/>
        </p:nvSpPr>
        <p:spPr>
          <a:xfrm>
            <a:off x="10687573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4" name="S06-label623"/>
          <p:cNvSpPr txBox="1"/>
          <p:nvPr/>
        </p:nvSpPr>
        <p:spPr>
          <a:xfrm>
            <a:off x="10238080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25" name="S06-label624"/>
          <p:cNvSpPr txBox="1"/>
          <p:nvPr/>
        </p:nvSpPr>
        <p:spPr>
          <a:xfrm>
            <a:off x="9624060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26" name="S06-label625"/>
          <p:cNvSpPr txBox="1"/>
          <p:nvPr/>
        </p:nvSpPr>
        <p:spPr>
          <a:xfrm>
            <a:off x="9010040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27" name="S06-label626"/>
          <p:cNvSpPr txBox="1"/>
          <p:nvPr/>
        </p:nvSpPr>
        <p:spPr>
          <a:xfrm>
            <a:off x="8560547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28" name="S06-label627"/>
          <p:cNvSpPr txBox="1"/>
          <p:nvPr/>
        </p:nvSpPr>
        <p:spPr>
          <a:xfrm>
            <a:off x="839602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29" name="S06-label628"/>
          <p:cNvSpPr txBox="1"/>
          <p:nvPr/>
        </p:nvSpPr>
        <p:spPr>
          <a:xfrm>
            <a:off x="8560547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30" name="S06-label629"/>
          <p:cNvSpPr txBox="1"/>
          <p:nvPr/>
        </p:nvSpPr>
        <p:spPr>
          <a:xfrm>
            <a:off x="9010040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231" name="S06-label630"/>
          <p:cNvSpPr txBox="1"/>
          <p:nvPr/>
        </p:nvSpPr>
        <p:spPr>
          <a:xfrm>
            <a:off x="9624060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32" name="S06-line631"/>
          <p:cNvSpPr/>
          <p:nvPr/>
        </p:nvSpPr>
        <p:spPr>
          <a:xfrm flipV="1">
            <a:off x="9898380" y="2279828"/>
            <a:ext cx="0" cy="68397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3" name="S06-line632"/>
          <p:cNvSpPr/>
          <p:nvPr/>
        </p:nvSpPr>
        <p:spPr>
          <a:xfrm flipV="1">
            <a:off x="9898380" y="1968932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4" name="S06-pin633"/>
          <p:cNvSpPr/>
          <p:nvPr/>
        </p:nvSpPr>
        <p:spPr>
          <a:xfrm>
            <a:off x="9843516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5" name="S06-label634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 30분</a:t>
            </a:r>
            <a:endParaRPr lang="ko-KR" sz="4400" dirty="0"/>
          </a:p>
        </p:txBody>
      </p:sp>
      <p:sp>
        <p:nvSpPr>
          <p:cNvPr id="3" name="S07-card6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6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3시 30분이라고 읽어요.</a:t>
            </a:r>
            <a:endParaRPr lang="ko-KR" sz="3200" dirty="0"/>
          </a:p>
        </p:txBody>
      </p:sp>
      <p:sp>
        <p:nvSpPr>
          <p:cNvPr id="5" name="S07-figure637" descr="시계: 짧은바늘이 3과 4 사이, 긴바늘이 6을 가리킴(3시 30분)"/>
          <p:cNvSpPr/>
          <p:nvPr/>
        </p:nvSpPr>
        <p:spPr>
          <a:xfrm>
            <a:off x="1675638" y="166878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7-line638"/>
          <p:cNvSpPr/>
          <p:nvPr/>
        </p:nvSpPr>
        <p:spPr>
          <a:xfrm>
            <a:off x="3230118" y="170535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7-line639"/>
          <p:cNvSpPr/>
          <p:nvPr/>
        </p:nvSpPr>
        <p:spPr>
          <a:xfrm flipH="1">
            <a:off x="3380658" y="17136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7-line640"/>
          <p:cNvSpPr/>
          <p:nvPr/>
        </p:nvSpPr>
        <p:spPr>
          <a:xfrm flipH="1">
            <a:off x="3529548" y="17385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7-line641"/>
          <p:cNvSpPr/>
          <p:nvPr/>
        </p:nvSpPr>
        <p:spPr>
          <a:xfrm flipH="1">
            <a:off x="3675158" y="17796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7-line642"/>
          <p:cNvSpPr/>
          <p:nvPr/>
        </p:nvSpPr>
        <p:spPr>
          <a:xfrm flipH="1">
            <a:off x="3815892" y="18365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7-line643"/>
          <p:cNvSpPr/>
          <p:nvPr/>
        </p:nvSpPr>
        <p:spPr>
          <a:xfrm flipH="1">
            <a:off x="3903574" y="19087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7-line644"/>
          <p:cNvSpPr/>
          <p:nvPr/>
        </p:nvSpPr>
        <p:spPr>
          <a:xfrm flipH="1">
            <a:off x="4076635" y="19952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7-line645"/>
          <p:cNvSpPr/>
          <p:nvPr/>
        </p:nvSpPr>
        <p:spPr>
          <a:xfrm flipH="1">
            <a:off x="4193787" y="20952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7-line646"/>
          <p:cNvSpPr/>
          <p:nvPr/>
        </p:nvSpPr>
        <p:spPr>
          <a:xfrm flipH="1">
            <a:off x="4300380" y="22075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7-line647"/>
          <p:cNvSpPr/>
          <p:nvPr/>
        </p:nvSpPr>
        <p:spPr>
          <a:xfrm flipH="1">
            <a:off x="4395248" y="23310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7-line648"/>
          <p:cNvSpPr/>
          <p:nvPr/>
        </p:nvSpPr>
        <p:spPr>
          <a:xfrm flipH="1">
            <a:off x="4396577" y="24643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7-line649"/>
          <p:cNvSpPr/>
          <p:nvPr/>
        </p:nvSpPr>
        <p:spPr>
          <a:xfrm flipH="1">
            <a:off x="4545788" y="26058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7-line650"/>
          <p:cNvSpPr/>
          <p:nvPr/>
        </p:nvSpPr>
        <p:spPr>
          <a:xfrm flipH="1">
            <a:off x="4599811" y="27542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7-line651"/>
          <p:cNvSpPr/>
          <p:nvPr/>
        </p:nvSpPr>
        <p:spPr>
          <a:xfrm flipH="1">
            <a:off x="4638827" y="29076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7-line652"/>
          <p:cNvSpPr/>
          <p:nvPr/>
        </p:nvSpPr>
        <p:spPr>
          <a:xfrm flipH="1">
            <a:off x="4662409" y="30645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7-line653"/>
          <p:cNvSpPr/>
          <p:nvPr/>
        </p:nvSpPr>
        <p:spPr>
          <a:xfrm flipH="1">
            <a:off x="4577029" y="32232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7-line654"/>
          <p:cNvSpPr/>
          <p:nvPr/>
        </p:nvSpPr>
        <p:spPr>
          <a:xfrm flipH="1" flipV="1">
            <a:off x="4662409" y="33738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7-line655"/>
          <p:cNvSpPr/>
          <p:nvPr/>
        </p:nvSpPr>
        <p:spPr>
          <a:xfrm flipH="1" flipV="1">
            <a:off x="4638827" y="35226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7-line656"/>
          <p:cNvSpPr/>
          <p:nvPr/>
        </p:nvSpPr>
        <p:spPr>
          <a:xfrm flipH="1" flipV="1">
            <a:off x="4599811" y="36683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7-line657"/>
          <p:cNvSpPr/>
          <p:nvPr/>
        </p:nvSpPr>
        <p:spPr>
          <a:xfrm flipH="1" flipV="1">
            <a:off x="4545788" y="38090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7-line658"/>
          <p:cNvSpPr/>
          <p:nvPr/>
        </p:nvSpPr>
        <p:spPr>
          <a:xfrm flipH="1" flipV="1">
            <a:off x="4396577" y="38967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7-line659"/>
          <p:cNvSpPr/>
          <p:nvPr/>
        </p:nvSpPr>
        <p:spPr>
          <a:xfrm flipH="1" flipV="1">
            <a:off x="4395248" y="40697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7-line660"/>
          <p:cNvSpPr/>
          <p:nvPr/>
        </p:nvSpPr>
        <p:spPr>
          <a:xfrm flipH="1" flipV="1">
            <a:off x="4300380" y="41869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7-line661"/>
          <p:cNvSpPr/>
          <p:nvPr/>
        </p:nvSpPr>
        <p:spPr>
          <a:xfrm flipH="1" flipV="1">
            <a:off x="4193787" y="42935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7-line662"/>
          <p:cNvSpPr/>
          <p:nvPr/>
        </p:nvSpPr>
        <p:spPr>
          <a:xfrm flipH="1" flipV="1">
            <a:off x="4076635" y="43883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7-line663"/>
          <p:cNvSpPr/>
          <p:nvPr/>
        </p:nvSpPr>
        <p:spPr>
          <a:xfrm flipH="1" flipV="1">
            <a:off x="3903574" y="43897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7-line664"/>
          <p:cNvSpPr/>
          <p:nvPr/>
        </p:nvSpPr>
        <p:spPr>
          <a:xfrm flipH="1" flipV="1">
            <a:off x="3815892" y="45389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7-line665"/>
          <p:cNvSpPr/>
          <p:nvPr/>
        </p:nvSpPr>
        <p:spPr>
          <a:xfrm flipH="1" flipV="1">
            <a:off x="3675158" y="45929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7-line666"/>
          <p:cNvSpPr/>
          <p:nvPr/>
        </p:nvSpPr>
        <p:spPr>
          <a:xfrm flipH="1" flipV="1">
            <a:off x="3529548" y="46319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7-line667"/>
          <p:cNvSpPr/>
          <p:nvPr/>
        </p:nvSpPr>
        <p:spPr>
          <a:xfrm flipH="1" flipV="1">
            <a:off x="3380658" y="46555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7-line668"/>
          <p:cNvSpPr/>
          <p:nvPr/>
        </p:nvSpPr>
        <p:spPr>
          <a:xfrm flipV="1">
            <a:off x="3230118" y="457017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7-line669"/>
          <p:cNvSpPr/>
          <p:nvPr/>
        </p:nvSpPr>
        <p:spPr>
          <a:xfrm flipV="1">
            <a:off x="3071454" y="46555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7-line670"/>
          <p:cNvSpPr/>
          <p:nvPr/>
        </p:nvSpPr>
        <p:spPr>
          <a:xfrm flipV="1">
            <a:off x="2914528" y="46319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7-line671"/>
          <p:cNvSpPr/>
          <p:nvPr/>
        </p:nvSpPr>
        <p:spPr>
          <a:xfrm flipV="1">
            <a:off x="2761060" y="45929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7-line672"/>
          <p:cNvSpPr/>
          <p:nvPr/>
        </p:nvSpPr>
        <p:spPr>
          <a:xfrm flipV="1">
            <a:off x="2612731" y="45389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7-line673"/>
          <p:cNvSpPr/>
          <p:nvPr/>
        </p:nvSpPr>
        <p:spPr>
          <a:xfrm flipV="1">
            <a:off x="2471166" y="43897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7-line674"/>
          <p:cNvSpPr/>
          <p:nvPr/>
        </p:nvSpPr>
        <p:spPr>
          <a:xfrm flipV="1">
            <a:off x="2337916" y="43883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7-line675"/>
          <p:cNvSpPr/>
          <p:nvPr/>
        </p:nvSpPr>
        <p:spPr>
          <a:xfrm flipV="1">
            <a:off x="2214442" y="42935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7-line676"/>
          <p:cNvSpPr/>
          <p:nvPr/>
        </p:nvSpPr>
        <p:spPr>
          <a:xfrm flipV="1">
            <a:off x="2102095" y="41869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7-line677"/>
          <p:cNvSpPr/>
          <p:nvPr/>
        </p:nvSpPr>
        <p:spPr>
          <a:xfrm flipV="1">
            <a:off x="2002108" y="40697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7-line678"/>
          <p:cNvSpPr/>
          <p:nvPr/>
        </p:nvSpPr>
        <p:spPr>
          <a:xfrm flipV="1">
            <a:off x="1915575" y="38967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7-line679"/>
          <p:cNvSpPr/>
          <p:nvPr/>
        </p:nvSpPr>
        <p:spPr>
          <a:xfrm flipV="1">
            <a:off x="1843444" y="38090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7-line680"/>
          <p:cNvSpPr/>
          <p:nvPr/>
        </p:nvSpPr>
        <p:spPr>
          <a:xfrm flipV="1">
            <a:off x="1786506" y="36683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7-line681"/>
          <p:cNvSpPr/>
          <p:nvPr/>
        </p:nvSpPr>
        <p:spPr>
          <a:xfrm flipV="1">
            <a:off x="1745384" y="35226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7-line682"/>
          <p:cNvSpPr/>
          <p:nvPr/>
        </p:nvSpPr>
        <p:spPr>
          <a:xfrm flipV="1">
            <a:off x="1720529" y="33738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7-line683"/>
          <p:cNvSpPr/>
          <p:nvPr/>
        </p:nvSpPr>
        <p:spPr>
          <a:xfrm>
            <a:off x="1712214" y="32232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7-line684"/>
          <p:cNvSpPr/>
          <p:nvPr/>
        </p:nvSpPr>
        <p:spPr>
          <a:xfrm>
            <a:off x="1720529" y="30645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7-line685"/>
          <p:cNvSpPr/>
          <p:nvPr/>
        </p:nvSpPr>
        <p:spPr>
          <a:xfrm>
            <a:off x="1745384" y="29076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7-line686"/>
          <p:cNvSpPr/>
          <p:nvPr/>
        </p:nvSpPr>
        <p:spPr>
          <a:xfrm>
            <a:off x="1786506" y="27542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7-line687"/>
          <p:cNvSpPr/>
          <p:nvPr/>
        </p:nvSpPr>
        <p:spPr>
          <a:xfrm>
            <a:off x="1843444" y="26058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7-line688"/>
          <p:cNvSpPr/>
          <p:nvPr/>
        </p:nvSpPr>
        <p:spPr>
          <a:xfrm>
            <a:off x="1915575" y="24643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7-line689"/>
          <p:cNvSpPr/>
          <p:nvPr/>
        </p:nvSpPr>
        <p:spPr>
          <a:xfrm>
            <a:off x="2002108" y="23310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7-line690"/>
          <p:cNvSpPr/>
          <p:nvPr/>
        </p:nvSpPr>
        <p:spPr>
          <a:xfrm>
            <a:off x="2102095" y="22075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7-line691"/>
          <p:cNvSpPr/>
          <p:nvPr/>
        </p:nvSpPr>
        <p:spPr>
          <a:xfrm>
            <a:off x="2214442" y="20952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7-line692"/>
          <p:cNvSpPr/>
          <p:nvPr/>
        </p:nvSpPr>
        <p:spPr>
          <a:xfrm>
            <a:off x="2337916" y="19952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7-line693"/>
          <p:cNvSpPr/>
          <p:nvPr/>
        </p:nvSpPr>
        <p:spPr>
          <a:xfrm>
            <a:off x="2471166" y="19087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7-line694"/>
          <p:cNvSpPr/>
          <p:nvPr/>
        </p:nvSpPr>
        <p:spPr>
          <a:xfrm>
            <a:off x="2612731" y="18365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7-line695"/>
          <p:cNvSpPr/>
          <p:nvPr/>
        </p:nvSpPr>
        <p:spPr>
          <a:xfrm>
            <a:off x="2761060" y="17796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7-line696"/>
          <p:cNvSpPr/>
          <p:nvPr/>
        </p:nvSpPr>
        <p:spPr>
          <a:xfrm>
            <a:off x="2914528" y="17385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7-line697"/>
          <p:cNvSpPr/>
          <p:nvPr/>
        </p:nvSpPr>
        <p:spPr>
          <a:xfrm>
            <a:off x="3071454" y="17136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7-label698"/>
          <p:cNvSpPr txBox="1"/>
          <p:nvPr/>
        </p:nvSpPr>
        <p:spPr>
          <a:xfrm>
            <a:off x="3569818" y="19768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07-label699"/>
          <p:cNvSpPr txBox="1"/>
          <p:nvPr/>
        </p:nvSpPr>
        <p:spPr>
          <a:xfrm>
            <a:off x="4019311" y="2426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07-label700"/>
          <p:cNvSpPr txBox="1"/>
          <p:nvPr/>
        </p:nvSpPr>
        <p:spPr>
          <a:xfrm>
            <a:off x="4183837" y="30403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07-label701"/>
          <p:cNvSpPr txBox="1"/>
          <p:nvPr/>
        </p:nvSpPr>
        <p:spPr>
          <a:xfrm>
            <a:off x="4019311" y="3654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07-label702"/>
          <p:cNvSpPr txBox="1"/>
          <p:nvPr/>
        </p:nvSpPr>
        <p:spPr>
          <a:xfrm>
            <a:off x="3569818" y="4103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07-label703"/>
          <p:cNvSpPr txBox="1"/>
          <p:nvPr/>
        </p:nvSpPr>
        <p:spPr>
          <a:xfrm>
            <a:off x="2955798" y="42684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07-label704"/>
          <p:cNvSpPr txBox="1"/>
          <p:nvPr/>
        </p:nvSpPr>
        <p:spPr>
          <a:xfrm>
            <a:off x="2341778" y="4103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07-label705"/>
          <p:cNvSpPr txBox="1"/>
          <p:nvPr/>
        </p:nvSpPr>
        <p:spPr>
          <a:xfrm>
            <a:off x="1892285" y="3654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07-label706"/>
          <p:cNvSpPr txBox="1"/>
          <p:nvPr/>
        </p:nvSpPr>
        <p:spPr>
          <a:xfrm>
            <a:off x="1727759" y="30403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07-label707"/>
          <p:cNvSpPr txBox="1"/>
          <p:nvPr/>
        </p:nvSpPr>
        <p:spPr>
          <a:xfrm>
            <a:off x="1892285" y="2426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07-label708"/>
          <p:cNvSpPr txBox="1"/>
          <p:nvPr/>
        </p:nvSpPr>
        <p:spPr>
          <a:xfrm>
            <a:off x="2341778" y="19768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07-label709"/>
          <p:cNvSpPr txBox="1"/>
          <p:nvPr/>
        </p:nvSpPr>
        <p:spPr>
          <a:xfrm>
            <a:off x="2955798" y="18123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07-line710"/>
          <p:cNvSpPr/>
          <p:nvPr/>
        </p:nvSpPr>
        <p:spPr>
          <a:xfrm>
            <a:off x="3230118" y="3223260"/>
            <a:ext cx="660665" cy="17702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7-line711"/>
          <p:cNvSpPr/>
          <p:nvPr/>
        </p:nvSpPr>
        <p:spPr>
          <a:xfrm>
            <a:off x="3230118" y="3223260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7-pin712"/>
          <p:cNvSpPr/>
          <p:nvPr/>
        </p:nvSpPr>
        <p:spPr>
          <a:xfrm>
            <a:off x="3175254" y="316839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7-card713"/>
          <p:cNvSpPr/>
          <p:nvPr/>
        </p:nvSpPr>
        <p:spPr>
          <a:xfrm>
            <a:off x="6277356" y="1804924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2" name="S07-cardtext714"/>
          <p:cNvSpPr txBox="1"/>
          <p:nvPr/>
        </p:nvSpPr>
        <p:spPr>
          <a:xfrm>
            <a:off x="6551676" y="1942084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6을 가리켜요. → 30분</a:t>
            </a:r>
            <a:endParaRPr lang="ko-KR" sz="3200" dirty="0"/>
          </a:p>
        </p:txBody>
      </p:sp>
      <p:sp>
        <p:nvSpPr>
          <p:cNvPr id="83" name="S07-card715"/>
          <p:cNvSpPr/>
          <p:nvPr/>
        </p:nvSpPr>
        <p:spPr>
          <a:xfrm>
            <a:off x="6277356" y="3337560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4" name="S07-cardtext716"/>
          <p:cNvSpPr txBox="1"/>
          <p:nvPr/>
        </p:nvSpPr>
        <p:spPr>
          <a:xfrm>
            <a:off x="6551676" y="3474720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4 사이에 있어요. → 3시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짧은바늘도 움직여요</a:t>
            </a:r>
            <a:endParaRPr lang="ko-KR" sz="4400" dirty="0"/>
          </a:p>
        </p:txBody>
      </p:sp>
      <p:sp>
        <p:nvSpPr>
          <p:cNvPr id="3" name="S08-card7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7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반 바퀴 돌면 짧은바늘은 가운데까지 가요.</a:t>
            </a:r>
            <a:endParaRPr lang="ko-KR" sz="3200" dirty="0"/>
          </a:p>
        </p:txBody>
      </p:sp>
      <p:sp>
        <p:nvSpPr>
          <p:cNvPr id="5" name="S08-figure719" descr="시계: 짧은바늘이 3, 긴바늘이 12를 가리킴(3시)"/>
          <p:cNvSpPr/>
          <p:nvPr/>
        </p:nvSpPr>
        <p:spPr>
          <a:xfrm>
            <a:off x="736092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8-line720"/>
          <p:cNvSpPr/>
          <p:nvPr/>
        </p:nvSpPr>
        <p:spPr>
          <a:xfrm>
            <a:off x="2290572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8-line721"/>
          <p:cNvSpPr/>
          <p:nvPr/>
        </p:nvSpPr>
        <p:spPr>
          <a:xfrm flipH="1">
            <a:off x="24411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8-line722"/>
          <p:cNvSpPr/>
          <p:nvPr/>
        </p:nvSpPr>
        <p:spPr>
          <a:xfrm flipH="1">
            <a:off x="259000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8-line723"/>
          <p:cNvSpPr/>
          <p:nvPr/>
        </p:nvSpPr>
        <p:spPr>
          <a:xfrm flipH="1">
            <a:off x="273561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8-line724"/>
          <p:cNvSpPr/>
          <p:nvPr/>
        </p:nvSpPr>
        <p:spPr>
          <a:xfrm flipH="1">
            <a:off x="2876346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8-line725"/>
          <p:cNvSpPr/>
          <p:nvPr/>
        </p:nvSpPr>
        <p:spPr>
          <a:xfrm flipH="1">
            <a:off x="29640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8-line726"/>
          <p:cNvSpPr/>
          <p:nvPr/>
        </p:nvSpPr>
        <p:spPr>
          <a:xfrm flipH="1">
            <a:off x="3137089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8-line727"/>
          <p:cNvSpPr/>
          <p:nvPr/>
        </p:nvSpPr>
        <p:spPr>
          <a:xfrm flipH="1">
            <a:off x="3254241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8-line728"/>
          <p:cNvSpPr/>
          <p:nvPr/>
        </p:nvSpPr>
        <p:spPr>
          <a:xfrm flipH="1">
            <a:off x="3360834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8-line729"/>
          <p:cNvSpPr/>
          <p:nvPr/>
        </p:nvSpPr>
        <p:spPr>
          <a:xfrm flipH="1">
            <a:off x="345570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8-line730"/>
          <p:cNvSpPr/>
          <p:nvPr/>
        </p:nvSpPr>
        <p:spPr>
          <a:xfrm flipH="1">
            <a:off x="3457031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8-line731"/>
          <p:cNvSpPr/>
          <p:nvPr/>
        </p:nvSpPr>
        <p:spPr>
          <a:xfrm flipH="1">
            <a:off x="360624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8-line732"/>
          <p:cNvSpPr/>
          <p:nvPr/>
        </p:nvSpPr>
        <p:spPr>
          <a:xfrm flipH="1">
            <a:off x="3660265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8-line733"/>
          <p:cNvSpPr/>
          <p:nvPr/>
        </p:nvSpPr>
        <p:spPr>
          <a:xfrm flipH="1">
            <a:off x="3699281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8-line734"/>
          <p:cNvSpPr/>
          <p:nvPr/>
        </p:nvSpPr>
        <p:spPr>
          <a:xfrm flipH="1">
            <a:off x="372286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8-line735"/>
          <p:cNvSpPr/>
          <p:nvPr/>
        </p:nvSpPr>
        <p:spPr>
          <a:xfrm flipH="1">
            <a:off x="3637483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8-line736"/>
          <p:cNvSpPr/>
          <p:nvPr/>
        </p:nvSpPr>
        <p:spPr>
          <a:xfrm flipH="1" flipV="1">
            <a:off x="372286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8-line737"/>
          <p:cNvSpPr/>
          <p:nvPr/>
        </p:nvSpPr>
        <p:spPr>
          <a:xfrm flipH="1" flipV="1">
            <a:off x="3699281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8-line738"/>
          <p:cNvSpPr/>
          <p:nvPr/>
        </p:nvSpPr>
        <p:spPr>
          <a:xfrm flipH="1" flipV="1">
            <a:off x="3660265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8-line739"/>
          <p:cNvSpPr/>
          <p:nvPr/>
        </p:nvSpPr>
        <p:spPr>
          <a:xfrm flipH="1" flipV="1">
            <a:off x="360624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8-line740"/>
          <p:cNvSpPr/>
          <p:nvPr/>
        </p:nvSpPr>
        <p:spPr>
          <a:xfrm flipH="1" flipV="1">
            <a:off x="3457031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8-line741"/>
          <p:cNvSpPr/>
          <p:nvPr/>
        </p:nvSpPr>
        <p:spPr>
          <a:xfrm flipH="1" flipV="1">
            <a:off x="345570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8-line742"/>
          <p:cNvSpPr/>
          <p:nvPr/>
        </p:nvSpPr>
        <p:spPr>
          <a:xfrm flipH="1" flipV="1">
            <a:off x="3360834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8-line743"/>
          <p:cNvSpPr/>
          <p:nvPr/>
        </p:nvSpPr>
        <p:spPr>
          <a:xfrm flipH="1" flipV="1">
            <a:off x="3254241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8-line744"/>
          <p:cNvSpPr/>
          <p:nvPr/>
        </p:nvSpPr>
        <p:spPr>
          <a:xfrm flipH="1" flipV="1">
            <a:off x="3137089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8-line745"/>
          <p:cNvSpPr/>
          <p:nvPr/>
        </p:nvSpPr>
        <p:spPr>
          <a:xfrm flipH="1" flipV="1">
            <a:off x="29640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8-line746"/>
          <p:cNvSpPr/>
          <p:nvPr/>
        </p:nvSpPr>
        <p:spPr>
          <a:xfrm flipH="1" flipV="1">
            <a:off x="2876346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8-line747"/>
          <p:cNvSpPr/>
          <p:nvPr/>
        </p:nvSpPr>
        <p:spPr>
          <a:xfrm flipH="1" flipV="1">
            <a:off x="273561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8-line748"/>
          <p:cNvSpPr/>
          <p:nvPr/>
        </p:nvSpPr>
        <p:spPr>
          <a:xfrm flipH="1" flipV="1">
            <a:off x="259000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8-line749"/>
          <p:cNvSpPr/>
          <p:nvPr/>
        </p:nvSpPr>
        <p:spPr>
          <a:xfrm flipH="1" flipV="1">
            <a:off x="24411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8-line750"/>
          <p:cNvSpPr/>
          <p:nvPr/>
        </p:nvSpPr>
        <p:spPr>
          <a:xfrm flipV="1">
            <a:off x="2290572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8-line751"/>
          <p:cNvSpPr/>
          <p:nvPr/>
        </p:nvSpPr>
        <p:spPr>
          <a:xfrm flipV="1">
            <a:off x="2131908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8-line752"/>
          <p:cNvSpPr/>
          <p:nvPr/>
        </p:nvSpPr>
        <p:spPr>
          <a:xfrm flipV="1">
            <a:off x="197498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8-line753"/>
          <p:cNvSpPr/>
          <p:nvPr/>
        </p:nvSpPr>
        <p:spPr>
          <a:xfrm flipV="1">
            <a:off x="1821514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8-line754"/>
          <p:cNvSpPr/>
          <p:nvPr/>
        </p:nvSpPr>
        <p:spPr>
          <a:xfrm flipV="1">
            <a:off x="1673185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8-line755"/>
          <p:cNvSpPr/>
          <p:nvPr/>
        </p:nvSpPr>
        <p:spPr>
          <a:xfrm flipV="1">
            <a:off x="1531620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8-line756"/>
          <p:cNvSpPr/>
          <p:nvPr/>
        </p:nvSpPr>
        <p:spPr>
          <a:xfrm flipV="1">
            <a:off x="1398370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8-line757"/>
          <p:cNvSpPr/>
          <p:nvPr/>
        </p:nvSpPr>
        <p:spPr>
          <a:xfrm flipV="1">
            <a:off x="1274896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8-line758"/>
          <p:cNvSpPr/>
          <p:nvPr/>
        </p:nvSpPr>
        <p:spPr>
          <a:xfrm flipV="1">
            <a:off x="1162549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8-line759"/>
          <p:cNvSpPr/>
          <p:nvPr/>
        </p:nvSpPr>
        <p:spPr>
          <a:xfrm flipV="1">
            <a:off x="106256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8-line760"/>
          <p:cNvSpPr/>
          <p:nvPr/>
        </p:nvSpPr>
        <p:spPr>
          <a:xfrm flipV="1">
            <a:off x="97602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8-line761"/>
          <p:cNvSpPr/>
          <p:nvPr/>
        </p:nvSpPr>
        <p:spPr>
          <a:xfrm flipV="1">
            <a:off x="903898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8-line762"/>
          <p:cNvSpPr/>
          <p:nvPr/>
        </p:nvSpPr>
        <p:spPr>
          <a:xfrm flipV="1">
            <a:off x="846960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8-line763"/>
          <p:cNvSpPr/>
          <p:nvPr/>
        </p:nvSpPr>
        <p:spPr>
          <a:xfrm flipV="1">
            <a:off x="805838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8-line764"/>
          <p:cNvSpPr/>
          <p:nvPr/>
        </p:nvSpPr>
        <p:spPr>
          <a:xfrm flipV="1">
            <a:off x="78098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8-line765"/>
          <p:cNvSpPr/>
          <p:nvPr/>
        </p:nvSpPr>
        <p:spPr>
          <a:xfrm>
            <a:off x="772668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8-line766"/>
          <p:cNvSpPr/>
          <p:nvPr/>
        </p:nvSpPr>
        <p:spPr>
          <a:xfrm>
            <a:off x="78098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8-line767"/>
          <p:cNvSpPr/>
          <p:nvPr/>
        </p:nvSpPr>
        <p:spPr>
          <a:xfrm>
            <a:off x="805838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8-line768"/>
          <p:cNvSpPr/>
          <p:nvPr/>
        </p:nvSpPr>
        <p:spPr>
          <a:xfrm>
            <a:off x="846960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8-line769"/>
          <p:cNvSpPr/>
          <p:nvPr/>
        </p:nvSpPr>
        <p:spPr>
          <a:xfrm>
            <a:off x="903898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8-line770"/>
          <p:cNvSpPr/>
          <p:nvPr/>
        </p:nvSpPr>
        <p:spPr>
          <a:xfrm>
            <a:off x="97602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8-line771"/>
          <p:cNvSpPr/>
          <p:nvPr/>
        </p:nvSpPr>
        <p:spPr>
          <a:xfrm>
            <a:off x="106256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8-line772"/>
          <p:cNvSpPr/>
          <p:nvPr/>
        </p:nvSpPr>
        <p:spPr>
          <a:xfrm>
            <a:off x="1162549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8-line773"/>
          <p:cNvSpPr/>
          <p:nvPr/>
        </p:nvSpPr>
        <p:spPr>
          <a:xfrm>
            <a:off x="1274896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8-line774"/>
          <p:cNvSpPr/>
          <p:nvPr/>
        </p:nvSpPr>
        <p:spPr>
          <a:xfrm>
            <a:off x="1398370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8-line775"/>
          <p:cNvSpPr/>
          <p:nvPr/>
        </p:nvSpPr>
        <p:spPr>
          <a:xfrm>
            <a:off x="1531620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8-line776"/>
          <p:cNvSpPr/>
          <p:nvPr/>
        </p:nvSpPr>
        <p:spPr>
          <a:xfrm>
            <a:off x="1673185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8-line777"/>
          <p:cNvSpPr/>
          <p:nvPr/>
        </p:nvSpPr>
        <p:spPr>
          <a:xfrm>
            <a:off x="1821514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8-line778"/>
          <p:cNvSpPr/>
          <p:nvPr/>
        </p:nvSpPr>
        <p:spPr>
          <a:xfrm>
            <a:off x="197498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8-line779"/>
          <p:cNvSpPr/>
          <p:nvPr/>
        </p:nvSpPr>
        <p:spPr>
          <a:xfrm>
            <a:off x="2131908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8-label780"/>
          <p:cNvSpPr txBox="1"/>
          <p:nvPr/>
        </p:nvSpPr>
        <p:spPr>
          <a:xfrm>
            <a:off x="2630272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08-label781"/>
          <p:cNvSpPr txBox="1"/>
          <p:nvPr/>
        </p:nvSpPr>
        <p:spPr>
          <a:xfrm>
            <a:off x="3079765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08-label782"/>
          <p:cNvSpPr txBox="1"/>
          <p:nvPr/>
        </p:nvSpPr>
        <p:spPr>
          <a:xfrm>
            <a:off x="324429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08-label783"/>
          <p:cNvSpPr txBox="1"/>
          <p:nvPr/>
        </p:nvSpPr>
        <p:spPr>
          <a:xfrm>
            <a:off x="3079765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08-label784"/>
          <p:cNvSpPr txBox="1"/>
          <p:nvPr/>
        </p:nvSpPr>
        <p:spPr>
          <a:xfrm>
            <a:off x="2630272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08-label785"/>
          <p:cNvSpPr txBox="1"/>
          <p:nvPr/>
        </p:nvSpPr>
        <p:spPr>
          <a:xfrm>
            <a:off x="2016252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08-label786"/>
          <p:cNvSpPr txBox="1"/>
          <p:nvPr/>
        </p:nvSpPr>
        <p:spPr>
          <a:xfrm>
            <a:off x="1402232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08-label787"/>
          <p:cNvSpPr txBox="1"/>
          <p:nvPr/>
        </p:nvSpPr>
        <p:spPr>
          <a:xfrm>
            <a:off x="952739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08-label788"/>
          <p:cNvSpPr txBox="1"/>
          <p:nvPr/>
        </p:nvSpPr>
        <p:spPr>
          <a:xfrm>
            <a:off x="788213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08-label789"/>
          <p:cNvSpPr txBox="1"/>
          <p:nvPr/>
        </p:nvSpPr>
        <p:spPr>
          <a:xfrm>
            <a:off x="952739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08-label790"/>
          <p:cNvSpPr txBox="1"/>
          <p:nvPr/>
        </p:nvSpPr>
        <p:spPr>
          <a:xfrm>
            <a:off x="1402232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08-label791"/>
          <p:cNvSpPr txBox="1"/>
          <p:nvPr/>
        </p:nvSpPr>
        <p:spPr>
          <a:xfrm>
            <a:off x="2016252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08-line792"/>
          <p:cNvSpPr/>
          <p:nvPr/>
        </p:nvSpPr>
        <p:spPr>
          <a:xfrm>
            <a:off x="2290572" y="2963799"/>
            <a:ext cx="683971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8-line793"/>
          <p:cNvSpPr/>
          <p:nvPr/>
        </p:nvSpPr>
        <p:spPr>
          <a:xfrm flipV="1">
            <a:off x="2290572" y="1968932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8-pin794"/>
          <p:cNvSpPr/>
          <p:nvPr/>
        </p:nvSpPr>
        <p:spPr>
          <a:xfrm>
            <a:off x="2235708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8-label795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3시</a:t>
            </a:r>
            <a:endParaRPr lang="ko-KR" sz="2600" dirty="0"/>
          </a:p>
        </p:txBody>
      </p:sp>
      <p:sp>
        <p:nvSpPr>
          <p:cNvPr id="82" name="S08-figure796" descr="시계: 짧은바늘이 3과 4 사이, 긴바늘이 6을 가리킴(3시 30분)"/>
          <p:cNvSpPr/>
          <p:nvPr/>
        </p:nvSpPr>
        <p:spPr>
          <a:xfrm>
            <a:off x="4539996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08-line797"/>
          <p:cNvSpPr/>
          <p:nvPr/>
        </p:nvSpPr>
        <p:spPr>
          <a:xfrm>
            <a:off x="6094476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08-line798"/>
          <p:cNvSpPr/>
          <p:nvPr/>
        </p:nvSpPr>
        <p:spPr>
          <a:xfrm flipH="1">
            <a:off x="62450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8-line799"/>
          <p:cNvSpPr/>
          <p:nvPr/>
        </p:nvSpPr>
        <p:spPr>
          <a:xfrm flipH="1">
            <a:off x="639390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8-line800"/>
          <p:cNvSpPr/>
          <p:nvPr/>
        </p:nvSpPr>
        <p:spPr>
          <a:xfrm flipH="1">
            <a:off x="6539516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8-line801"/>
          <p:cNvSpPr/>
          <p:nvPr/>
        </p:nvSpPr>
        <p:spPr>
          <a:xfrm flipH="1">
            <a:off x="6680250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8-line802"/>
          <p:cNvSpPr/>
          <p:nvPr/>
        </p:nvSpPr>
        <p:spPr>
          <a:xfrm flipH="1">
            <a:off x="6767932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08-line803"/>
          <p:cNvSpPr/>
          <p:nvPr/>
        </p:nvSpPr>
        <p:spPr>
          <a:xfrm flipH="1">
            <a:off x="6940993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8-line804"/>
          <p:cNvSpPr/>
          <p:nvPr/>
        </p:nvSpPr>
        <p:spPr>
          <a:xfrm flipH="1">
            <a:off x="7058145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8-line805"/>
          <p:cNvSpPr/>
          <p:nvPr/>
        </p:nvSpPr>
        <p:spPr>
          <a:xfrm flipH="1">
            <a:off x="7164738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8-line806"/>
          <p:cNvSpPr/>
          <p:nvPr/>
        </p:nvSpPr>
        <p:spPr>
          <a:xfrm flipH="1">
            <a:off x="725960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8-line807"/>
          <p:cNvSpPr/>
          <p:nvPr/>
        </p:nvSpPr>
        <p:spPr>
          <a:xfrm flipH="1">
            <a:off x="7260935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08-line808"/>
          <p:cNvSpPr/>
          <p:nvPr/>
        </p:nvSpPr>
        <p:spPr>
          <a:xfrm flipH="1">
            <a:off x="741014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8-line809"/>
          <p:cNvSpPr/>
          <p:nvPr/>
        </p:nvSpPr>
        <p:spPr>
          <a:xfrm flipH="1">
            <a:off x="7464169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8-line810"/>
          <p:cNvSpPr/>
          <p:nvPr/>
        </p:nvSpPr>
        <p:spPr>
          <a:xfrm flipH="1">
            <a:off x="7503185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8-line811"/>
          <p:cNvSpPr/>
          <p:nvPr/>
        </p:nvSpPr>
        <p:spPr>
          <a:xfrm flipH="1">
            <a:off x="752676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8-line812"/>
          <p:cNvSpPr/>
          <p:nvPr/>
        </p:nvSpPr>
        <p:spPr>
          <a:xfrm flipH="1">
            <a:off x="7441387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08-line813"/>
          <p:cNvSpPr/>
          <p:nvPr/>
        </p:nvSpPr>
        <p:spPr>
          <a:xfrm flipH="1" flipV="1">
            <a:off x="752676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8-line814"/>
          <p:cNvSpPr/>
          <p:nvPr/>
        </p:nvSpPr>
        <p:spPr>
          <a:xfrm flipH="1" flipV="1">
            <a:off x="7503185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8-line815"/>
          <p:cNvSpPr/>
          <p:nvPr/>
        </p:nvSpPr>
        <p:spPr>
          <a:xfrm flipH="1" flipV="1">
            <a:off x="7464169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8-line816"/>
          <p:cNvSpPr/>
          <p:nvPr/>
        </p:nvSpPr>
        <p:spPr>
          <a:xfrm flipH="1" flipV="1">
            <a:off x="741014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8-line817"/>
          <p:cNvSpPr/>
          <p:nvPr/>
        </p:nvSpPr>
        <p:spPr>
          <a:xfrm flipH="1" flipV="1">
            <a:off x="7260935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08-line818"/>
          <p:cNvSpPr/>
          <p:nvPr/>
        </p:nvSpPr>
        <p:spPr>
          <a:xfrm flipH="1" flipV="1">
            <a:off x="725960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8-line819"/>
          <p:cNvSpPr/>
          <p:nvPr/>
        </p:nvSpPr>
        <p:spPr>
          <a:xfrm flipH="1" flipV="1">
            <a:off x="7164738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8-line820"/>
          <p:cNvSpPr/>
          <p:nvPr/>
        </p:nvSpPr>
        <p:spPr>
          <a:xfrm flipH="1" flipV="1">
            <a:off x="7058145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8-line821"/>
          <p:cNvSpPr/>
          <p:nvPr/>
        </p:nvSpPr>
        <p:spPr>
          <a:xfrm flipH="1" flipV="1">
            <a:off x="6940993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8-line822"/>
          <p:cNvSpPr/>
          <p:nvPr/>
        </p:nvSpPr>
        <p:spPr>
          <a:xfrm flipH="1" flipV="1">
            <a:off x="6767932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08-line823"/>
          <p:cNvSpPr/>
          <p:nvPr/>
        </p:nvSpPr>
        <p:spPr>
          <a:xfrm flipH="1" flipV="1">
            <a:off x="6680250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8-line824"/>
          <p:cNvSpPr/>
          <p:nvPr/>
        </p:nvSpPr>
        <p:spPr>
          <a:xfrm flipH="1" flipV="1">
            <a:off x="6539516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8-line825"/>
          <p:cNvSpPr/>
          <p:nvPr/>
        </p:nvSpPr>
        <p:spPr>
          <a:xfrm flipH="1" flipV="1">
            <a:off x="639390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8-line826"/>
          <p:cNvSpPr/>
          <p:nvPr/>
        </p:nvSpPr>
        <p:spPr>
          <a:xfrm flipH="1" flipV="1">
            <a:off x="62450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8-line827"/>
          <p:cNvSpPr/>
          <p:nvPr/>
        </p:nvSpPr>
        <p:spPr>
          <a:xfrm flipV="1">
            <a:off x="6094476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08-line828"/>
          <p:cNvSpPr/>
          <p:nvPr/>
        </p:nvSpPr>
        <p:spPr>
          <a:xfrm flipV="1">
            <a:off x="59358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8-line829"/>
          <p:cNvSpPr/>
          <p:nvPr/>
        </p:nvSpPr>
        <p:spPr>
          <a:xfrm flipV="1">
            <a:off x="577888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8-line830"/>
          <p:cNvSpPr/>
          <p:nvPr/>
        </p:nvSpPr>
        <p:spPr>
          <a:xfrm flipV="1">
            <a:off x="5625418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8-line831"/>
          <p:cNvSpPr/>
          <p:nvPr/>
        </p:nvSpPr>
        <p:spPr>
          <a:xfrm flipV="1">
            <a:off x="5477089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8-line832"/>
          <p:cNvSpPr/>
          <p:nvPr/>
        </p:nvSpPr>
        <p:spPr>
          <a:xfrm flipV="1">
            <a:off x="5335524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08-line833"/>
          <p:cNvSpPr/>
          <p:nvPr/>
        </p:nvSpPr>
        <p:spPr>
          <a:xfrm flipV="1">
            <a:off x="5202274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8-line834"/>
          <p:cNvSpPr/>
          <p:nvPr/>
        </p:nvSpPr>
        <p:spPr>
          <a:xfrm flipV="1">
            <a:off x="5078800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8-line835"/>
          <p:cNvSpPr/>
          <p:nvPr/>
        </p:nvSpPr>
        <p:spPr>
          <a:xfrm flipV="1">
            <a:off x="4966453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8-line836"/>
          <p:cNvSpPr/>
          <p:nvPr/>
        </p:nvSpPr>
        <p:spPr>
          <a:xfrm flipV="1">
            <a:off x="486646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8-line837"/>
          <p:cNvSpPr/>
          <p:nvPr/>
        </p:nvSpPr>
        <p:spPr>
          <a:xfrm flipV="1">
            <a:off x="4779933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08-line838"/>
          <p:cNvSpPr/>
          <p:nvPr/>
        </p:nvSpPr>
        <p:spPr>
          <a:xfrm flipV="1">
            <a:off x="470780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8-line839"/>
          <p:cNvSpPr/>
          <p:nvPr/>
        </p:nvSpPr>
        <p:spPr>
          <a:xfrm flipV="1">
            <a:off x="4650864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8-line840"/>
          <p:cNvSpPr/>
          <p:nvPr/>
        </p:nvSpPr>
        <p:spPr>
          <a:xfrm flipV="1">
            <a:off x="4609742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8-line841"/>
          <p:cNvSpPr/>
          <p:nvPr/>
        </p:nvSpPr>
        <p:spPr>
          <a:xfrm flipV="1">
            <a:off x="458488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8-line842"/>
          <p:cNvSpPr/>
          <p:nvPr/>
        </p:nvSpPr>
        <p:spPr>
          <a:xfrm>
            <a:off x="4576572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08-line843"/>
          <p:cNvSpPr/>
          <p:nvPr/>
        </p:nvSpPr>
        <p:spPr>
          <a:xfrm>
            <a:off x="458488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8-line844"/>
          <p:cNvSpPr/>
          <p:nvPr/>
        </p:nvSpPr>
        <p:spPr>
          <a:xfrm>
            <a:off x="4609742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8-line845"/>
          <p:cNvSpPr/>
          <p:nvPr/>
        </p:nvSpPr>
        <p:spPr>
          <a:xfrm>
            <a:off x="4650864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8-line846"/>
          <p:cNvSpPr/>
          <p:nvPr/>
        </p:nvSpPr>
        <p:spPr>
          <a:xfrm>
            <a:off x="470780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8-line847"/>
          <p:cNvSpPr/>
          <p:nvPr/>
        </p:nvSpPr>
        <p:spPr>
          <a:xfrm>
            <a:off x="4779933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08-line848"/>
          <p:cNvSpPr/>
          <p:nvPr/>
        </p:nvSpPr>
        <p:spPr>
          <a:xfrm>
            <a:off x="486646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8-line849"/>
          <p:cNvSpPr/>
          <p:nvPr/>
        </p:nvSpPr>
        <p:spPr>
          <a:xfrm>
            <a:off x="4966453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8-line850"/>
          <p:cNvSpPr/>
          <p:nvPr/>
        </p:nvSpPr>
        <p:spPr>
          <a:xfrm>
            <a:off x="5078800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8-line851"/>
          <p:cNvSpPr/>
          <p:nvPr/>
        </p:nvSpPr>
        <p:spPr>
          <a:xfrm>
            <a:off x="5202274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8-line852"/>
          <p:cNvSpPr/>
          <p:nvPr/>
        </p:nvSpPr>
        <p:spPr>
          <a:xfrm>
            <a:off x="5335524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08-line853"/>
          <p:cNvSpPr/>
          <p:nvPr/>
        </p:nvSpPr>
        <p:spPr>
          <a:xfrm>
            <a:off x="5477089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8-line854"/>
          <p:cNvSpPr/>
          <p:nvPr/>
        </p:nvSpPr>
        <p:spPr>
          <a:xfrm>
            <a:off x="5625418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8-line855"/>
          <p:cNvSpPr/>
          <p:nvPr/>
        </p:nvSpPr>
        <p:spPr>
          <a:xfrm>
            <a:off x="577888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8-line856"/>
          <p:cNvSpPr/>
          <p:nvPr/>
        </p:nvSpPr>
        <p:spPr>
          <a:xfrm>
            <a:off x="59358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8-label857"/>
          <p:cNvSpPr txBox="1"/>
          <p:nvPr/>
        </p:nvSpPr>
        <p:spPr>
          <a:xfrm>
            <a:off x="6434176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4" name="S08-label858"/>
          <p:cNvSpPr txBox="1"/>
          <p:nvPr/>
        </p:nvSpPr>
        <p:spPr>
          <a:xfrm>
            <a:off x="6883669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5" name="S08-label859"/>
          <p:cNvSpPr txBox="1"/>
          <p:nvPr/>
        </p:nvSpPr>
        <p:spPr>
          <a:xfrm>
            <a:off x="7048195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6" name="S08-label860"/>
          <p:cNvSpPr txBox="1"/>
          <p:nvPr/>
        </p:nvSpPr>
        <p:spPr>
          <a:xfrm>
            <a:off x="6883669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7" name="S08-label861"/>
          <p:cNvSpPr txBox="1"/>
          <p:nvPr/>
        </p:nvSpPr>
        <p:spPr>
          <a:xfrm>
            <a:off x="6434176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48" name="S08-label862"/>
          <p:cNvSpPr txBox="1"/>
          <p:nvPr/>
        </p:nvSpPr>
        <p:spPr>
          <a:xfrm>
            <a:off x="5820156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49" name="S08-label863"/>
          <p:cNvSpPr txBox="1"/>
          <p:nvPr/>
        </p:nvSpPr>
        <p:spPr>
          <a:xfrm>
            <a:off x="5206136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50" name="S08-label864"/>
          <p:cNvSpPr txBox="1"/>
          <p:nvPr/>
        </p:nvSpPr>
        <p:spPr>
          <a:xfrm>
            <a:off x="4756643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1" name="S08-label865"/>
          <p:cNvSpPr txBox="1"/>
          <p:nvPr/>
        </p:nvSpPr>
        <p:spPr>
          <a:xfrm>
            <a:off x="4592117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2" name="S08-label866"/>
          <p:cNvSpPr txBox="1"/>
          <p:nvPr/>
        </p:nvSpPr>
        <p:spPr>
          <a:xfrm>
            <a:off x="4756643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3" name="S08-label867"/>
          <p:cNvSpPr txBox="1"/>
          <p:nvPr/>
        </p:nvSpPr>
        <p:spPr>
          <a:xfrm>
            <a:off x="5206136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4" name="S08-label868"/>
          <p:cNvSpPr txBox="1"/>
          <p:nvPr/>
        </p:nvSpPr>
        <p:spPr>
          <a:xfrm>
            <a:off x="5820156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5" name="S08-line869"/>
          <p:cNvSpPr/>
          <p:nvPr/>
        </p:nvSpPr>
        <p:spPr>
          <a:xfrm>
            <a:off x="6094476" y="2963799"/>
            <a:ext cx="660665" cy="17702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08-line870"/>
          <p:cNvSpPr/>
          <p:nvPr/>
        </p:nvSpPr>
        <p:spPr>
          <a:xfrm>
            <a:off x="6094476" y="2963799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08-pin871"/>
          <p:cNvSpPr/>
          <p:nvPr/>
        </p:nvSpPr>
        <p:spPr>
          <a:xfrm>
            <a:off x="6039612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08-label872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3시 30분</a:t>
            </a:r>
            <a:endParaRPr lang="ko-KR" sz="2600" dirty="0"/>
          </a:p>
        </p:txBody>
      </p:sp>
      <p:sp>
        <p:nvSpPr>
          <p:cNvPr id="159" name="S08-figure873" descr="시계: 짧은바늘이 4, 긴바늘이 12를 가리킴(4시)"/>
          <p:cNvSpPr/>
          <p:nvPr/>
        </p:nvSpPr>
        <p:spPr>
          <a:xfrm>
            <a:off x="8343900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0" name="S08-line874"/>
          <p:cNvSpPr/>
          <p:nvPr/>
        </p:nvSpPr>
        <p:spPr>
          <a:xfrm>
            <a:off x="9898380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1" name="S08-line875"/>
          <p:cNvSpPr/>
          <p:nvPr/>
        </p:nvSpPr>
        <p:spPr>
          <a:xfrm flipH="1">
            <a:off x="10048920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08-line876"/>
          <p:cNvSpPr/>
          <p:nvPr/>
        </p:nvSpPr>
        <p:spPr>
          <a:xfrm flipH="1">
            <a:off x="1019781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8-line877"/>
          <p:cNvSpPr/>
          <p:nvPr/>
        </p:nvSpPr>
        <p:spPr>
          <a:xfrm flipH="1">
            <a:off x="10343420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8-line878"/>
          <p:cNvSpPr/>
          <p:nvPr/>
        </p:nvSpPr>
        <p:spPr>
          <a:xfrm flipH="1">
            <a:off x="10484154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08-line879"/>
          <p:cNvSpPr/>
          <p:nvPr/>
        </p:nvSpPr>
        <p:spPr>
          <a:xfrm flipH="1">
            <a:off x="10571836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6" name="S08-line880"/>
          <p:cNvSpPr/>
          <p:nvPr/>
        </p:nvSpPr>
        <p:spPr>
          <a:xfrm flipH="1">
            <a:off x="10744897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8-line881"/>
          <p:cNvSpPr/>
          <p:nvPr/>
        </p:nvSpPr>
        <p:spPr>
          <a:xfrm flipH="1">
            <a:off x="10862049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8-line882"/>
          <p:cNvSpPr/>
          <p:nvPr/>
        </p:nvSpPr>
        <p:spPr>
          <a:xfrm flipH="1">
            <a:off x="10968642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8-line883"/>
          <p:cNvSpPr/>
          <p:nvPr/>
        </p:nvSpPr>
        <p:spPr>
          <a:xfrm flipH="1">
            <a:off x="1106351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08-line884"/>
          <p:cNvSpPr/>
          <p:nvPr/>
        </p:nvSpPr>
        <p:spPr>
          <a:xfrm flipH="1">
            <a:off x="1106483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1" name="S08-line885"/>
          <p:cNvSpPr/>
          <p:nvPr/>
        </p:nvSpPr>
        <p:spPr>
          <a:xfrm flipH="1">
            <a:off x="11214050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8-line886"/>
          <p:cNvSpPr/>
          <p:nvPr/>
        </p:nvSpPr>
        <p:spPr>
          <a:xfrm flipH="1">
            <a:off x="11268073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8-line887"/>
          <p:cNvSpPr/>
          <p:nvPr/>
        </p:nvSpPr>
        <p:spPr>
          <a:xfrm flipH="1">
            <a:off x="11307089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08-line888"/>
          <p:cNvSpPr/>
          <p:nvPr/>
        </p:nvSpPr>
        <p:spPr>
          <a:xfrm flipH="1">
            <a:off x="1133067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08-line889"/>
          <p:cNvSpPr/>
          <p:nvPr/>
        </p:nvSpPr>
        <p:spPr>
          <a:xfrm flipH="1">
            <a:off x="11245291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6" name="S08-line890"/>
          <p:cNvSpPr/>
          <p:nvPr/>
        </p:nvSpPr>
        <p:spPr>
          <a:xfrm flipH="1" flipV="1">
            <a:off x="1133067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8-line891"/>
          <p:cNvSpPr/>
          <p:nvPr/>
        </p:nvSpPr>
        <p:spPr>
          <a:xfrm flipH="1" flipV="1">
            <a:off x="11307089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8-line892"/>
          <p:cNvSpPr/>
          <p:nvPr/>
        </p:nvSpPr>
        <p:spPr>
          <a:xfrm flipH="1" flipV="1">
            <a:off x="11268073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08-line893"/>
          <p:cNvSpPr/>
          <p:nvPr/>
        </p:nvSpPr>
        <p:spPr>
          <a:xfrm flipH="1" flipV="1">
            <a:off x="11214050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08-line894"/>
          <p:cNvSpPr/>
          <p:nvPr/>
        </p:nvSpPr>
        <p:spPr>
          <a:xfrm flipH="1" flipV="1">
            <a:off x="1106483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1" name="S08-line895"/>
          <p:cNvSpPr/>
          <p:nvPr/>
        </p:nvSpPr>
        <p:spPr>
          <a:xfrm flipH="1" flipV="1">
            <a:off x="1106351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8-line896"/>
          <p:cNvSpPr/>
          <p:nvPr/>
        </p:nvSpPr>
        <p:spPr>
          <a:xfrm flipH="1" flipV="1">
            <a:off x="10968642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8-line897"/>
          <p:cNvSpPr/>
          <p:nvPr/>
        </p:nvSpPr>
        <p:spPr>
          <a:xfrm flipH="1" flipV="1">
            <a:off x="10862049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08-line898"/>
          <p:cNvSpPr/>
          <p:nvPr/>
        </p:nvSpPr>
        <p:spPr>
          <a:xfrm flipH="1" flipV="1">
            <a:off x="10744897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08-line899"/>
          <p:cNvSpPr/>
          <p:nvPr/>
        </p:nvSpPr>
        <p:spPr>
          <a:xfrm flipH="1" flipV="1">
            <a:off x="10571836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6" name="S08-line900"/>
          <p:cNvSpPr/>
          <p:nvPr/>
        </p:nvSpPr>
        <p:spPr>
          <a:xfrm flipH="1" flipV="1">
            <a:off x="10484154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08-line901"/>
          <p:cNvSpPr/>
          <p:nvPr/>
        </p:nvSpPr>
        <p:spPr>
          <a:xfrm flipH="1" flipV="1">
            <a:off x="10343420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08-line902"/>
          <p:cNvSpPr/>
          <p:nvPr/>
        </p:nvSpPr>
        <p:spPr>
          <a:xfrm flipH="1" flipV="1">
            <a:off x="1019781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08-line903"/>
          <p:cNvSpPr/>
          <p:nvPr/>
        </p:nvSpPr>
        <p:spPr>
          <a:xfrm flipH="1" flipV="1">
            <a:off x="10048920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08-line904"/>
          <p:cNvSpPr/>
          <p:nvPr/>
        </p:nvSpPr>
        <p:spPr>
          <a:xfrm flipV="1">
            <a:off x="9898380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1" name="S08-line905"/>
          <p:cNvSpPr/>
          <p:nvPr/>
        </p:nvSpPr>
        <p:spPr>
          <a:xfrm flipV="1">
            <a:off x="97397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08-line906"/>
          <p:cNvSpPr/>
          <p:nvPr/>
        </p:nvSpPr>
        <p:spPr>
          <a:xfrm flipV="1">
            <a:off x="958279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08-line907"/>
          <p:cNvSpPr/>
          <p:nvPr/>
        </p:nvSpPr>
        <p:spPr>
          <a:xfrm flipV="1">
            <a:off x="942932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08-line908"/>
          <p:cNvSpPr/>
          <p:nvPr/>
        </p:nvSpPr>
        <p:spPr>
          <a:xfrm flipV="1">
            <a:off x="9280993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08-line909"/>
          <p:cNvSpPr/>
          <p:nvPr/>
        </p:nvSpPr>
        <p:spPr>
          <a:xfrm flipV="1">
            <a:off x="91394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6" name="S08-line910"/>
          <p:cNvSpPr/>
          <p:nvPr/>
        </p:nvSpPr>
        <p:spPr>
          <a:xfrm flipV="1">
            <a:off x="9006178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08-line911"/>
          <p:cNvSpPr/>
          <p:nvPr/>
        </p:nvSpPr>
        <p:spPr>
          <a:xfrm flipV="1">
            <a:off x="8882704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08-line912"/>
          <p:cNvSpPr/>
          <p:nvPr/>
        </p:nvSpPr>
        <p:spPr>
          <a:xfrm flipV="1">
            <a:off x="8770357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08-line913"/>
          <p:cNvSpPr/>
          <p:nvPr/>
        </p:nvSpPr>
        <p:spPr>
          <a:xfrm flipV="1">
            <a:off x="867037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08-line914"/>
          <p:cNvSpPr/>
          <p:nvPr/>
        </p:nvSpPr>
        <p:spPr>
          <a:xfrm flipV="1">
            <a:off x="8583837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1" name="S08-line915"/>
          <p:cNvSpPr/>
          <p:nvPr/>
        </p:nvSpPr>
        <p:spPr>
          <a:xfrm flipV="1">
            <a:off x="851170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08-line916"/>
          <p:cNvSpPr/>
          <p:nvPr/>
        </p:nvSpPr>
        <p:spPr>
          <a:xfrm flipV="1">
            <a:off x="8454768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08-line917"/>
          <p:cNvSpPr/>
          <p:nvPr/>
        </p:nvSpPr>
        <p:spPr>
          <a:xfrm flipV="1">
            <a:off x="8413646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08-line918"/>
          <p:cNvSpPr/>
          <p:nvPr/>
        </p:nvSpPr>
        <p:spPr>
          <a:xfrm flipV="1">
            <a:off x="838879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08-line919"/>
          <p:cNvSpPr/>
          <p:nvPr/>
        </p:nvSpPr>
        <p:spPr>
          <a:xfrm>
            <a:off x="8380476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6" name="S08-line920"/>
          <p:cNvSpPr/>
          <p:nvPr/>
        </p:nvSpPr>
        <p:spPr>
          <a:xfrm>
            <a:off x="838879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08-line921"/>
          <p:cNvSpPr/>
          <p:nvPr/>
        </p:nvSpPr>
        <p:spPr>
          <a:xfrm>
            <a:off x="8413646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08-line922"/>
          <p:cNvSpPr/>
          <p:nvPr/>
        </p:nvSpPr>
        <p:spPr>
          <a:xfrm>
            <a:off x="8454768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08-line923"/>
          <p:cNvSpPr/>
          <p:nvPr/>
        </p:nvSpPr>
        <p:spPr>
          <a:xfrm>
            <a:off x="851170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08-line924"/>
          <p:cNvSpPr/>
          <p:nvPr/>
        </p:nvSpPr>
        <p:spPr>
          <a:xfrm>
            <a:off x="8583837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1" name="S08-line925"/>
          <p:cNvSpPr/>
          <p:nvPr/>
        </p:nvSpPr>
        <p:spPr>
          <a:xfrm>
            <a:off x="867037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08-line926"/>
          <p:cNvSpPr/>
          <p:nvPr/>
        </p:nvSpPr>
        <p:spPr>
          <a:xfrm>
            <a:off x="8770357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08-line927"/>
          <p:cNvSpPr/>
          <p:nvPr/>
        </p:nvSpPr>
        <p:spPr>
          <a:xfrm>
            <a:off x="8882704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08-line928"/>
          <p:cNvSpPr/>
          <p:nvPr/>
        </p:nvSpPr>
        <p:spPr>
          <a:xfrm>
            <a:off x="9006178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08-line929"/>
          <p:cNvSpPr/>
          <p:nvPr/>
        </p:nvSpPr>
        <p:spPr>
          <a:xfrm>
            <a:off x="91394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6" name="S08-line930"/>
          <p:cNvSpPr/>
          <p:nvPr/>
        </p:nvSpPr>
        <p:spPr>
          <a:xfrm>
            <a:off x="9280993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08-line931"/>
          <p:cNvSpPr/>
          <p:nvPr/>
        </p:nvSpPr>
        <p:spPr>
          <a:xfrm>
            <a:off x="942932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08-line932"/>
          <p:cNvSpPr/>
          <p:nvPr/>
        </p:nvSpPr>
        <p:spPr>
          <a:xfrm>
            <a:off x="958279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08-line933"/>
          <p:cNvSpPr/>
          <p:nvPr/>
        </p:nvSpPr>
        <p:spPr>
          <a:xfrm>
            <a:off x="97397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08-label934"/>
          <p:cNvSpPr txBox="1"/>
          <p:nvPr/>
        </p:nvSpPr>
        <p:spPr>
          <a:xfrm>
            <a:off x="10238080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21" name="S08-label935"/>
          <p:cNvSpPr txBox="1"/>
          <p:nvPr/>
        </p:nvSpPr>
        <p:spPr>
          <a:xfrm>
            <a:off x="10687573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22" name="S08-label936"/>
          <p:cNvSpPr txBox="1"/>
          <p:nvPr/>
        </p:nvSpPr>
        <p:spPr>
          <a:xfrm>
            <a:off x="10852099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23" name="S08-label937"/>
          <p:cNvSpPr txBox="1"/>
          <p:nvPr/>
        </p:nvSpPr>
        <p:spPr>
          <a:xfrm>
            <a:off x="10687573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4" name="S08-label938"/>
          <p:cNvSpPr txBox="1"/>
          <p:nvPr/>
        </p:nvSpPr>
        <p:spPr>
          <a:xfrm>
            <a:off x="10238080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25" name="S08-label939"/>
          <p:cNvSpPr txBox="1"/>
          <p:nvPr/>
        </p:nvSpPr>
        <p:spPr>
          <a:xfrm>
            <a:off x="9624060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26" name="S08-label940"/>
          <p:cNvSpPr txBox="1"/>
          <p:nvPr/>
        </p:nvSpPr>
        <p:spPr>
          <a:xfrm>
            <a:off x="9010040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27" name="S08-label941"/>
          <p:cNvSpPr txBox="1"/>
          <p:nvPr/>
        </p:nvSpPr>
        <p:spPr>
          <a:xfrm>
            <a:off x="8560547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28" name="S08-label942"/>
          <p:cNvSpPr txBox="1"/>
          <p:nvPr/>
        </p:nvSpPr>
        <p:spPr>
          <a:xfrm>
            <a:off x="839602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29" name="S08-label943"/>
          <p:cNvSpPr txBox="1"/>
          <p:nvPr/>
        </p:nvSpPr>
        <p:spPr>
          <a:xfrm>
            <a:off x="8560547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30" name="S08-label944"/>
          <p:cNvSpPr txBox="1"/>
          <p:nvPr/>
        </p:nvSpPr>
        <p:spPr>
          <a:xfrm>
            <a:off x="9010040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231" name="S08-label945"/>
          <p:cNvSpPr txBox="1"/>
          <p:nvPr/>
        </p:nvSpPr>
        <p:spPr>
          <a:xfrm>
            <a:off x="9624060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32" name="S08-line946"/>
          <p:cNvSpPr/>
          <p:nvPr/>
        </p:nvSpPr>
        <p:spPr>
          <a:xfrm>
            <a:off x="9898380" y="2963799"/>
            <a:ext cx="592336" cy="34198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3" name="S08-line947"/>
          <p:cNvSpPr/>
          <p:nvPr/>
        </p:nvSpPr>
        <p:spPr>
          <a:xfrm flipV="1">
            <a:off x="9898380" y="1968932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4" name="S08-pin948"/>
          <p:cNvSpPr/>
          <p:nvPr/>
        </p:nvSpPr>
        <p:spPr>
          <a:xfrm>
            <a:off x="9843516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5" name="S08-label949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 30분 그리기</a:t>
            </a:r>
            <a:endParaRPr lang="ko-KR" sz="4400" dirty="0"/>
          </a:p>
        </p:txBody>
      </p:sp>
      <p:sp>
        <p:nvSpPr>
          <p:cNvPr id="3" name="S09-text95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7시 30분을 그려 봐요.</a:t>
            </a:r>
            <a:endParaRPr lang="ko-KR" sz="3200" dirty="0"/>
          </a:p>
        </p:txBody>
      </p:sp>
      <p:sp>
        <p:nvSpPr>
          <p:cNvPr id="4" name="S09-figure951" descr="시계: 짧은바늘이 7과 8 사이, 긴바늘이 6을 가리킴(7시 30분)"/>
          <p:cNvSpPr/>
          <p:nvPr/>
        </p:nvSpPr>
        <p:spPr>
          <a:xfrm>
            <a:off x="7726131" y="285750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9-line952"/>
          <p:cNvSpPr/>
          <p:nvPr/>
        </p:nvSpPr>
        <p:spPr>
          <a:xfrm>
            <a:off x="9280611" y="289407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9-line953"/>
          <p:cNvSpPr/>
          <p:nvPr/>
        </p:nvSpPr>
        <p:spPr>
          <a:xfrm flipH="1">
            <a:off x="9431151" y="29023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9-line954"/>
          <p:cNvSpPr/>
          <p:nvPr/>
        </p:nvSpPr>
        <p:spPr>
          <a:xfrm flipH="1">
            <a:off x="9580042" y="292724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9-line955"/>
          <p:cNvSpPr/>
          <p:nvPr/>
        </p:nvSpPr>
        <p:spPr>
          <a:xfrm flipH="1">
            <a:off x="9725651" y="296836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9-line956"/>
          <p:cNvSpPr/>
          <p:nvPr/>
        </p:nvSpPr>
        <p:spPr>
          <a:xfrm flipH="1">
            <a:off x="9866385" y="302530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9-line957"/>
          <p:cNvSpPr/>
          <p:nvPr/>
        </p:nvSpPr>
        <p:spPr>
          <a:xfrm flipH="1">
            <a:off x="9954067" y="309743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9-line958"/>
          <p:cNvSpPr/>
          <p:nvPr/>
        </p:nvSpPr>
        <p:spPr>
          <a:xfrm flipH="1">
            <a:off x="10127128" y="318397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9-line959"/>
          <p:cNvSpPr/>
          <p:nvPr/>
        </p:nvSpPr>
        <p:spPr>
          <a:xfrm flipH="1">
            <a:off x="10244280" y="328395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9-line960"/>
          <p:cNvSpPr/>
          <p:nvPr/>
        </p:nvSpPr>
        <p:spPr>
          <a:xfrm flipH="1">
            <a:off x="10350874" y="339630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9-line961"/>
          <p:cNvSpPr/>
          <p:nvPr/>
        </p:nvSpPr>
        <p:spPr>
          <a:xfrm flipH="1">
            <a:off x="10445741" y="351977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9-line962"/>
          <p:cNvSpPr/>
          <p:nvPr/>
        </p:nvSpPr>
        <p:spPr>
          <a:xfrm flipH="1">
            <a:off x="10447071" y="365302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9-line963"/>
          <p:cNvSpPr/>
          <p:nvPr/>
        </p:nvSpPr>
        <p:spPr>
          <a:xfrm flipH="1">
            <a:off x="10596281" y="379459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9-line964"/>
          <p:cNvSpPr/>
          <p:nvPr/>
        </p:nvSpPr>
        <p:spPr>
          <a:xfrm flipH="1">
            <a:off x="10650304" y="394292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9-line965"/>
          <p:cNvSpPr/>
          <p:nvPr/>
        </p:nvSpPr>
        <p:spPr>
          <a:xfrm flipH="1">
            <a:off x="10689320" y="40963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9-line966"/>
          <p:cNvSpPr/>
          <p:nvPr/>
        </p:nvSpPr>
        <p:spPr>
          <a:xfrm flipH="1">
            <a:off x="10712902" y="425331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9-line967"/>
          <p:cNvSpPr/>
          <p:nvPr/>
        </p:nvSpPr>
        <p:spPr>
          <a:xfrm flipH="1">
            <a:off x="10627523" y="441198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9-line968"/>
          <p:cNvSpPr/>
          <p:nvPr/>
        </p:nvSpPr>
        <p:spPr>
          <a:xfrm flipH="1" flipV="1">
            <a:off x="10712902" y="45625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9-line969"/>
          <p:cNvSpPr/>
          <p:nvPr/>
        </p:nvSpPr>
        <p:spPr>
          <a:xfrm flipH="1" flipV="1">
            <a:off x="10689320" y="47114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9-line970"/>
          <p:cNvSpPr/>
          <p:nvPr/>
        </p:nvSpPr>
        <p:spPr>
          <a:xfrm flipH="1" flipV="1">
            <a:off x="10650304" y="485702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9-line971"/>
          <p:cNvSpPr/>
          <p:nvPr/>
        </p:nvSpPr>
        <p:spPr>
          <a:xfrm flipH="1" flipV="1">
            <a:off x="10596281" y="499775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9-line972"/>
          <p:cNvSpPr/>
          <p:nvPr/>
        </p:nvSpPr>
        <p:spPr>
          <a:xfrm flipH="1" flipV="1">
            <a:off x="10447071" y="508543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9-line973"/>
          <p:cNvSpPr/>
          <p:nvPr/>
        </p:nvSpPr>
        <p:spPr>
          <a:xfrm flipH="1" flipV="1">
            <a:off x="10445741" y="52584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9-line974"/>
          <p:cNvSpPr/>
          <p:nvPr/>
        </p:nvSpPr>
        <p:spPr>
          <a:xfrm flipH="1" flipV="1">
            <a:off x="10350874" y="537564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9-line975"/>
          <p:cNvSpPr/>
          <p:nvPr/>
        </p:nvSpPr>
        <p:spPr>
          <a:xfrm flipH="1" flipV="1">
            <a:off x="10244280" y="548224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9-line976"/>
          <p:cNvSpPr/>
          <p:nvPr/>
        </p:nvSpPr>
        <p:spPr>
          <a:xfrm flipH="1" flipV="1">
            <a:off x="10127128" y="557711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9-line977"/>
          <p:cNvSpPr/>
          <p:nvPr/>
        </p:nvSpPr>
        <p:spPr>
          <a:xfrm flipH="1" flipV="1">
            <a:off x="9954067" y="557843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9-line978"/>
          <p:cNvSpPr/>
          <p:nvPr/>
        </p:nvSpPr>
        <p:spPr>
          <a:xfrm flipH="1" flipV="1">
            <a:off x="9866385" y="572765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9-line979"/>
          <p:cNvSpPr/>
          <p:nvPr/>
        </p:nvSpPr>
        <p:spPr>
          <a:xfrm flipH="1" flipV="1">
            <a:off x="9725651" y="578167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9-line980"/>
          <p:cNvSpPr/>
          <p:nvPr/>
        </p:nvSpPr>
        <p:spPr>
          <a:xfrm flipH="1" flipV="1">
            <a:off x="9580042" y="582068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9-line981"/>
          <p:cNvSpPr/>
          <p:nvPr/>
        </p:nvSpPr>
        <p:spPr>
          <a:xfrm flipH="1" flipV="1">
            <a:off x="9431151" y="58442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9-line982"/>
          <p:cNvSpPr/>
          <p:nvPr/>
        </p:nvSpPr>
        <p:spPr>
          <a:xfrm flipV="1">
            <a:off x="9280611" y="575889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9-line983"/>
          <p:cNvSpPr/>
          <p:nvPr/>
        </p:nvSpPr>
        <p:spPr>
          <a:xfrm flipV="1">
            <a:off x="9121947" y="58442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9-line984"/>
          <p:cNvSpPr/>
          <p:nvPr/>
        </p:nvSpPr>
        <p:spPr>
          <a:xfrm flipV="1">
            <a:off x="8965021" y="582068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9-line985"/>
          <p:cNvSpPr/>
          <p:nvPr/>
        </p:nvSpPr>
        <p:spPr>
          <a:xfrm flipV="1">
            <a:off x="8811553" y="578167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9-line986"/>
          <p:cNvSpPr/>
          <p:nvPr/>
        </p:nvSpPr>
        <p:spPr>
          <a:xfrm flipV="1">
            <a:off x="8663224" y="572765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9-line987"/>
          <p:cNvSpPr/>
          <p:nvPr/>
        </p:nvSpPr>
        <p:spPr>
          <a:xfrm flipV="1">
            <a:off x="8521659" y="557843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9-line988"/>
          <p:cNvSpPr/>
          <p:nvPr/>
        </p:nvSpPr>
        <p:spPr>
          <a:xfrm flipV="1">
            <a:off x="8388410" y="557711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9-line989"/>
          <p:cNvSpPr/>
          <p:nvPr/>
        </p:nvSpPr>
        <p:spPr>
          <a:xfrm flipV="1">
            <a:off x="8264935" y="548224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9-line990"/>
          <p:cNvSpPr/>
          <p:nvPr/>
        </p:nvSpPr>
        <p:spPr>
          <a:xfrm flipV="1">
            <a:off x="8152589" y="537564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9-line991"/>
          <p:cNvSpPr/>
          <p:nvPr/>
        </p:nvSpPr>
        <p:spPr>
          <a:xfrm flipV="1">
            <a:off x="8052601" y="52584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9-line992"/>
          <p:cNvSpPr/>
          <p:nvPr/>
        </p:nvSpPr>
        <p:spPr>
          <a:xfrm flipV="1">
            <a:off x="7966068" y="508543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9-line993"/>
          <p:cNvSpPr/>
          <p:nvPr/>
        </p:nvSpPr>
        <p:spPr>
          <a:xfrm flipV="1">
            <a:off x="7893937" y="499775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9-line994"/>
          <p:cNvSpPr/>
          <p:nvPr/>
        </p:nvSpPr>
        <p:spPr>
          <a:xfrm flipV="1">
            <a:off x="7836999" y="485702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9-line995"/>
          <p:cNvSpPr/>
          <p:nvPr/>
        </p:nvSpPr>
        <p:spPr>
          <a:xfrm flipV="1">
            <a:off x="7795877" y="47114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9-line996"/>
          <p:cNvSpPr/>
          <p:nvPr/>
        </p:nvSpPr>
        <p:spPr>
          <a:xfrm flipV="1">
            <a:off x="7771023" y="45625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9-line997"/>
          <p:cNvSpPr/>
          <p:nvPr/>
        </p:nvSpPr>
        <p:spPr>
          <a:xfrm>
            <a:off x="7762707" y="441198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9-line998"/>
          <p:cNvSpPr/>
          <p:nvPr/>
        </p:nvSpPr>
        <p:spPr>
          <a:xfrm>
            <a:off x="7771023" y="425331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9-line999"/>
          <p:cNvSpPr/>
          <p:nvPr/>
        </p:nvSpPr>
        <p:spPr>
          <a:xfrm>
            <a:off x="7795877" y="40963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9-line1000"/>
          <p:cNvSpPr/>
          <p:nvPr/>
        </p:nvSpPr>
        <p:spPr>
          <a:xfrm>
            <a:off x="7836999" y="394292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9-line1001"/>
          <p:cNvSpPr/>
          <p:nvPr/>
        </p:nvSpPr>
        <p:spPr>
          <a:xfrm>
            <a:off x="7893937" y="379459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9-line1002"/>
          <p:cNvSpPr/>
          <p:nvPr/>
        </p:nvSpPr>
        <p:spPr>
          <a:xfrm>
            <a:off x="7966068" y="365302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9-line1003"/>
          <p:cNvSpPr/>
          <p:nvPr/>
        </p:nvSpPr>
        <p:spPr>
          <a:xfrm>
            <a:off x="8052601" y="351977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9-line1004"/>
          <p:cNvSpPr/>
          <p:nvPr/>
        </p:nvSpPr>
        <p:spPr>
          <a:xfrm>
            <a:off x="8152589" y="339630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9-line1005"/>
          <p:cNvSpPr/>
          <p:nvPr/>
        </p:nvSpPr>
        <p:spPr>
          <a:xfrm>
            <a:off x="8264935" y="328395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9-line1006"/>
          <p:cNvSpPr/>
          <p:nvPr/>
        </p:nvSpPr>
        <p:spPr>
          <a:xfrm>
            <a:off x="8388410" y="318397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9-line1007"/>
          <p:cNvSpPr/>
          <p:nvPr/>
        </p:nvSpPr>
        <p:spPr>
          <a:xfrm>
            <a:off x="8521659" y="309743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9-line1008"/>
          <p:cNvSpPr/>
          <p:nvPr/>
        </p:nvSpPr>
        <p:spPr>
          <a:xfrm>
            <a:off x="8663224" y="302530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9-line1009"/>
          <p:cNvSpPr/>
          <p:nvPr/>
        </p:nvSpPr>
        <p:spPr>
          <a:xfrm>
            <a:off x="8811553" y="296836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9-line1010"/>
          <p:cNvSpPr/>
          <p:nvPr/>
        </p:nvSpPr>
        <p:spPr>
          <a:xfrm>
            <a:off x="8965021" y="292724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9-line1011"/>
          <p:cNvSpPr/>
          <p:nvPr/>
        </p:nvSpPr>
        <p:spPr>
          <a:xfrm>
            <a:off x="9121947" y="29023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9-label1012"/>
          <p:cNvSpPr txBox="1"/>
          <p:nvPr/>
        </p:nvSpPr>
        <p:spPr>
          <a:xfrm>
            <a:off x="9620311" y="31655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6" name="S09-label1013"/>
          <p:cNvSpPr txBox="1"/>
          <p:nvPr/>
        </p:nvSpPr>
        <p:spPr>
          <a:xfrm>
            <a:off x="10069805" y="361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7" name="S09-label1014"/>
          <p:cNvSpPr txBox="1"/>
          <p:nvPr/>
        </p:nvSpPr>
        <p:spPr>
          <a:xfrm>
            <a:off x="10234331" y="42291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8" name="S09-label1015"/>
          <p:cNvSpPr txBox="1"/>
          <p:nvPr/>
        </p:nvSpPr>
        <p:spPr>
          <a:xfrm>
            <a:off x="10069805" y="484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69" name="S09-label1016"/>
          <p:cNvSpPr txBox="1"/>
          <p:nvPr/>
        </p:nvSpPr>
        <p:spPr>
          <a:xfrm>
            <a:off x="9620311" y="52926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0" name="S09-label1017"/>
          <p:cNvSpPr txBox="1"/>
          <p:nvPr/>
        </p:nvSpPr>
        <p:spPr>
          <a:xfrm>
            <a:off x="9006291" y="54571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1" name="S09-label1018"/>
          <p:cNvSpPr txBox="1"/>
          <p:nvPr/>
        </p:nvSpPr>
        <p:spPr>
          <a:xfrm>
            <a:off x="8392272" y="52926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2" name="S09-label1019"/>
          <p:cNvSpPr txBox="1"/>
          <p:nvPr/>
        </p:nvSpPr>
        <p:spPr>
          <a:xfrm>
            <a:off x="7942778" y="484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3" name="S09-label1020"/>
          <p:cNvSpPr txBox="1"/>
          <p:nvPr/>
        </p:nvSpPr>
        <p:spPr>
          <a:xfrm>
            <a:off x="7778252" y="42291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4" name="S09-label1021"/>
          <p:cNvSpPr txBox="1"/>
          <p:nvPr/>
        </p:nvSpPr>
        <p:spPr>
          <a:xfrm>
            <a:off x="7942778" y="361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5" name="S09-label1022"/>
          <p:cNvSpPr txBox="1"/>
          <p:nvPr/>
        </p:nvSpPr>
        <p:spPr>
          <a:xfrm>
            <a:off x="8392272" y="31655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6" name="S09-label1023"/>
          <p:cNvSpPr txBox="1"/>
          <p:nvPr/>
        </p:nvSpPr>
        <p:spPr>
          <a:xfrm>
            <a:off x="9006291" y="30010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7" name="S09-line1024"/>
          <p:cNvSpPr/>
          <p:nvPr/>
        </p:nvSpPr>
        <p:spPr>
          <a:xfrm flipH="1">
            <a:off x="8796971" y="4411980"/>
            <a:ext cx="483641" cy="48364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9-line1025"/>
          <p:cNvSpPr/>
          <p:nvPr/>
        </p:nvSpPr>
        <p:spPr>
          <a:xfrm>
            <a:off x="9280611" y="4411980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9-pin1026"/>
          <p:cNvSpPr/>
          <p:nvPr/>
        </p:nvSpPr>
        <p:spPr>
          <a:xfrm>
            <a:off x="9225747" y="435711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9-stepno1027"/>
          <p:cNvSpPr txBox="1"/>
          <p:nvPr/>
        </p:nvSpPr>
        <p:spPr>
          <a:xfrm>
            <a:off x="548640" y="3559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1" name="S09-text1028"/>
          <p:cNvSpPr txBox="1"/>
          <p:nvPr/>
        </p:nvSpPr>
        <p:spPr>
          <a:xfrm>
            <a:off x="1325880" y="3559556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긴바늘을 6까지 길게 그려요.</a:t>
            </a:r>
            <a:endParaRPr lang="ko-KR" sz="3200" dirty="0"/>
          </a:p>
        </p:txBody>
      </p:sp>
      <p:sp>
        <p:nvSpPr>
          <p:cNvPr id="82" name="S09-stepno1029"/>
          <p:cNvSpPr txBox="1"/>
          <p:nvPr/>
        </p:nvSpPr>
        <p:spPr>
          <a:xfrm>
            <a:off x="548640" y="4318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3" name="S09-text1030"/>
          <p:cNvSpPr txBox="1"/>
          <p:nvPr/>
        </p:nvSpPr>
        <p:spPr>
          <a:xfrm>
            <a:off x="1325880" y="4272788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짧은바늘을 7과 8 사이에 짧게 그려요.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 30분일까요?</a:t>
            </a:r>
            <a:endParaRPr lang="ko-KR" sz="4400" dirty="0"/>
          </a:p>
        </p:txBody>
      </p:sp>
      <p:sp>
        <p:nvSpPr>
          <p:cNvPr id="3" name="S10-card10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10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짧은바늘이 지나온 수를 읽어요.</a:t>
            </a:r>
            <a:endParaRPr lang="ko-KR" sz="3200" dirty="0"/>
          </a:p>
        </p:txBody>
      </p:sp>
      <p:sp>
        <p:nvSpPr>
          <p:cNvPr id="5" name="S10-figure1033" descr="시계: 짧은바늘이 1과 2 사이, 긴바늘이 6을 가리킴(1시 30분)"/>
          <p:cNvSpPr/>
          <p:nvPr/>
        </p:nvSpPr>
        <p:spPr>
          <a:xfrm>
            <a:off x="736092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10-line1034"/>
          <p:cNvSpPr/>
          <p:nvPr/>
        </p:nvSpPr>
        <p:spPr>
          <a:xfrm>
            <a:off x="2290572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0-line1035"/>
          <p:cNvSpPr/>
          <p:nvPr/>
        </p:nvSpPr>
        <p:spPr>
          <a:xfrm flipH="1">
            <a:off x="24411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0-line1036"/>
          <p:cNvSpPr/>
          <p:nvPr/>
        </p:nvSpPr>
        <p:spPr>
          <a:xfrm flipH="1">
            <a:off x="259000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0-line1037"/>
          <p:cNvSpPr/>
          <p:nvPr/>
        </p:nvSpPr>
        <p:spPr>
          <a:xfrm flipH="1">
            <a:off x="273561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0-line1038"/>
          <p:cNvSpPr/>
          <p:nvPr/>
        </p:nvSpPr>
        <p:spPr>
          <a:xfrm flipH="1">
            <a:off x="2876346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0-line1039"/>
          <p:cNvSpPr/>
          <p:nvPr/>
        </p:nvSpPr>
        <p:spPr>
          <a:xfrm flipH="1">
            <a:off x="29640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10-line1040"/>
          <p:cNvSpPr/>
          <p:nvPr/>
        </p:nvSpPr>
        <p:spPr>
          <a:xfrm flipH="1">
            <a:off x="3137089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0-line1041"/>
          <p:cNvSpPr/>
          <p:nvPr/>
        </p:nvSpPr>
        <p:spPr>
          <a:xfrm flipH="1">
            <a:off x="3254241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0-line1042"/>
          <p:cNvSpPr/>
          <p:nvPr/>
        </p:nvSpPr>
        <p:spPr>
          <a:xfrm flipH="1">
            <a:off x="3360834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0-line1043"/>
          <p:cNvSpPr/>
          <p:nvPr/>
        </p:nvSpPr>
        <p:spPr>
          <a:xfrm flipH="1">
            <a:off x="345570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0-line1044"/>
          <p:cNvSpPr/>
          <p:nvPr/>
        </p:nvSpPr>
        <p:spPr>
          <a:xfrm flipH="1">
            <a:off x="3457031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0-line1045"/>
          <p:cNvSpPr/>
          <p:nvPr/>
        </p:nvSpPr>
        <p:spPr>
          <a:xfrm flipH="1">
            <a:off x="360624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0-line1046"/>
          <p:cNvSpPr/>
          <p:nvPr/>
        </p:nvSpPr>
        <p:spPr>
          <a:xfrm flipH="1">
            <a:off x="3660265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0-line1047"/>
          <p:cNvSpPr/>
          <p:nvPr/>
        </p:nvSpPr>
        <p:spPr>
          <a:xfrm flipH="1">
            <a:off x="3699281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0-line1048"/>
          <p:cNvSpPr/>
          <p:nvPr/>
        </p:nvSpPr>
        <p:spPr>
          <a:xfrm flipH="1">
            <a:off x="372286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0-line1049"/>
          <p:cNvSpPr/>
          <p:nvPr/>
        </p:nvSpPr>
        <p:spPr>
          <a:xfrm flipH="1">
            <a:off x="3637483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10-line1050"/>
          <p:cNvSpPr/>
          <p:nvPr/>
        </p:nvSpPr>
        <p:spPr>
          <a:xfrm flipH="1" flipV="1">
            <a:off x="372286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0-line1051"/>
          <p:cNvSpPr/>
          <p:nvPr/>
        </p:nvSpPr>
        <p:spPr>
          <a:xfrm flipH="1" flipV="1">
            <a:off x="3699281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0-line1052"/>
          <p:cNvSpPr/>
          <p:nvPr/>
        </p:nvSpPr>
        <p:spPr>
          <a:xfrm flipH="1" flipV="1">
            <a:off x="3660265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0-line1053"/>
          <p:cNvSpPr/>
          <p:nvPr/>
        </p:nvSpPr>
        <p:spPr>
          <a:xfrm flipH="1" flipV="1">
            <a:off x="360624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0-line1054"/>
          <p:cNvSpPr/>
          <p:nvPr/>
        </p:nvSpPr>
        <p:spPr>
          <a:xfrm flipH="1" flipV="1">
            <a:off x="3457031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10-line1055"/>
          <p:cNvSpPr/>
          <p:nvPr/>
        </p:nvSpPr>
        <p:spPr>
          <a:xfrm flipH="1" flipV="1">
            <a:off x="345570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0-line1056"/>
          <p:cNvSpPr/>
          <p:nvPr/>
        </p:nvSpPr>
        <p:spPr>
          <a:xfrm flipH="1" flipV="1">
            <a:off x="3360834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0-line1057"/>
          <p:cNvSpPr/>
          <p:nvPr/>
        </p:nvSpPr>
        <p:spPr>
          <a:xfrm flipH="1" flipV="1">
            <a:off x="3254241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0-line1058"/>
          <p:cNvSpPr/>
          <p:nvPr/>
        </p:nvSpPr>
        <p:spPr>
          <a:xfrm flipH="1" flipV="1">
            <a:off x="3137089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0-line1059"/>
          <p:cNvSpPr/>
          <p:nvPr/>
        </p:nvSpPr>
        <p:spPr>
          <a:xfrm flipH="1" flipV="1">
            <a:off x="29640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10-line1060"/>
          <p:cNvSpPr/>
          <p:nvPr/>
        </p:nvSpPr>
        <p:spPr>
          <a:xfrm flipH="1" flipV="1">
            <a:off x="2876346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0-line1061"/>
          <p:cNvSpPr/>
          <p:nvPr/>
        </p:nvSpPr>
        <p:spPr>
          <a:xfrm flipH="1" flipV="1">
            <a:off x="273561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0-line1062"/>
          <p:cNvSpPr/>
          <p:nvPr/>
        </p:nvSpPr>
        <p:spPr>
          <a:xfrm flipH="1" flipV="1">
            <a:off x="259000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0-line1063"/>
          <p:cNvSpPr/>
          <p:nvPr/>
        </p:nvSpPr>
        <p:spPr>
          <a:xfrm flipH="1" flipV="1">
            <a:off x="24411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0-line1064"/>
          <p:cNvSpPr/>
          <p:nvPr/>
        </p:nvSpPr>
        <p:spPr>
          <a:xfrm flipV="1">
            <a:off x="2290572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10-line1065"/>
          <p:cNvSpPr/>
          <p:nvPr/>
        </p:nvSpPr>
        <p:spPr>
          <a:xfrm flipV="1">
            <a:off x="2131908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0-line1066"/>
          <p:cNvSpPr/>
          <p:nvPr/>
        </p:nvSpPr>
        <p:spPr>
          <a:xfrm flipV="1">
            <a:off x="197498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0-line1067"/>
          <p:cNvSpPr/>
          <p:nvPr/>
        </p:nvSpPr>
        <p:spPr>
          <a:xfrm flipV="1">
            <a:off x="1821514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0-line1068"/>
          <p:cNvSpPr/>
          <p:nvPr/>
        </p:nvSpPr>
        <p:spPr>
          <a:xfrm flipV="1">
            <a:off x="1673185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0-line1069"/>
          <p:cNvSpPr/>
          <p:nvPr/>
        </p:nvSpPr>
        <p:spPr>
          <a:xfrm flipV="1">
            <a:off x="1531620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10-line1070"/>
          <p:cNvSpPr/>
          <p:nvPr/>
        </p:nvSpPr>
        <p:spPr>
          <a:xfrm flipV="1">
            <a:off x="1398370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0-line1071"/>
          <p:cNvSpPr/>
          <p:nvPr/>
        </p:nvSpPr>
        <p:spPr>
          <a:xfrm flipV="1">
            <a:off x="1274896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0-line1072"/>
          <p:cNvSpPr/>
          <p:nvPr/>
        </p:nvSpPr>
        <p:spPr>
          <a:xfrm flipV="1">
            <a:off x="1162549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0-line1073"/>
          <p:cNvSpPr/>
          <p:nvPr/>
        </p:nvSpPr>
        <p:spPr>
          <a:xfrm flipV="1">
            <a:off x="106256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0-line1074"/>
          <p:cNvSpPr/>
          <p:nvPr/>
        </p:nvSpPr>
        <p:spPr>
          <a:xfrm flipV="1">
            <a:off x="97602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10-line1075"/>
          <p:cNvSpPr/>
          <p:nvPr/>
        </p:nvSpPr>
        <p:spPr>
          <a:xfrm flipV="1">
            <a:off x="903898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0-line1076"/>
          <p:cNvSpPr/>
          <p:nvPr/>
        </p:nvSpPr>
        <p:spPr>
          <a:xfrm flipV="1">
            <a:off x="846960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0-line1077"/>
          <p:cNvSpPr/>
          <p:nvPr/>
        </p:nvSpPr>
        <p:spPr>
          <a:xfrm flipV="1">
            <a:off x="805838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0-line1078"/>
          <p:cNvSpPr/>
          <p:nvPr/>
        </p:nvSpPr>
        <p:spPr>
          <a:xfrm flipV="1">
            <a:off x="78098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0-line1079"/>
          <p:cNvSpPr/>
          <p:nvPr/>
        </p:nvSpPr>
        <p:spPr>
          <a:xfrm>
            <a:off x="772668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10-line1080"/>
          <p:cNvSpPr/>
          <p:nvPr/>
        </p:nvSpPr>
        <p:spPr>
          <a:xfrm>
            <a:off x="78098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0-line1081"/>
          <p:cNvSpPr/>
          <p:nvPr/>
        </p:nvSpPr>
        <p:spPr>
          <a:xfrm>
            <a:off x="805838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0-line1082"/>
          <p:cNvSpPr/>
          <p:nvPr/>
        </p:nvSpPr>
        <p:spPr>
          <a:xfrm>
            <a:off x="846960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0-line1083"/>
          <p:cNvSpPr/>
          <p:nvPr/>
        </p:nvSpPr>
        <p:spPr>
          <a:xfrm>
            <a:off x="903898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0-line1084"/>
          <p:cNvSpPr/>
          <p:nvPr/>
        </p:nvSpPr>
        <p:spPr>
          <a:xfrm>
            <a:off x="97602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10-line1085"/>
          <p:cNvSpPr/>
          <p:nvPr/>
        </p:nvSpPr>
        <p:spPr>
          <a:xfrm>
            <a:off x="106256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0-line1086"/>
          <p:cNvSpPr/>
          <p:nvPr/>
        </p:nvSpPr>
        <p:spPr>
          <a:xfrm>
            <a:off x="1162549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0-line1087"/>
          <p:cNvSpPr/>
          <p:nvPr/>
        </p:nvSpPr>
        <p:spPr>
          <a:xfrm>
            <a:off x="1274896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0-line1088"/>
          <p:cNvSpPr/>
          <p:nvPr/>
        </p:nvSpPr>
        <p:spPr>
          <a:xfrm>
            <a:off x="1398370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0-line1089"/>
          <p:cNvSpPr/>
          <p:nvPr/>
        </p:nvSpPr>
        <p:spPr>
          <a:xfrm>
            <a:off x="1531620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10-line1090"/>
          <p:cNvSpPr/>
          <p:nvPr/>
        </p:nvSpPr>
        <p:spPr>
          <a:xfrm>
            <a:off x="1673185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0-line1091"/>
          <p:cNvSpPr/>
          <p:nvPr/>
        </p:nvSpPr>
        <p:spPr>
          <a:xfrm>
            <a:off x="1821514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0-line1092"/>
          <p:cNvSpPr/>
          <p:nvPr/>
        </p:nvSpPr>
        <p:spPr>
          <a:xfrm>
            <a:off x="197498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0-line1093"/>
          <p:cNvSpPr/>
          <p:nvPr/>
        </p:nvSpPr>
        <p:spPr>
          <a:xfrm>
            <a:off x="2131908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0-label1094"/>
          <p:cNvSpPr txBox="1"/>
          <p:nvPr/>
        </p:nvSpPr>
        <p:spPr>
          <a:xfrm>
            <a:off x="2630272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10-label1095"/>
          <p:cNvSpPr txBox="1"/>
          <p:nvPr/>
        </p:nvSpPr>
        <p:spPr>
          <a:xfrm>
            <a:off x="3079765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10-label1096"/>
          <p:cNvSpPr txBox="1"/>
          <p:nvPr/>
        </p:nvSpPr>
        <p:spPr>
          <a:xfrm>
            <a:off x="324429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10-label1097"/>
          <p:cNvSpPr txBox="1"/>
          <p:nvPr/>
        </p:nvSpPr>
        <p:spPr>
          <a:xfrm>
            <a:off x="3079765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10-label1098"/>
          <p:cNvSpPr txBox="1"/>
          <p:nvPr/>
        </p:nvSpPr>
        <p:spPr>
          <a:xfrm>
            <a:off x="2630272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10-label1099"/>
          <p:cNvSpPr txBox="1"/>
          <p:nvPr/>
        </p:nvSpPr>
        <p:spPr>
          <a:xfrm>
            <a:off x="2016252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10-label1100"/>
          <p:cNvSpPr txBox="1"/>
          <p:nvPr/>
        </p:nvSpPr>
        <p:spPr>
          <a:xfrm>
            <a:off x="1402232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10-label1101"/>
          <p:cNvSpPr txBox="1"/>
          <p:nvPr/>
        </p:nvSpPr>
        <p:spPr>
          <a:xfrm>
            <a:off x="952739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10-label1102"/>
          <p:cNvSpPr txBox="1"/>
          <p:nvPr/>
        </p:nvSpPr>
        <p:spPr>
          <a:xfrm>
            <a:off x="788213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10-label1103"/>
          <p:cNvSpPr txBox="1"/>
          <p:nvPr/>
        </p:nvSpPr>
        <p:spPr>
          <a:xfrm>
            <a:off x="952739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10-label1104"/>
          <p:cNvSpPr txBox="1"/>
          <p:nvPr/>
        </p:nvSpPr>
        <p:spPr>
          <a:xfrm>
            <a:off x="1402232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10-label1105"/>
          <p:cNvSpPr txBox="1"/>
          <p:nvPr/>
        </p:nvSpPr>
        <p:spPr>
          <a:xfrm>
            <a:off x="2016252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10-line1106"/>
          <p:cNvSpPr/>
          <p:nvPr/>
        </p:nvSpPr>
        <p:spPr>
          <a:xfrm flipV="1">
            <a:off x="2290572" y="2480158"/>
            <a:ext cx="483641" cy="48364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10-line1107"/>
          <p:cNvSpPr/>
          <p:nvPr/>
        </p:nvSpPr>
        <p:spPr>
          <a:xfrm>
            <a:off x="2290572" y="2963799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10-pin1108"/>
          <p:cNvSpPr/>
          <p:nvPr/>
        </p:nvSpPr>
        <p:spPr>
          <a:xfrm>
            <a:off x="2235708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10-label1109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82" name="S10-figure1110" descr="시계: 짧은바늘이 10과 11 사이, 긴바늘이 6을 가리킴(10시 30분)"/>
          <p:cNvSpPr/>
          <p:nvPr/>
        </p:nvSpPr>
        <p:spPr>
          <a:xfrm>
            <a:off x="4539996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10-line1111"/>
          <p:cNvSpPr/>
          <p:nvPr/>
        </p:nvSpPr>
        <p:spPr>
          <a:xfrm>
            <a:off x="6094476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10-line1112"/>
          <p:cNvSpPr/>
          <p:nvPr/>
        </p:nvSpPr>
        <p:spPr>
          <a:xfrm flipH="1">
            <a:off x="62450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0-line1113"/>
          <p:cNvSpPr/>
          <p:nvPr/>
        </p:nvSpPr>
        <p:spPr>
          <a:xfrm flipH="1">
            <a:off x="639390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0-line1114"/>
          <p:cNvSpPr/>
          <p:nvPr/>
        </p:nvSpPr>
        <p:spPr>
          <a:xfrm flipH="1">
            <a:off x="6539516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0-line1115"/>
          <p:cNvSpPr/>
          <p:nvPr/>
        </p:nvSpPr>
        <p:spPr>
          <a:xfrm flipH="1">
            <a:off x="6680250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0-line1116"/>
          <p:cNvSpPr/>
          <p:nvPr/>
        </p:nvSpPr>
        <p:spPr>
          <a:xfrm flipH="1">
            <a:off x="6767932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10-line1117"/>
          <p:cNvSpPr/>
          <p:nvPr/>
        </p:nvSpPr>
        <p:spPr>
          <a:xfrm flipH="1">
            <a:off x="6940993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0-line1118"/>
          <p:cNvSpPr/>
          <p:nvPr/>
        </p:nvSpPr>
        <p:spPr>
          <a:xfrm flipH="1">
            <a:off x="7058145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0-line1119"/>
          <p:cNvSpPr/>
          <p:nvPr/>
        </p:nvSpPr>
        <p:spPr>
          <a:xfrm flipH="1">
            <a:off x="7164738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0-line1120"/>
          <p:cNvSpPr/>
          <p:nvPr/>
        </p:nvSpPr>
        <p:spPr>
          <a:xfrm flipH="1">
            <a:off x="725960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0-line1121"/>
          <p:cNvSpPr/>
          <p:nvPr/>
        </p:nvSpPr>
        <p:spPr>
          <a:xfrm flipH="1">
            <a:off x="7260935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10-line1122"/>
          <p:cNvSpPr/>
          <p:nvPr/>
        </p:nvSpPr>
        <p:spPr>
          <a:xfrm flipH="1">
            <a:off x="741014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0-line1123"/>
          <p:cNvSpPr/>
          <p:nvPr/>
        </p:nvSpPr>
        <p:spPr>
          <a:xfrm flipH="1">
            <a:off x="7464169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0-line1124"/>
          <p:cNvSpPr/>
          <p:nvPr/>
        </p:nvSpPr>
        <p:spPr>
          <a:xfrm flipH="1">
            <a:off x="7503185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0-line1125"/>
          <p:cNvSpPr/>
          <p:nvPr/>
        </p:nvSpPr>
        <p:spPr>
          <a:xfrm flipH="1">
            <a:off x="752676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0-line1126"/>
          <p:cNvSpPr/>
          <p:nvPr/>
        </p:nvSpPr>
        <p:spPr>
          <a:xfrm flipH="1">
            <a:off x="7441387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10-line1127"/>
          <p:cNvSpPr/>
          <p:nvPr/>
        </p:nvSpPr>
        <p:spPr>
          <a:xfrm flipH="1" flipV="1">
            <a:off x="752676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0-line1128"/>
          <p:cNvSpPr/>
          <p:nvPr/>
        </p:nvSpPr>
        <p:spPr>
          <a:xfrm flipH="1" flipV="1">
            <a:off x="7503185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0-line1129"/>
          <p:cNvSpPr/>
          <p:nvPr/>
        </p:nvSpPr>
        <p:spPr>
          <a:xfrm flipH="1" flipV="1">
            <a:off x="7464169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0-line1130"/>
          <p:cNvSpPr/>
          <p:nvPr/>
        </p:nvSpPr>
        <p:spPr>
          <a:xfrm flipH="1" flipV="1">
            <a:off x="741014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0-line1131"/>
          <p:cNvSpPr/>
          <p:nvPr/>
        </p:nvSpPr>
        <p:spPr>
          <a:xfrm flipH="1" flipV="1">
            <a:off x="7260935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10-line1132"/>
          <p:cNvSpPr/>
          <p:nvPr/>
        </p:nvSpPr>
        <p:spPr>
          <a:xfrm flipH="1" flipV="1">
            <a:off x="725960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0-line1133"/>
          <p:cNvSpPr/>
          <p:nvPr/>
        </p:nvSpPr>
        <p:spPr>
          <a:xfrm flipH="1" flipV="1">
            <a:off x="7164738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0-line1134"/>
          <p:cNvSpPr/>
          <p:nvPr/>
        </p:nvSpPr>
        <p:spPr>
          <a:xfrm flipH="1" flipV="1">
            <a:off x="7058145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0-line1135"/>
          <p:cNvSpPr/>
          <p:nvPr/>
        </p:nvSpPr>
        <p:spPr>
          <a:xfrm flipH="1" flipV="1">
            <a:off x="6940993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0-line1136"/>
          <p:cNvSpPr/>
          <p:nvPr/>
        </p:nvSpPr>
        <p:spPr>
          <a:xfrm flipH="1" flipV="1">
            <a:off x="6767932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10-line1137"/>
          <p:cNvSpPr/>
          <p:nvPr/>
        </p:nvSpPr>
        <p:spPr>
          <a:xfrm flipH="1" flipV="1">
            <a:off x="6680250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0-line1138"/>
          <p:cNvSpPr/>
          <p:nvPr/>
        </p:nvSpPr>
        <p:spPr>
          <a:xfrm flipH="1" flipV="1">
            <a:off x="6539516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0-line1139"/>
          <p:cNvSpPr/>
          <p:nvPr/>
        </p:nvSpPr>
        <p:spPr>
          <a:xfrm flipH="1" flipV="1">
            <a:off x="639390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0-line1140"/>
          <p:cNvSpPr/>
          <p:nvPr/>
        </p:nvSpPr>
        <p:spPr>
          <a:xfrm flipH="1" flipV="1">
            <a:off x="62450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0-line1141"/>
          <p:cNvSpPr/>
          <p:nvPr/>
        </p:nvSpPr>
        <p:spPr>
          <a:xfrm flipV="1">
            <a:off x="6094476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10-line1142"/>
          <p:cNvSpPr/>
          <p:nvPr/>
        </p:nvSpPr>
        <p:spPr>
          <a:xfrm flipV="1">
            <a:off x="59358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0-line1143"/>
          <p:cNvSpPr/>
          <p:nvPr/>
        </p:nvSpPr>
        <p:spPr>
          <a:xfrm flipV="1">
            <a:off x="577888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0-line1144"/>
          <p:cNvSpPr/>
          <p:nvPr/>
        </p:nvSpPr>
        <p:spPr>
          <a:xfrm flipV="1">
            <a:off x="5625418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0-line1145"/>
          <p:cNvSpPr/>
          <p:nvPr/>
        </p:nvSpPr>
        <p:spPr>
          <a:xfrm flipV="1">
            <a:off x="5477089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0-line1146"/>
          <p:cNvSpPr/>
          <p:nvPr/>
        </p:nvSpPr>
        <p:spPr>
          <a:xfrm flipV="1">
            <a:off x="5335524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10-line1147"/>
          <p:cNvSpPr/>
          <p:nvPr/>
        </p:nvSpPr>
        <p:spPr>
          <a:xfrm flipV="1">
            <a:off x="5202274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0-line1148"/>
          <p:cNvSpPr/>
          <p:nvPr/>
        </p:nvSpPr>
        <p:spPr>
          <a:xfrm flipV="1">
            <a:off x="5078800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0-line1149"/>
          <p:cNvSpPr/>
          <p:nvPr/>
        </p:nvSpPr>
        <p:spPr>
          <a:xfrm flipV="1">
            <a:off x="4966453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0-line1150"/>
          <p:cNvSpPr/>
          <p:nvPr/>
        </p:nvSpPr>
        <p:spPr>
          <a:xfrm flipV="1">
            <a:off x="486646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0-line1151"/>
          <p:cNvSpPr/>
          <p:nvPr/>
        </p:nvSpPr>
        <p:spPr>
          <a:xfrm flipV="1">
            <a:off x="4779933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10-line1152"/>
          <p:cNvSpPr/>
          <p:nvPr/>
        </p:nvSpPr>
        <p:spPr>
          <a:xfrm flipV="1">
            <a:off x="470780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0-line1153"/>
          <p:cNvSpPr/>
          <p:nvPr/>
        </p:nvSpPr>
        <p:spPr>
          <a:xfrm flipV="1">
            <a:off x="4650864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0-line1154"/>
          <p:cNvSpPr/>
          <p:nvPr/>
        </p:nvSpPr>
        <p:spPr>
          <a:xfrm flipV="1">
            <a:off x="4609742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0-line1155"/>
          <p:cNvSpPr/>
          <p:nvPr/>
        </p:nvSpPr>
        <p:spPr>
          <a:xfrm flipV="1">
            <a:off x="458488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0-line1156"/>
          <p:cNvSpPr/>
          <p:nvPr/>
        </p:nvSpPr>
        <p:spPr>
          <a:xfrm>
            <a:off x="4576572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10-line1157"/>
          <p:cNvSpPr/>
          <p:nvPr/>
        </p:nvSpPr>
        <p:spPr>
          <a:xfrm>
            <a:off x="458488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0-line1158"/>
          <p:cNvSpPr/>
          <p:nvPr/>
        </p:nvSpPr>
        <p:spPr>
          <a:xfrm>
            <a:off x="4609742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0-line1159"/>
          <p:cNvSpPr/>
          <p:nvPr/>
        </p:nvSpPr>
        <p:spPr>
          <a:xfrm>
            <a:off x="4650864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0-line1160"/>
          <p:cNvSpPr/>
          <p:nvPr/>
        </p:nvSpPr>
        <p:spPr>
          <a:xfrm>
            <a:off x="470780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0-line1161"/>
          <p:cNvSpPr/>
          <p:nvPr/>
        </p:nvSpPr>
        <p:spPr>
          <a:xfrm>
            <a:off x="4779933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10-line1162"/>
          <p:cNvSpPr/>
          <p:nvPr/>
        </p:nvSpPr>
        <p:spPr>
          <a:xfrm>
            <a:off x="486646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0-line1163"/>
          <p:cNvSpPr/>
          <p:nvPr/>
        </p:nvSpPr>
        <p:spPr>
          <a:xfrm>
            <a:off x="4966453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0-line1164"/>
          <p:cNvSpPr/>
          <p:nvPr/>
        </p:nvSpPr>
        <p:spPr>
          <a:xfrm>
            <a:off x="5078800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0-line1165"/>
          <p:cNvSpPr/>
          <p:nvPr/>
        </p:nvSpPr>
        <p:spPr>
          <a:xfrm>
            <a:off x="5202274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0-line1166"/>
          <p:cNvSpPr/>
          <p:nvPr/>
        </p:nvSpPr>
        <p:spPr>
          <a:xfrm>
            <a:off x="5335524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10-line1167"/>
          <p:cNvSpPr/>
          <p:nvPr/>
        </p:nvSpPr>
        <p:spPr>
          <a:xfrm>
            <a:off x="5477089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0-line1168"/>
          <p:cNvSpPr/>
          <p:nvPr/>
        </p:nvSpPr>
        <p:spPr>
          <a:xfrm>
            <a:off x="5625418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0-line1169"/>
          <p:cNvSpPr/>
          <p:nvPr/>
        </p:nvSpPr>
        <p:spPr>
          <a:xfrm>
            <a:off x="577888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0-line1170"/>
          <p:cNvSpPr/>
          <p:nvPr/>
        </p:nvSpPr>
        <p:spPr>
          <a:xfrm>
            <a:off x="59358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0-label1171"/>
          <p:cNvSpPr txBox="1"/>
          <p:nvPr/>
        </p:nvSpPr>
        <p:spPr>
          <a:xfrm>
            <a:off x="6434176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4" name="S10-label1172"/>
          <p:cNvSpPr txBox="1"/>
          <p:nvPr/>
        </p:nvSpPr>
        <p:spPr>
          <a:xfrm>
            <a:off x="6883669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5" name="S10-label1173"/>
          <p:cNvSpPr txBox="1"/>
          <p:nvPr/>
        </p:nvSpPr>
        <p:spPr>
          <a:xfrm>
            <a:off x="7048195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6" name="S10-label1174"/>
          <p:cNvSpPr txBox="1"/>
          <p:nvPr/>
        </p:nvSpPr>
        <p:spPr>
          <a:xfrm>
            <a:off x="6883669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7" name="S10-label1175"/>
          <p:cNvSpPr txBox="1"/>
          <p:nvPr/>
        </p:nvSpPr>
        <p:spPr>
          <a:xfrm>
            <a:off x="6434176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48" name="S10-label1176"/>
          <p:cNvSpPr txBox="1"/>
          <p:nvPr/>
        </p:nvSpPr>
        <p:spPr>
          <a:xfrm>
            <a:off x="5820156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49" name="S10-label1177"/>
          <p:cNvSpPr txBox="1"/>
          <p:nvPr/>
        </p:nvSpPr>
        <p:spPr>
          <a:xfrm>
            <a:off x="5206136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50" name="S10-label1178"/>
          <p:cNvSpPr txBox="1"/>
          <p:nvPr/>
        </p:nvSpPr>
        <p:spPr>
          <a:xfrm>
            <a:off x="4756643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1" name="S10-label1179"/>
          <p:cNvSpPr txBox="1"/>
          <p:nvPr/>
        </p:nvSpPr>
        <p:spPr>
          <a:xfrm>
            <a:off x="4592117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2" name="S10-label1180"/>
          <p:cNvSpPr txBox="1"/>
          <p:nvPr/>
        </p:nvSpPr>
        <p:spPr>
          <a:xfrm>
            <a:off x="4756643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3" name="S10-label1181"/>
          <p:cNvSpPr txBox="1"/>
          <p:nvPr/>
        </p:nvSpPr>
        <p:spPr>
          <a:xfrm>
            <a:off x="5206136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4" name="S10-label1182"/>
          <p:cNvSpPr txBox="1"/>
          <p:nvPr/>
        </p:nvSpPr>
        <p:spPr>
          <a:xfrm>
            <a:off x="5820156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5" name="S10-line1183"/>
          <p:cNvSpPr/>
          <p:nvPr/>
        </p:nvSpPr>
        <p:spPr>
          <a:xfrm flipH="1" flipV="1">
            <a:off x="5610835" y="2480158"/>
            <a:ext cx="483641" cy="48364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10-line1184"/>
          <p:cNvSpPr/>
          <p:nvPr/>
        </p:nvSpPr>
        <p:spPr>
          <a:xfrm>
            <a:off x="6094476" y="2963799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10-pin1185"/>
          <p:cNvSpPr/>
          <p:nvPr/>
        </p:nvSpPr>
        <p:spPr>
          <a:xfrm>
            <a:off x="6039612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10-label1186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59" name="S10-figure1187" descr="시계: 짧은바늘이 4와 5 사이, 긴바늘이 6을 가리킴(4시 30분)"/>
          <p:cNvSpPr/>
          <p:nvPr/>
        </p:nvSpPr>
        <p:spPr>
          <a:xfrm>
            <a:off x="8343900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0" name="S10-line1188"/>
          <p:cNvSpPr/>
          <p:nvPr/>
        </p:nvSpPr>
        <p:spPr>
          <a:xfrm>
            <a:off x="9898380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1" name="S10-line1189"/>
          <p:cNvSpPr/>
          <p:nvPr/>
        </p:nvSpPr>
        <p:spPr>
          <a:xfrm flipH="1">
            <a:off x="10048920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10-line1190"/>
          <p:cNvSpPr/>
          <p:nvPr/>
        </p:nvSpPr>
        <p:spPr>
          <a:xfrm flipH="1">
            <a:off x="1019781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10-line1191"/>
          <p:cNvSpPr/>
          <p:nvPr/>
        </p:nvSpPr>
        <p:spPr>
          <a:xfrm flipH="1">
            <a:off x="10343420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10-line1192"/>
          <p:cNvSpPr/>
          <p:nvPr/>
        </p:nvSpPr>
        <p:spPr>
          <a:xfrm flipH="1">
            <a:off x="10484154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0-line1193"/>
          <p:cNvSpPr/>
          <p:nvPr/>
        </p:nvSpPr>
        <p:spPr>
          <a:xfrm flipH="1">
            <a:off x="10571836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6" name="S10-line1194"/>
          <p:cNvSpPr/>
          <p:nvPr/>
        </p:nvSpPr>
        <p:spPr>
          <a:xfrm flipH="1">
            <a:off x="10744897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10-line1195"/>
          <p:cNvSpPr/>
          <p:nvPr/>
        </p:nvSpPr>
        <p:spPr>
          <a:xfrm flipH="1">
            <a:off x="10862049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10-line1196"/>
          <p:cNvSpPr/>
          <p:nvPr/>
        </p:nvSpPr>
        <p:spPr>
          <a:xfrm flipH="1">
            <a:off x="10968642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10-line1197"/>
          <p:cNvSpPr/>
          <p:nvPr/>
        </p:nvSpPr>
        <p:spPr>
          <a:xfrm flipH="1">
            <a:off x="1106351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0-line1198"/>
          <p:cNvSpPr/>
          <p:nvPr/>
        </p:nvSpPr>
        <p:spPr>
          <a:xfrm flipH="1">
            <a:off x="1106483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1" name="S10-line1199"/>
          <p:cNvSpPr/>
          <p:nvPr/>
        </p:nvSpPr>
        <p:spPr>
          <a:xfrm flipH="1">
            <a:off x="11214050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10-line1200"/>
          <p:cNvSpPr/>
          <p:nvPr/>
        </p:nvSpPr>
        <p:spPr>
          <a:xfrm flipH="1">
            <a:off x="11268073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10-line1201"/>
          <p:cNvSpPr/>
          <p:nvPr/>
        </p:nvSpPr>
        <p:spPr>
          <a:xfrm flipH="1">
            <a:off x="11307089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10-line1202"/>
          <p:cNvSpPr/>
          <p:nvPr/>
        </p:nvSpPr>
        <p:spPr>
          <a:xfrm flipH="1">
            <a:off x="1133067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10-line1203"/>
          <p:cNvSpPr/>
          <p:nvPr/>
        </p:nvSpPr>
        <p:spPr>
          <a:xfrm flipH="1">
            <a:off x="11245291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6" name="S10-line1204"/>
          <p:cNvSpPr/>
          <p:nvPr/>
        </p:nvSpPr>
        <p:spPr>
          <a:xfrm flipH="1" flipV="1">
            <a:off x="1133067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10-line1205"/>
          <p:cNvSpPr/>
          <p:nvPr/>
        </p:nvSpPr>
        <p:spPr>
          <a:xfrm flipH="1" flipV="1">
            <a:off x="11307089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10-line1206"/>
          <p:cNvSpPr/>
          <p:nvPr/>
        </p:nvSpPr>
        <p:spPr>
          <a:xfrm flipH="1" flipV="1">
            <a:off x="11268073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10-line1207"/>
          <p:cNvSpPr/>
          <p:nvPr/>
        </p:nvSpPr>
        <p:spPr>
          <a:xfrm flipH="1" flipV="1">
            <a:off x="11214050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0-line1208"/>
          <p:cNvSpPr/>
          <p:nvPr/>
        </p:nvSpPr>
        <p:spPr>
          <a:xfrm flipH="1" flipV="1">
            <a:off x="1106483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1" name="S10-line1209"/>
          <p:cNvSpPr/>
          <p:nvPr/>
        </p:nvSpPr>
        <p:spPr>
          <a:xfrm flipH="1" flipV="1">
            <a:off x="1106351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10-line1210"/>
          <p:cNvSpPr/>
          <p:nvPr/>
        </p:nvSpPr>
        <p:spPr>
          <a:xfrm flipH="1" flipV="1">
            <a:off x="10968642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10-line1211"/>
          <p:cNvSpPr/>
          <p:nvPr/>
        </p:nvSpPr>
        <p:spPr>
          <a:xfrm flipH="1" flipV="1">
            <a:off x="10862049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10-line1212"/>
          <p:cNvSpPr/>
          <p:nvPr/>
        </p:nvSpPr>
        <p:spPr>
          <a:xfrm flipH="1" flipV="1">
            <a:off x="10744897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0-line1213"/>
          <p:cNvSpPr/>
          <p:nvPr/>
        </p:nvSpPr>
        <p:spPr>
          <a:xfrm flipH="1" flipV="1">
            <a:off x="10571836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6" name="S10-line1214"/>
          <p:cNvSpPr/>
          <p:nvPr/>
        </p:nvSpPr>
        <p:spPr>
          <a:xfrm flipH="1" flipV="1">
            <a:off x="10484154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10-line1215"/>
          <p:cNvSpPr/>
          <p:nvPr/>
        </p:nvSpPr>
        <p:spPr>
          <a:xfrm flipH="1" flipV="1">
            <a:off x="10343420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10-line1216"/>
          <p:cNvSpPr/>
          <p:nvPr/>
        </p:nvSpPr>
        <p:spPr>
          <a:xfrm flipH="1" flipV="1">
            <a:off x="1019781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10-line1217"/>
          <p:cNvSpPr/>
          <p:nvPr/>
        </p:nvSpPr>
        <p:spPr>
          <a:xfrm flipH="1" flipV="1">
            <a:off x="10048920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0-line1218"/>
          <p:cNvSpPr/>
          <p:nvPr/>
        </p:nvSpPr>
        <p:spPr>
          <a:xfrm flipV="1">
            <a:off x="9898380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1" name="S10-line1219"/>
          <p:cNvSpPr/>
          <p:nvPr/>
        </p:nvSpPr>
        <p:spPr>
          <a:xfrm flipV="1">
            <a:off x="97397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10-line1220"/>
          <p:cNvSpPr/>
          <p:nvPr/>
        </p:nvSpPr>
        <p:spPr>
          <a:xfrm flipV="1">
            <a:off x="958279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10-line1221"/>
          <p:cNvSpPr/>
          <p:nvPr/>
        </p:nvSpPr>
        <p:spPr>
          <a:xfrm flipV="1">
            <a:off x="942932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10-line1222"/>
          <p:cNvSpPr/>
          <p:nvPr/>
        </p:nvSpPr>
        <p:spPr>
          <a:xfrm flipV="1">
            <a:off x="9280993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10-line1223"/>
          <p:cNvSpPr/>
          <p:nvPr/>
        </p:nvSpPr>
        <p:spPr>
          <a:xfrm flipV="1">
            <a:off x="91394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6" name="S10-line1224"/>
          <p:cNvSpPr/>
          <p:nvPr/>
        </p:nvSpPr>
        <p:spPr>
          <a:xfrm flipV="1">
            <a:off x="9006178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10-line1225"/>
          <p:cNvSpPr/>
          <p:nvPr/>
        </p:nvSpPr>
        <p:spPr>
          <a:xfrm flipV="1">
            <a:off x="8882704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10-line1226"/>
          <p:cNvSpPr/>
          <p:nvPr/>
        </p:nvSpPr>
        <p:spPr>
          <a:xfrm flipV="1">
            <a:off x="8770357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10-line1227"/>
          <p:cNvSpPr/>
          <p:nvPr/>
        </p:nvSpPr>
        <p:spPr>
          <a:xfrm flipV="1">
            <a:off x="867037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10-line1228"/>
          <p:cNvSpPr/>
          <p:nvPr/>
        </p:nvSpPr>
        <p:spPr>
          <a:xfrm flipV="1">
            <a:off x="8583837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1" name="S10-line1229"/>
          <p:cNvSpPr/>
          <p:nvPr/>
        </p:nvSpPr>
        <p:spPr>
          <a:xfrm flipV="1">
            <a:off x="851170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10-line1230"/>
          <p:cNvSpPr/>
          <p:nvPr/>
        </p:nvSpPr>
        <p:spPr>
          <a:xfrm flipV="1">
            <a:off x="8454768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10-line1231"/>
          <p:cNvSpPr/>
          <p:nvPr/>
        </p:nvSpPr>
        <p:spPr>
          <a:xfrm flipV="1">
            <a:off x="8413646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10-line1232"/>
          <p:cNvSpPr/>
          <p:nvPr/>
        </p:nvSpPr>
        <p:spPr>
          <a:xfrm flipV="1">
            <a:off x="838879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10-line1233"/>
          <p:cNvSpPr/>
          <p:nvPr/>
        </p:nvSpPr>
        <p:spPr>
          <a:xfrm>
            <a:off x="8380476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6" name="S10-line1234"/>
          <p:cNvSpPr/>
          <p:nvPr/>
        </p:nvSpPr>
        <p:spPr>
          <a:xfrm>
            <a:off x="838879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10-line1235"/>
          <p:cNvSpPr/>
          <p:nvPr/>
        </p:nvSpPr>
        <p:spPr>
          <a:xfrm>
            <a:off x="8413646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10-line1236"/>
          <p:cNvSpPr/>
          <p:nvPr/>
        </p:nvSpPr>
        <p:spPr>
          <a:xfrm>
            <a:off x="8454768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10-line1237"/>
          <p:cNvSpPr/>
          <p:nvPr/>
        </p:nvSpPr>
        <p:spPr>
          <a:xfrm>
            <a:off x="851170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10-line1238"/>
          <p:cNvSpPr/>
          <p:nvPr/>
        </p:nvSpPr>
        <p:spPr>
          <a:xfrm>
            <a:off x="8583837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1" name="S10-line1239"/>
          <p:cNvSpPr/>
          <p:nvPr/>
        </p:nvSpPr>
        <p:spPr>
          <a:xfrm>
            <a:off x="867037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10-line1240"/>
          <p:cNvSpPr/>
          <p:nvPr/>
        </p:nvSpPr>
        <p:spPr>
          <a:xfrm>
            <a:off x="8770357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10-line1241"/>
          <p:cNvSpPr/>
          <p:nvPr/>
        </p:nvSpPr>
        <p:spPr>
          <a:xfrm>
            <a:off x="8882704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10-line1242"/>
          <p:cNvSpPr/>
          <p:nvPr/>
        </p:nvSpPr>
        <p:spPr>
          <a:xfrm>
            <a:off x="9006178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10-line1243"/>
          <p:cNvSpPr/>
          <p:nvPr/>
        </p:nvSpPr>
        <p:spPr>
          <a:xfrm>
            <a:off x="91394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6" name="S10-line1244"/>
          <p:cNvSpPr/>
          <p:nvPr/>
        </p:nvSpPr>
        <p:spPr>
          <a:xfrm>
            <a:off x="9280993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10-line1245"/>
          <p:cNvSpPr/>
          <p:nvPr/>
        </p:nvSpPr>
        <p:spPr>
          <a:xfrm>
            <a:off x="942932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10-line1246"/>
          <p:cNvSpPr/>
          <p:nvPr/>
        </p:nvSpPr>
        <p:spPr>
          <a:xfrm>
            <a:off x="958279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10-line1247"/>
          <p:cNvSpPr/>
          <p:nvPr/>
        </p:nvSpPr>
        <p:spPr>
          <a:xfrm>
            <a:off x="97397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10-label1248"/>
          <p:cNvSpPr txBox="1"/>
          <p:nvPr/>
        </p:nvSpPr>
        <p:spPr>
          <a:xfrm>
            <a:off x="10238080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21" name="S10-label1249"/>
          <p:cNvSpPr txBox="1"/>
          <p:nvPr/>
        </p:nvSpPr>
        <p:spPr>
          <a:xfrm>
            <a:off x="10687573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22" name="S10-label1250"/>
          <p:cNvSpPr txBox="1"/>
          <p:nvPr/>
        </p:nvSpPr>
        <p:spPr>
          <a:xfrm>
            <a:off x="10852099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23" name="S10-label1251"/>
          <p:cNvSpPr txBox="1"/>
          <p:nvPr/>
        </p:nvSpPr>
        <p:spPr>
          <a:xfrm>
            <a:off x="10687573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4" name="S10-label1252"/>
          <p:cNvSpPr txBox="1"/>
          <p:nvPr/>
        </p:nvSpPr>
        <p:spPr>
          <a:xfrm>
            <a:off x="10238080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25" name="S10-label1253"/>
          <p:cNvSpPr txBox="1"/>
          <p:nvPr/>
        </p:nvSpPr>
        <p:spPr>
          <a:xfrm>
            <a:off x="9624060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26" name="S10-label1254"/>
          <p:cNvSpPr txBox="1"/>
          <p:nvPr/>
        </p:nvSpPr>
        <p:spPr>
          <a:xfrm>
            <a:off x="9010040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27" name="S10-label1255"/>
          <p:cNvSpPr txBox="1"/>
          <p:nvPr/>
        </p:nvSpPr>
        <p:spPr>
          <a:xfrm>
            <a:off x="8560547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28" name="S10-label1256"/>
          <p:cNvSpPr txBox="1"/>
          <p:nvPr/>
        </p:nvSpPr>
        <p:spPr>
          <a:xfrm>
            <a:off x="839602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29" name="S10-label1257"/>
          <p:cNvSpPr txBox="1"/>
          <p:nvPr/>
        </p:nvSpPr>
        <p:spPr>
          <a:xfrm>
            <a:off x="8560547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30" name="S10-label1258"/>
          <p:cNvSpPr txBox="1"/>
          <p:nvPr/>
        </p:nvSpPr>
        <p:spPr>
          <a:xfrm>
            <a:off x="9010040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231" name="S10-label1259"/>
          <p:cNvSpPr txBox="1"/>
          <p:nvPr/>
        </p:nvSpPr>
        <p:spPr>
          <a:xfrm>
            <a:off x="9624060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32" name="S10-line1260"/>
          <p:cNvSpPr/>
          <p:nvPr/>
        </p:nvSpPr>
        <p:spPr>
          <a:xfrm>
            <a:off x="9898380" y="2963799"/>
            <a:ext cx="483641" cy="48364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3" name="S10-line1261"/>
          <p:cNvSpPr/>
          <p:nvPr/>
        </p:nvSpPr>
        <p:spPr>
          <a:xfrm>
            <a:off x="9898380" y="2963799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4" name="S10-pin1262"/>
          <p:cNvSpPr/>
          <p:nvPr/>
        </p:nvSpPr>
        <p:spPr>
          <a:xfrm>
            <a:off x="9843516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5" name="S10-label1263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400" dirty="0"/>
          </a:p>
        </p:txBody>
      </p:sp>
      <p:sp>
        <p:nvSpPr>
          <p:cNvPr id="3" name="S11-card12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12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왜 그럴까요?</a:t>
            </a:r>
            <a:endParaRPr lang="ko-KR" sz="3200" dirty="0"/>
          </a:p>
        </p:txBody>
      </p:sp>
      <p:sp>
        <p:nvSpPr>
          <p:cNvPr id="5" name="S11-figure1266" descr="시계: 짧은바늘이 4와 5 사이, 긴바늘이 6을 가리킴(4시 30분)"/>
          <p:cNvSpPr/>
          <p:nvPr/>
        </p:nvSpPr>
        <p:spPr>
          <a:xfrm>
            <a:off x="1675638" y="166878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11-line1267"/>
          <p:cNvSpPr/>
          <p:nvPr/>
        </p:nvSpPr>
        <p:spPr>
          <a:xfrm>
            <a:off x="3230118" y="170535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1-line1268"/>
          <p:cNvSpPr/>
          <p:nvPr/>
        </p:nvSpPr>
        <p:spPr>
          <a:xfrm flipH="1">
            <a:off x="3380658" y="17136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1-line1269"/>
          <p:cNvSpPr/>
          <p:nvPr/>
        </p:nvSpPr>
        <p:spPr>
          <a:xfrm flipH="1">
            <a:off x="3529548" y="17385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1-line1270"/>
          <p:cNvSpPr/>
          <p:nvPr/>
        </p:nvSpPr>
        <p:spPr>
          <a:xfrm flipH="1">
            <a:off x="3675158" y="17796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1-line1271"/>
          <p:cNvSpPr/>
          <p:nvPr/>
        </p:nvSpPr>
        <p:spPr>
          <a:xfrm flipH="1">
            <a:off x="3815892" y="18365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1-line1272"/>
          <p:cNvSpPr/>
          <p:nvPr/>
        </p:nvSpPr>
        <p:spPr>
          <a:xfrm flipH="1">
            <a:off x="3903574" y="19087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11-line1273"/>
          <p:cNvSpPr/>
          <p:nvPr/>
        </p:nvSpPr>
        <p:spPr>
          <a:xfrm flipH="1">
            <a:off x="4076635" y="19952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1-line1274"/>
          <p:cNvSpPr/>
          <p:nvPr/>
        </p:nvSpPr>
        <p:spPr>
          <a:xfrm flipH="1">
            <a:off x="4193787" y="20952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1-line1275"/>
          <p:cNvSpPr/>
          <p:nvPr/>
        </p:nvSpPr>
        <p:spPr>
          <a:xfrm flipH="1">
            <a:off x="4300380" y="22075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1-line1276"/>
          <p:cNvSpPr/>
          <p:nvPr/>
        </p:nvSpPr>
        <p:spPr>
          <a:xfrm flipH="1">
            <a:off x="4395248" y="23310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1-line1277"/>
          <p:cNvSpPr/>
          <p:nvPr/>
        </p:nvSpPr>
        <p:spPr>
          <a:xfrm flipH="1">
            <a:off x="4396577" y="24643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1-line1278"/>
          <p:cNvSpPr/>
          <p:nvPr/>
        </p:nvSpPr>
        <p:spPr>
          <a:xfrm flipH="1">
            <a:off x="4545788" y="26058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1-line1279"/>
          <p:cNvSpPr/>
          <p:nvPr/>
        </p:nvSpPr>
        <p:spPr>
          <a:xfrm flipH="1">
            <a:off x="4599811" y="27542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1-line1280"/>
          <p:cNvSpPr/>
          <p:nvPr/>
        </p:nvSpPr>
        <p:spPr>
          <a:xfrm flipH="1">
            <a:off x="4638827" y="29076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1-line1281"/>
          <p:cNvSpPr/>
          <p:nvPr/>
        </p:nvSpPr>
        <p:spPr>
          <a:xfrm flipH="1">
            <a:off x="4662409" y="30645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1-line1282"/>
          <p:cNvSpPr/>
          <p:nvPr/>
        </p:nvSpPr>
        <p:spPr>
          <a:xfrm flipH="1">
            <a:off x="4577029" y="32232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11-line1283"/>
          <p:cNvSpPr/>
          <p:nvPr/>
        </p:nvSpPr>
        <p:spPr>
          <a:xfrm flipH="1" flipV="1">
            <a:off x="4662409" y="33738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1-line1284"/>
          <p:cNvSpPr/>
          <p:nvPr/>
        </p:nvSpPr>
        <p:spPr>
          <a:xfrm flipH="1" flipV="1">
            <a:off x="4638827" y="35226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1-line1285"/>
          <p:cNvSpPr/>
          <p:nvPr/>
        </p:nvSpPr>
        <p:spPr>
          <a:xfrm flipH="1" flipV="1">
            <a:off x="4599811" y="36683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1-line1286"/>
          <p:cNvSpPr/>
          <p:nvPr/>
        </p:nvSpPr>
        <p:spPr>
          <a:xfrm flipH="1" flipV="1">
            <a:off x="4545788" y="38090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1-line1287"/>
          <p:cNvSpPr/>
          <p:nvPr/>
        </p:nvSpPr>
        <p:spPr>
          <a:xfrm flipH="1" flipV="1">
            <a:off x="4396577" y="38967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11-line1288"/>
          <p:cNvSpPr/>
          <p:nvPr/>
        </p:nvSpPr>
        <p:spPr>
          <a:xfrm flipH="1" flipV="1">
            <a:off x="4395248" y="40697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1-line1289"/>
          <p:cNvSpPr/>
          <p:nvPr/>
        </p:nvSpPr>
        <p:spPr>
          <a:xfrm flipH="1" flipV="1">
            <a:off x="4300380" y="41869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1-line1290"/>
          <p:cNvSpPr/>
          <p:nvPr/>
        </p:nvSpPr>
        <p:spPr>
          <a:xfrm flipH="1" flipV="1">
            <a:off x="4193787" y="42935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1-line1291"/>
          <p:cNvSpPr/>
          <p:nvPr/>
        </p:nvSpPr>
        <p:spPr>
          <a:xfrm flipH="1" flipV="1">
            <a:off x="4076635" y="43883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1-line1292"/>
          <p:cNvSpPr/>
          <p:nvPr/>
        </p:nvSpPr>
        <p:spPr>
          <a:xfrm flipH="1" flipV="1">
            <a:off x="3903574" y="43897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11-line1293"/>
          <p:cNvSpPr/>
          <p:nvPr/>
        </p:nvSpPr>
        <p:spPr>
          <a:xfrm flipH="1" flipV="1">
            <a:off x="3815892" y="45389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1-line1294"/>
          <p:cNvSpPr/>
          <p:nvPr/>
        </p:nvSpPr>
        <p:spPr>
          <a:xfrm flipH="1" flipV="1">
            <a:off x="3675158" y="45929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1-line1295"/>
          <p:cNvSpPr/>
          <p:nvPr/>
        </p:nvSpPr>
        <p:spPr>
          <a:xfrm flipH="1" flipV="1">
            <a:off x="3529548" y="46319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1-line1296"/>
          <p:cNvSpPr/>
          <p:nvPr/>
        </p:nvSpPr>
        <p:spPr>
          <a:xfrm flipH="1" flipV="1">
            <a:off x="3380658" y="46555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1-line1297"/>
          <p:cNvSpPr/>
          <p:nvPr/>
        </p:nvSpPr>
        <p:spPr>
          <a:xfrm flipV="1">
            <a:off x="3230118" y="457017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11-line1298"/>
          <p:cNvSpPr/>
          <p:nvPr/>
        </p:nvSpPr>
        <p:spPr>
          <a:xfrm flipV="1">
            <a:off x="3071454" y="46555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1-line1299"/>
          <p:cNvSpPr/>
          <p:nvPr/>
        </p:nvSpPr>
        <p:spPr>
          <a:xfrm flipV="1">
            <a:off x="2914528" y="46319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1-line1300"/>
          <p:cNvSpPr/>
          <p:nvPr/>
        </p:nvSpPr>
        <p:spPr>
          <a:xfrm flipV="1">
            <a:off x="2761060" y="45929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1-line1301"/>
          <p:cNvSpPr/>
          <p:nvPr/>
        </p:nvSpPr>
        <p:spPr>
          <a:xfrm flipV="1">
            <a:off x="2612731" y="45389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1-line1302"/>
          <p:cNvSpPr/>
          <p:nvPr/>
        </p:nvSpPr>
        <p:spPr>
          <a:xfrm flipV="1">
            <a:off x="2471166" y="43897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11-line1303"/>
          <p:cNvSpPr/>
          <p:nvPr/>
        </p:nvSpPr>
        <p:spPr>
          <a:xfrm flipV="1">
            <a:off x="2337916" y="43883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1-line1304"/>
          <p:cNvSpPr/>
          <p:nvPr/>
        </p:nvSpPr>
        <p:spPr>
          <a:xfrm flipV="1">
            <a:off x="2214442" y="42935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1-line1305"/>
          <p:cNvSpPr/>
          <p:nvPr/>
        </p:nvSpPr>
        <p:spPr>
          <a:xfrm flipV="1">
            <a:off x="2102095" y="41869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1-line1306"/>
          <p:cNvSpPr/>
          <p:nvPr/>
        </p:nvSpPr>
        <p:spPr>
          <a:xfrm flipV="1">
            <a:off x="2002108" y="40697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1-line1307"/>
          <p:cNvSpPr/>
          <p:nvPr/>
        </p:nvSpPr>
        <p:spPr>
          <a:xfrm flipV="1">
            <a:off x="1915575" y="38967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11-line1308"/>
          <p:cNvSpPr/>
          <p:nvPr/>
        </p:nvSpPr>
        <p:spPr>
          <a:xfrm flipV="1">
            <a:off x="1843444" y="38090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1-line1309"/>
          <p:cNvSpPr/>
          <p:nvPr/>
        </p:nvSpPr>
        <p:spPr>
          <a:xfrm flipV="1">
            <a:off x="1786506" y="36683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1-line1310"/>
          <p:cNvSpPr/>
          <p:nvPr/>
        </p:nvSpPr>
        <p:spPr>
          <a:xfrm flipV="1">
            <a:off x="1745384" y="35226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1-line1311"/>
          <p:cNvSpPr/>
          <p:nvPr/>
        </p:nvSpPr>
        <p:spPr>
          <a:xfrm flipV="1">
            <a:off x="1720529" y="33738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1-line1312"/>
          <p:cNvSpPr/>
          <p:nvPr/>
        </p:nvSpPr>
        <p:spPr>
          <a:xfrm>
            <a:off x="1712214" y="32232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11-line1313"/>
          <p:cNvSpPr/>
          <p:nvPr/>
        </p:nvSpPr>
        <p:spPr>
          <a:xfrm>
            <a:off x="1720529" y="30645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1-line1314"/>
          <p:cNvSpPr/>
          <p:nvPr/>
        </p:nvSpPr>
        <p:spPr>
          <a:xfrm>
            <a:off x="1745384" y="29076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1-line1315"/>
          <p:cNvSpPr/>
          <p:nvPr/>
        </p:nvSpPr>
        <p:spPr>
          <a:xfrm>
            <a:off x="1786506" y="27542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1-line1316"/>
          <p:cNvSpPr/>
          <p:nvPr/>
        </p:nvSpPr>
        <p:spPr>
          <a:xfrm>
            <a:off x="1843444" y="26058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1-line1317"/>
          <p:cNvSpPr/>
          <p:nvPr/>
        </p:nvSpPr>
        <p:spPr>
          <a:xfrm>
            <a:off x="1915575" y="24643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11-line1318"/>
          <p:cNvSpPr/>
          <p:nvPr/>
        </p:nvSpPr>
        <p:spPr>
          <a:xfrm>
            <a:off x="2002108" y="23310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1-line1319"/>
          <p:cNvSpPr/>
          <p:nvPr/>
        </p:nvSpPr>
        <p:spPr>
          <a:xfrm>
            <a:off x="2102095" y="22075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1-line1320"/>
          <p:cNvSpPr/>
          <p:nvPr/>
        </p:nvSpPr>
        <p:spPr>
          <a:xfrm>
            <a:off x="2214442" y="20952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1-line1321"/>
          <p:cNvSpPr/>
          <p:nvPr/>
        </p:nvSpPr>
        <p:spPr>
          <a:xfrm>
            <a:off x="2337916" y="19952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1-line1322"/>
          <p:cNvSpPr/>
          <p:nvPr/>
        </p:nvSpPr>
        <p:spPr>
          <a:xfrm>
            <a:off x="2471166" y="19087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11-line1323"/>
          <p:cNvSpPr/>
          <p:nvPr/>
        </p:nvSpPr>
        <p:spPr>
          <a:xfrm>
            <a:off x="2612731" y="18365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1-line1324"/>
          <p:cNvSpPr/>
          <p:nvPr/>
        </p:nvSpPr>
        <p:spPr>
          <a:xfrm>
            <a:off x="2761060" y="17796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1-line1325"/>
          <p:cNvSpPr/>
          <p:nvPr/>
        </p:nvSpPr>
        <p:spPr>
          <a:xfrm>
            <a:off x="2914528" y="17385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1-line1326"/>
          <p:cNvSpPr/>
          <p:nvPr/>
        </p:nvSpPr>
        <p:spPr>
          <a:xfrm>
            <a:off x="3071454" y="17136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1-label1327"/>
          <p:cNvSpPr txBox="1"/>
          <p:nvPr/>
        </p:nvSpPr>
        <p:spPr>
          <a:xfrm>
            <a:off x="3569818" y="19768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11-label1328"/>
          <p:cNvSpPr txBox="1"/>
          <p:nvPr/>
        </p:nvSpPr>
        <p:spPr>
          <a:xfrm>
            <a:off x="4019311" y="2426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11-label1329"/>
          <p:cNvSpPr txBox="1"/>
          <p:nvPr/>
        </p:nvSpPr>
        <p:spPr>
          <a:xfrm>
            <a:off x="4183837" y="30403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11-label1330"/>
          <p:cNvSpPr txBox="1"/>
          <p:nvPr/>
        </p:nvSpPr>
        <p:spPr>
          <a:xfrm>
            <a:off x="4019311" y="3654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11-label1331"/>
          <p:cNvSpPr txBox="1"/>
          <p:nvPr/>
        </p:nvSpPr>
        <p:spPr>
          <a:xfrm>
            <a:off x="3569818" y="4103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11-label1332"/>
          <p:cNvSpPr txBox="1"/>
          <p:nvPr/>
        </p:nvSpPr>
        <p:spPr>
          <a:xfrm>
            <a:off x="2955798" y="42684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11-label1333"/>
          <p:cNvSpPr txBox="1"/>
          <p:nvPr/>
        </p:nvSpPr>
        <p:spPr>
          <a:xfrm>
            <a:off x="2341778" y="4103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11-label1334"/>
          <p:cNvSpPr txBox="1"/>
          <p:nvPr/>
        </p:nvSpPr>
        <p:spPr>
          <a:xfrm>
            <a:off x="1892285" y="3654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11-label1335"/>
          <p:cNvSpPr txBox="1"/>
          <p:nvPr/>
        </p:nvSpPr>
        <p:spPr>
          <a:xfrm>
            <a:off x="1727759" y="30403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11-label1336"/>
          <p:cNvSpPr txBox="1"/>
          <p:nvPr/>
        </p:nvSpPr>
        <p:spPr>
          <a:xfrm>
            <a:off x="1892285" y="2426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11-label1337"/>
          <p:cNvSpPr txBox="1"/>
          <p:nvPr/>
        </p:nvSpPr>
        <p:spPr>
          <a:xfrm>
            <a:off x="2341778" y="19768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11-label1338"/>
          <p:cNvSpPr txBox="1"/>
          <p:nvPr/>
        </p:nvSpPr>
        <p:spPr>
          <a:xfrm>
            <a:off x="2955798" y="18123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11-line1339"/>
          <p:cNvSpPr/>
          <p:nvPr/>
        </p:nvSpPr>
        <p:spPr>
          <a:xfrm>
            <a:off x="3230118" y="3223260"/>
            <a:ext cx="483641" cy="48364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11-line1340"/>
          <p:cNvSpPr/>
          <p:nvPr/>
        </p:nvSpPr>
        <p:spPr>
          <a:xfrm>
            <a:off x="3230118" y="3223260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11-pin1341"/>
          <p:cNvSpPr/>
          <p:nvPr/>
        </p:nvSpPr>
        <p:spPr>
          <a:xfrm>
            <a:off x="3175254" y="316839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11-card1342"/>
          <p:cNvSpPr/>
          <p:nvPr/>
        </p:nvSpPr>
        <p:spPr>
          <a:xfrm>
            <a:off x="6277356" y="1804924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2" name="S11-cardtext1343"/>
          <p:cNvSpPr txBox="1"/>
          <p:nvPr/>
        </p:nvSpPr>
        <p:spPr>
          <a:xfrm>
            <a:off x="6551676" y="1942084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5시 30분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“짧은바늘 옆에 5가 있어요.”</a:t>
            </a:r>
            <a:endParaRPr lang="ko-KR" sz="3200" dirty="0"/>
          </a:p>
        </p:txBody>
      </p:sp>
      <p:sp>
        <p:nvSpPr>
          <p:cNvPr id="83" name="S11-card1344"/>
          <p:cNvSpPr/>
          <p:nvPr/>
        </p:nvSpPr>
        <p:spPr>
          <a:xfrm>
            <a:off x="6277356" y="3337560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4" name="S11-cardtext1345"/>
          <p:cNvSpPr txBox="1"/>
          <p:nvPr/>
        </p:nvSpPr>
        <p:spPr>
          <a:xfrm>
            <a:off x="6551676" y="3474720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4시 30분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“짧은바늘이 4를 지났어요.”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card1346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1347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 몇 시인지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종이 시계에 2시 30분을 그려요.</a:t>
            </a:r>
            <a:endParaRPr lang="ko-KR" sz="3200" dirty="0"/>
          </a:p>
        </p:txBody>
      </p:sp>
      <p:sp>
        <p:nvSpPr>
          <p:cNvPr id="5" name="S12-figure1348" descr="시계: 짧은바늘이 6, 긴바늘이 12를 가리킴(6시)"/>
          <p:cNvSpPr/>
          <p:nvPr/>
        </p:nvSpPr>
        <p:spPr>
          <a:xfrm>
            <a:off x="1821307" y="1325880"/>
            <a:ext cx="2840482" cy="284048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12-line1349"/>
          <p:cNvSpPr/>
          <p:nvPr/>
        </p:nvSpPr>
        <p:spPr>
          <a:xfrm>
            <a:off x="3241548" y="1362456"/>
            <a:ext cx="0" cy="1562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2-line1350"/>
          <p:cNvSpPr/>
          <p:nvPr/>
        </p:nvSpPr>
        <p:spPr>
          <a:xfrm flipH="1">
            <a:off x="3378758" y="1370036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2-line1351"/>
          <p:cNvSpPr/>
          <p:nvPr/>
        </p:nvSpPr>
        <p:spPr>
          <a:xfrm flipH="1">
            <a:off x="3514464" y="1392692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2-line1352"/>
          <p:cNvSpPr/>
          <p:nvPr/>
        </p:nvSpPr>
        <p:spPr>
          <a:xfrm flipH="1">
            <a:off x="3647180" y="1430177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2-line1353"/>
          <p:cNvSpPr/>
          <p:nvPr/>
        </p:nvSpPr>
        <p:spPr>
          <a:xfrm flipH="1">
            <a:off x="3775452" y="1482080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2-line1354"/>
          <p:cNvSpPr/>
          <p:nvPr/>
        </p:nvSpPr>
        <p:spPr>
          <a:xfrm flipH="1">
            <a:off x="3855267" y="1547832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12-line1355"/>
          <p:cNvSpPr/>
          <p:nvPr/>
        </p:nvSpPr>
        <p:spPr>
          <a:xfrm flipH="1">
            <a:off x="4013106" y="1626713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2-line1356"/>
          <p:cNvSpPr/>
          <p:nvPr/>
        </p:nvSpPr>
        <p:spPr>
          <a:xfrm flipH="1">
            <a:off x="4119884" y="1717858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2-line1357"/>
          <p:cNvSpPr/>
          <p:nvPr/>
        </p:nvSpPr>
        <p:spPr>
          <a:xfrm flipH="1">
            <a:off x="4217039" y="1820268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2-line1358"/>
          <p:cNvSpPr/>
          <p:nvPr/>
        </p:nvSpPr>
        <p:spPr>
          <a:xfrm flipH="1">
            <a:off x="4303507" y="1932823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2-line1359"/>
          <p:cNvSpPr/>
          <p:nvPr/>
        </p:nvSpPr>
        <p:spPr>
          <a:xfrm flipH="1">
            <a:off x="4304541" y="2054289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2-line1360"/>
          <p:cNvSpPr/>
          <p:nvPr/>
        </p:nvSpPr>
        <p:spPr>
          <a:xfrm flipH="1">
            <a:off x="4440716" y="2183334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2-line1361"/>
          <p:cNvSpPr/>
          <p:nvPr/>
        </p:nvSpPr>
        <p:spPr>
          <a:xfrm flipH="1">
            <a:off x="4489955" y="2318545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2-line1362"/>
          <p:cNvSpPr/>
          <p:nvPr/>
        </p:nvSpPr>
        <p:spPr>
          <a:xfrm flipH="1">
            <a:off x="4525516" y="2458441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2-line1363"/>
          <p:cNvSpPr/>
          <p:nvPr/>
        </p:nvSpPr>
        <p:spPr>
          <a:xfrm flipH="1">
            <a:off x="4547010" y="2601489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2-line1364"/>
          <p:cNvSpPr/>
          <p:nvPr/>
        </p:nvSpPr>
        <p:spPr>
          <a:xfrm flipH="1">
            <a:off x="4468986" y="2746121"/>
            <a:ext cx="15622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12-line1365"/>
          <p:cNvSpPr/>
          <p:nvPr/>
        </p:nvSpPr>
        <p:spPr>
          <a:xfrm flipH="1" flipV="1">
            <a:off x="4547010" y="2883331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2-line1366"/>
          <p:cNvSpPr/>
          <p:nvPr/>
        </p:nvSpPr>
        <p:spPr>
          <a:xfrm flipH="1" flipV="1">
            <a:off x="4525516" y="3019037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2-line1367"/>
          <p:cNvSpPr/>
          <p:nvPr/>
        </p:nvSpPr>
        <p:spPr>
          <a:xfrm flipH="1" flipV="1">
            <a:off x="4489955" y="3151753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2-line1368"/>
          <p:cNvSpPr/>
          <p:nvPr/>
        </p:nvSpPr>
        <p:spPr>
          <a:xfrm flipH="1" flipV="1">
            <a:off x="4440716" y="3280025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2-line1369"/>
          <p:cNvSpPr/>
          <p:nvPr/>
        </p:nvSpPr>
        <p:spPr>
          <a:xfrm flipH="1" flipV="1">
            <a:off x="4304541" y="3359840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12-line1370"/>
          <p:cNvSpPr/>
          <p:nvPr/>
        </p:nvSpPr>
        <p:spPr>
          <a:xfrm flipH="1" flipV="1">
            <a:off x="4303507" y="3517679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2-line1371"/>
          <p:cNvSpPr/>
          <p:nvPr/>
        </p:nvSpPr>
        <p:spPr>
          <a:xfrm flipH="1" flipV="1">
            <a:off x="4217039" y="3624457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2-line1372"/>
          <p:cNvSpPr/>
          <p:nvPr/>
        </p:nvSpPr>
        <p:spPr>
          <a:xfrm flipH="1" flipV="1">
            <a:off x="4119884" y="3721612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2-line1373"/>
          <p:cNvSpPr/>
          <p:nvPr/>
        </p:nvSpPr>
        <p:spPr>
          <a:xfrm flipH="1" flipV="1">
            <a:off x="4013106" y="3808080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2-line1374"/>
          <p:cNvSpPr/>
          <p:nvPr/>
        </p:nvSpPr>
        <p:spPr>
          <a:xfrm flipH="1" flipV="1">
            <a:off x="3855267" y="3809114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12-line1375"/>
          <p:cNvSpPr/>
          <p:nvPr/>
        </p:nvSpPr>
        <p:spPr>
          <a:xfrm flipH="1" flipV="1">
            <a:off x="3775452" y="3945289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2-line1376"/>
          <p:cNvSpPr/>
          <p:nvPr/>
        </p:nvSpPr>
        <p:spPr>
          <a:xfrm flipH="1" flipV="1">
            <a:off x="3647180" y="3994528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2-line1377"/>
          <p:cNvSpPr/>
          <p:nvPr/>
        </p:nvSpPr>
        <p:spPr>
          <a:xfrm flipH="1" flipV="1">
            <a:off x="3514464" y="4030089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2-line1378"/>
          <p:cNvSpPr/>
          <p:nvPr/>
        </p:nvSpPr>
        <p:spPr>
          <a:xfrm flipH="1" flipV="1">
            <a:off x="3378758" y="4051583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2-line1379"/>
          <p:cNvSpPr/>
          <p:nvPr/>
        </p:nvSpPr>
        <p:spPr>
          <a:xfrm flipV="1">
            <a:off x="3241548" y="3973559"/>
            <a:ext cx="0" cy="1562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12-line1380"/>
          <p:cNvSpPr/>
          <p:nvPr/>
        </p:nvSpPr>
        <p:spPr>
          <a:xfrm flipV="1">
            <a:off x="3096916" y="4051583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2-line1381"/>
          <p:cNvSpPr/>
          <p:nvPr/>
        </p:nvSpPr>
        <p:spPr>
          <a:xfrm flipV="1">
            <a:off x="2953868" y="4030089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2-line1382"/>
          <p:cNvSpPr/>
          <p:nvPr/>
        </p:nvSpPr>
        <p:spPr>
          <a:xfrm flipV="1">
            <a:off x="2813972" y="3994528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2-line1383"/>
          <p:cNvSpPr/>
          <p:nvPr/>
        </p:nvSpPr>
        <p:spPr>
          <a:xfrm flipV="1">
            <a:off x="2678761" y="3945289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2-line1384"/>
          <p:cNvSpPr/>
          <p:nvPr/>
        </p:nvSpPr>
        <p:spPr>
          <a:xfrm flipV="1">
            <a:off x="2549716" y="3809114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12-line1385"/>
          <p:cNvSpPr/>
          <p:nvPr/>
        </p:nvSpPr>
        <p:spPr>
          <a:xfrm flipV="1">
            <a:off x="2428250" y="3808080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2-line1386"/>
          <p:cNvSpPr/>
          <p:nvPr/>
        </p:nvSpPr>
        <p:spPr>
          <a:xfrm flipV="1">
            <a:off x="2315695" y="3721612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2-line1387"/>
          <p:cNvSpPr/>
          <p:nvPr/>
        </p:nvSpPr>
        <p:spPr>
          <a:xfrm flipV="1">
            <a:off x="2213285" y="3624457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2-line1388"/>
          <p:cNvSpPr/>
          <p:nvPr/>
        </p:nvSpPr>
        <p:spPr>
          <a:xfrm flipV="1">
            <a:off x="2122140" y="3517679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2-line1389"/>
          <p:cNvSpPr/>
          <p:nvPr/>
        </p:nvSpPr>
        <p:spPr>
          <a:xfrm flipV="1">
            <a:off x="2043259" y="3359840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12-line1390"/>
          <p:cNvSpPr/>
          <p:nvPr/>
        </p:nvSpPr>
        <p:spPr>
          <a:xfrm flipV="1">
            <a:off x="1977507" y="3280025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2-line1391"/>
          <p:cNvSpPr/>
          <p:nvPr/>
        </p:nvSpPr>
        <p:spPr>
          <a:xfrm flipV="1">
            <a:off x="1925604" y="3151753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2-line1392"/>
          <p:cNvSpPr/>
          <p:nvPr/>
        </p:nvSpPr>
        <p:spPr>
          <a:xfrm flipV="1">
            <a:off x="1888119" y="3019037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2-line1393"/>
          <p:cNvSpPr/>
          <p:nvPr/>
        </p:nvSpPr>
        <p:spPr>
          <a:xfrm flipV="1">
            <a:off x="1865463" y="2883331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2-line1394"/>
          <p:cNvSpPr/>
          <p:nvPr/>
        </p:nvSpPr>
        <p:spPr>
          <a:xfrm>
            <a:off x="1857883" y="2746121"/>
            <a:ext cx="15622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12-line1395"/>
          <p:cNvSpPr/>
          <p:nvPr/>
        </p:nvSpPr>
        <p:spPr>
          <a:xfrm>
            <a:off x="1865463" y="2601489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2-line1396"/>
          <p:cNvSpPr/>
          <p:nvPr/>
        </p:nvSpPr>
        <p:spPr>
          <a:xfrm>
            <a:off x="1888119" y="2458441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2-line1397"/>
          <p:cNvSpPr/>
          <p:nvPr/>
        </p:nvSpPr>
        <p:spPr>
          <a:xfrm>
            <a:off x="1925604" y="2318545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2-line1398"/>
          <p:cNvSpPr/>
          <p:nvPr/>
        </p:nvSpPr>
        <p:spPr>
          <a:xfrm>
            <a:off x="1977507" y="2183334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2-line1399"/>
          <p:cNvSpPr/>
          <p:nvPr/>
        </p:nvSpPr>
        <p:spPr>
          <a:xfrm>
            <a:off x="2043259" y="2054289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12-line1400"/>
          <p:cNvSpPr/>
          <p:nvPr/>
        </p:nvSpPr>
        <p:spPr>
          <a:xfrm>
            <a:off x="2122140" y="1932823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2-line1401"/>
          <p:cNvSpPr/>
          <p:nvPr/>
        </p:nvSpPr>
        <p:spPr>
          <a:xfrm>
            <a:off x="2213285" y="1820268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2-line1402"/>
          <p:cNvSpPr/>
          <p:nvPr/>
        </p:nvSpPr>
        <p:spPr>
          <a:xfrm>
            <a:off x="2315695" y="1717858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2-line1403"/>
          <p:cNvSpPr/>
          <p:nvPr/>
        </p:nvSpPr>
        <p:spPr>
          <a:xfrm>
            <a:off x="2428250" y="1626713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2-line1404"/>
          <p:cNvSpPr/>
          <p:nvPr/>
        </p:nvSpPr>
        <p:spPr>
          <a:xfrm>
            <a:off x="2549716" y="1547832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12-line1405"/>
          <p:cNvSpPr/>
          <p:nvPr/>
        </p:nvSpPr>
        <p:spPr>
          <a:xfrm>
            <a:off x="2678761" y="1482080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2-line1406"/>
          <p:cNvSpPr/>
          <p:nvPr/>
        </p:nvSpPr>
        <p:spPr>
          <a:xfrm>
            <a:off x="2813972" y="1430177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2-line1407"/>
          <p:cNvSpPr/>
          <p:nvPr/>
        </p:nvSpPr>
        <p:spPr>
          <a:xfrm>
            <a:off x="2953868" y="1392692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2-line1408"/>
          <p:cNvSpPr/>
          <p:nvPr/>
        </p:nvSpPr>
        <p:spPr>
          <a:xfrm>
            <a:off x="3096916" y="1370036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2-label1409"/>
          <p:cNvSpPr txBox="1"/>
          <p:nvPr/>
        </p:nvSpPr>
        <p:spPr>
          <a:xfrm>
            <a:off x="3528223" y="15915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300" dirty="0"/>
          </a:p>
        </p:txBody>
      </p:sp>
      <p:sp>
        <p:nvSpPr>
          <p:cNvPr id="67" name="S12-label1410"/>
          <p:cNvSpPr txBox="1"/>
          <p:nvPr/>
        </p:nvSpPr>
        <p:spPr>
          <a:xfrm>
            <a:off x="3938900" y="2002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300" dirty="0"/>
          </a:p>
        </p:txBody>
      </p:sp>
      <p:sp>
        <p:nvSpPr>
          <p:cNvPr id="68" name="S12-label1411"/>
          <p:cNvSpPr txBox="1"/>
          <p:nvPr/>
        </p:nvSpPr>
        <p:spPr>
          <a:xfrm>
            <a:off x="4089218" y="25632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300" dirty="0"/>
          </a:p>
        </p:txBody>
      </p:sp>
      <p:sp>
        <p:nvSpPr>
          <p:cNvPr id="69" name="S12-label1412"/>
          <p:cNvSpPr txBox="1"/>
          <p:nvPr/>
        </p:nvSpPr>
        <p:spPr>
          <a:xfrm>
            <a:off x="3938900" y="3124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300" dirty="0"/>
          </a:p>
        </p:txBody>
      </p:sp>
      <p:sp>
        <p:nvSpPr>
          <p:cNvPr id="70" name="S12-label1413"/>
          <p:cNvSpPr txBox="1"/>
          <p:nvPr/>
        </p:nvSpPr>
        <p:spPr>
          <a:xfrm>
            <a:off x="3528223" y="35349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71" name="S12-label1414"/>
          <p:cNvSpPr txBox="1"/>
          <p:nvPr/>
        </p:nvSpPr>
        <p:spPr>
          <a:xfrm>
            <a:off x="2967228" y="36852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300" dirty="0"/>
          </a:p>
        </p:txBody>
      </p:sp>
      <p:sp>
        <p:nvSpPr>
          <p:cNvPr id="72" name="S12-label1415"/>
          <p:cNvSpPr txBox="1"/>
          <p:nvPr/>
        </p:nvSpPr>
        <p:spPr>
          <a:xfrm>
            <a:off x="2406233" y="35349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300" dirty="0"/>
          </a:p>
        </p:txBody>
      </p:sp>
      <p:sp>
        <p:nvSpPr>
          <p:cNvPr id="73" name="S12-label1416"/>
          <p:cNvSpPr txBox="1"/>
          <p:nvPr/>
        </p:nvSpPr>
        <p:spPr>
          <a:xfrm>
            <a:off x="1995556" y="3124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300" dirty="0"/>
          </a:p>
        </p:txBody>
      </p:sp>
      <p:sp>
        <p:nvSpPr>
          <p:cNvPr id="74" name="S12-label1417"/>
          <p:cNvSpPr txBox="1"/>
          <p:nvPr/>
        </p:nvSpPr>
        <p:spPr>
          <a:xfrm>
            <a:off x="1845238" y="25632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300" dirty="0"/>
          </a:p>
        </p:txBody>
      </p:sp>
      <p:sp>
        <p:nvSpPr>
          <p:cNvPr id="75" name="S12-label1418"/>
          <p:cNvSpPr txBox="1"/>
          <p:nvPr/>
        </p:nvSpPr>
        <p:spPr>
          <a:xfrm>
            <a:off x="1995556" y="2002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300" dirty="0"/>
          </a:p>
        </p:txBody>
      </p:sp>
      <p:sp>
        <p:nvSpPr>
          <p:cNvPr id="76" name="S12-label1419"/>
          <p:cNvSpPr txBox="1"/>
          <p:nvPr/>
        </p:nvSpPr>
        <p:spPr>
          <a:xfrm>
            <a:off x="2406233" y="15915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300" dirty="0"/>
          </a:p>
        </p:txBody>
      </p:sp>
      <p:sp>
        <p:nvSpPr>
          <p:cNvPr id="77" name="S12-label1420"/>
          <p:cNvSpPr txBox="1"/>
          <p:nvPr/>
        </p:nvSpPr>
        <p:spPr>
          <a:xfrm>
            <a:off x="2967228" y="144125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300" dirty="0"/>
          </a:p>
        </p:txBody>
      </p:sp>
      <p:sp>
        <p:nvSpPr>
          <p:cNvPr id="78" name="S12-line1421"/>
          <p:cNvSpPr/>
          <p:nvPr/>
        </p:nvSpPr>
        <p:spPr>
          <a:xfrm>
            <a:off x="3241548" y="2746121"/>
            <a:ext cx="0" cy="62490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12-line1422"/>
          <p:cNvSpPr/>
          <p:nvPr/>
        </p:nvSpPr>
        <p:spPr>
          <a:xfrm flipV="1">
            <a:off x="3241548" y="1837167"/>
            <a:ext cx="0" cy="90895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12-pin1423"/>
          <p:cNvSpPr/>
          <p:nvPr/>
        </p:nvSpPr>
        <p:spPr>
          <a:xfrm>
            <a:off x="3186684" y="2691257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12-label1424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82" name="S12-figure1425" descr="시계: 짧은바늘이 9와 10 사이, 긴바늘이 6을 가리킴(9시 30분)"/>
          <p:cNvSpPr/>
          <p:nvPr/>
        </p:nvSpPr>
        <p:spPr>
          <a:xfrm>
            <a:off x="7527163" y="1325880"/>
            <a:ext cx="2840482" cy="284048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12-line1426"/>
          <p:cNvSpPr/>
          <p:nvPr/>
        </p:nvSpPr>
        <p:spPr>
          <a:xfrm>
            <a:off x="8947404" y="1362456"/>
            <a:ext cx="0" cy="1562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12-line1427"/>
          <p:cNvSpPr/>
          <p:nvPr/>
        </p:nvSpPr>
        <p:spPr>
          <a:xfrm flipH="1">
            <a:off x="9084614" y="1370036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2-line1428"/>
          <p:cNvSpPr/>
          <p:nvPr/>
        </p:nvSpPr>
        <p:spPr>
          <a:xfrm flipH="1">
            <a:off x="9220320" y="1392692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2-line1429"/>
          <p:cNvSpPr/>
          <p:nvPr/>
        </p:nvSpPr>
        <p:spPr>
          <a:xfrm flipH="1">
            <a:off x="9353036" y="1430177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2-line1430"/>
          <p:cNvSpPr/>
          <p:nvPr/>
        </p:nvSpPr>
        <p:spPr>
          <a:xfrm flipH="1">
            <a:off x="9481308" y="1482080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2-line1431"/>
          <p:cNvSpPr/>
          <p:nvPr/>
        </p:nvSpPr>
        <p:spPr>
          <a:xfrm flipH="1">
            <a:off x="9561123" y="1547832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12-line1432"/>
          <p:cNvSpPr/>
          <p:nvPr/>
        </p:nvSpPr>
        <p:spPr>
          <a:xfrm flipH="1">
            <a:off x="9718962" y="1626713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2-line1433"/>
          <p:cNvSpPr/>
          <p:nvPr/>
        </p:nvSpPr>
        <p:spPr>
          <a:xfrm flipH="1">
            <a:off x="9825740" y="1717858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2-line1434"/>
          <p:cNvSpPr/>
          <p:nvPr/>
        </p:nvSpPr>
        <p:spPr>
          <a:xfrm flipH="1">
            <a:off x="9922895" y="1820268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2-line1435"/>
          <p:cNvSpPr/>
          <p:nvPr/>
        </p:nvSpPr>
        <p:spPr>
          <a:xfrm flipH="1">
            <a:off x="10009363" y="1932823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2-line1436"/>
          <p:cNvSpPr/>
          <p:nvPr/>
        </p:nvSpPr>
        <p:spPr>
          <a:xfrm flipH="1">
            <a:off x="10010397" y="2054289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12-line1437"/>
          <p:cNvSpPr/>
          <p:nvPr/>
        </p:nvSpPr>
        <p:spPr>
          <a:xfrm flipH="1">
            <a:off x="10146572" y="2183334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2-line1438"/>
          <p:cNvSpPr/>
          <p:nvPr/>
        </p:nvSpPr>
        <p:spPr>
          <a:xfrm flipH="1">
            <a:off x="10195811" y="2318545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2-line1439"/>
          <p:cNvSpPr/>
          <p:nvPr/>
        </p:nvSpPr>
        <p:spPr>
          <a:xfrm flipH="1">
            <a:off x="10231372" y="2458441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2-line1440"/>
          <p:cNvSpPr/>
          <p:nvPr/>
        </p:nvSpPr>
        <p:spPr>
          <a:xfrm flipH="1">
            <a:off x="10252866" y="2601489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2-line1441"/>
          <p:cNvSpPr/>
          <p:nvPr/>
        </p:nvSpPr>
        <p:spPr>
          <a:xfrm flipH="1">
            <a:off x="10174842" y="2746121"/>
            <a:ext cx="15622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12-line1442"/>
          <p:cNvSpPr/>
          <p:nvPr/>
        </p:nvSpPr>
        <p:spPr>
          <a:xfrm flipH="1" flipV="1">
            <a:off x="10252866" y="2883331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2-line1443"/>
          <p:cNvSpPr/>
          <p:nvPr/>
        </p:nvSpPr>
        <p:spPr>
          <a:xfrm flipH="1" flipV="1">
            <a:off x="10231372" y="3019037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2-line1444"/>
          <p:cNvSpPr/>
          <p:nvPr/>
        </p:nvSpPr>
        <p:spPr>
          <a:xfrm flipH="1" flipV="1">
            <a:off x="10195811" y="3151753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2-line1445"/>
          <p:cNvSpPr/>
          <p:nvPr/>
        </p:nvSpPr>
        <p:spPr>
          <a:xfrm flipH="1" flipV="1">
            <a:off x="10146572" y="3280025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2-line1446"/>
          <p:cNvSpPr/>
          <p:nvPr/>
        </p:nvSpPr>
        <p:spPr>
          <a:xfrm flipH="1" flipV="1">
            <a:off x="10010397" y="3359840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12-line1447"/>
          <p:cNvSpPr/>
          <p:nvPr/>
        </p:nvSpPr>
        <p:spPr>
          <a:xfrm flipH="1" flipV="1">
            <a:off x="10009363" y="3517679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2-line1448"/>
          <p:cNvSpPr/>
          <p:nvPr/>
        </p:nvSpPr>
        <p:spPr>
          <a:xfrm flipH="1" flipV="1">
            <a:off x="9922895" y="3624457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2-line1449"/>
          <p:cNvSpPr/>
          <p:nvPr/>
        </p:nvSpPr>
        <p:spPr>
          <a:xfrm flipH="1" flipV="1">
            <a:off x="9825740" y="3721612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2-line1450"/>
          <p:cNvSpPr/>
          <p:nvPr/>
        </p:nvSpPr>
        <p:spPr>
          <a:xfrm flipH="1" flipV="1">
            <a:off x="9718962" y="3808080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2-line1451"/>
          <p:cNvSpPr/>
          <p:nvPr/>
        </p:nvSpPr>
        <p:spPr>
          <a:xfrm flipH="1" flipV="1">
            <a:off x="9561123" y="3809114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12-line1452"/>
          <p:cNvSpPr/>
          <p:nvPr/>
        </p:nvSpPr>
        <p:spPr>
          <a:xfrm flipH="1" flipV="1">
            <a:off x="9481308" y="3945289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2-line1453"/>
          <p:cNvSpPr/>
          <p:nvPr/>
        </p:nvSpPr>
        <p:spPr>
          <a:xfrm flipH="1" flipV="1">
            <a:off x="9353036" y="3994528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2-line1454"/>
          <p:cNvSpPr/>
          <p:nvPr/>
        </p:nvSpPr>
        <p:spPr>
          <a:xfrm flipH="1" flipV="1">
            <a:off x="9220320" y="4030089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2-line1455"/>
          <p:cNvSpPr/>
          <p:nvPr/>
        </p:nvSpPr>
        <p:spPr>
          <a:xfrm flipH="1" flipV="1">
            <a:off x="9084614" y="4051583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2-line1456"/>
          <p:cNvSpPr/>
          <p:nvPr/>
        </p:nvSpPr>
        <p:spPr>
          <a:xfrm flipV="1">
            <a:off x="8947404" y="3973559"/>
            <a:ext cx="0" cy="15622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12-line1457"/>
          <p:cNvSpPr/>
          <p:nvPr/>
        </p:nvSpPr>
        <p:spPr>
          <a:xfrm flipV="1">
            <a:off x="8802772" y="4051583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2-line1458"/>
          <p:cNvSpPr/>
          <p:nvPr/>
        </p:nvSpPr>
        <p:spPr>
          <a:xfrm flipV="1">
            <a:off x="8659724" y="4030089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2-line1459"/>
          <p:cNvSpPr/>
          <p:nvPr/>
        </p:nvSpPr>
        <p:spPr>
          <a:xfrm flipV="1">
            <a:off x="8519828" y="3994528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2-line1460"/>
          <p:cNvSpPr/>
          <p:nvPr/>
        </p:nvSpPr>
        <p:spPr>
          <a:xfrm flipV="1">
            <a:off x="8384617" y="3945289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2-line1461"/>
          <p:cNvSpPr/>
          <p:nvPr/>
        </p:nvSpPr>
        <p:spPr>
          <a:xfrm flipV="1">
            <a:off x="8255572" y="3809114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12-line1462"/>
          <p:cNvSpPr/>
          <p:nvPr/>
        </p:nvSpPr>
        <p:spPr>
          <a:xfrm flipV="1">
            <a:off x="8134106" y="3808080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2-line1463"/>
          <p:cNvSpPr/>
          <p:nvPr/>
        </p:nvSpPr>
        <p:spPr>
          <a:xfrm flipV="1">
            <a:off x="8021551" y="3721612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2-line1464"/>
          <p:cNvSpPr/>
          <p:nvPr/>
        </p:nvSpPr>
        <p:spPr>
          <a:xfrm flipV="1">
            <a:off x="7919141" y="3624457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2-line1465"/>
          <p:cNvSpPr/>
          <p:nvPr/>
        </p:nvSpPr>
        <p:spPr>
          <a:xfrm flipV="1">
            <a:off x="7827996" y="3517679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2-line1466"/>
          <p:cNvSpPr/>
          <p:nvPr/>
        </p:nvSpPr>
        <p:spPr>
          <a:xfrm flipV="1">
            <a:off x="7749115" y="3359840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12-line1467"/>
          <p:cNvSpPr/>
          <p:nvPr/>
        </p:nvSpPr>
        <p:spPr>
          <a:xfrm flipV="1">
            <a:off x="7683363" y="3280025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2-line1468"/>
          <p:cNvSpPr/>
          <p:nvPr/>
        </p:nvSpPr>
        <p:spPr>
          <a:xfrm flipV="1">
            <a:off x="7631460" y="3151753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2-line1469"/>
          <p:cNvSpPr/>
          <p:nvPr/>
        </p:nvSpPr>
        <p:spPr>
          <a:xfrm flipV="1">
            <a:off x="7593975" y="3019037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2-line1470"/>
          <p:cNvSpPr/>
          <p:nvPr/>
        </p:nvSpPr>
        <p:spPr>
          <a:xfrm flipV="1">
            <a:off x="7571319" y="2883331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2-line1471"/>
          <p:cNvSpPr/>
          <p:nvPr/>
        </p:nvSpPr>
        <p:spPr>
          <a:xfrm>
            <a:off x="7563739" y="2746121"/>
            <a:ext cx="15622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12-line1472"/>
          <p:cNvSpPr/>
          <p:nvPr/>
        </p:nvSpPr>
        <p:spPr>
          <a:xfrm>
            <a:off x="7571319" y="2601489"/>
            <a:ext cx="70623" cy="74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2-line1473"/>
          <p:cNvSpPr/>
          <p:nvPr/>
        </p:nvSpPr>
        <p:spPr>
          <a:xfrm>
            <a:off x="7593975" y="2458441"/>
            <a:ext cx="69460" cy="14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2-line1474"/>
          <p:cNvSpPr/>
          <p:nvPr/>
        </p:nvSpPr>
        <p:spPr>
          <a:xfrm>
            <a:off x="7631460" y="2318545"/>
            <a:ext cx="67536" cy="21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2-line1475"/>
          <p:cNvSpPr/>
          <p:nvPr/>
        </p:nvSpPr>
        <p:spPr>
          <a:xfrm>
            <a:off x="7683363" y="2183334"/>
            <a:ext cx="64873" cy="288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2-line1476"/>
          <p:cNvSpPr/>
          <p:nvPr/>
        </p:nvSpPr>
        <p:spPr>
          <a:xfrm>
            <a:off x="7749115" y="2054289"/>
            <a:ext cx="135296" cy="781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12-line1477"/>
          <p:cNvSpPr/>
          <p:nvPr/>
        </p:nvSpPr>
        <p:spPr>
          <a:xfrm>
            <a:off x="7827996" y="1932823"/>
            <a:ext cx="57450" cy="417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2-line1478"/>
          <p:cNvSpPr/>
          <p:nvPr/>
        </p:nvSpPr>
        <p:spPr>
          <a:xfrm>
            <a:off x="7919141" y="1820268"/>
            <a:ext cx="52772" cy="475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2-line1479"/>
          <p:cNvSpPr/>
          <p:nvPr/>
        </p:nvSpPr>
        <p:spPr>
          <a:xfrm>
            <a:off x="8021551" y="1717858"/>
            <a:ext cx="47516" cy="527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2-line1480"/>
          <p:cNvSpPr/>
          <p:nvPr/>
        </p:nvSpPr>
        <p:spPr>
          <a:xfrm>
            <a:off x="8134106" y="1626713"/>
            <a:ext cx="41740" cy="574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2-line1481"/>
          <p:cNvSpPr/>
          <p:nvPr/>
        </p:nvSpPr>
        <p:spPr>
          <a:xfrm>
            <a:off x="8255572" y="1547832"/>
            <a:ext cx="78113" cy="1352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12-line1482"/>
          <p:cNvSpPr/>
          <p:nvPr/>
        </p:nvSpPr>
        <p:spPr>
          <a:xfrm>
            <a:off x="8384617" y="1482080"/>
            <a:ext cx="28883" cy="6487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2-line1483"/>
          <p:cNvSpPr/>
          <p:nvPr/>
        </p:nvSpPr>
        <p:spPr>
          <a:xfrm>
            <a:off x="8519828" y="1430177"/>
            <a:ext cx="21944" cy="67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2-line1484"/>
          <p:cNvSpPr/>
          <p:nvPr/>
        </p:nvSpPr>
        <p:spPr>
          <a:xfrm>
            <a:off x="8659724" y="1392692"/>
            <a:ext cx="14764" cy="694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2-line1485"/>
          <p:cNvSpPr/>
          <p:nvPr/>
        </p:nvSpPr>
        <p:spPr>
          <a:xfrm>
            <a:off x="8802772" y="1370036"/>
            <a:ext cx="7423" cy="706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2-label1486"/>
          <p:cNvSpPr txBox="1"/>
          <p:nvPr/>
        </p:nvSpPr>
        <p:spPr>
          <a:xfrm>
            <a:off x="9234079" y="15915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300" dirty="0"/>
          </a:p>
        </p:txBody>
      </p:sp>
      <p:sp>
        <p:nvSpPr>
          <p:cNvPr id="144" name="S12-label1487"/>
          <p:cNvSpPr txBox="1"/>
          <p:nvPr/>
        </p:nvSpPr>
        <p:spPr>
          <a:xfrm>
            <a:off x="9644756" y="2002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300" dirty="0"/>
          </a:p>
        </p:txBody>
      </p:sp>
      <p:sp>
        <p:nvSpPr>
          <p:cNvPr id="145" name="S12-label1488"/>
          <p:cNvSpPr txBox="1"/>
          <p:nvPr/>
        </p:nvSpPr>
        <p:spPr>
          <a:xfrm>
            <a:off x="9795074" y="25632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300" dirty="0"/>
          </a:p>
        </p:txBody>
      </p:sp>
      <p:sp>
        <p:nvSpPr>
          <p:cNvPr id="146" name="S12-label1489"/>
          <p:cNvSpPr txBox="1"/>
          <p:nvPr/>
        </p:nvSpPr>
        <p:spPr>
          <a:xfrm>
            <a:off x="9644756" y="3124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300" dirty="0"/>
          </a:p>
        </p:txBody>
      </p:sp>
      <p:sp>
        <p:nvSpPr>
          <p:cNvPr id="147" name="S12-label1490"/>
          <p:cNvSpPr txBox="1"/>
          <p:nvPr/>
        </p:nvSpPr>
        <p:spPr>
          <a:xfrm>
            <a:off x="9234079" y="35349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148" name="S12-label1491"/>
          <p:cNvSpPr txBox="1"/>
          <p:nvPr/>
        </p:nvSpPr>
        <p:spPr>
          <a:xfrm>
            <a:off x="8673084" y="36852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300" dirty="0"/>
          </a:p>
        </p:txBody>
      </p:sp>
      <p:sp>
        <p:nvSpPr>
          <p:cNvPr id="149" name="S12-label1492"/>
          <p:cNvSpPr txBox="1"/>
          <p:nvPr/>
        </p:nvSpPr>
        <p:spPr>
          <a:xfrm>
            <a:off x="8112089" y="35349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300" dirty="0"/>
          </a:p>
        </p:txBody>
      </p:sp>
      <p:sp>
        <p:nvSpPr>
          <p:cNvPr id="150" name="S12-label1493"/>
          <p:cNvSpPr txBox="1"/>
          <p:nvPr/>
        </p:nvSpPr>
        <p:spPr>
          <a:xfrm>
            <a:off x="7701412" y="3124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300" dirty="0"/>
          </a:p>
        </p:txBody>
      </p:sp>
      <p:sp>
        <p:nvSpPr>
          <p:cNvPr id="151" name="S12-label1494"/>
          <p:cNvSpPr txBox="1"/>
          <p:nvPr/>
        </p:nvSpPr>
        <p:spPr>
          <a:xfrm>
            <a:off x="7551094" y="25632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300" dirty="0"/>
          </a:p>
        </p:txBody>
      </p:sp>
      <p:sp>
        <p:nvSpPr>
          <p:cNvPr id="152" name="S12-label1495"/>
          <p:cNvSpPr txBox="1"/>
          <p:nvPr/>
        </p:nvSpPr>
        <p:spPr>
          <a:xfrm>
            <a:off x="7701412" y="2002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300" dirty="0"/>
          </a:p>
        </p:txBody>
      </p:sp>
      <p:sp>
        <p:nvSpPr>
          <p:cNvPr id="153" name="S12-label1496"/>
          <p:cNvSpPr txBox="1"/>
          <p:nvPr/>
        </p:nvSpPr>
        <p:spPr>
          <a:xfrm>
            <a:off x="8112089" y="15915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300" dirty="0"/>
          </a:p>
        </p:txBody>
      </p:sp>
      <p:sp>
        <p:nvSpPr>
          <p:cNvPr id="154" name="S12-label1497"/>
          <p:cNvSpPr txBox="1"/>
          <p:nvPr/>
        </p:nvSpPr>
        <p:spPr>
          <a:xfrm>
            <a:off x="8673084" y="144125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300" dirty="0"/>
          </a:p>
        </p:txBody>
      </p:sp>
      <p:sp>
        <p:nvSpPr>
          <p:cNvPr id="155" name="S12-line1498"/>
          <p:cNvSpPr/>
          <p:nvPr/>
        </p:nvSpPr>
        <p:spPr>
          <a:xfrm flipH="1" flipV="1">
            <a:off x="8343791" y="2584383"/>
            <a:ext cx="603613" cy="161738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12-line1499"/>
          <p:cNvSpPr/>
          <p:nvPr/>
        </p:nvSpPr>
        <p:spPr>
          <a:xfrm>
            <a:off x="8947404" y="2746121"/>
            <a:ext cx="0" cy="90895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12-pin1500"/>
          <p:cNvSpPr/>
          <p:nvPr/>
        </p:nvSpPr>
        <p:spPr>
          <a:xfrm>
            <a:off x="8892540" y="2691257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12-label1501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8시 30분은 어느 것?</a:t>
            </a:r>
            <a:endParaRPr lang="ko-KR" sz="4400" dirty="0"/>
          </a:p>
        </p:txBody>
      </p:sp>
      <p:sp>
        <p:nvSpPr>
          <p:cNvPr id="3" name="S14-card15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5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5" name="S14-chip1504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4-figure1505" descr="시계: 짧은바늘이 8과 9 사이, 긴바늘이 6을 가리킴(8시 30분)"/>
          <p:cNvSpPr/>
          <p:nvPr/>
        </p:nvSpPr>
        <p:spPr>
          <a:xfrm>
            <a:off x="729996" y="2029968"/>
            <a:ext cx="3090672" cy="3090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14-line1506"/>
          <p:cNvSpPr/>
          <p:nvPr/>
        </p:nvSpPr>
        <p:spPr>
          <a:xfrm>
            <a:off x="2275332" y="2066544"/>
            <a:ext cx="0" cy="1699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14-line1507"/>
          <p:cNvSpPr/>
          <p:nvPr/>
        </p:nvSpPr>
        <p:spPr>
          <a:xfrm flipH="1">
            <a:off x="2424964" y="2074809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4-line1508"/>
          <p:cNvSpPr/>
          <p:nvPr/>
        </p:nvSpPr>
        <p:spPr>
          <a:xfrm flipH="1">
            <a:off x="2572956" y="2099514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4-line1509"/>
          <p:cNvSpPr/>
          <p:nvPr/>
        </p:nvSpPr>
        <p:spPr>
          <a:xfrm flipH="1">
            <a:off x="2717688" y="2140388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4-line1510"/>
          <p:cNvSpPr/>
          <p:nvPr/>
        </p:nvSpPr>
        <p:spPr>
          <a:xfrm flipH="1">
            <a:off x="2857573" y="2196983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4-line1511"/>
          <p:cNvSpPr/>
          <p:nvPr/>
        </p:nvSpPr>
        <p:spPr>
          <a:xfrm flipH="1">
            <a:off x="2944719" y="2268680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4-line1512"/>
          <p:cNvSpPr/>
          <p:nvPr/>
        </p:nvSpPr>
        <p:spPr>
          <a:xfrm flipH="1">
            <a:off x="3116743" y="2354692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4-line1513"/>
          <p:cNvSpPr/>
          <p:nvPr/>
        </p:nvSpPr>
        <p:spPr>
          <a:xfrm flipH="1">
            <a:off x="3233188" y="2454077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4-line1514"/>
          <p:cNvSpPr/>
          <p:nvPr/>
        </p:nvSpPr>
        <p:spPr>
          <a:xfrm flipH="1">
            <a:off x="3339139" y="2565747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4-line1515"/>
          <p:cNvSpPr/>
          <p:nvPr/>
        </p:nvSpPr>
        <p:spPr>
          <a:xfrm flipH="1">
            <a:off x="3433434" y="2688477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4-line1516"/>
          <p:cNvSpPr/>
          <p:nvPr/>
        </p:nvSpPr>
        <p:spPr>
          <a:xfrm flipH="1">
            <a:off x="3434743" y="2820924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14-line1517"/>
          <p:cNvSpPr/>
          <p:nvPr/>
        </p:nvSpPr>
        <p:spPr>
          <a:xfrm flipH="1">
            <a:off x="3583066" y="2961636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4-line1518"/>
          <p:cNvSpPr/>
          <p:nvPr/>
        </p:nvSpPr>
        <p:spPr>
          <a:xfrm flipH="1">
            <a:off x="3636763" y="3109072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4-line1519"/>
          <p:cNvSpPr/>
          <p:nvPr/>
        </p:nvSpPr>
        <p:spPr>
          <a:xfrm flipH="1">
            <a:off x="3675544" y="3261615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4-line1520"/>
          <p:cNvSpPr/>
          <p:nvPr/>
        </p:nvSpPr>
        <p:spPr>
          <a:xfrm flipH="1">
            <a:off x="3698983" y="341759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4-line1521"/>
          <p:cNvSpPr/>
          <p:nvPr/>
        </p:nvSpPr>
        <p:spPr>
          <a:xfrm flipH="1">
            <a:off x="3614105" y="3575304"/>
            <a:ext cx="1699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14-line1522"/>
          <p:cNvSpPr/>
          <p:nvPr/>
        </p:nvSpPr>
        <p:spPr>
          <a:xfrm flipH="1" flipV="1">
            <a:off x="3698983" y="372493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4-line1523"/>
          <p:cNvSpPr/>
          <p:nvPr/>
        </p:nvSpPr>
        <p:spPr>
          <a:xfrm flipH="1" flipV="1">
            <a:off x="3675544" y="3872928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4-line1524"/>
          <p:cNvSpPr/>
          <p:nvPr/>
        </p:nvSpPr>
        <p:spPr>
          <a:xfrm flipH="1" flipV="1">
            <a:off x="3636763" y="4017660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4-line1525"/>
          <p:cNvSpPr/>
          <p:nvPr/>
        </p:nvSpPr>
        <p:spPr>
          <a:xfrm flipH="1" flipV="1">
            <a:off x="3583066" y="4157545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4-line1526"/>
          <p:cNvSpPr/>
          <p:nvPr/>
        </p:nvSpPr>
        <p:spPr>
          <a:xfrm flipH="1" flipV="1">
            <a:off x="3434743" y="4244691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14-line1527"/>
          <p:cNvSpPr/>
          <p:nvPr/>
        </p:nvSpPr>
        <p:spPr>
          <a:xfrm flipH="1" flipV="1">
            <a:off x="3433434" y="4416715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4-line1528"/>
          <p:cNvSpPr/>
          <p:nvPr/>
        </p:nvSpPr>
        <p:spPr>
          <a:xfrm flipH="1" flipV="1">
            <a:off x="3339139" y="4533160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4-line1529"/>
          <p:cNvSpPr/>
          <p:nvPr/>
        </p:nvSpPr>
        <p:spPr>
          <a:xfrm flipH="1" flipV="1">
            <a:off x="3233188" y="4639111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4-line1530"/>
          <p:cNvSpPr/>
          <p:nvPr/>
        </p:nvSpPr>
        <p:spPr>
          <a:xfrm flipH="1" flipV="1">
            <a:off x="3116743" y="4733406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4-line1531"/>
          <p:cNvSpPr/>
          <p:nvPr/>
        </p:nvSpPr>
        <p:spPr>
          <a:xfrm flipH="1" flipV="1">
            <a:off x="2944719" y="4734715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14-line1532"/>
          <p:cNvSpPr/>
          <p:nvPr/>
        </p:nvSpPr>
        <p:spPr>
          <a:xfrm flipH="1" flipV="1">
            <a:off x="2857573" y="4883038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4-line1533"/>
          <p:cNvSpPr/>
          <p:nvPr/>
        </p:nvSpPr>
        <p:spPr>
          <a:xfrm flipH="1" flipV="1">
            <a:off x="2717688" y="4936735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4-line1534"/>
          <p:cNvSpPr/>
          <p:nvPr/>
        </p:nvSpPr>
        <p:spPr>
          <a:xfrm flipH="1" flipV="1">
            <a:off x="2572956" y="4975516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4-line1535"/>
          <p:cNvSpPr/>
          <p:nvPr/>
        </p:nvSpPr>
        <p:spPr>
          <a:xfrm flipH="1" flipV="1">
            <a:off x="2424964" y="4998955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4-line1536"/>
          <p:cNvSpPr/>
          <p:nvPr/>
        </p:nvSpPr>
        <p:spPr>
          <a:xfrm flipV="1">
            <a:off x="2275332" y="4914077"/>
            <a:ext cx="0" cy="1699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14-line1537"/>
          <p:cNvSpPr/>
          <p:nvPr/>
        </p:nvSpPr>
        <p:spPr>
          <a:xfrm flipV="1">
            <a:off x="2117624" y="4998955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4-line1538"/>
          <p:cNvSpPr/>
          <p:nvPr/>
        </p:nvSpPr>
        <p:spPr>
          <a:xfrm flipV="1">
            <a:off x="1961643" y="4975516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4-line1539"/>
          <p:cNvSpPr/>
          <p:nvPr/>
        </p:nvSpPr>
        <p:spPr>
          <a:xfrm flipV="1">
            <a:off x="1809100" y="4936735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4-line1540"/>
          <p:cNvSpPr/>
          <p:nvPr/>
        </p:nvSpPr>
        <p:spPr>
          <a:xfrm flipV="1">
            <a:off x="1661664" y="4883038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4-line1541"/>
          <p:cNvSpPr/>
          <p:nvPr/>
        </p:nvSpPr>
        <p:spPr>
          <a:xfrm flipV="1">
            <a:off x="1520952" y="4734715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4-line1542"/>
          <p:cNvSpPr/>
          <p:nvPr/>
        </p:nvSpPr>
        <p:spPr>
          <a:xfrm flipV="1">
            <a:off x="1388505" y="4733406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4-line1543"/>
          <p:cNvSpPr/>
          <p:nvPr/>
        </p:nvSpPr>
        <p:spPr>
          <a:xfrm flipV="1">
            <a:off x="1265775" y="4639111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4-line1544"/>
          <p:cNvSpPr/>
          <p:nvPr/>
        </p:nvSpPr>
        <p:spPr>
          <a:xfrm flipV="1">
            <a:off x="1154105" y="4533160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4-line1545"/>
          <p:cNvSpPr/>
          <p:nvPr/>
        </p:nvSpPr>
        <p:spPr>
          <a:xfrm flipV="1">
            <a:off x="1054720" y="4416715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4-line1546"/>
          <p:cNvSpPr/>
          <p:nvPr/>
        </p:nvSpPr>
        <p:spPr>
          <a:xfrm flipV="1">
            <a:off x="968708" y="4244691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14-line1547"/>
          <p:cNvSpPr/>
          <p:nvPr/>
        </p:nvSpPr>
        <p:spPr>
          <a:xfrm flipV="1">
            <a:off x="897011" y="4157545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4-line1548"/>
          <p:cNvSpPr/>
          <p:nvPr/>
        </p:nvSpPr>
        <p:spPr>
          <a:xfrm flipV="1">
            <a:off x="840416" y="4017660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4-line1549"/>
          <p:cNvSpPr/>
          <p:nvPr/>
        </p:nvSpPr>
        <p:spPr>
          <a:xfrm flipV="1">
            <a:off x="799542" y="3872928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4-line1550"/>
          <p:cNvSpPr/>
          <p:nvPr/>
        </p:nvSpPr>
        <p:spPr>
          <a:xfrm flipV="1">
            <a:off x="774837" y="372493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4-line1551"/>
          <p:cNvSpPr/>
          <p:nvPr/>
        </p:nvSpPr>
        <p:spPr>
          <a:xfrm>
            <a:off x="766572" y="3575304"/>
            <a:ext cx="1699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14-line1552"/>
          <p:cNvSpPr/>
          <p:nvPr/>
        </p:nvSpPr>
        <p:spPr>
          <a:xfrm>
            <a:off x="774837" y="341759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4-line1553"/>
          <p:cNvSpPr/>
          <p:nvPr/>
        </p:nvSpPr>
        <p:spPr>
          <a:xfrm>
            <a:off x="799542" y="3261615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4-line1554"/>
          <p:cNvSpPr/>
          <p:nvPr/>
        </p:nvSpPr>
        <p:spPr>
          <a:xfrm>
            <a:off x="840416" y="3109072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4-line1555"/>
          <p:cNvSpPr/>
          <p:nvPr/>
        </p:nvSpPr>
        <p:spPr>
          <a:xfrm>
            <a:off x="897011" y="2961636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4-line1556"/>
          <p:cNvSpPr/>
          <p:nvPr/>
        </p:nvSpPr>
        <p:spPr>
          <a:xfrm>
            <a:off x="968708" y="2820924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14-line1557"/>
          <p:cNvSpPr/>
          <p:nvPr/>
        </p:nvSpPr>
        <p:spPr>
          <a:xfrm>
            <a:off x="1054720" y="2688477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4-line1558"/>
          <p:cNvSpPr/>
          <p:nvPr/>
        </p:nvSpPr>
        <p:spPr>
          <a:xfrm>
            <a:off x="1154105" y="2565747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4-line1559"/>
          <p:cNvSpPr/>
          <p:nvPr/>
        </p:nvSpPr>
        <p:spPr>
          <a:xfrm>
            <a:off x="1265775" y="2454077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4-line1560"/>
          <p:cNvSpPr/>
          <p:nvPr/>
        </p:nvSpPr>
        <p:spPr>
          <a:xfrm>
            <a:off x="1388505" y="2354692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4-line1561"/>
          <p:cNvSpPr/>
          <p:nvPr/>
        </p:nvSpPr>
        <p:spPr>
          <a:xfrm>
            <a:off x="1520952" y="2268680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14-line1562"/>
          <p:cNvSpPr/>
          <p:nvPr/>
        </p:nvSpPr>
        <p:spPr>
          <a:xfrm>
            <a:off x="1661664" y="2196983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4-line1563"/>
          <p:cNvSpPr/>
          <p:nvPr/>
        </p:nvSpPr>
        <p:spPr>
          <a:xfrm>
            <a:off x="1809100" y="2140388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4-line1564"/>
          <p:cNvSpPr/>
          <p:nvPr/>
        </p:nvSpPr>
        <p:spPr>
          <a:xfrm>
            <a:off x="1961643" y="2099514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4-line1565"/>
          <p:cNvSpPr/>
          <p:nvPr/>
        </p:nvSpPr>
        <p:spPr>
          <a:xfrm>
            <a:off x="2117624" y="2074809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4-label1566"/>
          <p:cNvSpPr txBox="1"/>
          <p:nvPr/>
        </p:nvSpPr>
        <p:spPr>
          <a:xfrm>
            <a:off x="2611420" y="23351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500" dirty="0"/>
          </a:p>
        </p:txBody>
      </p:sp>
      <p:sp>
        <p:nvSpPr>
          <p:cNvPr id="68" name="S14-label1567"/>
          <p:cNvSpPr txBox="1"/>
          <p:nvPr/>
        </p:nvSpPr>
        <p:spPr>
          <a:xfrm>
            <a:off x="3058269" y="27820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69" name="S14-label1568"/>
          <p:cNvSpPr txBox="1"/>
          <p:nvPr/>
        </p:nvSpPr>
        <p:spPr>
          <a:xfrm>
            <a:off x="3221827" y="3392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500" dirty="0"/>
          </a:p>
        </p:txBody>
      </p:sp>
      <p:sp>
        <p:nvSpPr>
          <p:cNvPr id="70" name="S14-label1569"/>
          <p:cNvSpPr txBox="1"/>
          <p:nvPr/>
        </p:nvSpPr>
        <p:spPr>
          <a:xfrm>
            <a:off x="3058269" y="4002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500" dirty="0"/>
          </a:p>
        </p:txBody>
      </p:sp>
      <p:sp>
        <p:nvSpPr>
          <p:cNvPr id="71" name="S14-label1570"/>
          <p:cNvSpPr txBox="1"/>
          <p:nvPr/>
        </p:nvSpPr>
        <p:spPr>
          <a:xfrm>
            <a:off x="2611420" y="444968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72" name="S14-label1571"/>
          <p:cNvSpPr txBox="1"/>
          <p:nvPr/>
        </p:nvSpPr>
        <p:spPr>
          <a:xfrm>
            <a:off x="2001012" y="46132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73" name="S14-label1572"/>
          <p:cNvSpPr txBox="1"/>
          <p:nvPr/>
        </p:nvSpPr>
        <p:spPr>
          <a:xfrm>
            <a:off x="1390604" y="444968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500" dirty="0"/>
          </a:p>
        </p:txBody>
      </p:sp>
      <p:sp>
        <p:nvSpPr>
          <p:cNvPr id="74" name="S14-label1573"/>
          <p:cNvSpPr txBox="1"/>
          <p:nvPr/>
        </p:nvSpPr>
        <p:spPr>
          <a:xfrm>
            <a:off x="943755" y="4002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500" dirty="0"/>
          </a:p>
        </p:txBody>
      </p:sp>
      <p:sp>
        <p:nvSpPr>
          <p:cNvPr id="75" name="S14-label1574"/>
          <p:cNvSpPr txBox="1"/>
          <p:nvPr/>
        </p:nvSpPr>
        <p:spPr>
          <a:xfrm>
            <a:off x="780197" y="3392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500" dirty="0"/>
          </a:p>
        </p:txBody>
      </p:sp>
      <p:sp>
        <p:nvSpPr>
          <p:cNvPr id="76" name="S14-label1575"/>
          <p:cNvSpPr txBox="1"/>
          <p:nvPr/>
        </p:nvSpPr>
        <p:spPr>
          <a:xfrm>
            <a:off x="943755" y="27820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500" dirty="0"/>
          </a:p>
        </p:txBody>
      </p:sp>
      <p:sp>
        <p:nvSpPr>
          <p:cNvPr id="77" name="S14-label1576"/>
          <p:cNvSpPr txBox="1"/>
          <p:nvPr/>
        </p:nvSpPr>
        <p:spPr>
          <a:xfrm>
            <a:off x="1390604" y="23351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500" dirty="0"/>
          </a:p>
        </p:txBody>
      </p:sp>
      <p:sp>
        <p:nvSpPr>
          <p:cNvPr id="78" name="S14-label1577"/>
          <p:cNvSpPr txBox="1"/>
          <p:nvPr/>
        </p:nvSpPr>
        <p:spPr>
          <a:xfrm>
            <a:off x="2001012" y="21716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500" dirty="0"/>
          </a:p>
        </p:txBody>
      </p:sp>
      <p:sp>
        <p:nvSpPr>
          <p:cNvPr id="79" name="S14-line1578"/>
          <p:cNvSpPr/>
          <p:nvPr/>
        </p:nvSpPr>
        <p:spPr>
          <a:xfrm flipH="1">
            <a:off x="1618553" y="3575304"/>
            <a:ext cx="656779" cy="17598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14-line1579"/>
          <p:cNvSpPr/>
          <p:nvPr/>
        </p:nvSpPr>
        <p:spPr>
          <a:xfrm>
            <a:off x="2275332" y="3575304"/>
            <a:ext cx="0" cy="989015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14-pin1580"/>
          <p:cNvSpPr/>
          <p:nvPr/>
        </p:nvSpPr>
        <p:spPr>
          <a:xfrm>
            <a:off x="2220468" y="352044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14-chip1581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3" name="S14-figure1582" descr="시계: 짧은바늘이 9와 10 사이, 긴바늘이 6을 가리킴(9시 30분)"/>
          <p:cNvSpPr/>
          <p:nvPr/>
        </p:nvSpPr>
        <p:spPr>
          <a:xfrm>
            <a:off x="4549140" y="2029968"/>
            <a:ext cx="3090672" cy="3090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4" name="S14-line1583"/>
          <p:cNvSpPr/>
          <p:nvPr/>
        </p:nvSpPr>
        <p:spPr>
          <a:xfrm>
            <a:off x="6094476" y="2066544"/>
            <a:ext cx="0" cy="1699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5" name="S14-line1584"/>
          <p:cNvSpPr/>
          <p:nvPr/>
        </p:nvSpPr>
        <p:spPr>
          <a:xfrm flipH="1">
            <a:off x="6244108" y="2074809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4-line1585"/>
          <p:cNvSpPr/>
          <p:nvPr/>
        </p:nvSpPr>
        <p:spPr>
          <a:xfrm flipH="1">
            <a:off x="6392100" y="2099514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4-line1586"/>
          <p:cNvSpPr/>
          <p:nvPr/>
        </p:nvSpPr>
        <p:spPr>
          <a:xfrm flipH="1">
            <a:off x="6536832" y="2140388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4-line1587"/>
          <p:cNvSpPr/>
          <p:nvPr/>
        </p:nvSpPr>
        <p:spPr>
          <a:xfrm flipH="1">
            <a:off x="6676717" y="2196983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4-line1588"/>
          <p:cNvSpPr/>
          <p:nvPr/>
        </p:nvSpPr>
        <p:spPr>
          <a:xfrm flipH="1">
            <a:off x="6763863" y="2268680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0" name="S14-line1589"/>
          <p:cNvSpPr/>
          <p:nvPr/>
        </p:nvSpPr>
        <p:spPr>
          <a:xfrm flipH="1">
            <a:off x="6935887" y="2354692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4-line1590"/>
          <p:cNvSpPr/>
          <p:nvPr/>
        </p:nvSpPr>
        <p:spPr>
          <a:xfrm flipH="1">
            <a:off x="7052332" y="2454077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4-line1591"/>
          <p:cNvSpPr/>
          <p:nvPr/>
        </p:nvSpPr>
        <p:spPr>
          <a:xfrm flipH="1">
            <a:off x="7158283" y="2565747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4-line1592"/>
          <p:cNvSpPr/>
          <p:nvPr/>
        </p:nvSpPr>
        <p:spPr>
          <a:xfrm flipH="1">
            <a:off x="7252578" y="2688477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4-line1593"/>
          <p:cNvSpPr/>
          <p:nvPr/>
        </p:nvSpPr>
        <p:spPr>
          <a:xfrm flipH="1">
            <a:off x="7253887" y="2820924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5" name="S14-line1594"/>
          <p:cNvSpPr/>
          <p:nvPr/>
        </p:nvSpPr>
        <p:spPr>
          <a:xfrm flipH="1">
            <a:off x="7402210" y="2961636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4-line1595"/>
          <p:cNvSpPr/>
          <p:nvPr/>
        </p:nvSpPr>
        <p:spPr>
          <a:xfrm flipH="1">
            <a:off x="7455907" y="3109072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4-line1596"/>
          <p:cNvSpPr/>
          <p:nvPr/>
        </p:nvSpPr>
        <p:spPr>
          <a:xfrm flipH="1">
            <a:off x="7494688" y="3261615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4-line1597"/>
          <p:cNvSpPr/>
          <p:nvPr/>
        </p:nvSpPr>
        <p:spPr>
          <a:xfrm flipH="1">
            <a:off x="7518127" y="341759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4-line1598"/>
          <p:cNvSpPr/>
          <p:nvPr/>
        </p:nvSpPr>
        <p:spPr>
          <a:xfrm flipH="1">
            <a:off x="7433249" y="3575304"/>
            <a:ext cx="1699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0" name="S14-line1599"/>
          <p:cNvSpPr/>
          <p:nvPr/>
        </p:nvSpPr>
        <p:spPr>
          <a:xfrm flipH="1" flipV="1">
            <a:off x="7518127" y="372493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4-line1600"/>
          <p:cNvSpPr/>
          <p:nvPr/>
        </p:nvSpPr>
        <p:spPr>
          <a:xfrm flipH="1" flipV="1">
            <a:off x="7494688" y="3872928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4-line1601"/>
          <p:cNvSpPr/>
          <p:nvPr/>
        </p:nvSpPr>
        <p:spPr>
          <a:xfrm flipH="1" flipV="1">
            <a:off x="7455907" y="4017660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4-line1602"/>
          <p:cNvSpPr/>
          <p:nvPr/>
        </p:nvSpPr>
        <p:spPr>
          <a:xfrm flipH="1" flipV="1">
            <a:off x="7402210" y="4157545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4-line1603"/>
          <p:cNvSpPr/>
          <p:nvPr/>
        </p:nvSpPr>
        <p:spPr>
          <a:xfrm flipH="1" flipV="1">
            <a:off x="7253887" y="4244691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5" name="S14-line1604"/>
          <p:cNvSpPr/>
          <p:nvPr/>
        </p:nvSpPr>
        <p:spPr>
          <a:xfrm flipH="1" flipV="1">
            <a:off x="7252578" y="4416715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4-line1605"/>
          <p:cNvSpPr/>
          <p:nvPr/>
        </p:nvSpPr>
        <p:spPr>
          <a:xfrm flipH="1" flipV="1">
            <a:off x="7158283" y="4533160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4-line1606"/>
          <p:cNvSpPr/>
          <p:nvPr/>
        </p:nvSpPr>
        <p:spPr>
          <a:xfrm flipH="1" flipV="1">
            <a:off x="7052332" y="4639111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4-line1607"/>
          <p:cNvSpPr/>
          <p:nvPr/>
        </p:nvSpPr>
        <p:spPr>
          <a:xfrm flipH="1" flipV="1">
            <a:off x="6935887" y="4733406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4-line1608"/>
          <p:cNvSpPr/>
          <p:nvPr/>
        </p:nvSpPr>
        <p:spPr>
          <a:xfrm flipH="1" flipV="1">
            <a:off x="6763863" y="4734715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0" name="S14-line1609"/>
          <p:cNvSpPr/>
          <p:nvPr/>
        </p:nvSpPr>
        <p:spPr>
          <a:xfrm flipH="1" flipV="1">
            <a:off x="6676717" y="4883038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4-line1610"/>
          <p:cNvSpPr/>
          <p:nvPr/>
        </p:nvSpPr>
        <p:spPr>
          <a:xfrm flipH="1" flipV="1">
            <a:off x="6536832" y="4936735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4-line1611"/>
          <p:cNvSpPr/>
          <p:nvPr/>
        </p:nvSpPr>
        <p:spPr>
          <a:xfrm flipH="1" flipV="1">
            <a:off x="6392100" y="4975516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4-line1612"/>
          <p:cNvSpPr/>
          <p:nvPr/>
        </p:nvSpPr>
        <p:spPr>
          <a:xfrm flipH="1" flipV="1">
            <a:off x="6244108" y="4998955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4-line1613"/>
          <p:cNvSpPr/>
          <p:nvPr/>
        </p:nvSpPr>
        <p:spPr>
          <a:xfrm flipV="1">
            <a:off x="6094476" y="4914077"/>
            <a:ext cx="0" cy="1699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5" name="S14-line1614"/>
          <p:cNvSpPr/>
          <p:nvPr/>
        </p:nvSpPr>
        <p:spPr>
          <a:xfrm flipV="1">
            <a:off x="5936768" y="4998955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4-line1615"/>
          <p:cNvSpPr/>
          <p:nvPr/>
        </p:nvSpPr>
        <p:spPr>
          <a:xfrm flipV="1">
            <a:off x="5780787" y="4975516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4-line1616"/>
          <p:cNvSpPr/>
          <p:nvPr/>
        </p:nvSpPr>
        <p:spPr>
          <a:xfrm flipV="1">
            <a:off x="5628244" y="4936735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4-line1617"/>
          <p:cNvSpPr/>
          <p:nvPr/>
        </p:nvSpPr>
        <p:spPr>
          <a:xfrm flipV="1">
            <a:off x="5480808" y="4883038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4-line1618"/>
          <p:cNvSpPr/>
          <p:nvPr/>
        </p:nvSpPr>
        <p:spPr>
          <a:xfrm flipV="1">
            <a:off x="5340096" y="4734715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0" name="S14-line1619"/>
          <p:cNvSpPr/>
          <p:nvPr/>
        </p:nvSpPr>
        <p:spPr>
          <a:xfrm flipV="1">
            <a:off x="5207649" y="4733406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4-line1620"/>
          <p:cNvSpPr/>
          <p:nvPr/>
        </p:nvSpPr>
        <p:spPr>
          <a:xfrm flipV="1">
            <a:off x="5084919" y="4639111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4-line1621"/>
          <p:cNvSpPr/>
          <p:nvPr/>
        </p:nvSpPr>
        <p:spPr>
          <a:xfrm flipV="1">
            <a:off x="4973249" y="4533160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4-line1622"/>
          <p:cNvSpPr/>
          <p:nvPr/>
        </p:nvSpPr>
        <p:spPr>
          <a:xfrm flipV="1">
            <a:off x="4873864" y="4416715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4-line1623"/>
          <p:cNvSpPr/>
          <p:nvPr/>
        </p:nvSpPr>
        <p:spPr>
          <a:xfrm flipV="1">
            <a:off x="4787852" y="4244691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5" name="S14-line1624"/>
          <p:cNvSpPr/>
          <p:nvPr/>
        </p:nvSpPr>
        <p:spPr>
          <a:xfrm flipV="1">
            <a:off x="4716155" y="4157545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4-line1625"/>
          <p:cNvSpPr/>
          <p:nvPr/>
        </p:nvSpPr>
        <p:spPr>
          <a:xfrm flipV="1">
            <a:off x="4659560" y="4017660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4-line1626"/>
          <p:cNvSpPr/>
          <p:nvPr/>
        </p:nvSpPr>
        <p:spPr>
          <a:xfrm flipV="1">
            <a:off x="4618686" y="3872928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4-line1627"/>
          <p:cNvSpPr/>
          <p:nvPr/>
        </p:nvSpPr>
        <p:spPr>
          <a:xfrm flipV="1">
            <a:off x="4593981" y="372493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4-line1628"/>
          <p:cNvSpPr/>
          <p:nvPr/>
        </p:nvSpPr>
        <p:spPr>
          <a:xfrm>
            <a:off x="4585716" y="3575304"/>
            <a:ext cx="1699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0" name="S14-line1629"/>
          <p:cNvSpPr/>
          <p:nvPr/>
        </p:nvSpPr>
        <p:spPr>
          <a:xfrm>
            <a:off x="4593981" y="341759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4-line1630"/>
          <p:cNvSpPr/>
          <p:nvPr/>
        </p:nvSpPr>
        <p:spPr>
          <a:xfrm>
            <a:off x="4618686" y="3261615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4-line1631"/>
          <p:cNvSpPr/>
          <p:nvPr/>
        </p:nvSpPr>
        <p:spPr>
          <a:xfrm>
            <a:off x="4659560" y="3109072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4-line1632"/>
          <p:cNvSpPr/>
          <p:nvPr/>
        </p:nvSpPr>
        <p:spPr>
          <a:xfrm>
            <a:off x="4716155" y="2961636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4-line1633"/>
          <p:cNvSpPr/>
          <p:nvPr/>
        </p:nvSpPr>
        <p:spPr>
          <a:xfrm>
            <a:off x="4787852" y="2820924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5" name="S14-line1634"/>
          <p:cNvSpPr/>
          <p:nvPr/>
        </p:nvSpPr>
        <p:spPr>
          <a:xfrm>
            <a:off x="4873864" y="2688477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4-line1635"/>
          <p:cNvSpPr/>
          <p:nvPr/>
        </p:nvSpPr>
        <p:spPr>
          <a:xfrm>
            <a:off x="4973249" y="2565747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4-line1636"/>
          <p:cNvSpPr/>
          <p:nvPr/>
        </p:nvSpPr>
        <p:spPr>
          <a:xfrm>
            <a:off x="5084919" y="2454077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4-line1637"/>
          <p:cNvSpPr/>
          <p:nvPr/>
        </p:nvSpPr>
        <p:spPr>
          <a:xfrm>
            <a:off x="5207649" y="2354692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4-line1638"/>
          <p:cNvSpPr/>
          <p:nvPr/>
        </p:nvSpPr>
        <p:spPr>
          <a:xfrm>
            <a:off x="5340096" y="2268680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0" name="S14-line1639"/>
          <p:cNvSpPr/>
          <p:nvPr/>
        </p:nvSpPr>
        <p:spPr>
          <a:xfrm>
            <a:off x="5480808" y="2196983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4-line1640"/>
          <p:cNvSpPr/>
          <p:nvPr/>
        </p:nvSpPr>
        <p:spPr>
          <a:xfrm>
            <a:off x="5628244" y="2140388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4-line1641"/>
          <p:cNvSpPr/>
          <p:nvPr/>
        </p:nvSpPr>
        <p:spPr>
          <a:xfrm>
            <a:off x="5780787" y="2099514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4-line1642"/>
          <p:cNvSpPr/>
          <p:nvPr/>
        </p:nvSpPr>
        <p:spPr>
          <a:xfrm>
            <a:off x="5936768" y="2074809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4-label1643"/>
          <p:cNvSpPr txBox="1"/>
          <p:nvPr/>
        </p:nvSpPr>
        <p:spPr>
          <a:xfrm>
            <a:off x="6430564" y="23351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500" dirty="0"/>
          </a:p>
        </p:txBody>
      </p:sp>
      <p:sp>
        <p:nvSpPr>
          <p:cNvPr id="145" name="S14-label1644"/>
          <p:cNvSpPr txBox="1"/>
          <p:nvPr/>
        </p:nvSpPr>
        <p:spPr>
          <a:xfrm>
            <a:off x="6877413" y="27820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146" name="S14-label1645"/>
          <p:cNvSpPr txBox="1"/>
          <p:nvPr/>
        </p:nvSpPr>
        <p:spPr>
          <a:xfrm>
            <a:off x="7040971" y="3392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500" dirty="0"/>
          </a:p>
        </p:txBody>
      </p:sp>
      <p:sp>
        <p:nvSpPr>
          <p:cNvPr id="147" name="S14-label1646"/>
          <p:cNvSpPr txBox="1"/>
          <p:nvPr/>
        </p:nvSpPr>
        <p:spPr>
          <a:xfrm>
            <a:off x="6877413" y="4002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500" dirty="0"/>
          </a:p>
        </p:txBody>
      </p:sp>
      <p:sp>
        <p:nvSpPr>
          <p:cNvPr id="148" name="S14-label1647"/>
          <p:cNvSpPr txBox="1"/>
          <p:nvPr/>
        </p:nvSpPr>
        <p:spPr>
          <a:xfrm>
            <a:off x="6430564" y="444968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149" name="S14-label1648"/>
          <p:cNvSpPr txBox="1"/>
          <p:nvPr/>
        </p:nvSpPr>
        <p:spPr>
          <a:xfrm>
            <a:off x="5820156" y="46132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150" name="S14-label1649"/>
          <p:cNvSpPr txBox="1"/>
          <p:nvPr/>
        </p:nvSpPr>
        <p:spPr>
          <a:xfrm>
            <a:off x="5209748" y="444968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500" dirty="0"/>
          </a:p>
        </p:txBody>
      </p:sp>
      <p:sp>
        <p:nvSpPr>
          <p:cNvPr id="151" name="S14-label1650"/>
          <p:cNvSpPr txBox="1"/>
          <p:nvPr/>
        </p:nvSpPr>
        <p:spPr>
          <a:xfrm>
            <a:off x="4762899" y="4002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500" dirty="0"/>
          </a:p>
        </p:txBody>
      </p:sp>
      <p:sp>
        <p:nvSpPr>
          <p:cNvPr id="152" name="S14-label1651"/>
          <p:cNvSpPr txBox="1"/>
          <p:nvPr/>
        </p:nvSpPr>
        <p:spPr>
          <a:xfrm>
            <a:off x="4599341" y="3392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500" dirty="0"/>
          </a:p>
        </p:txBody>
      </p:sp>
      <p:sp>
        <p:nvSpPr>
          <p:cNvPr id="153" name="S14-label1652"/>
          <p:cNvSpPr txBox="1"/>
          <p:nvPr/>
        </p:nvSpPr>
        <p:spPr>
          <a:xfrm>
            <a:off x="4762899" y="27820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500" dirty="0"/>
          </a:p>
        </p:txBody>
      </p:sp>
      <p:sp>
        <p:nvSpPr>
          <p:cNvPr id="154" name="S14-label1653"/>
          <p:cNvSpPr txBox="1"/>
          <p:nvPr/>
        </p:nvSpPr>
        <p:spPr>
          <a:xfrm>
            <a:off x="5209748" y="23351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500" dirty="0"/>
          </a:p>
        </p:txBody>
      </p:sp>
      <p:sp>
        <p:nvSpPr>
          <p:cNvPr id="155" name="S14-label1654"/>
          <p:cNvSpPr txBox="1"/>
          <p:nvPr/>
        </p:nvSpPr>
        <p:spPr>
          <a:xfrm>
            <a:off x="5820156" y="21716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500" dirty="0"/>
          </a:p>
        </p:txBody>
      </p:sp>
      <p:sp>
        <p:nvSpPr>
          <p:cNvPr id="156" name="S14-line1655"/>
          <p:cNvSpPr/>
          <p:nvPr/>
        </p:nvSpPr>
        <p:spPr>
          <a:xfrm flipH="1" flipV="1">
            <a:off x="5437697" y="3399321"/>
            <a:ext cx="656779" cy="17598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7" name="S14-line1656"/>
          <p:cNvSpPr/>
          <p:nvPr/>
        </p:nvSpPr>
        <p:spPr>
          <a:xfrm>
            <a:off x="6094476" y="3575304"/>
            <a:ext cx="0" cy="989015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8" name="S14-pin1657"/>
          <p:cNvSpPr/>
          <p:nvPr/>
        </p:nvSpPr>
        <p:spPr>
          <a:xfrm>
            <a:off x="6039612" y="352044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9" name="S14-chip1658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60" name="S14-figure1659" descr="시계: 짧은바늘이 8, 긴바늘이 12를 가리킴(8시)"/>
          <p:cNvSpPr/>
          <p:nvPr/>
        </p:nvSpPr>
        <p:spPr>
          <a:xfrm>
            <a:off x="8368284" y="2029968"/>
            <a:ext cx="3090672" cy="30906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1" name="S14-line1660"/>
          <p:cNvSpPr/>
          <p:nvPr/>
        </p:nvSpPr>
        <p:spPr>
          <a:xfrm>
            <a:off x="9913620" y="2066544"/>
            <a:ext cx="0" cy="1699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2" name="S14-line1661"/>
          <p:cNvSpPr/>
          <p:nvPr/>
        </p:nvSpPr>
        <p:spPr>
          <a:xfrm flipH="1">
            <a:off x="10063252" y="2074809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14-line1662"/>
          <p:cNvSpPr/>
          <p:nvPr/>
        </p:nvSpPr>
        <p:spPr>
          <a:xfrm flipH="1">
            <a:off x="10211244" y="2099514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14-line1663"/>
          <p:cNvSpPr/>
          <p:nvPr/>
        </p:nvSpPr>
        <p:spPr>
          <a:xfrm flipH="1">
            <a:off x="10355976" y="2140388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4-line1664"/>
          <p:cNvSpPr/>
          <p:nvPr/>
        </p:nvSpPr>
        <p:spPr>
          <a:xfrm flipH="1">
            <a:off x="10495861" y="2196983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14-line1665"/>
          <p:cNvSpPr/>
          <p:nvPr/>
        </p:nvSpPr>
        <p:spPr>
          <a:xfrm flipH="1">
            <a:off x="10583007" y="2268680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7" name="S14-line1666"/>
          <p:cNvSpPr/>
          <p:nvPr/>
        </p:nvSpPr>
        <p:spPr>
          <a:xfrm flipH="1">
            <a:off x="10755031" y="2354692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14-line1667"/>
          <p:cNvSpPr/>
          <p:nvPr/>
        </p:nvSpPr>
        <p:spPr>
          <a:xfrm flipH="1">
            <a:off x="10871476" y="2454077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14-line1668"/>
          <p:cNvSpPr/>
          <p:nvPr/>
        </p:nvSpPr>
        <p:spPr>
          <a:xfrm flipH="1">
            <a:off x="10977427" y="2565747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4-line1669"/>
          <p:cNvSpPr/>
          <p:nvPr/>
        </p:nvSpPr>
        <p:spPr>
          <a:xfrm flipH="1">
            <a:off x="11071722" y="2688477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14-line1670"/>
          <p:cNvSpPr/>
          <p:nvPr/>
        </p:nvSpPr>
        <p:spPr>
          <a:xfrm flipH="1">
            <a:off x="11073031" y="2820924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2" name="S14-line1671"/>
          <p:cNvSpPr/>
          <p:nvPr/>
        </p:nvSpPr>
        <p:spPr>
          <a:xfrm flipH="1">
            <a:off x="11221354" y="2961636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14-line1672"/>
          <p:cNvSpPr/>
          <p:nvPr/>
        </p:nvSpPr>
        <p:spPr>
          <a:xfrm flipH="1">
            <a:off x="11275051" y="3109072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14-line1673"/>
          <p:cNvSpPr/>
          <p:nvPr/>
        </p:nvSpPr>
        <p:spPr>
          <a:xfrm flipH="1">
            <a:off x="11313832" y="3261615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14-line1674"/>
          <p:cNvSpPr/>
          <p:nvPr/>
        </p:nvSpPr>
        <p:spPr>
          <a:xfrm flipH="1">
            <a:off x="11337271" y="341759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14-line1675"/>
          <p:cNvSpPr/>
          <p:nvPr/>
        </p:nvSpPr>
        <p:spPr>
          <a:xfrm flipH="1">
            <a:off x="11252393" y="3575304"/>
            <a:ext cx="1699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7" name="S14-line1676"/>
          <p:cNvSpPr/>
          <p:nvPr/>
        </p:nvSpPr>
        <p:spPr>
          <a:xfrm flipH="1" flipV="1">
            <a:off x="11337271" y="372493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14-line1677"/>
          <p:cNvSpPr/>
          <p:nvPr/>
        </p:nvSpPr>
        <p:spPr>
          <a:xfrm flipH="1" flipV="1">
            <a:off x="11313832" y="3872928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14-line1678"/>
          <p:cNvSpPr/>
          <p:nvPr/>
        </p:nvSpPr>
        <p:spPr>
          <a:xfrm flipH="1" flipV="1">
            <a:off x="11275051" y="4017660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4-line1679"/>
          <p:cNvSpPr/>
          <p:nvPr/>
        </p:nvSpPr>
        <p:spPr>
          <a:xfrm flipH="1" flipV="1">
            <a:off x="11221354" y="4157545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14-line1680"/>
          <p:cNvSpPr/>
          <p:nvPr/>
        </p:nvSpPr>
        <p:spPr>
          <a:xfrm flipH="1" flipV="1">
            <a:off x="11073031" y="4244691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2" name="S14-line1681"/>
          <p:cNvSpPr/>
          <p:nvPr/>
        </p:nvSpPr>
        <p:spPr>
          <a:xfrm flipH="1" flipV="1">
            <a:off x="11071722" y="4416715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14-line1682"/>
          <p:cNvSpPr/>
          <p:nvPr/>
        </p:nvSpPr>
        <p:spPr>
          <a:xfrm flipH="1" flipV="1">
            <a:off x="10977427" y="4533160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14-line1683"/>
          <p:cNvSpPr/>
          <p:nvPr/>
        </p:nvSpPr>
        <p:spPr>
          <a:xfrm flipH="1" flipV="1">
            <a:off x="10871476" y="4639111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4-line1684"/>
          <p:cNvSpPr/>
          <p:nvPr/>
        </p:nvSpPr>
        <p:spPr>
          <a:xfrm flipH="1" flipV="1">
            <a:off x="10755031" y="4733406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14-line1685"/>
          <p:cNvSpPr/>
          <p:nvPr/>
        </p:nvSpPr>
        <p:spPr>
          <a:xfrm flipH="1" flipV="1">
            <a:off x="10583007" y="4734715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7" name="S14-line1686"/>
          <p:cNvSpPr/>
          <p:nvPr/>
        </p:nvSpPr>
        <p:spPr>
          <a:xfrm flipH="1" flipV="1">
            <a:off x="10495861" y="4883038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14-line1687"/>
          <p:cNvSpPr/>
          <p:nvPr/>
        </p:nvSpPr>
        <p:spPr>
          <a:xfrm flipH="1" flipV="1">
            <a:off x="10355976" y="4936735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14-line1688"/>
          <p:cNvSpPr/>
          <p:nvPr/>
        </p:nvSpPr>
        <p:spPr>
          <a:xfrm flipH="1" flipV="1">
            <a:off x="10211244" y="4975516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4-line1689"/>
          <p:cNvSpPr/>
          <p:nvPr/>
        </p:nvSpPr>
        <p:spPr>
          <a:xfrm flipH="1" flipV="1">
            <a:off x="10063252" y="4998955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14-line1690"/>
          <p:cNvSpPr/>
          <p:nvPr/>
        </p:nvSpPr>
        <p:spPr>
          <a:xfrm flipV="1">
            <a:off x="9913620" y="4914077"/>
            <a:ext cx="0" cy="1699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2" name="S14-line1691"/>
          <p:cNvSpPr/>
          <p:nvPr/>
        </p:nvSpPr>
        <p:spPr>
          <a:xfrm flipV="1">
            <a:off x="9755912" y="4998955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14-line1692"/>
          <p:cNvSpPr/>
          <p:nvPr/>
        </p:nvSpPr>
        <p:spPr>
          <a:xfrm flipV="1">
            <a:off x="9599931" y="4975516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14-line1693"/>
          <p:cNvSpPr/>
          <p:nvPr/>
        </p:nvSpPr>
        <p:spPr>
          <a:xfrm flipV="1">
            <a:off x="9447388" y="4936735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14-line1694"/>
          <p:cNvSpPr/>
          <p:nvPr/>
        </p:nvSpPr>
        <p:spPr>
          <a:xfrm flipV="1">
            <a:off x="9299952" y="4883038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14-line1695"/>
          <p:cNvSpPr/>
          <p:nvPr/>
        </p:nvSpPr>
        <p:spPr>
          <a:xfrm flipV="1">
            <a:off x="9159240" y="4734715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7" name="S14-line1696"/>
          <p:cNvSpPr/>
          <p:nvPr/>
        </p:nvSpPr>
        <p:spPr>
          <a:xfrm flipV="1">
            <a:off x="9026793" y="4733406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14-line1697"/>
          <p:cNvSpPr/>
          <p:nvPr/>
        </p:nvSpPr>
        <p:spPr>
          <a:xfrm flipV="1">
            <a:off x="8904063" y="4639111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14-line1698"/>
          <p:cNvSpPr/>
          <p:nvPr/>
        </p:nvSpPr>
        <p:spPr>
          <a:xfrm flipV="1">
            <a:off x="8792393" y="4533160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14-line1699"/>
          <p:cNvSpPr/>
          <p:nvPr/>
        </p:nvSpPr>
        <p:spPr>
          <a:xfrm flipV="1">
            <a:off x="8693008" y="4416715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14-line1700"/>
          <p:cNvSpPr/>
          <p:nvPr/>
        </p:nvSpPr>
        <p:spPr>
          <a:xfrm flipV="1">
            <a:off x="8606996" y="4244691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2" name="S14-line1701"/>
          <p:cNvSpPr/>
          <p:nvPr/>
        </p:nvSpPr>
        <p:spPr>
          <a:xfrm flipV="1">
            <a:off x="8535299" y="4157545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14-line1702"/>
          <p:cNvSpPr/>
          <p:nvPr/>
        </p:nvSpPr>
        <p:spPr>
          <a:xfrm flipV="1">
            <a:off x="8478704" y="4017660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14-line1703"/>
          <p:cNvSpPr/>
          <p:nvPr/>
        </p:nvSpPr>
        <p:spPr>
          <a:xfrm flipV="1">
            <a:off x="8437830" y="3872928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14-line1704"/>
          <p:cNvSpPr/>
          <p:nvPr/>
        </p:nvSpPr>
        <p:spPr>
          <a:xfrm flipV="1">
            <a:off x="8413125" y="372493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14-line1705"/>
          <p:cNvSpPr/>
          <p:nvPr/>
        </p:nvSpPr>
        <p:spPr>
          <a:xfrm>
            <a:off x="8404860" y="3575304"/>
            <a:ext cx="1699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7" name="S14-line1706"/>
          <p:cNvSpPr/>
          <p:nvPr/>
        </p:nvSpPr>
        <p:spPr>
          <a:xfrm>
            <a:off x="8413125" y="3417596"/>
            <a:ext cx="76844" cy="80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14-line1707"/>
          <p:cNvSpPr/>
          <p:nvPr/>
        </p:nvSpPr>
        <p:spPr>
          <a:xfrm>
            <a:off x="8437830" y="3261615"/>
            <a:ext cx="75578" cy="160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14-line1708"/>
          <p:cNvSpPr/>
          <p:nvPr/>
        </p:nvSpPr>
        <p:spPr>
          <a:xfrm>
            <a:off x="8478704" y="3109072"/>
            <a:ext cx="73485" cy="238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14-line1709"/>
          <p:cNvSpPr/>
          <p:nvPr/>
        </p:nvSpPr>
        <p:spPr>
          <a:xfrm>
            <a:off x="8535299" y="2961636"/>
            <a:ext cx="70587" cy="314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14-line1710"/>
          <p:cNvSpPr/>
          <p:nvPr/>
        </p:nvSpPr>
        <p:spPr>
          <a:xfrm>
            <a:off x="8606996" y="2820924"/>
            <a:ext cx="147213" cy="84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2" name="S14-line1711"/>
          <p:cNvSpPr/>
          <p:nvPr/>
        </p:nvSpPr>
        <p:spPr>
          <a:xfrm>
            <a:off x="8693008" y="2688477"/>
            <a:ext cx="62510" cy="454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14-line1712"/>
          <p:cNvSpPr/>
          <p:nvPr/>
        </p:nvSpPr>
        <p:spPr>
          <a:xfrm>
            <a:off x="8792393" y="2565747"/>
            <a:ext cx="57420" cy="51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14-line1713"/>
          <p:cNvSpPr/>
          <p:nvPr/>
        </p:nvSpPr>
        <p:spPr>
          <a:xfrm>
            <a:off x="8904063" y="2454077"/>
            <a:ext cx="51702" cy="574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14-line1714"/>
          <p:cNvSpPr/>
          <p:nvPr/>
        </p:nvSpPr>
        <p:spPr>
          <a:xfrm>
            <a:off x="9026793" y="2354692"/>
            <a:ext cx="45416" cy="625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14-line1715"/>
          <p:cNvSpPr/>
          <p:nvPr/>
        </p:nvSpPr>
        <p:spPr>
          <a:xfrm>
            <a:off x="9159240" y="2268680"/>
            <a:ext cx="84993" cy="14721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7" name="S14-line1716"/>
          <p:cNvSpPr/>
          <p:nvPr/>
        </p:nvSpPr>
        <p:spPr>
          <a:xfrm>
            <a:off x="9299952" y="2196983"/>
            <a:ext cx="31427" cy="705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14-line1717"/>
          <p:cNvSpPr/>
          <p:nvPr/>
        </p:nvSpPr>
        <p:spPr>
          <a:xfrm>
            <a:off x="9447388" y="2140388"/>
            <a:ext cx="23877" cy="734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14-line1718"/>
          <p:cNvSpPr/>
          <p:nvPr/>
        </p:nvSpPr>
        <p:spPr>
          <a:xfrm>
            <a:off x="9599931" y="2099514"/>
            <a:ext cx="16065" cy="755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14-line1719"/>
          <p:cNvSpPr/>
          <p:nvPr/>
        </p:nvSpPr>
        <p:spPr>
          <a:xfrm>
            <a:off x="9755912" y="2074809"/>
            <a:ext cx="8077" cy="768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1" name="S14-label1720"/>
          <p:cNvSpPr txBox="1"/>
          <p:nvPr/>
        </p:nvSpPr>
        <p:spPr>
          <a:xfrm>
            <a:off x="10249708" y="23351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500" dirty="0"/>
          </a:p>
        </p:txBody>
      </p:sp>
      <p:sp>
        <p:nvSpPr>
          <p:cNvPr id="222" name="S14-label1721"/>
          <p:cNvSpPr txBox="1"/>
          <p:nvPr/>
        </p:nvSpPr>
        <p:spPr>
          <a:xfrm>
            <a:off x="10696557" y="27820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223" name="S14-label1722"/>
          <p:cNvSpPr txBox="1"/>
          <p:nvPr/>
        </p:nvSpPr>
        <p:spPr>
          <a:xfrm>
            <a:off x="10860115" y="3392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500" dirty="0"/>
          </a:p>
        </p:txBody>
      </p:sp>
      <p:sp>
        <p:nvSpPr>
          <p:cNvPr id="224" name="S14-label1723"/>
          <p:cNvSpPr txBox="1"/>
          <p:nvPr/>
        </p:nvSpPr>
        <p:spPr>
          <a:xfrm>
            <a:off x="10696557" y="4002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500" dirty="0"/>
          </a:p>
        </p:txBody>
      </p:sp>
      <p:sp>
        <p:nvSpPr>
          <p:cNvPr id="225" name="S14-label1724"/>
          <p:cNvSpPr txBox="1"/>
          <p:nvPr/>
        </p:nvSpPr>
        <p:spPr>
          <a:xfrm>
            <a:off x="10249708" y="444968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226" name="S14-label1725"/>
          <p:cNvSpPr txBox="1"/>
          <p:nvPr/>
        </p:nvSpPr>
        <p:spPr>
          <a:xfrm>
            <a:off x="9639300" y="46132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227" name="S14-label1726"/>
          <p:cNvSpPr txBox="1"/>
          <p:nvPr/>
        </p:nvSpPr>
        <p:spPr>
          <a:xfrm>
            <a:off x="9028892" y="444968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500" dirty="0"/>
          </a:p>
        </p:txBody>
      </p:sp>
      <p:sp>
        <p:nvSpPr>
          <p:cNvPr id="228" name="S14-label1727"/>
          <p:cNvSpPr txBox="1"/>
          <p:nvPr/>
        </p:nvSpPr>
        <p:spPr>
          <a:xfrm>
            <a:off x="8582043" y="4002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500" dirty="0"/>
          </a:p>
        </p:txBody>
      </p:sp>
      <p:sp>
        <p:nvSpPr>
          <p:cNvPr id="229" name="S14-label1728"/>
          <p:cNvSpPr txBox="1"/>
          <p:nvPr/>
        </p:nvSpPr>
        <p:spPr>
          <a:xfrm>
            <a:off x="8418485" y="3392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500" dirty="0"/>
          </a:p>
        </p:txBody>
      </p:sp>
      <p:sp>
        <p:nvSpPr>
          <p:cNvPr id="230" name="S14-label1729"/>
          <p:cNvSpPr txBox="1"/>
          <p:nvPr/>
        </p:nvSpPr>
        <p:spPr>
          <a:xfrm>
            <a:off x="8582043" y="27820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500" dirty="0"/>
          </a:p>
        </p:txBody>
      </p:sp>
      <p:sp>
        <p:nvSpPr>
          <p:cNvPr id="231" name="S14-label1730"/>
          <p:cNvSpPr txBox="1"/>
          <p:nvPr/>
        </p:nvSpPr>
        <p:spPr>
          <a:xfrm>
            <a:off x="9028892" y="23351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500" dirty="0"/>
          </a:p>
        </p:txBody>
      </p:sp>
      <p:sp>
        <p:nvSpPr>
          <p:cNvPr id="232" name="S14-label1731"/>
          <p:cNvSpPr txBox="1"/>
          <p:nvPr/>
        </p:nvSpPr>
        <p:spPr>
          <a:xfrm>
            <a:off x="9639300" y="21716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500" dirty="0"/>
          </a:p>
        </p:txBody>
      </p:sp>
      <p:sp>
        <p:nvSpPr>
          <p:cNvPr id="233" name="S14-line1732"/>
          <p:cNvSpPr/>
          <p:nvPr/>
        </p:nvSpPr>
        <p:spPr>
          <a:xfrm flipH="1">
            <a:off x="9324768" y="3575304"/>
            <a:ext cx="588852" cy="339974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4" name="S14-line1733"/>
          <p:cNvSpPr/>
          <p:nvPr/>
        </p:nvSpPr>
        <p:spPr>
          <a:xfrm flipV="1">
            <a:off x="9913620" y="2586289"/>
            <a:ext cx="0" cy="989015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5" name="S14-pin1734"/>
          <p:cNvSpPr/>
          <p:nvPr/>
        </p:nvSpPr>
        <p:spPr>
          <a:xfrm>
            <a:off x="9858756" y="352044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5-card173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73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12면 몇 시, 6이면 몇 시 30분이에요.</a:t>
            </a:r>
            <a:endParaRPr lang="ko-KR" sz="3200" dirty="0"/>
          </a:p>
        </p:txBody>
      </p:sp>
      <p:sp>
        <p:nvSpPr>
          <p:cNvPr id="5" name="S15-chip173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긴바늘부터 보기</a:t>
            </a:r>
            <a:endParaRPr lang="ko-KR" sz="2600" dirty="0"/>
          </a:p>
        </p:txBody>
      </p:sp>
      <p:sp>
        <p:nvSpPr>
          <p:cNvPr id="6" name="S15-chip173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짧은바늘의 뒤의 수 읽기</a:t>
            </a:r>
            <a:endParaRPr lang="ko-KR" sz="2600" dirty="0"/>
          </a:p>
        </p:txBody>
      </p:sp>
      <p:sp>
        <p:nvSpPr>
          <p:cNvPr id="7" name="S15-text173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5-text174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긴바늘 12, 짧은바늘 4는?</a:t>
            </a:r>
            <a:endParaRPr lang="ko-KR" sz="2600" dirty="0"/>
          </a:p>
        </p:txBody>
      </p:sp>
      <p:sp>
        <p:nvSpPr>
          <p:cNvPr id="9" name="S15-text174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11시 30분의 긴바늘은?</a:t>
            </a:r>
            <a:endParaRPr lang="ko-KR" sz="2600" dirty="0"/>
          </a:p>
        </p:txBody>
      </p:sp>
      <p:sp>
        <p:nvSpPr>
          <p:cNvPr id="10" name="S15-text174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짧은바늘 5와 6 사이, 긴바늘 6은?</a:t>
            </a:r>
            <a:endParaRPr lang="ko-KR" sz="2600" dirty="0"/>
          </a:p>
        </p:txBody>
      </p:sp>
      <p:sp>
        <p:nvSpPr>
          <p:cNvPr id="11" name="S15-text174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규칙 찾기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시계의 수</a:t>
            </a:r>
            <a:endParaRPr lang="ko-KR" sz="4400" dirty="0"/>
          </a:p>
        </p:txBody>
      </p:sp>
      <p:sp>
        <p:nvSpPr>
          <p:cNvPr id="3" name="S16-figure1744" descr="바늘이 없는 시계: 1부터 12까지 수가 차례로 둘러 있음"/>
          <p:cNvSpPr/>
          <p:nvPr/>
        </p:nvSpPr>
        <p:spPr>
          <a:xfrm>
            <a:off x="1675638" y="221742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4" name="S16-line1745"/>
          <p:cNvSpPr/>
          <p:nvPr/>
        </p:nvSpPr>
        <p:spPr>
          <a:xfrm>
            <a:off x="3230118" y="225399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16-line1746"/>
          <p:cNvSpPr/>
          <p:nvPr/>
        </p:nvSpPr>
        <p:spPr>
          <a:xfrm flipH="1">
            <a:off x="3380658" y="226231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S16-line1747"/>
          <p:cNvSpPr/>
          <p:nvPr/>
        </p:nvSpPr>
        <p:spPr>
          <a:xfrm flipH="1">
            <a:off x="3529548" y="228716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16-line1748"/>
          <p:cNvSpPr/>
          <p:nvPr/>
        </p:nvSpPr>
        <p:spPr>
          <a:xfrm flipH="1">
            <a:off x="3675158" y="232828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6-line1749"/>
          <p:cNvSpPr/>
          <p:nvPr/>
        </p:nvSpPr>
        <p:spPr>
          <a:xfrm flipH="1">
            <a:off x="3815892" y="238522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6-line1750"/>
          <p:cNvSpPr/>
          <p:nvPr/>
        </p:nvSpPr>
        <p:spPr>
          <a:xfrm flipH="1">
            <a:off x="3903574" y="245735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16-line1751"/>
          <p:cNvSpPr/>
          <p:nvPr/>
        </p:nvSpPr>
        <p:spPr>
          <a:xfrm flipH="1">
            <a:off x="4076635" y="25438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6-line1752"/>
          <p:cNvSpPr/>
          <p:nvPr/>
        </p:nvSpPr>
        <p:spPr>
          <a:xfrm flipH="1">
            <a:off x="4193787" y="264387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6-line1753"/>
          <p:cNvSpPr/>
          <p:nvPr/>
        </p:nvSpPr>
        <p:spPr>
          <a:xfrm flipH="1">
            <a:off x="4300380" y="275622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6-line1754"/>
          <p:cNvSpPr/>
          <p:nvPr/>
        </p:nvSpPr>
        <p:spPr>
          <a:xfrm flipH="1">
            <a:off x="4395248" y="287969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6-line1755"/>
          <p:cNvSpPr/>
          <p:nvPr/>
        </p:nvSpPr>
        <p:spPr>
          <a:xfrm flipH="1">
            <a:off x="4396577" y="301294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16-line1756"/>
          <p:cNvSpPr/>
          <p:nvPr/>
        </p:nvSpPr>
        <p:spPr>
          <a:xfrm flipH="1">
            <a:off x="4545788" y="31545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6-line1757"/>
          <p:cNvSpPr/>
          <p:nvPr/>
        </p:nvSpPr>
        <p:spPr>
          <a:xfrm flipH="1">
            <a:off x="4599811" y="330284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6-line1758"/>
          <p:cNvSpPr/>
          <p:nvPr/>
        </p:nvSpPr>
        <p:spPr>
          <a:xfrm flipH="1">
            <a:off x="4638827" y="34563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6-line1759"/>
          <p:cNvSpPr/>
          <p:nvPr/>
        </p:nvSpPr>
        <p:spPr>
          <a:xfrm flipH="1">
            <a:off x="4662409" y="361323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6-line1760"/>
          <p:cNvSpPr/>
          <p:nvPr/>
        </p:nvSpPr>
        <p:spPr>
          <a:xfrm flipH="1">
            <a:off x="4577029" y="377190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16-line1761"/>
          <p:cNvSpPr/>
          <p:nvPr/>
        </p:nvSpPr>
        <p:spPr>
          <a:xfrm flipH="1" flipV="1">
            <a:off x="4662409" y="392244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6-line1762"/>
          <p:cNvSpPr/>
          <p:nvPr/>
        </p:nvSpPr>
        <p:spPr>
          <a:xfrm flipH="1" flipV="1">
            <a:off x="4638827" y="407133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6-line1763"/>
          <p:cNvSpPr/>
          <p:nvPr/>
        </p:nvSpPr>
        <p:spPr>
          <a:xfrm flipH="1" flipV="1">
            <a:off x="4599811" y="421694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6-line1764"/>
          <p:cNvSpPr/>
          <p:nvPr/>
        </p:nvSpPr>
        <p:spPr>
          <a:xfrm flipH="1" flipV="1">
            <a:off x="4545788" y="435767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6-line1765"/>
          <p:cNvSpPr/>
          <p:nvPr/>
        </p:nvSpPr>
        <p:spPr>
          <a:xfrm flipH="1" flipV="1">
            <a:off x="4396577" y="444535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16-line1766"/>
          <p:cNvSpPr/>
          <p:nvPr/>
        </p:nvSpPr>
        <p:spPr>
          <a:xfrm flipH="1" flipV="1">
            <a:off x="4395248" y="461841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6-line1767"/>
          <p:cNvSpPr/>
          <p:nvPr/>
        </p:nvSpPr>
        <p:spPr>
          <a:xfrm flipH="1" flipV="1">
            <a:off x="4300380" y="473556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6-line1768"/>
          <p:cNvSpPr/>
          <p:nvPr/>
        </p:nvSpPr>
        <p:spPr>
          <a:xfrm flipH="1" flipV="1">
            <a:off x="4193787" y="484216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6-line1769"/>
          <p:cNvSpPr/>
          <p:nvPr/>
        </p:nvSpPr>
        <p:spPr>
          <a:xfrm flipH="1" flipV="1">
            <a:off x="4076635" y="493703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6-line1770"/>
          <p:cNvSpPr/>
          <p:nvPr/>
        </p:nvSpPr>
        <p:spPr>
          <a:xfrm flipH="1" flipV="1">
            <a:off x="3903574" y="493835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16-line1771"/>
          <p:cNvSpPr/>
          <p:nvPr/>
        </p:nvSpPr>
        <p:spPr>
          <a:xfrm flipH="1" flipV="1">
            <a:off x="3815892" y="508757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6-line1772"/>
          <p:cNvSpPr/>
          <p:nvPr/>
        </p:nvSpPr>
        <p:spPr>
          <a:xfrm flipH="1" flipV="1">
            <a:off x="3675158" y="514159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6-line1773"/>
          <p:cNvSpPr/>
          <p:nvPr/>
        </p:nvSpPr>
        <p:spPr>
          <a:xfrm flipH="1" flipV="1">
            <a:off x="3529548" y="518060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6-line1774"/>
          <p:cNvSpPr/>
          <p:nvPr/>
        </p:nvSpPr>
        <p:spPr>
          <a:xfrm flipH="1" flipV="1">
            <a:off x="3380658" y="52041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6-line1775"/>
          <p:cNvSpPr/>
          <p:nvPr/>
        </p:nvSpPr>
        <p:spPr>
          <a:xfrm flipV="1">
            <a:off x="3230118" y="511881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16-line1776"/>
          <p:cNvSpPr/>
          <p:nvPr/>
        </p:nvSpPr>
        <p:spPr>
          <a:xfrm flipV="1">
            <a:off x="3071454" y="52041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6-line1777"/>
          <p:cNvSpPr/>
          <p:nvPr/>
        </p:nvSpPr>
        <p:spPr>
          <a:xfrm flipV="1">
            <a:off x="2914528" y="518060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6-line1778"/>
          <p:cNvSpPr/>
          <p:nvPr/>
        </p:nvSpPr>
        <p:spPr>
          <a:xfrm flipV="1">
            <a:off x="2761060" y="514159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6-line1779"/>
          <p:cNvSpPr/>
          <p:nvPr/>
        </p:nvSpPr>
        <p:spPr>
          <a:xfrm flipV="1">
            <a:off x="2612731" y="508757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6-line1780"/>
          <p:cNvSpPr/>
          <p:nvPr/>
        </p:nvSpPr>
        <p:spPr>
          <a:xfrm flipV="1">
            <a:off x="2471166" y="493835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0" name="S16-line1781"/>
          <p:cNvSpPr/>
          <p:nvPr/>
        </p:nvSpPr>
        <p:spPr>
          <a:xfrm flipV="1">
            <a:off x="2337916" y="493703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6-line1782"/>
          <p:cNvSpPr/>
          <p:nvPr/>
        </p:nvSpPr>
        <p:spPr>
          <a:xfrm flipV="1">
            <a:off x="2214442" y="484216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6-line1783"/>
          <p:cNvSpPr/>
          <p:nvPr/>
        </p:nvSpPr>
        <p:spPr>
          <a:xfrm flipV="1">
            <a:off x="2102095" y="473556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6-line1784"/>
          <p:cNvSpPr/>
          <p:nvPr/>
        </p:nvSpPr>
        <p:spPr>
          <a:xfrm flipV="1">
            <a:off x="2002108" y="461841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6-line1785"/>
          <p:cNvSpPr/>
          <p:nvPr/>
        </p:nvSpPr>
        <p:spPr>
          <a:xfrm flipV="1">
            <a:off x="1915575" y="444535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5" name="S16-line1786"/>
          <p:cNvSpPr/>
          <p:nvPr/>
        </p:nvSpPr>
        <p:spPr>
          <a:xfrm flipV="1">
            <a:off x="1843444" y="435767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6-line1787"/>
          <p:cNvSpPr/>
          <p:nvPr/>
        </p:nvSpPr>
        <p:spPr>
          <a:xfrm flipV="1">
            <a:off x="1786506" y="421694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6-line1788"/>
          <p:cNvSpPr/>
          <p:nvPr/>
        </p:nvSpPr>
        <p:spPr>
          <a:xfrm flipV="1">
            <a:off x="1745384" y="407133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6-line1789"/>
          <p:cNvSpPr/>
          <p:nvPr/>
        </p:nvSpPr>
        <p:spPr>
          <a:xfrm flipV="1">
            <a:off x="1720529" y="392244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6-line1790"/>
          <p:cNvSpPr/>
          <p:nvPr/>
        </p:nvSpPr>
        <p:spPr>
          <a:xfrm>
            <a:off x="1712214" y="377190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0" name="S16-line1791"/>
          <p:cNvSpPr/>
          <p:nvPr/>
        </p:nvSpPr>
        <p:spPr>
          <a:xfrm>
            <a:off x="1720529" y="361323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6-line1792"/>
          <p:cNvSpPr/>
          <p:nvPr/>
        </p:nvSpPr>
        <p:spPr>
          <a:xfrm>
            <a:off x="1745384" y="34563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6-line1793"/>
          <p:cNvSpPr/>
          <p:nvPr/>
        </p:nvSpPr>
        <p:spPr>
          <a:xfrm>
            <a:off x="1786506" y="330284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6-line1794"/>
          <p:cNvSpPr/>
          <p:nvPr/>
        </p:nvSpPr>
        <p:spPr>
          <a:xfrm>
            <a:off x="1843444" y="31545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6-line1795"/>
          <p:cNvSpPr/>
          <p:nvPr/>
        </p:nvSpPr>
        <p:spPr>
          <a:xfrm>
            <a:off x="1915575" y="301294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5" name="S16-line1796"/>
          <p:cNvSpPr/>
          <p:nvPr/>
        </p:nvSpPr>
        <p:spPr>
          <a:xfrm>
            <a:off x="2002108" y="287969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6-line1797"/>
          <p:cNvSpPr/>
          <p:nvPr/>
        </p:nvSpPr>
        <p:spPr>
          <a:xfrm>
            <a:off x="2102095" y="275622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6-line1798"/>
          <p:cNvSpPr/>
          <p:nvPr/>
        </p:nvSpPr>
        <p:spPr>
          <a:xfrm>
            <a:off x="2214442" y="264387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6-line1799"/>
          <p:cNvSpPr/>
          <p:nvPr/>
        </p:nvSpPr>
        <p:spPr>
          <a:xfrm>
            <a:off x="2337916" y="25438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6-line1800"/>
          <p:cNvSpPr/>
          <p:nvPr/>
        </p:nvSpPr>
        <p:spPr>
          <a:xfrm>
            <a:off x="2471166" y="245735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0" name="S16-line1801"/>
          <p:cNvSpPr/>
          <p:nvPr/>
        </p:nvSpPr>
        <p:spPr>
          <a:xfrm>
            <a:off x="2612731" y="238522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6-line1802"/>
          <p:cNvSpPr/>
          <p:nvPr/>
        </p:nvSpPr>
        <p:spPr>
          <a:xfrm>
            <a:off x="2761060" y="232828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6-line1803"/>
          <p:cNvSpPr/>
          <p:nvPr/>
        </p:nvSpPr>
        <p:spPr>
          <a:xfrm>
            <a:off x="2914528" y="228716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6-line1804"/>
          <p:cNvSpPr/>
          <p:nvPr/>
        </p:nvSpPr>
        <p:spPr>
          <a:xfrm>
            <a:off x="3071454" y="226231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6-label1805"/>
          <p:cNvSpPr txBox="1"/>
          <p:nvPr/>
        </p:nvSpPr>
        <p:spPr>
          <a:xfrm>
            <a:off x="3569818" y="2525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5" name="S16-label1806"/>
          <p:cNvSpPr txBox="1"/>
          <p:nvPr/>
        </p:nvSpPr>
        <p:spPr>
          <a:xfrm>
            <a:off x="4019311" y="297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6" name="S16-label1807"/>
          <p:cNvSpPr txBox="1"/>
          <p:nvPr/>
        </p:nvSpPr>
        <p:spPr>
          <a:xfrm>
            <a:off x="4183837" y="35890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7" name="S16-label1808"/>
          <p:cNvSpPr txBox="1"/>
          <p:nvPr/>
        </p:nvSpPr>
        <p:spPr>
          <a:xfrm>
            <a:off x="4019311" y="420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68" name="S16-label1809"/>
          <p:cNvSpPr txBox="1"/>
          <p:nvPr/>
        </p:nvSpPr>
        <p:spPr>
          <a:xfrm>
            <a:off x="3569818" y="46525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69" name="S16-label1810"/>
          <p:cNvSpPr txBox="1"/>
          <p:nvPr/>
        </p:nvSpPr>
        <p:spPr>
          <a:xfrm>
            <a:off x="2955798" y="48170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0" name="S16-label1811"/>
          <p:cNvSpPr txBox="1"/>
          <p:nvPr/>
        </p:nvSpPr>
        <p:spPr>
          <a:xfrm>
            <a:off x="2341778" y="46525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1" name="S16-label1812"/>
          <p:cNvSpPr txBox="1"/>
          <p:nvPr/>
        </p:nvSpPr>
        <p:spPr>
          <a:xfrm>
            <a:off x="1892285" y="420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2" name="S16-label1813"/>
          <p:cNvSpPr txBox="1"/>
          <p:nvPr/>
        </p:nvSpPr>
        <p:spPr>
          <a:xfrm>
            <a:off x="1727759" y="35890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3" name="S16-label1814"/>
          <p:cNvSpPr txBox="1"/>
          <p:nvPr/>
        </p:nvSpPr>
        <p:spPr>
          <a:xfrm>
            <a:off x="1892285" y="297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4" name="S16-label1815"/>
          <p:cNvSpPr txBox="1"/>
          <p:nvPr/>
        </p:nvSpPr>
        <p:spPr>
          <a:xfrm>
            <a:off x="2341778" y="2525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5" name="S16-label1816"/>
          <p:cNvSpPr txBox="1"/>
          <p:nvPr/>
        </p:nvSpPr>
        <p:spPr>
          <a:xfrm>
            <a:off x="2955798" y="236098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6" name="S16-pin1817"/>
          <p:cNvSpPr/>
          <p:nvPr/>
        </p:nvSpPr>
        <p:spPr>
          <a:xfrm>
            <a:off x="3175254" y="371703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7" name="S16-card1818"/>
          <p:cNvSpPr/>
          <p:nvPr/>
        </p:nvSpPr>
        <p:spPr>
          <a:xfrm>
            <a:off x="6277356" y="2562860"/>
            <a:ext cx="536295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8" name="S16-cardtext1819"/>
          <p:cNvSpPr txBox="1"/>
          <p:nvPr/>
        </p:nvSpPr>
        <p:spPr>
          <a:xfrm>
            <a:off x="6551676" y="2700020"/>
            <a:ext cx="481431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12부터 시작해 오른쪽으로 돌아요</a:t>
            </a:r>
            <a:endParaRPr lang="ko-KR" sz="3200" dirty="0"/>
          </a:p>
        </p:txBody>
      </p:sp>
      <p:sp>
        <p:nvSpPr>
          <p:cNvPr id="79" name="S16-card1820"/>
          <p:cNvSpPr/>
          <p:nvPr/>
        </p:nvSpPr>
        <p:spPr>
          <a:xfrm>
            <a:off x="6277356" y="411226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0" name="S16-cardtext1821"/>
          <p:cNvSpPr txBox="1"/>
          <p:nvPr/>
        </p:nvSpPr>
        <p:spPr>
          <a:xfrm>
            <a:off x="6551676" y="424942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다음은 다시 1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몇 시와 몇 시 30분</dc:title>
  <dc:subject>KR22-G01-MAT-CLOCK-L01</dc:subject>
  <dc:creator>education-ppt</dc:creator>
  <cp:lastModifiedBy>education-ppt</cp:lastModifiedBy>
  <cp:revision>1</cp:revision>
  <dcterms:created xsi:type="dcterms:W3CDTF">2026-10-26T07:13:31Z</dcterms:created>
  <dcterms:modified xsi:type="dcterms:W3CDTF">2026-10-26T07:13:31Z</dcterms:modified>
</cp:coreProperties>
</file>