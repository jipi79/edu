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7c16e4b-b563-933f-6291-72ae257f2398}">
          <p14:sldIdLst>
            <p14:sldId id="256"/>
            <p14:sldId id="257"/>
          </p14:sldIdLst>
        </p14:section>
        <p14:section name="개념" id="{b757f73e-607d-b7b0-2afb-f7bd74b71220}">
          <p14:sldIdLst>
            <p14:sldId id="258"/>
            <p14:sldId id="259"/>
            <p14:sldId id="260"/>
            <p14:sldId id="262"/>
            <p14:sldId id="263"/>
            <p14:sldId id="264"/>
          </p14:sldIdLst>
        </p14:section>
        <p14:section name="연습" id="{7d295dbe-30ba-f516-10fd-cefa23e3881a}">
          <p14:sldIdLst>
            <p14:sldId id="261"/>
            <p14:sldId id="265"/>
            <p14:sldId id="266"/>
          </p14:sldIdLst>
        </p14:section>
        <p14:section name="개념" id="{470f4de0-2dec-18cd-2a66-dc6bfb261302}">
          <p14:sldIdLst/>
        </p14:section>
        <p14:section name="연습" id="{f660d9e8-de16-507c-0dd4-8bb1ef2f6b1b}">
          <p14:sldIdLst/>
        </p14:section>
        <p14:section name="확인" id="{18cfd707-42db-f11f-5e37-48b6de80d726}">
          <p14:sldIdLst>
            <p14:sldId id="267"/>
            <p14:sldId id="268"/>
          </p14:sldIdLst>
        </p14:section>
        <p14:section name="정리" id="{5e264b3f-051b-79c8-7f6e-0ca332e1cb8a}">
          <p14:sldIdLst>
            <p14:sldId id="269"/>
          </p14:sldIdLst>
        </p14:section>
        <p14:section name="보충" id="{f93c2330-7324-71a1-3757-c45241e55ab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시와 몇 시 30분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시일까?</a:t>
            </a:r>
            <a:endParaRPr lang="ko-KR" sz="3200" dirty="0"/>
          </a:p>
        </p:txBody>
      </p:sp>
      <p:sp>
        <p:nvSpPr>
          <p:cNvPr id="4" name="S01-figure1" descr="시계: 짧은바늘이 3, 긴바늘이 12를 가리킴(3시)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13925" y="9826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10202" y="13789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45525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10202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13925" y="28578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028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831275" y="28578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434998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8995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434998" y="13789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831275" y="9826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8375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>
            <a:off x="9646920" y="2103120"/>
            <a:ext cx="73152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961949"/>
            <a:ext cx="0" cy="1141171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 시, 몇 시 30분을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시곗바늘을 그려요.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다음 수는?</a:t>
            </a:r>
            <a:endParaRPr lang="ko-KR" sz="3200" dirty="0"/>
          </a:p>
        </p:txBody>
      </p:sp>
      <p:sp>
        <p:nvSpPr>
          <p:cNvPr id="5" name="S02-chip8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8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7 사이의 수는?</a:t>
            </a:r>
            <a:endParaRPr lang="ko-KR" sz="3200" dirty="0"/>
          </a:p>
        </p:txBody>
      </p:sp>
      <p:sp>
        <p:nvSpPr>
          <p:cNvPr id="7" name="S02-chip8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12까지 세어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알아봐요</a:t>
            </a:r>
            <a:endParaRPr lang="ko-KR" sz="4400" dirty="0"/>
          </a:p>
        </p:txBody>
      </p:sp>
      <p:sp>
        <p:nvSpPr>
          <p:cNvPr id="3" name="S03-figure85" descr="시계: 짧은바늘이 3, 긴바늘이 12를 가리킴(3시)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03-line86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3-line87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3-line88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89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90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91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3-line92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93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94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95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96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3-line97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98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99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100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101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3-line102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103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104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105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106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3-line107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108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109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110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111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3-line112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113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114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115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116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3-line117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118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119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120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121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3-line122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123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124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125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126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3-line127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128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129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130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131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3-line132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133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134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135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136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03-line137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138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139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140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141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03-line142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143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144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145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abel146"/>
          <p:cNvSpPr txBox="1"/>
          <p:nvPr/>
        </p:nvSpPr>
        <p:spPr>
          <a:xfrm>
            <a:off x="3530956" y="25928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03-label147"/>
          <p:cNvSpPr txBox="1"/>
          <p:nvPr/>
        </p:nvSpPr>
        <p:spPr>
          <a:xfrm>
            <a:off x="3952000" y="30138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03-label148"/>
          <p:cNvSpPr txBox="1"/>
          <p:nvPr/>
        </p:nvSpPr>
        <p:spPr>
          <a:xfrm>
            <a:off x="4106113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03-label149"/>
          <p:cNvSpPr txBox="1"/>
          <p:nvPr/>
        </p:nvSpPr>
        <p:spPr>
          <a:xfrm>
            <a:off x="3952000" y="416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03-label150"/>
          <p:cNvSpPr txBox="1"/>
          <p:nvPr/>
        </p:nvSpPr>
        <p:spPr>
          <a:xfrm>
            <a:off x="3530956" y="458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03-label151"/>
          <p:cNvSpPr txBox="1"/>
          <p:nvPr/>
        </p:nvSpPr>
        <p:spPr>
          <a:xfrm>
            <a:off x="2955798" y="47393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03-label152"/>
          <p:cNvSpPr txBox="1"/>
          <p:nvPr/>
        </p:nvSpPr>
        <p:spPr>
          <a:xfrm>
            <a:off x="2380640" y="458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03-label153"/>
          <p:cNvSpPr txBox="1"/>
          <p:nvPr/>
        </p:nvSpPr>
        <p:spPr>
          <a:xfrm>
            <a:off x="1959596" y="416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03-label154"/>
          <p:cNvSpPr txBox="1"/>
          <p:nvPr/>
        </p:nvSpPr>
        <p:spPr>
          <a:xfrm>
            <a:off x="1805483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03-label155"/>
          <p:cNvSpPr txBox="1"/>
          <p:nvPr/>
        </p:nvSpPr>
        <p:spPr>
          <a:xfrm>
            <a:off x="1959596" y="30138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03-label156"/>
          <p:cNvSpPr txBox="1"/>
          <p:nvPr/>
        </p:nvSpPr>
        <p:spPr>
          <a:xfrm>
            <a:off x="2380640" y="25928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03-label157"/>
          <p:cNvSpPr txBox="1"/>
          <p:nvPr/>
        </p:nvSpPr>
        <p:spPr>
          <a:xfrm>
            <a:off x="2955798" y="24387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03-line158"/>
          <p:cNvSpPr/>
          <p:nvPr/>
        </p:nvSpPr>
        <p:spPr>
          <a:xfrm>
            <a:off x="3230118" y="3771900"/>
            <a:ext cx="77724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7" name="S03-line159"/>
          <p:cNvSpPr/>
          <p:nvPr/>
        </p:nvSpPr>
        <p:spPr>
          <a:xfrm flipV="1">
            <a:off x="3230118" y="2559406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8" name="S03-pin160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3-card161"/>
          <p:cNvSpPr/>
          <p:nvPr/>
        </p:nvSpPr>
        <p:spPr>
          <a:xfrm>
            <a:off x="6277356" y="23535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03-cardtext162"/>
          <p:cNvSpPr txBox="1"/>
          <p:nvPr/>
        </p:nvSpPr>
        <p:spPr>
          <a:xfrm>
            <a:off x="6551676" y="24907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‘몇 시’를 알려 줘요.</a:t>
            </a:r>
            <a:endParaRPr lang="ko-KR" sz="3200" dirty="0"/>
          </a:p>
        </p:txBody>
      </p:sp>
      <p:sp>
        <p:nvSpPr>
          <p:cNvPr id="81" name="S03-card163"/>
          <p:cNvSpPr/>
          <p:nvPr/>
        </p:nvSpPr>
        <p:spPr>
          <a:xfrm>
            <a:off x="6277356" y="38862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3-cardtext164"/>
          <p:cNvSpPr txBox="1"/>
          <p:nvPr/>
        </p:nvSpPr>
        <p:spPr>
          <a:xfrm>
            <a:off x="6551676" y="40233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‘몇 분’을 알려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</a:t>
            </a:r>
            <a:endParaRPr lang="ko-KR" sz="4400" dirty="0"/>
          </a:p>
        </p:txBody>
      </p:sp>
      <p:sp>
        <p:nvSpPr>
          <p:cNvPr id="3" name="S04-card16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12를 가리키면 ‘몇 시’예요.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가리키는 수를 읽어요.</a:t>
            </a:r>
            <a:endParaRPr lang="ko-KR" sz="3200" dirty="0"/>
          </a:p>
        </p:txBody>
      </p:sp>
      <p:sp>
        <p:nvSpPr>
          <p:cNvPr id="5" name="S04-figure167" descr="시계: 짧은바늘이 3, 긴바늘이 12를 가리킴(3시)"/>
          <p:cNvSpPr/>
          <p:nvPr/>
        </p:nvSpPr>
        <p:spPr>
          <a:xfrm>
            <a:off x="1821307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4-line168"/>
          <p:cNvSpPr/>
          <p:nvPr/>
        </p:nvSpPr>
        <p:spPr>
          <a:xfrm>
            <a:off x="3241548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line169"/>
          <p:cNvSpPr/>
          <p:nvPr/>
        </p:nvSpPr>
        <p:spPr>
          <a:xfrm flipH="1">
            <a:off x="3378758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170"/>
          <p:cNvSpPr/>
          <p:nvPr/>
        </p:nvSpPr>
        <p:spPr>
          <a:xfrm flipH="1">
            <a:off x="351446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171"/>
          <p:cNvSpPr/>
          <p:nvPr/>
        </p:nvSpPr>
        <p:spPr>
          <a:xfrm flipH="1">
            <a:off x="3647180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172"/>
          <p:cNvSpPr/>
          <p:nvPr/>
        </p:nvSpPr>
        <p:spPr>
          <a:xfrm flipH="1">
            <a:off x="3775452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173"/>
          <p:cNvSpPr/>
          <p:nvPr/>
        </p:nvSpPr>
        <p:spPr>
          <a:xfrm flipH="1">
            <a:off x="3855267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line174"/>
          <p:cNvSpPr/>
          <p:nvPr/>
        </p:nvSpPr>
        <p:spPr>
          <a:xfrm flipH="1">
            <a:off x="4013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175"/>
          <p:cNvSpPr/>
          <p:nvPr/>
        </p:nvSpPr>
        <p:spPr>
          <a:xfrm flipH="1">
            <a:off x="4119884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176"/>
          <p:cNvSpPr/>
          <p:nvPr/>
        </p:nvSpPr>
        <p:spPr>
          <a:xfrm flipH="1">
            <a:off x="4217039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177"/>
          <p:cNvSpPr/>
          <p:nvPr/>
        </p:nvSpPr>
        <p:spPr>
          <a:xfrm flipH="1">
            <a:off x="4303507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178"/>
          <p:cNvSpPr/>
          <p:nvPr/>
        </p:nvSpPr>
        <p:spPr>
          <a:xfrm flipH="1">
            <a:off x="4304541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4-line179"/>
          <p:cNvSpPr/>
          <p:nvPr/>
        </p:nvSpPr>
        <p:spPr>
          <a:xfrm flipH="1">
            <a:off x="4440716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80"/>
          <p:cNvSpPr/>
          <p:nvPr/>
        </p:nvSpPr>
        <p:spPr>
          <a:xfrm flipH="1">
            <a:off x="4489955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81"/>
          <p:cNvSpPr/>
          <p:nvPr/>
        </p:nvSpPr>
        <p:spPr>
          <a:xfrm flipH="1">
            <a:off x="4525516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82"/>
          <p:cNvSpPr/>
          <p:nvPr/>
        </p:nvSpPr>
        <p:spPr>
          <a:xfrm flipH="1">
            <a:off x="4547010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83"/>
          <p:cNvSpPr/>
          <p:nvPr/>
        </p:nvSpPr>
        <p:spPr>
          <a:xfrm flipH="1">
            <a:off x="4468986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4-line184"/>
          <p:cNvSpPr/>
          <p:nvPr/>
        </p:nvSpPr>
        <p:spPr>
          <a:xfrm flipH="1" flipV="1">
            <a:off x="4547010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85"/>
          <p:cNvSpPr/>
          <p:nvPr/>
        </p:nvSpPr>
        <p:spPr>
          <a:xfrm flipH="1" flipV="1">
            <a:off x="4525516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86"/>
          <p:cNvSpPr/>
          <p:nvPr/>
        </p:nvSpPr>
        <p:spPr>
          <a:xfrm flipH="1" flipV="1">
            <a:off x="4489955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87"/>
          <p:cNvSpPr/>
          <p:nvPr/>
        </p:nvSpPr>
        <p:spPr>
          <a:xfrm flipH="1" flipV="1">
            <a:off x="4440716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188"/>
          <p:cNvSpPr/>
          <p:nvPr/>
        </p:nvSpPr>
        <p:spPr>
          <a:xfrm flipH="1" flipV="1">
            <a:off x="4304541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line189"/>
          <p:cNvSpPr/>
          <p:nvPr/>
        </p:nvSpPr>
        <p:spPr>
          <a:xfrm flipH="1" flipV="1">
            <a:off x="4303507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90"/>
          <p:cNvSpPr/>
          <p:nvPr/>
        </p:nvSpPr>
        <p:spPr>
          <a:xfrm flipH="1" flipV="1">
            <a:off x="4217039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91"/>
          <p:cNvSpPr/>
          <p:nvPr/>
        </p:nvSpPr>
        <p:spPr>
          <a:xfrm flipH="1" flipV="1">
            <a:off x="4119884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92"/>
          <p:cNvSpPr/>
          <p:nvPr/>
        </p:nvSpPr>
        <p:spPr>
          <a:xfrm flipH="1" flipV="1">
            <a:off x="4013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93"/>
          <p:cNvSpPr/>
          <p:nvPr/>
        </p:nvSpPr>
        <p:spPr>
          <a:xfrm flipH="1" flipV="1">
            <a:off x="3855267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4-line194"/>
          <p:cNvSpPr/>
          <p:nvPr/>
        </p:nvSpPr>
        <p:spPr>
          <a:xfrm flipH="1" flipV="1">
            <a:off x="3775452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95"/>
          <p:cNvSpPr/>
          <p:nvPr/>
        </p:nvSpPr>
        <p:spPr>
          <a:xfrm flipH="1" flipV="1">
            <a:off x="3647180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96"/>
          <p:cNvSpPr/>
          <p:nvPr/>
        </p:nvSpPr>
        <p:spPr>
          <a:xfrm flipH="1" flipV="1">
            <a:off x="351446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97"/>
          <p:cNvSpPr/>
          <p:nvPr/>
        </p:nvSpPr>
        <p:spPr>
          <a:xfrm flipH="1" flipV="1">
            <a:off x="3378758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98"/>
          <p:cNvSpPr/>
          <p:nvPr/>
        </p:nvSpPr>
        <p:spPr>
          <a:xfrm flipV="1">
            <a:off x="3241548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4-line199"/>
          <p:cNvSpPr/>
          <p:nvPr/>
        </p:nvSpPr>
        <p:spPr>
          <a:xfrm flipV="1">
            <a:off x="3096916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200"/>
          <p:cNvSpPr/>
          <p:nvPr/>
        </p:nvSpPr>
        <p:spPr>
          <a:xfrm flipV="1">
            <a:off x="2953868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201"/>
          <p:cNvSpPr/>
          <p:nvPr/>
        </p:nvSpPr>
        <p:spPr>
          <a:xfrm flipV="1">
            <a:off x="2813972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202"/>
          <p:cNvSpPr/>
          <p:nvPr/>
        </p:nvSpPr>
        <p:spPr>
          <a:xfrm flipV="1">
            <a:off x="2678761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203"/>
          <p:cNvSpPr/>
          <p:nvPr/>
        </p:nvSpPr>
        <p:spPr>
          <a:xfrm flipV="1">
            <a:off x="2549716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4-line204"/>
          <p:cNvSpPr/>
          <p:nvPr/>
        </p:nvSpPr>
        <p:spPr>
          <a:xfrm flipV="1">
            <a:off x="2428250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205"/>
          <p:cNvSpPr/>
          <p:nvPr/>
        </p:nvSpPr>
        <p:spPr>
          <a:xfrm flipV="1">
            <a:off x="2315695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206"/>
          <p:cNvSpPr/>
          <p:nvPr/>
        </p:nvSpPr>
        <p:spPr>
          <a:xfrm flipV="1">
            <a:off x="221328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207"/>
          <p:cNvSpPr/>
          <p:nvPr/>
        </p:nvSpPr>
        <p:spPr>
          <a:xfrm flipV="1">
            <a:off x="2122140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208"/>
          <p:cNvSpPr/>
          <p:nvPr/>
        </p:nvSpPr>
        <p:spPr>
          <a:xfrm flipV="1">
            <a:off x="2043259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4-line209"/>
          <p:cNvSpPr/>
          <p:nvPr/>
        </p:nvSpPr>
        <p:spPr>
          <a:xfrm flipV="1">
            <a:off x="1977507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210"/>
          <p:cNvSpPr/>
          <p:nvPr/>
        </p:nvSpPr>
        <p:spPr>
          <a:xfrm flipV="1">
            <a:off x="1925604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211"/>
          <p:cNvSpPr/>
          <p:nvPr/>
        </p:nvSpPr>
        <p:spPr>
          <a:xfrm flipV="1">
            <a:off x="1888119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212"/>
          <p:cNvSpPr/>
          <p:nvPr/>
        </p:nvSpPr>
        <p:spPr>
          <a:xfrm flipV="1">
            <a:off x="1865463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213"/>
          <p:cNvSpPr/>
          <p:nvPr/>
        </p:nvSpPr>
        <p:spPr>
          <a:xfrm>
            <a:off x="1857883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4-line214"/>
          <p:cNvSpPr/>
          <p:nvPr/>
        </p:nvSpPr>
        <p:spPr>
          <a:xfrm>
            <a:off x="1865463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215"/>
          <p:cNvSpPr/>
          <p:nvPr/>
        </p:nvSpPr>
        <p:spPr>
          <a:xfrm>
            <a:off x="1888119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216"/>
          <p:cNvSpPr/>
          <p:nvPr/>
        </p:nvSpPr>
        <p:spPr>
          <a:xfrm>
            <a:off x="1925604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217"/>
          <p:cNvSpPr/>
          <p:nvPr/>
        </p:nvSpPr>
        <p:spPr>
          <a:xfrm>
            <a:off x="1977507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218"/>
          <p:cNvSpPr/>
          <p:nvPr/>
        </p:nvSpPr>
        <p:spPr>
          <a:xfrm>
            <a:off x="2043259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4-line219"/>
          <p:cNvSpPr/>
          <p:nvPr/>
        </p:nvSpPr>
        <p:spPr>
          <a:xfrm>
            <a:off x="2122140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220"/>
          <p:cNvSpPr/>
          <p:nvPr/>
        </p:nvSpPr>
        <p:spPr>
          <a:xfrm>
            <a:off x="221328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221"/>
          <p:cNvSpPr/>
          <p:nvPr/>
        </p:nvSpPr>
        <p:spPr>
          <a:xfrm>
            <a:off x="2315695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222"/>
          <p:cNvSpPr/>
          <p:nvPr/>
        </p:nvSpPr>
        <p:spPr>
          <a:xfrm>
            <a:off x="2428250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223"/>
          <p:cNvSpPr/>
          <p:nvPr/>
        </p:nvSpPr>
        <p:spPr>
          <a:xfrm>
            <a:off x="2549716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4-line224"/>
          <p:cNvSpPr/>
          <p:nvPr/>
        </p:nvSpPr>
        <p:spPr>
          <a:xfrm>
            <a:off x="2678761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225"/>
          <p:cNvSpPr/>
          <p:nvPr/>
        </p:nvSpPr>
        <p:spPr>
          <a:xfrm>
            <a:off x="2813972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226"/>
          <p:cNvSpPr/>
          <p:nvPr/>
        </p:nvSpPr>
        <p:spPr>
          <a:xfrm>
            <a:off x="2953868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227"/>
          <p:cNvSpPr/>
          <p:nvPr/>
        </p:nvSpPr>
        <p:spPr>
          <a:xfrm>
            <a:off x="3096916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abel228"/>
          <p:cNvSpPr txBox="1"/>
          <p:nvPr/>
        </p:nvSpPr>
        <p:spPr>
          <a:xfrm>
            <a:off x="3492717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04-label229"/>
          <p:cNvSpPr txBox="1"/>
          <p:nvPr/>
        </p:nvSpPr>
        <p:spPr>
          <a:xfrm>
            <a:off x="3877402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04-label230"/>
          <p:cNvSpPr txBox="1"/>
          <p:nvPr/>
        </p:nvSpPr>
        <p:spPr>
          <a:xfrm>
            <a:off x="4018206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04-label231"/>
          <p:cNvSpPr txBox="1"/>
          <p:nvPr/>
        </p:nvSpPr>
        <p:spPr>
          <a:xfrm>
            <a:off x="3877402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04-label232"/>
          <p:cNvSpPr txBox="1"/>
          <p:nvPr/>
        </p:nvSpPr>
        <p:spPr>
          <a:xfrm>
            <a:off x="3492717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04-label233"/>
          <p:cNvSpPr txBox="1"/>
          <p:nvPr/>
        </p:nvSpPr>
        <p:spPr>
          <a:xfrm>
            <a:off x="2967228" y="3614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04-label234"/>
          <p:cNvSpPr txBox="1"/>
          <p:nvPr/>
        </p:nvSpPr>
        <p:spPr>
          <a:xfrm>
            <a:off x="2441739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04-label235"/>
          <p:cNvSpPr txBox="1"/>
          <p:nvPr/>
        </p:nvSpPr>
        <p:spPr>
          <a:xfrm>
            <a:off x="2057054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04-label236"/>
          <p:cNvSpPr txBox="1"/>
          <p:nvPr/>
        </p:nvSpPr>
        <p:spPr>
          <a:xfrm>
            <a:off x="1916250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04-label237"/>
          <p:cNvSpPr txBox="1"/>
          <p:nvPr/>
        </p:nvSpPr>
        <p:spPr>
          <a:xfrm>
            <a:off x="2057054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04-label238"/>
          <p:cNvSpPr txBox="1"/>
          <p:nvPr/>
        </p:nvSpPr>
        <p:spPr>
          <a:xfrm>
            <a:off x="2441739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04-label239"/>
          <p:cNvSpPr txBox="1"/>
          <p:nvPr/>
        </p:nvSpPr>
        <p:spPr>
          <a:xfrm>
            <a:off x="2967228" y="15122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04-line240"/>
          <p:cNvSpPr/>
          <p:nvPr/>
        </p:nvSpPr>
        <p:spPr>
          <a:xfrm>
            <a:off x="3241548" y="2746121"/>
            <a:ext cx="71012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4-line241"/>
          <p:cNvSpPr/>
          <p:nvPr/>
        </p:nvSpPr>
        <p:spPr>
          <a:xfrm flipV="1">
            <a:off x="3241548" y="1638333"/>
            <a:ext cx="0" cy="110778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4-pin242"/>
          <p:cNvSpPr/>
          <p:nvPr/>
        </p:nvSpPr>
        <p:spPr>
          <a:xfrm>
            <a:off x="3186684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4-label24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04-figure244" descr="시계: 짧은바늘이 8, 긴바늘이 12를 가리킴(8시)"/>
          <p:cNvSpPr/>
          <p:nvPr/>
        </p:nvSpPr>
        <p:spPr>
          <a:xfrm>
            <a:off x="7527163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4-line245"/>
          <p:cNvSpPr/>
          <p:nvPr/>
        </p:nvSpPr>
        <p:spPr>
          <a:xfrm>
            <a:off x="8947404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4-line246"/>
          <p:cNvSpPr/>
          <p:nvPr/>
        </p:nvSpPr>
        <p:spPr>
          <a:xfrm flipH="1">
            <a:off x="9084614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4-line247"/>
          <p:cNvSpPr/>
          <p:nvPr/>
        </p:nvSpPr>
        <p:spPr>
          <a:xfrm flipH="1">
            <a:off x="9220320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4-line248"/>
          <p:cNvSpPr/>
          <p:nvPr/>
        </p:nvSpPr>
        <p:spPr>
          <a:xfrm flipH="1">
            <a:off x="9353036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4-line249"/>
          <p:cNvSpPr/>
          <p:nvPr/>
        </p:nvSpPr>
        <p:spPr>
          <a:xfrm flipH="1">
            <a:off x="9481308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4-line250"/>
          <p:cNvSpPr/>
          <p:nvPr/>
        </p:nvSpPr>
        <p:spPr>
          <a:xfrm flipH="1">
            <a:off x="9561123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4-line251"/>
          <p:cNvSpPr/>
          <p:nvPr/>
        </p:nvSpPr>
        <p:spPr>
          <a:xfrm flipH="1">
            <a:off x="9718962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4-line252"/>
          <p:cNvSpPr/>
          <p:nvPr/>
        </p:nvSpPr>
        <p:spPr>
          <a:xfrm flipH="1">
            <a:off x="9825740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4-line253"/>
          <p:cNvSpPr/>
          <p:nvPr/>
        </p:nvSpPr>
        <p:spPr>
          <a:xfrm flipH="1">
            <a:off x="992289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4-line254"/>
          <p:cNvSpPr/>
          <p:nvPr/>
        </p:nvSpPr>
        <p:spPr>
          <a:xfrm flipH="1">
            <a:off x="10009363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4-line255"/>
          <p:cNvSpPr/>
          <p:nvPr/>
        </p:nvSpPr>
        <p:spPr>
          <a:xfrm flipH="1">
            <a:off x="10010397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4-line256"/>
          <p:cNvSpPr/>
          <p:nvPr/>
        </p:nvSpPr>
        <p:spPr>
          <a:xfrm flipH="1">
            <a:off x="10146572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4-line257"/>
          <p:cNvSpPr/>
          <p:nvPr/>
        </p:nvSpPr>
        <p:spPr>
          <a:xfrm flipH="1">
            <a:off x="10195811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4-line258"/>
          <p:cNvSpPr/>
          <p:nvPr/>
        </p:nvSpPr>
        <p:spPr>
          <a:xfrm flipH="1">
            <a:off x="10231372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4-line259"/>
          <p:cNvSpPr/>
          <p:nvPr/>
        </p:nvSpPr>
        <p:spPr>
          <a:xfrm flipH="1">
            <a:off x="10252866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4-line260"/>
          <p:cNvSpPr/>
          <p:nvPr/>
        </p:nvSpPr>
        <p:spPr>
          <a:xfrm flipH="1">
            <a:off x="10174842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4-line261"/>
          <p:cNvSpPr/>
          <p:nvPr/>
        </p:nvSpPr>
        <p:spPr>
          <a:xfrm flipH="1" flipV="1">
            <a:off x="10252866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4-line262"/>
          <p:cNvSpPr/>
          <p:nvPr/>
        </p:nvSpPr>
        <p:spPr>
          <a:xfrm flipH="1" flipV="1">
            <a:off x="10231372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4-line263"/>
          <p:cNvSpPr/>
          <p:nvPr/>
        </p:nvSpPr>
        <p:spPr>
          <a:xfrm flipH="1" flipV="1">
            <a:off x="10195811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4-line264"/>
          <p:cNvSpPr/>
          <p:nvPr/>
        </p:nvSpPr>
        <p:spPr>
          <a:xfrm flipH="1" flipV="1">
            <a:off x="10146572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4-line265"/>
          <p:cNvSpPr/>
          <p:nvPr/>
        </p:nvSpPr>
        <p:spPr>
          <a:xfrm flipH="1" flipV="1">
            <a:off x="10010397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4-line266"/>
          <p:cNvSpPr/>
          <p:nvPr/>
        </p:nvSpPr>
        <p:spPr>
          <a:xfrm flipH="1" flipV="1">
            <a:off x="10009363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4-line267"/>
          <p:cNvSpPr/>
          <p:nvPr/>
        </p:nvSpPr>
        <p:spPr>
          <a:xfrm flipH="1" flipV="1">
            <a:off x="992289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4-line268"/>
          <p:cNvSpPr/>
          <p:nvPr/>
        </p:nvSpPr>
        <p:spPr>
          <a:xfrm flipH="1" flipV="1">
            <a:off x="9825740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4-line269"/>
          <p:cNvSpPr/>
          <p:nvPr/>
        </p:nvSpPr>
        <p:spPr>
          <a:xfrm flipH="1" flipV="1">
            <a:off x="9718962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4-line270"/>
          <p:cNvSpPr/>
          <p:nvPr/>
        </p:nvSpPr>
        <p:spPr>
          <a:xfrm flipH="1" flipV="1">
            <a:off x="9561123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4-line271"/>
          <p:cNvSpPr/>
          <p:nvPr/>
        </p:nvSpPr>
        <p:spPr>
          <a:xfrm flipH="1" flipV="1">
            <a:off x="9481308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4-line272"/>
          <p:cNvSpPr/>
          <p:nvPr/>
        </p:nvSpPr>
        <p:spPr>
          <a:xfrm flipH="1" flipV="1">
            <a:off x="9353036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4-line273"/>
          <p:cNvSpPr/>
          <p:nvPr/>
        </p:nvSpPr>
        <p:spPr>
          <a:xfrm flipH="1" flipV="1">
            <a:off x="9220320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4-line274"/>
          <p:cNvSpPr/>
          <p:nvPr/>
        </p:nvSpPr>
        <p:spPr>
          <a:xfrm flipH="1" flipV="1">
            <a:off x="9084614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4-line275"/>
          <p:cNvSpPr/>
          <p:nvPr/>
        </p:nvSpPr>
        <p:spPr>
          <a:xfrm flipV="1">
            <a:off x="8947404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4-line276"/>
          <p:cNvSpPr/>
          <p:nvPr/>
        </p:nvSpPr>
        <p:spPr>
          <a:xfrm flipV="1">
            <a:off x="8802772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4-line277"/>
          <p:cNvSpPr/>
          <p:nvPr/>
        </p:nvSpPr>
        <p:spPr>
          <a:xfrm flipV="1">
            <a:off x="865972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4-line278"/>
          <p:cNvSpPr/>
          <p:nvPr/>
        </p:nvSpPr>
        <p:spPr>
          <a:xfrm flipV="1">
            <a:off x="8519828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4-line279"/>
          <p:cNvSpPr/>
          <p:nvPr/>
        </p:nvSpPr>
        <p:spPr>
          <a:xfrm flipV="1">
            <a:off x="8384617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4-line280"/>
          <p:cNvSpPr/>
          <p:nvPr/>
        </p:nvSpPr>
        <p:spPr>
          <a:xfrm flipV="1">
            <a:off x="8255572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4-line281"/>
          <p:cNvSpPr/>
          <p:nvPr/>
        </p:nvSpPr>
        <p:spPr>
          <a:xfrm flipV="1">
            <a:off x="8134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4-line282"/>
          <p:cNvSpPr/>
          <p:nvPr/>
        </p:nvSpPr>
        <p:spPr>
          <a:xfrm flipV="1">
            <a:off x="8021551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4-line283"/>
          <p:cNvSpPr/>
          <p:nvPr/>
        </p:nvSpPr>
        <p:spPr>
          <a:xfrm flipV="1">
            <a:off x="7919141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4-line284"/>
          <p:cNvSpPr/>
          <p:nvPr/>
        </p:nvSpPr>
        <p:spPr>
          <a:xfrm flipV="1">
            <a:off x="7827996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4-line285"/>
          <p:cNvSpPr/>
          <p:nvPr/>
        </p:nvSpPr>
        <p:spPr>
          <a:xfrm flipV="1">
            <a:off x="7749115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4-line286"/>
          <p:cNvSpPr/>
          <p:nvPr/>
        </p:nvSpPr>
        <p:spPr>
          <a:xfrm flipV="1">
            <a:off x="7683363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4-line287"/>
          <p:cNvSpPr/>
          <p:nvPr/>
        </p:nvSpPr>
        <p:spPr>
          <a:xfrm flipV="1">
            <a:off x="7631460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4-line288"/>
          <p:cNvSpPr/>
          <p:nvPr/>
        </p:nvSpPr>
        <p:spPr>
          <a:xfrm flipV="1">
            <a:off x="7593975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4-line289"/>
          <p:cNvSpPr/>
          <p:nvPr/>
        </p:nvSpPr>
        <p:spPr>
          <a:xfrm flipV="1">
            <a:off x="7571319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4-line290"/>
          <p:cNvSpPr/>
          <p:nvPr/>
        </p:nvSpPr>
        <p:spPr>
          <a:xfrm>
            <a:off x="7563739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4-line291"/>
          <p:cNvSpPr/>
          <p:nvPr/>
        </p:nvSpPr>
        <p:spPr>
          <a:xfrm>
            <a:off x="7571319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4-line292"/>
          <p:cNvSpPr/>
          <p:nvPr/>
        </p:nvSpPr>
        <p:spPr>
          <a:xfrm>
            <a:off x="7593975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4-line293"/>
          <p:cNvSpPr/>
          <p:nvPr/>
        </p:nvSpPr>
        <p:spPr>
          <a:xfrm>
            <a:off x="7631460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4-line294"/>
          <p:cNvSpPr/>
          <p:nvPr/>
        </p:nvSpPr>
        <p:spPr>
          <a:xfrm>
            <a:off x="7683363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4-line295"/>
          <p:cNvSpPr/>
          <p:nvPr/>
        </p:nvSpPr>
        <p:spPr>
          <a:xfrm>
            <a:off x="7749115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4-line296"/>
          <p:cNvSpPr/>
          <p:nvPr/>
        </p:nvSpPr>
        <p:spPr>
          <a:xfrm>
            <a:off x="7827996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4-line297"/>
          <p:cNvSpPr/>
          <p:nvPr/>
        </p:nvSpPr>
        <p:spPr>
          <a:xfrm>
            <a:off x="7919141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4-line298"/>
          <p:cNvSpPr/>
          <p:nvPr/>
        </p:nvSpPr>
        <p:spPr>
          <a:xfrm>
            <a:off x="8021551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4-line299"/>
          <p:cNvSpPr/>
          <p:nvPr/>
        </p:nvSpPr>
        <p:spPr>
          <a:xfrm>
            <a:off x="8134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4-line300"/>
          <p:cNvSpPr/>
          <p:nvPr/>
        </p:nvSpPr>
        <p:spPr>
          <a:xfrm>
            <a:off x="8255572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4-line301"/>
          <p:cNvSpPr/>
          <p:nvPr/>
        </p:nvSpPr>
        <p:spPr>
          <a:xfrm>
            <a:off x="8384617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4-line302"/>
          <p:cNvSpPr/>
          <p:nvPr/>
        </p:nvSpPr>
        <p:spPr>
          <a:xfrm>
            <a:off x="8519828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4-line303"/>
          <p:cNvSpPr/>
          <p:nvPr/>
        </p:nvSpPr>
        <p:spPr>
          <a:xfrm>
            <a:off x="865972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4-line304"/>
          <p:cNvSpPr/>
          <p:nvPr/>
        </p:nvSpPr>
        <p:spPr>
          <a:xfrm>
            <a:off x="8802772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4-label305"/>
          <p:cNvSpPr txBox="1"/>
          <p:nvPr/>
        </p:nvSpPr>
        <p:spPr>
          <a:xfrm>
            <a:off x="9198573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04-label306"/>
          <p:cNvSpPr txBox="1"/>
          <p:nvPr/>
        </p:nvSpPr>
        <p:spPr>
          <a:xfrm>
            <a:off x="9583258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04-label307"/>
          <p:cNvSpPr txBox="1"/>
          <p:nvPr/>
        </p:nvSpPr>
        <p:spPr>
          <a:xfrm>
            <a:off x="9724062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04-label308"/>
          <p:cNvSpPr txBox="1"/>
          <p:nvPr/>
        </p:nvSpPr>
        <p:spPr>
          <a:xfrm>
            <a:off x="9583258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04-label309"/>
          <p:cNvSpPr txBox="1"/>
          <p:nvPr/>
        </p:nvSpPr>
        <p:spPr>
          <a:xfrm>
            <a:off x="9198573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04-label310"/>
          <p:cNvSpPr txBox="1"/>
          <p:nvPr/>
        </p:nvSpPr>
        <p:spPr>
          <a:xfrm>
            <a:off x="8673084" y="3614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04-label311"/>
          <p:cNvSpPr txBox="1"/>
          <p:nvPr/>
        </p:nvSpPr>
        <p:spPr>
          <a:xfrm>
            <a:off x="8147595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04-label312"/>
          <p:cNvSpPr txBox="1"/>
          <p:nvPr/>
        </p:nvSpPr>
        <p:spPr>
          <a:xfrm>
            <a:off x="7762910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04-label313"/>
          <p:cNvSpPr txBox="1"/>
          <p:nvPr/>
        </p:nvSpPr>
        <p:spPr>
          <a:xfrm>
            <a:off x="7622106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04-label314"/>
          <p:cNvSpPr txBox="1"/>
          <p:nvPr/>
        </p:nvSpPr>
        <p:spPr>
          <a:xfrm>
            <a:off x="7762910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04-label315"/>
          <p:cNvSpPr txBox="1"/>
          <p:nvPr/>
        </p:nvSpPr>
        <p:spPr>
          <a:xfrm>
            <a:off x="8147595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04-label316"/>
          <p:cNvSpPr txBox="1"/>
          <p:nvPr/>
        </p:nvSpPr>
        <p:spPr>
          <a:xfrm>
            <a:off x="8673084" y="15122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04-line317"/>
          <p:cNvSpPr/>
          <p:nvPr/>
        </p:nvSpPr>
        <p:spPr>
          <a:xfrm flipH="1">
            <a:off x="8332422" y="2746121"/>
            <a:ext cx="614982" cy="35506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4-line318"/>
          <p:cNvSpPr/>
          <p:nvPr/>
        </p:nvSpPr>
        <p:spPr>
          <a:xfrm flipV="1">
            <a:off x="8947404" y="1638333"/>
            <a:ext cx="0" cy="110778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4-pin319"/>
          <p:cNvSpPr/>
          <p:nvPr/>
        </p:nvSpPr>
        <p:spPr>
          <a:xfrm>
            <a:off x="8892540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4-label32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그리기</a:t>
            </a:r>
            <a:endParaRPr lang="ko-KR" sz="4400" dirty="0"/>
          </a:p>
        </p:txBody>
      </p:sp>
      <p:sp>
        <p:nvSpPr>
          <p:cNvPr id="3" name="S05-text32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5시를 그려 봐요.</a:t>
            </a:r>
            <a:endParaRPr lang="ko-KR" sz="3200" dirty="0"/>
          </a:p>
        </p:txBody>
      </p:sp>
      <p:sp>
        <p:nvSpPr>
          <p:cNvPr id="4" name="S05-figure322" descr="시계: 짧은바늘이 5, 긴바늘이 12를 가리킴(5시)"/>
          <p:cNvSpPr/>
          <p:nvPr/>
        </p:nvSpPr>
        <p:spPr>
          <a:xfrm>
            <a:off x="7726131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5-line323"/>
          <p:cNvSpPr/>
          <p:nvPr/>
        </p:nvSpPr>
        <p:spPr>
          <a:xfrm>
            <a:off x="9280611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5-line324"/>
          <p:cNvSpPr/>
          <p:nvPr/>
        </p:nvSpPr>
        <p:spPr>
          <a:xfrm flipH="1">
            <a:off x="9431151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5-line325"/>
          <p:cNvSpPr/>
          <p:nvPr/>
        </p:nvSpPr>
        <p:spPr>
          <a:xfrm flipH="1">
            <a:off x="9580042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326"/>
          <p:cNvSpPr/>
          <p:nvPr/>
        </p:nvSpPr>
        <p:spPr>
          <a:xfrm flipH="1">
            <a:off x="972565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327"/>
          <p:cNvSpPr/>
          <p:nvPr/>
        </p:nvSpPr>
        <p:spPr>
          <a:xfrm flipH="1">
            <a:off x="9866385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328"/>
          <p:cNvSpPr/>
          <p:nvPr/>
        </p:nvSpPr>
        <p:spPr>
          <a:xfrm flipH="1">
            <a:off x="995406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5-line329"/>
          <p:cNvSpPr/>
          <p:nvPr/>
        </p:nvSpPr>
        <p:spPr>
          <a:xfrm flipH="1">
            <a:off x="10127128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330"/>
          <p:cNvSpPr/>
          <p:nvPr/>
        </p:nvSpPr>
        <p:spPr>
          <a:xfrm flipH="1">
            <a:off x="10244280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331"/>
          <p:cNvSpPr/>
          <p:nvPr/>
        </p:nvSpPr>
        <p:spPr>
          <a:xfrm flipH="1">
            <a:off x="10350874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332"/>
          <p:cNvSpPr/>
          <p:nvPr/>
        </p:nvSpPr>
        <p:spPr>
          <a:xfrm flipH="1">
            <a:off x="1044574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333"/>
          <p:cNvSpPr/>
          <p:nvPr/>
        </p:nvSpPr>
        <p:spPr>
          <a:xfrm flipH="1">
            <a:off x="10447071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5-line334"/>
          <p:cNvSpPr/>
          <p:nvPr/>
        </p:nvSpPr>
        <p:spPr>
          <a:xfrm flipH="1">
            <a:off x="10596281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335"/>
          <p:cNvSpPr/>
          <p:nvPr/>
        </p:nvSpPr>
        <p:spPr>
          <a:xfrm flipH="1">
            <a:off x="10650304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336"/>
          <p:cNvSpPr/>
          <p:nvPr/>
        </p:nvSpPr>
        <p:spPr>
          <a:xfrm flipH="1">
            <a:off x="10689320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337"/>
          <p:cNvSpPr/>
          <p:nvPr/>
        </p:nvSpPr>
        <p:spPr>
          <a:xfrm flipH="1">
            <a:off x="10712902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338"/>
          <p:cNvSpPr/>
          <p:nvPr/>
        </p:nvSpPr>
        <p:spPr>
          <a:xfrm flipH="1">
            <a:off x="10627523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5-line339"/>
          <p:cNvSpPr/>
          <p:nvPr/>
        </p:nvSpPr>
        <p:spPr>
          <a:xfrm flipH="1" flipV="1">
            <a:off x="10712902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340"/>
          <p:cNvSpPr/>
          <p:nvPr/>
        </p:nvSpPr>
        <p:spPr>
          <a:xfrm flipH="1" flipV="1">
            <a:off x="10689320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341"/>
          <p:cNvSpPr/>
          <p:nvPr/>
        </p:nvSpPr>
        <p:spPr>
          <a:xfrm flipH="1" flipV="1">
            <a:off x="10650304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342"/>
          <p:cNvSpPr/>
          <p:nvPr/>
        </p:nvSpPr>
        <p:spPr>
          <a:xfrm flipH="1" flipV="1">
            <a:off x="10596281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343"/>
          <p:cNvSpPr/>
          <p:nvPr/>
        </p:nvSpPr>
        <p:spPr>
          <a:xfrm flipH="1" flipV="1">
            <a:off x="10447071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5-line344"/>
          <p:cNvSpPr/>
          <p:nvPr/>
        </p:nvSpPr>
        <p:spPr>
          <a:xfrm flipH="1" flipV="1">
            <a:off x="1044574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345"/>
          <p:cNvSpPr/>
          <p:nvPr/>
        </p:nvSpPr>
        <p:spPr>
          <a:xfrm flipH="1" flipV="1">
            <a:off x="10350874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346"/>
          <p:cNvSpPr/>
          <p:nvPr/>
        </p:nvSpPr>
        <p:spPr>
          <a:xfrm flipH="1" flipV="1">
            <a:off x="10244280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347"/>
          <p:cNvSpPr/>
          <p:nvPr/>
        </p:nvSpPr>
        <p:spPr>
          <a:xfrm flipH="1" flipV="1">
            <a:off x="10127128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348"/>
          <p:cNvSpPr/>
          <p:nvPr/>
        </p:nvSpPr>
        <p:spPr>
          <a:xfrm flipH="1" flipV="1">
            <a:off x="995406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5-line349"/>
          <p:cNvSpPr/>
          <p:nvPr/>
        </p:nvSpPr>
        <p:spPr>
          <a:xfrm flipH="1" flipV="1">
            <a:off x="9866385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350"/>
          <p:cNvSpPr/>
          <p:nvPr/>
        </p:nvSpPr>
        <p:spPr>
          <a:xfrm flipH="1" flipV="1">
            <a:off x="972565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351"/>
          <p:cNvSpPr/>
          <p:nvPr/>
        </p:nvSpPr>
        <p:spPr>
          <a:xfrm flipH="1" flipV="1">
            <a:off x="9580042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352"/>
          <p:cNvSpPr/>
          <p:nvPr/>
        </p:nvSpPr>
        <p:spPr>
          <a:xfrm flipH="1" flipV="1">
            <a:off x="9431151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353"/>
          <p:cNvSpPr/>
          <p:nvPr/>
        </p:nvSpPr>
        <p:spPr>
          <a:xfrm flipV="1">
            <a:off x="9280611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5-line354"/>
          <p:cNvSpPr/>
          <p:nvPr/>
        </p:nvSpPr>
        <p:spPr>
          <a:xfrm flipV="1">
            <a:off x="9121947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355"/>
          <p:cNvSpPr/>
          <p:nvPr/>
        </p:nvSpPr>
        <p:spPr>
          <a:xfrm flipV="1">
            <a:off x="8965021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356"/>
          <p:cNvSpPr/>
          <p:nvPr/>
        </p:nvSpPr>
        <p:spPr>
          <a:xfrm flipV="1">
            <a:off x="8811553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357"/>
          <p:cNvSpPr/>
          <p:nvPr/>
        </p:nvSpPr>
        <p:spPr>
          <a:xfrm flipV="1">
            <a:off x="8663224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358"/>
          <p:cNvSpPr/>
          <p:nvPr/>
        </p:nvSpPr>
        <p:spPr>
          <a:xfrm flipV="1">
            <a:off x="8521659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5-line359"/>
          <p:cNvSpPr/>
          <p:nvPr/>
        </p:nvSpPr>
        <p:spPr>
          <a:xfrm flipV="1">
            <a:off x="8388410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360"/>
          <p:cNvSpPr/>
          <p:nvPr/>
        </p:nvSpPr>
        <p:spPr>
          <a:xfrm flipV="1">
            <a:off x="8264935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361"/>
          <p:cNvSpPr/>
          <p:nvPr/>
        </p:nvSpPr>
        <p:spPr>
          <a:xfrm flipV="1">
            <a:off x="8152589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362"/>
          <p:cNvSpPr/>
          <p:nvPr/>
        </p:nvSpPr>
        <p:spPr>
          <a:xfrm flipV="1">
            <a:off x="805260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363"/>
          <p:cNvSpPr/>
          <p:nvPr/>
        </p:nvSpPr>
        <p:spPr>
          <a:xfrm flipV="1">
            <a:off x="796606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5-line364"/>
          <p:cNvSpPr/>
          <p:nvPr/>
        </p:nvSpPr>
        <p:spPr>
          <a:xfrm flipV="1">
            <a:off x="7893937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365"/>
          <p:cNvSpPr/>
          <p:nvPr/>
        </p:nvSpPr>
        <p:spPr>
          <a:xfrm flipV="1">
            <a:off x="7836999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366"/>
          <p:cNvSpPr/>
          <p:nvPr/>
        </p:nvSpPr>
        <p:spPr>
          <a:xfrm flipV="1">
            <a:off x="779587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367"/>
          <p:cNvSpPr/>
          <p:nvPr/>
        </p:nvSpPr>
        <p:spPr>
          <a:xfrm flipV="1">
            <a:off x="7771023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368"/>
          <p:cNvSpPr/>
          <p:nvPr/>
        </p:nvSpPr>
        <p:spPr>
          <a:xfrm>
            <a:off x="7762707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5-line369"/>
          <p:cNvSpPr/>
          <p:nvPr/>
        </p:nvSpPr>
        <p:spPr>
          <a:xfrm>
            <a:off x="7771023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370"/>
          <p:cNvSpPr/>
          <p:nvPr/>
        </p:nvSpPr>
        <p:spPr>
          <a:xfrm>
            <a:off x="779587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371"/>
          <p:cNvSpPr/>
          <p:nvPr/>
        </p:nvSpPr>
        <p:spPr>
          <a:xfrm>
            <a:off x="7836999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372"/>
          <p:cNvSpPr/>
          <p:nvPr/>
        </p:nvSpPr>
        <p:spPr>
          <a:xfrm>
            <a:off x="7893937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373"/>
          <p:cNvSpPr/>
          <p:nvPr/>
        </p:nvSpPr>
        <p:spPr>
          <a:xfrm>
            <a:off x="796606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5-line374"/>
          <p:cNvSpPr/>
          <p:nvPr/>
        </p:nvSpPr>
        <p:spPr>
          <a:xfrm>
            <a:off x="805260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375"/>
          <p:cNvSpPr/>
          <p:nvPr/>
        </p:nvSpPr>
        <p:spPr>
          <a:xfrm>
            <a:off x="8152589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376"/>
          <p:cNvSpPr/>
          <p:nvPr/>
        </p:nvSpPr>
        <p:spPr>
          <a:xfrm>
            <a:off x="8264935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377"/>
          <p:cNvSpPr/>
          <p:nvPr/>
        </p:nvSpPr>
        <p:spPr>
          <a:xfrm>
            <a:off x="8388410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378"/>
          <p:cNvSpPr/>
          <p:nvPr/>
        </p:nvSpPr>
        <p:spPr>
          <a:xfrm>
            <a:off x="8521659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5-line379"/>
          <p:cNvSpPr/>
          <p:nvPr/>
        </p:nvSpPr>
        <p:spPr>
          <a:xfrm>
            <a:off x="8663224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380"/>
          <p:cNvSpPr/>
          <p:nvPr/>
        </p:nvSpPr>
        <p:spPr>
          <a:xfrm>
            <a:off x="8811553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381"/>
          <p:cNvSpPr/>
          <p:nvPr/>
        </p:nvSpPr>
        <p:spPr>
          <a:xfrm>
            <a:off x="8965021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382"/>
          <p:cNvSpPr/>
          <p:nvPr/>
        </p:nvSpPr>
        <p:spPr>
          <a:xfrm>
            <a:off x="9121947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abel383"/>
          <p:cNvSpPr txBox="1"/>
          <p:nvPr/>
        </p:nvSpPr>
        <p:spPr>
          <a:xfrm>
            <a:off x="9581449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5-label384"/>
          <p:cNvSpPr txBox="1"/>
          <p:nvPr/>
        </p:nvSpPr>
        <p:spPr>
          <a:xfrm>
            <a:off x="10002494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5-label385"/>
          <p:cNvSpPr txBox="1"/>
          <p:nvPr/>
        </p:nvSpPr>
        <p:spPr>
          <a:xfrm>
            <a:off x="10156607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5-label386"/>
          <p:cNvSpPr txBox="1"/>
          <p:nvPr/>
        </p:nvSpPr>
        <p:spPr>
          <a:xfrm>
            <a:off x="10002494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5-label387"/>
          <p:cNvSpPr txBox="1"/>
          <p:nvPr/>
        </p:nvSpPr>
        <p:spPr>
          <a:xfrm>
            <a:off x="9581449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5-label388"/>
          <p:cNvSpPr txBox="1"/>
          <p:nvPr/>
        </p:nvSpPr>
        <p:spPr>
          <a:xfrm>
            <a:off x="9006291" y="5379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5-label389"/>
          <p:cNvSpPr txBox="1"/>
          <p:nvPr/>
        </p:nvSpPr>
        <p:spPr>
          <a:xfrm>
            <a:off x="8431134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5-label390"/>
          <p:cNvSpPr txBox="1"/>
          <p:nvPr/>
        </p:nvSpPr>
        <p:spPr>
          <a:xfrm>
            <a:off x="8010089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5-label391"/>
          <p:cNvSpPr txBox="1"/>
          <p:nvPr/>
        </p:nvSpPr>
        <p:spPr>
          <a:xfrm>
            <a:off x="7855976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5-label392"/>
          <p:cNvSpPr txBox="1"/>
          <p:nvPr/>
        </p:nvSpPr>
        <p:spPr>
          <a:xfrm>
            <a:off x="8010089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5-label393"/>
          <p:cNvSpPr txBox="1"/>
          <p:nvPr/>
        </p:nvSpPr>
        <p:spPr>
          <a:xfrm>
            <a:off x="8431134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5-label394"/>
          <p:cNvSpPr txBox="1"/>
          <p:nvPr/>
        </p:nvSpPr>
        <p:spPr>
          <a:xfrm>
            <a:off x="9006291" y="307878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5-line395"/>
          <p:cNvSpPr/>
          <p:nvPr/>
        </p:nvSpPr>
        <p:spPr>
          <a:xfrm>
            <a:off x="9280611" y="4411980"/>
            <a:ext cx="388620" cy="67311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5-line396"/>
          <p:cNvSpPr/>
          <p:nvPr/>
        </p:nvSpPr>
        <p:spPr>
          <a:xfrm flipV="1">
            <a:off x="9280611" y="3199486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5-pin397"/>
          <p:cNvSpPr/>
          <p:nvPr/>
        </p:nvSpPr>
        <p:spPr>
          <a:xfrm>
            <a:off x="9225747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stepno398"/>
          <p:cNvSpPr txBox="1"/>
          <p:nvPr/>
        </p:nvSpPr>
        <p:spPr>
          <a:xfrm>
            <a:off x="548640" y="3383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5-text399"/>
          <p:cNvSpPr txBox="1"/>
          <p:nvPr/>
        </p:nvSpPr>
        <p:spPr>
          <a:xfrm>
            <a:off x="1325880" y="3338068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긴바늘을 12까지 길게 그려요.</a:t>
            </a:r>
            <a:endParaRPr lang="ko-KR" sz="3200" dirty="0"/>
          </a:p>
        </p:txBody>
      </p:sp>
      <p:sp>
        <p:nvSpPr>
          <p:cNvPr id="82" name="S05-stepno400"/>
          <p:cNvSpPr txBox="1"/>
          <p:nvPr/>
        </p:nvSpPr>
        <p:spPr>
          <a:xfrm>
            <a:off x="548640" y="4539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5-text401"/>
          <p:cNvSpPr txBox="1"/>
          <p:nvPr/>
        </p:nvSpPr>
        <p:spPr>
          <a:xfrm>
            <a:off x="1325880" y="4494276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5까지 짧게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400" dirty="0"/>
          </a:p>
        </p:txBody>
      </p:sp>
      <p:sp>
        <p:nvSpPr>
          <p:cNvPr id="3" name="S06-card4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12인지 보고, 짧은바늘의 수를 읽어요.</a:t>
            </a:r>
            <a:endParaRPr lang="ko-KR" sz="3200" dirty="0"/>
          </a:p>
        </p:txBody>
      </p:sp>
      <p:sp>
        <p:nvSpPr>
          <p:cNvPr id="5" name="S06-figure404" descr="시계: 짧은바늘이 9, 긴바늘이 12를 가리킴(9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05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06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07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08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09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10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11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12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13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14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15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416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417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418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419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420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421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422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423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424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425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426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427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428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429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430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431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432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433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434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435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436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437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438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439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440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441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442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443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444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445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446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447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448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449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450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451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452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453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454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455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456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457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458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459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460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461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462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463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464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465"/>
          <p:cNvSpPr txBox="1"/>
          <p:nvPr/>
        </p:nvSpPr>
        <p:spPr>
          <a:xfrm>
            <a:off x="2591410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466"/>
          <p:cNvSpPr txBox="1"/>
          <p:nvPr/>
        </p:nvSpPr>
        <p:spPr>
          <a:xfrm>
            <a:off x="30124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467"/>
          <p:cNvSpPr txBox="1"/>
          <p:nvPr/>
        </p:nvSpPr>
        <p:spPr>
          <a:xfrm>
            <a:off x="31665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468"/>
          <p:cNvSpPr txBox="1"/>
          <p:nvPr/>
        </p:nvSpPr>
        <p:spPr>
          <a:xfrm>
            <a:off x="30124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469"/>
          <p:cNvSpPr txBox="1"/>
          <p:nvPr/>
        </p:nvSpPr>
        <p:spPr>
          <a:xfrm>
            <a:off x="2591410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470"/>
          <p:cNvSpPr txBox="1"/>
          <p:nvPr/>
        </p:nvSpPr>
        <p:spPr>
          <a:xfrm>
            <a:off x="2016252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471"/>
          <p:cNvSpPr txBox="1"/>
          <p:nvPr/>
        </p:nvSpPr>
        <p:spPr>
          <a:xfrm>
            <a:off x="144109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472"/>
          <p:cNvSpPr txBox="1"/>
          <p:nvPr/>
        </p:nvSpPr>
        <p:spPr>
          <a:xfrm>
            <a:off x="1020050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473"/>
          <p:cNvSpPr txBox="1"/>
          <p:nvPr/>
        </p:nvSpPr>
        <p:spPr>
          <a:xfrm>
            <a:off x="86593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474"/>
          <p:cNvSpPr txBox="1"/>
          <p:nvPr/>
        </p:nvSpPr>
        <p:spPr>
          <a:xfrm>
            <a:off x="1020050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475"/>
          <p:cNvSpPr txBox="1"/>
          <p:nvPr/>
        </p:nvSpPr>
        <p:spPr>
          <a:xfrm>
            <a:off x="144109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476"/>
          <p:cNvSpPr txBox="1"/>
          <p:nvPr/>
        </p:nvSpPr>
        <p:spPr>
          <a:xfrm>
            <a:off x="2016252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477"/>
          <p:cNvSpPr/>
          <p:nvPr/>
        </p:nvSpPr>
        <p:spPr>
          <a:xfrm flipH="1">
            <a:off x="1513332" y="2963799"/>
            <a:ext cx="77724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478"/>
          <p:cNvSpPr/>
          <p:nvPr/>
        </p:nvSpPr>
        <p:spPr>
          <a:xfrm flipV="1">
            <a:off x="2290572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479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480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481" descr="시계: 짧은바늘이 2, 긴바늘이 12를 가리킴(2시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482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483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484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485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486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487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488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489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490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491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492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493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494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495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496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497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498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499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00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01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02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03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04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05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06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07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08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09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10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11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12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13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14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15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516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517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518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519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520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521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522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523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524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525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526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527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528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529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530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531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532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533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534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535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536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537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538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539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540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541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542"/>
          <p:cNvSpPr txBox="1"/>
          <p:nvPr/>
        </p:nvSpPr>
        <p:spPr>
          <a:xfrm>
            <a:off x="639531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543"/>
          <p:cNvSpPr txBox="1"/>
          <p:nvPr/>
        </p:nvSpPr>
        <p:spPr>
          <a:xfrm>
            <a:off x="68163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544"/>
          <p:cNvSpPr txBox="1"/>
          <p:nvPr/>
        </p:nvSpPr>
        <p:spPr>
          <a:xfrm>
            <a:off x="697047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545"/>
          <p:cNvSpPr txBox="1"/>
          <p:nvPr/>
        </p:nvSpPr>
        <p:spPr>
          <a:xfrm>
            <a:off x="68163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546"/>
          <p:cNvSpPr txBox="1"/>
          <p:nvPr/>
        </p:nvSpPr>
        <p:spPr>
          <a:xfrm>
            <a:off x="639531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547"/>
          <p:cNvSpPr txBox="1"/>
          <p:nvPr/>
        </p:nvSpPr>
        <p:spPr>
          <a:xfrm>
            <a:off x="5820156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548"/>
          <p:cNvSpPr txBox="1"/>
          <p:nvPr/>
        </p:nvSpPr>
        <p:spPr>
          <a:xfrm>
            <a:off x="524499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549"/>
          <p:cNvSpPr txBox="1"/>
          <p:nvPr/>
        </p:nvSpPr>
        <p:spPr>
          <a:xfrm>
            <a:off x="48239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550"/>
          <p:cNvSpPr txBox="1"/>
          <p:nvPr/>
        </p:nvSpPr>
        <p:spPr>
          <a:xfrm>
            <a:off x="466984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551"/>
          <p:cNvSpPr txBox="1"/>
          <p:nvPr/>
        </p:nvSpPr>
        <p:spPr>
          <a:xfrm>
            <a:off x="48239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552"/>
          <p:cNvSpPr txBox="1"/>
          <p:nvPr/>
        </p:nvSpPr>
        <p:spPr>
          <a:xfrm>
            <a:off x="524499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553"/>
          <p:cNvSpPr txBox="1"/>
          <p:nvPr/>
        </p:nvSpPr>
        <p:spPr>
          <a:xfrm>
            <a:off x="5820156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554"/>
          <p:cNvSpPr/>
          <p:nvPr/>
        </p:nvSpPr>
        <p:spPr>
          <a:xfrm flipV="1">
            <a:off x="6094476" y="2575179"/>
            <a:ext cx="673110" cy="3886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555"/>
          <p:cNvSpPr/>
          <p:nvPr/>
        </p:nvSpPr>
        <p:spPr>
          <a:xfrm flipV="1">
            <a:off x="6094476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556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557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558" descr="시계: 두 바늘이 모두 12를 가리킴(12시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559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560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561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562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563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564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565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566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567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568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569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570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571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572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573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574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575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576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577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578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579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580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581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582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583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584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585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586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587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588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589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590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591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592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593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594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595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596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597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598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599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00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01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02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03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04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05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06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07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08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09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10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11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12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13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14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15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616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617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618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619"/>
          <p:cNvSpPr txBox="1"/>
          <p:nvPr/>
        </p:nvSpPr>
        <p:spPr>
          <a:xfrm>
            <a:off x="1019921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620"/>
          <p:cNvSpPr txBox="1"/>
          <p:nvPr/>
        </p:nvSpPr>
        <p:spPr>
          <a:xfrm>
            <a:off x="10620262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621"/>
          <p:cNvSpPr txBox="1"/>
          <p:nvPr/>
        </p:nvSpPr>
        <p:spPr>
          <a:xfrm>
            <a:off x="1077437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622"/>
          <p:cNvSpPr txBox="1"/>
          <p:nvPr/>
        </p:nvSpPr>
        <p:spPr>
          <a:xfrm>
            <a:off x="10620262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623"/>
          <p:cNvSpPr txBox="1"/>
          <p:nvPr/>
        </p:nvSpPr>
        <p:spPr>
          <a:xfrm>
            <a:off x="1019921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624"/>
          <p:cNvSpPr txBox="1"/>
          <p:nvPr/>
        </p:nvSpPr>
        <p:spPr>
          <a:xfrm>
            <a:off x="9624060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625"/>
          <p:cNvSpPr txBox="1"/>
          <p:nvPr/>
        </p:nvSpPr>
        <p:spPr>
          <a:xfrm>
            <a:off x="9048902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626"/>
          <p:cNvSpPr txBox="1"/>
          <p:nvPr/>
        </p:nvSpPr>
        <p:spPr>
          <a:xfrm>
            <a:off x="86278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627"/>
          <p:cNvSpPr txBox="1"/>
          <p:nvPr/>
        </p:nvSpPr>
        <p:spPr>
          <a:xfrm>
            <a:off x="84737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628"/>
          <p:cNvSpPr txBox="1"/>
          <p:nvPr/>
        </p:nvSpPr>
        <p:spPr>
          <a:xfrm>
            <a:off x="86278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629"/>
          <p:cNvSpPr txBox="1"/>
          <p:nvPr/>
        </p:nvSpPr>
        <p:spPr>
          <a:xfrm>
            <a:off x="9048902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630"/>
          <p:cNvSpPr txBox="1"/>
          <p:nvPr/>
        </p:nvSpPr>
        <p:spPr>
          <a:xfrm>
            <a:off x="9624060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631"/>
          <p:cNvSpPr/>
          <p:nvPr/>
        </p:nvSpPr>
        <p:spPr>
          <a:xfrm flipV="1">
            <a:off x="9898380" y="2186559"/>
            <a:ext cx="0" cy="77724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632"/>
          <p:cNvSpPr/>
          <p:nvPr/>
        </p:nvSpPr>
        <p:spPr>
          <a:xfrm flipV="1">
            <a:off x="9898380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633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634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</a:t>
            </a:r>
            <a:endParaRPr lang="ko-KR" sz="4400" dirty="0"/>
          </a:p>
        </p:txBody>
      </p:sp>
      <p:sp>
        <p:nvSpPr>
          <p:cNvPr id="3" name="S07-card6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6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30분이라고 읽어요.</a:t>
            </a:r>
            <a:endParaRPr lang="ko-KR" sz="3200" dirty="0"/>
          </a:p>
        </p:txBody>
      </p:sp>
      <p:sp>
        <p:nvSpPr>
          <p:cNvPr id="5" name="S07-figure637" descr="시계: 짧은바늘이 3과 4 사이, 긴바늘이 6을 가리킴(3시 30분)"/>
          <p:cNvSpPr/>
          <p:nvPr/>
        </p:nvSpPr>
        <p:spPr>
          <a:xfrm>
            <a:off x="167563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7-line638"/>
          <p:cNvSpPr/>
          <p:nvPr/>
        </p:nvSpPr>
        <p:spPr>
          <a:xfrm>
            <a:off x="323011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7-line639"/>
          <p:cNvSpPr/>
          <p:nvPr/>
        </p:nvSpPr>
        <p:spPr>
          <a:xfrm flipH="1">
            <a:off x="338065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640"/>
          <p:cNvSpPr/>
          <p:nvPr/>
        </p:nvSpPr>
        <p:spPr>
          <a:xfrm flipH="1">
            <a:off x="352954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641"/>
          <p:cNvSpPr/>
          <p:nvPr/>
        </p:nvSpPr>
        <p:spPr>
          <a:xfrm flipH="1">
            <a:off x="367515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642"/>
          <p:cNvSpPr/>
          <p:nvPr/>
        </p:nvSpPr>
        <p:spPr>
          <a:xfrm flipH="1">
            <a:off x="381589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643"/>
          <p:cNvSpPr/>
          <p:nvPr/>
        </p:nvSpPr>
        <p:spPr>
          <a:xfrm flipH="1">
            <a:off x="390357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7-line644"/>
          <p:cNvSpPr/>
          <p:nvPr/>
        </p:nvSpPr>
        <p:spPr>
          <a:xfrm flipH="1">
            <a:off x="407663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645"/>
          <p:cNvSpPr/>
          <p:nvPr/>
        </p:nvSpPr>
        <p:spPr>
          <a:xfrm flipH="1">
            <a:off x="419378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646"/>
          <p:cNvSpPr/>
          <p:nvPr/>
        </p:nvSpPr>
        <p:spPr>
          <a:xfrm flipH="1">
            <a:off x="430038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647"/>
          <p:cNvSpPr/>
          <p:nvPr/>
        </p:nvSpPr>
        <p:spPr>
          <a:xfrm flipH="1">
            <a:off x="439524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648"/>
          <p:cNvSpPr/>
          <p:nvPr/>
        </p:nvSpPr>
        <p:spPr>
          <a:xfrm flipH="1">
            <a:off x="439657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7-line649"/>
          <p:cNvSpPr/>
          <p:nvPr/>
        </p:nvSpPr>
        <p:spPr>
          <a:xfrm flipH="1">
            <a:off x="454578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650"/>
          <p:cNvSpPr/>
          <p:nvPr/>
        </p:nvSpPr>
        <p:spPr>
          <a:xfrm flipH="1">
            <a:off x="459981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651"/>
          <p:cNvSpPr/>
          <p:nvPr/>
        </p:nvSpPr>
        <p:spPr>
          <a:xfrm flipH="1">
            <a:off x="463882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652"/>
          <p:cNvSpPr/>
          <p:nvPr/>
        </p:nvSpPr>
        <p:spPr>
          <a:xfrm flipH="1">
            <a:off x="466240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653"/>
          <p:cNvSpPr/>
          <p:nvPr/>
        </p:nvSpPr>
        <p:spPr>
          <a:xfrm flipH="1">
            <a:off x="457702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7-line654"/>
          <p:cNvSpPr/>
          <p:nvPr/>
        </p:nvSpPr>
        <p:spPr>
          <a:xfrm flipH="1" flipV="1">
            <a:off x="466240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655"/>
          <p:cNvSpPr/>
          <p:nvPr/>
        </p:nvSpPr>
        <p:spPr>
          <a:xfrm flipH="1" flipV="1">
            <a:off x="463882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656"/>
          <p:cNvSpPr/>
          <p:nvPr/>
        </p:nvSpPr>
        <p:spPr>
          <a:xfrm flipH="1" flipV="1">
            <a:off x="459981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657"/>
          <p:cNvSpPr/>
          <p:nvPr/>
        </p:nvSpPr>
        <p:spPr>
          <a:xfrm flipH="1" flipV="1">
            <a:off x="454578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658"/>
          <p:cNvSpPr/>
          <p:nvPr/>
        </p:nvSpPr>
        <p:spPr>
          <a:xfrm flipH="1" flipV="1">
            <a:off x="439657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7-line659"/>
          <p:cNvSpPr/>
          <p:nvPr/>
        </p:nvSpPr>
        <p:spPr>
          <a:xfrm flipH="1" flipV="1">
            <a:off x="439524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660"/>
          <p:cNvSpPr/>
          <p:nvPr/>
        </p:nvSpPr>
        <p:spPr>
          <a:xfrm flipH="1" flipV="1">
            <a:off x="430038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661"/>
          <p:cNvSpPr/>
          <p:nvPr/>
        </p:nvSpPr>
        <p:spPr>
          <a:xfrm flipH="1" flipV="1">
            <a:off x="419378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662"/>
          <p:cNvSpPr/>
          <p:nvPr/>
        </p:nvSpPr>
        <p:spPr>
          <a:xfrm flipH="1" flipV="1">
            <a:off x="407663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663"/>
          <p:cNvSpPr/>
          <p:nvPr/>
        </p:nvSpPr>
        <p:spPr>
          <a:xfrm flipH="1" flipV="1">
            <a:off x="390357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7-line664"/>
          <p:cNvSpPr/>
          <p:nvPr/>
        </p:nvSpPr>
        <p:spPr>
          <a:xfrm flipH="1" flipV="1">
            <a:off x="381589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665"/>
          <p:cNvSpPr/>
          <p:nvPr/>
        </p:nvSpPr>
        <p:spPr>
          <a:xfrm flipH="1" flipV="1">
            <a:off x="367515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666"/>
          <p:cNvSpPr/>
          <p:nvPr/>
        </p:nvSpPr>
        <p:spPr>
          <a:xfrm flipH="1" flipV="1">
            <a:off x="352954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667"/>
          <p:cNvSpPr/>
          <p:nvPr/>
        </p:nvSpPr>
        <p:spPr>
          <a:xfrm flipH="1" flipV="1">
            <a:off x="338065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668"/>
          <p:cNvSpPr/>
          <p:nvPr/>
        </p:nvSpPr>
        <p:spPr>
          <a:xfrm flipV="1">
            <a:off x="323011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7-line669"/>
          <p:cNvSpPr/>
          <p:nvPr/>
        </p:nvSpPr>
        <p:spPr>
          <a:xfrm flipV="1">
            <a:off x="307145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670"/>
          <p:cNvSpPr/>
          <p:nvPr/>
        </p:nvSpPr>
        <p:spPr>
          <a:xfrm flipV="1">
            <a:off x="291452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671"/>
          <p:cNvSpPr/>
          <p:nvPr/>
        </p:nvSpPr>
        <p:spPr>
          <a:xfrm flipV="1">
            <a:off x="276106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672"/>
          <p:cNvSpPr/>
          <p:nvPr/>
        </p:nvSpPr>
        <p:spPr>
          <a:xfrm flipV="1">
            <a:off x="261273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673"/>
          <p:cNvSpPr/>
          <p:nvPr/>
        </p:nvSpPr>
        <p:spPr>
          <a:xfrm flipV="1">
            <a:off x="247116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7-line674"/>
          <p:cNvSpPr/>
          <p:nvPr/>
        </p:nvSpPr>
        <p:spPr>
          <a:xfrm flipV="1">
            <a:off x="233791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675"/>
          <p:cNvSpPr/>
          <p:nvPr/>
        </p:nvSpPr>
        <p:spPr>
          <a:xfrm flipV="1">
            <a:off x="221444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676"/>
          <p:cNvSpPr/>
          <p:nvPr/>
        </p:nvSpPr>
        <p:spPr>
          <a:xfrm flipV="1">
            <a:off x="210209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677"/>
          <p:cNvSpPr/>
          <p:nvPr/>
        </p:nvSpPr>
        <p:spPr>
          <a:xfrm flipV="1">
            <a:off x="200210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678"/>
          <p:cNvSpPr/>
          <p:nvPr/>
        </p:nvSpPr>
        <p:spPr>
          <a:xfrm flipV="1">
            <a:off x="191557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7-line679"/>
          <p:cNvSpPr/>
          <p:nvPr/>
        </p:nvSpPr>
        <p:spPr>
          <a:xfrm flipV="1">
            <a:off x="184344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680"/>
          <p:cNvSpPr/>
          <p:nvPr/>
        </p:nvSpPr>
        <p:spPr>
          <a:xfrm flipV="1">
            <a:off x="178650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681"/>
          <p:cNvSpPr/>
          <p:nvPr/>
        </p:nvSpPr>
        <p:spPr>
          <a:xfrm flipV="1">
            <a:off x="174538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682"/>
          <p:cNvSpPr/>
          <p:nvPr/>
        </p:nvSpPr>
        <p:spPr>
          <a:xfrm flipV="1">
            <a:off x="172052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683"/>
          <p:cNvSpPr/>
          <p:nvPr/>
        </p:nvSpPr>
        <p:spPr>
          <a:xfrm>
            <a:off x="171221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7-line684"/>
          <p:cNvSpPr/>
          <p:nvPr/>
        </p:nvSpPr>
        <p:spPr>
          <a:xfrm>
            <a:off x="172052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685"/>
          <p:cNvSpPr/>
          <p:nvPr/>
        </p:nvSpPr>
        <p:spPr>
          <a:xfrm>
            <a:off x="174538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686"/>
          <p:cNvSpPr/>
          <p:nvPr/>
        </p:nvSpPr>
        <p:spPr>
          <a:xfrm>
            <a:off x="178650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687"/>
          <p:cNvSpPr/>
          <p:nvPr/>
        </p:nvSpPr>
        <p:spPr>
          <a:xfrm>
            <a:off x="184344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688"/>
          <p:cNvSpPr/>
          <p:nvPr/>
        </p:nvSpPr>
        <p:spPr>
          <a:xfrm>
            <a:off x="191557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7-line689"/>
          <p:cNvSpPr/>
          <p:nvPr/>
        </p:nvSpPr>
        <p:spPr>
          <a:xfrm>
            <a:off x="200210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690"/>
          <p:cNvSpPr/>
          <p:nvPr/>
        </p:nvSpPr>
        <p:spPr>
          <a:xfrm>
            <a:off x="210209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691"/>
          <p:cNvSpPr/>
          <p:nvPr/>
        </p:nvSpPr>
        <p:spPr>
          <a:xfrm>
            <a:off x="221444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692"/>
          <p:cNvSpPr/>
          <p:nvPr/>
        </p:nvSpPr>
        <p:spPr>
          <a:xfrm>
            <a:off x="233791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693"/>
          <p:cNvSpPr/>
          <p:nvPr/>
        </p:nvSpPr>
        <p:spPr>
          <a:xfrm>
            <a:off x="247116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7-line694"/>
          <p:cNvSpPr/>
          <p:nvPr/>
        </p:nvSpPr>
        <p:spPr>
          <a:xfrm>
            <a:off x="261273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695"/>
          <p:cNvSpPr/>
          <p:nvPr/>
        </p:nvSpPr>
        <p:spPr>
          <a:xfrm>
            <a:off x="276106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696"/>
          <p:cNvSpPr/>
          <p:nvPr/>
        </p:nvSpPr>
        <p:spPr>
          <a:xfrm>
            <a:off x="291452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697"/>
          <p:cNvSpPr/>
          <p:nvPr/>
        </p:nvSpPr>
        <p:spPr>
          <a:xfrm>
            <a:off x="307145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abel698"/>
          <p:cNvSpPr txBox="1"/>
          <p:nvPr/>
        </p:nvSpPr>
        <p:spPr>
          <a:xfrm>
            <a:off x="3530956" y="204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7-label699"/>
          <p:cNvSpPr txBox="1"/>
          <p:nvPr/>
        </p:nvSpPr>
        <p:spPr>
          <a:xfrm>
            <a:off x="3952000" y="246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7-label700"/>
          <p:cNvSpPr txBox="1"/>
          <p:nvPr/>
        </p:nvSpPr>
        <p:spPr>
          <a:xfrm>
            <a:off x="4106113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7-label701"/>
          <p:cNvSpPr txBox="1"/>
          <p:nvPr/>
        </p:nvSpPr>
        <p:spPr>
          <a:xfrm>
            <a:off x="3952000" y="36155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7-label702"/>
          <p:cNvSpPr txBox="1"/>
          <p:nvPr/>
        </p:nvSpPr>
        <p:spPr>
          <a:xfrm>
            <a:off x="3530956" y="40365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7-label703"/>
          <p:cNvSpPr txBox="1"/>
          <p:nvPr/>
        </p:nvSpPr>
        <p:spPr>
          <a:xfrm>
            <a:off x="2955798" y="41906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7-label704"/>
          <p:cNvSpPr txBox="1"/>
          <p:nvPr/>
        </p:nvSpPr>
        <p:spPr>
          <a:xfrm>
            <a:off x="2380640" y="40365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7-label705"/>
          <p:cNvSpPr txBox="1"/>
          <p:nvPr/>
        </p:nvSpPr>
        <p:spPr>
          <a:xfrm>
            <a:off x="1959596" y="36155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7-label706"/>
          <p:cNvSpPr txBox="1"/>
          <p:nvPr/>
        </p:nvSpPr>
        <p:spPr>
          <a:xfrm>
            <a:off x="1805483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7-label707"/>
          <p:cNvSpPr txBox="1"/>
          <p:nvPr/>
        </p:nvSpPr>
        <p:spPr>
          <a:xfrm>
            <a:off x="1959596" y="246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7-label708"/>
          <p:cNvSpPr txBox="1"/>
          <p:nvPr/>
        </p:nvSpPr>
        <p:spPr>
          <a:xfrm>
            <a:off x="2380640" y="204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7-label709"/>
          <p:cNvSpPr txBox="1"/>
          <p:nvPr/>
        </p:nvSpPr>
        <p:spPr>
          <a:xfrm>
            <a:off x="2955798" y="18900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7-line710"/>
          <p:cNvSpPr/>
          <p:nvPr/>
        </p:nvSpPr>
        <p:spPr>
          <a:xfrm>
            <a:off x="3230118" y="3223260"/>
            <a:ext cx="750756" cy="20116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7-line711"/>
          <p:cNvSpPr/>
          <p:nvPr/>
        </p:nvSpPr>
        <p:spPr>
          <a:xfrm>
            <a:off x="3230118" y="3223260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7-pin712"/>
          <p:cNvSpPr/>
          <p:nvPr/>
        </p:nvSpPr>
        <p:spPr>
          <a:xfrm>
            <a:off x="317525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ard713"/>
          <p:cNvSpPr/>
          <p:nvPr/>
        </p:nvSpPr>
        <p:spPr>
          <a:xfrm>
            <a:off x="6277356" y="180492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7-cardtext714"/>
          <p:cNvSpPr txBox="1"/>
          <p:nvPr/>
        </p:nvSpPr>
        <p:spPr>
          <a:xfrm>
            <a:off x="6551676" y="194208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가리켜요. → 30분</a:t>
            </a:r>
            <a:endParaRPr lang="ko-KR" sz="3200" dirty="0"/>
          </a:p>
        </p:txBody>
      </p:sp>
      <p:sp>
        <p:nvSpPr>
          <p:cNvPr id="83" name="S07-card715"/>
          <p:cNvSpPr/>
          <p:nvPr/>
        </p:nvSpPr>
        <p:spPr>
          <a:xfrm>
            <a:off x="6277356" y="333756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07-cardtext716"/>
          <p:cNvSpPr txBox="1"/>
          <p:nvPr/>
        </p:nvSpPr>
        <p:spPr>
          <a:xfrm>
            <a:off x="6551676" y="347472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 사이에 있어요. → 3시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짧은바늘도 움직여요</a:t>
            </a:r>
            <a:endParaRPr lang="ko-KR" sz="4400" dirty="0"/>
          </a:p>
        </p:txBody>
      </p:sp>
      <p:sp>
        <p:nvSpPr>
          <p:cNvPr id="3" name="S08-card7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7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반 바퀴 돌면 짧은바늘은 가운데까지 가요.</a:t>
            </a:r>
            <a:endParaRPr lang="ko-KR" sz="3200" dirty="0"/>
          </a:p>
        </p:txBody>
      </p:sp>
      <p:sp>
        <p:nvSpPr>
          <p:cNvPr id="5" name="S08-figure719" descr="시계: 짧은바늘이 3, 긴바늘이 12를 가리킴(3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8-line720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8-line721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8-line722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723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724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725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8-line726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8-line727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728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729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730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line731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line732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733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734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735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8-line736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8-line737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738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739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740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8-line741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8-line742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743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744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745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8-line746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8-line747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748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749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750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8-line751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line752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753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754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755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8-line756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8-line757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758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759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760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8-line761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762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763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764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765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8-line766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767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768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769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770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8-line771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772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773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774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775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8-line776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777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778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779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abel780"/>
          <p:cNvSpPr txBox="1"/>
          <p:nvPr/>
        </p:nvSpPr>
        <p:spPr>
          <a:xfrm>
            <a:off x="2591410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8-label781"/>
          <p:cNvSpPr txBox="1"/>
          <p:nvPr/>
        </p:nvSpPr>
        <p:spPr>
          <a:xfrm>
            <a:off x="30124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8-label782"/>
          <p:cNvSpPr txBox="1"/>
          <p:nvPr/>
        </p:nvSpPr>
        <p:spPr>
          <a:xfrm>
            <a:off x="31665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8-label783"/>
          <p:cNvSpPr txBox="1"/>
          <p:nvPr/>
        </p:nvSpPr>
        <p:spPr>
          <a:xfrm>
            <a:off x="30124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8-label784"/>
          <p:cNvSpPr txBox="1"/>
          <p:nvPr/>
        </p:nvSpPr>
        <p:spPr>
          <a:xfrm>
            <a:off x="2591410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8-label785"/>
          <p:cNvSpPr txBox="1"/>
          <p:nvPr/>
        </p:nvSpPr>
        <p:spPr>
          <a:xfrm>
            <a:off x="2016252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8-label786"/>
          <p:cNvSpPr txBox="1"/>
          <p:nvPr/>
        </p:nvSpPr>
        <p:spPr>
          <a:xfrm>
            <a:off x="144109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8-label787"/>
          <p:cNvSpPr txBox="1"/>
          <p:nvPr/>
        </p:nvSpPr>
        <p:spPr>
          <a:xfrm>
            <a:off x="1020050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8-label788"/>
          <p:cNvSpPr txBox="1"/>
          <p:nvPr/>
        </p:nvSpPr>
        <p:spPr>
          <a:xfrm>
            <a:off x="86593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8-label789"/>
          <p:cNvSpPr txBox="1"/>
          <p:nvPr/>
        </p:nvSpPr>
        <p:spPr>
          <a:xfrm>
            <a:off x="1020050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8-label790"/>
          <p:cNvSpPr txBox="1"/>
          <p:nvPr/>
        </p:nvSpPr>
        <p:spPr>
          <a:xfrm>
            <a:off x="144109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8-label791"/>
          <p:cNvSpPr txBox="1"/>
          <p:nvPr/>
        </p:nvSpPr>
        <p:spPr>
          <a:xfrm>
            <a:off x="2016252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8-line792"/>
          <p:cNvSpPr/>
          <p:nvPr/>
        </p:nvSpPr>
        <p:spPr>
          <a:xfrm>
            <a:off x="2290572" y="2963799"/>
            <a:ext cx="77724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8-line793"/>
          <p:cNvSpPr/>
          <p:nvPr/>
        </p:nvSpPr>
        <p:spPr>
          <a:xfrm flipV="1">
            <a:off x="2290572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8-pin794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8-label795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08-figure796" descr="시계: 짧은바늘이 3과 4 사이, 긴바늘이 6을 가리킴(3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8-line797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8-line798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799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800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801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802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8-line803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804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805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806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807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8-line808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809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810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811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812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8-line813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814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815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816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817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8-line818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819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820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821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822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8-line823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824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825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826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827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8-line828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8-line829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830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831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832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8-line833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8-line834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835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836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837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8-line838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8-line839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840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841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842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8-line843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8-line844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845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846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847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8-line848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8-line849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850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851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852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8-line853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8-line854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855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856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abel857"/>
          <p:cNvSpPr txBox="1"/>
          <p:nvPr/>
        </p:nvSpPr>
        <p:spPr>
          <a:xfrm>
            <a:off x="639531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8-label858"/>
          <p:cNvSpPr txBox="1"/>
          <p:nvPr/>
        </p:nvSpPr>
        <p:spPr>
          <a:xfrm>
            <a:off x="68163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8-label859"/>
          <p:cNvSpPr txBox="1"/>
          <p:nvPr/>
        </p:nvSpPr>
        <p:spPr>
          <a:xfrm>
            <a:off x="697047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8-label860"/>
          <p:cNvSpPr txBox="1"/>
          <p:nvPr/>
        </p:nvSpPr>
        <p:spPr>
          <a:xfrm>
            <a:off x="68163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8-label861"/>
          <p:cNvSpPr txBox="1"/>
          <p:nvPr/>
        </p:nvSpPr>
        <p:spPr>
          <a:xfrm>
            <a:off x="639531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8-label862"/>
          <p:cNvSpPr txBox="1"/>
          <p:nvPr/>
        </p:nvSpPr>
        <p:spPr>
          <a:xfrm>
            <a:off x="5820156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8-label863"/>
          <p:cNvSpPr txBox="1"/>
          <p:nvPr/>
        </p:nvSpPr>
        <p:spPr>
          <a:xfrm>
            <a:off x="524499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8-label864"/>
          <p:cNvSpPr txBox="1"/>
          <p:nvPr/>
        </p:nvSpPr>
        <p:spPr>
          <a:xfrm>
            <a:off x="48239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8-label865"/>
          <p:cNvSpPr txBox="1"/>
          <p:nvPr/>
        </p:nvSpPr>
        <p:spPr>
          <a:xfrm>
            <a:off x="466984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8-label866"/>
          <p:cNvSpPr txBox="1"/>
          <p:nvPr/>
        </p:nvSpPr>
        <p:spPr>
          <a:xfrm>
            <a:off x="48239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8-label867"/>
          <p:cNvSpPr txBox="1"/>
          <p:nvPr/>
        </p:nvSpPr>
        <p:spPr>
          <a:xfrm>
            <a:off x="524499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8-label868"/>
          <p:cNvSpPr txBox="1"/>
          <p:nvPr/>
        </p:nvSpPr>
        <p:spPr>
          <a:xfrm>
            <a:off x="5820156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8-line869"/>
          <p:cNvSpPr/>
          <p:nvPr/>
        </p:nvSpPr>
        <p:spPr>
          <a:xfrm>
            <a:off x="6094476" y="2963799"/>
            <a:ext cx="750756" cy="20116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8-line870"/>
          <p:cNvSpPr/>
          <p:nvPr/>
        </p:nvSpPr>
        <p:spPr>
          <a:xfrm>
            <a:off x="6094476" y="2963799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8-pin871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8-label87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159" name="S08-figure873" descr="시계: 짧은바늘이 4, 긴바늘이 12를 가리킴(4시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8-line874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8-line875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8-line876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8-line877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8-line878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8-line879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8-line880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8-line881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8-line882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8-line883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8-line884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8-line885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8-line886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8-line887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8-line888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8-line889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8-line890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8-line891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8-line892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8-line893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8-line894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8-line895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8-line896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8-line897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8-line898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8-line899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8-line900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8-line901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8-line902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8-line903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8-line904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8-line905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8-line906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8-line907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8-line908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8-line909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8-line910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8-line911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8-line912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8-line913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8-line914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8-line915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8-line916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8-line917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8-line918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8-line919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8-line920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8-line921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8-line922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8-line923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8-line924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8-line925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8-line926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8-line927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8-line928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8-line929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8-line930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8-line931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8-line932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8-line933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8-label934"/>
          <p:cNvSpPr txBox="1"/>
          <p:nvPr/>
        </p:nvSpPr>
        <p:spPr>
          <a:xfrm>
            <a:off x="1019921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8-label935"/>
          <p:cNvSpPr txBox="1"/>
          <p:nvPr/>
        </p:nvSpPr>
        <p:spPr>
          <a:xfrm>
            <a:off x="10620262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8-label936"/>
          <p:cNvSpPr txBox="1"/>
          <p:nvPr/>
        </p:nvSpPr>
        <p:spPr>
          <a:xfrm>
            <a:off x="1077437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8-label937"/>
          <p:cNvSpPr txBox="1"/>
          <p:nvPr/>
        </p:nvSpPr>
        <p:spPr>
          <a:xfrm>
            <a:off x="10620262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8-label938"/>
          <p:cNvSpPr txBox="1"/>
          <p:nvPr/>
        </p:nvSpPr>
        <p:spPr>
          <a:xfrm>
            <a:off x="1019921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8-label939"/>
          <p:cNvSpPr txBox="1"/>
          <p:nvPr/>
        </p:nvSpPr>
        <p:spPr>
          <a:xfrm>
            <a:off x="9624060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8-label940"/>
          <p:cNvSpPr txBox="1"/>
          <p:nvPr/>
        </p:nvSpPr>
        <p:spPr>
          <a:xfrm>
            <a:off x="9048902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8-label941"/>
          <p:cNvSpPr txBox="1"/>
          <p:nvPr/>
        </p:nvSpPr>
        <p:spPr>
          <a:xfrm>
            <a:off x="86278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8-label942"/>
          <p:cNvSpPr txBox="1"/>
          <p:nvPr/>
        </p:nvSpPr>
        <p:spPr>
          <a:xfrm>
            <a:off x="84737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8-label943"/>
          <p:cNvSpPr txBox="1"/>
          <p:nvPr/>
        </p:nvSpPr>
        <p:spPr>
          <a:xfrm>
            <a:off x="86278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8-label944"/>
          <p:cNvSpPr txBox="1"/>
          <p:nvPr/>
        </p:nvSpPr>
        <p:spPr>
          <a:xfrm>
            <a:off x="9048902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8-label945"/>
          <p:cNvSpPr txBox="1"/>
          <p:nvPr/>
        </p:nvSpPr>
        <p:spPr>
          <a:xfrm>
            <a:off x="9624060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8-line946"/>
          <p:cNvSpPr/>
          <p:nvPr/>
        </p:nvSpPr>
        <p:spPr>
          <a:xfrm>
            <a:off x="9898380" y="2963799"/>
            <a:ext cx="673110" cy="3886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8-line947"/>
          <p:cNvSpPr/>
          <p:nvPr/>
        </p:nvSpPr>
        <p:spPr>
          <a:xfrm flipV="1">
            <a:off x="9898380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8-pin948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8-label949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 그리기</a:t>
            </a:r>
            <a:endParaRPr lang="ko-KR" sz="4400" dirty="0"/>
          </a:p>
        </p:txBody>
      </p:sp>
      <p:sp>
        <p:nvSpPr>
          <p:cNvPr id="3" name="S09-text9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 30분을 그려 봐요.</a:t>
            </a:r>
            <a:endParaRPr lang="ko-KR" sz="3200" dirty="0"/>
          </a:p>
        </p:txBody>
      </p:sp>
      <p:sp>
        <p:nvSpPr>
          <p:cNvPr id="4" name="S09-figure951" descr="시계: 짧은바늘이 7과 8 사이, 긴바늘이 6을 가리킴(7시 30분)"/>
          <p:cNvSpPr/>
          <p:nvPr/>
        </p:nvSpPr>
        <p:spPr>
          <a:xfrm>
            <a:off x="7726131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9-line952"/>
          <p:cNvSpPr/>
          <p:nvPr/>
        </p:nvSpPr>
        <p:spPr>
          <a:xfrm>
            <a:off x="9280611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9-line953"/>
          <p:cNvSpPr/>
          <p:nvPr/>
        </p:nvSpPr>
        <p:spPr>
          <a:xfrm flipH="1">
            <a:off x="9431151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9-line954"/>
          <p:cNvSpPr/>
          <p:nvPr/>
        </p:nvSpPr>
        <p:spPr>
          <a:xfrm flipH="1">
            <a:off x="9580042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9-line955"/>
          <p:cNvSpPr/>
          <p:nvPr/>
        </p:nvSpPr>
        <p:spPr>
          <a:xfrm flipH="1">
            <a:off x="972565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9-line956"/>
          <p:cNvSpPr/>
          <p:nvPr/>
        </p:nvSpPr>
        <p:spPr>
          <a:xfrm flipH="1">
            <a:off x="9866385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9-line957"/>
          <p:cNvSpPr/>
          <p:nvPr/>
        </p:nvSpPr>
        <p:spPr>
          <a:xfrm flipH="1">
            <a:off x="995406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line958"/>
          <p:cNvSpPr/>
          <p:nvPr/>
        </p:nvSpPr>
        <p:spPr>
          <a:xfrm flipH="1">
            <a:off x="10127128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9-line959"/>
          <p:cNvSpPr/>
          <p:nvPr/>
        </p:nvSpPr>
        <p:spPr>
          <a:xfrm flipH="1">
            <a:off x="10244280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9-line960"/>
          <p:cNvSpPr/>
          <p:nvPr/>
        </p:nvSpPr>
        <p:spPr>
          <a:xfrm flipH="1">
            <a:off x="10350874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line961"/>
          <p:cNvSpPr/>
          <p:nvPr/>
        </p:nvSpPr>
        <p:spPr>
          <a:xfrm flipH="1">
            <a:off x="1044574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9-line962"/>
          <p:cNvSpPr/>
          <p:nvPr/>
        </p:nvSpPr>
        <p:spPr>
          <a:xfrm flipH="1">
            <a:off x="10447071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9-line963"/>
          <p:cNvSpPr/>
          <p:nvPr/>
        </p:nvSpPr>
        <p:spPr>
          <a:xfrm flipH="1">
            <a:off x="10596281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line964"/>
          <p:cNvSpPr/>
          <p:nvPr/>
        </p:nvSpPr>
        <p:spPr>
          <a:xfrm flipH="1">
            <a:off x="10650304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9-line965"/>
          <p:cNvSpPr/>
          <p:nvPr/>
        </p:nvSpPr>
        <p:spPr>
          <a:xfrm flipH="1">
            <a:off x="10689320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9-line966"/>
          <p:cNvSpPr/>
          <p:nvPr/>
        </p:nvSpPr>
        <p:spPr>
          <a:xfrm flipH="1">
            <a:off x="10712902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line967"/>
          <p:cNvSpPr/>
          <p:nvPr/>
        </p:nvSpPr>
        <p:spPr>
          <a:xfrm flipH="1">
            <a:off x="10627523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9-line968"/>
          <p:cNvSpPr/>
          <p:nvPr/>
        </p:nvSpPr>
        <p:spPr>
          <a:xfrm flipH="1" flipV="1">
            <a:off x="10712902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9-line969"/>
          <p:cNvSpPr/>
          <p:nvPr/>
        </p:nvSpPr>
        <p:spPr>
          <a:xfrm flipH="1" flipV="1">
            <a:off x="10689320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line970"/>
          <p:cNvSpPr/>
          <p:nvPr/>
        </p:nvSpPr>
        <p:spPr>
          <a:xfrm flipH="1" flipV="1">
            <a:off x="10650304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9-line971"/>
          <p:cNvSpPr/>
          <p:nvPr/>
        </p:nvSpPr>
        <p:spPr>
          <a:xfrm flipH="1" flipV="1">
            <a:off x="10596281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9-line972"/>
          <p:cNvSpPr/>
          <p:nvPr/>
        </p:nvSpPr>
        <p:spPr>
          <a:xfrm flipH="1" flipV="1">
            <a:off x="10447071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9-line973"/>
          <p:cNvSpPr/>
          <p:nvPr/>
        </p:nvSpPr>
        <p:spPr>
          <a:xfrm flipH="1" flipV="1">
            <a:off x="1044574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9-line974"/>
          <p:cNvSpPr/>
          <p:nvPr/>
        </p:nvSpPr>
        <p:spPr>
          <a:xfrm flipH="1" flipV="1">
            <a:off x="10350874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9-line975"/>
          <p:cNvSpPr/>
          <p:nvPr/>
        </p:nvSpPr>
        <p:spPr>
          <a:xfrm flipH="1" flipV="1">
            <a:off x="10244280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9-line976"/>
          <p:cNvSpPr/>
          <p:nvPr/>
        </p:nvSpPr>
        <p:spPr>
          <a:xfrm flipH="1" flipV="1">
            <a:off x="10127128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9-line977"/>
          <p:cNvSpPr/>
          <p:nvPr/>
        </p:nvSpPr>
        <p:spPr>
          <a:xfrm flipH="1" flipV="1">
            <a:off x="995406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9-line978"/>
          <p:cNvSpPr/>
          <p:nvPr/>
        </p:nvSpPr>
        <p:spPr>
          <a:xfrm flipH="1" flipV="1">
            <a:off x="9866385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line979"/>
          <p:cNvSpPr/>
          <p:nvPr/>
        </p:nvSpPr>
        <p:spPr>
          <a:xfrm flipH="1" flipV="1">
            <a:off x="972565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9-line980"/>
          <p:cNvSpPr/>
          <p:nvPr/>
        </p:nvSpPr>
        <p:spPr>
          <a:xfrm flipH="1" flipV="1">
            <a:off x="9580042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9-line981"/>
          <p:cNvSpPr/>
          <p:nvPr/>
        </p:nvSpPr>
        <p:spPr>
          <a:xfrm flipH="1" flipV="1">
            <a:off x="9431151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9-line982"/>
          <p:cNvSpPr/>
          <p:nvPr/>
        </p:nvSpPr>
        <p:spPr>
          <a:xfrm flipV="1">
            <a:off x="9280611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9-line983"/>
          <p:cNvSpPr/>
          <p:nvPr/>
        </p:nvSpPr>
        <p:spPr>
          <a:xfrm flipV="1">
            <a:off x="9121947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9-line984"/>
          <p:cNvSpPr/>
          <p:nvPr/>
        </p:nvSpPr>
        <p:spPr>
          <a:xfrm flipV="1">
            <a:off x="8965021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9-line985"/>
          <p:cNvSpPr/>
          <p:nvPr/>
        </p:nvSpPr>
        <p:spPr>
          <a:xfrm flipV="1">
            <a:off x="8811553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9-line986"/>
          <p:cNvSpPr/>
          <p:nvPr/>
        </p:nvSpPr>
        <p:spPr>
          <a:xfrm flipV="1">
            <a:off x="8663224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9-line987"/>
          <p:cNvSpPr/>
          <p:nvPr/>
        </p:nvSpPr>
        <p:spPr>
          <a:xfrm flipV="1">
            <a:off x="8521659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9-line988"/>
          <p:cNvSpPr/>
          <p:nvPr/>
        </p:nvSpPr>
        <p:spPr>
          <a:xfrm flipV="1">
            <a:off x="8388410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9-line989"/>
          <p:cNvSpPr/>
          <p:nvPr/>
        </p:nvSpPr>
        <p:spPr>
          <a:xfrm flipV="1">
            <a:off x="8264935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9-line990"/>
          <p:cNvSpPr/>
          <p:nvPr/>
        </p:nvSpPr>
        <p:spPr>
          <a:xfrm flipV="1">
            <a:off x="8152589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9-line991"/>
          <p:cNvSpPr/>
          <p:nvPr/>
        </p:nvSpPr>
        <p:spPr>
          <a:xfrm flipV="1">
            <a:off x="805260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9-line992"/>
          <p:cNvSpPr/>
          <p:nvPr/>
        </p:nvSpPr>
        <p:spPr>
          <a:xfrm flipV="1">
            <a:off x="796606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9-line993"/>
          <p:cNvSpPr/>
          <p:nvPr/>
        </p:nvSpPr>
        <p:spPr>
          <a:xfrm flipV="1">
            <a:off x="7893937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9-line994"/>
          <p:cNvSpPr/>
          <p:nvPr/>
        </p:nvSpPr>
        <p:spPr>
          <a:xfrm flipV="1">
            <a:off x="7836999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9-line995"/>
          <p:cNvSpPr/>
          <p:nvPr/>
        </p:nvSpPr>
        <p:spPr>
          <a:xfrm flipV="1">
            <a:off x="779587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9-line996"/>
          <p:cNvSpPr/>
          <p:nvPr/>
        </p:nvSpPr>
        <p:spPr>
          <a:xfrm flipV="1">
            <a:off x="7771023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9-line997"/>
          <p:cNvSpPr/>
          <p:nvPr/>
        </p:nvSpPr>
        <p:spPr>
          <a:xfrm>
            <a:off x="7762707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9-line998"/>
          <p:cNvSpPr/>
          <p:nvPr/>
        </p:nvSpPr>
        <p:spPr>
          <a:xfrm>
            <a:off x="7771023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9-line999"/>
          <p:cNvSpPr/>
          <p:nvPr/>
        </p:nvSpPr>
        <p:spPr>
          <a:xfrm>
            <a:off x="779587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9-line1000"/>
          <p:cNvSpPr/>
          <p:nvPr/>
        </p:nvSpPr>
        <p:spPr>
          <a:xfrm>
            <a:off x="7836999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9-line1001"/>
          <p:cNvSpPr/>
          <p:nvPr/>
        </p:nvSpPr>
        <p:spPr>
          <a:xfrm>
            <a:off x="7893937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9-line1002"/>
          <p:cNvSpPr/>
          <p:nvPr/>
        </p:nvSpPr>
        <p:spPr>
          <a:xfrm>
            <a:off x="796606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9-line1003"/>
          <p:cNvSpPr/>
          <p:nvPr/>
        </p:nvSpPr>
        <p:spPr>
          <a:xfrm>
            <a:off x="805260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9-line1004"/>
          <p:cNvSpPr/>
          <p:nvPr/>
        </p:nvSpPr>
        <p:spPr>
          <a:xfrm>
            <a:off x="8152589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9-line1005"/>
          <p:cNvSpPr/>
          <p:nvPr/>
        </p:nvSpPr>
        <p:spPr>
          <a:xfrm>
            <a:off x="8264935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9-line1006"/>
          <p:cNvSpPr/>
          <p:nvPr/>
        </p:nvSpPr>
        <p:spPr>
          <a:xfrm>
            <a:off x="8388410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9-line1007"/>
          <p:cNvSpPr/>
          <p:nvPr/>
        </p:nvSpPr>
        <p:spPr>
          <a:xfrm>
            <a:off x="8521659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9-line1008"/>
          <p:cNvSpPr/>
          <p:nvPr/>
        </p:nvSpPr>
        <p:spPr>
          <a:xfrm>
            <a:off x="8663224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9-line1009"/>
          <p:cNvSpPr/>
          <p:nvPr/>
        </p:nvSpPr>
        <p:spPr>
          <a:xfrm>
            <a:off x="8811553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9-line1010"/>
          <p:cNvSpPr/>
          <p:nvPr/>
        </p:nvSpPr>
        <p:spPr>
          <a:xfrm>
            <a:off x="8965021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9-line1011"/>
          <p:cNvSpPr/>
          <p:nvPr/>
        </p:nvSpPr>
        <p:spPr>
          <a:xfrm>
            <a:off x="9121947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9-label1012"/>
          <p:cNvSpPr txBox="1"/>
          <p:nvPr/>
        </p:nvSpPr>
        <p:spPr>
          <a:xfrm>
            <a:off x="9581449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9-label1013"/>
          <p:cNvSpPr txBox="1"/>
          <p:nvPr/>
        </p:nvSpPr>
        <p:spPr>
          <a:xfrm>
            <a:off x="10002494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9-label1014"/>
          <p:cNvSpPr txBox="1"/>
          <p:nvPr/>
        </p:nvSpPr>
        <p:spPr>
          <a:xfrm>
            <a:off x="10156607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9-label1015"/>
          <p:cNvSpPr txBox="1"/>
          <p:nvPr/>
        </p:nvSpPr>
        <p:spPr>
          <a:xfrm>
            <a:off x="10002494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9-label1016"/>
          <p:cNvSpPr txBox="1"/>
          <p:nvPr/>
        </p:nvSpPr>
        <p:spPr>
          <a:xfrm>
            <a:off x="9581449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9-label1017"/>
          <p:cNvSpPr txBox="1"/>
          <p:nvPr/>
        </p:nvSpPr>
        <p:spPr>
          <a:xfrm>
            <a:off x="9006291" y="5379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9-label1018"/>
          <p:cNvSpPr txBox="1"/>
          <p:nvPr/>
        </p:nvSpPr>
        <p:spPr>
          <a:xfrm>
            <a:off x="8431134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9-label1019"/>
          <p:cNvSpPr txBox="1"/>
          <p:nvPr/>
        </p:nvSpPr>
        <p:spPr>
          <a:xfrm>
            <a:off x="8010089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9-label1020"/>
          <p:cNvSpPr txBox="1"/>
          <p:nvPr/>
        </p:nvSpPr>
        <p:spPr>
          <a:xfrm>
            <a:off x="7855976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9-label1021"/>
          <p:cNvSpPr txBox="1"/>
          <p:nvPr/>
        </p:nvSpPr>
        <p:spPr>
          <a:xfrm>
            <a:off x="8010089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9-label1022"/>
          <p:cNvSpPr txBox="1"/>
          <p:nvPr/>
        </p:nvSpPr>
        <p:spPr>
          <a:xfrm>
            <a:off x="8431134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9-label1023"/>
          <p:cNvSpPr txBox="1"/>
          <p:nvPr/>
        </p:nvSpPr>
        <p:spPr>
          <a:xfrm>
            <a:off x="9006291" y="307878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9-line1024"/>
          <p:cNvSpPr/>
          <p:nvPr/>
        </p:nvSpPr>
        <p:spPr>
          <a:xfrm flipH="1">
            <a:off x="8731020" y="4411980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9-line1025"/>
          <p:cNvSpPr/>
          <p:nvPr/>
        </p:nvSpPr>
        <p:spPr>
          <a:xfrm>
            <a:off x="9280611" y="4411980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9-pin1026"/>
          <p:cNvSpPr/>
          <p:nvPr/>
        </p:nvSpPr>
        <p:spPr>
          <a:xfrm>
            <a:off x="9225747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9-stepno1027"/>
          <p:cNvSpPr txBox="1"/>
          <p:nvPr/>
        </p:nvSpPr>
        <p:spPr>
          <a:xfrm>
            <a:off x="548640" y="3559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9-text1028"/>
          <p:cNvSpPr txBox="1"/>
          <p:nvPr/>
        </p:nvSpPr>
        <p:spPr>
          <a:xfrm>
            <a:off x="1325880" y="355955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긴바늘을 6까지 길게 그려요.</a:t>
            </a:r>
            <a:endParaRPr lang="ko-KR" sz="3200" dirty="0"/>
          </a:p>
        </p:txBody>
      </p:sp>
      <p:sp>
        <p:nvSpPr>
          <p:cNvPr id="82" name="S09-stepno1029"/>
          <p:cNvSpPr txBox="1"/>
          <p:nvPr/>
        </p:nvSpPr>
        <p:spPr>
          <a:xfrm>
            <a:off x="548640" y="4318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9-text1030"/>
          <p:cNvSpPr txBox="1"/>
          <p:nvPr/>
        </p:nvSpPr>
        <p:spPr>
          <a:xfrm>
            <a:off x="1325880" y="4272788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7과 8 사이에 짧게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30분일까요?</a:t>
            </a:r>
            <a:endParaRPr lang="ko-KR" sz="4400" dirty="0"/>
          </a:p>
        </p:txBody>
      </p:sp>
      <p:sp>
        <p:nvSpPr>
          <p:cNvPr id="3" name="S10-card10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0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지나온 수를 읽어요.</a:t>
            </a:r>
            <a:endParaRPr lang="ko-KR" sz="3200" dirty="0"/>
          </a:p>
        </p:txBody>
      </p:sp>
      <p:sp>
        <p:nvSpPr>
          <p:cNvPr id="5" name="S10-figure1033" descr="시계: 짧은바늘이 1과 2 사이, 긴바늘이 6을 가리킴(1시 30분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0-line1034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line1035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0-line1036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0-line1037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0-line1038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0-line1039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0-line1040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0-line1041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0-line1042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0-line1043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0-line1044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0-line1045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0-line1046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0-line1047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0-line1048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0-line1049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0-line1050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0-line1051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0-line1052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0-line1053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0-line1054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0-line1055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0-line1056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0-line1057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0-line1058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0-line1059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0-line1060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0-line1061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0-line1062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0-line1063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0-line1064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0-line1065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0-line1066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0-line1067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0-line1068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0-line1069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0-line1070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0-line1071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0-line1072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0-line1073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0-line1074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0-line1075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0-line1076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0-line1077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0-line1078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0-line1079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0-line1080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0-line1081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0-line1082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0-line1083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0-line1084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0-line1085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0-line1086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0-line1087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0-line1088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0-line1089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0-line1090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0-line1091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0-line1092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0-line1093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0-label1094"/>
          <p:cNvSpPr txBox="1"/>
          <p:nvPr/>
        </p:nvSpPr>
        <p:spPr>
          <a:xfrm>
            <a:off x="2591410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0-label1095"/>
          <p:cNvSpPr txBox="1"/>
          <p:nvPr/>
        </p:nvSpPr>
        <p:spPr>
          <a:xfrm>
            <a:off x="30124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0-label1096"/>
          <p:cNvSpPr txBox="1"/>
          <p:nvPr/>
        </p:nvSpPr>
        <p:spPr>
          <a:xfrm>
            <a:off x="31665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0-label1097"/>
          <p:cNvSpPr txBox="1"/>
          <p:nvPr/>
        </p:nvSpPr>
        <p:spPr>
          <a:xfrm>
            <a:off x="30124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0-label1098"/>
          <p:cNvSpPr txBox="1"/>
          <p:nvPr/>
        </p:nvSpPr>
        <p:spPr>
          <a:xfrm>
            <a:off x="2591410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0-label1099"/>
          <p:cNvSpPr txBox="1"/>
          <p:nvPr/>
        </p:nvSpPr>
        <p:spPr>
          <a:xfrm>
            <a:off x="2016252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0-label1100"/>
          <p:cNvSpPr txBox="1"/>
          <p:nvPr/>
        </p:nvSpPr>
        <p:spPr>
          <a:xfrm>
            <a:off x="144109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0-label1101"/>
          <p:cNvSpPr txBox="1"/>
          <p:nvPr/>
        </p:nvSpPr>
        <p:spPr>
          <a:xfrm>
            <a:off x="1020050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0-label1102"/>
          <p:cNvSpPr txBox="1"/>
          <p:nvPr/>
        </p:nvSpPr>
        <p:spPr>
          <a:xfrm>
            <a:off x="86593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0-label1103"/>
          <p:cNvSpPr txBox="1"/>
          <p:nvPr/>
        </p:nvSpPr>
        <p:spPr>
          <a:xfrm>
            <a:off x="1020050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0-label1104"/>
          <p:cNvSpPr txBox="1"/>
          <p:nvPr/>
        </p:nvSpPr>
        <p:spPr>
          <a:xfrm>
            <a:off x="144109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0-label1105"/>
          <p:cNvSpPr txBox="1"/>
          <p:nvPr/>
        </p:nvSpPr>
        <p:spPr>
          <a:xfrm>
            <a:off x="2016252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0-line1106"/>
          <p:cNvSpPr/>
          <p:nvPr/>
        </p:nvSpPr>
        <p:spPr>
          <a:xfrm flipV="1">
            <a:off x="2290572" y="2414207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0-line1107"/>
          <p:cNvSpPr/>
          <p:nvPr/>
        </p:nvSpPr>
        <p:spPr>
          <a:xfrm>
            <a:off x="2290572" y="2963799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0-pin1108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0-label1109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10-figure1110" descr="시계: 짧은바늘이 10과 11 사이, 긴바늘이 6을 가리킴(10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0-line1111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0-line1112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0-line1113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0-line1114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0-line1115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0-line1116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0-line1117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0-line1118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0-line1119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0-line1120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0-line1121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0-line1122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0-line1123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0-line1124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0-line1125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0-line1126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0-line1127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0-line1128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0-line1129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0-line1130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0-line1131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0-line1132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0-line1133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0-line1134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0-line1135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0-line1136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0-line1137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0-line1138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0-line1139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0-line1140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0-line1141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0-line1142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0-line1143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0-line1144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0-line1145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0-line1146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0-line1147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0-line1148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0-line1149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0-line1150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0-line1151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0-line1152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0-line1153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0-line1154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0-line1155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0-line1156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0-line1157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0-line1158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0-line1159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0-line1160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0-line1161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0-line1162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0-line1163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0-line1164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0-line1165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0-line1166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0-line1167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0-line1168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0-line1169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0-line1170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0-label1171"/>
          <p:cNvSpPr txBox="1"/>
          <p:nvPr/>
        </p:nvSpPr>
        <p:spPr>
          <a:xfrm>
            <a:off x="639531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0-label1172"/>
          <p:cNvSpPr txBox="1"/>
          <p:nvPr/>
        </p:nvSpPr>
        <p:spPr>
          <a:xfrm>
            <a:off x="68163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0-label1173"/>
          <p:cNvSpPr txBox="1"/>
          <p:nvPr/>
        </p:nvSpPr>
        <p:spPr>
          <a:xfrm>
            <a:off x="697047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0-label1174"/>
          <p:cNvSpPr txBox="1"/>
          <p:nvPr/>
        </p:nvSpPr>
        <p:spPr>
          <a:xfrm>
            <a:off x="68163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0-label1175"/>
          <p:cNvSpPr txBox="1"/>
          <p:nvPr/>
        </p:nvSpPr>
        <p:spPr>
          <a:xfrm>
            <a:off x="639531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0-label1176"/>
          <p:cNvSpPr txBox="1"/>
          <p:nvPr/>
        </p:nvSpPr>
        <p:spPr>
          <a:xfrm>
            <a:off x="5820156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0-label1177"/>
          <p:cNvSpPr txBox="1"/>
          <p:nvPr/>
        </p:nvSpPr>
        <p:spPr>
          <a:xfrm>
            <a:off x="524499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0-label1178"/>
          <p:cNvSpPr txBox="1"/>
          <p:nvPr/>
        </p:nvSpPr>
        <p:spPr>
          <a:xfrm>
            <a:off x="48239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0-label1179"/>
          <p:cNvSpPr txBox="1"/>
          <p:nvPr/>
        </p:nvSpPr>
        <p:spPr>
          <a:xfrm>
            <a:off x="466984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0-label1180"/>
          <p:cNvSpPr txBox="1"/>
          <p:nvPr/>
        </p:nvSpPr>
        <p:spPr>
          <a:xfrm>
            <a:off x="48239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0-label1181"/>
          <p:cNvSpPr txBox="1"/>
          <p:nvPr/>
        </p:nvSpPr>
        <p:spPr>
          <a:xfrm>
            <a:off x="524499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0-label1182"/>
          <p:cNvSpPr txBox="1"/>
          <p:nvPr/>
        </p:nvSpPr>
        <p:spPr>
          <a:xfrm>
            <a:off x="5820156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0-line1183"/>
          <p:cNvSpPr/>
          <p:nvPr/>
        </p:nvSpPr>
        <p:spPr>
          <a:xfrm flipH="1" flipV="1">
            <a:off x="5544884" y="2414207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0-line1184"/>
          <p:cNvSpPr/>
          <p:nvPr/>
        </p:nvSpPr>
        <p:spPr>
          <a:xfrm>
            <a:off x="6094476" y="2963799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0-pin1185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0-label1186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10-figure1187" descr="시계: 짧은바늘이 4와 5 사이, 긴바늘이 6을 가리킴(4시 30분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10-line1188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10-line1189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0-line1190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0-line1191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0-line1192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0-line1193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10-line1194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0-line1195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0-line1196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0-line1197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0-line1198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10-line1199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0-line1200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0-line1201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0-line1202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0-line1203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10-line1204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0-line1205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0-line1206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0-line1207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0-line1208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10-line1209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0-line1210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0-line1211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0-line1212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0-line1213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10-line1214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0-line1215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0-line1216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0-line1217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0-line1218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10-line1219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0-line1220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0-line1221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0-line1222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0-line1223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10-line1224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0-line1225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0-line1226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0-line1227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0-line1228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10-line1229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0-line1230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0-line1231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0-line1232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0-line1233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10-line1234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0-line1235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0-line1236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0-line1237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0-line1238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10-line1239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0-line1240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0-line1241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0-line1242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0-line1243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10-line1244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0-line1245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0-line1246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0-line1247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0-label1248"/>
          <p:cNvSpPr txBox="1"/>
          <p:nvPr/>
        </p:nvSpPr>
        <p:spPr>
          <a:xfrm>
            <a:off x="1019921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10-label1249"/>
          <p:cNvSpPr txBox="1"/>
          <p:nvPr/>
        </p:nvSpPr>
        <p:spPr>
          <a:xfrm>
            <a:off x="10620262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10-label1250"/>
          <p:cNvSpPr txBox="1"/>
          <p:nvPr/>
        </p:nvSpPr>
        <p:spPr>
          <a:xfrm>
            <a:off x="1077437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10-label1251"/>
          <p:cNvSpPr txBox="1"/>
          <p:nvPr/>
        </p:nvSpPr>
        <p:spPr>
          <a:xfrm>
            <a:off x="10620262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10-label1252"/>
          <p:cNvSpPr txBox="1"/>
          <p:nvPr/>
        </p:nvSpPr>
        <p:spPr>
          <a:xfrm>
            <a:off x="1019921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10-label1253"/>
          <p:cNvSpPr txBox="1"/>
          <p:nvPr/>
        </p:nvSpPr>
        <p:spPr>
          <a:xfrm>
            <a:off x="9624060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10-label1254"/>
          <p:cNvSpPr txBox="1"/>
          <p:nvPr/>
        </p:nvSpPr>
        <p:spPr>
          <a:xfrm>
            <a:off x="9048902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10-label1255"/>
          <p:cNvSpPr txBox="1"/>
          <p:nvPr/>
        </p:nvSpPr>
        <p:spPr>
          <a:xfrm>
            <a:off x="86278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10-label1256"/>
          <p:cNvSpPr txBox="1"/>
          <p:nvPr/>
        </p:nvSpPr>
        <p:spPr>
          <a:xfrm>
            <a:off x="84737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10-label1257"/>
          <p:cNvSpPr txBox="1"/>
          <p:nvPr/>
        </p:nvSpPr>
        <p:spPr>
          <a:xfrm>
            <a:off x="86278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10-label1258"/>
          <p:cNvSpPr txBox="1"/>
          <p:nvPr/>
        </p:nvSpPr>
        <p:spPr>
          <a:xfrm>
            <a:off x="9048902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10-label1259"/>
          <p:cNvSpPr txBox="1"/>
          <p:nvPr/>
        </p:nvSpPr>
        <p:spPr>
          <a:xfrm>
            <a:off x="9624060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10-line1260"/>
          <p:cNvSpPr/>
          <p:nvPr/>
        </p:nvSpPr>
        <p:spPr>
          <a:xfrm>
            <a:off x="9898380" y="2963799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10-line1261"/>
          <p:cNvSpPr/>
          <p:nvPr/>
        </p:nvSpPr>
        <p:spPr>
          <a:xfrm>
            <a:off x="9898380" y="2963799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10-pin1262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10-label1263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11-card12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2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5" name="S11-figure1266" descr="시계: 짧은바늘이 4와 5 사이, 긴바늘이 6을 가리킴(4시 30분)"/>
          <p:cNvSpPr/>
          <p:nvPr/>
        </p:nvSpPr>
        <p:spPr>
          <a:xfrm>
            <a:off x="167563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1-line1267"/>
          <p:cNvSpPr/>
          <p:nvPr/>
        </p:nvSpPr>
        <p:spPr>
          <a:xfrm>
            <a:off x="323011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line1268"/>
          <p:cNvSpPr/>
          <p:nvPr/>
        </p:nvSpPr>
        <p:spPr>
          <a:xfrm flipH="1">
            <a:off x="338065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1-line1269"/>
          <p:cNvSpPr/>
          <p:nvPr/>
        </p:nvSpPr>
        <p:spPr>
          <a:xfrm flipH="1">
            <a:off x="352954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1-line1270"/>
          <p:cNvSpPr/>
          <p:nvPr/>
        </p:nvSpPr>
        <p:spPr>
          <a:xfrm flipH="1">
            <a:off x="367515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1-line1271"/>
          <p:cNvSpPr/>
          <p:nvPr/>
        </p:nvSpPr>
        <p:spPr>
          <a:xfrm flipH="1">
            <a:off x="381589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1-line1272"/>
          <p:cNvSpPr/>
          <p:nvPr/>
        </p:nvSpPr>
        <p:spPr>
          <a:xfrm flipH="1">
            <a:off x="390357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1-line1273"/>
          <p:cNvSpPr/>
          <p:nvPr/>
        </p:nvSpPr>
        <p:spPr>
          <a:xfrm flipH="1">
            <a:off x="407663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1-line1274"/>
          <p:cNvSpPr/>
          <p:nvPr/>
        </p:nvSpPr>
        <p:spPr>
          <a:xfrm flipH="1">
            <a:off x="419378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1-line1275"/>
          <p:cNvSpPr/>
          <p:nvPr/>
        </p:nvSpPr>
        <p:spPr>
          <a:xfrm flipH="1">
            <a:off x="430038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1-line1276"/>
          <p:cNvSpPr/>
          <p:nvPr/>
        </p:nvSpPr>
        <p:spPr>
          <a:xfrm flipH="1">
            <a:off x="439524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1-line1277"/>
          <p:cNvSpPr/>
          <p:nvPr/>
        </p:nvSpPr>
        <p:spPr>
          <a:xfrm flipH="1">
            <a:off x="439657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1-line1278"/>
          <p:cNvSpPr/>
          <p:nvPr/>
        </p:nvSpPr>
        <p:spPr>
          <a:xfrm flipH="1">
            <a:off x="454578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1-line1279"/>
          <p:cNvSpPr/>
          <p:nvPr/>
        </p:nvSpPr>
        <p:spPr>
          <a:xfrm flipH="1">
            <a:off x="459981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1-line1280"/>
          <p:cNvSpPr/>
          <p:nvPr/>
        </p:nvSpPr>
        <p:spPr>
          <a:xfrm flipH="1">
            <a:off x="463882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1-line1281"/>
          <p:cNvSpPr/>
          <p:nvPr/>
        </p:nvSpPr>
        <p:spPr>
          <a:xfrm flipH="1">
            <a:off x="466240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1-line1282"/>
          <p:cNvSpPr/>
          <p:nvPr/>
        </p:nvSpPr>
        <p:spPr>
          <a:xfrm flipH="1">
            <a:off x="457702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1-line1283"/>
          <p:cNvSpPr/>
          <p:nvPr/>
        </p:nvSpPr>
        <p:spPr>
          <a:xfrm flipH="1" flipV="1">
            <a:off x="466240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1-line1284"/>
          <p:cNvSpPr/>
          <p:nvPr/>
        </p:nvSpPr>
        <p:spPr>
          <a:xfrm flipH="1" flipV="1">
            <a:off x="463882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1-line1285"/>
          <p:cNvSpPr/>
          <p:nvPr/>
        </p:nvSpPr>
        <p:spPr>
          <a:xfrm flipH="1" flipV="1">
            <a:off x="459981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1-line1286"/>
          <p:cNvSpPr/>
          <p:nvPr/>
        </p:nvSpPr>
        <p:spPr>
          <a:xfrm flipH="1" flipV="1">
            <a:off x="454578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1-line1287"/>
          <p:cNvSpPr/>
          <p:nvPr/>
        </p:nvSpPr>
        <p:spPr>
          <a:xfrm flipH="1" flipV="1">
            <a:off x="439657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1-line1288"/>
          <p:cNvSpPr/>
          <p:nvPr/>
        </p:nvSpPr>
        <p:spPr>
          <a:xfrm flipH="1" flipV="1">
            <a:off x="439524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1-line1289"/>
          <p:cNvSpPr/>
          <p:nvPr/>
        </p:nvSpPr>
        <p:spPr>
          <a:xfrm flipH="1" flipV="1">
            <a:off x="430038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1-line1290"/>
          <p:cNvSpPr/>
          <p:nvPr/>
        </p:nvSpPr>
        <p:spPr>
          <a:xfrm flipH="1" flipV="1">
            <a:off x="419378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1-line1291"/>
          <p:cNvSpPr/>
          <p:nvPr/>
        </p:nvSpPr>
        <p:spPr>
          <a:xfrm flipH="1" flipV="1">
            <a:off x="407663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1-line1292"/>
          <p:cNvSpPr/>
          <p:nvPr/>
        </p:nvSpPr>
        <p:spPr>
          <a:xfrm flipH="1" flipV="1">
            <a:off x="390357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1-line1293"/>
          <p:cNvSpPr/>
          <p:nvPr/>
        </p:nvSpPr>
        <p:spPr>
          <a:xfrm flipH="1" flipV="1">
            <a:off x="381589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1-line1294"/>
          <p:cNvSpPr/>
          <p:nvPr/>
        </p:nvSpPr>
        <p:spPr>
          <a:xfrm flipH="1" flipV="1">
            <a:off x="367515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1-line1295"/>
          <p:cNvSpPr/>
          <p:nvPr/>
        </p:nvSpPr>
        <p:spPr>
          <a:xfrm flipH="1" flipV="1">
            <a:off x="352954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1-line1296"/>
          <p:cNvSpPr/>
          <p:nvPr/>
        </p:nvSpPr>
        <p:spPr>
          <a:xfrm flipH="1" flipV="1">
            <a:off x="338065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1-line1297"/>
          <p:cNvSpPr/>
          <p:nvPr/>
        </p:nvSpPr>
        <p:spPr>
          <a:xfrm flipV="1">
            <a:off x="323011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1-line1298"/>
          <p:cNvSpPr/>
          <p:nvPr/>
        </p:nvSpPr>
        <p:spPr>
          <a:xfrm flipV="1">
            <a:off x="307145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1-line1299"/>
          <p:cNvSpPr/>
          <p:nvPr/>
        </p:nvSpPr>
        <p:spPr>
          <a:xfrm flipV="1">
            <a:off x="291452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1-line1300"/>
          <p:cNvSpPr/>
          <p:nvPr/>
        </p:nvSpPr>
        <p:spPr>
          <a:xfrm flipV="1">
            <a:off x="276106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1-line1301"/>
          <p:cNvSpPr/>
          <p:nvPr/>
        </p:nvSpPr>
        <p:spPr>
          <a:xfrm flipV="1">
            <a:off x="261273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1-line1302"/>
          <p:cNvSpPr/>
          <p:nvPr/>
        </p:nvSpPr>
        <p:spPr>
          <a:xfrm flipV="1">
            <a:off x="247116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1-line1303"/>
          <p:cNvSpPr/>
          <p:nvPr/>
        </p:nvSpPr>
        <p:spPr>
          <a:xfrm flipV="1">
            <a:off x="233791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1-line1304"/>
          <p:cNvSpPr/>
          <p:nvPr/>
        </p:nvSpPr>
        <p:spPr>
          <a:xfrm flipV="1">
            <a:off x="221444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1-line1305"/>
          <p:cNvSpPr/>
          <p:nvPr/>
        </p:nvSpPr>
        <p:spPr>
          <a:xfrm flipV="1">
            <a:off x="210209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1-line1306"/>
          <p:cNvSpPr/>
          <p:nvPr/>
        </p:nvSpPr>
        <p:spPr>
          <a:xfrm flipV="1">
            <a:off x="200210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1-line1307"/>
          <p:cNvSpPr/>
          <p:nvPr/>
        </p:nvSpPr>
        <p:spPr>
          <a:xfrm flipV="1">
            <a:off x="191557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1-line1308"/>
          <p:cNvSpPr/>
          <p:nvPr/>
        </p:nvSpPr>
        <p:spPr>
          <a:xfrm flipV="1">
            <a:off x="184344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1-line1309"/>
          <p:cNvSpPr/>
          <p:nvPr/>
        </p:nvSpPr>
        <p:spPr>
          <a:xfrm flipV="1">
            <a:off x="178650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1-line1310"/>
          <p:cNvSpPr/>
          <p:nvPr/>
        </p:nvSpPr>
        <p:spPr>
          <a:xfrm flipV="1">
            <a:off x="174538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1-line1311"/>
          <p:cNvSpPr/>
          <p:nvPr/>
        </p:nvSpPr>
        <p:spPr>
          <a:xfrm flipV="1">
            <a:off x="172052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1-line1312"/>
          <p:cNvSpPr/>
          <p:nvPr/>
        </p:nvSpPr>
        <p:spPr>
          <a:xfrm>
            <a:off x="171221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1-line1313"/>
          <p:cNvSpPr/>
          <p:nvPr/>
        </p:nvSpPr>
        <p:spPr>
          <a:xfrm>
            <a:off x="172052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1-line1314"/>
          <p:cNvSpPr/>
          <p:nvPr/>
        </p:nvSpPr>
        <p:spPr>
          <a:xfrm>
            <a:off x="174538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1-line1315"/>
          <p:cNvSpPr/>
          <p:nvPr/>
        </p:nvSpPr>
        <p:spPr>
          <a:xfrm>
            <a:off x="178650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1-line1316"/>
          <p:cNvSpPr/>
          <p:nvPr/>
        </p:nvSpPr>
        <p:spPr>
          <a:xfrm>
            <a:off x="184344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1-line1317"/>
          <p:cNvSpPr/>
          <p:nvPr/>
        </p:nvSpPr>
        <p:spPr>
          <a:xfrm>
            <a:off x="191557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1-line1318"/>
          <p:cNvSpPr/>
          <p:nvPr/>
        </p:nvSpPr>
        <p:spPr>
          <a:xfrm>
            <a:off x="200210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1-line1319"/>
          <p:cNvSpPr/>
          <p:nvPr/>
        </p:nvSpPr>
        <p:spPr>
          <a:xfrm>
            <a:off x="210209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1-line1320"/>
          <p:cNvSpPr/>
          <p:nvPr/>
        </p:nvSpPr>
        <p:spPr>
          <a:xfrm>
            <a:off x="221444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1-line1321"/>
          <p:cNvSpPr/>
          <p:nvPr/>
        </p:nvSpPr>
        <p:spPr>
          <a:xfrm>
            <a:off x="233791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1-line1322"/>
          <p:cNvSpPr/>
          <p:nvPr/>
        </p:nvSpPr>
        <p:spPr>
          <a:xfrm>
            <a:off x="247116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1-line1323"/>
          <p:cNvSpPr/>
          <p:nvPr/>
        </p:nvSpPr>
        <p:spPr>
          <a:xfrm>
            <a:off x="261273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1-line1324"/>
          <p:cNvSpPr/>
          <p:nvPr/>
        </p:nvSpPr>
        <p:spPr>
          <a:xfrm>
            <a:off x="276106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1-line1325"/>
          <p:cNvSpPr/>
          <p:nvPr/>
        </p:nvSpPr>
        <p:spPr>
          <a:xfrm>
            <a:off x="291452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1-line1326"/>
          <p:cNvSpPr/>
          <p:nvPr/>
        </p:nvSpPr>
        <p:spPr>
          <a:xfrm>
            <a:off x="307145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1-label1327"/>
          <p:cNvSpPr txBox="1"/>
          <p:nvPr/>
        </p:nvSpPr>
        <p:spPr>
          <a:xfrm>
            <a:off x="3530956" y="204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1-label1328"/>
          <p:cNvSpPr txBox="1"/>
          <p:nvPr/>
        </p:nvSpPr>
        <p:spPr>
          <a:xfrm>
            <a:off x="3952000" y="246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1-label1329"/>
          <p:cNvSpPr txBox="1"/>
          <p:nvPr/>
        </p:nvSpPr>
        <p:spPr>
          <a:xfrm>
            <a:off x="4106113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1-label1330"/>
          <p:cNvSpPr txBox="1"/>
          <p:nvPr/>
        </p:nvSpPr>
        <p:spPr>
          <a:xfrm>
            <a:off x="3952000" y="36155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1-label1331"/>
          <p:cNvSpPr txBox="1"/>
          <p:nvPr/>
        </p:nvSpPr>
        <p:spPr>
          <a:xfrm>
            <a:off x="3530956" y="40365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1-label1332"/>
          <p:cNvSpPr txBox="1"/>
          <p:nvPr/>
        </p:nvSpPr>
        <p:spPr>
          <a:xfrm>
            <a:off x="2955798" y="41906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1-label1333"/>
          <p:cNvSpPr txBox="1"/>
          <p:nvPr/>
        </p:nvSpPr>
        <p:spPr>
          <a:xfrm>
            <a:off x="2380640" y="40365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1-label1334"/>
          <p:cNvSpPr txBox="1"/>
          <p:nvPr/>
        </p:nvSpPr>
        <p:spPr>
          <a:xfrm>
            <a:off x="1959596" y="36155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1-label1335"/>
          <p:cNvSpPr txBox="1"/>
          <p:nvPr/>
        </p:nvSpPr>
        <p:spPr>
          <a:xfrm>
            <a:off x="1805483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1-label1336"/>
          <p:cNvSpPr txBox="1"/>
          <p:nvPr/>
        </p:nvSpPr>
        <p:spPr>
          <a:xfrm>
            <a:off x="1959596" y="246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1-label1337"/>
          <p:cNvSpPr txBox="1"/>
          <p:nvPr/>
        </p:nvSpPr>
        <p:spPr>
          <a:xfrm>
            <a:off x="2380640" y="204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1-label1338"/>
          <p:cNvSpPr txBox="1"/>
          <p:nvPr/>
        </p:nvSpPr>
        <p:spPr>
          <a:xfrm>
            <a:off x="2955798" y="18900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1-line1339"/>
          <p:cNvSpPr/>
          <p:nvPr/>
        </p:nvSpPr>
        <p:spPr>
          <a:xfrm>
            <a:off x="3230118" y="3223260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1-line1340"/>
          <p:cNvSpPr/>
          <p:nvPr/>
        </p:nvSpPr>
        <p:spPr>
          <a:xfrm>
            <a:off x="3230118" y="3223260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1-pin1341"/>
          <p:cNvSpPr/>
          <p:nvPr/>
        </p:nvSpPr>
        <p:spPr>
          <a:xfrm>
            <a:off x="317525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1-card1342"/>
          <p:cNvSpPr/>
          <p:nvPr/>
        </p:nvSpPr>
        <p:spPr>
          <a:xfrm>
            <a:off x="6277356" y="180492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11-cardtext1343"/>
          <p:cNvSpPr txBox="1"/>
          <p:nvPr/>
        </p:nvSpPr>
        <p:spPr>
          <a:xfrm>
            <a:off x="6551676" y="194208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5시 30분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“짧은바늘 옆에 5가 있어요.”</a:t>
            </a:r>
            <a:endParaRPr lang="ko-KR" sz="3200" dirty="0"/>
          </a:p>
        </p:txBody>
      </p:sp>
      <p:sp>
        <p:nvSpPr>
          <p:cNvPr id="83" name="S11-card1344"/>
          <p:cNvSpPr/>
          <p:nvPr/>
        </p:nvSpPr>
        <p:spPr>
          <a:xfrm>
            <a:off x="6277356" y="333756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11-cardtext1345"/>
          <p:cNvSpPr txBox="1"/>
          <p:nvPr/>
        </p:nvSpPr>
        <p:spPr>
          <a:xfrm>
            <a:off x="6551676" y="347472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4시 30분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“짧은바늘이 4를 지났어요.”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ard134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34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몇 시인지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 시계에 2시 30분을 그려요.</a:t>
            </a:r>
            <a:endParaRPr lang="ko-KR" sz="3200" dirty="0"/>
          </a:p>
        </p:txBody>
      </p:sp>
      <p:sp>
        <p:nvSpPr>
          <p:cNvPr id="5" name="S12-figure1348" descr="시계: 짧은바늘이 6, 긴바늘이 12를 가리킴(6시)"/>
          <p:cNvSpPr/>
          <p:nvPr/>
        </p:nvSpPr>
        <p:spPr>
          <a:xfrm>
            <a:off x="1821307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2-line1349"/>
          <p:cNvSpPr/>
          <p:nvPr/>
        </p:nvSpPr>
        <p:spPr>
          <a:xfrm>
            <a:off x="3241548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2-line1350"/>
          <p:cNvSpPr/>
          <p:nvPr/>
        </p:nvSpPr>
        <p:spPr>
          <a:xfrm flipH="1">
            <a:off x="3378758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2-line1351"/>
          <p:cNvSpPr/>
          <p:nvPr/>
        </p:nvSpPr>
        <p:spPr>
          <a:xfrm flipH="1">
            <a:off x="351446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352"/>
          <p:cNvSpPr/>
          <p:nvPr/>
        </p:nvSpPr>
        <p:spPr>
          <a:xfrm flipH="1">
            <a:off x="3647180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353"/>
          <p:cNvSpPr/>
          <p:nvPr/>
        </p:nvSpPr>
        <p:spPr>
          <a:xfrm flipH="1">
            <a:off x="3775452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354"/>
          <p:cNvSpPr/>
          <p:nvPr/>
        </p:nvSpPr>
        <p:spPr>
          <a:xfrm flipH="1">
            <a:off x="3855267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2-line1355"/>
          <p:cNvSpPr/>
          <p:nvPr/>
        </p:nvSpPr>
        <p:spPr>
          <a:xfrm flipH="1">
            <a:off x="4013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line1356"/>
          <p:cNvSpPr/>
          <p:nvPr/>
        </p:nvSpPr>
        <p:spPr>
          <a:xfrm flipH="1">
            <a:off x="4119884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357"/>
          <p:cNvSpPr/>
          <p:nvPr/>
        </p:nvSpPr>
        <p:spPr>
          <a:xfrm flipH="1">
            <a:off x="4217039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358"/>
          <p:cNvSpPr/>
          <p:nvPr/>
        </p:nvSpPr>
        <p:spPr>
          <a:xfrm flipH="1">
            <a:off x="4303507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359"/>
          <p:cNvSpPr/>
          <p:nvPr/>
        </p:nvSpPr>
        <p:spPr>
          <a:xfrm flipH="1">
            <a:off x="4304541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2-line1360"/>
          <p:cNvSpPr/>
          <p:nvPr/>
        </p:nvSpPr>
        <p:spPr>
          <a:xfrm flipH="1">
            <a:off x="4440716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2-line1361"/>
          <p:cNvSpPr/>
          <p:nvPr/>
        </p:nvSpPr>
        <p:spPr>
          <a:xfrm flipH="1">
            <a:off x="4489955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362"/>
          <p:cNvSpPr/>
          <p:nvPr/>
        </p:nvSpPr>
        <p:spPr>
          <a:xfrm flipH="1">
            <a:off x="4525516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363"/>
          <p:cNvSpPr/>
          <p:nvPr/>
        </p:nvSpPr>
        <p:spPr>
          <a:xfrm flipH="1">
            <a:off x="4547010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364"/>
          <p:cNvSpPr/>
          <p:nvPr/>
        </p:nvSpPr>
        <p:spPr>
          <a:xfrm flipH="1">
            <a:off x="4468986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2-line1365"/>
          <p:cNvSpPr/>
          <p:nvPr/>
        </p:nvSpPr>
        <p:spPr>
          <a:xfrm flipH="1" flipV="1">
            <a:off x="4547010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line1366"/>
          <p:cNvSpPr/>
          <p:nvPr/>
        </p:nvSpPr>
        <p:spPr>
          <a:xfrm flipH="1" flipV="1">
            <a:off x="4525516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367"/>
          <p:cNvSpPr/>
          <p:nvPr/>
        </p:nvSpPr>
        <p:spPr>
          <a:xfrm flipH="1" flipV="1">
            <a:off x="4489955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368"/>
          <p:cNvSpPr/>
          <p:nvPr/>
        </p:nvSpPr>
        <p:spPr>
          <a:xfrm flipH="1" flipV="1">
            <a:off x="4440716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369"/>
          <p:cNvSpPr/>
          <p:nvPr/>
        </p:nvSpPr>
        <p:spPr>
          <a:xfrm flipH="1" flipV="1">
            <a:off x="4304541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2-line1370"/>
          <p:cNvSpPr/>
          <p:nvPr/>
        </p:nvSpPr>
        <p:spPr>
          <a:xfrm flipH="1" flipV="1">
            <a:off x="4303507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2-line1371"/>
          <p:cNvSpPr/>
          <p:nvPr/>
        </p:nvSpPr>
        <p:spPr>
          <a:xfrm flipH="1" flipV="1">
            <a:off x="4217039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372"/>
          <p:cNvSpPr/>
          <p:nvPr/>
        </p:nvSpPr>
        <p:spPr>
          <a:xfrm flipH="1" flipV="1">
            <a:off x="4119884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373"/>
          <p:cNvSpPr/>
          <p:nvPr/>
        </p:nvSpPr>
        <p:spPr>
          <a:xfrm flipH="1" flipV="1">
            <a:off x="4013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374"/>
          <p:cNvSpPr/>
          <p:nvPr/>
        </p:nvSpPr>
        <p:spPr>
          <a:xfrm flipH="1" flipV="1">
            <a:off x="3855267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2-line1375"/>
          <p:cNvSpPr/>
          <p:nvPr/>
        </p:nvSpPr>
        <p:spPr>
          <a:xfrm flipH="1" flipV="1">
            <a:off x="3775452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line1376"/>
          <p:cNvSpPr/>
          <p:nvPr/>
        </p:nvSpPr>
        <p:spPr>
          <a:xfrm flipH="1" flipV="1">
            <a:off x="3647180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377"/>
          <p:cNvSpPr/>
          <p:nvPr/>
        </p:nvSpPr>
        <p:spPr>
          <a:xfrm flipH="1" flipV="1">
            <a:off x="351446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378"/>
          <p:cNvSpPr/>
          <p:nvPr/>
        </p:nvSpPr>
        <p:spPr>
          <a:xfrm flipH="1" flipV="1">
            <a:off x="3378758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379"/>
          <p:cNvSpPr/>
          <p:nvPr/>
        </p:nvSpPr>
        <p:spPr>
          <a:xfrm flipV="1">
            <a:off x="3241548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2-line1380"/>
          <p:cNvSpPr/>
          <p:nvPr/>
        </p:nvSpPr>
        <p:spPr>
          <a:xfrm flipV="1">
            <a:off x="3096916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2-line1381"/>
          <p:cNvSpPr/>
          <p:nvPr/>
        </p:nvSpPr>
        <p:spPr>
          <a:xfrm flipV="1">
            <a:off x="2953868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382"/>
          <p:cNvSpPr/>
          <p:nvPr/>
        </p:nvSpPr>
        <p:spPr>
          <a:xfrm flipV="1">
            <a:off x="2813972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383"/>
          <p:cNvSpPr/>
          <p:nvPr/>
        </p:nvSpPr>
        <p:spPr>
          <a:xfrm flipV="1">
            <a:off x="2678761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384"/>
          <p:cNvSpPr/>
          <p:nvPr/>
        </p:nvSpPr>
        <p:spPr>
          <a:xfrm flipV="1">
            <a:off x="2549716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2-line1385"/>
          <p:cNvSpPr/>
          <p:nvPr/>
        </p:nvSpPr>
        <p:spPr>
          <a:xfrm flipV="1">
            <a:off x="2428250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line1386"/>
          <p:cNvSpPr/>
          <p:nvPr/>
        </p:nvSpPr>
        <p:spPr>
          <a:xfrm flipV="1">
            <a:off x="2315695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387"/>
          <p:cNvSpPr/>
          <p:nvPr/>
        </p:nvSpPr>
        <p:spPr>
          <a:xfrm flipV="1">
            <a:off x="221328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388"/>
          <p:cNvSpPr/>
          <p:nvPr/>
        </p:nvSpPr>
        <p:spPr>
          <a:xfrm flipV="1">
            <a:off x="2122140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389"/>
          <p:cNvSpPr/>
          <p:nvPr/>
        </p:nvSpPr>
        <p:spPr>
          <a:xfrm flipV="1">
            <a:off x="2043259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2-line1390"/>
          <p:cNvSpPr/>
          <p:nvPr/>
        </p:nvSpPr>
        <p:spPr>
          <a:xfrm flipV="1">
            <a:off x="1977507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2-line1391"/>
          <p:cNvSpPr/>
          <p:nvPr/>
        </p:nvSpPr>
        <p:spPr>
          <a:xfrm flipV="1">
            <a:off x="1925604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392"/>
          <p:cNvSpPr/>
          <p:nvPr/>
        </p:nvSpPr>
        <p:spPr>
          <a:xfrm flipV="1">
            <a:off x="1888119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393"/>
          <p:cNvSpPr/>
          <p:nvPr/>
        </p:nvSpPr>
        <p:spPr>
          <a:xfrm flipV="1">
            <a:off x="1865463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394"/>
          <p:cNvSpPr/>
          <p:nvPr/>
        </p:nvSpPr>
        <p:spPr>
          <a:xfrm>
            <a:off x="1857883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2-line1395"/>
          <p:cNvSpPr/>
          <p:nvPr/>
        </p:nvSpPr>
        <p:spPr>
          <a:xfrm>
            <a:off x="1865463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line1396"/>
          <p:cNvSpPr/>
          <p:nvPr/>
        </p:nvSpPr>
        <p:spPr>
          <a:xfrm>
            <a:off x="1888119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397"/>
          <p:cNvSpPr/>
          <p:nvPr/>
        </p:nvSpPr>
        <p:spPr>
          <a:xfrm>
            <a:off x="1925604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398"/>
          <p:cNvSpPr/>
          <p:nvPr/>
        </p:nvSpPr>
        <p:spPr>
          <a:xfrm>
            <a:off x="1977507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399"/>
          <p:cNvSpPr/>
          <p:nvPr/>
        </p:nvSpPr>
        <p:spPr>
          <a:xfrm>
            <a:off x="2043259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2-line1400"/>
          <p:cNvSpPr/>
          <p:nvPr/>
        </p:nvSpPr>
        <p:spPr>
          <a:xfrm>
            <a:off x="2122140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2-line1401"/>
          <p:cNvSpPr/>
          <p:nvPr/>
        </p:nvSpPr>
        <p:spPr>
          <a:xfrm>
            <a:off x="221328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402"/>
          <p:cNvSpPr/>
          <p:nvPr/>
        </p:nvSpPr>
        <p:spPr>
          <a:xfrm>
            <a:off x="2315695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403"/>
          <p:cNvSpPr/>
          <p:nvPr/>
        </p:nvSpPr>
        <p:spPr>
          <a:xfrm>
            <a:off x="2428250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404"/>
          <p:cNvSpPr/>
          <p:nvPr/>
        </p:nvSpPr>
        <p:spPr>
          <a:xfrm>
            <a:off x="2549716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2-line1405"/>
          <p:cNvSpPr/>
          <p:nvPr/>
        </p:nvSpPr>
        <p:spPr>
          <a:xfrm>
            <a:off x="2678761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2-line1406"/>
          <p:cNvSpPr/>
          <p:nvPr/>
        </p:nvSpPr>
        <p:spPr>
          <a:xfrm>
            <a:off x="2813972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407"/>
          <p:cNvSpPr/>
          <p:nvPr/>
        </p:nvSpPr>
        <p:spPr>
          <a:xfrm>
            <a:off x="2953868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408"/>
          <p:cNvSpPr/>
          <p:nvPr/>
        </p:nvSpPr>
        <p:spPr>
          <a:xfrm>
            <a:off x="3096916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abel1409"/>
          <p:cNvSpPr txBox="1"/>
          <p:nvPr/>
        </p:nvSpPr>
        <p:spPr>
          <a:xfrm>
            <a:off x="3492717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12-label1410"/>
          <p:cNvSpPr txBox="1"/>
          <p:nvPr/>
        </p:nvSpPr>
        <p:spPr>
          <a:xfrm>
            <a:off x="3877402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12-label1411"/>
          <p:cNvSpPr txBox="1"/>
          <p:nvPr/>
        </p:nvSpPr>
        <p:spPr>
          <a:xfrm>
            <a:off x="4018206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12-label1412"/>
          <p:cNvSpPr txBox="1"/>
          <p:nvPr/>
        </p:nvSpPr>
        <p:spPr>
          <a:xfrm>
            <a:off x="3877402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12-label1413"/>
          <p:cNvSpPr txBox="1"/>
          <p:nvPr/>
        </p:nvSpPr>
        <p:spPr>
          <a:xfrm>
            <a:off x="3492717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12-label1414"/>
          <p:cNvSpPr txBox="1"/>
          <p:nvPr/>
        </p:nvSpPr>
        <p:spPr>
          <a:xfrm>
            <a:off x="2967228" y="3614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12-label1415"/>
          <p:cNvSpPr txBox="1"/>
          <p:nvPr/>
        </p:nvSpPr>
        <p:spPr>
          <a:xfrm>
            <a:off x="2441739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12-label1416"/>
          <p:cNvSpPr txBox="1"/>
          <p:nvPr/>
        </p:nvSpPr>
        <p:spPr>
          <a:xfrm>
            <a:off x="2057054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12-label1417"/>
          <p:cNvSpPr txBox="1"/>
          <p:nvPr/>
        </p:nvSpPr>
        <p:spPr>
          <a:xfrm>
            <a:off x="1916250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12-label1418"/>
          <p:cNvSpPr txBox="1"/>
          <p:nvPr/>
        </p:nvSpPr>
        <p:spPr>
          <a:xfrm>
            <a:off x="2057054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12-label1419"/>
          <p:cNvSpPr txBox="1"/>
          <p:nvPr/>
        </p:nvSpPr>
        <p:spPr>
          <a:xfrm>
            <a:off x="2441739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12-label1420"/>
          <p:cNvSpPr txBox="1"/>
          <p:nvPr/>
        </p:nvSpPr>
        <p:spPr>
          <a:xfrm>
            <a:off x="2967228" y="15122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12-line1421"/>
          <p:cNvSpPr/>
          <p:nvPr/>
        </p:nvSpPr>
        <p:spPr>
          <a:xfrm>
            <a:off x="3241548" y="2746121"/>
            <a:ext cx="0" cy="71012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2-line1422"/>
          <p:cNvSpPr/>
          <p:nvPr/>
        </p:nvSpPr>
        <p:spPr>
          <a:xfrm flipV="1">
            <a:off x="3241548" y="1638333"/>
            <a:ext cx="0" cy="110778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2-pin1423"/>
          <p:cNvSpPr/>
          <p:nvPr/>
        </p:nvSpPr>
        <p:spPr>
          <a:xfrm>
            <a:off x="3186684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2-label142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12-figure1425" descr="시계: 짧은바늘이 9와 10 사이, 긴바늘이 6을 가리킴(9시 30분)"/>
          <p:cNvSpPr/>
          <p:nvPr/>
        </p:nvSpPr>
        <p:spPr>
          <a:xfrm>
            <a:off x="7527163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2-line1426"/>
          <p:cNvSpPr/>
          <p:nvPr/>
        </p:nvSpPr>
        <p:spPr>
          <a:xfrm>
            <a:off x="8947404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2-line1427"/>
          <p:cNvSpPr/>
          <p:nvPr/>
        </p:nvSpPr>
        <p:spPr>
          <a:xfrm flipH="1">
            <a:off x="9084614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2-line1428"/>
          <p:cNvSpPr/>
          <p:nvPr/>
        </p:nvSpPr>
        <p:spPr>
          <a:xfrm flipH="1">
            <a:off x="9220320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429"/>
          <p:cNvSpPr/>
          <p:nvPr/>
        </p:nvSpPr>
        <p:spPr>
          <a:xfrm flipH="1">
            <a:off x="9353036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430"/>
          <p:cNvSpPr/>
          <p:nvPr/>
        </p:nvSpPr>
        <p:spPr>
          <a:xfrm flipH="1">
            <a:off x="9481308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431"/>
          <p:cNvSpPr/>
          <p:nvPr/>
        </p:nvSpPr>
        <p:spPr>
          <a:xfrm flipH="1">
            <a:off x="9561123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2-line1432"/>
          <p:cNvSpPr/>
          <p:nvPr/>
        </p:nvSpPr>
        <p:spPr>
          <a:xfrm flipH="1">
            <a:off x="9718962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2-line1433"/>
          <p:cNvSpPr/>
          <p:nvPr/>
        </p:nvSpPr>
        <p:spPr>
          <a:xfrm flipH="1">
            <a:off x="9825740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434"/>
          <p:cNvSpPr/>
          <p:nvPr/>
        </p:nvSpPr>
        <p:spPr>
          <a:xfrm flipH="1">
            <a:off x="992289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435"/>
          <p:cNvSpPr/>
          <p:nvPr/>
        </p:nvSpPr>
        <p:spPr>
          <a:xfrm flipH="1">
            <a:off x="10009363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436"/>
          <p:cNvSpPr/>
          <p:nvPr/>
        </p:nvSpPr>
        <p:spPr>
          <a:xfrm flipH="1">
            <a:off x="10010397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2-line1437"/>
          <p:cNvSpPr/>
          <p:nvPr/>
        </p:nvSpPr>
        <p:spPr>
          <a:xfrm flipH="1">
            <a:off x="10146572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2-line1438"/>
          <p:cNvSpPr/>
          <p:nvPr/>
        </p:nvSpPr>
        <p:spPr>
          <a:xfrm flipH="1">
            <a:off x="10195811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439"/>
          <p:cNvSpPr/>
          <p:nvPr/>
        </p:nvSpPr>
        <p:spPr>
          <a:xfrm flipH="1">
            <a:off x="10231372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440"/>
          <p:cNvSpPr/>
          <p:nvPr/>
        </p:nvSpPr>
        <p:spPr>
          <a:xfrm flipH="1">
            <a:off x="10252866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441"/>
          <p:cNvSpPr/>
          <p:nvPr/>
        </p:nvSpPr>
        <p:spPr>
          <a:xfrm flipH="1">
            <a:off x="10174842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2-line1442"/>
          <p:cNvSpPr/>
          <p:nvPr/>
        </p:nvSpPr>
        <p:spPr>
          <a:xfrm flipH="1" flipV="1">
            <a:off x="10252866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2-line1443"/>
          <p:cNvSpPr/>
          <p:nvPr/>
        </p:nvSpPr>
        <p:spPr>
          <a:xfrm flipH="1" flipV="1">
            <a:off x="10231372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444"/>
          <p:cNvSpPr/>
          <p:nvPr/>
        </p:nvSpPr>
        <p:spPr>
          <a:xfrm flipH="1" flipV="1">
            <a:off x="10195811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445"/>
          <p:cNvSpPr/>
          <p:nvPr/>
        </p:nvSpPr>
        <p:spPr>
          <a:xfrm flipH="1" flipV="1">
            <a:off x="10146572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446"/>
          <p:cNvSpPr/>
          <p:nvPr/>
        </p:nvSpPr>
        <p:spPr>
          <a:xfrm flipH="1" flipV="1">
            <a:off x="10010397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2-line1447"/>
          <p:cNvSpPr/>
          <p:nvPr/>
        </p:nvSpPr>
        <p:spPr>
          <a:xfrm flipH="1" flipV="1">
            <a:off x="10009363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2-line1448"/>
          <p:cNvSpPr/>
          <p:nvPr/>
        </p:nvSpPr>
        <p:spPr>
          <a:xfrm flipH="1" flipV="1">
            <a:off x="992289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449"/>
          <p:cNvSpPr/>
          <p:nvPr/>
        </p:nvSpPr>
        <p:spPr>
          <a:xfrm flipH="1" flipV="1">
            <a:off x="9825740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450"/>
          <p:cNvSpPr/>
          <p:nvPr/>
        </p:nvSpPr>
        <p:spPr>
          <a:xfrm flipH="1" flipV="1">
            <a:off x="9718962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451"/>
          <p:cNvSpPr/>
          <p:nvPr/>
        </p:nvSpPr>
        <p:spPr>
          <a:xfrm flipH="1" flipV="1">
            <a:off x="9561123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2-line1452"/>
          <p:cNvSpPr/>
          <p:nvPr/>
        </p:nvSpPr>
        <p:spPr>
          <a:xfrm flipH="1" flipV="1">
            <a:off x="9481308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2-line1453"/>
          <p:cNvSpPr/>
          <p:nvPr/>
        </p:nvSpPr>
        <p:spPr>
          <a:xfrm flipH="1" flipV="1">
            <a:off x="9353036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454"/>
          <p:cNvSpPr/>
          <p:nvPr/>
        </p:nvSpPr>
        <p:spPr>
          <a:xfrm flipH="1" flipV="1">
            <a:off x="9220320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455"/>
          <p:cNvSpPr/>
          <p:nvPr/>
        </p:nvSpPr>
        <p:spPr>
          <a:xfrm flipH="1" flipV="1">
            <a:off x="9084614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456"/>
          <p:cNvSpPr/>
          <p:nvPr/>
        </p:nvSpPr>
        <p:spPr>
          <a:xfrm flipV="1">
            <a:off x="8947404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2-line1457"/>
          <p:cNvSpPr/>
          <p:nvPr/>
        </p:nvSpPr>
        <p:spPr>
          <a:xfrm flipV="1">
            <a:off x="8802772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2-line1458"/>
          <p:cNvSpPr/>
          <p:nvPr/>
        </p:nvSpPr>
        <p:spPr>
          <a:xfrm flipV="1">
            <a:off x="865972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459"/>
          <p:cNvSpPr/>
          <p:nvPr/>
        </p:nvSpPr>
        <p:spPr>
          <a:xfrm flipV="1">
            <a:off x="8519828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460"/>
          <p:cNvSpPr/>
          <p:nvPr/>
        </p:nvSpPr>
        <p:spPr>
          <a:xfrm flipV="1">
            <a:off x="8384617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461"/>
          <p:cNvSpPr/>
          <p:nvPr/>
        </p:nvSpPr>
        <p:spPr>
          <a:xfrm flipV="1">
            <a:off x="8255572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2-line1462"/>
          <p:cNvSpPr/>
          <p:nvPr/>
        </p:nvSpPr>
        <p:spPr>
          <a:xfrm flipV="1">
            <a:off x="8134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2-line1463"/>
          <p:cNvSpPr/>
          <p:nvPr/>
        </p:nvSpPr>
        <p:spPr>
          <a:xfrm flipV="1">
            <a:off x="8021551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464"/>
          <p:cNvSpPr/>
          <p:nvPr/>
        </p:nvSpPr>
        <p:spPr>
          <a:xfrm flipV="1">
            <a:off x="7919141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465"/>
          <p:cNvSpPr/>
          <p:nvPr/>
        </p:nvSpPr>
        <p:spPr>
          <a:xfrm flipV="1">
            <a:off x="7827996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466"/>
          <p:cNvSpPr/>
          <p:nvPr/>
        </p:nvSpPr>
        <p:spPr>
          <a:xfrm flipV="1">
            <a:off x="7749115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2-line1467"/>
          <p:cNvSpPr/>
          <p:nvPr/>
        </p:nvSpPr>
        <p:spPr>
          <a:xfrm flipV="1">
            <a:off x="7683363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2-line1468"/>
          <p:cNvSpPr/>
          <p:nvPr/>
        </p:nvSpPr>
        <p:spPr>
          <a:xfrm flipV="1">
            <a:off x="7631460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469"/>
          <p:cNvSpPr/>
          <p:nvPr/>
        </p:nvSpPr>
        <p:spPr>
          <a:xfrm flipV="1">
            <a:off x="7593975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470"/>
          <p:cNvSpPr/>
          <p:nvPr/>
        </p:nvSpPr>
        <p:spPr>
          <a:xfrm flipV="1">
            <a:off x="7571319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471"/>
          <p:cNvSpPr/>
          <p:nvPr/>
        </p:nvSpPr>
        <p:spPr>
          <a:xfrm>
            <a:off x="7563739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2-line1472"/>
          <p:cNvSpPr/>
          <p:nvPr/>
        </p:nvSpPr>
        <p:spPr>
          <a:xfrm>
            <a:off x="7571319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2-line1473"/>
          <p:cNvSpPr/>
          <p:nvPr/>
        </p:nvSpPr>
        <p:spPr>
          <a:xfrm>
            <a:off x="7593975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474"/>
          <p:cNvSpPr/>
          <p:nvPr/>
        </p:nvSpPr>
        <p:spPr>
          <a:xfrm>
            <a:off x="7631460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475"/>
          <p:cNvSpPr/>
          <p:nvPr/>
        </p:nvSpPr>
        <p:spPr>
          <a:xfrm>
            <a:off x="7683363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476"/>
          <p:cNvSpPr/>
          <p:nvPr/>
        </p:nvSpPr>
        <p:spPr>
          <a:xfrm>
            <a:off x="7749115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2-line1477"/>
          <p:cNvSpPr/>
          <p:nvPr/>
        </p:nvSpPr>
        <p:spPr>
          <a:xfrm>
            <a:off x="7827996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2-line1478"/>
          <p:cNvSpPr/>
          <p:nvPr/>
        </p:nvSpPr>
        <p:spPr>
          <a:xfrm>
            <a:off x="7919141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479"/>
          <p:cNvSpPr/>
          <p:nvPr/>
        </p:nvSpPr>
        <p:spPr>
          <a:xfrm>
            <a:off x="8021551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480"/>
          <p:cNvSpPr/>
          <p:nvPr/>
        </p:nvSpPr>
        <p:spPr>
          <a:xfrm>
            <a:off x="8134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481"/>
          <p:cNvSpPr/>
          <p:nvPr/>
        </p:nvSpPr>
        <p:spPr>
          <a:xfrm>
            <a:off x="8255572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2-line1482"/>
          <p:cNvSpPr/>
          <p:nvPr/>
        </p:nvSpPr>
        <p:spPr>
          <a:xfrm>
            <a:off x="8384617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2-line1483"/>
          <p:cNvSpPr/>
          <p:nvPr/>
        </p:nvSpPr>
        <p:spPr>
          <a:xfrm>
            <a:off x="8519828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484"/>
          <p:cNvSpPr/>
          <p:nvPr/>
        </p:nvSpPr>
        <p:spPr>
          <a:xfrm>
            <a:off x="865972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485"/>
          <p:cNvSpPr/>
          <p:nvPr/>
        </p:nvSpPr>
        <p:spPr>
          <a:xfrm>
            <a:off x="8802772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abel1486"/>
          <p:cNvSpPr txBox="1"/>
          <p:nvPr/>
        </p:nvSpPr>
        <p:spPr>
          <a:xfrm>
            <a:off x="9198573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12-label1487"/>
          <p:cNvSpPr txBox="1"/>
          <p:nvPr/>
        </p:nvSpPr>
        <p:spPr>
          <a:xfrm>
            <a:off x="9583258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12-label1488"/>
          <p:cNvSpPr txBox="1"/>
          <p:nvPr/>
        </p:nvSpPr>
        <p:spPr>
          <a:xfrm>
            <a:off x="9724062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12-label1489"/>
          <p:cNvSpPr txBox="1"/>
          <p:nvPr/>
        </p:nvSpPr>
        <p:spPr>
          <a:xfrm>
            <a:off x="9583258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12-label1490"/>
          <p:cNvSpPr txBox="1"/>
          <p:nvPr/>
        </p:nvSpPr>
        <p:spPr>
          <a:xfrm>
            <a:off x="9198573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12-label1491"/>
          <p:cNvSpPr txBox="1"/>
          <p:nvPr/>
        </p:nvSpPr>
        <p:spPr>
          <a:xfrm>
            <a:off x="8673084" y="3614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12-label1492"/>
          <p:cNvSpPr txBox="1"/>
          <p:nvPr/>
        </p:nvSpPr>
        <p:spPr>
          <a:xfrm>
            <a:off x="8147595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12-label1493"/>
          <p:cNvSpPr txBox="1"/>
          <p:nvPr/>
        </p:nvSpPr>
        <p:spPr>
          <a:xfrm>
            <a:off x="7762910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12-label1494"/>
          <p:cNvSpPr txBox="1"/>
          <p:nvPr/>
        </p:nvSpPr>
        <p:spPr>
          <a:xfrm>
            <a:off x="7622106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12-label1495"/>
          <p:cNvSpPr txBox="1"/>
          <p:nvPr/>
        </p:nvSpPr>
        <p:spPr>
          <a:xfrm>
            <a:off x="7762910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12-label1496"/>
          <p:cNvSpPr txBox="1"/>
          <p:nvPr/>
        </p:nvSpPr>
        <p:spPr>
          <a:xfrm>
            <a:off x="8147595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12-label1497"/>
          <p:cNvSpPr txBox="1"/>
          <p:nvPr/>
        </p:nvSpPr>
        <p:spPr>
          <a:xfrm>
            <a:off x="8673084" y="15122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12-line1498"/>
          <p:cNvSpPr/>
          <p:nvPr/>
        </p:nvSpPr>
        <p:spPr>
          <a:xfrm flipH="1" flipV="1">
            <a:off x="8261480" y="2562328"/>
            <a:ext cx="685924" cy="18379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2-line1499"/>
          <p:cNvSpPr/>
          <p:nvPr/>
        </p:nvSpPr>
        <p:spPr>
          <a:xfrm>
            <a:off x="8947404" y="2746121"/>
            <a:ext cx="0" cy="110778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2-pin1500"/>
          <p:cNvSpPr/>
          <p:nvPr/>
        </p:nvSpPr>
        <p:spPr>
          <a:xfrm>
            <a:off x="8892540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2-label150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30분은 어느 것?</a:t>
            </a:r>
            <a:endParaRPr lang="ko-KR" sz="4400" dirty="0"/>
          </a:p>
        </p:txBody>
      </p:sp>
      <p:sp>
        <p:nvSpPr>
          <p:cNvPr id="3" name="S14-card15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4-chip150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figure1505" descr="시계: 짧은바늘이 8과 9 사이, 긴바늘이 6을 가리킴(8시 30분)"/>
          <p:cNvSpPr/>
          <p:nvPr/>
        </p:nvSpPr>
        <p:spPr>
          <a:xfrm>
            <a:off x="729996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4-line1506"/>
          <p:cNvSpPr/>
          <p:nvPr/>
        </p:nvSpPr>
        <p:spPr>
          <a:xfrm>
            <a:off x="2275332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4-line1507"/>
          <p:cNvSpPr/>
          <p:nvPr/>
        </p:nvSpPr>
        <p:spPr>
          <a:xfrm flipH="1">
            <a:off x="2424964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1508"/>
          <p:cNvSpPr/>
          <p:nvPr/>
        </p:nvSpPr>
        <p:spPr>
          <a:xfrm flipH="1">
            <a:off x="2572956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509"/>
          <p:cNvSpPr/>
          <p:nvPr/>
        </p:nvSpPr>
        <p:spPr>
          <a:xfrm flipH="1">
            <a:off x="2717688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510"/>
          <p:cNvSpPr/>
          <p:nvPr/>
        </p:nvSpPr>
        <p:spPr>
          <a:xfrm flipH="1">
            <a:off x="2857573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511"/>
          <p:cNvSpPr/>
          <p:nvPr/>
        </p:nvSpPr>
        <p:spPr>
          <a:xfrm flipH="1">
            <a:off x="2944719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4-line1512"/>
          <p:cNvSpPr/>
          <p:nvPr/>
        </p:nvSpPr>
        <p:spPr>
          <a:xfrm flipH="1">
            <a:off x="3116743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1513"/>
          <p:cNvSpPr/>
          <p:nvPr/>
        </p:nvSpPr>
        <p:spPr>
          <a:xfrm flipH="1">
            <a:off x="3233188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514"/>
          <p:cNvSpPr/>
          <p:nvPr/>
        </p:nvSpPr>
        <p:spPr>
          <a:xfrm flipH="1">
            <a:off x="3339139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515"/>
          <p:cNvSpPr/>
          <p:nvPr/>
        </p:nvSpPr>
        <p:spPr>
          <a:xfrm flipH="1">
            <a:off x="3433434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516"/>
          <p:cNvSpPr/>
          <p:nvPr/>
        </p:nvSpPr>
        <p:spPr>
          <a:xfrm flipH="1">
            <a:off x="3434743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4-line1517"/>
          <p:cNvSpPr/>
          <p:nvPr/>
        </p:nvSpPr>
        <p:spPr>
          <a:xfrm flipH="1">
            <a:off x="3583066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1518"/>
          <p:cNvSpPr/>
          <p:nvPr/>
        </p:nvSpPr>
        <p:spPr>
          <a:xfrm flipH="1">
            <a:off x="3636763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519"/>
          <p:cNvSpPr/>
          <p:nvPr/>
        </p:nvSpPr>
        <p:spPr>
          <a:xfrm flipH="1">
            <a:off x="3675544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520"/>
          <p:cNvSpPr/>
          <p:nvPr/>
        </p:nvSpPr>
        <p:spPr>
          <a:xfrm flipH="1">
            <a:off x="3698983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521"/>
          <p:cNvSpPr/>
          <p:nvPr/>
        </p:nvSpPr>
        <p:spPr>
          <a:xfrm flipH="1">
            <a:off x="3614105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4-line1522"/>
          <p:cNvSpPr/>
          <p:nvPr/>
        </p:nvSpPr>
        <p:spPr>
          <a:xfrm flipH="1" flipV="1">
            <a:off x="3698983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1523"/>
          <p:cNvSpPr/>
          <p:nvPr/>
        </p:nvSpPr>
        <p:spPr>
          <a:xfrm flipH="1" flipV="1">
            <a:off x="3675544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524"/>
          <p:cNvSpPr/>
          <p:nvPr/>
        </p:nvSpPr>
        <p:spPr>
          <a:xfrm flipH="1" flipV="1">
            <a:off x="3636763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525"/>
          <p:cNvSpPr/>
          <p:nvPr/>
        </p:nvSpPr>
        <p:spPr>
          <a:xfrm flipH="1" flipV="1">
            <a:off x="3583066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526"/>
          <p:cNvSpPr/>
          <p:nvPr/>
        </p:nvSpPr>
        <p:spPr>
          <a:xfrm flipH="1" flipV="1">
            <a:off x="3434743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4-line1527"/>
          <p:cNvSpPr/>
          <p:nvPr/>
        </p:nvSpPr>
        <p:spPr>
          <a:xfrm flipH="1" flipV="1">
            <a:off x="3433434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1528"/>
          <p:cNvSpPr/>
          <p:nvPr/>
        </p:nvSpPr>
        <p:spPr>
          <a:xfrm flipH="1" flipV="1">
            <a:off x="3339139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529"/>
          <p:cNvSpPr/>
          <p:nvPr/>
        </p:nvSpPr>
        <p:spPr>
          <a:xfrm flipH="1" flipV="1">
            <a:off x="3233188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530"/>
          <p:cNvSpPr/>
          <p:nvPr/>
        </p:nvSpPr>
        <p:spPr>
          <a:xfrm flipH="1" flipV="1">
            <a:off x="3116743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531"/>
          <p:cNvSpPr/>
          <p:nvPr/>
        </p:nvSpPr>
        <p:spPr>
          <a:xfrm flipH="1" flipV="1">
            <a:off x="2944719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4-line1532"/>
          <p:cNvSpPr/>
          <p:nvPr/>
        </p:nvSpPr>
        <p:spPr>
          <a:xfrm flipH="1" flipV="1">
            <a:off x="2857573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1533"/>
          <p:cNvSpPr/>
          <p:nvPr/>
        </p:nvSpPr>
        <p:spPr>
          <a:xfrm flipH="1" flipV="1">
            <a:off x="2717688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534"/>
          <p:cNvSpPr/>
          <p:nvPr/>
        </p:nvSpPr>
        <p:spPr>
          <a:xfrm flipH="1" flipV="1">
            <a:off x="2572956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535"/>
          <p:cNvSpPr/>
          <p:nvPr/>
        </p:nvSpPr>
        <p:spPr>
          <a:xfrm flipH="1" flipV="1">
            <a:off x="2424964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536"/>
          <p:cNvSpPr/>
          <p:nvPr/>
        </p:nvSpPr>
        <p:spPr>
          <a:xfrm flipV="1">
            <a:off x="2275332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4-line1537"/>
          <p:cNvSpPr/>
          <p:nvPr/>
        </p:nvSpPr>
        <p:spPr>
          <a:xfrm flipV="1">
            <a:off x="2117624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4-line1538"/>
          <p:cNvSpPr/>
          <p:nvPr/>
        </p:nvSpPr>
        <p:spPr>
          <a:xfrm flipV="1">
            <a:off x="1961643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539"/>
          <p:cNvSpPr/>
          <p:nvPr/>
        </p:nvSpPr>
        <p:spPr>
          <a:xfrm flipV="1">
            <a:off x="1809100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540"/>
          <p:cNvSpPr/>
          <p:nvPr/>
        </p:nvSpPr>
        <p:spPr>
          <a:xfrm flipV="1">
            <a:off x="1661664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541"/>
          <p:cNvSpPr/>
          <p:nvPr/>
        </p:nvSpPr>
        <p:spPr>
          <a:xfrm flipV="1">
            <a:off x="1520952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4-line1542"/>
          <p:cNvSpPr/>
          <p:nvPr/>
        </p:nvSpPr>
        <p:spPr>
          <a:xfrm flipV="1">
            <a:off x="1388505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1543"/>
          <p:cNvSpPr/>
          <p:nvPr/>
        </p:nvSpPr>
        <p:spPr>
          <a:xfrm flipV="1">
            <a:off x="1265775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544"/>
          <p:cNvSpPr/>
          <p:nvPr/>
        </p:nvSpPr>
        <p:spPr>
          <a:xfrm flipV="1">
            <a:off x="1154105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545"/>
          <p:cNvSpPr/>
          <p:nvPr/>
        </p:nvSpPr>
        <p:spPr>
          <a:xfrm flipV="1">
            <a:off x="1054720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546"/>
          <p:cNvSpPr/>
          <p:nvPr/>
        </p:nvSpPr>
        <p:spPr>
          <a:xfrm flipV="1">
            <a:off x="968708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4-line1547"/>
          <p:cNvSpPr/>
          <p:nvPr/>
        </p:nvSpPr>
        <p:spPr>
          <a:xfrm flipV="1">
            <a:off x="897011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1548"/>
          <p:cNvSpPr/>
          <p:nvPr/>
        </p:nvSpPr>
        <p:spPr>
          <a:xfrm flipV="1">
            <a:off x="840416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549"/>
          <p:cNvSpPr/>
          <p:nvPr/>
        </p:nvSpPr>
        <p:spPr>
          <a:xfrm flipV="1">
            <a:off x="799542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550"/>
          <p:cNvSpPr/>
          <p:nvPr/>
        </p:nvSpPr>
        <p:spPr>
          <a:xfrm flipV="1">
            <a:off x="774837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551"/>
          <p:cNvSpPr/>
          <p:nvPr/>
        </p:nvSpPr>
        <p:spPr>
          <a:xfrm>
            <a:off x="766572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4-line1552"/>
          <p:cNvSpPr/>
          <p:nvPr/>
        </p:nvSpPr>
        <p:spPr>
          <a:xfrm>
            <a:off x="774837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1553"/>
          <p:cNvSpPr/>
          <p:nvPr/>
        </p:nvSpPr>
        <p:spPr>
          <a:xfrm>
            <a:off x="799542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554"/>
          <p:cNvSpPr/>
          <p:nvPr/>
        </p:nvSpPr>
        <p:spPr>
          <a:xfrm>
            <a:off x="840416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555"/>
          <p:cNvSpPr/>
          <p:nvPr/>
        </p:nvSpPr>
        <p:spPr>
          <a:xfrm>
            <a:off x="897011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556"/>
          <p:cNvSpPr/>
          <p:nvPr/>
        </p:nvSpPr>
        <p:spPr>
          <a:xfrm>
            <a:off x="968708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4-line1557"/>
          <p:cNvSpPr/>
          <p:nvPr/>
        </p:nvSpPr>
        <p:spPr>
          <a:xfrm>
            <a:off x="1054720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1558"/>
          <p:cNvSpPr/>
          <p:nvPr/>
        </p:nvSpPr>
        <p:spPr>
          <a:xfrm>
            <a:off x="1154105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559"/>
          <p:cNvSpPr/>
          <p:nvPr/>
        </p:nvSpPr>
        <p:spPr>
          <a:xfrm>
            <a:off x="1265775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560"/>
          <p:cNvSpPr/>
          <p:nvPr/>
        </p:nvSpPr>
        <p:spPr>
          <a:xfrm>
            <a:off x="1388505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561"/>
          <p:cNvSpPr/>
          <p:nvPr/>
        </p:nvSpPr>
        <p:spPr>
          <a:xfrm>
            <a:off x="1520952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4-line1562"/>
          <p:cNvSpPr/>
          <p:nvPr/>
        </p:nvSpPr>
        <p:spPr>
          <a:xfrm>
            <a:off x="1661664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1563"/>
          <p:cNvSpPr/>
          <p:nvPr/>
        </p:nvSpPr>
        <p:spPr>
          <a:xfrm>
            <a:off x="1809100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564"/>
          <p:cNvSpPr/>
          <p:nvPr/>
        </p:nvSpPr>
        <p:spPr>
          <a:xfrm>
            <a:off x="1961643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565"/>
          <p:cNvSpPr/>
          <p:nvPr/>
        </p:nvSpPr>
        <p:spPr>
          <a:xfrm>
            <a:off x="2117624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abel1566"/>
          <p:cNvSpPr txBox="1"/>
          <p:nvPr/>
        </p:nvSpPr>
        <p:spPr>
          <a:xfrm>
            <a:off x="2572786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68" name="S14-label1567"/>
          <p:cNvSpPr txBox="1"/>
          <p:nvPr/>
        </p:nvSpPr>
        <p:spPr>
          <a:xfrm>
            <a:off x="2991354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69" name="S14-label1568"/>
          <p:cNvSpPr txBox="1"/>
          <p:nvPr/>
        </p:nvSpPr>
        <p:spPr>
          <a:xfrm>
            <a:off x="3144561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70" name="S14-label1569"/>
          <p:cNvSpPr txBox="1"/>
          <p:nvPr/>
        </p:nvSpPr>
        <p:spPr>
          <a:xfrm>
            <a:off x="2991354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71" name="S14-label1570"/>
          <p:cNvSpPr txBox="1"/>
          <p:nvPr/>
        </p:nvSpPr>
        <p:spPr>
          <a:xfrm>
            <a:off x="2572786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72" name="S14-label1571"/>
          <p:cNvSpPr txBox="1"/>
          <p:nvPr/>
        </p:nvSpPr>
        <p:spPr>
          <a:xfrm>
            <a:off x="2001012" y="453597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73" name="S14-label1572"/>
          <p:cNvSpPr txBox="1"/>
          <p:nvPr/>
        </p:nvSpPr>
        <p:spPr>
          <a:xfrm>
            <a:off x="1429238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74" name="S14-label1573"/>
          <p:cNvSpPr txBox="1"/>
          <p:nvPr/>
        </p:nvSpPr>
        <p:spPr>
          <a:xfrm>
            <a:off x="1010670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75" name="S14-label1574"/>
          <p:cNvSpPr txBox="1"/>
          <p:nvPr/>
        </p:nvSpPr>
        <p:spPr>
          <a:xfrm>
            <a:off x="857463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76" name="S14-label1575"/>
          <p:cNvSpPr txBox="1"/>
          <p:nvPr/>
        </p:nvSpPr>
        <p:spPr>
          <a:xfrm>
            <a:off x="1010670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77" name="S14-label1576"/>
          <p:cNvSpPr txBox="1"/>
          <p:nvPr/>
        </p:nvSpPr>
        <p:spPr>
          <a:xfrm>
            <a:off x="1429238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78" name="S14-label1577"/>
          <p:cNvSpPr txBox="1"/>
          <p:nvPr/>
        </p:nvSpPr>
        <p:spPr>
          <a:xfrm>
            <a:off x="2001012" y="22488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79" name="S14-line1578"/>
          <p:cNvSpPr/>
          <p:nvPr/>
        </p:nvSpPr>
        <p:spPr>
          <a:xfrm flipH="1">
            <a:off x="1528992" y="3575304"/>
            <a:ext cx="746340" cy="19998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4-line1579"/>
          <p:cNvSpPr/>
          <p:nvPr/>
        </p:nvSpPr>
        <p:spPr>
          <a:xfrm>
            <a:off x="2275332" y="3575304"/>
            <a:ext cx="0" cy="120536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4-pin1580"/>
          <p:cNvSpPr/>
          <p:nvPr/>
        </p:nvSpPr>
        <p:spPr>
          <a:xfrm>
            <a:off x="2220468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4-chip158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3" name="S14-figure1582" descr="시계: 짧은바늘이 9와 10 사이, 긴바늘이 6을 가리킴(9시 30분)"/>
          <p:cNvSpPr/>
          <p:nvPr/>
        </p:nvSpPr>
        <p:spPr>
          <a:xfrm>
            <a:off x="4549140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4-line1583"/>
          <p:cNvSpPr/>
          <p:nvPr/>
        </p:nvSpPr>
        <p:spPr>
          <a:xfrm>
            <a:off x="6094476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4-line1584"/>
          <p:cNvSpPr/>
          <p:nvPr/>
        </p:nvSpPr>
        <p:spPr>
          <a:xfrm flipH="1">
            <a:off x="6244108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1585"/>
          <p:cNvSpPr/>
          <p:nvPr/>
        </p:nvSpPr>
        <p:spPr>
          <a:xfrm flipH="1">
            <a:off x="6392100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586"/>
          <p:cNvSpPr/>
          <p:nvPr/>
        </p:nvSpPr>
        <p:spPr>
          <a:xfrm flipH="1">
            <a:off x="6536832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587"/>
          <p:cNvSpPr/>
          <p:nvPr/>
        </p:nvSpPr>
        <p:spPr>
          <a:xfrm flipH="1">
            <a:off x="6676717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588"/>
          <p:cNvSpPr/>
          <p:nvPr/>
        </p:nvSpPr>
        <p:spPr>
          <a:xfrm flipH="1">
            <a:off x="6763863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4-line1589"/>
          <p:cNvSpPr/>
          <p:nvPr/>
        </p:nvSpPr>
        <p:spPr>
          <a:xfrm flipH="1">
            <a:off x="6935887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1590"/>
          <p:cNvSpPr/>
          <p:nvPr/>
        </p:nvSpPr>
        <p:spPr>
          <a:xfrm flipH="1">
            <a:off x="7052332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591"/>
          <p:cNvSpPr/>
          <p:nvPr/>
        </p:nvSpPr>
        <p:spPr>
          <a:xfrm flipH="1">
            <a:off x="7158283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592"/>
          <p:cNvSpPr/>
          <p:nvPr/>
        </p:nvSpPr>
        <p:spPr>
          <a:xfrm flipH="1">
            <a:off x="7252578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593"/>
          <p:cNvSpPr/>
          <p:nvPr/>
        </p:nvSpPr>
        <p:spPr>
          <a:xfrm flipH="1">
            <a:off x="7253887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4-line1594"/>
          <p:cNvSpPr/>
          <p:nvPr/>
        </p:nvSpPr>
        <p:spPr>
          <a:xfrm flipH="1">
            <a:off x="7402210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1595"/>
          <p:cNvSpPr/>
          <p:nvPr/>
        </p:nvSpPr>
        <p:spPr>
          <a:xfrm flipH="1">
            <a:off x="7455907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596"/>
          <p:cNvSpPr/>
          <p:nvPr/>
        </p:nvSpPr>
        <p:spPr>
          <a:xfrm flipH="1">
            <a:off x="7494688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597"/>
          <p:cNvSpPr/>
          <p:nvPr/>
        </p:nvSpPr>
        <p:spPr>
          <a:xfrm flipH="1">
            <a:off x="7518127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598"/>
          <p:cNvSpPr/>
          <p:nvPr/>
        </p:nvSpPr>
        <p:spPr>
          <a:xfrm flipH="1">
            <a:off x="7433249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4-line1599"/>
          <p:cNvSpPr/>
          <p:nvPr/>
        </p:nvSpPr>
        <p:spPr>
          <a:xfrm flipH="1" flipV="1">
            <a:off x="7518127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1600"/>
          <p:cNvSpPr/>
          <p:nvPr/>
        </p:nvSpPr>
        <p:spPr>
          <a:xfrm flipH="1" flipV="1">
            <a:off x="7494688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601"/>
          <p:cNvSpPr/>
          <p:nvPr/>
        </p:nvSpPr>
        <p:spPr>
          <a:xfrm flipH="1" flipV="1">
            <a:off x="7455907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602"/>
          <p:cNvSpPr/>
          <p:nvPr/>
        </p:nvSpPr>
        <p:spPr>
          <a:xfrm flipH="1" flipV="1">
            <a:off x="7402210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603"/>
          <p:cNvSpPr/>
          <p:nvPr/>
        </p:nvSpPr>
        <p:spPr>
          <a:xfrm flipH="1" flipV="1">
            <a:off x="7253887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4-line1604"/>
          <p:cNvSpPr/>
          <p:nvPr/>
        </p:nvSpPr>
        <p:spPr>
          <a:xfrm flipH="1" flipV="1">
            <a:off x="7252578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1605"/>
          <p:cNvSpPr/>
          <p:nvPr/>
        </p:nvSpPr>
        <p:spPr>
          <a:xfrm flipH="1" flipV="1">
            <a:off x="7158283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606"/>
          <p:cNvSpPr/>
          <p:nvPr/>
        </p:nvSpPr>
        <p:spPr>
          <a:xfrm flipH="1" flipV="1">
            <a:off x="7052332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607"/>
          <p:cNvSpPr/>
          <p:nvPr/>
        </p:nvSpPr>
        <p:spPr>
          <a:xfrm flipH="1" flipV="1">
            <a:off x="6935887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608"/>
          <p:cNvSpPr/>
          <p:nvPr/>
        </p:nvSpPr>
        <p:spPr>
          <a:xfrm flipH="1" flipV="1">
            <a:off x="6763863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4-line1609"/>
          <p:cNvSpPr/>
          <p:nvPr/>
        </p:nvSpPr>
        <p:spPr>
          <a:xfrm flipH="1" flipV="1">
            <a:off x="6676717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1610"/>
          <p:cNvSpPr/>
          <p:nvPr/>
        </p:nvSpPr>
        <p:spPr>
          <a:xfrm flipH="1" flipV="1">
            <a:off x="6536832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611"/>
          <p:cNvSpPr/>
          <p:nvPr/>
        </p:nvSpPr>
        <p:spPr>
          <a:xfrm flipH="1" flipV="1">
            <a:off x="6392100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612"/>
          <p:cNvSpPr/>
          <p:nvPr/>
        </p:nvSpPr>
        <p:spPr>
          <a:xfrm flipH="1" flipV="1">
            <a:off x="6244108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613"/>
          <p:cNvSpPr/>
          <p:nvPr/>
        </p:nvSpPr>
        <p:spPr>
          <a:xfrm flipV="1">
            <a:off x="6094476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4-line1614"/>
          <p:cNvSpPr/>
          <p:nvPr/>
        </p:nvSpPr>
        <p:spPr>
          <a:xfrm flipV="1">
            <a:off x="5936768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1615"/>
          <p:cNvSpPr/>
          <p:nvPr/>
        </p:nvSpPr>
        <p:spPr>
          <a:xfrm flipV="1">
            <a:off x="5780787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616"/>
          <p:cNvSpPr/>
          <p:nvPr/>
        </p:nvSpPr>
        <p:spPr>
          <a:xfrm flipV="1">
            <a:off x="5628244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617"/>
          <p:cNvSpPr/>
          <p:nvPr/>
        </p:nvSpPr>
        <p:spPr>
          <a:xfrm flipV="1">
            <a:off x="5480808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618"/>
          <p:cNvSpPr/>
          <p:nvPr/>
        </p:nvSpPr>
        <p:spPr>
          <a:xfrm flipV="1">
            <a:off x="5340096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4-line1619"/>
          <p:cNvSpPr/>
          <p:nvPr/>
        </p:nvSpPr>
        <p:spPr>
          <a:xfrm flipV="1">
            <a:off x="5207649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4-line1620"/>
          <p:cNvSpPr/>
          <p:nvPr/>
        </p:nvSpPr>
        <p:spPr>
          <a:xfrm flipV="1">
            <a:off x="5084919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621"/>
          <p:cNvSpPr/>
          <p:nvPr/>
        </p:nvSpPr>
        <p:spPr>
          <a:xfrm flipV="1">
            <a:off x="4973249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622"/>
          <p:cNvSpPr/>
          <p:nvPr/>
        </p:nvSpPr>
        <p:spPr>
          <a:xfrm flipV="1">
            <a:off x="4873864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623"/>
          <p:cNvSpPr/>
          <p:nvPr/>
        </p:nvSpPr>
        <p:spPr>
          <a:xfrm flipV="1">
            <a:off x="4787852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4-line1624"/>
          <p:cNvSpPr/>
          <p:nvPr/>
        </p:nvSpPr>
        <p:spPr>
          <a:xfrm flipV="1">
            <a:off x="4716155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4-line1625"/>
          <p:cNvSpPr/>
          <p:nvPr/>
        </p:nvSpPr>
        <p:spPr>
          <a:xfrm flipV="1">
            <a:off x="4659560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626"/>
          <p:cNvSpPr/>
          <p:nvPr/>
        </p:nvSpPr>
        <p:spPr>
          <a:xfrm flipV="1">
            <a:off x="4618686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627"/>
          <p:cNvSpPr/>
          <p:nvPr/>
        </p:nvSpPr>
        <p:spPr>
          <a:xfrm flipV="1">
            <a:off x="4593981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628"/>
          <p:cNvSpPr/>
          <p:nvPr/>
        </p:nvSpPr>
        <p:spPr>
          <a:xfrm>
            <a:off x="4585716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4-line1629"/>
          <p:cNvSpPr/>
          <p:nvPr/>
        </p:nvSpPr>
        <p:spPr>
          <a:xfrm>
            <a:off x="4593981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4-line1630"/>
          <p:cNvSpPr/>
          <p:nvPr/>
        </p:nvSpPr>
        <p:spPr>
          <a:xfrm>
            <a:off x="4618686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631"/>
          <p:cNvSpPr/>
          <p:nvPr/>
        </p:nvSpPr>
        <p:spPr>
          <a:xfrm>
            <a:off x="4659560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632"/>
          <p:cNvSpPr/>
          <p:nvPr/>
        </p:nvSpPr>
        <p:spPr>
          <a:xfrm>
            <a:off x="4716155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633"/>
          <p:cNvSpPr/>
          <p:nvPr/>
        </p:nvSpPr>
        <p:spPr>
          <a:xfrm>
            <a:off x="4787852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4-line1634"/>
          <p:cNvSpPr/>
          <p:nvPr/>
        </p:nvSpPr>
        <p:spPr>
          <a:xfrm>
            <a:off x="4873864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4-line1635"/>
          <p:cNvSpPr/>
          <p:nvPr/>
        </p:nvSpPr>
        <p:spPr>
          <a:xfrm>
            <a:off x="4973249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636"/>
          <p:cNvSpPr/>
          <p:nvPr/>
        </p:nvSpPr>
        <p:spPr>
          <a:xfrm>
            <a:off x="5084919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637"/>
          <p:cNvSpPr/>
          <p:nvPr/>
        </p:nvSpPr>
        <p:spPr>
          <a:xfrm>
            <a:off x="5207649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638"/>
          <p:cNvSpPr/>
          <p:nvPr/>
        </p:nvSpPr>
        <p:spPr>
          <a:xfrm>
            <a:off x="5340096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4-line1639"/>
          <p:cNvSpPr/>
          <p:nvPr/>
        </p:nvSpPr>
        <p:spPr>
          <a:xfrm>
            <a:off x="5480808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4-line1640"/>
          <p:cNvSpPr/>
          <p:nvPr/>
        </p:nvSpPr>
        <p:spPr>
          <a:xfrm>
            <a:off x="5628244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641"/>
          <p:cNvSpPr/>
          <p:nvPr/>
        </p:nvSpPr>
        <p:spPr>
          <a:xfrm>
            <a:off x="5780787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642"/>
          <p:cNvSpPr/>
          <p:nvPr/>
        </p:nvSpPr>
        <p:spPr>
          <a:xfrm>
            <a:off x="5936768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abel1643"/>
          <p:cNvSpPr txBox="1"/>
          <p:nvPr/>
        </p:nvSpPr>
        <p:spPr>
          <a:xfrm>
            <a:off x="6391930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145" name="S14-label1644"/>
          <p:cNvSpPr txBox="1"/>
          <p:nvPr/>
        </p:nvSpPr>
        <p:spPr>
          <a:xfrm>
            <a:off x="6810498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46" name="S14-label1645"/>
          <p:cNvSpPr txBox="1"/>
          <p:nvPr/>
        </p:nvSpPr>
        <p:spPr>
          <a:xfrm>
            <a:off x="6963705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147" name="S14-label1646"/>
          <p:cNvSpPr txBox="1"/>
          <p:nvPr/>
        </p:nvSpPr>
        <p:spPr>
          <a:xfrm>
            <a:off x="6810498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48" name="S14-label1647"/>
          <p:cNvSpPr txBox="1"/>
          <p:nvPr/>
        </p:nvSpPr>
        <p:spPr>
          <a:xfrm>
            <a:off x="6391930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149" name="S14-label1648"/>
          <p:cNvSpPr txBox="1"/>
          <p:nvPr/>
        </p:nvSpPr>
        <p:spPr>
          <a:xfrm>
            <a:off x="5820156" y="453597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50" name="S14-label1649"/>
          <p:cNvSpPr txBox="1"/>
          <p:nvPr/>
        </p:nvSpPr>
        <p:spPr>
          <a:xfrm>
            <a:off x="5248382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151" name="S14-label1650"/>
          <p:cNvSpPr txBox="1"/>
          <p:nvPr/>
        </p:nvSpPr>
        <p:spPr>
          <a:xfrm>
            <a:off x="4829814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152" name="S14-label1651"/>
          <p:cNvSpPr txBox="1"/>
          <p:nvPr/>
        </p:nvSpPr>
        <p:spPr>
          <a:xfrm>
            <a:off x="4676607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153" name="S14-label1652"/>
          <p:cNvSpPr txBox="1"/>
          <p:nvPr/>
        </p:nvSpPr>
        <p:spPr>
          <a:xfrm>
            <a:off x="4829814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54" name="S14-label1653"/>
          <p:cNvSpPr txBox="1"/>
          <p:nvPr/>
        </p:nvSpPr>
        <p:spPr>
          <a:xfrm>
            <a:off x="5248382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155" name="S14-label1654"/>
          <p:cNvSpPr txBox="1"/>
          <p:nvPr/>
        </p:nvSpPr>
        <p:spPr>
          <a:xfrm>
            <a:off x="5820156" y="22488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156" name="S14-line1655"/>
          <p:cNvSpPr/>
          <p:nvPr/>
        </p:nvSpPr>
        <p:spPr>
          <a:xfrm flipH="1" flipV="1">
            <a:off x="5348136" y="3375323"/>
            <a:ext cx="746340" cy="19998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4-line1656"/>
          <p:cNvSpPr/>
          <p:nvPr/>
        </p:nvSpPr>
        <p:spPr>
          <a:xfrm>
            <a:off x="6094476" y="3575304"/>
            <a:ext cx="0" cy="120536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4-pin1657"/>
          <p:cNvSpPr/>
          <p:nvPr/>
        </p:nvSpPr>
        <p:spPr>
          <a:xfrm>
            <a:off x="6039612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4-chip165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0" name="S14-figure1659" descr="시계: 짧은바늘이 8, 긴바늘이 12를 가리킴(8시)"/>
          <p:cNvSpPr/>
          <p:nvPr/>
        </p:nvSpPr>
        <p:spPr>
          <a:xfrm>
            <a:off x="8368284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4-line1660"/>
          <p:cNvSpPr/>
          <p:nvPr/>
        </p:nvSpPr>
        <p:spPr>
          <a:xfrm>
            <a:off x="9913620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4-line1661"/>
          <p:cNvSpPr/>
          <p:nvPr/>
        </p:nvSpPr>
        <p:spPr>
          <a:xfrm flipH="1">
            <a:off x="10063252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4-line1662"/>
          <p:cNvSpPr/>
          <p:nvPr/>
        </p:nvSpPr>
        <p:spPr>
          <a:xfrm flipH="1">
            <a:off x="10211244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663"/>
          <p:cNvSpPr/>
          <p:nvPr/>
        </p:nvSpPr>
        <p:spPr>
          <a:xfrm flipH="1">
            <a:off x="10355976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664"/>
          <p:cNvSpPr/>
          <p:nvPr/>
        </p:nvSpPr>
        <p:spPr>
          <a:xfrm flipH="1">
            <a:off x="10495861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665"/>
          <p:cNvSpPr/>
          <p:nvPr/>
        </p:nvSpPr>
        <p:spPr>
          <a:xfrm flipH="1">
            <a:off x="10583007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4-line1666"/>
          <p:cNvSpPr/>
          <p:nvPr/>
        </p:nvSpPr>
        <p:spPr>
          <a:xfrm flipH="1">
            <a:off x="10755031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4-line1667"/>
          <p:cNvSpPr/>
          <p:nvPr/>
        </p:nvSpPr>
        <p:spPr>
          <a:xfrm flipH="1">
            <a:off x="10871476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668"/>
          <p:cNvSpPr/>
          <p:nvPr/>
        </p:nvSpPr>
        <p:spPr>
          <a:xfrm flipH="1">
            <a:off x="10977427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669"/>
          <p:cNvSpPr/>
          <p:nvPr/>
        </p:nvSpPr>
        <p:spPr>
          <a:xfrm flipH="1">
            <a:off x="11071722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670"/>
          <p:cNvSpPr/>
          <p:nvPr/>
        </p:nvSpPr>
        <p:spPr>
          <a:xfrm flipH="1">
            <a:off x="11073031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4-line1671"/>
          <p:cNvSpPr/>
          <p:nvPr/>
        </p:nvSpPr>
        <p:spPr>
          <a:xfrm flipH="1">
            <a:off x="11221354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4-line1672"/>
          <p:cNvSpPr/>
          <p:nvPr/>
        </p:nvSpPr>
        <p:spPr>
          <a:xfrm flipH="1">
            <a:off x="11275051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673"/>
          <p:cNvSpPr/>
          <p:nvPr/>
        </p:nvSpPr>
        <p:spPr>
          <a:xfrm flipH="1">
            <a:off x="11313832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674"/>
          <p:cNvSpPr/>
          <p:nvPr/>
        </p:nvSpPr>
        <p:spPr>
          <a:xfrm flipH="1">
            <a:off x="11337271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675"/>
          <p:cNvSpPr/>
          <p:nvPr/>
        </p:nvSpPr>
        <p:spPr>
          <a:xfrm flipH="1">
            <a:off x="11252393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4-line1676"/>
          <p:cNvSpPr/>
          <p:nvPr/>
        </p:nvSpPr>
        <p:spPr>
          <a:xfrm flipH="1" flipV="1">
            <a:off x="11337271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4-line1677"/>
          <p:cNvSpPr/>
          <p:nvPr/>
        </p:nvSpPr>
        <p:spPr>
          <a:xfrm flipH="1" flipV="1">
            <a:off x="11313832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678"/>
          <p:cNvSpPr/>
          <p:nvPr/>
        </p:nvSpPr>
        <p:spPr>
          <a:xfrm flipH="1" flipV="1">
            <a:off x="11275051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679"/>
          <p:cNvSpPr/>
          <p:nvPr/>
        </p:nvSpPr>
        <p:spPr>
          <a:xfrm flipH="1" flipV="1">
            <a:off x="11221354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680"/>
          <p:cNvSpPr/>
          <p:nvPr/>
        </p:nvSpPr>
        <p:spPr>
          <a:xfrm flipH="1" flipV="1">
            <a:off x="11073031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4-line1681"/>
          <p:cNvSpPr/>
          <p:nvPr/>
        </p:nvSpPr>
        <p:spPr>
          <a:xfrm flipH="1" flipV="1">
            <a:off x="11071722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4-line1682"/>
          <p:cNvSpPr/>
          <p:nvPr/>
        </p:nvSpPr>
        <p:spPr>
          <a:xfrm flipH="1" flipV="1">
            <a:off x="10977427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683"/>
          <p:cNvSpPr/>
          <p:nvPr/>
        </p:nvSpPr>
        <p:spPr>
          <a:xfrm flipH="1" flipV="1">
            <a:off x="10871476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684"/>
          <p:cNvSpPr/>
          <p:nvPr/>
        </p:nvSpPr>
        <p:spPr>
          <a:xfrm flipH="1" flipV="1">
            <a:off x="10755031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685"/>
          <p:cNvSpPr/>
          <p:nvPr/>
        </p:nvSpPr>
        <p:spPr>
          <a:xfrm flipH="1" flipV="1">
            <a:off x="10583007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4-line1686"/>
          <p:cNvSpPr/>
          <p:nvPr/>
        </p:nvSpPr>
        <p:spPr>
          <a:xfrm flipH="1" flipV="1">
            <a:off x="10495861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4-line1687"/>
          <p:cNvSpPr/>
          <p:nvPr/>
        </p:nvSpPr>
        <p:spPr>
          <a:xfrm flipH="1" flipV="1">
            <a:off x="10355976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688"/>
          <p:cNvSpPr/>
          <p:nvPr/>
        </p:nvSpPr>
        <p:spPr>
          <a:xfrm flipH="1" flipV="1">
            <a:off x="10211244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689"/>
          <p:cNvSpPr/>
          <p:nvPr/>
        </p:nvSpPr>
        <p:spPr>
          <a:xfrm flipH="1" flipV="1">
            <a:off x="10063252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690"/>
          <p:cNvSpPr/>
          <p:nvPr/>
        </p:nvSpPr>
        <p:spPr>
          <a:xfrm flipV="1">
            <a:off x="9913620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4-line1691"/>
          <p:cNvSpPr/>
          <p:nvPr/>
        </p:nvSpPr>
        <p:spPr>
          <a:xfrm flipV="1">
            <a:off x="9755912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4-line1692"/>
          <p:cNvSpPr/>
          <p:nvPr/>
        </p:nvSpPr>
        <p:spPr>
          <a:xfrm flipV="1">
            <a:off x="9599931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693"/>
          <p:cNvSpPr/>
          <p:nvPr/>
        </p:nvSpPr>
        <p:spPr>
          <a:xfrm flipV="1">
            <a:off x="9447388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694"/>
          <p:cNvSpPr/>
          <p:nvPr/>
        </p:nvSpPr>
        <p:spPr>
          <a:xfrm flipV="1">
            <a:off x="9299952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695"/>
          <p:cNvSpPr/>
          <p:nvPr/>
        </p:nvSpPr>
        <p:spPr>
          <a:xfrm flipV="1">
            <a:off x="9159240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4-line1696"/>
          <p:cNvSpPr/>
          <p:nvPr/>
        </p:nvSpPr>
        <p:spPr>
          <a:xfrm flipV="1">
            <a:off x="9026793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4-line1697"/>
          <p:cNvSpPr/>
          <p:nvPr/>
        </p:nvSpPr>
        <p:spPr>
          <a:xfrm flipV="1">
            <a:off x="8904063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698"/>
          <p:cNvSpPr/>
          <p:nvPr/>
        </p:nvSpPr>
        <p:spPr>
          <a:xfrm flipV="1">
            <a:off x="8792393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699"/>
          <p:cNvSpPr/>
          <p:nvPr/>
        </p:nvSpPr>
        <p:spPr>
          <a:xfrm flipV="1">
            <a:off x="8693008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700"/>
          <p:cNvSpPr/>
          <p:nvPr/>
        </p:nvSpPr>
        <p:spPr>
          <a:xfrm flipV="1">
            <a:off x="8606996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4-line1701"/>
          <p:cNvSpPr/>
          <p:nvPr/>
        </p:nvSpPr>
        <p:spPr>
          <a:xfrm flipV="1">
            <a:off x="8535299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4-line1702"/>
          <p:cNvSpPr/>
          <p:nvPr/>
        </p:nvSpPr>
        <p:spPr>
          <a:xfrm flipV="1">
            <a:off x="8478704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703"/>
          <p:cNvSpPr/>
          <p:nvPr/>
        </p:nvSpPr>
        <p:spPr>
          <a:xfrm flipV="1">
            <a:off x="8437830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704"/>
          <p:cNvSpPr/>
          <p:nvPr/>
        </p:nvSpPr>
        <p:spPr>
          <a:xfrm flipV="1">
            <a:off x="8413125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705"/>
          <p:cNvSpPr/>
          <p:nvPr/>
        </p:nvSpPr>
        <p:spPr>
          <a:xfrm>
            <a:off x="8404860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4-line1706"/>
          <p:cNvSpPr/>
          <p:nvPr/>
        </p:nvSpPr>
        <p:spPr>
          <a:xfrm>
            <a:off x="8413125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4-line1707"/>
          <p:cNvSpPr/>
          <p:nvPr/>
        </p:nvSpPr>
        <p:spPr>
          <a:xfrm>
            <a:off x="8437830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708"/>
          <p:cNvSpPr/>
          <p:nvPr/>
        </p:nvSpPr>
        <p:spPr>
          <a:xfrm>
            <a:off x="8478704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709"/>
          <p:cNvSpPr/>
          <p:nvPr/>
        </p:nvSpPr>
        <p:spPr>
          <a:xfrm>
            <a:off x="8535299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710"/>
          <p:cNvSpPr/>
          <p:nvPr/>
        </p:nvSpPr>
        <p:spPr>
          <a:xfrm>
            <a:off x="8606996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4-line1711"/>
          <p:cNvSpPr/>
          <p:nvPr/>
        </p:nvSpPr>
        <p:spPr>
          <a:xfrm>
            <a:off x="8693008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4-line1712"/>
          <p:cNvSpPr/>
          <p:nvPr/>
        </p:nvSpPr>
        <p:spPr>
          <a:xfrm>
            <a:off x="8792393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713"/>
          <p:cNvSpPr/>
          <p:nvPr/>
        </p:nvSpPr>
        <p:spPr>
          <a:xfrm>
            <a:off x="8904063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714"/>
          <p:cNvSpPr/>
          <p:nvPr/>
        </p:nvSpPr>
        <p:spPr>
          <a:xfrm>
            <a:off x="9026793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715"/>
          <p:cNvSpPr/>
          <p:nvPr/>
        </p:nvSpPr>
        <p:spPr>
          <a:xfrm>
            <a:off x="9159240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4-line1716"/>
          <p:cNvSpPr/>
          <p:nvPr/>
        </p:nvSpPr>
        <p:spPr>
          <a:xfrm>
            <a:off x="9299952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4-line1717"/>
          <p:cNvSpPr/>
          <p:nvPr/>
        </p:nvSpPr>
        <p:spPr>
          <a:xfrm>
            <a:off x="9447388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718"/>
          <p:cNvSpPr/>
          <p:nvPr/>
        </p:nvSpPr>
        <p:spPr>
          <a:xfrm>
            <a:off x="9599931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719"/>
          <p:cNvSpPr/>
          <p:nvPr/>
        </p:nvSpPr>
        <p:spPr>
          <a:xfrm>
            <a:off x="9755912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abel1720"/>
          <p:cNvSpPr txBox="1"/>
          <p:nvPr/>
        </p:nvSpPr>
        <p:spPr>
          <a:xfrm>
            <a:off x="10211074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222" name="S14-label1721"/>
          <p:cNvSpPr txBox="1"/>
          <p:nvPr/>
        </p:nvSpPr>
        <p:spPr>
          <a:xfrm>
            <a:off x="10629642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223" name="S14-label1722"/>
          <p:cNvSpPr txBox="1"/>
          <p:nvPr/>
        </p:nvSpPr>
        <p:spPr>
          <a:xfrm>
            <a:off x="10782849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224" name="S14-label1723"/>
          <p:cNvSpPr txBox="1"/>
          <p:nvPr/>
        </p:nvSpPr>
        <p:spPr>
          <a:xfrm>
            <a:off x="10629642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225" name="S14-label1724"/>
          <p:cNvSpPr txBox="1"/>
          <p:nvPr/>
        </p:nvSpPr>
        <p:spPr>
          <a:xfrm>
            <a:off x="10211074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26" name="S14-label1725"/>
          <p:cNvSpPr txBox="1"/>
          <p:nvPr/>
        </p:nvSpPr>
        <p:spPr>
          <a:xfrm>
            <a:off x="9639300" y="453597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227" name="S14-label1726"/>
          <p:cNvSpPr txBox="1"/>
          <p:nvPr/>
        </p:nvSpPr>
        <p:spPr>
          <a:xfrm>
            <a:off x="9067526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228" name="S14-label1727"/>
          <p:cNvSpPr txBox="1"/>
          <p:nvPr/>
        </p:nvSpPr>
        <p:spPr>
          <a:xfrm>
            <a:off x="8648958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229" name="S14-label1728"/>
          <p:cNvSpPr txBox="1"/>
          <p:nvPr/>
        </p:nvSpPr>
        <p:spPr>
          <a:xfrm>
            <a:off x="8495751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230" name="S14-label1729"/>
          <p:cNvSpPr txBox="1"/>
          <p:nvPr/>
        </p:nvSpPr>
        <p:spPr>
          <a:xfrm>
            <a:off x="8648958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231" name="S14-label1730"/>
          <p:cNvSpPr txBox="1"/>
          <p:nvPr/>
        </p:nvSpPr>
        <p:spPr>
          <a:xfrm>
            <a:off x="9067526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232" name="S14-label1731"/>
          <p:cNvSpPr txBox="1"/>
          <p:nvPr/>
        </p:nvSpPr>
        <p:spPr>
          <a:xfrm>
            <a:off x="9639300" y="22488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233" name="S14-line1732"/>
          <p:cNvSpPr/>
          <p:nvPr/>
        </p:nvSpPr>
        <p:spPr>
          <a:xfrm flipH="1">
            <a:off x="9244470" y="3575304"/>
            <a:ext cx="669150" cy="38633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4-line1733"/>
          <p:cNvSpPr/>
          <p:nvPr/>
        </p:nvSpPr>
        <p:spPr>
          <a:xfrm flipV="1">
            <a:off x="9913620" y="2369942"/>
            <a:ext cx="0" cy="120536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4-pin1734"/>
          <p:cNvSpPr/>
          <p:nvPr/>
        </p:nvSpPr>
        <p:spPr>
          <a:xfrm>
            <a:off x="9858756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7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몇 시, 6이면 몇 시 30분이에요.</a:t>
            </a:r>
            <a:endParaRPr lang="ko-KR" sz="3200" dirty="0"/>
          </a:p>
        </p:txBody>
      </p:sp>
      <p:sp>
        <p:nvSpPr>
          <p:cNvPr id="5" name="S15-chip173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긴바늘부터 보기</a:t>
            </a:r>
            <a:endParaRPr lang="ko-KR" sz="2600" dirty="0"/>
          </a:p>
        </p:txBody>
      </p:sp>
      <p:sp>
        <p:nvSpPr>
          <p:cNvPr id="6" name="S15-chip173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짧은바늘의 뒤의 수 읽기</a:t>
            </a:r>
            <a:endParaRPr lang="ko-KR" sz="2600" dirty="0"/>
          </a:p>
        </p:txBody>
      </p:sp>
      <p:sp>
        <p:nvSpPr>
          <p:cNvPr id="7" name="S15-text173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74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 12, 짧은바늘 4는?</a:t>
            </a:r>
            <a:endParaRPr lang="ko-KR" sz="2600" dirty="0"/>
          </a:p>
        </p:txBody>
      </p:sp>
      <p:sp>
        <p:nvSpPr>
          <p:cNvPr id="9" name="S15-text174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11시 30분의 긴바늘은?</a:t>
            </a:r>
            <a:endParaRPr lang="ko-KR" sz="2600" dirty="0"/>
          </a:p>
        </p:txBody>
      </p:sp>
      <p:sp>
        <p:nvSpPr>
          <p:cNvPr id="10" name="S15-text174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짧은바늘 5와 6 사이, 긴바늘 6은?</a:t>
            </a:r>
            <a:endParaRPr lang="ko-KR" sz="2600" dirty="0"/>
          </a:p>
        </p:txBody>
      </p:sp>
      <p:sp>
        <p:nvSpPr>
          <p:cNvPr id="11" name="S15-text174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시계의 수</a:t>
            </a:r>
            <a:endParaRPr lang="ko-KR" sz="4400" dirty="0"/>
          </a:p>
        </p:txBody>
      </p:sp>
      <p:sp>
        <p:nvSpPr>
          <p:cNvPr id="3" name="S16-figure1744" descr="바늘이 없는 시계: 1부터 12까지 수가 차례로 둘러 있음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16-line1745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6-line1746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16-line1747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6-line1748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749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750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16-line1751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752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line1753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754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755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16-line1756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757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6-line1758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759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760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6-line1761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762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6-line1763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764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765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16-line1766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767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line1768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769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770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16-line1771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772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6-line1773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774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775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6-line1776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777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6-line1778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779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780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16-line1781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782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6-line1783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784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785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16-line1786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787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6-line1788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789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790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16-line1791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792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6-line1793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794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795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16-line1796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797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6-line1798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799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800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16-line1801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802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6-line1803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804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abel1805"/>
          <p:cNvSpPr txBox="1"/>
          <p:nvPr/>
        </p:nvSpPr>
        <p:spPr>
          <a:xfrm>
            <a:off x="3530956" y="25928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16-label1806"/>
          <p:cNvSpPr txBox="1"/>
          <p:nvPr/>
        </p:nvSpPr>
        <p:spPr>
          <a:xfrm>
            <a:off x="3952000" y="30138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16-label1807"/>
          <p:cNvSpPr txBox="1"/>
          <p:nvPr/>
        </p:nvSpPr>
        <p:spPr>
          <a:xfrm>
            <a:off x="4106113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16-label1808"/>
          <p:cNvSpPr txBox="1"/>
          <p:nvPr/>
        </p:nvSpPr>
        <p:spPr>
          <a:xfrm>
            <a:off x="3952000" y="416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16-label1809"/>
          <p:cNvSpPr txBox="1"/>
          <p:nvPr/>
        </p:nvSpPr>
        <p:spPr>
          <a:xfrm>
            <a:off x="3530956" y="458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16-label1810"/>
          <p:cNvSpPr txBox="1"/>
          <p:nvPr/>
        </p:nvSpPr>
        <p:spPr>
          <a:xfrm>
            <a:off x="2955798" y="47393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16-label1811"/>
          <p:cNvSpPr txBox="1"/>
          <p:nvPr/>
        </p:nvSpPr>
        <p:spPr>
          <a:xfrm>
            <a:off x="2380640" y="458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16-label1812"/>
          <p:cNvSpPr txBox="1"/>
          <p:nvPr/>
        </p:nvSpPr>
        <p:spPr>
          <a:xfrm>
            <a:off x="1959596" y="416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16-label1813"/>
          <p:cNvSpPr txBox="1"/>
          <p:nvPr/>
        </p:nvSpPr>
        <p:spPr>
          <a:xfrm>
            <a:off x="1805483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16-label1814"/>
          <p:cNvSpPr txBox="1"/>
          <p:nvPr/>
        </p:nvSpPr>
        <p:spPr>
          <a:xfrm>
            <a:off x="1959596" y="30138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16-label1815"/>
          <p:cNvSpPr txBox="1"/>
          <p:nvPr/>
        </p:nvSpPr>
        <p:spPr>
          <a:xfrm>
            <a:off x="2380640" y="25928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16-label1816"/>
          <p:cNvSpPr txBox="1"/>
          <p:nvPr/>
        </p:nvSpPr>
        <p:spPr>
          <a:xfrm>
            <a:off x="2955798" y="24387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16-pin1817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16-card1818"/>
          <p:cNvSpPr/>
          <p:nvPr/>
        </p:nvSpPr>
        <p:spPr>
          <a:xfrm>
            <a:off x="6277356" y="256286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8" name="S16-cardtext1819"/>
          <p:cNvSpPr txBox="1"/>
          <p:nvPr/>
        </p:nvSpPr>
        <p:spPr>
          <a:xfrm>
            <a:off x="6551676" y="270002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12부터 시작해 오른쪽으로 돌아요</a:t>
            </a:r>
            <a:endParaRPr lang="ko-KR" sz="3200" dirty="0"/>
          </a:p>
        </p:txBody>
      </p:sp>
      <p:sp>
        <p:nvSpPr>
          <p:cNvPr id="79" name="S16-card1820"/>
          <p:cNvSpPr/>
          <p:nvPr/>
        </p:nvSpPr>
        <p:spPr>
          <a:xfrm>
            <a:off x="6277356" y="41122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16-cardtext1821"/>
          <p:cNvSpPr txBox="1"/>
          <p:nvPr/>
        </p:nvSpPr>
        <p:spPr>
          <a:xfrm>
            <a:off x="6551676" y="42494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다음은 다시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 시와 몇 시 30분</dc:title>
  <dc:subject>KR22-G01-MAT-CLOCK-L01</dc:subject>
  <dc:creator>education-ppt</dc:creator>
  <cp:lastModifiedBy>education-ppt</cp:lastModifiedBy>
  <cp:revision>1</cp:revision>
  <dcterms:created xsi:type="dcterms:W3CDTF">2026-10-26T07:01:12Z</dcterms:created>
  <dcterms:modified xsi:type="dcterms:W3CDTF">2026-10-26T07:01:12Z</dcterms:modified>
</cp:coreProperties>
</file>