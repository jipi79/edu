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216147-11aa-cf61-c4fa-bc0778074ef0}">
          <p14:sldIdLst>
            <p14:sldId id="256"/>
            <p14:sldId id="257"/>
          </p14:sldIdLst>
        </p14:section>
        <p14:section name="개념" id="{2928adeb-cb0f-1ae4-f8fc-5970424ec488}">
          <p14:sldIdLst>
            <p14:sldId id="258"/>
            <p14:sldId id="259"/>
            <p14:sldId id="260"/>
            <p14:sldId id="263"/>
          </p14:sldIdLst>
        </p14:section>
        <p14:section name="연습" id="{1e5c02d8-7762-9ae3-5527-134e6a6cef88}">
          <p14:sldIdLst>
            <p14:sldId id="261"/>
            <p14:sldId id="262"/>
            <p14:sldId id="264"/>
            <p14:sldId id="265"/>
          </p14:sldIdLst>
        </p14:section>
        <p14:section name="개념" id="{a3bf97bd-4690-6c6d-1216-ca42e6465b62}">
          <p14:sldIdLst/>
        </p14:section>
        <p14:section name="연습" id="{6161b6a7-97aa-fe8a-db15-08fd7703fc29}">
          <p14:sldIdLst/>
        </p14:section>
        <p14:section name="확인" id="{4153aa35-5e70-bacf-bab0-588c8065e21a}">
          <p14:sldIdLst>
            <p14:sldId id="266"/>
            <p14:sldId id="267"/>
          </p14:sldIdLst>
        </p14:section>
        <p14:section name="정리" id="{55541e6f-72ef-6d46-0fdc-6859de6d677c}">
          <p14:sldIdLst>
            <p14:sldId id="268"/>
          </p14:sldIdLst>
        </p14:section>
        <p14:section name="보충" id="{584d3315-823d-0032-5c97-ed1950cd117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규칙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되풀이되는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규칙을 이어 만들고 바꾸어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▲ ●의 이름을 말해요.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● ▲ ▲ ●에서 ▲는 몇 개?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 12, 짧은바늘 4는 몇 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 되풀이될까요?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▲가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규칙이 보여요.</a:t>
            </a:r>
            <a:endParaRPr lang="ko-KR" sz="3200" dirty="0"/>
          </a:p>
        </p:txBody>
      </p:sp>
      <p:sp>
        <p:nvSpPr>
          <p:cNvPr id="6" name="S03-tile17"/>
          <p:cNvSpPr txBox="1"/>
          <p:nvPr/>
        </p:nvSpPr>
        <p:spPr>
          <a:xfrm>
            <a:off x="147675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3-tile18"/>
          <p:cNvSpPr txBox="1"/>
          <p:nvPr/>
        </p:nvSpPr>
        <p:spPr>
          <a:xfrm>
            <a:off x="3049524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03-tile19"/>
          <p:cNvSpPr txBox="1"/>
          <p:nvPr/>
        </p:nvSpPr>
        <p:spPr>
          <a:xfrm>
            <a:off x="4622292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9" name="S03-tile20"/>
          <p:cNvSpPr txBox="1"/>
          <p:nvPr/>
        </p:nvSpPr>
        <p:spPr>
          <a:xfrm>
            <a:off x="6195060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03-tile21"/>
          <p:cNvSpPr txBox="1"/>
          <p:nvPr/>
        </p:nvSpPr>
        <p:spPr>
          <a:xfrm>
            <a:off x="7767828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3-tile22"/>
          <p:cNvSpPr txBox="1"/>
          <p:nvPr/>
        </p:nvSpPr>
        <p:spPr>
          <a:xfrm>
            <a:off x="9340596" y="26626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모양은?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봐요.</a:t>
            </a:r>
            <a:endParaRPr lang="ko-KR" sz="3200" dirty="0"/>
          </a:p>
        </p:txBody>
      </p:sp>
      <p:sp>
        <p:nvSpPr>
          <p:cNvPr id="4" name="S04-card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■ ●가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?에는 ■가 와요.</a:t>
            </a:r>
            <a:endParaRPr lang="ko-KR" sz="3200" dirty="0"/>
          </a:p>
        </p:txBody>
      </p:sp>
      <p:sp>
        <p:nvSpPr>
          <p:cNvPr id="6" name="S04-tile26"/>
          <p:cNvSpPr txBox="1"/>
          <p:nvPr/>
        </p:nvSpPr>
        <p:spPr>
          <a:xfrm>
            <a:off x="54864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7" name="S04-tile27"/>
          <p:cNvSpPr txBox="1"/>
          <p:nvPr/>
        </p:nvSpPr>
        <p:spPr>
          <a:xfrm>
            <a:off x="196024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8" name="S04-tile28"/>
          <p:cNvSpPr txBox="1"/>
          <p:nvPr/>
        </p:nvSpPr>
        <p:spPr>
          <a:xfrm>
            <a:off x="337185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9" name="S04-tile29"/>
          <p:cNvSpPr txBox="1"/>
          <p:nvPr/>
        </p:nvSpPr>
        <p:spPr>
          <a:xfrm>
            <a:off x="478345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0" name="S04-tile30"/>
          <p:cNvSpPr txBox="1"/>
          <p:nvPr/>
        </p:nvSpPr>
        <p:spPr>
          <a:xfrm>
            <a:off x="619506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1" name="S04-tile31"/>
          <p:cNvSpPr txBox="1"/>
          <p:nvPr/>
        </p:nvSpPr>
        <p:spPr>
          <a:xfrm>
            <a:off x="760666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200" dirty="0"/>
          </a:p>
        </p:txBody>
      </p:sp>
      <p:sp>
        <p:nvSpPr>
          <p:cNvPr id="12" name="S04-tile32"/>
          <p:cNvSpPr txBox="1"/>
          <p:nvPr/>
        </p:nvSpPr>
        <p:spPr>
          <a:xfrm>
            <a:off x="9018270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200" dirty="0"/>
          </a:p>
        </p:txBody>
      </p:sp>
      <p:sp>
        <p:nvSpPr>
          <p:cNvPr id="13" name="S04-tile33"/>
          <p:cNvSpPr txBox="1"/>
          <p:nvPr/>
        </p:nvSpPr>
        <p:spPr>
          <a:xfrm>
            <a:off x="10429875" y="274326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된 규칙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칸을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2칸, 빈 칸 1칸이 되풀이돼요.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모양뿐 아니라 색으로도 규칙을 만들어요.</a:t>
            </a:r>
            <a:endParaRPr lang="ko-KR" sz="3200" dirty="0"/>
          </a:p>
        </p:txBody>
      </p:sp>
      <p:sp>
        <p:nvSpPr>
          <p:cNvPr id="6" name="S05-cell37"/>
          <p:cNvSpPr/>
          <p:nvPr/>
        </p:nvSpPr>
        <p:spPr>
          <a:xfrm>
            <a:off x="156819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38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39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0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1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2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3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4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45"/>
          <p:cNvSpPr/>
          <p:nvPr/>
        </p:nvSpPr>
        <p:spPr>
          <a:xfrm>
            <a:off x="96149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46" descr="9칸 띠: 색칠, 색칠, 빈 칸이 세 번 되풀이됨"/>
          <p:cNvSpPr/>
          <p:nvPr/>
        </p:nvSpPr>
        <p:spPr>
          <a:xfrm>
            <a:off x="1568196" y="2845562"/>
            <a:ext cx="905256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모양은?</a:t>
            </a:r>
            <a:endParaRPr lang="ko-KR" sz="4400" dirty="0"/>
          </a:p>
        </p:txBody>
      </p:sp>
      <p:sp>
        <p:nvSpPr>
          <p:cNvPr id="3" name="S06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손가락으로 묶어 봐요.</a:t>
            </a:r>
            <a:endParaRPr lang="ko-KR" sz="3200" dirty="0"/>
          </a:p>
        </p:txBody>
      </p:sp>
      <p:sp>
        <p:nvSpPr>
          <p:cNvPr id="5" name="S06-tile49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6-tile50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7" name="S06-tile51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8" name="S06-tile52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9" name="S06-tile53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10" name="S06-tile54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1" name="S06-tile55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6-tile56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6-tile57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4" name="S06-tile58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5" name="S06-tile59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16" name="S06-tile60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7" name="S06-tile61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18" name="S06-tile62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6-tile63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6-tile64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1" name="S06-tile65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2" name="S06-tile66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900" dirty="0"/>
          </a:p>
        </p:txBody>
      </p:sp>
      <p:sp>
        <p:nvSpPr>
          <p:cNvPr id="23" name="S06-tile67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4900" dirty="0"/>
          </a:p>
        </p:txBody>
      </p:sp>
      <p:sp>
        <p:nvSpPr>
          <p:cNvPr id="24" name="S06-tile68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900" dirty="0"/>
          </a:p>
        </p:txBody>
      </p:sp>
      <p:sp>
        <p:nvSpPr>
          <p:cNvPr id="25" name="S06-tile69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● ▲ ● ● ▲ ● 다음에 올 모양은?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묶어 보고 말해요.</a:t>
            </a:r>
            <a:endParaRPr lang="ko-KR" sz="3200" dirty="0"/>
          </a:p>
        </p:txBody>
      </p:sp>
      <p:sp>
        <p:nvSpPr>
          <p:cNvPr id="7" name="S07-chip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▲</a:t>
            </a:r>
            <a:endParaRPr lang="ko-KR" sz="2600" dirty="0"/>
          </a:p>
        </p:txBody>
      </p:sp>
      <p:sp>
        <p:nvSpPr>
          <p:cNvPr id="8" name="S07-text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다음에는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▲가 와요.”</a:t>
            </a:r>
            <a:endParaRPr lang="ko-KR" sz="3200" dirty="0"/>
          </a:p>
        </p:txBody>
      </p:sp>
      <p:sp>
        <p:nvSpPr>
          <p:cNvPr id="9" name="S07-chip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●</a:t>
            </a:r>
            <a:endParaRPr lang="ko-KR" sz="2600" dirty="0"/>
          </a:p>
        </p:txBody>
      </p:sp>
      <p:sp>
        <p:nvSpPr>
          <p:cNvPr id="10" name="S07-text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“● ● ▲가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되풀이돼요.”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나타내요</a:t>
            </a:r>
            <a:endParaRPr lang="ko-KR" sz="4400" dirty="0"/>
          </a:p>
        </p:txBody>
      </p:sp>
      <p:sp>
        <p:nvSpPr>
          <p:cNvPr id="3" name="S08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●는 1, ▲는 2로 약속해요.</a:t>
            </a:r>
            <a:endParaRPr lang="ko-KR" sz="3200" dirty="0"/>
          </a:p>
        </p:txBody>
      </p:sp>
      <p:sp>
        <p:nvSpPr>
          <p:cNvPr id="4" name="S08-card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2 1 2 1 2로 나타낼 수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‘짝’, 발 ‘쿵’으로도 나타내요.</a:t>
            </a:r>
            <a:endParaRPr lang="ko-KR" sz="3200" dirty="0"/>
          </a:p>
        </p:txBody>
      </p:sp>
      <p:sp>
        <p:nvSpPr>
          <p:cNvPr id="6" name="S08-tile81"/>
          <p:cNvSpPr txBox="1"/>
          <p:nvPr/>
        </p:nvSpPr>
        <p:spPr>
          <a:xfrm>
            <a:off x="147675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7" name="S08-label82"/>
          <p:cNvSpPr txBox="1"/>
          <p:nvPr/>
        </p:nvSpPr>
        <p:spPr>
          <a:xfrm>
            <a:off x="137617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ile83"/>
          <p:cNvSpPr txBox="1"/>
          <p:nvPr/>
        </p:nvSpPr>
        <p:spPr>
          <a:xfrm>
            <a:off x="3049524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08-label84"/>
          <p:cNvSpPr txBox="1"/>
          <p:nvPr/>
        </p:nvSpPr>
        <p:spPr>
          <a:xfrm>
            <a:off x="2948940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ile85"/>
          <p:cNvSpPr txBox="1"/>
          <p:nvPr/>
        </p:nvSpPr>
        <p:spPr>
          <a:xfrm>
            <a:off x="4622292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1" name="S08-label86"/>
          <p:cNvSpPr txBox="1"/>
          <p:nvPr/>
        </p:nvSpPr>
        <p:spPr>
          <a:xfrm>
            <a:off x="4521708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8-tile87"/>
          <p:cNvSpPr txBox="1"/>
          <p:nvPr/>
        </p:nvSpPr>
        <p:spPr>
          <a:xfrm>
            <a:off x="6195060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3" name="S08-label88"/>
          <p:cNvSpPr txBox="1"/>
          <p:nvPr/>
        </p:nvSpPr>
        <p:spPr>
          <a:xfrm>
            <a:off x="6094476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8-tile89"/>
          <p:cNvSpPr txBox="1"/>
          <p:nvPr/>
        </p:nvSpPr>
        <p:spPr>
          <a:xfrm>
            <a:off x="7767828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15" name="S08-label90"/>
          <p:cNvSpPr txBox="1"/>
          <p:nvPr/>
        </p:nvSpPr>
        <p:spPr>
          <a:xfrm>
            <a:off x="7667244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ile91"/>
          <p:cNvSpPr txBox="1"/>
          <p:nvPr/>
        </p:nvSpPr>
        <p:spPr>
          <a:xfrm>
            <a:off x="9340596" y="243408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7" name="S08-label92"/>
          <p:cNvSpPr txBox="1"/>
          <p:nvPr/>
        </p:nvSpPr>
        <p:spPr>
          <a:xfrm>
            <a:off x="9240012" y="3842258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올 수는?</a:t>
            </a:r>
            <a:endParaRPr lang="ko-KR" sz="4400" dirty="0"/>
          </a:p>
        </p:txBody>
      </p:sp>
      <p:sp>
        <p:nvSpPr>
          <p:cNvPr id="3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모양처럼 수도 되풀이되는 부분을 찾아요.</a:t>
            </a:r>
            <a:endParaRPr lang="ko-KR" sz="3200" dirty="0"/>
          </a:p>
        </p:txBody>
      </p:sp>
      <p:sp>
        <p:nvSpPr>
          <p:cNvPr id="5" name="S09-tile95"/>
          <p:cNvSpPr txBox="1"/>
          <p:nvPr/>
        </p:nvSpPr>
        <p:spPr>
          <a:xfrm>
            <a:off x="153314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9-tile96"/>
          <p:cNvSpPr txBox="1"/>
          <p:nvPr/>
        </p:nvSpPr>
        <p:spPr>
          <a:xfrm>
            <a:off x="286512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7" name="S09-tile97"/>
          <p:cNvSpPr txBox="1"/>
          <p:nvPr/>
        </p:nvSpPr>
        <p:spPr>
          <a:xfrm>
            <a:off x="419709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8" name="S09-tile98"/>
          <p:cNvSpPr txBox="1"/>
          <p:nvPr/>
        </p:nvSpPr>
        <p:spPr>
          <a:xfrm>
            <a:off x="552907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9" name="S09-tile99"/>
          <p:cNvSpPr txBox="1"/>
          <p:nvPr/>
        </p:nvSpPr>
        <p:spPr>
          <a:xfrm>
            <a:off x="686104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900" dirty="0"/>
          </a:p>
        </p:txBody>
      </p:sp>
      <p:sp>
        <p:nvSpPr>
          <p:cNvPr id="10" name="S09-tile100"/>
          <p:cNvSpPr txBox="1"/>
          <p:nvPr/>
        </p:nvSpPr>
        <p:spPr>
          <a:xfrm>
            <a:off x="819302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900" dirty="0"/>
          </a:p>
        </p:txBody>
      </p:sp>
      <p:sp>
        <p:nvSpPr>
          <p:cNvPr id="11" name="S09-tile101"/>
          <p:cNvSpPr txBox="1"/>
          <p:nvPr/>
        </p:nvSpPr>
        <p:spPr>
          <a:xfrm>
            <a:off x="952500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2" name="S09-tile102"/>
          <p:cNvSpPr txBox="1"/>
          <p:nvPr/>
        </p:nvSpPr>
        <p:spPr>
          <a:xfrm>
            <a:off x="153314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3" name="S09-tile103"/>
          <p:cNvSpPr txBox="1"/>
          <p:nvPr/>
        </p:nvSpPr>
        <p:spPr>
          <a:xfrm>
            <a:off x="286512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4" name="S09-tile104"/>
          <p:cNvSpPr txBox="1"/>
          <p:nvPr/>
        </p:nvSpPr>
        <p:spPr>
          <a:xfrm>
            <a:off x="419709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5" name="S09-tile105"/>
          <p:cNvSpPr txBox="1"/>
          <p:nvPr/>
        </p:nvSpPr>
        <p:spPr>
          <a:xfrm>
            <a:off x="552907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16" name="S09-tile106"/>
          <p:cNvSpPr txBox="1"/>
          <p:nvPr/>
        </p:nvSpPr>
        <p:spPr>
          <a:xfrm>
            <a:off x="686104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7" name="S09-tile107"/>
          <p:cNvSpPr txBox="1"/>
          <p:nvPr/>
        </p:nvSpPr>
        <p:spPr>
          <a:xfrm>
            <a:off x="819302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18" name="S09-tile108"/>
          <p:cNvSpPr txBox="1"/>
          <p:nvPr/>
        </p:nvSpPr>
        <p:spPr>
          <a:xfrm>
            <a:off x="952500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9" name="S09-tile109"/>
          <p:cNvSpPr txBox="1"/>
          <p:nvPr/>
        </p:nvSpPr>
        <p:spPr>
          <a:xfrm>
            <a:off x="153314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20" name="S09-tile110"/>
          <p:cNvSpPr txBox="1"/>
          <p:nvPr/>
        </p:nvSpPr>
        <p:spPr>
          <a:xfrm>
            <a:off x="286512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1" name="S09-tile111"/>
          <p:cNvSpPr txBox="1"/>
          <p:nvPr/>
        </p:nvSpPr>
        <p:spPr>
          <a:xfrm>
            <a:off x="419709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2" name="S09-tile112"/>
          <p:cNvSpPr txBox="1"/>
          <p:nvPr/>
        </p:nvSpPr>
        <p:spPr>
          <a:xfrm>
            <a:off x="552907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23" name="S09-tile113"/>
          <p:cNvSpPr txBox="1"/>
          <p:nvPr/>
        </p:nvSpPr>
        <p:spPr>
          <a:xfrm>
            <a:off x="686104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24" name="S09-tile114"/>
          <p:cNvSpPr txBox="1"/>
          <p:nvPr/>
        </p:nvSpPr>
        <p:spPr>
          <a:xfrm>
            <a:off x="819302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900" dirty="0"/>
          </a:p>
        </p:txBody>
      </p:sp>
      <p:sp>
        <p:nvSpPr>
          <p:cNvPr id="25" name="S09-tile115"/>
          <p:cNvSpPr txBox="1"/>
          <p:nvPr/>
        </p:nvSpPr>
        <p:spPr>
          <a:xfrm>
            <a:off x="952500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규칙 만들기</a:t>
            </a:r>
            <a:endParaRPr lang="ko-KR" sz="4400" dirty="0"/>
          </a:p>
        </p:txBody>
      </p:sp>
      <p:sp>
        <p:nvSpPr>
          <p:cNvPr id="3" name="S10-card11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부분이 3번 되풀이돼요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규칙을 말로 설명했어요</a:t>
            </a:r>
            <a:endParaRPr lang="ko-KR" sz="3200" dirty="0"/>
          </a:p>
        </p:txBody>
      </p:sp>
      <p:sp>
        <p:nvSpPr>
          <p:cNvPr id="5" name="S10-stepno118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119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규칙을 만들어요.</a:t>
            </a:r>
            <a:endParaRPr lang="ko-KR" sz="3200" dirty="0"/>
          </a:p>
        </p:txBody>
      </p:sp>
      <p:sp>
        <p:nvSpPr>
          <p:cNvPr id="7" name="S10-stepno120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121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말해요.</a:t>
            </a:r>
            <a:endParaRPr lang="ko-KR" sz="3200" dirty="0"/>
          </a:p>
        </p:txBody>
      </p:sp>
      <p:sp>
        <p:nvSpPr>
          <p:cNvPr id="9" name="S10-stepno122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123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손뼉과 발로 나타내요.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올 것을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● ■ ● ■를 손뼉과 발로 나타내요.</a:t>
            </a:r>
            <a:endParaRPr lang="ko-KR" sz="3200" dirty="0"/>
          </a:p>
        </p:txBody>
      </p:sp>
      <p:sp>
        <p:nvSpPr>
          <p:cNvPr id="5" name="S11-tile126"/>
          <p:cNvSpPr txBox="1"/>
          <p:nvPr/>
        </p:nvSpPr>
        <p:spPr>
          <a:xfrm>
            <a:off x="69037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1-tile127"/>
          <p:cNvSpPr txBox="1"/>
          <p:nvPr/>
        </p:nvSpPr>
        <p:spPr>
          <a:xfrm>
            <a:off x="226314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1-tile128"/>
          <p:cNvSpPr txBox="1"/>
          <p:nvPr/>
        </p:nvSpPr>
        <p:spPr>
          <a:xfrm>
            <a:off x="383590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8" name="S11-tile129"/>
          <p:cNvSpPr txBox="1"/>
          <p:nvPr/>
        </p:nvSpPr>
        <p:spPr>
          <a:xfrm>
            <a:off x="540867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9" name="S11-tile130"/>
          <p:cNvSpPr txBox="1"/>
          <p:nvPr/>
        </p:nvSpPr>
        <p:spPr>
          <a:xfrm>
            <a:off x="698144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0" name="S11-tile131"/>
          <p:cNvSpPr txBox="1"/>
          <p:nvPr/>
        </p:nvSpPr>
        <p:spPr>
          <a:xfrm>
            <a:off x="855421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11" name="S11-tile132"/>
          <p:cNvSpPr txBox="1"/>
          <p:nvPr/>
        </p:nvSpPr>
        <p:spPr>
          <a:xfrm>
            <a:off x="1012698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11-tile133"/>
          <p:cNvSpPr txBox="1"/>
          <p:nvPr/>
        </p:nvSpPr>
        <p:spPr>
          <a:xfrm>
            <a:off x="69037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3" name="S11-tile134"/>
          <p:cNvSpPr txBox="1"/>
          <p:nvPr/>
        </p:nvSpPr>
        <p:spPr>
          <a:xfrm>
            <a:off x="226314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4" name="S11-tile135"/>
          <p:cNvSpPr txBox="1"/>
          <p:nvPr/>
        </p:nvSpPr>
        <p:spPr>
          <a:xfrm>
            <a:off x="383590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5" name="S11-tile136"/>
          <p:cNvSpPr txBox="1"/>
          <p:nvPr/>
        </p:nvSpPr>
        <p:spPr>
          <a:xfrm>
            <a:off x="540867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6" name="S11-tile137"/>
          <p:cNvSpPr txBox="1"/>
          <p:nvPr/>
        </p:nvSpPr>
        <p:spPr>
          <a:xfrm>
            <a:off x="698144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5900" dirty="0"/>
          </a:p>
        </p:txBody>
      </p:sp>
      <p:sp>
        <p:nvSpPr>
          <p:cNvPr id="17" name="S11-tile138"/>
          <p:cNvSpPr txBox="1"/>
          <p:nvPr/>
        </p:nvSpPr>
        <p:spPr>
          <a:xfrm>
            <a:off x="855421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5900" dirty="0"/>
          </a:p>
        </p:txBody>
      </p:sp>
      <p:sp>
        <p:nvSpPr>
          <p:cNvPr id="18" name="S11-tile139"/>
          <p:cNvSpPr txBox="1"/>
          <p:nvPr/>
        </p:nvSpPr>
        <p:spPr>
          <a:xfrm>
            <a:off x="1012698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칸은?</a:t>
            </a:r>
            <a:endParaRPr lang="ko-KR" sz="4400" dirty="0"/>
          </a:p>
        </p:txBody>
      </p:sp>
      <p:sp>
        <p:nvSpPr>
          <p:cNvPr id="3" name="S13-text1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칸과 빈 칸의 규칙을 찾아요.</a:t>
            </a:r>
            <a:endParaRPr lang="ko-KR" sz="3200" dirty="0"/>
          </a:p>
        </p:txBody>
      </p:sp>
      <p:sp>
        <p:nvSpPr>
          <p:cNvPr id="4" name="S13-card14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4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두 칸은 색칠할까요, 비워 둘까요?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13-cell143"/>
          <p:cNvSpPr/>
          <p:nvPr/>
        </p:nvSpPr>
        <p:spPr>
          <a:xfrm>
            <a:off x="257403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44"/>
          <p:cNvSpPr/>
          <p:nvPr/>
        </p:nvSpPr>
        <p:spPr>
          <a:xfrm>
            <a:off x="357987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45"/>
          <p:cNvSpPr/>
          <p:nvPr/>
        </p:nvSpPr>
        <p:spPr>
          <a:xfrm>
            <a:off x="458571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46"/>
          <p:cNvSpPr/>
          <p:nvPr/>
        </p:nvSpPr>
        <p:spPr>
          <a:xfrm>
            <a:off x="559155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47"/>
          <p:cNvSpPr/>
          <p:nvPr/>
        </p:nvSpPr>
        <p:spPr>
          <a:xfrm>
            <a:off x="659739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48"/>
          <p:cNvSpPr/>
          <p:nvPr/>
        </p:nvSpPr>
        <p:spPr>
          <a:xfrm>
            <a:off x="7603236" y="2845562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149"/>
          <p:cNvSpPr/>
          <p:nvPr/>
        </p:nvSpPr>
        <p:spPr>
          <a:xfrm>
            <a:off x="8609076" y="2845562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figure150" descr="7칸 띠: 색칠, 빈 칸, 빈 칸이 되풀이되고 마지막은 색칠한 칸"/>
          <p:cNvSpPr/>
          <p:nvPr/>
        </p:nvSpPr>
        <p:spPr>
          <a:xfrm>
            <a:off x="2574036" y="2845562"/>
            <a:ext cx="704088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5" name="S14-chip15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묶어서 찾기</a:t>
            </a:r>
            <a:endParaRPr lang="ko-KR" sz="2600" dirty="0"/>
          </a:p>
        </p:txBody>
      </p:sp>
      <p:sp>
        <p:nvSpPr>
          <p:cNvPr id="6" name="S14-chip15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보기</a:t>
            </a:r>
            <a:endParaRPr lang="ko-KR" sz="2600" dirty="0"/>
          </a:p>
        </p:txBody>
      </p:sp>
      <p:sp>
        <p:nvSpPr>
          <p:cNvPr id="7" name="S14-text15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5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 ■ ● ■ ●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4-text15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3 1 3 3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수는?</a:t>
            </a:r>
            <a:endParaRPr lang="ko-KR" sz="2600" dirty="0"/>
          </a:p>
        </p:txBody>
      </p:sp>
      <p:sp>
        <p:nvSpPr>
          <p:cNvPr id="10" name="S14-text15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● ● ▲ ● ● 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11" name="S14-text15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 배열의 규칙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모양 찾기</a:t>
            </a:r>
            <a:endParaRPr lang="ko-KR" sz="4400" dirty="0"/>
          </a:p>
        </p:txBody>
      </p:sp>
      <p:sp>
        <p:nvSpPr>
          <p:cNvPr id="3" name="S15-text1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세모만 짚으며 세어 봐요.</a:t>
            </a:r>
            <a:endParaRPr lang="ko-KR" sz="3200" dirty="0"/>
          </a:p>
        </p:txBody>
      </p:sp>
      <p:sp>
        <p:nvSpPr>
          <p:cNvPr id="4" name="S15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세모는 3개예요. 같은 모양끼리 짚어요.</a:t>
            </a:r>
            <a:endParaRPr lang="ko-KR" sz="3200" dirty="0"/>
          </a:p>
        </p:txBody>
      </p:sp>
      <p:sp>
        <p:nvSpPr>
          <p:cNvPr id="6" name="S15-tile163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7" name="S15-tile164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5900" dirty="0"/>
          </a:p>
        </p:txBody>
      </p:sp>
      <p:sp>
        <p:nvSpPr>
          <p:cNvPr id="8" name="S15-tile165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9" name="S15-tile166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</a:t>
            </a:r>
            <a:endParaRPr lang="ko-KR" sz="5900" dirty="0"/>
          </a:p>
        </p:txBody>
      </p:sp>
      <p:sp>
        <p:nvSpPr>
          <p:cNvPr id="10" name="S15-tile167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규칙 찾기</dc:title>
  <dc:subject>KR22-G01-MAT-PATTERN-L01</dc:subject>
  <dc:creator>education-ppt</dc:creator>
  <cp:lastModifiedBy>education-ppt</cp:lastModifiedBy>
  <cp:revision>1</cp:revision>
  <dcterms:created xsi:type="dcterms:W3CDTF">2026-10-26T07:45:43Z</dcterms:created>
  <dcterms:modified xsi:type="dcterms:W3CDTF">2026-10-26T07:45:43Z</dcterms:modified>
</cp:coreProperties>
</file>