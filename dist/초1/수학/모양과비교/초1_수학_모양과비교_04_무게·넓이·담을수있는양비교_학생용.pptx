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e84787e-97fe-fe80-bf15-d6e4c2f6679f}">
          <p14:sldIdLst>
            <p14:sldId id="256"/>
            <p14:sldId id="257"/>
          </p14:sldIdLst>
        </p14:section>
        <p14:section name="개념" id="{070acfec-dd69-2bcd-469b-dbb04101af7c}">
          <p14:sldIdLst>
            <p14:sldId id="258"/>
            <p14:sldId id="261"/>
            <p14:sldId id="263"/>
            <p14:sldId id="264"/>
          </p14:sldIdLst>
        </p14:section>
        <p14:section name="연습" id="{7f528d38-bd1a-b60b-ca6c-fc24fa42f8b2}">
          <p14:sldIdLst>
            <p14:sldId id="259"/>
            <p14:sldId id="260"/>
            <p14:sldId id="262"/>
            <p14:sldId id="265"/>
          </p14:sldIdLst>
        </p14:section>
        <p14:section name="개념" id="{eb8e4c7a-6f7f-3d48-d4c1-018a38822b3d}">
          <p14:sldIdLst/>
        </p14:section>
        <p14:section name="연습" id="{6948585e-b32a-d945-63e8-2391bc778f46}">
          <p14:sldIdLst/>
        </p14:section>
        <p14:section name="개념" id="{7eaae9ab-5dfe-ab55-9b3f-b04242a74267}">
          <p14:sldIdLst/>
        </p14:section>
        <p14:section name="연습" id="{7d83f07b-3449-06f1-3769-75eaf7acae15}">
          <p14:sldIdLst/>
        </p14:section>
        <p14:section name="확인" id="{606425b6-2842-ceec-dd9a-116313debc86}">
          <p14:sldIdLst>
            <p14:sldId id="266"/>
            <p14:sldId id="267"/>
          </p14:sldIdLst>
        </p14:section>
        <p14:section name="정리" id="{7c10146a-f035-bddf-76be-88285b6dd8e5}">
          <p14:sldIdLst>
            <p14:sldId id="268"/>
          </p14:sldIdLst>
        </p14:section>
        <p14:section name="보충" id="{92150b78-47b4-37ee-a422-2c6f904e0e9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담기는 컵은?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05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06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07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08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09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10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11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12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13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14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15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16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17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18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19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20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21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22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23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24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25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26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27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28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41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42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43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44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45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46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47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2026-10-26T07:10:48Z</dcterms:created>
  <dcterms:modified xsi:type="dcterms:W3CDTF">2026-10-26T07:10:48Z</dcterms:modified>
</cp:coreProperties>
</file>