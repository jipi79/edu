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a5b40d2-04e6-77dd-c341-1f24666b5354}">
          <p14:sldIdLst>
            <p14:sldId id="256"/>
            <p14:sldId id="257"/>
          </p14:sldIdLst>
        </p14:section>
        <p14:section name="개념" id="{59265cbe-c41b-c63e-7fe4-4af7ecb29a88}">
          <p14:sldIdLst>
            <p14:sldId id="258"/>
            <p14:sldId id="259"/>
            <p14:sldId id="260"/>
            <p14:sldId id="261"/>
          </p14:sldIdLst>
        </p14:section>
        <p14:section name="연습" id="{97e45bbc-7d3d-194c-4424-54826b007322}">
          <p14:sldIdLst>
            <p14:sldId id="262"/>
            <p14:sldId id="263"/>
            <p14:sldId id="264"/>
            <p14:sldId id="265"/>
          </p14:sldIdLst>
        </p14:section>
        <p14:section name="확인" id="{aec92d1d-46c7-1fe4-dbbe-9ff5286c23c5}">
          <p14:sldIdLst>
            <p14:sldId id="266"/>
            <p14:sldId id="267"/>
          </p14:sldIdLst>
        </p14:section>
        <p14:section name="정리" id="{b1c981f9-a25a-43ae-93af-d2e57c195a35}">
          <p14:sldIdLst>
            <p14:sldId id="268"/>
          </p14:sldIdLst>
        </p14:section>
        <p14:section name="보충" id="{914f9329-d1ed-1d79-a436-6e150f452d4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모양과비교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네모·세모·동그라미 모양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네모·세모·동그라미 모양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네모·세모·동그라미 모양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네모·세모·동그라미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종이에 대고 그리면 어떤 모양이 나올까?</a:t>
            </a:r>
            <a:endParaRPr lang="ko-KR" sz="3200" dirty="0"/>
          </a:p>
        </p:txBody>
      </p:sp>
      <p:sp>
        <p:nvSpPr>
          <p:cNvPr id="4" name="S01-figure1" descr="네모 모양"/>
          <p:cNvSpPr/>
          <p:nvPr/>
        </p:nvSpPr>
        <p:spPr>
          <a:xfrm>
            <a:off x="7864450" y="1562710"/>
            <a:ext cx="943661" cy="943661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1-figure2" descr="세모 모양"/>
          <p:cNvSpPr/>
          <p:nvPr/>
        </p:nvSpPr>
        <p:spPr>
          <a:xfrm>
            <a:off x="9175090" y="1605603"/>
            <a:ext cx="943661" cy="857873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1-figure3" descr="동그라미 모양"/>
          <p:cNvSpPr/>
          <p:nvPr/>
        </p:nvSpPr>
        <p:spPr>
          <a:xfrm>
            <a:off x="10485730" y="1562710"/>
            <a:ext cx="943661" cy="94366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네모·세모·동그라미 모양을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 가지 모양으로 그림을 꾸며요.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모양일까요?</a:t>
            </a:r>
            <a:endParaRPr lang="ko-KR" sz="44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곳과 둥근 곳이 모두 있어요.</a:t>
            </a:r>
            <a:endParaRPr lang="ko-KR" sz="3200" dirty="0"/>
          </a:p>
        </p:txBody>
      </p:sp>
      <p:sp>
        <p:nvSpPr>
          <p:cNvPr id="4" name="S02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것인지 고르고, 모양의 이름도 말해요.</a:t>
            </a:r>
            <a:endParaRPr lang="ko-KR" sz="3200" dirty="0"/>
          </a:p>
        </p:txBody>
      </p:sp>
      <p:sp>
        <p:nvSpPr>
          <p:cNvPr id="6" name="S02-chip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2-figure10" descr="상자 모양"/>
          <p:cNvSpPr/>
          <p:nvPr/>
        </p:nvSpPr>
        <p:spPr>
          <a:xfrm>
            <a:off x="1269492" y="2843784"/>
            <a:ext cx="2011680" cy="2011680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2-chip1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9" name="S02-figure12" descr="둥근기둥 모양"/>
          <p:cNvSpPr/>
          <p:nvPr/>
        </p:nvSpPr>
        <p:spPr>
          <a:xfrm>
            <a:off x="5340096" y="2843784"/>
            <a:ext cx="1508760" cy="2011680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02-chip1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1" name="S02-figure14" descr="공 모양"/>
          <p:cNvSpPr/>
          <p:nvPr/>
        </p:nvSpPr>
        <p:spPr>
          <a:xfrm>
            <a:off x="8907780" y="2843784"/>
            <a:ext cx="2011680" cy="201168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대고 그려 봐요</a:t>
            </a:r>
            <a:endParaRPr lang="ko-KR" sz="4400" dirty="0"/>
          </a:p>
        </p:txBody>
      </p:sp>
      <p:sp>
        <p:nvSpPr>
          <p:cNvPr id="3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곳을 대고 그리면 모양이 생겨요.</a:t>
            </a:r>
            <a:endParaRPr lang="ko-KR" sz="3200" dirty="0"/>
          </a:p>
        </p:txBody>
      </p:sp>
      <p:sp>
        <p:nvSpPr>
          <p:cNvPr id="5" name="S03-figure17" descr="상자 바닥을 대고 그린 네모 모양"/>
          <p:cNvSpPr/>
          <p:nvPr/>
        </p:nvSpPr>
        <p:spPr>
          <a:xfrm>
            <a:off x="7251269" y="2074048"/>
            <a:ext cx="1698984" cy="1698984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3-label18"/>
          <p:cNvSpPr txBox="1"/>
          <p:nvPr/>
        </p:nvSpPr>
        <p:spPr>
          <a:xfrm>
            <a:off x="6920911" y="4658360"/>
            <a:ext cx="2359701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→ 네모</a:t>
            </a:r>
            <a:endParaRPr lang="ko-KR" sz="2600" dirty="0"/>
          </a:p>
        </p:txBody>
      </p:sp>
      <p:sp>
        <p:nvSpPr>
          <p:cNvPr id="7" name="S03-figure19" descr="캔 바닥을 대고 그린 동그라미 모양"/>
          <p:cNvSpPr/>
          <p:nvPr/>
        </p:nvSpPr>
        <p:spPr>
          <a:xfrm>
            <a:off x="9610969" y="2074048"/>
            <a:ext cx="1698984" cy="169898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3-label20"/>
          <p:cNvSpPr txBox="1"/>
          <p:nvPr/>
        </p:nvSpPr>
        <p:spPr>
          <a:xfrm>
            <a:off x="9280611" y="4658360"/>
            <a:ext cx="2359701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→ 동그라미</a:t>
            </a:r>
            <a:endParaRPr lang="ko-KR" sz="2600" dirty="0"/>
          </a:p>
        </p:txBody>
      </p:sp>
      <p:sp>
        <p:nvSpPr>
          <p:cNvPr id="9" name="S03-stepno21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0" name="S03-text22"/>
          <p:cNvSpPr txBox="1"/>
          <p:nvPr/>
        </p:nvSpPr>
        <p:spPr>
          <a:xfrm>
            <a:off x="1325880" y="223570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상자를 종이 위에 세워요.</a:t>
            </a:r>
            <a:endParaRPr lang="ko-KR" sz="3200" dirty="0"/>
          </a:p>
        </p:txBody>
      </p:sp>
      <p:sp>
        <p:nvSpPr>
          <p:cNvPr id="11" name="S03-stepno23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2" name="S03-text24"/>
          <p:cNvSpPr txBox="1"/>
          <p:nvPr/>
        </p:nvSpPr>
        <p:spPr>
          <a:xfrm>
            <a:off x="1325880" y="2948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바닥을 따라 선을 그려요.</a:t>
            </a:r>
            <a:endParaRPr lang="ko-KR" sz="3200" dirty="0"/>
          </a:p>
        </p:txBody>
      </p:sp>
      <p:sp>
        <p:nvSpPr>
          <p:cNvPr id="13" name="S03-stepno25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" name="S03-text26"/>
          <p:cNvSpPr txBox="1"/>
          <p:nvPr/>
        </p:nvSpPr>
        <p:spPr>
          <a:xfrm>
            <a:off x="1325880" y="366217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캔으로도 그려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모양</a:t>
            </a:r>
            <a:endParaRPr lang="ko-KR" sz="4400" dirty="0"/>
          </a:p>
        </p:txBody>
      </p:sp>
      <p:sp>
        <p:nvSpPr>
          <p:cNvPr id="3" name="S04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공책, 창문에서 찾을 수 있어요.</a:t>
            </a:r>
            <a:endParaRPr lang="ko-KR" sz="3200" dirty="0"/>
          </a:p>
        </p:txBody>
      </p:sp>
      <p:sp>
        <p:nvSpPr>
          <p:cNvPr id="4" name="S04-figure28" descr="반듯한 네모 모양"/>
          <p:cNvSpPr/>
          <p:nvPr/>
        </p:nvSpPr>
        <p:spPr>
          <a:xfrm>
            <a:off x="924047" y="3080888"/>
            <a:ext cx="1930664" cy="1930664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4-figure29" descr="길쭉한 네모 모양"/>
          <p:cNvSpPr/>
          <p:nvPr/>
        </p:nvSpPr>
        <p:spPr>
          <a:xfrm>
            <a:off x="3605525" y="3442887"/>
            <a:ext cx="1930664" cy="1206665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4-card30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31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선으로 되어 있어요</a:t>
            </a:r>
            <a:endParaRPr lang="ko-KR" sz="3200" dirty="0"/>
          </a:p>
        </p:txBody>
      </p:sp>
      <p:sp>
        <p:nvSpPr>
          <p:cNvPr id="8" name="S04-card32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33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곳이 4군데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 모양</a:t>
            </a:r>
            <a:endParaRPr lang="ko-KR" sz="4400" dirty="0"/>
          </a:p>
        </p:txBody>
      </p:sp>
      <p:sp>
        <p:nvSpPr>
          <p:cNvPr id="3" name="S05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옷걸이, 삼각김밥에서 찾을 수 있어요.</a:t>
            </a:r>
            <a:endParaRPr lang="ko-KR" sz="3200" dirty="0"/>
          </a:p>
        </p:txBody>
      </p:sp>
      <p:sp>
        <p:nvSpPr>
          <p:cNvPr id="4" name="S05-figure35" descr="세모 모양"/>
          <p:cNvSpPr/>
          <p:nvPr/>
        </p:nvSpPr>
        <p:spPr>
          <a:xfrm>
            <a:off x="924047" y="3168645"/>
            <a:ext cx="1930664" cy="1755149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5-figure36" descr="한쪽이 반듯하게 선 세모 모양"/>
          <p:cNvSpPr/>
          <p:nvPr/>
        </p:nvSpPr>
        <p:spPr>
          <a:xfrm>
            <a:off x="3605525" y="3168645"/>
            <a:ext cx="1930664" cy="1755149"/>
          </a:xfrm>
          <a:prstGeom prst="rt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5-card37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8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선으로 되어 있어요</a:t>
            </a:r>
            <a:endParaRPr lang="ko-KR" sz="3200" dirty="0"/>
          </a:p>
        </p:txBody>
      </p:sp>
      <p:sp>
        <p:nvSpPr>
          <p:cNvPr id="8" name="S05-card39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40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곳이 3군데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 모양</a:t>
            </a:r>
            <a:endParaRPr lang="ko-KR" sz="4400" dirty="0"/>
          </a:p>
        </p:txBody>
      </p:sp>
      <p:sp>
        <p:nvSpPr>
          <p:cNvPr id="3" name="S06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동전, 접시에서 찾을 수 있어요.</a:t>
            </a:r>
            <a:endParaRPr lang="ko-KR" sz="3200" dirty="0"/>
          </a:p>
        </p:txBody>
      </p:sp>
      <p:sp>
        <p:nvSpPr>
          <p:cNvPr id="4" name="S06-figure42" descr="동전처럼 작은 동그라미 모양"/>
          <p:cNvSpPr/>
          <p:nvPr/>
        </p:nvSpPr>
        <p:spPr>
          <a:xfrm>
            <a:off x="924047" y="2849748"/>
            <a:ext cx="1930664" cy="193066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6-label43"/>
          <p:cNvSpPr txBox="1"/>
          <p:nvPr/>
        </p:nvSpPr>
        <p:spPr>
          <a:xfrm>
            <a:off x="548640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</a:t>
            </a:r>
            <a:endParaRPr lang="ko-KR" sz="2600" dirty="0"/>
          </a:p>
        </p:txBody>
      </p:sp>
      <p:sp>
        <p:nvSpPr>
          <p:cNvPr id="6" name="S06-figure44" descr="접시처럼 큰 동그라미 모양"/>
          <p:cNvSpPr/>
          <p:nvPr/>
        </p:nvSpPr>
        <p:spPr>
          <a:xfrm>
            <a:off x="3605525" y="2849748"/>
            <a:ext cx="1930664" cy="193066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6-label45"/>
          <p:cNvSpPr txBox="1"/>
          <p:nvPr/>
        </p:nvSpPr>
        <p:spPr>
          <a:xfrm>
            <a:off x="3230118" y="5755640"/>
            <a:ext cx="2681478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</a:t>
            </a:r>
            <a:endParaRPr lang="ko-KR" sz="2600" dirty="0"/>
          </a:p>
        </p:txBody>
      </p:sp>
      <p:sp>
        <p:nvSpPr>
          <p:cNvPr id="8" name="S06-card46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47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선으로 되어 있어요</a:t>
            </a:r>
            <a:endParaRPr lang="ko-KR" sz="3200" dirty="0"/>
          </a:p>
        </p:txBody>
      </p:sp>
      <p:sp>
        <p:nvSpPr>
          <p:cNvPr id="10" name="S06-card48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49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곳이 없어요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모양일까요?</a:t>
            </a:r>
            <a:endParaRPr lang="ko-KR" sz="4400" dirty="0"/>
          </a:p>
        </p:txBody>
      </p:sp>
      <p:sp>
        <p:nvSpPr>
          <p:cNvPr id="3" name="S07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물건의 평평한 곳은 무슨 모양일까요?</a:t>
            </a:r>
            <a:endParaRPr lang="ko-KR" sz="3200" dirty="0"/>
          </a:p>
        </p:txBody>
      </p:sp>
      <p:sp>
        <p:nvSpPr>
          <p:cNvPr id="4" name="S07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곳이 있는지, 몇 군데인지 세어 봐요.</a:t>
            </a:r>
            <a:endParaRPr lang="ko-KR" sz="3200" dirty="0"/>
          </a:p>
        </p:txBody>
      </p:sp>
      <p:sp>
        <p:nvSpPr>
          <p:cNvPr id="6" name="S07-chip5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5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</a:t>
            </a:r>
            <a:endParaRPr lang="ko-KR" sz="3200" dirty="0"/>
          </a:p>
        </p:txBody>
      </p:sp>
      <p:sp>
        <p:nvSpPr>
          <p:cNvPr id="8" name="S07-chip55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56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</a:t>
            </a:r>
            <a:endParaRPr lang="ko-KR" sz="3200" dirty="0"/>
          </a:p>
        </p:txBody>
      </p:sp>
      <p:sp>
        <p:nvSpPr>
          <p:cNvPr id="10" name="S07-chip5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58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삼각김밥</a:t>
            </a:r>
            <a:endParaRPr lang="ko-KR" sz="3200" dirty="0"/>
          </a:p>
        </p:txBody>
      </p:sp>
      <p:sp>
        <p:nvSpPr>
          <p:cNvPr id="12" name="S07-chip59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7-text60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</a:t>
            </a:r>
            <a:endParaRPr lang="ko-KR" sz="3200" dirty="0"/>
          </a:p>
        </p:txBody>
      </p:sp>
      <p:sp>
        <p:nvSpPr>
          <p:cNvPr id="14" name="S07-chip6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15" name="S07-text62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</a:t>
            </a:r>
            <a:endParaRPr lang="ko-KR" sz="3200" dirty="0"/>
          </a:p>
        </p:txBody>
      </p:sp>
      <p:sp>
        <p:nvSpPr>
          <p:cNvPr id="16" name="S07-chip63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600" dirty="0"/>
          </a:p>
        </p:txBody>
      </p:sp>
      <p:sp>
        <p:nvSpPr>
          <p:cNvPr id="17" name="S07-text64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옷걸이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네모일까요?</a:t>
            </a:r>
            <a:endParaRPr lang="ko-KR" sz="4400" dirty="0"/>
          </a:p>
        </p:txBody>
      </p:sp>
      <p:sp>
        <p:nvSpPr>
          <p:cNvPr id="3" name="S08-card6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6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“나는 길쭉해서 네모가 아니에요.”</a:t>
            </a:r>
            <a:endParaRPr lang="ko-KR" sz="3200" dirty="0"/>
          </a:p>
        </p:txBody>
      </p:sp>
      <p:sp>
        <p:nvSpPr>
          <p:cNvPr id="5" name="S08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곳을 세어 보고 토끼의 말이 맞는지 말해요.</a:t>
            </a:r>
            <a:endParaRPr lang="ko-KR" sz="3200" dirty="0"/>
          </a:p>
        </p:txBody>
      </p:sp>
      <p:sp>
        <p:nvSpPr>
          <p:cNvPr id="7" name="S08-chip6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figure70" descr="반듯한 네모 모양"/>
          <p:cNvSpPr/>
          <p:nvPr/>
        </p:nvSpPr>
        <p:spPr>
          <a:xfrm>
            <a:off x="2315718" y="3154680"/>
            <a:ext cx="1828800" cy="1828800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8-chip7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figure72" descr="길쭉한 네모 모양"/>
          <p:cNvSpPr/>
          <p:nvPr/>
        </p:nvSpPr>
        <p:spPr>
          <a:xfrm>
            <a:off x="8044434" y="3497580"/>
            <a:ext cx="1828800" cy="1143000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모양으로 꾸며요</a:t>
            </a:r>
            <a:endParaRPr lang="ko-KR" sz="4400" dirty="0"/>
          </a:p>
        </p:txBody>
      </p:sp>
      <p:sp>
        <p:nvSpPr>
          <p:cNvPr id="3" name="S09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꾸미면 모양마다 몇 개인지 세어요.</a:t>
            </a:r>
            <a:endParaRPr lang="ko-KR" sz="3200" dirty="0"/>
          </a:p>
        </p:txBody>
      </p:sp>
      <p:sp>
        <p:nvSpPr>
          <p:cNvPr id="5" name="S09-figure75" descr="집으로 쓸 네모 조각"/>
          <p:cNvSpPr/>
          <p:nvPr/>
        </p:nvSpPr>
        <p:spPr>
          <a:xfrm>
            <a:off x="7141149" y="2357212"/>
            <a:ext cx="1132656" cy="1132656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9-label76"/>
          <p:cNvSpPr txBox="1"/>
          <p:nvPr/>
        </p:nvSpPr>
        <p:spPr>
          <a:xfrm>
            <a:off x="6920911" y="4658360"/>
            <a:ext cx="157313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</a:t>
            </a:r>
            <a:endParaRPr lang="ko-KR" sz="2600" dirty="0"/>
          </a:p>
        </p:txBody>
      </p:sp>
      <p:sp>
        <p:nvSpPr>
          <p:cNvPr id="7" name="S09-figure77" descr="지붕으로 쓸 세모 조각"/>
          <p:cNvSpPr/>
          <p:nvPr/>
        </p:nvSpPr>
        <p:spPr>
          <a:xfrm>
            <a:off x="8714283" y="2408696"/>
            <a:ext cx="1132656" cy="1029688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9-label78"/>
          <p:cNvSpPr txBox="1"/>
          <p:nvPr/>
        </p:nvSpPr>
        <p:spPr>
          <a:xfrm>
            <a:off x="8494044" y="4658360"/>
            <a:ext cx="157313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지붕</a:t>
            </a:r>
            <a:endParaRPr lang="ko-KR" sz="2600" dirty="0"/>
          </a:p>
        </p:txBody>
      </p:sp>
      <p:sp>
        <p:nvSpPr>
          <p:cNvPr id="9" name="S09-figure79" descr="해로 쓸 동그라미 조각"/>
          <p:cNvSpPr/>
          <p:nvPr/>
        </p:nvSpPr>
        <p:spPr>
          <a:xfrm>
            <a:off x="10287417" y="2357212"/>
            <a:ext cx="1132656" cy="113265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09-label80"/>
          <p:cNvSpPr txBox="1"/>
          <p:nvPr/>
        </p:nvSpPr>
        <p:spPr>
          <a:xfrm>
            <a:off x="10067178" y="4658360"/>
            <a:ext cx="157313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</a:t>
            </a:r>
            <a:endParaRPr lang="ko-KR" sz="2600" dirty="0"/>
          </a:p>
        </p:txBody>
      </p:sp>
      <p:sp>
        <p:nvSpPr>
          <p:cNvPr id="11" name="S09-stepno81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" name="S09-text82"/>
          <p:cNvSpPr txBox="1"/>
          <p:nvPr/>
        </p:nvSpPr>
        <p:spPr>
          <a:xfrm>
            <a:off x="1325880" y="223570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네모로 집을 놓아요.</a:t>
            </a:r>
            <a:endParaRPr lang="ko-KR" sz="3200" dirty="0"/>
          </a:p>
        </p:txBody>
      </p:sp>
      <p:sp>
        <p:nvSpPr>
          <p:cNvPr id="13" name="S09-stepno83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4" name="S09-text84"/>
          <p:cNvSpPr txBox="1"/>
          <p:nvPr/>
        </p:nvSpPr>
        <p:spPr>
          <a:xfrm>
            <a:off x="1325880" y="2948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세모로 지붕을 얹어요.</a:t>
            </a:r>
            <a:endParaRPr lang="ko-KR" sz="3200" dirty="0"/>
          </a:p>
        </p:txBody>
      </p:sp>
      <p:sp>
        <p:nvSpPr>
          <p:cNvPr id="15" name="S09-stepno85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6" name="S09-text86"/>
          <p:cNvSpPr txBox="1"/>
          <p:nvPr/>
        </p:nvSpPr>
        <p:spPr>
          <a:xfrm>
            <a:off x="1325880" y="366217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동그라미로 해를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꾸며 봐요</a:t>
            </a:r>
            <a:endParaRPr lang="ko-KR" sz="4400" dirty="0"/>
          </a:p>
        </p:txBody>
      </p:sp>
      <p:sp>
        <p:nvSpPr>
          <p:cNvPr id="3" name="S10-card87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88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가지 모양을 모두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모양마다 개수를 셌어요</a:t>
            </a:r>
            <a:endParaRPr lang="ko-KR" sz="3200" dirty="0"/>
          </a:p>
        </p:txBody>
      </p:sp>
      <p:sp>
        <p:nvSpPr>
          <p:cNvPr id="5" name="S10-stepno89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0-text90"/>
          <p:cNvSpPr txBox="1"/>
          <p:nvPr/>
        </p:nvSpPr>
        <p:spPr>
          <a:xfrm>
            <a:off x="1325880" y="27843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조각을 골라 그림을 꾸며요.</a:t>
            </a:r>
            <a:endParaRPr lang="ko-KR" sz="3200" dirty="0"/>
          </a:p>
        </p:txBody>
      </p:sp>
      <p:sp>
        <p:nvSpPr>
          <p:cNvPr id="7" name="S10-stepno91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0-text92"/>
          <p:cNvSpPr txBox="1"/>
          <p:nvPr/>
        </p:nvSpPr>
        <p:spPr>
          <a:xfrm>
            <a:off x="1325880" y="34975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꾸몄는지 말해요.</a:t>
            </a:r>
            <a:endParaRPr lang="ko-KR" sz="3200" dirty="0"/>
          </a:p>
        </p:txBody>
      </p:sp>
      <p:sp>
        <p:nvSpPr>
          <p:cNvPr id="9" name="S10-stepno93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0-text94"/>
          <p:cNvSpPr txBox="1"/>
          <p:nvPr/>
        </p:nvSpPr>
        <p:spPr>
          <a:xfrm>
            <a:off x="1325880" y="42108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모양마다 몇 개인지 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9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9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곳이 3군데인 모양은?</a:t>
            </a:r>
            <a:endParaRPr lang="ko-KR" sz="3200" dirty="0"/>
          </a:p>
        </p:txBody>
      </p:sp>
      <p:sp>
        <p:nvSpPr>
          <p:cNvPr id="5" name="S11-chip9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9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선으로 된 모양은?</a:t>
            </a:r>
            <a:endParaRPr lang="ko-KR" sz="3200" dirty="0"/>
          </a:p>
        </p:txBody>
      </p:sp>
      <p:sp>
        <p:nvSpPr>
          <p:cNvPr id="7" name="S11-chip9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100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네모 모양을 2개 찾아요.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 썼을까요?</a:t>
            </a:r>
            <a:endParaRPr lang="ko-KR" sz="4400" dirty="0"/>
          </a:p>
        </p:txBody>
      </p:sp>
      <p:sp>
        <p:nvSpPr>
          <p:cNvPr id="3" name="S13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물고기를 꾸민 조각이에요.</a:t>
            </a:r>
            <a:endParaRPr lang="ko-KR" sz="3200" dirty="0"/>
          </a:p>
        </p:txBody>
      </p:sp>
      <p:sp>
        <p:nvSpPr>
          <p:cNvPr id="4" name="S13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세모, 네모, 동그라미는 각각 몇 개일까요?</a:t>
            </a:r>
            <a:endParaRPr lang="ko-KR" sz="3200" dirty="0"/>
          </a:p>
        </p:txBody>
      </p:sp>
      <p:sp>
        <p:nvSpPr>
          <p:cNvPr id="6" name="S13-figure104" descr="세모 조각"/>
          <p:cNvSpPr/>
          <p:nvPr/>
        </p:nvSpPr>
        <p:spPr>
          <a:xfrm>
            <a:off x="859207" y="2771580"/>
            <a:ext cx="1597201" cy="145200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3-figure105" descr="동그라미 조각"/>
          <p:cNvSpPr/>
          <p:nvPr/>
        </p:nvSpPr>
        <p:spPr>
          <a:xfrm>
            <a:off x="3077541" y="2698980"/>
            <a:ext cx="1597201" cy="1597201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3-figure106" descr="세모 조각"/>
          <p:cNvSpPr/>
          <p:nvPr/>
        </p:nvSpPr>
        <p:spPr>
          <a:xfrm>
            <a:off x="5295876" y="2771580"/>
            <a:ext cx="1597201" cy="145200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13-figure107" descr="네모 조각"/>
          <p:cNvSpPr/>
          <p:nvPr/>
        </p:nvSpPr>
        <p:spPr>
          <a:xfrm>
            <a:off x="7514210" y="2698980"/>
            <a:ext cx="1597201" cy="1597201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13-figure108" descr="세모 조각"/>
          <p:cNvSpPr/>
          <p:nvPr/>
        </p:nvSpPr>
        <p:spPr>
          <a:xfrm>
            <a:off x="9732544" y="2771580"/>
            <a:ext cx="1597201" cy="145200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0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1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뾰족한 곳의 수와 선을 보면 모양을 알 수 있어요.</a:t>
            </a:r>
            <a:endParaRPr lang="ko-KR" sz="3200" dirty="0"/>
          </a:p>
        </p:txBody>
      </p:sp>
      <p:sp>
        <p:nvSpPr>
          <p:cNvPr id="5" name="S14-chip11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뾰족한 곳 짚으며 세기</a:t>
            </a:r>
            <a:endParaRPr lang="ko-KR" sz="2600" dirty="0"/>
          </a:p>
        </p:txBody>
      </p:sp>
      <p:sp>
        <p:nvSpPr>
          <p:cNvPr id="6" name="S14-chip11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길쭉하면 네모가 아니라고 하기</a:t>
            </a:r>
            <a:endParaRPr lang="ko-KR" sz="2600" dirty="0"/>
          </a:p>
        </p:txBody>
      </p:sp>
      <p:sp>
        <p:nvSpPr>
          <p:cNvPr id="7" name="S14-text11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1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뾰족한 곳이 4군데인 모양은?</a:t>
            </a:r>
            <a:endParaRPr lang="ko-KR" sz="2600" dirty="0"/>
          </a:p>
        </p:txBody>
      </p:sp>
      <p:sp>
        <p:nvSpPr>
          <p:cNvPr id="9" name="S14-text11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접시는 무슨 모양?</a:t>
            </a:r>
            <a:endParaRPr lang="ko-KR" sz="2600" dirty="0"/>
          </a:p>
        </p:txBody>
      </p:sp>
      <p:sp>
        <p:nvSpPr>
          <p:cNvPr id="10" name="S14-text11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세모의 뾰족한 곳은 몇 군데?</a:t>
            </a:r>
            <a:endParaRPr lang="ko-KR" sz="2600" dirty="0"/>
          </a:p>
        </p:txBody>
      </p:sp>
      <p:sp>
        <p:nvSpPr>
          <p:cNvPr id="11" name="S14-text11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길이와 높이 비교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세 가지 물건 모양</a:t>
            </a:r>
            <a:endParaRPr lang="ko-KR" sz="4400" dirty="0"/>
          </a:p>
        </p:txBody>
      </p:sp>
      <p:sp>
        <p:nvSpPr>
          <p:cNvPr id="3" name="S15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곳이 있는 물건은 종이에 대고 그릴 수 있어요.</a:t>
            </a:r>
            <a:endParaRPr lang="ko-KR" sz="3200" dirty="0"/>
          </a:p>
        </p:txBody>
      </p:sp>
      <p:sp>
        <p:nvSpPr>
          <p:cNvPr id="5" name="S15-figure120" descr="상자 모양"/>
          <p:cNvSpPr/>
          <p:nvPr/>
        </p:nvSpPr>
        <p:spPr>
          <a:xfrm>
            <a:off x="1391412" y="1917700"/>
            <a:ext cx="2011680" cy="2011680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15-label121"/>
          <p:cNvSpPr txBox="1"/>
          <p:nvPr/>
        </p:nvSpPr>
        <p:spPr>
          <a:xfrm>
            <a:off x="548640" y="4658360"/>
            <a:ext cx="3697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모양</a:t>
            </a:r>
            <a:endParaRPr lang="ko-KR" sz="2600" dirty="0"/>
          </a:p>
        </p:txBody>
      </p:sp>
      <p:sp>
        <p:nvSpPr>
          <p:cNvPr id="7" name="S15-figure122" descr="둥근기둥 모양"/>
          <p:cNvSpPr/>
          <p:nvPr/>
        </p:nvSpPr>
        <p:spPr>
          <a:xfrm>
            <a:off x="5340096" y="1917700"/>
            <a:ext cx="1508760" cy="2011680"/>
          </a:xfrm>
          <a:prstGeom prst="ca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5-label123"/>
          <p:cNvSpPr txBox="1"/>
          <p:nvPr/>
        </p:nvSpPr>
        <p:spPr>
          <a:xfrm>
            <a:off x="4245864" y="4658360"/>
            <a:ext cx="3697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둥근기둥 모양</a:t>
            </a:r>
            <a:endParaRPr lang="ko-KR" sz="2600" dirty="0"/>
          </a:p>
        </p:txBody>
      </p:sp>
      <p:sp>
        <p:nvSpPr>
          <p:cNvPr id="9" name="S15-figure124" descr="공 모양"/>
          <p:cNvSpPr/>
          <p:nvPr/>
        </p:nvSpPr>
        <p:spPr>
          <a:xfrm>
            <a:off x="8785860" y="1917700"/>
            <a:ext cx="2011680" cy="201168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15-label125"/>
          <p:cNvSpPr txBox="1"/>
          <p:nvPr/>
        </p:nvSpPr>
        <p:spPr>
          <a:xfrm>
            <a:off x="7943088" y="4658360"/>
            <a:ext cx="3697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 모양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네모·세모·동그라미 모양</dc:title>
  <dc:subject>KR22-G01-MAT-SHAPE2D-L01</dc:subject>
  <dc:creator>education-ppt</dc:creator>
  <cp:lastModifiedBy>education-ppt</cp:lastModifiedBy>
  <cp:revision>1</cp:revision>
  <dcterms:created xsi:type="dcterms:W3CDTF">2026-10-26T06:49:31Z</dcterms:created>
  <dcterms:modified xsi:type="dcterms:W3CDTF">2026-10-26T06:49:31Z</dcterms:modified>
</cp:coreProperties>
</file>