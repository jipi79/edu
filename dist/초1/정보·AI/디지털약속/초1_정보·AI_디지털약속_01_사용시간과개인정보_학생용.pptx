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d1ebbb5-6487-adb4-5011-892b33b4ac7a}">
          <p14:sldIdLst>
            <p14:sldId id="256"/>
            <p14:sldId id="257"/>
          </p14:sldIdLst>
        </p14:section>
        <p14:section name="개념" id="{cf6ea3f8-6ff0-a5b1-b4d1-7addf1f0e32c}">
          <p14:sldIdLst>
            <p14:sldId id="258"/>
            <p14:sldId id="259"/>
            <p14:sldId id="261"/>
            <p14:sldId id="262"/>
          </p14:sldIdLst>
        </p14:section>
        <p14:section name="연습" id="{f2d9e865-052b-9a06-bd5b-91a5ba4f9150}">
          <p14:sldIdLst>
            <p14:sldId id="260"/>
            <p14:sldId id="263"/>
            <p14:sldId id="264"/>
          </p14:sldIdLst>
        </p14:section>
        <p14:section name="개념" id="{4cec679e-c9e8-afd0-ef30-aef297d52897}">
          <p14:sldIdLst/>
        </p14:section>
        <p14:section name="연습" id="{387dba67-5eaf-c07f-dfdb-7c0123d9cb2e}">
          <p14:sldIdLst/>
        </p14:section>
        <p14:section name="확인" id="{3ed89346-8ea3-36f3-23d3-34c60b11943f}">
          <p14:sldIdLst>
            <p14:sldId id="265"/>
            <p14:sldId id="266"/>
          </p14:sldIdLst>
        </p14:section>
        <p14:section name="정리" id="{28d671b4-c582-8c74-c3d8-90b105dd3e8a}">
          <p14:sldIdLst>
            <p14:sldId id="267"/>
          </p14:sldIdLst>
        </p14:section>
        <p14:section name="보충" id="{33f45fb3-196e-1e6e-3a57-a82ccf17ee12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정보·AI · 디지털약속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정보·AI · 사용 시간과 개인정보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정보·AI · 사용 시간과 개인정보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정보·AI · 사용 시간과 개인정보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시간과 개인정보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기기를 쓸 때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약속이 필요할까?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사용 시간 약속을 지켜요.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나의 정보를 지켜요.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 쓰는 차례 기억나요?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 시간에 배운 것을 말해요.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기기를 쓰기 전에 무엇을 해요?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기기를 다 쓰면 어떻게 해요?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약속이 필요해요</a:t>
            </a:r>
            <a:endParaRPr lang="ko-KR" sz="4400" dirty="0"/>
          </a:p>
        </p:txBody>
      </p:sp>
      <p:sp>
        <p:nvSpPr>
          <p:cNvPr id="3" name="S03-text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시간을 정해서 쓸까요?</a:t>
            </a:r>
            <a:endParaRPr lang="ko-KR" sz="3200" dirty="0"/>
          </a:p>
        </p:txBody>
      </p:sp>
      <p:sp>
        <p:nvSpPr>
          <p:cNvPr id="4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시간을 정해 쓰고, 끝나면 스스로 꺼요.</a:t>
            </a:r>
            <a:endParaRPr lang="ko-KR" sz="3200" dirty="0"/>
          </a:p>
        </p:txBody>
      </p:sp>
      <p:sp>
        <p:nvSpPr>
          <p:cNvPr id="6" name="S03-card11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2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눈도 쉬어야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해요.</a:t>
            </a:r>
            <a:endParaRPr lang="ko-KR" sz="3200" dirty="0"/>
          </a:p>
        </p:txBody>
      </p:sp>
      <p:sp>
        <p:nvSpPr>
          <p:cNvPr id="8" name="S03-card13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14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뛰어놀고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잠도 자요.</a:t>
            </a:r>
            <a:endParaRPr lang="ko-KR" sz="3200" dirty="0"/>
          </a:p>
        </p:txBody>
      </p:sp>
      <p:sp>
        <p:nvSpPr>
          <p:cNvPr id="10" name="S03-card15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6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숙제, 책 읽기도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해야 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하준이네 약속</a:t>
            </a:r>
            <a:endParaRPr lang="ko-KR" sz="4400" dirty="0"/>
          </a:p>
        </p:txBody>
      </p:sp>
      <p:sp>
        <p:nvSpPr>
          <p:cNvPr id="3" name="S04-text1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하준이는 가족과 함께 약속을 정했어요.</a:t>
            </a:r>
            <a:endParaRPr lang="ko-KR" sz="3200" dirty="0"/>
          </a:p>
        </p:txBody>
      </p:sp>
      <p:sp>
        <p:nvSpPr>
          <p:cNvPr id="4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약속은 가족이 함께 정하고, 모두 지켜요.</a:t>
            </a:r>
            <a:endParaRPr lang="ko-KR" sz="3200" dirty="0"/>
          </a:p>
        </p:txBody>
      </p:sp>
      <p:graphicFrame>
        <p:nvGraphicFramePr>
          <p:cNvPr id="5" name="S04-table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680335"/>
          <a:ext cx="10058400" cy="914400"/>
        </p:xfrm>
        <a:graphic>
          <a:graphicData uri="http://schemas.openxmlformats.org/drawingml/2006/table">
            <a:tbl>
              <a:tblPr/>
              <a:tblGrid>
                <a:gridCol w="2414016"/>
                <a:gridCol w="7644384"/>
              </a:tblGrid>
              <a:tr h="59055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숙제를 마친 뒤에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얼마나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타이머가 울릴 때까지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끝나면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스스로 끄고 제자리에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타이머가 울렸어요</a:t>
            </a:r>
            <a:endParaRPr lang="ko-KR" sz="4400" dirty="0"/>
          </a:p>
        </p:txBody>
      </p:sp>
      <p:sp>
        <p:nvSpPr>
          <p:cNvPr id="3" name="S05-text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보던 영상이 아직 안 끝났어요.</a:t>
            </a:r>
            <a:endParaRPr lang="ko-KR" sz="3200" dirty="0"/>
          </a:p>
        </p:txBody>
      </p:sp>
      <p:sp>
        <p:nvSpPr>
          <p:cNvPr id="4" name="S05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어떻게 할까요? 왜요?</a:t>
            </a:r>
            <a:endParaRPr lang="ko-KR" sz="3200" dirty="0"/>
          </a:p>
        </p:txBody>
      </p:sp>
      <p:sp>
        <p:nvSpPr>
          <p:cNvPr id="6" name="S05-chip24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5-card25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26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들은 척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계속 봐요.</a:t>
            </a:r>
            <a:endParaRPr lang="ko-KR" sz="3200" dirty="0"/>
          </a:p>
        </p:txBody>
      </p:sp>
      <p:sp>
        <p:nvSpPr>
          <p:cNvPr id="9" name="S05-chip27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5-card28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5-cardtext29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“이것만 보고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끌게요.”</a:t>
            </a:r>
            <a:endParaRPr lang="ko-KR" sz="3200" dirty="0"/>
          </a:p>
        </p:txBody>
      </p:sp>
      <p:sp>
        <p:nvSpPr>
          <p:cNvPr id="12" name="S05-chip30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5-card31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5-cardtext32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끄고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 했어요.”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나를 알려 주는 정보</a:t>
            </a:r>
            <a:endParaRPr lang="ko-KR" sz="4400" dirty="0"/>
          </a:p>
        </p:txBody>
      </p:sp>
      <p:sp>
        <p:nvSpPr>
          <p:cNvPr id="3" name="S06-text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것을 개인정보라고 해요.</a:t>
            </a:r>
            <a:endParaRPr lang="ko-KR" sz="3200" dirty="0"/>
          </a:p>
        </p:txBody>
      </p:sp>
      <p:sp>
        <p:nvSpPr>
          <p:cNvPr id="4" name="S06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사람에게 알려 주지 않아요.</a:t>
            </a:r>
            <a:endParaRPr lang="ko-KR" sz="3200" dirty="0"/>
          </a:p>
        </p:txBody>
      </p:sp>
      <p:sp>
        <p:nvSpPr>
          <p:cNvPr id="6" name="S06-card36"/>
          <p:cNvSpPr/>
          <p:nvPr/>
        </p:nvSpPr>
        <p:spPr>
          <a:xfrm>
            <a:off x="548640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37"/>
          <p:cNvSpPr txBox="1"/>
          <p:nvPr/>
        </p:nvSpPr>
        <p:spPr>
          <a:xfrm>
            <a:off x="822960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이름, 가족 이름</a:t>
            </a:r>
            <a:endParaRPr lang="ko-KR" sz="3200" dirty="0"/>
          </a:p>
        </p:txBody>
      </p:sp>
      <p:sp>
        <p:nvSpPr>
          <p:cNvPr id="8" name="S06-card38"/>
          <p:cNvSpPr/>
          <p:nvPr/>
        </p:nvSpPr>
        <p:spPr>
          <a:xfrm>
            <a:off x="6208776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6-cardtext39"/>
          <p:cNvSpPr txBox="1"/>
          <p:nvPr/>
        </p:nvSpPr>
        <p:spPr>
          <a:xfrm>
            <a:off x="6483096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집이 있는 곳</a:t>
            </a:r>
            <a:endParaRPr lang="ko-KR" sz="3200" dirty="0"/>
          </a:p>
        </p:txBody>
      </p:sp>
      <p:sp>
        <p:nvSpPr>
          <p:cNvPr id="10" name="S06-card40"/>
          <p:cNvSpPr/>
          <p:nvPr/>
        </p:nvSpPr>
        <p:spPr>
          <a:xfrm>
            <a:off x="548640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6-cardtext41"/>
          <p:cNvSpPr txBox="1"/>
          <p:nvPr/>
        </p:nvSpPr>
        <p:spPr>
          <a:xfrm>
            <a:off x="822960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전화번호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번호, 엄마·아빠 번호</a:t>
            </a:r>
            <a:endParaRPr lang="ko-KR" sz="3200" dirty="0"/>
          </a:p>
        </p:txBody>
      </p:sp>
      <p:sp>
        <p:nvSpPr>
          <p:cNvPr id="12" name="S06-card42"/>
          <p:cNvSpPr/>
          <p:nvPr/>
        </p:nvSpPr>
        <p:spPr>
          <a:xfrm>
            <a:off x="6208776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6-cardtext43"/>
          <p:cNvSpPr txBox="1"/>
          <p:nvPr/>
        </p:nvSpPr>
        <p:spPr>
          <a:xfrm>
            <a:off x="6483096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얼굴, 우리 집, 학교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사람이 물으면</a:t>
            </a:r>
            <a:endParaRPr lang="ko-KR" sz="4400" dirty="0"/>
          </a:p>
        </p:txBody>
      </p:sp>
      <p:sp>
        <p:nvSpPr>
          <p:cNvPr id="3" name="S07-text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온라인에서 모르는 사람이 내 정보를 물어요.</a:t>
            </a:r>
            <a:endParaRPr lang="ko-KR" sz="3200" dirty="0"/>
          </a:p>
        </p:txBody>
      </p:sp>
      <p:sp>
        <p:nvSpPr>
          <p:cNvPr id="4" name="S07-card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어른에게 말해도 혼나지 않아요. 나를 지키는 일이에요.</a:t>
            </a:r>
            <a:endParaRPr lang="ko-KR" sz="3200" dirty="0"/>
          </a:p>
        </p:txBody>
      </p:sp>
      <p:sp>
        <p:nvSpPr>
          <p:cNvPr id="6" name="S07-stepno47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7-text48"/>
          <p:cNvSpPr txBox="1"/>
          <p:nvPr/>
        </p:nvSpPr>
        <p:spPr>
          <a:xfrm>
            <a:off x="1325880" y="25786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알려 주지 않아요.</a:t>
            </a:r>
            <a:endParaRPr lang="ko-KR" sz="3200" dirty="0"/>
          </a:p>
        </p:txBody>
      </p:sp>
      <p:sp>
        <p:nvSpPr>
          <p:cNvPr id="8" name="S07-stepno49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7-text50"/>
          <p:cNvSpPr txBox="1"/>
          <p:nvPr/>
        </p:nvSpPr>
        <p:spPr>
          <a:xfrm>
            <a:off x="1325880" y="32918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대답하지 말고 그만해요.</a:t>
            </a:r>
            <a:endParaRPr lang="ko-KR" sz="3200" dirty="0"/>
          </a:p>
        </p:txBody>
      </p:sp>
      <p:sp>
        <p:nvSpPr>
          <p:cNvPr id="10" name="S07-stepno51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7-text52"/>
          <p:cNvSpPr txBox="1"/>
          <p:nvPr/>
        </p:nvSpPr>
        <p:spPr>
          <a:xfrm>
            <a:off x="1325880" y="40050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믿을 수 있는 어른에게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게임하다가 생긴 일</a:t>
            </a:r>
            <a:endParaRPr lang="ko-KR" sz="4400" dirty="0"/>
          </a:p>
        </p:txBody>
      </p:sp>
      <p:sp>
        <p:nvSpPr>
          <p:cNvPr id="3" name="S08-text5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사람이 “너 어디 살아? 몇 살이야?” 하고 물어요.</a:t>
            </a:r>
            <a:endParaRPr lang="ko-KR" sz="3200" dirty="0"/>
          </a:p>
        </p:txBody>
      </p:sp>
      <p:sp>
        <p:nvSpPr>
          <p:cNvPr id="4" name="S08-card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어떻게 할까요? 왜요?</a:t>
            </a:r>
            <a:endParaRPr lang="ko-KR" sz="3200" dirty="0"/>
          </a:p>
        </p:txBody>
      </p:sp>
      <p:sp>
        <p:nvSpPr>
          <p:cNvPr id="6" name="S08-chip56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8-card57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58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사는 곳과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나이를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알려 줘요.</a:t>
            </a:r>
            <a:endParaRPr lang="ko-KR" sz="3200" dirty="0"/>
          </a:p>
        </p:txBody>
      </p:sp>
      <p:sp>
        <p:nvSpPr>
          <p:cNvPr id="9" name="S08-chip59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8-card60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61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대답하지 않고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엄마에게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보여 줘요.</a:t>
            </a:r>
            <a:endParaRPr lang="ko-KR" sz="3200" dirty="0"/>
          </a:p>
        </p:txBody>
      </p:sp>
      <p:sp>
        <p:nvSpPr>
          <p:cNvPr id="12" name="S08-chip62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8-card63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8-cardtext64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“비밀이야.”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계속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개인정보일까요?</a:t>
            </a:r>
            <a:endParaRPr lang="ko-KR" sz="4400" dirty="0"/>
          </a:p>
        </p:txBody>
      </p:sp>
      <p:sp>
        <p:nvSpPr>
          <p:cNvPr id="3" name="S09-text6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나를 찾을 수 있는 정보일까요?</a:t>
            </a:r>
            <a:endParaRPr lang="ko-KR" sz="3200" dirty="0"/>
          </a:p>
        </p:txBody>
      </p:sp>
      <p:sp>
        <p:nvSpPr>
          <p:cNvPr id="4" name="S09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사람이 알면 나를 찾아올 수 있을까요?</a:t>
            </a:r>
            <a:endParaRPr lang="ko-KR" sz="3200" dirty="0"/>
          </a:p>
        </p:txBody>
      </p:sp>
      <p:sp>
        <p:nvSpPr>
          <p:cNvPr id="6" name="S09-chip6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text69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주소</a:t>
            </a:r>
            <a:endParaRPr lang="ko-KR" sz="3200" dirty="0"/>
          </a:p>
        </p:txBody>
      </p:sp>
      <p:sp>
        <p:nvSpPr>
          <p:cNvPr id="8" name="S09-chip70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text71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색</a:t>
            </a:r>
            <a:endParaRPr lang="ko-KR" sz="3200" dirty="0"/>
          </a:p>
        </p:txBody>
      </p:sp>
      <p:sp>
        <p:nvSpPr>
          <p:cNvPr id="10" name="S09-chip72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text73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 전화번호</a:t>
            </a:r>
            <a:endParaRPr lang="ko-KR" sz="3200" dirty="0"/>
          </a:p>
        </p:txBody>
      </p:sp>
      <p:sp>
        <p:nvSpPr>
          <p:cNvPr id="12" name="S09-chip74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9-text75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얼굴 사진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약속 정하기</a:t>
            </a:r>
            <a:endParaRPr lang="ko-KR" sz="4400" dirty="0"/>
          </a:p>
        </p:txBody>
      </p:sp>
      <p:sp>
        <p:nvSpPr>
          <p:cNvPr id="3" name="S10-text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가족과 함께 정하고 활동지에 써요.</a:t>
            </a:r>
            <a:endParaRPr lang="ko-KR" sz="3200" dirty="0"/>
          </a:p>
        </p:txBody>
      </p:sp>
      <p:sp>
        <p:nvSpPr>
          <p:cNvPr id="4" name="S10-card77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78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언제를 정했어요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얼마나를 정했어요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끝나면 할 일을 정했어요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까닭을 말했어요</a:t>
            </a:r>
            <a:endParaRPr lang="ko-KR" sz="3200" dirty="0"/>
          </a:p>
        </p:txBody>
      </p:sp>
      <p:sp>
        <p:nvSpPr>
          <p:cNvPr id="6" name="S10-stepno79"/>
          <p:cNvSpPr txBox="1"/>
          <p:nvPr/>
        </p:nvSpPr>
        <p:spPr>
          <a:xfrm>
            <a:off x="548640" y="2770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0-text80"/>
          <p:cNvSpPr txBox="1"/>
          <p:nvPr/>
        </p:nvSpPr>
        <p:spPr>
          <a:xfrm>
            <a:off x="1325880" y="27706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얼마나 쓸지 정해요.</a:t>
            </a:r>
            <a:endParaRPr lang="ko-KR" sz="3200" dirty="0"/>
          </a:p>
        </p:txBody>
      </p:sp>
      <p:sp>
        <p:nvSpPr>
          <p:cNvPr id="8" name="S10-stepno81"/>
          <p:cNvSpPr txBox="1"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0-text82"/>
          <p:cNvSpPr txBox="1"/>
          <p:nvPr/>
        </p:nvSpPr>
        <p:spPr>
          <a:xfrm>
            <a:off x="1325880" y="3483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끝나면 어떻게 할지 정해요.</a:t>
            </a:r>
            <a:endParaRPr lang="ko-KR" sz="3200" dirty="0"/>
          </a:p>
        </p:txBody>
      </p:sp>
      <p:sp>
        <p:nvSpPr>
          <p:cNvPr id="10" name="S10-stepno83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0-text84"/>
          <p:cNvSpPr txBox="1"/>
          <p:nvPr/>
        </p:nvSpPr>
        <p:spPr>
          <a:xfrm>
            <a:off x="1325880" y="4197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정보를 지키는 약속도 써요.</a:t>
            </a:r>
            <a:endParaRPr lang="ko-KR" sz="3200" dirty="0"/>
          </a:p>
        </p:txBody>
      </p:sp>
      <p:sp>
        <p:nvSpPr>
          <p:cNvPr id="12" name="S10-stepno85"/>
          <p:cNvSpPr txBox="1"/>
          <p:nvPr/>
        </p:nvSpPr>
        <p:spPr>
          <a:xfrm>
            <a:off x="548640" y="4910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10-text86"/>
          <p:cNvSpPr txBox="1"/>
          <p:nvPr/>
        </p:nvSpPr>
        <p:spPr>
          <a:xfrm>
            <a:off x="1325880" y="49103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약속표를 붙여 두어요.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어떻게 할까요? 왜요?</a:t>
            </a:r>
            <a:endParaRPr lang="ko-KR" sz="3200" dirty="0"/>
          </a:p>
        </p:txBody>
      </p:sp>
      <p:sp>
        <p:nvSpPr>
          <p:cNvPr id="4" name="S11-chip88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1-text89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약속한 시간이 끝났어요.</a:t>
            </a:r>
            <a:endParaRPr lang="ko-KR" sz="3200" dirty="0"/>
          </a:p>
        </p:txBody>
      </p:sp>
      <p:sp>
        <p:nvSpPr>
          <p:cNvPr id="6" name="S11-chip9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1-text91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사람이 내 사진을 보내 달래요.</a:t>
            </a:r>
            <a:endParaRPr lang="ko-KR" sz="3200" dirty="0"/>
          </a:p>
        </p:txBody>
      </p:sp>
      <p:sp>
        <p:nvSpPr>
          <p:cNvPr id="8" name="S11-chip9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1-text93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사람이 우리 학교 이름을 물어요.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94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5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약속한 시간이 끝나면 스스로 끄고, 나의 정보는 모르는 사람에게 알려 주지 않아요.</a:t>
            </a:r>
            <a:endParaRPr lang="ko-KR" sz="3200" dirty="0"/>
          </a:p>
        </p:txBody>
      </p:sp>
      <p:sp>
        <p:nvSpPr>
          <p:cNvPr id="5" name="S13-chip96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끝나면 스스로 끄기</a:t>
            </a:r>
            <a:endParaRPr lang="ko-KR" sz="2600" dirty="0"/>
          </a:p>
        </p:txBody>
      </p:sp>
      <p:sp>
        <p:nvSpPr>
          <p:cNvPr id="6" name="S13-chip97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모르는 사람에게 알려 주기</a:t>
            </a:r>
            <a:endParaRPr lang="ko-KR" sz="2600" dirty="0"/>
          </a:p>
        </p:txBody>
      </p:sp>
      <p:sp>
        <p:nvSpPr>
          <p:cNvPr id="7" name="S13-text98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99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개인정보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가지는?</a:t>
            </a:r>
            <a:endParaRPr lang="ko-KR" sz="2600" dirty="0"/>
          </a:p>
        </p:txBody>
      </p:sp>
      <p:sp>
        <p:nvSpPr>
          <p:cNvPr id="9" name="S13-text100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모르는 사람이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물으면?</a:t>
            </a:r>
            <a:endParaRPr lang="ko-KR" sz="2600" dirty="0"/>
          </a:p>
        </p:txBody>
      </p:sp>
      <p:sp>
        <p:nvSpPr>
          <p:cNvPr id="10" name="S13-text101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실천 기록표에서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날 이야기</a:t>
            </a:r>
            <a:endParaRPr lang="ko-KR" sz="2600" dirty="0"/>
          </a:p>
        </p:txBody>
      </p:sp>
      <p:sp>
        <p:nvSpPr>
          <p:cNvPr id="11" name="S13-text10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순서를 바꾸면(2학년)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묻고, 쓰고, 꺼요</a:t>
            </a:r>
            <a:endParaRPr lang="ko-KR" sz="4400" dirty="0"/>
          </a:p>
        </p:txBody>
      </p:sp>
      <p:sp>
        <p:nvSpPr>
          <p:cNvPr id="3" name="S14-text10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타이머로 시간을 지켜요.</a:t>
            </a:r>
            <a:endParaRPr lang="ko-KR" sz="3200" dirty="0"/>
          </a:p>
        </p:txBody>
      </p:sp>
      <p:sp>
        <p:nvSpPr>
          <p:cNvPr id="4" name="S14-card10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0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타이머가 울리면 스스로 꺼요.</a:t>
            </a:r>
            <a:endParaRPr lang="ko-KR" sz="3200" dirty="0"/>
          </a:p>
        </p:txBody>
      </p:sp>
      <p:sp>
        <p:nvSpPr>
          <p:cNvPr id="6" name="S14-step106"/>
          <p:cNvSpPr txBox="1"/>
          <p:nvPr/>
        </p:nvSpPr>
        <p:spPr>
          <a:xfrm>
            <a:off x="548640" y="2834640"/>
            <a:ext cx="188915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“써도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돼요?”</a:t>
            </a:r>
            <a:endParaRPr lang="ko-KR" sz="2800" dirty="0"/>
          </a:p>
        </p:txBody>
      </p:sp>
      <p:sp>
        <p:nvSpPr>
          <p:cNvPr id="7" name="S14-line107"/>
          <p:cNvSpPr/>
          <p:nvPr/>
        </p:nvSpPr>
        <p:spPr>
          <a:xfrm>
            <a:off x="2492654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14-step108"/>
          <p:cNvSpPr txBox="1"/>
          <p:nvPr/>
        </p:nvSpPr>
        <p:spPr>
          <a:xfrm>
            <a:off x="2849270" y="2834640"/>
            <a:ext cx="188915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켜기</a:t>
            </a:r>
            <a:endParaRPr lang="ko-KR" sz="2800" dirty="0"/>
          </a:p>
        </p:txBody>
      </p:sp>
      <p:sp>
        <p:nvSpPr>
          <p:cNvPr id="9" name="S14-line109"/>
          <p:cNvSpPr/>
          <p:nvPr/>
        </p:nvSpPr>
        <p:spPr>
          <a:xfrm>
            <a:off x="4793285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4-step110"/>
          <p:cNvSpPr txBox="1"/>
          <p:nvPr/>
        </p:nvSpPr>
        <p:spPr>
          <a:xfrm>
            <a:off x="5149901" y="2834640"/>
            <a:ext cx="188915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맞추기</a:t>
            </a:r>
            <a:endParaRPr lang="ko-KR" sz="2800" dirty="0"/>
          </a:p>
        </p:txBody>
      </p:sp>
      <p:sp>
        <p:nvSpPr>
          <p:cNvPr id="11" name="S14-line111"/>
          <p:cNvSpPr/>
          <p:nvPr/>
        </p:nvSpPr>
        <p:spPr>
          <a:xfrm>
            <a:off x="7093915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14-step112"/>
          <p:cNvSpPr txBox="1"/>
          <p:nvPr/>
        </p:nvSpPr>
        <p:spPr>
          <a:xfrm>
            <a:off x="7450531" y="2834640"/>
            <a:ext cx="188915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쓰기</a:t>
            </a:r>
            <a:endParaRPr lang="ko-KR" sz="2800" dirty="0"/>
          </a:p>
        </p:txBody>
      </p:sp>
      <p:sp>
        <p:nvSpPr>
          <p:cNvPr id="13" name="S14-line113"/>
          <p:cNvSpPr/>
          <p:nvPr/>
        </p:nvSpPr>
        <p:spPr>
          <a:xfrm>
            <a:off x="9394546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14-step114"/>
          <p:cNvSpPr txBox="1"/>
          <p:nvPr/>
        </p:nvSpPr>
        <p:spPr>
          <a:xfrm>
            <a:off x="9751162" y="2834640"/>
            <a:ext cx="188915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울리면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끄기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정보·AI 사용 시간과 개인정보</dc:title>
  <dc:subject>KR22-G01-INF-PRIVACY-L01</dc:subject>
  <dc:creator>education-ppt</dc:creator>
  <cp:lastModifiedBy>education-ppt</cp:lastModifiedBy>
  <cp:revision>1</cp:revision>
  <dcterms:created xsi:type="dcterms:W3CDTF">2026-10-26T10:01:46Z</dcterms:created>
  <dcterms:modified xsi:type="dcterms:W3CDTF">2026-10-26T10:01:46Z</dcterms:modified>
</cp:coreProperties>
</file>