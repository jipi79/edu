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6bec6f5-4130-88cc-84d4-d2200e3ffcd9}">
          <p14:sldIdLst>
            <p14:sldId id="256"/>
            <p14:sldId id="257"/>
          </p14:sldIdLst>
        </p14:section>
        <p14:section name="개념" id="{079625e9-ae96-4555-c162-6d05fd8a7601}">
          <p14:sldIdLst>
            <p14:sldId id="258"/>
            <p14:sldId id="259"/>
            <p14:sldId id="262"/>
          </p14:sldIdLst>
        </p14:section>
        <p14:section name="연습" id="{ce6cb79b-3434-1ef0-2ed7-ad40076d7ee6}">
          <p14:sldIdLst>
            <p14:sldId id="260"/>
            <p14:sldId id="261"/>
            <p14:sldId id="263"/>
            <p14:sldId id="264"/>
          </p14:sldIdLst>
        </p14:section>
        <p14:section name="개념" id="{40ff3634-aa06-ebf3-60de-ae04672a9477}">
          <p14:sldIdLst/>
        </p14:section>
        <p14:section name="연습" id="{5be75e6e-f6e3-8d2c-2eb6-8bb689604591}">
          <p14:sldIdLst/>
        </p14:section>
        <p14:section name="확인" id="{d8ae34e5-60da-66bf-5f20-08a633d3d9ff}">
          <p14:sldIdLst>
            <p14:sldId id="265"/>
            <p14:sldId id="266"/>
            <p14:sldId id="267"/>
          </p14:sldIdLst>
        </p14:section>
        <p14:section name="정리" id="{0eea26eb-d858-261b-ef7c-f6519f13cd72}">
          <p14:sldIdLst>
            <p14:sldId id="268"/>
          </p14:sldIdLst>
        </p14:section>
        <p14:section name="보충" id="{57138db0-1b7a-c396-9978-0d607e4d049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기기를 쓸 때와 생활 속 일에 순서가 있다는 것을 떠올리게 합니다.
시간: 약 2분
이렇게 말해 보세요
- “텔레비전을 볼 때 맨 처음에 무엇을 하지? 오늘은 기계를 순서대로 쓰는 방법과, 우리가 날마다 하는 일의 순서를 알아볼 거야.”
예상 답
- “리모컨을 눌러요.” / “켜요.”
주의
- S05에서 실제로 켜고 끌 기기 하나를 미리 정해 두고, 켜는 방법(전원 단추 위치)을 부모가 먼저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확인(먼저와 다음)]
목적: ‘먼저’와 ‘다음에’로 두 가지 일의 차례를 말할 수 있는지 확인합니다. 오늘 배우는 순서의 기초입니다. 이 차시는 계획상 앞 차시가 없으므로 생활에서 익힌 것을 확인합니다.
시간: 약 3분
이렇게 말해 보세요
- “①에서 무엇을 먼저 해? ‘먼저 ~하고, 다음에 ~해요.’로 말해 볼까?”
정답
- ① 먼저 양말을 신고, 다음에 신발을 신어요. ② 먼저 손을 씻고, 다음에 밥을 먹어요. ③ 먼저 옷을 입고, 다음에 단추를 잠가요.
막히면
- “신발을 먼저 신으면 양말을 어떻게 신지?”처럼 반대로 하면 어떻게 되는지 물어봅니다.
- ‘먼저/다음’을 계속 헷갈리면 S14(보충)를 먼저 합니다.
주의
- ②, ③은 일부러 나중에 하는 일을 앞에 썼습니다. 읽어 준 차례대로 답하지 않는지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디지털 기기 알기]
목적: 디지털 기기가 무엇인지 쉬운 말로 알려 주고, 집에 있는 기기를 찾게 합니다(목표 A).
시간: 약 3분
이렇게 말해 보세요
- “화면이 있고, 우리가 누르는 대로 일하는 기계를 디지털 기기라고 해. 텔레비전, 컴퓨터, 태블릿, 휴대 전화 같은 거야.”
- “우리 집에서 디지털 기기를 찾아볼까? 손가락으로 가리켜 봐.”
예상 답
- “텔레비전이요. 아빠 휴대 전화요.”
막히면
- 부모가 집 안의 기기 하나를 가리키며 “이건 화면이 있어? 누르면 일을 해?”라고 물어 함께 찾습니다.
주의
- 냉장고·세탁기처럼 화면이나 단추가 있는 가전제품을 말하면 “맞아, 요즘은 그런 기계도 많아.”라고 받아 주고, 오늘은 화면을 보며 쓰는 기기를 중심으로 한다고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기기를 쓰는 차례]
목적: 디지털 기기를 쓸 때의 차례(묻기 → 켜기 → 안내대로 쓰기 → 끄고 제자리)를 알려 줍니다(목표 A, 오해 M1·M2).
시간: 약 3분
이렇게 말해 보세요
- “기기를 쓸 때도 차례가 있어. 맨 처음에는 무엇을 할까? 어른께 ‘써도 돼요?’ 하고 물어.”
- “켠 다음에는 엄마(아빠)가 알려 주는 것을 끝까지 듣고 그대로 해. 다 쓰면 끄고 제자리에 둬.”
- “네 단계를 손가락으로 세면서 같이 말해 볼까?”
예상 답
- “물어보기, 켜기, 쓰기, 끄기.”
막히면
- 단계마다 동작을 붙입니다(묻기는 손 들기, 켜기는 단추 누르기, 쓰기는 손가락으로 화면 짚기, 끄기는 다시 단추 누르기).
주의
- ‘끄고 제자리에 두기’까지 해야 끝이라는 것을 강조합니다. 다음 차시의 ‘사용 시간 약속’과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 따라 켜고 끄기(실제 기기)]
목적: 부모가 고른 기기 하나로, 안내를 끝까지 듣고 차례대로 켜고 끄는 것을 실제로 해 봅니다(목표 A, 오해 M1·M2). 활동지 2와 이어집니다.
시간: 약 6분
이렇게 말해 보세요
- (아이가 “써도 돼요?” 하고 물으면) “그래, 엄마(아빠)가 하나씩 알려 줄게. 다 듣고 나서 해.”
- “전원 단추는 여기 있어. 꾹 눌러서 켜 봐.” “소리 단추는 여기야. 소리를 작게 줄여 볼까?”
- “이제 끌 시간이야. 끄고 나서 제자리에 두자.”
예상 답
- 아이가 묻고 나서, 안내를 끝까지 들은 뒤 한 단계씩 따라 합니다.
정답
- 관찰 기준 네 가지 가운데 세 가지 이상이면 잘한 것입니다. 기기마다 켜는 방법이 다르므로, 부모의 안내를 듣고 그대로 했는지를 봅니다.
막히면
- 안내가 끝나기 전에 누르면(M2) 손을 무릎에 올리고 기다리게 한 뒤, 한 단계만 말하고 따라 하게 합니다.
- 단추를 찾기 어려우면 부모가 손가락으로 가리켜 주고, 다음에는 말로만 알려 줍니다.
주의
- 켜는 것만 하고 바로 끕니다. 영상이나 놀이를 시작하지 않습니다(사용 시간은 다음 차시에서 다룹니다). 텔레비전이면 리모컨의 전원 단추로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바르게 쓰는 모습 비교]
목적: 기기를 바르게 쓰는 모습과 그렇지 않은 모습을 비교하고 까닭을 말합니다(목표 A, 오해 M5).
시간: 약 3분
이렇게 말해 보세요
- “가처럼 젖은 손으로 만지면 기기는 어떻게 될까? 누워서 가까이 보면 우리 눈과 목은 어떨까?”
- “어느 쪽이 바르게 썼어? 왜?”
정답
- 나. 기기에 물이 들어가면 고장 날 수 있고, 누워서 화면을 가까이 보면 눈이 쉽게 피곤해지고 목이 아플 수 있습니다. 기기나 몸을 지키는 것과 관련된 까닭을 말하면 맞습니다.
막히면
- 부모가 가처럼 누워서 책을 아주 가까이 보는 흉내를 내고 “엄마 눈이 어떨 것 같아?”라고 묻습니다.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일을 단계로 나누기(양치)]
목적: 날마다 하는 양치를 네 단계로 나누어 차례대로 말하는 방법을 보여 줍니다(목표 B). 기기도 이렇게 나눈 단계를 차례대로 따라 일한다는 것과 이어집니다.
시간: 약 3분
이렇게 말해 보세요
- “양치를 할 때 무엇부터 하지? 엄마(아빠)가 네 단계로 나누어 봤어.”
- “먼저 칫솔에 치약을 짜고, 다음에 이를 닦고, 그다음에 물로 헹구고, 마지막에 칫솔을 씻어 둬. 같이 말해 볼까?”
- “기기도 이렇게 단계를 나누어 알려 주면, 그 차례대로 일을 해.”
예상 답
- “먼저 치약을 짜요. 다음에 이를 닦아요. 그다음에 헹궈요. 마지막에 칫솔을 씻어요.”
막히면
- 칫솔과 컵을 들고 실제로 흉내 내며 단계마다 이름을 붙입니다.
주의
- 집에서 하는 양치 순서가 조금 달라도(헹군 뒤 혀 닦기 등) 괜찮습니다. 단계를 나누어 차례대로 말하는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섞인 단계 늘어놓기(손 씻기)]
목적: 섞인 단계를 차례대로 늘어놓고 까닭을 말하는 연습을 합니다(목표 B, 오해 M3).
시간: 약 4분
이렇게 말해 보세요
- “손을 씻을 때 맨 처음에는 무엇을 해? 그다음에는?”
- “라를 가보다 먼저 하면 어떻게 될까?”
정답
- 나 → 가 → 라 → 다 (적시기 → 비누칠 → 헹구기 → 닦기)
- 라(헹구기)를 가(비누칠)보다 먼저 하면 비누가 손에 남아 미끈거립니다.
막히면
- 활동지 뒷면이나 쪽지 네 장에 단계를 하나씩 써서 섞은 뒤, 아이가 직접 차례대로 놓게 합니다.
- 실제로 세면대에서 손을 씻으며 단계마다 말하게 합니다.
주의
- 아이가 ‘물을 잠가요’ 같은 단계를 더 말하면 아주 잘 나누었다고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빠진 단계 찾기]
목적: 차례에서 빠진 단계를 찾아 말합니다(목표 A·B).
시간: 약 3분
이렇게 말해 보세요
- “①은 기기를 쓰는 차례야. 켠 다음, 끄기 전에 무엇을 할까?”
- “②는 우유를 마시는 차례야. 컵을 꺼낸 다음에 바로 마실 수 있을까?”
정답
- ① 안내대로 쓰기(쓰기) ② 우유 따르기(물 따르기도 맞음)
막히면
- “?가 없으면 어떻게 될까?”라고 묻습니다(② 빈 컵을 마시게 돼요).
주의
- 답을 말하면 “왜 그 자리에 들어가?”라고 물어 앞뒤 단계와 이어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처음 보는 일의 차례(그림 그리기)]
목적: 처음 보는 일의 단계를 도움 없이 차례대로 늘어놓고 까닭을 말하는지 확인합니다(목표 B).
시간: 약 2분
이렇게 말해 보세요
- “이번에는 혼자 해 볼래? 무엇부터 할까? ‘먼저, 다음에, 그다음에, 마지막에’로 말해 줘.”
정답
- 나 → 라 → 다 → 가 (종이 꺼내기 → 연필로 그리기 → 색칠하기 → 정리하기)
- 종이 꺼내기가 처음, 정리가 마지막이고 순서 말을 써서 말하면 맞습니다. 색연필로 바로 그린다며 그리기와 색칠을 다르게 놓아도 까닭이 있으면 받아 줍니다.
막히면
- “맨 처음에 꼭 있어야 하는 건 뭘까?”, “맨 마지막에 하는 일은?”처럼 처음과 끝을 먼저 찾게 합니다. 도움을 받았으면 기록표에 표시합니다.
주의
- 답을 바로 고쳐 주지 않고 S11에서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흔한 실수]
목적: 손 씻기와 그림 그리기의 차례를 확인하고 흔한 실수를 돌아봅니다.
시간: 약 2분
이렇게 말해 보세요
- “네가 놓은 차례와 같아? 다른 곳이 있으면 왜 그렇게 놓았는지 말해 줄래?”
예상 답
- “같아요.” / “색칠을 먼저 했어요. 색연필로 바로 그리니까요.”
주의
- 이 장은 학생용 파일에서 빠집니다. 까닭이 있는 다른 차례는 맞은 것으로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보기(기기 사용 차례, 나의 아침)]
목적: 기기를 쓰는 차례의 처음과 끝, 그리고 나의 아침 일을 도움 없이 차례대로 말하는지 확인합니다(목표 A·B).
시간: 약 3분
이렇게 말해 보세요
- “이번에는 엄마(아빠)가 도와주지 않을게. ①부터 말해 볼래?”
- “③은 ‘먼저, 다음에, 마지막에’를 넣어서 말해 줘.”
정답
- ① 어른께 “써도 돼요?” 하고 물어요.
- ② 끄고 제자리에 둬요.
- ③ 예: 먼저 세수해요, 다음에 옷을 입어요, 마지막에 아침을 먹어요. (순서 말을 써서 세 가지를 자연스러운 차례로 말하면 맞음, 집마다 달라도 됨)
- ①②와 S05 관찰이 맞으면 목표 A, S10과 ③이 맞으면 목표 B 확인 완료입니다.
막히면
- ③에서 일을 떠올리지 못하면 “일어나면 제일 먼저 어디에 가?”라고 첫 일만 함께 찾고 나머지는 혼자 말하게 합니다.
주의
- ③은 활동지 5에 그림이나 글로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복습]
목적: 핵심을 정리하고 다음 수업 첫 5분에 할 복습을 알려 줍니다.
시간: 약 2분
이렇게 말해 보세요
- “오늘 배운 것을 한 문장으로 말해 볼래?”
예상 답
- “기계는 물어보고 켜고, 다 쓰면 꺼요. 일은 차례대로 해요.”
정답
- ① 어른께 써도 되는지 묻기 ② 적시기 → 비누칠 → 헹구기 → 닦기 ③ 예: 잠옷 입기 → 양치하기 → 불 끄기 (순서 말로 자연스러운 차례를 말하면 맞음)
주의
- 다음 차시에서는 기기를 얼마나 쓸지(사용 시간)와 나의 정보를 지키는 약속을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보충(먼저와 다음)]
목적: S02에서 ‘먼저/다음’을 헷갈리면 두 단계의 차례부터 실제로 해 보며 익힙니다(오해 M4).
시간: 약 5분
이렇게 말해 보세요
- “양말과 신발을 가져와 볼까? 무엇을 먼저 신어야 할까? 신어 보면서 ‘먼저 양말, 다음에 신발’ 하고 말해 봐.”
- “신발을 먼저 신으면 어떻게 될까? 한번 해 볼까?”
정답
- 먼저 양말을 신고 다음에 신발을 신어요. 먼저 옷을 입고 다음에 단추를 잠가요. 순서 말을 써서 두 단계를 말하면 맞습니다.
막히면
- 실제로 반대 차례로 해 보며(신발 위에 양말 신기) 왜 이상한지 웃으며 이야기합니다.
- 이 차시는 계획상 앞 차시가 없습니다. 차례를 나타내는 말을 계속 헷갈리면 수학 ‘몇째인지 알기’에서 첫째·둘째·셋째를 함께 연습합니다.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기기와절차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디지털 기기와 순서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디지털 기기와 순서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정보·AI · 디지털 기기와 순서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기기와 순서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기계를 쓸 때도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순서가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안내를 듣고 기기를 켜고 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일의 순서를 차례대로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먼저 할까요?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중에 먼저 하는 것을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신기, 신발 신기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먹기, 손 씻기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 잠그기, 옷 입기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기기를 찾아요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있고, 누르는 대로 일하는 기계예요.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집에는 어떤 디지털 기기가 있을까요?</a:t>
            </a:r>
            <a:endParaRPr lang="ko-KR" sz="32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</a:t>
            </a:r>
            <a:endParaRPr lang="ko-KR" sz="3600" dirty="0"/>
          </a:p>
        </p:txBody>
      </p:sp>
      <p:sp>
        <p:nvSpPr>
          <p:cNvPr id="7" name="S03-word14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</a:t>
            </a:r>
            <a:endParaRPr lang="ko-KR" sz="3600" dirty="0"/>
          </a:p>
        </p:txBody>
      </p:sp>
      <p:sp>
        <p:nvSpPr>
          <p:cNvPr id="8" name="S03-word15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</a:t>
            </a:r>
            <a:endParaRPr lang="ko-KR" sz="3600" dirty="0"/>
          </a:p>
        </p:txBody>
      </p:sp>
      <p:sp>
        <p:nvSpPr>
          <p:cNvPr id="9" name="S03-word16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쓰는 순서</a:t>
            </a:r>
            <a:endParaRPr lang="ko-KR" sz="4400" dirty="0"/>
          </a:p>
        </p:txBody>
      </p:sp>
      <p:sp>
        <p:nvSpPr>
          <p:cNvPr id="3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 → 켜기 → 쓰기 → 끄기, 차례대로 해요.</a:t>
            </a:r>
            <a:endParaRPr lang="ko-KR" sz="3200" dirty="0"/>
          </a:p>
        </p:txBody>
      </p:sp>
      <p:sp>
        <p:nvSpPr>
          <p:cNvPr id="5" name="S04-stepno1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0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“써도 돼요?” 하고 어른께 물어요.</a:t>
            </a:r>
            <a:endParaRPr lang="ko-KR" sz="3200" dirty="0"/>
          </a:p>
        </p:txBody>
      </p:sp>
      <p:sp>
        <p:nvSpPr>
          <p:cNvPr id="7" name="S04-stepno2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2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단추를 눌러 켜요.</a:t>
            </a:r>
            <a:endParaRPr lang="ko-KR" sz="3200" dirty="0"/>
          </a:p>
        </p:txBody>
      </p:sp>
      <p:sp>
        <p:nvSpPr>
          <p:cNvPr id="9" name="S04-stepno2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4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안내를 끝까지 듣고 그대로 해요.</a:t>
            </a:r>
            <a:endParaRPr lang="ko-KR" sz="3200" dirty="0"/>
          </a:p>
        </p:txBody>
      </p:sp>
      <p:sp>
        <p:nvSpPr>
          <p:cNvPr id="11" name="S04-stepno2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6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 끄고 제자리에 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따라 켜고 끄기</a:t>
            </a:r>
            <a:endParaRPr lang="ko-KR" sz="44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안내를 듣고 해요.</a:t>
            </a:r>
            <a:endParaRPr lang="ko-KR" sz="32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충전기와 콘센트는 만지지 않아요.</a:t>
            </a:r>
            <a:endParaRPr lang="ko-KR" sz="3200" dirty="0"/>
          </a:p>
        </p:txBody>
      </p:sp>
      <p:sp>
        <p:nvSpPr>
          <p:cNvPr id="6" name="S05-card30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1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묻고 나서 켰어요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안내를 끝까지 들었어요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마른 손으로 잡아요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끄고 제자리에 뒀어요</a:t>
            </a:r>
            <a:endParaRPr lang="ko-KR" sz="2600" dirty="0"/>
          </a:p>
        </p:txBody>
      </p:sp>
      <p:sp>
        <p:nvSpPr>
          <p:cNvPr id="8" name="S05-stepno32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3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“써도 돼요?” 하고 물어요.</a:t>
            </a:r>
            <a:endParaRPr lang="ko-KR" sz="3200" dirty="0"/>
          </a:p>
        </p:txBody>
      </p:sp>
      <p:sp>
        <p:nvSpPr>
          <p:cNvPr id="10" name="S05-stepno34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35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단추를 찾아 켜요.</a:t>
            </a:r>
            <a:endParaRPr lang="ko-KR" sz="3200" dirty="0"/>
          </a:p>
        </p:txBody>
      </p:sp>
      <p:sp>
        <p:nvSpPr>
          <p:cNvPr id="12" name="S05-stepno36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37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작게 줄여요.</a:t>
            </a:r>
            <a:endParaRPr lang="ko-KR" sz="3200" dirty="0"/>
          </a:p>
        </p:txBody>
      </p:sp>
      <p:sp>
        <p:nvSpPr>
          <p:cNvPr id="14" name="S05-stepno38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39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끄고 제자리에 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쓰는 모습은?</a:t>
            </a:r>
            <a:endParaRPr lang="ko-KR" sz="4400" dirty="0"/>
          </a:p>
        </p:txBody>
      </p:sp>
      <p:sp>
        <p:nvSpPr>
          <p:cNvPr id="3" name="S06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하준이와 소율이가 태블릿을 써요.</a:t>
            </a:r>
            <a:endParaRPr lang="ko-KR" sz="3200" dirty="0"/>
          </a:p>
        </p:txBody>
      </p:sp>
      <p:sp>
        <p:nvSpPr>
          <p:cNvPr id="5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썼나요? 왜요?</a:t>
            </a:r>
            <a:endParaRPr lang="ko-KR" sz="3200" dirty="0"/>
          </a:p>
        </p:txBody>
      </p:sp>
      <p:sp>
        <p:nvSpPr>
          <p:cNvPr id="7" name="S06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손으로 만지고,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누워서 화면을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가까이 봐요.</a:t>
            </a:r>
            <a:endParaRPr lang="ko-KR" sz="3200" dirty="0"/>
          </a:p>
        </p:txBody>
      </p:sp>
      <p:sp>
        <p:nvSpPr>
          <p:cNvPr id="9" name="S06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닦고,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앉아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떨어져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양치는 이 순서로 해요</a:t>
            </a:r>
            <a:endParaRPr lang="ko-KR" sz="4400" dirty="0"/>
          </a:p>
        </p:txBody>
      </p:sp>
      <p:sp>
        <p:nvSpPr>
          <p:cNvPr id="3" name="S07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일을 작은 단계로 나누어요.</a:t>
            </a:r>
            <a:endParaRPr lang="ko-KR" sz="3200" dirty="0"/>
          </a:p>
        </p:txBody>
      </p:sp>
      <p:sp>
        <p:nvSpPr>
          <p:cNvPr id="4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‘먼저, 다음에, 마지막에’로 차례를 말해요.</a:t>
            </a:r>
            <a:endParaRPr lang="ko-KR" sz="3200" dirty="0"/>
          </a:p>
        </p:txBody>
      </p:sp>
      <p:sp>
        <p:nvSpPr>
          <p:cNvPr id="6" name="S07-step51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치약 짜기</a:t>
            </a:r>
            <a:endParaRPr lang="ko-KR" sz="3000" dirty="0"/>
          </a:p>
        </p:txBody>
      </p:sp>
      <p:sp>
        <p:nvSpPr>
          <p:cNvPr id="7" name="S07-line52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7-step53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닦기</a:t>
            </a:r>
            <a:endParaRPr lang="ko-KR" sz="3000" dirty="0"/>
          </a:p>
        </p:txBody>
      </p:sp>
      <p:sp>
        <p:nvSpPr>
          <p:cNvPr id="9" name="S07-line54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step55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헹구기</a:t>
            </a:r>
            <a:endParaRPr lang="ko-KR" sz="3000" dirty="0"/>
          </a:p>
        </p:txBody>
      </p:sp>
      <p:sp>
        <p:nvSpPr>
          <p:cNvPr id="11" name="S07-line56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7-step57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씻어 두기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순서 찾기</a:t>
            </a:r>
            <a:endParaRPr lang="ko-KR" sz="4400" dirty="0"/>
          </a:p>
        </p:txBody>
      </p:sp>
      <p:sp>
        <p:nvSpPr>
          <p:cNvPr id="3" name="S08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섞인 카드를 차례대로 놓아요.</a:t>
            </a:r>
            <a:endParaRPr lang="ko-KR" sz="3200" dirty="0"/>
          </a:p>
        </p:txBody>
      </p:sp>
      <p:sp>
        <p:nvSpPr>
          <p:cNvPr id="4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차례일까요? 가·나·다·라로 말해요.</a:t>
            </a:r>
            <a:endParaRPr lang="ko-KR" sz="3200" dirty="0"/>
          </a:p>
        </p:txBody>
      </p:sp>
      <p:sp>
        <p:nvSpPr>
          <p:cNvPr id="6" name="S08-chip61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2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3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비누칠해요.</a:t>
            </a:r>
            <a:endParaRPr lang="ko-KR" sz="3200" dirty="0"/>
          </a:p>
        </p:txBody>
      </p:sp>
      <p:sp>
        <p:nvSpPr>
          <p:cNvPr id="9" name="S08-chip64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5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6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손을 적셔요.</a:t>
            </a:r>
            <a:endParaRPr lang="ko-KR" sz="3200" dirty="0"/>
          </a:p>
        </p:txBody>
      </p:sp>
      <p:sp>
        <p:nvSpPr>
          <p:cNvPr id="12" name="S08-chip67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8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9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수건으로 닦아요.</a:t>
            </a:r>
            <a:endParaRPr lang="ko-KR" sz="3200" dirty="0"/>
          </a:p>
        </p:txBody>
      </p:sp>
      <p:sp>
        <p:nvSpPr>
          <p:cNvPr id="15" name="S08-chip70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8-card71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8-cardtext72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헹궈요.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단계를 찾아요</a:t>
            </a:r>
            <a:endParaRPr lang="ko-KR" sz="4400" dirty="0"/>
          </a:p>
        </p:txBody>
      </p:sp>
      <p:sp>
        <p:nvSpPr>
          <p:cNvPr id="3" name="S09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들어갈 일을 말해요.</a:t>
            </a:r>
            <a:endParaRPr lang="ko-KR" sz="3200" dirty="0"/>
          </a:p>
        </p:txBody>
      </p:sp>
      <p:sp>
        <p:nvSpPr>
          <p:cNvPr id="4" name="S09-chip7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step75"/>
          <p:cNvSpPr txBox="1"/>
          <p:nvPr/>
        </p:nvSpPr>
        <p:spPr>
          <a:xfrm>
            <a:off x="1344168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</a:t>
            </a:r>
            <a:endParaRPr lang="ko-KR" sz="2800" dirty="0"/>
          </a:p>
        </p:txBody>
      </p:sp>
      <p:sp>
        <p:nvSpPr>
          <p:cNvPr id="6" name="S09-line76"/>
          <p:cNvSpPr/>
          <p:nvPr/>
        </p:nvSpPr>
        <p:spPr>
          <a:xfrm>
            <a:off x="3664458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9-step77"/>
          <p:cNvSpPr txBox="1"/>
          <p:nvPr/>
        </p:nvSpPr>
        <p:spPr>
          <a:xfrm>
            <a:off x="4021074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켜기</a:t>
            </a:r>
            <a:endParaRPr lang="ko-KR" sz="2800" dirty="0"/>
          </a:p>
        </p:txBody>
      </p:sp>
      <p:sp>
        <p:nvSpPr>
          <p:cNvPr id="8" name="S09-line78"/>
          <p:cNvSpPr/>
          <p:nvPr/>
        </p:nvSpPr>
        <p:spPr>
          <a:xfrm>
            <a:off x="6341364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9-step79"/>
          <p:cNvSpPr txBox="1"/>
          <p:nvPr/>
        </p:nvSpPr>
        <p:spPr>
          <a:xfrm>
            <a:off x="6697980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800" dirty="0"/>
          </a:p>
        </p:txBody>
      </p:sp>
      <p:sp>
        <p:nvSpPr>
          <p:cNvPr id="10" name="S09-line80"/>
          <p:cNvSpPr/>
          <p:nvPr/>
        </p:nvSpPr>
        <p:spPr>
          <a:xfrm>
            <a:off x="9018270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9-step81"/>
          <p:cNvSpPr txBox="1"/>
          <p:nvPr/>
        </p:nvSpPr>
        <p:spPr>
          <a:xfrm>
            <a:off x="9374886" y="233172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끄기</a:t>
            </a:r>
            <a:endParaRPr lang="ko-KR" sz="2800" dirty="0"/>
          </a:p>
        </p:txBody>
      </p:sp>
      <p:sp>
        <p:nvSpPr>
          <p:cNvPr id="12" name="S09-chip8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3" name="S09-step83"/>
          <p:cNvSpPr txBox="1"/>
          <p:nvPr/>
        </p:nvSpPr>
        <p:spPr>
          <a:xfrm>
            <a:off x="1344168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꺼내기</a:t>
            </a:r>
            <a:endParaRPr lang="ko-KR" sz="2800" dirty="0"/>
          </a:p>
        </p:txBody>
      </p:sp>
      <p:sp>
        <p:nvSpPr>
          <p:cNvPr id="14" name="S09-line84"/>
          <p:cNvSpPr/>
          <p:nvPr/>
        </p:nvSpPr>
        <p:spPr>
          <a:xfrm>
            <a:off x="3664458" y="521208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9-step85"/>
          <p:cNvSpPr txBox="1"/>
          <p:nvPr/>
        </p:nvSpPr>
        <p:spPr>
          <a:xfrm>
            <a:off x="4021074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800" dirty="0"/>
          </a:p>
        </p:txBody>
      </p:sp>
      <p:sp>
        <p:nvSpPr>
          <p:cNvPr id="16" name="S09-line86"/>
          <p:cNvSpPr/>
          <p:nvPr/>
        </p:nvSpPr>
        <p:spPr>
          <a:xfrm>
            <a:off x="6341364" y="521208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7" name="S09-step87"/>
          <p:cNvSpPr txBox="1"/>
          <p:nvPr/>
        </p:nvSpPr>
        <p:spPr>
          <a:xfrm>
            <a:off x="6697980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마시기</a:t>
            </a:r>
            <a:endParaRPr lang="ko-KR" sz="2800" dirty="0"/>
          </a:p>
        </p:txBody>
      </p:sp>
      <p:sp>
        <p:nvSpPr>
          <p:cNvPr id="18" name="S09-line88"/>
          <p:cNvSpPr/>
          <p:nvPr/>
        </p:nvSpPr>
        <p:spPr>
          <a:xfrm>
            <a:off x="9018270" y="521208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9" name="S09-step89"/>
          <p:cNvSpPr txBox="1"/>
          <p:nvPr/>
        </p:nvSpPr>
        <p:spPr>
          <a:xfrm>
            <a:off x="9374886" y="4526280"/>
            <a:ext cx="2265426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놓아요</a:t>
            </a:r>
            <a:endParaRPr lang="ko-KR" sz="4400" dirty="0"/>
          </a:p>
        </p:txBody>
      </p:sp>
      <p:sp>
        <p:nvSpPr>
          <p:cNvPr id="3" name="S10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 카드가 섞였어요.</a:t>
            </a:r>
            <a:endParaRPr lang="ko-KR" sz="3200" dirty="0"/>
          </a:p>
        </p:txBody>
      </p:sp>
      <p:sp>
        <p:nvSpPr>
          <p:cNvPr id="4" name="S10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차례일까요? 왜 그렇게 생각해요?</a:t>
            </a:r>
            <a:endParaRPr lang="ko-KR" sz="3200" dirty="0"/>
          </a:p>
        </p:txBody>
      </p:sp>
      <p:sp>
        <p:nvSpPr>
          <p:cNvPr id="6" name="S10-chip93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0-card94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95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정리해요.</a:t>
            </a:r>
            <a:endParaRPr lang="ko-KR" sz="3200" dirty="0"/>
          </a:p>
        </p:txBody>
      </p:sp>
      <p:sp>
        <p:nvSpPr>
          <p:cNvPr id="9" name="S10-chip96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0-card97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98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꺼내요.</a:t>
            </a:r>
            <a:endParaRPr lang="ko-KR" sz="3200" dirty="0"/>
          </a:p>
        </p:txBody>
      </p:sp>
      <p:sp>
        <p:nvSpPr>
          <p:cNvPr id="12" name="S10-chip99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0-card100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0-cardtext101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색칠해요.</a:t>
            </a:r>
            <a:endParaRPr lang="ko-KR" sz="3200" dirty="0"/>
          </a:p>
        </p:txBody>
      </p:sp>
      <p:sp>
        <p:nvSpPr>
          <p:cNvPr id="15" name="S10-chip10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10-card103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0-cardtext104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연필로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정답과 흔한 실수</a:t>
            </a:r>
            <a:endParaRPr lang="ko-KR" sz="4400" dirty="0"/>
          </a:p>
        </p:txBody>
      </p:sp>
      <p:sp>
        <p:nvSpPr>
          <p:cNvPr id="3" name="S11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‘먼저, 다음에, 마지막에’로 말하면 잘한 거예요.</a:t>
            </a:r>
            <a:endParaRPr lang="ko-KR" sz="3200" dirty="0"/>
          </a:p>
        </p:txBody>
      </p:sp>
      <p:sp>
        <p:nvSpPr>
          <p:cNvPr id="5" name="S11-chip10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08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나→가→라→다</a:t>
            </a:r>
            <a:endParaRPr lang="ko-KR" sz="3200" dirty="0"/>
          </a:p>
        </p:txBody>
      </p:sp>
      <p:sp>
        <p:nvSpPr>
          <p:cNvPr id="7" name="S11-text109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</a:t>
            </a:r>
            <a:endParaRPr lang="ko-KR" sz="2600" dirty="0"/>
          </a:p>
        </p:txBody>
      </p:sp>
      <p:sp>
        <p:nvSpPr>
          <p:cNvPr id="8" name="S11-text110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나→라→다→가</a:t>
            </a:r>
            <a:endParaRPr lang="ko-KR" sz="3200" dirty="0"/>
          </a:p>
        </p:txBody>
      </p:sp>
      <p:sp>
        <p:nvSpPr>
          <p:cNvPr id="9" name="S11-text111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</a:t>
            </a:r>
            <a:endParaRPr lang="ko-KR" sz="2600" dirty="0"/>
          </a:p>
        </p:txBody>
      </p:sp>
      <p:sp>
        <p:nvSpPr>
          <p:cNvPr id="10" name="S11-chip11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11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헹군 뒤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비누칠</a:t>
            </a:r>
            <a:endParaRPr lang="ko-KR" sz="3200" dirty="0"/>
          </a:p>
        </p:txBody>
      </p:sp>
      <p:sp>
        <p:nvSpPr>
          <p:cNvPr id="12" name="S11-text11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남아요</a:t>
            </a:r>
            <a:endParaRPr lang="ko-KR" sz="2600" dirty="0"/>
          </a:p>
        </p:txBody>
      </p:sp>
      <p:sp>
        <p:nvSpPr>
          <p:cNvPr id="13" name="S11-text11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묻지 않고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켜기</a:t>
            </a:r>
            <a:endParaRPr lang="ko-KR" sz="3200" dirty="0"/>
          </a:p>
        </p:txBody>
      </p:sp>
      <p:sp>
        <p:nvSpPr>
          <p:cNvPr id="14" name="S11-text11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단계는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 묻기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대답해요.</a:t>
            </a:r>
            <a:endParaRPr lang="ko-KR" sz="3200" dirty="0"/>
          </a:p>
        </p:txBody>
      </p:sp>
      <p:sp>
        <p:nvSpPr>
          <p:cNvPr id="4" name="S12-chip11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11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쓰기 전에 무엇을 해요?</a:t>
            </a:r>
            <a:endParaRPr lang="ko-KR" sz="3200" dirty="0"/>
          </a:p>
        </p:txBody>
      </p:sp>
      <p:sp>
        <p:nvSpPr>
          <p:cNvPr id="6" name="S12-chip12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12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다 쓰면 어떻게 해요?</a:t>
            </a:r>
            <a:endParaRPr lang="ko-KR" sz="3200" dirty="0"/>
          </a:p>
        </p:txBody>
      </p:sp>
      <p:sp>
        <p:nvSpPr>
          <p:cNvPr id="8" name="S12-chip12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12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일어나서 하는 일 세 가지를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2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2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기기는 묻기 → 켜기 → 쓰기 → 끄기, 일은 단계로 나누어 차례대로 해요.</a:t>
            </a:r>
            <a:endParaRPr lang="ko-KR" sz="3200" dirty="0"/>
          </a:p>
        </p:txBody>
      </p:sp>
      <p:sp>
        <p:nvSpPr>
          <p:cNvPr id="5" name="S13-chip12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안내를 끝까지 듣기</a:t>
            </a:r>
            <a:endParaRPr lang="ko-KR" sz="2600" dirty="0"/>
          </a:p>
        </p:txBody>
      </p:sp>
      <p:sp>
        <p:nvSpPr>
          <p:cNvPr id="6" name="S13-chip12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묻지 않고 켜기</a:t>
            </a:r>
            <a:endParaRPr lang="ko-KR" sz="2600" dirty="0"/>
          </a:p>
        </p:txBody>
      </p:sp>
      <p:sp>
        <p:nvSpPr>
          <p:cNvPr id="7" name="S13-text12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2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기기를 쓰기 전에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일은?</a:t>
            </a:r>
            <a:endParaRPr lang="ko-KR" sz="2600" dirty="0"/>
          </a:p>
        </p:txBody>
      </p:sp>
      <p:sp>
        <p:nvSpPr>
          <p:cNvPr id="9" name="S13-text13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 씻기 순서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ko-KR" sz="2600" dirty="0"/>
          </a:p>
        </p:txBody>
      </p:sp>
      <p:sp>
        <p:nvSpPr>
          <p:cNvPr id="10" name="S13-text13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자기 전에 하는 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차례는?</a:t>
            </a:r>
            <a:endParaRPr lang="ko-KR" sz="2600" dirty="0"/>
          </a:p>
        </p:txBody>
      </p:sp>
      <p:sp>
        <p:nvSpPr>
          <p:cNvPr id="11" name="S13-text13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사용 시간과 개인정보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먼저와 다음</a:t>
            </a:r>
            <a:endParaRPr lang="ko-KR" sz="4400" dirty="0"/>
          </a:p>
        </p:txBody>
      </p:sp>
      <p:sp>
        <p:nvSpPr>
          <p:cNvPr id="3" name="S14-card1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일의 차례를 몸으로 해 봐요.</a:t>
            </a:r>
            <a:endParaRPr lang="ko-KR" sz="3200" dirty="0"/>
          </a:p>
        </p:txBody>
      </p:sp>
      <p:sp>
        <p:nvSpPr>
          <p:cNvPr id="5" name="S14-card1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1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하는 일을 마치고, 다음 일을 해요.</a:t>
            </a:r>
            <a:endParaRPr lang="ko-KR" sz="3200" dirty="0"/>
          </a:p>
        </p:txBody>
      </p:sp>
      <p:sp>
        <p:nvSpPr>
          <p:cNvPr id="7" name="S14-chip1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신을 때</a:t>
            </a:r>
            <a:endParaRPr lang="ko-KR" sz="2600" dirty="0"/>
          </a:p>
        </p:txBody>
      </p:sp>
      <p:sp>
        <p:nvSpPr>
          <p:cNvPr id="8" name="S14-step138"/>
          <p:cNvSpPr txBox="1"/>
          <p:nvPr/>
        </p:nvSpPr>
        <p:spPr>
          <a:xfrm>
            <a:off x="548640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</a:t>
            </a:r>
            <a:endParaRPr lang="ko-KR" sz="3000" dirty="0"/>
          </a:p>
        </p:txBody>
      </p:sp>
      <p:sp>
        <p:nvSpPr>
          <p:cNvPr id="9" name="S14-line139"/>
          <p:cNvSpPr/>
          <p:nvPr/>
        </p:nvSpPr>
        <p:spPr>
          <a:xfrm>
            <a:off x="3079242" y="4137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40"/>
          <p:cNvSpPr txBox="1"/>
          <p:nvPr/>
        </p:nvSpPr>
        <p:spPr>
          <a:xfrm>
            <a:off x="3435858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</a:t>
            </a:r>
            <a:endParaRPr lang="ko-KR" sz="3000" dirty="0"/>
          </a:p>
        </p:txBody>
      </p:sp>
      <p:sp>
        <p:nvSpPr>
          <p:cNvPr id="11" name="S14-chip1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때</a:t>
            </a:r>
            <a:endParaRPr lang="ko-KR" sz="2600" dirty="0"/>
          </a:p>
        </p:txBody>
      </p:sp>
      <p:sp>
        <p:nvSpPr>
          <p:cNvPr id="12" name="S14-step142"/>
          <p:cNvSpPr txBox="1"/>
          <p:nvPr/>
        </p:nvSpPr>
        <p:spPr>
          <a:xfrm>
            <a:off x="6277356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입기</a:t>
            </a:r>
            <a:endParaRPr lang="ko-KR" sz="3000" dirty="0"/>
          </a:p>
        </p:txBody>
      </p:sp>
      <p:sp>
        <p:nvSpPr>
          <p:cNvPr id="13" name="S14-line143"/>
          <p:cNvSpPr/>
          <p:nvPr/>
        </p:nvSpPr>
        <p:spPr>
          <a:xfrm>
            <a:off x="8807958" y="4137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4-step144"/>
          <p:cNvSpPr txBox="1"/>
          <p:nvPr/>
        </p:nvSpPr>
        <p:spPr>
          <a:xfrm>
            <a:off x="9164574" y="3406140"/>
            <a:ext cx="247573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잠그기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정보·AI 디지털 기기와 순서</dc:title>
  <dc:subject>KR22-G01-INF-DEVICE-L01</dc:subject>
  <dc:creator>education-ppt</dc:creator>
  <cp:lastModifiedBy>education-ppt</cp:lastModifiedBy>
  <cp:revision>1</cp:revision>
  <dcterms:created xsi:type="dcterms:W3CDTF">2026-10-26T09:56:46Z</dcterms:created>
  <dcterms:modified xsi:type="dcterms:W3CDTF">2026-10-26T09:56:46Z</dcterms:modified>
</cp:coreProperties>
</file>