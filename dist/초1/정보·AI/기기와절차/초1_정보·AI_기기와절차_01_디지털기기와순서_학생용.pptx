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f39064d-6f77-95b9-599e-1179a53b6d33}">
          <p14:sldIdLst>
            <p14:sldId id="256"/>
            <p14:sldId id="257"/>
          </p14:sldIdLst>
        </p14:section>
        <p14:section name="개념" id="{9ae28310-28b8-608a-7084-6acaa349b870}">
          <p14:sldIdLst>
            <p14:sldId id="258"/>
            <p14:sldId id="259"/>
            <p14:sldId id="262"/>
          </p14:sldIdLst>
        </p14:section>
        <p14:section name="연습" id="{04ffa675-2feb-cf41-74c7-92deaf265a94}">
          <p14:sldIdLst>
            <p14:sldId id="260"/>
            <p14:sldId id="261"/>
            <p14:sldId id="263"/>
            <p14:sldId id="264"/>
          </p14:sldIdLst>
        </p14:section>
        <p14:section name="개념" id="{06b5a98d-6427-d971-7d06-ae40a7cf4e7f}">
          <p14:sldIdLst/>
        </p14:section>
        <p14:section name="연습" id="{6f9cbc34-8338-fd49-a0e8-b3463b6af09c}">
          <p14:sldIdLst/>
        </p14:section>
        <p14:section name="확인" id="{9b0c99fe-efda-1bc2-a722-b8abb7a757bc}">
          <p14:sldIdLst>
            <p14:sldId id="265"/>
            <p14:sldId id="266"/>
          </p14:sldIdLst>
        </p14:section>
        <p14:section name="정리" id="{7766ae93-4148-5b07-36f6-081c396a2678}">
          <p14:sldIdLst>
            <p14:sldId id="267"/>
          </p14:sldIdLst>
        </p14:section>
        <p14:section name="보충" id="{9afa6701-8726-edd2-6c3b-52d56b67a6dd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정보·AI · 기기와절차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정보·AI · 디지털 기기와 순서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정보·AI · 디지털 기기와 순서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정보·AI · 디지털 기기와 순서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디지털 기기와 순서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기계를 쓸 때도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순서가 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안내를 듣고 기기를 켜고 꺼요.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일의 순서를 차례대로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먼저 할까요?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중에 먼저 하는 것을 말해요.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 신기, 신발 신기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 먹기, 손 씻기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단추 잠그기, 옷 입기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디지털 기기를 찾아요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 있고, 누르는 대로 일하는 기계예요.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집에는 어떤 디지털 기기가 있을까요?</a:t>
            </a:r>
            <a:endParaRPr lang="ko-KR" sz="3200" dirty="0"/>
          </a:p>
        </p:txBody>
      </p:sp>
      <p:sp>
        <p:nvSpPr>
          <p:cNvPr id="6" name="S03-word13"/>
          <p:cNvSpPr txBox="1"/>
          <p:nvPr/>
        </p:nvSpPr>
        <p:spPr>
          <a:xfrm>
            <a:off x="548640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텔레비전</a:t>
            </a:r>
            <a:endParaRPr lang="ko-KR" sz="3600" dirty="0"/>
          </a:p>
        </p:txBody>
      </p:sp>
      <p:sp>
        <p:nvSpPr>
          <p:cNvPr id="7" name="S03-word14"/>
          <p:cNvSpPr txBox="1"/>
          <p:nvPr/>
        </p:nvSpPr>
        <p:spPr>
          <a:xfrm>
            <a:off x="3390138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</a:t>
            </a:r>
            <a:endParaRPr lang="ko-KR" sz="3600" dirty="0"/>
          </a:p>
        </p:txBody>
      </p:sp>
      <p:sp>
        <p:nvSpPr>
          <p:cNvPr id="8" name="S03-word15"/>
          <p:cNvSpPr txBox="1"/>
          <p:nvPr/>
        </p:nvSpPr>
        <p:spPr>
          <a:xfrm>
            <a:off x="6231636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태블릿</a:t>
            </a:r>
            <a:endParaRPr lang="ko-KR" sz="3600" dirty="0"/>
          </a:p>
        </p:txBody>
      </p:sp>
      <p:sp>
        <p:nvSpPr>
          <p:cNvPr id="9" name="S03-word16"/>
          <p:cNvSpPr txBox="1"/>
          <p:nvPr/>
        </p:nvSpPr>
        <p:spPr>
          <a:xfrm>
            <a:off x="9073134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 전화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기기를 쓰는 순서</a:t>
            </a:r>
            <a:endParaRPr lang="ko-KR" sz="4400" dirty="0"/>
          </a:p>
        </p:txBody>
      </p:sp>
      <p:sp>
        <p:nvSpPr>
          <p:cNvPr id="3" name="S04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묻기 → 켜기 → 쓰기 → 끄기, 차례대로 해요.</a:t>
            </a:r>
            <a:endParaRPr lang="ko-KR" sz="3200" dirty="0"/>
          </a:p>
        </p:txBody>
      </p:sp>
      <p:sp>
        <p:nvSpPr>
          <p:cNvPr id="5" name="S04-stepno19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4-text20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“써도 돼요?” 하고 어른께 물어요.</a:t>
            </a:r>
            <a:endParaRPr lang="ko-KR" sz="3200" dirty="0"/>
          </a:p>
        </p:txBody>
      </p:sp>
      <p:sp>
        <p:nvSpPr>
          <p:cNvPr id="7" name="S04-stepno21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4-text22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단추를 눌러 켜요.</a:t>
            </a:r>
            <a:endParaRPr lang="ko-KR" sz="3200" dirty="0"/>
          </a:p>
        </p:txBody>
      </p:sp>
      <p:sp>
        <p:nvSpPr>
          <p:cNvPr id="9" name="S04-stepno23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4-text24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안내를 끝까지 듣고 그대로 해요.</a:t>
            </a:r>
            <a:endParaRPr lang="ko-KR" sz="3200" dirty="0"/>
          </a:p>
        </p:txBody>
      </p:sp>
      <p:sp>
        <p:nvSpPr>
          <p:cNvPr id="11" name="S04-stepno25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4-text26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쓰면 끄고 제자리에 둬요.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따라 켜고 끄기</a:t>
            </a:r>
            <a:endParaRPr lang="ko-KR" sz="4400" dirty="0"/>
          </a:p>
        </p:txBody>
      </p:sp>
      <p:sp>
        <p:nvSpPr>
          <p:cNvPr id="3" name="S05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엄마(아빠)의 안내를 듣고 해요.</a:t>
            </a:r>
            <a:endParaRPr lang="ko-KR" sz="3200" dirty="0"/>
          </a:p>
        </p:txBody>
      </p:sp>
      <p:sp>
        <p:nvSpPr>
          <p:cNvPr id="4" name="S05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충전기와 콘센트는 만지지 않아요.</a:t>
            </a:r>
            <a:endParaRPr lang="ko-KR" sz="3200" dirty="0"/>
          </a:p>
        </p:txBody>
      </p:sp>
      <p:sp>
        <p:nvSpPr>
          <p:cNvPr id="6" name="S05-card30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1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묻고 나서 켰어요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안내를 끝까지 들었어요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마른 손으로 잡아요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끄고 제자리에 뒀어요</a:t>
            </a:r>
            <a:endParaRPr lang="ko-KR" sz="2600" dirty="0"/>
          </a:p>
        </p:txBody>
      </p:sp>
      <p:sp>
        <p:nvSpPr>
          <p:cNvPr id="8" name="S05-stepno32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5-text33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“써도 돼요?” 하고 물어요.</a:t>
            </a:r>
            <a:endParaRPr lang="ko-KR" sz="3200" dirty="0"/>
          </a:p>
        </p:txBody>
      </p:sp>
      <p:sp>
        <p:nvSpPr>
          <p:cNvPr id="10" name="S05-stepno34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5-text35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단추를 찾아 켜요.</a:t>
            </a:r>
            <a:endParaRPr lang="ko-KR" sz="3200" dirty="0"/>
          </a:p>
        </p:txBody>
      </p:sp>
      <p:sp>
        <p:nvSpPr>
          <p:cNvPr id="12" name="S05-stepno36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5-text37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작게 줄여요.</a:t>
            </a:r>
            <a:endParaRPr lang="ko-KR" sz="3200" dirty="0"/>
          </a:p>
        </p:txBody>
      </p:sp>
      <p:sp>
        <p:nvSpPr>
          <p:cNvPr id="14" name="S05-stepno38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5-text39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끄고 제자리에 둬요.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쓰는 모습은?</a:t>
            </a:r>
            <a:endParaRPr lang="ko-KR" sz="4400" dirty="0"/>
          </a:p>
        </p:txBody>
      </p:sp>
      <p:sp>
        <p:nvSpPr>
          <p:cNvPr id="3" name="S06-card4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4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하준이와 소율이가 태블릿을 써요.</a:t>
            </a:r>
            <a:endParaRPr lang="ko-KR" sz="3200" dirty="0"/>
          </a:p>
        </p:txBody>
      </p:sp>
      <p:sp>
        <p:nvSpPr>
          <p:cNvPr id="5" name="S06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바르게 썼나요? 왜요?</a:t>
            </a:r>
            <a:endParaRPr lang="ko-KR" sz="3200" dirty="0"/>
          </a:p>
        </p:txBody>
      </p:sp>
      <p:sp>
        <p:nvSpPr>
          <p:cNvPr id="7" name="S06-chip4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6-text4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젖은 손으로 만지고,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누워서 화면을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가까이 봐요.</a:t>
            </a:r>
            <a:endParaRPr lang="ko-KR" sz="3200" dirty="0"/>
          </a:p>
        </p:txBody>
      </p:sp>
      <p:sp>
        <p:nvSpPr>
          <p:cNvPr id="9" name="S06-chip4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6-text4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닦고,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앉아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화면과 떨어져 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양치는 이 순서로 해요</a:t>
            </a:r>
            <a:endParaRPr lang="ko-KR" sz="4400" dirty="0"/>
          </a:p>
        </p:txBody>
      </p:sp>
      <p:sp>
        <p:nvSpPr>
          <p:cNvPr id="3" name="S07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일을 작은 단계로 나누어요.</a:t>
            </a:r>
            <a:endParaRPr lang="ko-KR" sz="3200" dirty="0"/>
          </a:p>
        </p:txBody>
      </p:sp>
      <p:sp>
        <p:nvSpPr>
          <p:cNvPr id="4" name="S07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‘먼저, 다음에, 마지막에’로 차례를 말해요.</a:t>
            </a:r>
            <a:endParaRPr lang="ko-KR" sz="3200" dirty="0"/>
          </a:p>
        </p:txBody>
      </p:sp>
      <p:sp>
        <p:nvSpPr>
          <p:cNvPr id="6" name="S07-step51"/>
          <p:cNvSpPr txBox="1"/>
          <p:nvPr/>
        </p:nvSpPr>
        <p:spPr>
          <a:xfrm>
            <a:off x="548640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칫솔에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치약 짜기</a:t>
            </a:r>
            <a:endParaRPr lang="ko-KR" sz="3000" dirty="0"/>
          </a:p>
        </p:txBody>
      </p:sp>
      <p:sp>
        <p:nvSpPr>
          <p:cNvPr id="7" name="S07-line52"/>
          <p:cNvSpPr/>
          <p:nvPr/>
        </p:nvSpPr>
        <p:spPr>
          <a:xfrm>
            <a:off x="3067812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7-step53"/>
          <p:cNvSpPr txBox="1"/>
          <p:nvPr/>
        </p:nvSpPr>
        <p:spPr>
          <a:xfrm>
            <a:off x="3424428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닦기</a:t>
            </a:r>
            <a:endParaRPr lang="ko-KR" sz="3000" dirty="0"/>
          </a:p>
        </p:txBody>
      </p:sp>
      <p:sp>
        <p:nvSpPr>
          <p:cNvPr id="9" name="S07-line54"/>
          <p:cNvSpPr/>
          <p:nvPr/>
        </p:nvSpPr>
        <p:spPr>
          <a:xfrm>
            <a:off x="594360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7-step55"/>
          <p:cNvSpPr txBox="1"/>
          <p:nvPr/>
        </p:nvSpPr>
        <p:spPr>
          <a:xfrm>
            <a:off x="6300216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물로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헹구기</a:t>
            </a:r>
            <a:endParaRPr lang="ko-KR" sz="3000" dirty="0"/>
          </a:p>
        </p:txBody>
      </p:sp>
      <p:sp>
        <p:nvSpPr>
          <p:cNvPr id="11" name="S07-line56"/>
          <p:cNvSpPr/>
          <p:nvPr/>
        </p:nvSpPr>
        <p:spPr>
          <a:xfrm>
            <a:off x="8819388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7-step57"/>
          <p:cNvSpPr txBox="1"/>
          <p:nvPr/>
        </p:nvSpPr>
        <p:spPr>
          <a:xfrm>
            <a:off x="9176004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칫솔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씻어 두기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 순서 찾기</a:t>
            </a:r>
            <a:endParaRPr lang="ko-KR" sz="4400" dirty="0"/>
          </a:p>
        </p:txBody>
      </p:sp>
      <p:sp>
        <p:nvSpPr>
          <p:cNvPr id="3" name="S08-text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섞인 카드를 차례대로 놓아요.</a:t>
            </a:r>
            <a:endParaRPr lang="ko-KR" sz="3200" dirty="0"/>
          </a:p>
        </p:txBody>
      </p:sp>
      <p:sp>
        <p:nvSpPr>
          <p:cNvPr id="4" name="S08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차례일까요? 가·나·다·라로 말해요.</a:t>
            </a:r>
            <a:endParaRPr lang="ko-KR" sz="3200" dirty="0"/>
          </a:p>
        </p:txBody>
      </p:sp>
      <p:sp>
        <p:nvSpPr>
          <p:cNvPr id="6" name="S08-chip61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8-card62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63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비누칠해요.</a:t>
            </a:r>
            <a:endParaRPr lang="ko-KR" sz="3200" dirty="0"/>
          </a:p>
        </p:txBody>
      </p:sp>
      <p:sp>
        <p:nvSpPr>
          <p:cNvPr id="9" name="S08-chip64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8-card65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66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물로 손을 적셔요.</a:t>
            </a:r>
            <a:endParaRPr lang="ko-KR" sz="3200" dirty="0"/>
          </a:p>
        </p:txBody>
      </p:sp>
      <p:sp>
        <p:nvSpPr>
          <p:cNvPr id="12" name="S08-chip67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8-card68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8-cardtext69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수건으로 닦아요.</a:t>
            </a:r>
            <a:endParaRPr lang="ko-KR" sz="3200" dirty="0"/>
          </a:p>
        </p:txBody>
      </p:sp>
      <p:sp>
        <p:nvSpPr>
          <p:cNvPr id="15" name="S08-chip70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6" name="S08-card71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8-cardtext72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물로 헹궈요.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단계를 찾아요</a:t>
            </a:r>
            <a:endParaRPr lang="ko-KR" sz="4400" dirty="0"/>
          </a:p>
        </p:txBody>
      </p:sp>
      <p:sp>
        <p:nvSpPr>
          <p:cNvPr id="3" name="S09-text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?에 들어갈 일을 말해요.</a:t>
            </a:r>
            <a:endParaRPr lang="ko-KR" sz="3200" dirty="0"/>
          </a:p>
        </p:txBody>
      </p:sp>
      <p:sp>
        <p:nvSpPr>
          <p:cNvPr id="4" name="S09-chip74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9-step75"/>
          <p:cNvSpPr txBox="1"/>
          <p:nvPr/>
        </p:nvSpPr>
        <p:spPr>
          <a:xfrm>
            <a:off x="1344168" y="2331720"/>
            <a:ext cx="2265426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어른께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묻기</a:t>
            </a:r>
            <a:endParaRPr lang="ko-KR" sz="2800" dirty="0"/>
          </a:p>
        </p:txBody>
      </p:sp>
      <p:sp>
        <p:nvSpPr>
          <p:cNvPr id="6" name="S09-line76"/>
          <p:cNvSpPr/>
          <p:nvPr/>
        </p:nvSpPr>
        <p:spPr>
          <a:xfrm>
            <a:off x="3664458" y="301752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" name="S09-step77"/>
          <p:cNvSpPr txBox="1"/>
          <p:nvPr/>
        </p:nvSpPr>
        <p:spPr>
          <a:xfrm>
            <a:off x="4021074" y="2331720"/>
            <a:ext cx="2265426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켜기</a:t>
            </a:r>
            <a:endParaRPr lang="ko-KR" sz="2800" dirty="0"/>
          </a:p>
        </p:txBody>
      </p:sp>
      <p:sp>
        <p:nvSpPr>
          <p:cNvPr id="8" name="S09-line78"/>
          <p:cNvSpPr/>
          <p:nvPr/>
        </p:nvSpPr>
        <p:spPr>
          <a:xfrm>
            <a:off x="6341364" y="301752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9" name="S09-step79"/>
          <p:cNvSpPr txBox="1"/>
          <p:nvPr/>
        </p:nvSpPr>
        <p:spPr>
          <a:xfrm>
            <a:off x="6697980" y="2331720"/>
            <a:ext cx="2265426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800" dirty="0"/>
          </a:p>
        </p:txBody>
      </p:sp>
      <p:sp>
        <p:nvSpPr>
          <p:cNvPr id="10" name="S09-line80"/>
          <p:cNvSpPr/>
          <p:nvPr/>
        </p:nvSpPr>
        <p:spPr>
          <a:xfrm>
            <a:off x="9018270" y="301752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1" name="S09-step81"/>
          <p:cNvSpPr txBox="1"/>
          <p:nvPr/>
        </p:nvSpPr>
        <p:spPr>
          <a:xfrm>
            <a:off x="9374886" y="2331720"/>
            <a:ext cx="2265426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끄기</a:t>
            </a:r>
            <a:endParaRPr lang="ko-KR" sz="2800" dirty="0"/>
          </a:p>
        </p:txBody>
      </p:sp>
      <p:sp>
        <p:nvSpPr>
          <p:cNvPr id="12" name="S09-chip82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3" name="S09-step83"/>
          <p:cNvSpPr txBox="1"/>
          <p:nvPr/>
        </p:nvSpPr>
        <p:spPr>
          <a:xfrm>
            <a:off x="1344168" y="4526280"/>
            <a:ext cx="2265426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꺼내기</a:t>
            </a:r>
            <a:endParaRPr lang="ko-KR" sz="2800" dirty="0"/>
          </a:p>
        </p:txBody>
      </p:sp>
      <p:sp>
        <p:nvSpPr>
          <p:cNvPr id="14" name="S09-line84"/>
          <p:cNvSpPr/>
          <p:nvPr/>
        </p:nvSpPr>
        <p:spPr>
          <a:xfrm>
            <a:off x="3664458" y="521208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5" name="S09-step85"/>
          <p:cNvSpPr txBox="1"/>
          <p:nvPr/>
        </p:nvSpPr>
        <p:spPr>
          <a:xfrm>
            <a:off x="4021074" y="4526280"/>
            <a:ext cx="2265426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800" dirty="0"/>
          </a:p>
        </p:txBody>
      </p:sp>
      <p:sp>
        <p:nvSpPr>
          <p:cNvPr id="16" name="S09-line86"/>
          <p:cNvSpPr/>
          <p:nvPr/>
        </p:nvSpPr>
        <p:spPr>
          <a:xfrm>
            <a:off x="6341364" y="521208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7" name="S09-step87"/>
          <p:cNvSpPr txBox="1"/>
          <p:nvPr/>
        </p:nvSpPr>
        <p:spPr>
          <a:xfrm>
            <a:off x="6697980" y="4526280"/>
            <a:ext cx="2265426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마시기</a:t>
            </a:r>
            <a:endParaRPr lang="ko-KR" sz="2800" dirty="0"/>
          </a:p>
        </p:txBody>
      </p:sp>
      <p:sp>
        <p:nvSpPr>
          <p:cNvPr id="18" name="S09-line88"/>
          <p:cNvSpPr/>
          <p:nvPr/>
        </p:nvSpPr>
        <p:spPr>
          <a:xfrm>
            <a:off x="9018270" y="521208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9" name="S09-step89"/>
          <p:cNvSpPr txBox="1"/>
          <p:nvPr/>
        </p:nvSpPr>
        <p:spPr>
          <a:xfrm>
            <a:off x="9374886" y="4526280"/>
            <a:ext cx="2265426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씻기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차례대로 놓아요</a:t>
            </a:r>
            <a:endParaRPr lang="ko-KR" sz="4400" dirty="0"/>
          </a:p>
        </p:txBody>
      </p:sp>
      <p:sp>
        <p:nvSpPr>
          <p:cNvPr id="3" name="S10-text9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그리기 카드가 섞였어요.</a:t>
            </a:r>
            <a:endParaRPr lang="ko-KR" sz="3200" dirty="0"/>
          </a:p>
        </p:txBody>
      </p:sp>
      <p:sp>
        <p:nvSpPr>
          <p:cNvPr id="4" name="S10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차례일까요? 왜 그렇게 생각해요?</a:t>
            </a:r>
            <a:endParaRPr lang="ko-KR" sz="3200" dirty="0"/>
          </a:p>
        </p:txBody>
      </p:sp>
      <p:sp>
        <p:nvSpPr>
          <p:cNvPr id="6" name="S10-chip93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0-card94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0-cardtext95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정리해요.</a:t>
            </a:r>
            <a:endParaRPr lang="ko-KR" sz="3200" dirty="0"/>
          </a:p>
        </p:txBody>
      </p:sp>
      <p:sp>
        <p:nvSpPr>
          <p:cNvPr id="9" name="S10-chip96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0-card97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0-cardtext98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종이를 꺼내요.</a:t>
            </a:r>
            <a:endParaRPr lang="ko-KR" sz="3200" dirty="0"/>
          </a:p>
        </p:txBody>
      </p:sp>
      <p:sp>
        <p:nvSpPr>
          <p:cNvPr id="12" name="S10-chip99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0-card100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0-cardtext101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색칠해요.</a:t>
            </a:r>
            <a:endParaRPr lang="ko-KR" sz="3200" dirty="0"/>
          </a:p>
        </p:txBody>
      </p:sp>
      <p:sp>
        <p:nvSpPr>
          <p:cNvPr id="15" name="S10-chip102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6" name="S10-card103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0-cardtext104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연필로 그려요.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2-text1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대답해요.</a:t>
            </a:r>
            <a:endParaRPr lang="ko-KR" sz="3200" dirty="0"/>
          </a:p>
        </p:txBody>
      </p:sp>
      <p:sp>
        <p:nvSpPr>
          <p:cNvPr id="4" name="S12-chip10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2-text10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기기를 쓰기 전에 무엇을 해요?</a:t>
            </a:r>
            <a:endParaRPr lang="ko-KR" sz="3200" dirty="0"/>
          </a:p>
        </p:txBody>
      </p:sp>
      <p:sp>
        <p:nvSpPr>
          <p:cNvPr id="6" name="S12-chip10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2-text10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기기를 다 쓰면 어떻게 해요?</a:t>
            </a:r>
            <a:endParaRPr lang="ko-KR" sz="3200" dirty="0"/>
          </a:p>
        </p:txBody>
      </p:sp>
      <p:sp>
        <p:nvSpPr>
          <p:cNvPr id="8" name="S12-chip11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2-text11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아침에 일어나서 하는 일 세 가지를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차례대로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12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13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기기는 묻기 → 켜기 → 쓰기 → 끄기, 일은 단계로 나누어 차례대로 해요.</a:t>
            </a:r>
            <a:endParaRPr lang="ko-KR" sz="3200" dirty="0"/>
          </a:p>
        </p:txBody>
      </p:sp>
      <p:sp>
        <p:nvSpPr>
          <p:cNvPr id="5" name="S13-chip114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안내를 끝까지 듣기</a:t>
            </a:r>
            <a:endParaRPr lang="ko-KR" sz="2600" dirty="0"/>
          </a:p>
        </p:txBody>
      </p:sp>
      <p:sp>
        <p:nvSpPr>
          <p:cNvPr id="6" name="S13-chip115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묻지 않고 켜기</a:t>
            </a:r>
            <a:endParaRPr lang="ko-KR" sz="2600" dirty="0"/>
          </a:p>
        </p:txBody>
      </p:sp>
      <p:sp>
        <p:nvSpPr>
          <p:cNvPr id="7" name="S13-text116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17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기기를 쓰기 전에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일은?</a:t>
            </a:r>
            <a:endParaRPr lang="ko-KR" sz="2600" dirty="0"/>
          </a:p>
        </p:txBody>
      </p:sp>
      <p:sp>
        <p:nvSpPr>
          <p:cNvPr id="9" name="S13-text118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손 씻기 순서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말하기</a:t>
            </a:r>
            <a:endParaRPr lang="ko-KR" sz="2600" dirty="0"/>
          </a:p>
        </p:txBody>
      </p:sp>
      <p:sp>
        <p:nvSpPr>
          <p:cNvPr id="10" name="S13-text119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자기 전에 하는 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차례는?</a:t>
            </a:r>
            <a:endParaRPr lang="ko-KR" sz="2600" dirty="0"/>
          </a:p>
        </p:txBody>
      </p:sp>
      <p:sp>
        <p:nvSpPr>
          <p:cNvPr id="11" name="S13-text12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사용 시간과 개인정보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먼저와 다음</a:t>
            </a:r>
            <a:endParaRPr lang="ko-KR" sz="4400" dirty="0"/>
          </a:p>
        </p:txBody>
      </p:sp>
      <p:sp>
        <p:nvSpPr>
          <p:cNvPr id="3" name="S14-card12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2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일의 차례를 몸으로 해 봐요.</a:t>
            </a:r>
            <a:endParaRPr lang="ko-KR" sz="3200" dirty="0"/>
          </a:p>
        </p:txBody>
      </p:sp>
      <p:sp>
        <p:nvSpPr>
          <p:cNvPr id="5" name="S14-card1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4-cardtext1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하는 일을 마치고, 다음 일을 해요.</a:t>
            </a:r>
            <a:endParaRPr lang="ko-KR" sz="3200" dirty="0"/>
          </a:p>
        </p:txBody>
      </p:sp>
      <p:sp>
        <p:nvSpPr>
          <p:cNvPr id="7" name="S14-chip12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신을 때</a:t>
            </a:r>
            <a:endParaRPr lang="ko-KR" sz="2600" dirty="0"/>
          </a:p>
        </p:txBody>
      </p:sp>
      <p:sp>
        <p:nvSpPr>
          <p:cNvPr id="8" name="S14-step126"/>
          <p:cNvSpPr txBox="1"/>
          <p:nvPr/>
        </p:nvSpPr>
        <p:spPr>
          <a:xfrm>
            <a:off x="548640" y="3406140"/>
            <a:ext cx="247573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신기</a:t>
            </a:r>
            <a:endParaRPr lang="ko-KR" sz="3000" dirty="0"/>
          </a:p>
        </p:txBody>
      </p:sp>
      <p:sp>
        <p:nvSpPr>
          <p:cNvPr id="9" name="S14-line127"/>
          <p:cNvSpPr/>
          <p:nvPr/>
        </p:nvSpPr>
        <p:spPr>
          <a:xfrm>
            <a:off x="3079242" y="41376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4-step128"/>
          <p:cNvSpPr txBox="1"/>
          <p:nvPr/>
        </p:nvSpPr>
        <p:spPr>
          <a:xfrm>
            <a:off x="3435858" y="3406140"/>
            <a:ext cx="247573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신기</a:t>
            </a:r>
            <a:endParaRPr lang="ko-KR" sz="3000" dirty="0"/>
          </a:p>
        </p:txBody>
      </p:sp>
      <p:sp>
        <p:nvSpPr>
          <p:cNvPr id="11" name="S14-chip12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입을 때</a:t>
            </a:r>
            <a:endParaRPr lang="ko-KR" sz="2600" dirty="0"/>
          </a:p>
        </p:txBody>
      </p:sp>
      <p:sp>
        <p:nvSpPr>
          <p:cNvPr id="12" name="S14-step130"/>
          <p:cNvSpPr txBox="1"/>
          <p:nvPr/>
        </p:nvSpPr>
        <p:spPr>
          <a:xfrm>
            <a:off x="6277356" y="3406140"/>
            <a:ext cx="247573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입기</a:t>
            </a:r>
            <a:endParaRPr lang="ko-KR" sz="3000" dirty="0"/>
          </a:p>
        </p:txBody>
      </p:sp>
      <p:sp>
        <p:nvSpPr>
          <p:cNvPr id="13" name="S14-line131"/>
          <p:cNvSpPr/>
          <p:nvPr/>
        </p:nvSpPr>
        <p:spPr>
          <a:xfrm>
            <a:off x="8807958" y="41376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14-step132"/>
          <p:cNvSpPr txBox="1"/>
          <p:nvPr/>
        </p:nvSpPr>
        <p:spPr>
          <a:xfrm>
            <a:off x="9164574" y="3406140"/>
            <a:ext cx="247573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단추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잠그기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정보·AI 디지털 기기와 순서</dc:title>
  <dc:subject>KR22-G01-INF-DEVICE-L01</dc:subject>
  <dc:creator>education-ppt</dc:creator>
  <cp:lastModifiedBy>education-ppt</cp:lastModifiedBy>
  <cp:revision>1</cp:revision>
  <dcterms:created xsi:type="dcterms:W3CDTF">2026-10-26T10:01:44Z</dcterms:created>
  <dcterms:modified xsi:type="dcterms:W3CDTF">2026-10-26T10:01:44Z</dcterms:modified>
</cp:coreProperties>
</file>