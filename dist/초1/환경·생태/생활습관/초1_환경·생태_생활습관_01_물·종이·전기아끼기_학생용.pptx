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3e4e1cf7-2b67-8e01-ec9c-1fc22b5d7683}">
          <p14:sldIdLst>
            <p14:sldId id="256"/>
            <p14:sldId id="257"/>
          </p14:sldIdLst>
        </p14:section>
        <p14:section name="개념" id="{95b32f63-1624-980f-adb3-9ff63bd3e5d9}">
          <p14:sldIdLst>
            <p14:sldId id="258"/>
          </p14:sldIdLst>
        </p14:section>
        <p14:section name="연습" id="{a466f555-5d57-b43b-6831-c7e14ce9a146}">
          <p14:sldIdLst>
            <p14:sldId id="259"/>
            <p14:sldId id="260"/>
          </p14:sldIdLst>
        </p14:section>
        <p14:section name="확인" id="{80957b2f-1333-d49f-b500-de0558343451}">
          <p14:sldIdLst>
            <p14:sldId id="261"/>
          </p14:sldIdLst>
        </p14:section>
        <p14:section name="정리" id="{e5e24b32-0392-e03b-eebc-1c029b887cc3}">
          <p14:sldIdLst>
            <p14:sldId id="262"/>
          </p14:sldIdLst>
        </p14:section>
        <p14:section name="보충" id="{0db547e4-95d3-1f21-5c93-1ee947a46d6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환경·생태 · 생활습관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환경·생태 · 물·종이·전기 아끼기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환경·생태 · 물·종이·전기 아끼기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환경·생태 · 물·종이·전기 아끼기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물·종이·전기 아끼기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물, 종이, 전기를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아낄 수 있을까?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아끼는 방법을 하나씩 찾아요.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일주일 동안 해 보고 표시해요.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 쓰나요?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 안을 둘러보며 말해요.</a:t>
            </a:r>
            <a:endParaRPr lang="ko-KR" sz="3200" dirty="0"/>
          </a:p>
        </p:txBody>
      </p:sp>
      <p:sp>
        <p:nvSpPr>
          <p:cNvPr id="4" name="S02-card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2-cardtext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 말해 보세요.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물은 어디에 써요?</a:t>
            </a:r>
            <a:endParaRPr lang="ko-KR" sz="32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종이는 어디에 써요?</a:t>
            </a:r>
            <a:endParaRPr lang="ko-KR" sz="3200" dirty="0"/>
          </a:p>
        </p:txBody>
      </p:sp>
      <p:sp>
        <p:nvSpPr>
          <p:cNvPr id="10" name="S02-chip10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2-text11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전기는 어디에 써요?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아껴요</a:t>
            </a:r>
            <a:endParaRPr lang="ko-KR" sz="4400" dirty="0"/>
          </a:p>
        </p:txBody>
      </p:sp>
      <p:sp>
        <p:nvSpPr>
          <p:cNvPr id="3" name="S03-card1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물·종이·전기는 만드는 데 힘이 많이 들어요.</a:t>
            </a:r>
            <a:endParaRPr lang="ko-KR" sz="3200" dirty="0"/>
          </a:p>
        </p:txBody>
      </p:sp>
      <p:sp>
        <p:nvSpPr>
          <p:cNvPr id="5" name="S03-card14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5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닦을 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컵에 받아요</a:t>
            </a:r>
            <a:endParaRPr lang="ko-KR" sz="3200" dirty="0"/>
          </a:p>
        </p:txBody>
      </p:sp>
      <p:sp>
        <p:nvSpPr>
          <p:cNvPr id="7" name="S03-card16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7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뒷면도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써요</a:t>
            </a:r>
            <a:endParaRPr lang="ko-KR" sz="3200" dirty="0"/>
          </a:p>
        </p:txBody>
      </p:sp>
      <p:sp>
        <p:nvSpPr>
          <p:cNvPr id="9" name="S03-card18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0" name="S03-cardtext19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나올 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불을 꺼요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아낄까요?</a:t>
            </a:r>
            <a:endParaRPr lang="ko-KR" sz="4400" dirty="0"/>
          </a:p>
        </p:txBody>
      </p:sp>
      <p:sp>
        <p:nvSpPr>
          <p:cNvPr id="3" name="S04-text2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이럴 때는 어떻게 할까요?</a:t>
            </a:r>
            <a:endParaRPr lang="ko-KR" sz="3200" dirty="0"/>
          </a:p>
        </p:txBody>
      </p:sp>
      <p:sp>
        <p:nvSpPr>
          <p:cNvPr id="4" name="S04-card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4-cardtext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덜 쓰는 방법을 찾아요.</a:t>
            </a:r>
            <a:endParaRPr lang="ko-KR" sz="3200" dirty="0"/>
          </a:p>
        </p:txBody>
      </p:sp>
      <p:sp>
        <p:nvSpPr>
          <p:cNvPr id="6" name="S04-chip2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4-text24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손에 비누칠할 때 물은?</a:t>
            </a:r>
            <a:endParaRPr lang="ko-KR" sz="3200" dirty="0"/>
          </a:p>
        </p:txBody>
      </p:sp>
      <p:sp>
        <p:nvSpPr>
          <p:cNvPr id="8" name="S04-chip25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4-text26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그림을 망친 종이는?</a:t>
            </a:r>
            <a:endParaRPr lang="ko-KR" sz="3200" dirty="0"/>
          </a:p>
        </p:txBody>
      </p:sp>
      <p:sp>
        <p:nvSpPr>
          <p:cNvPr id="10" name="S04-chip2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4-text28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텔레비전을 안 볼 때는?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집에서 해 봐요</a:t>
            </a:r>
            <a:endParaRPr lang="ko-KR" sz="4400" dirty="0"/>
          </a:p>
        </p:txBody>
      </p:sp>
      <p:sp>
        <p:nvSpPr>
          <p:cNvPr id="3" name="S05-card29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30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젖은 손으로 스위치를 만지지 않아요.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플러그는 어른이 뽑아요.</a:t>
            </a:r>
            <a:endParaRPr lang="ko-KR" sz="3200" dirty="0"/>
          </a:p>
        </p:txBody>
      </p:sp>
      <p:sp>
        <p:nvSpPr>
          <p:cNvPr id="5" name="S05-card31"/>
          <p:cNvSpPr/>
          <p:nvPr/>
        </p:nvSpPr>
        <p:spPr>
          <a:xfrm>
            <a:off x="6813652" y="1325880"/>
            <a:ext cx="4826660" cy="3342640"/>
          </a:xfrm>
          <a:prstGeom prst="roundRect">
            <a:avLst>
              <a:gd name="adj" fmla="val 328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32"/>
          <p:cNvSpPr txBox="1"/>
          <p:nvPr/>
        </p:nvSpPr>
        <p:spPr>
          <a:xfrm>
            <a:off x="7087972" y="1463040"/>
            <a:ext cx="4278020" cy="306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비누칠할 때 물을 잠갔어요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뒷면 쓸 종이를 모았어요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나오면서 불을 껐어요</a:t>
            </a:r>
            <a:endParaRPr lang="ko-KR" sz="3200" dirty="0"/>
          </a:p>
        </p:txBody>
      </p:sp>
      <p:sp>
        <p:nvSpPr>
          <p:cNvPr id="7" name="S05-stepno33"/>
          <p:cNvSpPr txBox="1"/>
          <p:nvPr/>
        </p:nvSpPr>
        <p:spPr>
          <a:xfrm>
            <a:off x="548640" y="20096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5-text34"/>
          <p:cNvSpPr txBox="1"/>
          <p:nvPr/>
        </p:nvSpPr>
        <p:spPr>
          <a:xfrm>
            <a:off x="1325880" y="200964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비누칠할 때 물을 잠가요.</a:t>
            </a:r>
            <a:endParaRPr lang="ko-KR" sz="3200" dirty="0"/>
          </a:p>
        </p:txBody>
      </p:sp>
      <p:sp>
        <p:nvSpPr>
          <p:cNvPr id="9" name="S05-stepno35"/>
          <p:cNvSpPr txBox="1"/>
          <p:nvPr/>
        </p:nvSpPr>
        <p:spPr>
          <a:xfrm>
            <a:off x="548640" y="27228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5-text36"/>
          <p:cNvSpPr txBox="1"/>
          <p:nvPr/>
        </p:nvSpPr>
        <p:spPr>
          <a:xfrm>
            <a:off x="1325880" y="272288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이면지 상자를 만들어요.</a:t>
            </a:r>
            <a:endParaRPr lang="ko-KR" sz="3200" dirty="0"/>
          </a:p>
        </p:txBody>
      </p:sp>
      <p:sp>
        <p:nvSpPr>
          <p:cNvPr id="11" name="S05-stepno37"/>
          <p:cNvSpPr txBox="1"/>
          <p:nvPr/>
        </p:nvSpPr>
        <p:spPr>
          <a:xfrm>
            <a:off x="548640" y="34361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5-text38"/>
          <p:cNvSpPr txBox="1"/>
          <p:nvPr/>
        </p:nvSpPr>
        <p:spPr>
          <a:xfrm>
            <a:off x="1325880" y="343611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빈방 불을 꺼요.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아끼기 약속</a:t>
            </a:r>
            <a:endParaRPr lang="ko-KR" sz="4400" dirty="0"/>
          </a:p>
        </p:txBody>
      </p:sp>
      <p:sp>
        <p:nvSpPr>
          <p:cNvPr id="3" name="S06-text3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 골라 기록표에 써요.</a:t>
            </a:r>
            <a:endParaRPr lang="ko-KR" sz="3200" dirty="0"/>
          </a:p>
        </p:txBody>
      </p:sp>
      <p:sp>
        <p:nvSpPr>
          <p:cNvPr id="4" name="S06-card40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6-cardtext41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세 가지를 모두 골랐어요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왜 아끼는지 말했어요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혼자 할 수 있는 약속이에요</a:t>
            </a:r>
            <a:endParaRPr lang="ko-KR" sz="3200" dirty="0"/>
          </a:p>
        </p:txBody>
      </p:sp>
      <p:sp>
        <p:nvSpPr>
          <p:cNvPr id="6" name="S06-stepno42"/>
          <p:cNvSpPr txBox="1"/>
          <p:nvPr/>
        </p:nvSpPr>
        <p:spPr>
          <a:xfrm>
            <a:off x="548640" y="27706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6-text43"/>
          <p:cNvSpPr txBox="1"/>
          <p:nvPr/>
        </p:nvSpPr>
        <p:spPr>
          <a:xfrm>
            <a:off x="1325880" y="27706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아끼기 하나를 골라요.</a:t>
            </a:r>
            <a:endParaRPr lang="ko-KR" sz="3200" dirty="0"/>
          </a:p>
        </p:txBody>
      </p:sp>
      <p:sp>
        <p:nvSpPr>
          <p:cNvPr id="8" name="S06-stepno44"/>
          <p:cNvSpPr txBox="1"/>
          <p:nvPr/>
        </p:nvSpPr>
        <p:spPr>
          <a:xfrm>
            <a:off x="548640" y="34838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6-text45"/>
          <p:cNvSpPr txBox="1"/>
          <p:nvPr/>
        </p:nvSpPr>
        <p:spPr>
          <a:xfrm>
            <a:off x="1325880" y="34838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아끼기 하나를 골라요.</a:t>
            </a:r>
            <a:endParaRPr lang="ko-KR" sz="3200" dirty="0"/>
          </a:p>
        </p:txBody>
      </p:sp>
      <p:sp>
        <p:nvSpPr>
          <p:cNvPr id="10" name="S06-stepno46"/>
          <p:cNvSpPr txBox="1"/>
          <p:nvPr/>
        </p:nvSpPr>
        <p:spPr>
          <a:xfrm>
            <a:off x="548640" y="41970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6-text47"/>
          <p:cNvSpPr txBox="1"/>
          <p:nvPr/>
        </p:nvSpPr>
        <p:spPr>
          <a:xfrm>
            <a:off x="1325880" y="41970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 아끼기 하나를 골라요.</a:t>
            </a:r>
            <a:endParaRPr lang="ko-KR" sz="3200" dirty="0"/>
          </a:p>
        </p:txBody>
      </p:sp>
      <p:sp>
        <p:nvSpPr>
          <p:cNvPr id="12" name="S06-stepno48"/>
          <p:cNvSpPr txBox="1"/>
          <p:nvPr/>
        </p:nvSpPr>
        <p:spPr>
          <a:xfrm>
            <a:off x="548640" y="49103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06-text49"/>
          <p:cNvSpPr txBox="1"/>
          <p:nvPr/>
        </p:nvSpPr>
        <p:spPr>
          <a:xfrm>
            <a:off x="1325880" y="49103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밤마다 ○나 △를 그려요.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07-card5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07-cardtext5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만큼 쓰고, 안 쓸 때는 잠그고 꺼요.</a:t>
            </a:r>
            <a:endParaRPr lang="ko-KR" sz="3200" dirty="0"/>
          </a:p>
        </p:txBody>
      </p:sp>
      <p:sp>
        <p:nvSpPr>
          <p:cNvPr id="5" name="S07-chip52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뒷면도 쓰기</a:t>
            </a:r>
            <a:endParaRPr lang="ko-KR" sz="2600" dirty="0"/>
          </a:p>
        </p:txBody>
      </p:sp>
      <p:sp>
        <p:nvSpPr>
          <p:cNvPr id="6" name="S07-chip53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물 틀어 놓고 이 닦기</a:t>
            </a:r>
            <a:endParaRPr lang="ko-KR" sz="2600" dirty="0"/>
          </a:p>
        </p:txBody>
      </p:sp>
      <p:sp>
        <p:nvSpPr>
          <p:cNvPr id="7" name="S07-text54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07-text55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물을 아끼는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 하나</a:t>
            </a:r>
            <a:endParaRPr lang="ko-KR" sz="2600" dirty="0"/>
          </a:p>
        </p:txBody>
      </p:sp>
      <p:sp>
        <p:nvSpPr>
          <p:cNvPr id="9" name="S07-text56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종이는 무엇으로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만들까요?</a:t>
            </a:r>
            <a:endParaRPr lang="ko-KR" sz="2600" dirty="0"/>
          </a:p>
        </p:txBody>
      </p:sp>
      <p:sp>
        <p:nvSpPr>
          <p:cNvPr id="10" name="S07-text57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가장 잘 지킨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 말하기</a:t>
            </a:r>
            <a:endParaRPr lang="ko-KR" sz="2600" dirty="0"/>
          </a:p>
        </p:txBody>
      </p:sp>
      <p:sp>
        <p:nvSpPr>
          <p:cNvPr id="11" name="S07-text5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학교와 마을의 환경(2학년)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어디에 쓰나요?</a:t>
            </a:r>
            <a:endParaRPr lang="ko-KR" sz="4400" dirty="0"/>
          </a:p>
        </p:txBody>
      </p:sp>
      <p:sp>
        <p:nvSpPr>
          <p:cNvPr id="3" name="S08-text5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 날마다 써요.</a:t>
            </a:r>
            <a:endParaRPr lang="ko-KR" sz="3200" dirty="0"/>
          </a:p>
        </p:txBody>
      </p:sp>
      <p:sp>
        <p:nvSpPr>
          <p:cNvPr id="4" name="S08-card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 안에서 하나씩 더 찾아봐요.</a:t>
            </a:r>
            <a:endParaRPr lang="ko-KR" sz="3200" dirty="0"/>
          </a:p>
        </p:txBody>
      </p:sp>
      <p:graphicFrame>
        <p:nvGraphicFramePr>
          <p:cNvPr id="9" name="S08-table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979676" y="23850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종이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전기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씻기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공책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마시기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휴지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냉장고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설거지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그림책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텔레비전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환경·생태 물·종이·전기 아끼기</dc:title>
  <dc:subject>KR22-G01-ENV-SAVE-L01</dc:subject>
  <dc:creator>education-ppt</dc:creator>
  <cp:lastModifiedBy>education-ppt</cp:lastModifiedBy>
  <cp:revision>1</cp:revision>
  <dcterms:created xsi:type="dcterms:W3CDTF">2026-10-26T09:52:40Z</dcterms:created>
  <dcterms:modified xsi:type="dcterms:W3CDTF">2026-10-26T09:52:40Z</dcterms:modified>
</cp:coreProperties>
</file>