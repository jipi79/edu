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da510dd-459b-05f6-608c-b9c79ba73ae4}">
          <p14:sldIdLst>
            <p14:sldId id="256"/>
            <p14:sldId id="257"/>
          </p14:sldIdLst>
        </p14:section>
        <p14:section name="개념" id="{35288d61-29c4-0609-02f5-d16885ce4f81}">
          <p14:sldIdLst>
            <p14:sldId id="258"/>
          </p14:sldIdLst>
        </p14:section>
        <p14:section name="연습" id="{dcb90e02-913b-7cfa-6cdb-0ee347f13dec}">
          <p14:sldIdLst>
            <p14:sldId id="259"/>
            <p14:sldId id="260"/>
          </p14:sldIdLst>
        </p14:section>
        <p14:section name="확인" id="{033b8dc0-0e62-e1b4-8940-266d579acc3d}">
          <p14:sldIdLst>
            <p14:sldId id="261"/>
          </p14:sldIdLst>
        </p14:section>
        <p14:section name="정리" id="{b1324426-b522-8f0a-1e21-fd3ff54413eb}">
          <p14:sldIdLst>
            <p14:sldId id="262"/>
          </p14:sldIdLst>
        </p14:section>
        <p14:section name="보충" id="{005a566e-0aa0-87e2-573d-4a1a71467c60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환경·생태 · 생활습관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환경·생태 · 물·종이·전기 아끼기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환경·생태 · 물·종이·전기 아끼기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환경·생태 · 물·종이·전기 아끼기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물·종이·전기 아끼기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물, 종이, 전기를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아낄 수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아끼는 방법을 하나씩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일주일 동안 해 보고 표시해요.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쓰나요?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 안을 둘러보며 말해요.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말해 보세요.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물은 어디에 써요?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종이는 어디에 써요?</a:t>
            </a:r>
            <a:endParaRPr lang="ko-KR" sz="3200" dirty="0"/>
          </a:p>
        </p:txBody>
      </p:sp>
      <p:sp>
        <p:nvSpPr>
          <p:cNvPr id="10" name="S02-chip1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2-text1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전기는 어디에 써요?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아껴요</a:t>
            </a:r>
            <a:endParaRPr lang="ko-KR" sz="4400" dirty="0"/>
          </a:p>
        </p:txBody>
      </p:sp>
      <p:sp>
        <p:nvSpPr>
          <p:cNvPr id="3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물·종이·전기는 만드는 데 힘이 많이 들어요.</a:t>
            </a:r>
            <a:endParaRPr lang="ko-KR" sz="3200" dirty="0"/>
          </a:p>
        </p:txBody>
      </p:sp>
      <p:sp>
        <p:nvSpPr>
          <p:cNvPr id="5" name="S03-card14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5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닦을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컵에 받아요</a:t>
            </a:r>
            <a:endParaRPr lang="ko-KR" sz="3200" dirty="0"/>
          </a:p>
        </p:txBody>
      </p:sp>
      <p:sp>
        <p:nvSpPr>
          <p:cNvPr id="7" name="S03-card16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7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뒷면도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써요</a:t>
            </a:r>
            <a:endParaRPr lang="ko-KR" sz="3200" dirty="0"/>
          </a:p>
        </p:txBody>
      </p:sp>
      <p:sp>
        <p:nvSpPr>
          <p:cNvPr id="9" name="S03-card18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9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나올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꺼요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아낄까요?</a:t>
            </a:r>
            <a:endParaRPr lang="ko-KR" sz="4400" dirty="0"/>
          </a:p>
        </p:txBody>
      </p:sp>
      <p:sp>
        <p:nvSpPr>
          <p:cNvPr id="3" name="S04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때는 어떻게 할까요?</a:t>
            </a:r>
            <a:endParaRPr lang="ko-KR" sz="3200" dirty="0"/>
          </a:p>
        </p:txBody>
      </p:sp>
      <p:sp>
        <p:nvSpPr>
          <p:cNvPr id="4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덜 쓰는 방법을 찾아요.</a:t>
            </a:r>
            <a:endParaRPr lang="ko-KR" sz="3200" dirty="0"/>
          </a:p>
        </p:txBody>
      </p:sp>
      <p:sp>
        <p:nvSpPr>
          <p:cNvPr id="6" name="S04-chip2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2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 비누칠할 때 물은?</a:t>
            </a:r>
            <a:endParaRPr lang="ko-KR" sz="3200" dirty="0"/>
          </a:p>
        </p:txBody>
      </p:sp>
      <p:sp>
        <p:nvSpPr>
          <p:cNvPr id="8" name="S04-chip2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2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망친 종이는?</a:t>
            </a:r>
            <a:endParaRPr lang="ko-KR" sz="3200" dirty="0"/>
          </a:p>
        </p:txBody>
      </p:sp>
      <p:sp>
        <p:nvSpPr>
          <p:cNvPr id="10" name="S04-chip2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4-text2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텔레비전을 안 볼 때는?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해 봐요</a:t>
            </a:r>
            <a:endParaRPr lang="ko-KR" sz="4400" dirty="0"/>
          </a:p>
        </p:txBody>
      </p:sp>
      <p:sp>
        <p:nvSpPr>
          <p:cNvPr id="3" name="S05-card29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0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젖은 손으로 스위치를 만지지 않아요.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플러그는 어른이 뽑아요.</a:t>
            </a:r>
            <a:endParaRPr lang="ko-KR" sz="3200" dirty="0"/>
          </a:p>
        </p:txBody>
      </p:sp>
      <p:sp>
        <p:nvSpPr>
          <p:cNvPr id="5" name="S05-card31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32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비누칠할 때 물을 잠갔어요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뒷면 쓸 종이를 모았어요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나오면서 불을 껐어요</a:t>
            </a:r>
            <a:endParaRPr lang="ko-KR" sz="3200" dirty="0"/>
          </a:p>
        </p:txBody>
      </p:sp>
      <p:sp>
        <p:nvSpPr>
          <p:cNvPr id="7" name="S05-stepno33"/>
          <p:cNvSpPr txBox="1"/>
          <p:nvPr/>
        </p:nvSpPr>
        <p:spPr>
          <a:xfrm>
            <a:off x="548640" y="20096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34"/>
          <p:cNvSpPr txBox="1"/>
          <p:nvPr/>
        </p:nvSpPr>
        <p:spPr>
          <a:xfrm>
            <a:off x="1325880" y="20096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비누칠할 때 물을 잠가요.</a:t>
            </a:r>
            <a:endParaRPr lang="ko-KR" sz="3200" dirty="0"/>
          </a:p>
        </p:txBody>
      </p:sp>
      <p:sp>
        <p:nvSpPr>
          <p:cNvPr id="9" name="S05-stepno35"/>
          <p:cNvSpPr txBox="1"/>
          <p:nvPr/>
        </p:nvSpPr>
        <p:spPr>
          <a:xfrm>
            <a:off x="548640" y="27228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6"/>
          <p:cNvSpPr txBox="1"/>
          <p:nvPr/>
        </p:nvSpPr>
        <p:spPr>
          <a:xfrm>
            <a:off x="1325880" y="27228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이면지 상자를 만들어요.</a:t>
            </a:r>
            <a:endParaRPr lang="ko-KR" sz="3200" dirty="0"/>
          </a:p>
        </p:txBody>
      </p:sp>
      <p:sp>
        <p:nvSpPr>
          <p:cNvPr id="11" name="S05-stepno37"/>
          <p:cNvSpPr txBox="1"/>
          <p:nvPr/>
        </p:nvSpPr>
        <p:spPr>
          <a:xfrm>
            <a:off x="548640" y="34361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8"/>
          <p:cNvSpPr txBox="1"/>
          <p:nvPr/>
        </p:nvSpPr>
        <p:spPr>
          <a:xfrm>
            <a:off x="1325880" y="34361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빈방 불을 꺼요.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아끼기 약속</a:t>
            </a:r>
            <a:endParaRPr lang="ko-KR" sz="4400" dirty="0"/>
          </a:p>
        </p:txBody>
      </p:sp>
      <p:sp>
        <p:nvSpPr>
          <p:cNvPr id="3" name="S06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골라 기록표에 써요.</a:t>
            </a:r>
            <a:endParaRPr lang="ko-KR" sz="3200" dirty="0"/>
          </a:p>
        </p:txBody>
      </p:sp>
      <p:sp>
        <p:nvSpPr>
          <p:cNvPr id="4" name="S06-card40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41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가지를 모두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왜 아끼는지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혼자 할 수 있는 약속이에요</a:t>
            </a:r>
            <a:endParaRPr lang="ko-KR" sz="3200" dirty="0"/>
          </a:p>
        </p:txBody>
      </p:sp>
      <p:sp>
        <p:nvSpPr>
          <p:cNvPr id="6" name="S06-stepno42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43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아끼기 하나를 골라요.</a:t>
            </a:r>
            <a:endParaRPr lang="ko-KR" sz="3200" dirty="0"/>
          </a:p>
        </p:txBody>
      </p:sp>
      <p:sp>
        <p:nvSpPr>
          <p:cNvPr id="8" name="S06-stepno44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45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아끼기 하나를 골라요.</a:t>
            </a:r>
            <a:endParaRPr lang="ko-KR" sz="3200" dirty="0"/>
          </a:p>
        </p:txBody>
      </p:sp>
      <p:sp>
        <p:nvSpPr>
          <p:cNvPr id="10" name="S06-stepno46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47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 아끼기 하나를 골라요.</a:t>
            </a:r>
            <a:endParaRPr lang="ko-KR" sz="3200" dirty="0"/>
          </a:p>
        </p:txBody>
      </p:sp>
      <p:sp>
        <p:nvSpPr>
          <p:cNvPr id="12" name="S06-stepno48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6-text49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밤마다 ○나 △를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5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5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만큼 쓰고, 안 쓸 때는 잠그고 꺼요.</a:t>
            </a:r>
            <a:endParaRPr lang="ko-KR" sz="3200" dirty="0"/>
          </a:p>
        </p:txBody>
      </p:sp>
      <p:sp>
        <p:nvSpPr>
          <p:cNvPr id="5" name="S07-chip5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뒷면도 쓰기</a:t>
            </a:r>
            <a:endParaRPr lang="ko-KR" sz="2600" dirty="0"/>
          </a:p>
        </p:txBody>
      </p:sp>
      <p:sp>
        <p:nvSpPr>
          <p:cNvPr id="6" name="S07-chip5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물 틀어 놓고 이 닦기</a:t>
            </a:r>
            <a:endParaRPr lang="ko-KR" sz="2600" dirty="0"/>
          </a:p>
        </p:txBody>
      </p:sp>
      <p:sp>
        <p:nvSpPr>
          <p:cNvPr id="7" name="S07-text5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5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물을 아끼는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하나</a:t>
            </a:r>
            <a:endParaRPr lang="ko-KR" sz="2600" dirty="0"/>
          </a:p>
        </p:txBody>
      </p:sp>
      <p:sp>
        <p:nvSpPr>
          <p:cNvPr id="9" name="S07-text5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종이는 무엇으로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만들까요?</a:t>
            </a:r>
            <a:endParaRPr lang="ko-KR" sz="2600" dirty="0"/>
          </a:p>
        </p:txBody>
      </p:sp>
      <p:sp>
        <p:nvSpPr>
          <p:cNvPr id="10" name="S07-text5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가장 잘 지킨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 말하기</a:t>
            </a:r>
            <a:endParaRPr lang="ko-KR" sz="2600" dirty="0"/>
          </a:p>
        </p:txBody>
      </p:sp>
      <p:sp>
        <p:nvSpPr>
          <p:cNvPr id="11" name="S07-text5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학교와 마을의 환경(2학년)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어디에 쓰나요?</a:t>
            </a:r>
            <a:endParaRPr lang="ko-KR" sz="4400" dirty="0"/>
          </a:p>
        </p:txBody>
      </p:sp>
      <p:sp>
        <p:nvSpPr>
          <p:cNvPr id="3" name="S08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날마다 써요.</a:t>
            </a:r>
            <a:endParaRPr lang="ko-KR" sz="3200" dirty="0"/>
          </a:p>
        </p:txBody>
      </p:sp>
      <p:sp>
        <p:nvSpPr>
          <p:cNvPr id="4" name="S08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 안에서 하나씩 더 찾아봐요.</a:t>
            </a:r>
            <a:endParaRPr lang="ko-KR" sz="3200" dirty="0"/>
          </a:p>
        </p:txBody>
      </p:sp>
      <p:graphicFrame>
        <p:nvGraphicFramePr>
          <p:cNvPr id="9" name="S08-table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3850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종이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씻기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공책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마시기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휴지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냉장고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설거지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그림책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텔레비전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환경·생태 물·종이·전기 아끼기</dc:title>
  <dc:subject>KR22-G01-ENV-SAVE-L01</dc:subject>
  <dc:creator>education-ppt</dc:creator>
  <cp:lastModifiedBy>education-ppt</cp:lastModifiedBy>
  <cp:revision>1</cp:revision>
  <dcterms:created xsi:type="dcterms:W3CDTF">2026-10-26T09:58:19Z</dcterms:created>
  <dcterms:modified xsi:type="dcterms:W3CDTF">2026-10-26T09:58:19Z</dcterms:modified>
</cp:coreProperties>
</file>