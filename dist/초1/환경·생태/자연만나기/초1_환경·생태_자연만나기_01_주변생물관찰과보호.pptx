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364d2d49-d665-50f0-e304-053407341a33}">
          <p14:sldIdLst>
            <p14:sldId id="256"/>
            <p14:sldId id="257"/>
          </p14:sldIdLst>
        </p14:section>
        <p14:section name="개념" id="{8467fb19-c44a-8990-72be-e9cbab46fe39}">
          <p14:sldIdLst>
            <p14:sldId id="258"/>
          </p14:sldIdLst>
        </p14:section>
        <p14:section name="연습" id="{26eeea40-86bc-c949-1c89-e27640e03dd6}">
          <p14:sldIdLst>
            <p14:sldId id="259"/>
            <p14:sldId id="260"/>
          </p14:sldIdLst>
        </p14:section>
        <p14:section name="확인" id="{2cb373db-66b1-8f47-02c6-c3e16cf168e7}">
          <p14:sldIdLst>
            <p14:sldId id="261"/>
          </p14:sldIdLst>
        </p14:section>
        <p14:section name="정리" id="{dadfe4fb-e0c1-9f1f-2335-6ae7c8781fe7}">
          <p14:sldIdLst>
            <p14:sldId id="262"/>
          </p14:sldIdLst>
        </p14:section>
        <p14:section name="보충" id="{16742652-f176-b14a-d940-9119bec29f8a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집 둘레에 사는 작은 생물을 자세히 보고, 해치지 않게 관찰하는 방법을 배운다고 알립니다.
시간: 약 2분
이렇게 말해 보세요
- “우리 집 둘레에는 사람 말고 누가 살고 있을까?”
- “오늘은 작은 생물을 자세히 들여다보고, 그 생물이 다치지 않게 보는 방법을 배울 거야. 나중에 밖에 나가서 직접 찾아보자.”
예상 답
- “개미요!” / “비둘기요.” / “나무요.” / “몰라요.”
주의
- 이 차시는 밖에서 하는 관찰(S06)이 중심입니다. 날씨가 나쁘면 S05까지 하고 S06은 맑은 날에 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확인(살아 있는 것 구별하기)]
목적: 살아 있는 것과 살아 있지 않은 것을 구별할 수 있는지 확인합니다. 이 차시는 계획상 앞 차시가 없으므로, 유치원에서 해 온 ‘살아 있는 것 찾기’를 확인합니다.
시간: 약 3분
이렇게 말해 보세요
- “가, 나, 다, 라 중에서 살아 있는 것을 모두 골라 볼래? 어떻게 알았어?”
예상 답
- “개미는 움직여요.” / “민들레는 자라요.” / “자동차도 움직여요!”
정답
- 가(개미), 다(민들레). 개미는 움직이고 먹이를 먹으며, 민들레는 자라고 꽃이 핍니다.
막히면
- “자동차는 스스로 움직여? 밥을 먹어? 자라?” 하고 물어 줍니다.
- 민들레(식물)를 살아 있지 않다고 하면 “민들레도 물을 먹고 자라.”라고 알려 줍니다. 여러 개를 헷갈리면 S08(보충)을 먼저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관찰하는 방법과 약속]
목적: 관찰은 오래 자세히 보는 것이고(A), 생물이 다치지 않게 가만히 보고 그대로 두어야 한다는 것(B)을 알려 줍니다.
시간: 약 4분
이렇게 말해 보세요
- “관찰은 이름만 말하고 끝내는 게 아니야. 색은 어떤지, 모양은 어떤지, 어떻게 움직이는지 오래 보는 거야.”
- “그리고 가만히 봐야 해. 손으로 잡거나 꺾으면 그 생물은 다치거나 살던 곳을 잃을 수 있어.”
- “다 보고 나면 그대로 두자. 그러면 다음에 또 만날 수 있어.”
예상 답
- “개미를 손에 올리면 안 돼요?”
막히면
- “네가 놀고 있는데 커다란 손이 너를 집어 올리면 어떨 것 같아?” 하고 입장을 바꿔 묻습니다(M1).
주의
- 겁을 주지 않습니다. 생물을 아끼는 마음으로 가만히 보자고 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관찰하는 모습 비교]
목적: 생물을 해치는 관찰과 지켜 주는 관찰을 비교하고, 까닭을 말하게 합니다(M1).
시간: 약 4분
이렇게 말해 보세요
- “가처럼 하면 개미는 어떻게 될까? 나처럼 하면?”
- “가처럼 하고 싶은 마음이 들 때는 어떻게 하면 좋을까?”
정답
- 나. 개미 길을 막지 않고 가만히 보면 개미가 하던 일을 계속할 수 있고, 우리도 개미가 어떻게 움직이는지 오래 볼 수 있습니다.
- 가는 개미가 길을 잃거나 다칠 수 있습니다. 궁금한 마음은 좋으니, 눈으로 따라가며 보면 됩니다.
막히면
- “네가 집에 가는 길을 누가 막으면 어떨 것 같아?” 하고 묻습니다.
주의
- 아이가 전에 벌레를 잡거나 밟은 적이 있다고 말해도 나무라지 않습니다. “이제 알았으니 다음엔 가만히 보자.”라고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집에서 관찰 연습(도움 받아)]
목적: 밖에 나가기 전에 집에 있는 식물로, 색·모양을 자세히 보고 말하는 연습을 합니다(M2).
시간: 약 6분
이렇게 말해 보세요
- “이 잎을 오래오래 봐 보자. 무슨 색이야? 한 가지 색만 있어?”
- “모양은 어때? 가장자리는? 무엇과 닮았어?”
예상 답
- ① “초록색이요. 가운데는 연두색이에요.”
- ② “동그래요.” / “가장자리가 꼬불꼬불해요.” / “가운데 줄이 있어요.”
- ③ “부채 같아요.” / “손바닥 같아요.”
정답
- 식물마다 다르므로 정답이 정해져 있지 않습니다. 실제로 보이는 것과 맞게 두 가지 이상 말하면 목표 A를 연습한 것입니다.
막히면
- 엄마(아빠)가 먼저 하나를 말해 줍니다. “엄마는 잎에 가는 줄이 보여.”
- “처음 봤을 때 못 본 걸 하나 더 찾아볼까?” 하고 다시 보게 합니다.
주의
- 보이는 것을 미리 알려 주지 않습니다. 아이가 본 것을 말하게 하고, 엄마(아빠)도 함께 보며 맞장구칩니다.
- 여기서 나눠도 됩니다. S06(밖에서 관찰)은 맑은 날 30분쯤 시간을 내어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밖에서 관찰하고 지켜 주기]
목적: 밖에서 작은 생물 하나를 골라 스스로 관찰하고(A), 관찰하는 동안 약속을 지키는지(B) 확인합니다.
시간: 약 17분
이렇게 말해 보세요
- “개미, 꽃, 나무, 새 중에 무엇을 볼까? 하나를 골라 봐.”
- “가만히 보자. 무슨 색이야? 어떻게 생겼어? 움직여?”
- “활동지에 본 대로 그려 볼래? 다 그렸으면 ‘안녕’ 하고 그대로 두고 가자.”
- (집에 와서) “오늘 생물을 지키려고 네가 한 일은 뭐였어?”
예상 답
- “개미는 까맣고, 줄을 서서 가요. 무언가를 들고 가요.”
- “나무껍질이 울퉁불퉁하고 갈색이에요.”
- “비둘기가 고개를 앞뒤로 흔들며 걸어요.”
- “개미를 밟지 않으려고 비켜서 걸었어요.”
정답
- 관찰 기준 세 가지를 지키면 목표 A·B 확인 완료입니다. 생물의 이름을 몰라도 됩니다(“빨간 꽃”, “작은 새”로 충분합니다).
- B의 까닭 말하기는 집에 와서 묻는 마지막 물음으로 확인합니다(예: “꺾으면 꽃이 죽으니까요.”, “개미가 집에 못 가니까요.”).
막히면
- 생물을 찾기 어려우면 나무 한 그루나 풀 한 포기를 같이 봅니다. 나무도 살아 있는 생물입니다.
- 잡고 싶어 하면 “눈으로만 잡아 보자.” 하고 손을 뒤로 하게 합니다.
주의
- 벌, 털이 많은 애벌레, 모르는 버섯이나 열매는 만지거나 입에 대지 않고 멀리서만 봅니다. 길가에서는 차가 다니는 곳을 피합니다.
- 밖에 나가기 어려우면 창밖의 나무와 새, 베란다 화분으로 대신합니다.
- 관찰한 것을 기록표(S06 줄)에 바로 표시해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정리와 다음 학습]
목적: 관찰 방법과 약속을 한 문장으로 정리하고 다음 수업 첫 5분에 할 복습을 알려 줍니다.
시간: 약 3분
이렇게 말해 보세요
- “오늘 무엇을 봤어? 그 생물을 지키려고 어떻게 했지?”
예상 답
- “개미를 봤어요. 길을 막지 않고 가만히 봤어요.”
정답
- ① 색, 모양, 움직임 가운데 두 가지 ② 눈으로 가만히 보기, 잡거나 꺾지 않기, 그대로 두기 가운데 하나 ③ 활동지 그림을 보며 본 것 두 가지 이상을 말하면 맞음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보충(살아 있는 것과 아닌 것)]
목적: S02에서 살아 있는 것을 헷갈리면, 자라는지·먹는지로 구별해 봅니다.
시간: 약 5분
이렇게 말해 보세요
- “나무는 자라? 의자는 자라?”
- “집 안에서 살아 있는 것을 찾아볼까? 살아 있지 않은 것도 찾아보자.”
정답
- 살아 있는 것: 사람, 강아지, 화분의 식물 등. 살아 있지 않은 것: 의자, 책, 장난감 등. 자라고 먹는 것(식물은 물을 먹음)을 말하면 맞습니다.
막히면
- “움직이니까 살아 있다.”고만 생각하면(자동차, 선풍기) “스스로 자라? 밥이나 물을 먹어?”를 함께 묻습니다.
- 이 차시는 계획상 앞 차시가 없습니다. 구별이 계속 어려우면 과학 ‘오감으로 관찰하기’를 먼저 함께 하면 좋습니다.
주의
- 보충이 오래 걸리면 오늘은 여기까지 하고,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환경·생태 · 자연만나기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환경·생태 · 주변 생물 관찰과 보호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환경·생태 · 주변 생물 관찰과 보호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환경·생태 · 주변 생물 관찰과 보호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주변 생물 관찰과 보호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 둘레에는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살고 있을까?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작은 생물을 자세히 봐요.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해치지 않고 지켜봐요.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살아 있는 것은?</a:t>
            </a:r>
            <a:endParaRPr lang="ko-KR" sz="44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살아 있는 것을 모두 골라요.</a:t>
            </a:r>
            <a:endParaRPr lang="ko-KR" sz="3200" dirty="0"/>
          </a:p>
        </p:txBody>
      </p:sp>
      <p:sp>
        <p:nvSpPr>
          <p:cNvPr id="4" name="S02-card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2-cardtext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알았는지 말해 보세요.</a:t>
            </a:r>
            <a:endParaRPr lang="ko-KR" sz="32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02-card7"/>
          <p:cNvSpPr/>
          <p:nvPr/>
        </p:nvSpPr>
        <p:spPr>
          <a:xfrm>
            <a:off x="1344168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2-cardtext8"/>
          <p:cNvSpPr txBox="1"/>
          <p:nvPr/>
        </p:nvSpPr>
        <p:spPr>
          <a:xfrm>
            <a:off x="1618488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개미</a:t>
            </a:r>
            <a:endParaRPr lang="ko-KR" sz="3200" dirty="0"/>
          </a:p>
        </p:txBody>
      </p:sp>
      <p:sp>
        <p:nvSpPr>
          <p:cNvPr id="9" name="S02-chip9"/>
          <p:cNvSpPr txBox="1"/>
          <p:nvPr/>
        </p:nvSpPr>
        <p:spPr>
          <a:xfrm>
            <a:off x="6277356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02-card10"/>
          <p:cNvSpPr/>
          <p:nvPr/>
        </p:nvSpPr>
        <p:spPr>
          <a:xfrm>
            <a:off x="7072884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2-cardtext11"/>
          <p:cNvSpPr txBox="1"/>
          <p:nvPr/>
        </p:nvSpPr>
        <p:spPr>
          <a:xfrm>
            <a:off x="7347204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돌멩이</a:t>
            </a:r>
            <a:endParaRPr lang="ko-KR" sz="3200" dirty="0"/>
          </a:p>
        </p:txBody>
      </p:sp>
      <p:sp>
        <p:nvSpPr>
          <p:cNvPr id="12" name="S02-chip12"/>
          <p:cNvSpPr txBox="1"/>
          <p:nvPr/>
        </p:nvSpPr>
        <p:spPr>
          <a:xfrm>
            <a:off x="548640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02-card13"/>
          <p:cNvSpPr/>
          <p:nvPr/>
        </p:nvSpPr>
        <p:spPr>
          <a:xfrm>
            <a:off x="1344168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2-cardtext14"/>
          <p:cNvSpPr txBox="1"/>
          <p:nvPr/>
        </p:nvSpPr>
        <p:spPr>
          <a:xfrm>
            <a:off x="1618488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민들레</a:t>
            </a:r>
            <a:endParaRPr lang="ko-KR" sz="3200" dirty="0"/>
          </a:p>
        </p:txBody>
      </p:sp>
      <p:sp>
        <p:nvSpPr>
          <p:cNvPr id="15" name="S02-chip15"/>
          <p:cNvSpPr txBox="1"/>
          <p:nvPr/>
        </p:nvSpPr>
        <p:spPr>
          <a:xfrm>
            <a:off x="6277356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200" dirty="0"/>
          </a:p>
        </p:txBody>
      </p:sp>
      <p:sp>
        <p:nvSpPr>
          <p:cNvPr id="16" name="S02-card16"/>
          <p:cNvSpPr/>
          <p:nvPr/>
        </p:nvSpPr>
        <p:spPr>
          <a:xfrm>
            <a:off x="7072884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7" name="S02-cardtext17"/>
          <p:cNvSpPr txBox="1"/>
          <p:nvPr/>
        </p:nvSpPr>
        <p:spPr>
          <a:xfrm>
            <a:off x="7347204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장난감 자동차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관찰해요</a:t>
            </a:r>
            <a:endParaRPr lang="ko-KR" sz="4400" dirty="0"/>
          </a:p>
        </p:txBody>
      </p:sp>
      <p:sp>
        <p:nvSpPr>
          <p:cNvPr id="3" name="S03-card1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생물도 우리처럼 살아 있어요.</a:t>
            </a:r>
            <a:endParaRPr lang="ko-KR" sz="3200" dirty="0"/>
          </a:p>
        </p:txBody>
      </p:sp>
      <p:sp>
        <p:nvSpPr>
          <p:cNvPr id="5" name="S03-card20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21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자세히 봐요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색, 모양,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움직임</a:t>
            </a:r>
            <a:endParaRPr lang="ko-KR" sz="3200" dirty="0"/>
          </a:p>
        </p:txBody>
      </p:sp>
      <p:sp>
        <p:nvSpPr>
          <p:cNvPr id="7" name="S03-card22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23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가만히 봐요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만지지 않고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조용히</a:t>
            </a:r>
            <a:endParaRPr lang="ko-KR" sz="3200" dirty="0"/>
          </a:p>
        </p:txBody>
      </p:sp>
      <p:sp>
        <p:nvSpPr>
          <p:cNvPr id="9" name="S03-card24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0" name="S03-cardtext25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그대로 두어요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잡거나 꺾지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않아요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볼까요?</a:t>
            </a:r>
            <a:endParaRPr lang="ko-KR" sz="4400" dirty="0"/>
          </a:p>
        </p:txBody>
      </p:sp>
      <p:sp>
        <p:nvSpPr>
          <p:cNvPr id="3" name="S04-card2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4-cardtext2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하준이가 화단에서 개미 줄을 찾았어요.</a:t>
            </a:r>
            <a:endParaRPr lang="ko-KR" sz="3200" dirty="0"/>
          </a:p>
        </p:txBody>
      </p:sp>
      <p:sp>
        <p:nvSpPr>
          <p:cNvPr id="5" name="S04-card2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4-cardtext2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개미에게 좋은 쪽은 어느 쪽일까요? 왜요?</a:t>
            </a:r>
            <a:endParaRPr lang="ko-KR" sz="3200" dirty="0"/>
          </a:p>
        </p:txBody>
      </p:sp>
      <p:sp>
        <p:nvSpPr>
          <p:cNvPr id="7" name="S04-chip30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4-text31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“막대로 길을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막아 볼까?”</a:t>
            </a:r>
            <a:endParaRPr lang="ko-KR" sz="3200" dirty="0"/>
          </a:p>
        </p:txBody>
      </p:sp>
      <p:sp>
        <p:nvSpPr>
          <p:cNvPr id="9" name="S04-chip32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0" name="S04-text33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“쪼그려 앉아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조용히 볼래.”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집에서 먼저 봐요</a:t>
            </a:r>
            <a:endParaRPr lang="ko-KR" sz="4400" dirty="0"/>
          </a:p>
        </p:txBody>
      </p:sp>
      <p:sp>
        <p:nvSpPr>
          <p:cNvPr id="3" name="S05-text3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화분이나 채소 잎을 자세히 봐요.</a:t>
            </a:r>
            <a:endParaRPr lang="ko-KR" sz="3200" dirty="0"/>
          </a:p>
        </p:txBody>
      </p:sp>
      <p:sp>
        <p:nvSpPr>
          <p:cNvPr id="4" name="S05-card3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3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눈은 가까이, 오래 봐요.</a:t>
            </a:r>
            <a:endParaRPr lang="ko-KR" sz="3200" dirty="0"/>
          </a:p>
        </p:txBody>
      </p:sp>
      <p:sp>
        <p:nvSpPr>
          <p:cNvPr id="6" name="S05-chip37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5-text38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무슨 색인가요?</a:t>
            </a:r>
            <a:endParaRPr lang="ko-KR" sz="3200" dirty="0"/>
          </a:p>
        </p:txBody>
      </p:sp>
      <p:sp>
        <p:nvSpPr>
          <p:cNvPr id="8" name="S05-chip39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5-text40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모양인가요?</a:t>
            </a:r>
            <a:endParaRPr lang="ko-KR" sz="3200" dirty="0"/>
          </a:p>
        </p:txBody>
      </p:sp>
      <p:sp>
        <p:nvSpPr>
          <p:cNvPr id="10" name="S05-chip41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5-text42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무엇과 닮았나요?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밖에서 관찰해요</a:t>
            </a:r>
            <a:endParaRPr lang="ko-KR" sz="4400" dirty="0"/>
          </a:p>
        </p:txBody>
      </p:sp>
      <p:sp>
        <p:nvSpPr>
          <p:cNvPr id="3" name="S06-card43"/>
          <p:cNvSpPr/>
          <p:nvPr/>
        </p:nvSpPr>
        <p:spPr>
          <a:xfrm>
            <a:off x="548640" y="489712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44"/>
          <p:cNvSpPr txBox="1"/>
          <p:nvPr/>
        </p:nvSpPr>
        <p:spPr>
          <a:xfrm>
            <a:off x="822960" y="503428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어른과 함께 가요.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벌은 멀리서 보고, 다녀와서 손을 씻어요.</a:t>
            </a:r>
            <a:endParaRPr lang="ko-KR" sz="3200" dirty="0"/>
          </a:p>
        </p:txBody>
      </p:sp>
      <p:sp>
        <p:nvSpPr>
          <p:cNvPr id="5" name="S06-card45"/>
          <p:cNvSpPr/>
          <p:nvPr/>
        </p:nvSpPr>
        <p:spPr>
          <a:xfrm>
            <a:off x="6813652" y="1325880"/>
            <a:ext cx="4826660" cy="3342640"/>
          </a:xfrm>
          <a:prstGeom prst="roundRect">
            <a:avLst>
              <a:gd name="adj" fmla="val 328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6-cardtext46"/>
          <p:cNvSpPr txBox="1"/>
          <p:nvPr/>
        </p:nvSpPr>
        <p:spPr>
          <a:xfrm>
            <a:off x="7087972" y="1463040"/>
            <a:ext cx="4278020" cy="3068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본 것을 두 가지 말했어요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잡거나 꺾지 않았어요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조용히 가만히 봤어요</a:t>
            </a:r>
            <a:endParaRPr lang="ko-KR" sz="3200" dirty="0"/>
          </a:p>
        </p:txBody>
      </p:sp>
      <p:sp>
        <p:nvSpPr>
          <p:cNvPr id="7" name="S06-stepno47"/>
          <p:cNvSpPr txBox="1"/>
          <p:nvPr/>
        </p:nvSpPr>
        <p:spPr>
          <a:xfrm>
            <a:off x="548640" y="16530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6-text48"/>
          <p:cNvSpPr txBox="1"/>
          <p:nvPr/>
        </p:nvSpPr>
        <p:spPr>
          <a:xfrm>
            <a:off x="1325880" y="165303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생물 하나를 골라요.</a:t>
            </a:r>
            <a:endParaRPr lang="ko-KR" sz="3200" dirty="0"/>
          </a:p>
        </p:txBody>
      </p:sp>
      <p:sp>
        <p:nvSpPr>
          <p:cNvPr id="9" name="S06-stepno49"/>
          <p:cNvSpPr txBox="1"/>
          <p:nvPr/>
        </p:nvSpPr>
        <p:spPr>
          <a:xfrm>
            <a:off x="548640" y="23662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6-text50"/>
          <p:cNvSpPr txBox="1"/>
          <p:nvPr/>
        </p:nvSpPr>
        <p:spPr>
          <a:xfrm>
            <a:off x="1325880" y="236626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가만히 보고 두 가지 말해요.</a:t>
            </a:r>
            <a:endParaRPr lang="ko-KR" sz="3200" dirty="0"/>
          </a:p>
        </p:txBody>
      </p:sp>
      <p:sp>
        <p:nvSpPr>
          <p:cNvPr id="11" name="S06-stepno51"/>
          <p:cNvSpPr txBox="1"/>
          <p:nvPr/>
        </p:nvSpPr>
        <p:spPr>
          <a:xfrm>
            <a:off x="548640" y="30794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6-text52"/>
          <p:cNvSpPr txBox="1"/>
          <p:nvPr/>
        </p:nvSpPr>
        <p:spPr>
          <a:xfrm>
            <a:off x="1325880" y="307949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대로 그려요.</a:t>
            </a:r>
            <a:endParaRPr lang="ko-KR" sz="3200" dirty="0"/>
          </a:p>
        </p:txBody>
      </p:sp>
      <p:sp>
        <p:nvSpPr>
          <p:cNvPr id="13" name="S06-stepno53"/>
          <p:cNvSpPr txBox="1"/>
          <p:nvPr/>
        </p:nvSpPr>
        <p:spPr>
          <a:xfrm>
            <a:off x="548640" y="37927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06-text54"/>
          <p:cNvSpPr txBox="1"/>
          <p:nvPr/>
        </p:nvSpPr>
        <p:spPr>
          <a:xfrm>
            <a:off x="1325880" y="379272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그대로 두고 와요.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07-card5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07-cardtext5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자세히 보고, 그대로 두어요.</a:t>
            </a:r>
            <a:endParaRPr lang="ko-KR" sz="3200" dirty="0"/>
          </a:p>
        </p:txBody>
      </p:sp>
      <p:sp>
        <p:nvSpPr>
          <p:cNvPr id="5" name="S07-chip57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눈으로 가만히 보기</a:t>
            </a:r>
            <a:endParaRPr lang="ko-KR" sz="2600" dirty="0"/>
          </a:p>
        </p:txBody>
      </p:sp>
      <p:sp>
        <p:nvSpPr>
          <p:cNvPr id="6" name="S07-chip58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잡거나 꺾기</a:t>
            </a:r>
            <a:endParaRPr lang="ko-KR" sz="2600" dirty="0"/>
          </a:p>
        </p:txBody>
      </p:sp>
      <p:sp>
        <p:nvSpPr>
          <p:cNvPr id="7" name="S07-text59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07-text60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관찰할 때 보는 것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가지</a:t>
            </a:r>
            <a:endParaRPr lang="ko-KR" sz="2600" dirty="0"/>
          </a:p>
        </p:txBody>
      </p:sp>
      <p:sp>
        <p:nvSpPr>
          <p:cNvPr id="9" name="S07-text61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생물을 지키는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약속 하나</a:t>
            </a:r>
            <a:endParaRPr lang="ko-KR" sz="2600" dirty="0"/>
          </a:p>
        </p:txBody>
      </p:sp>
      <p:sp>
        <p:nvSpPr>
          <p:cNvPr id="10" name="S07-text62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내가 본 생물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이야기하기</a:t>
            </a:r>
            <a:endParaRPr lang="ko-KR" sz="2600" dirty="0"/>
          </a:p>
        </p:txBody>
      </p:sp>
      <p:sp>
        <p:nvSpPr>
          <p:cNvPr id="11" name="S07-text63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물·종이·전기 아끼기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살아 있는 것</a:t>
            </a:r>
            <a:endParaRPr lang="ko-KR" sz="4400" dirty="0"/>
          </a:p>
        </p:txBody>
      </p:sp>
      <p:sp>
        <p:nvSpPr>
          <p:cNvPr id="3" name="S08-text6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살아 있는 것은 자라요.</a:t>
            </a:r>
            <a:endParaRPr lang="ko-KR" sz="3200" dirty="0"/>
          </a:p>
        </p:txBody>
      </p:sp>
      <p:sp>
        <p:nvSpPr>
          <p:cNvPr id="4" name="S08-card6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6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물이나 먹이를 먹고 자라면 살아 있어요.</a:t>
            </a:r>
            <a:endParaRPr lang="ko-KR" sz="3200" dirty="0"/>
          </a:p>
        </p:txBody>
      </p:sp>
      <p:graphicFrame>
        <p:nvGraphicFramePr>
          <p:cNvPr id="9" name="S08-table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436876" y="2385060"/>
          <a:ext cx="73152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</a:tblGrid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살아 있어요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살아 있지 않아요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나무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의자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참새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연필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강아지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환경·생태 주변 생물 관찰과 보호</dc:title>
  <dc:subject>KR22-G01-ENV-NATURE-L01</dc:subject>
  <dc:creator>education-ppt</dc:creator>
  <cp:lastModifiedBy>education-ppt</cp:lastModifiedBy>
  <cp:revision>1</cp:revision>
  <dcterms:created xsi:type="dcterms:W3CDTF">2026-10-26T09:58:16Z</dcterms:created>
  <dcterms:modified xsi:type="dcterms:W3CDTF">2026-10-26T09:58:16Z</dcterms:modified>
</cp:coreProperties>
</file>