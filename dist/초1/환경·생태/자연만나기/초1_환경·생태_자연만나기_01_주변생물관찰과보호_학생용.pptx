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4fcfe07-70b0-af49-bf4b-6adf8acba1ca}">
          <p14:sldIdLst>
            <p14:sldId id="256"/>
            <p14:sldId id="257"/>
          </p14:sldIdLst>
        </p14:section>
        <p14:section name="개념" id="{87cdc382-b912-59f2-4d82-bb7fda401e4b}">
          <p14:sldIdLst>
            <p14:sldId id="258"/>
          </p14:sldIdLst>
        </p14:section>
        <p14:section name="연습" id="{9a35f1c5-3c70-551e-6138-61f8faebc295}">
          <p14:sldIdLst>
            <p14:sldId id="259"/>
            <p14:sldId id="260"/>
          </p14:sldIdLst>
        </p14:section>
        <p14:section name="확인" id="{5efd768a-a9bf-418f-0450-f79ba2284d19}">
          <p14:sldIdLst>
            <p14:sldId id="261"/>
          </p14:sldIdLst>
        </p14:section>
        <p14:section name="정리" id="{153e303d-c38d-2267-306e-37dc775c175f}">
          <p14:sldIdLst>
            <p14:sldId id="262"/>
          </p14:sldIdLst>
        </p14:section>
        <p14:section name="보충" id="{372403dc-2981-9492-15a2-a75aab28fb9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자연만나기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주변 생물 관찰과 보호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주변 생물 관찰과 보호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환경·생태 · 주변 생물 관찰과 보호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생물 관찰과 보호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둘레에는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살고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작은 생물을 자세히 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해치지 않고 지켜봐요.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것은?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것을 모두 골라요.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card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2-card1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돌멩이</a:t>
            </a:r>
            <a:endParaRPr lang="ko-KR" sz="3200" dirty="0"/>
          </a:p>
        </p:txBody>
      </p:sp>
      <p:sp>
        <p:nvSpPr>
          <p:cNvPr id="12" name="S02-chip1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2-card1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2-cardtext1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민들레</a:t>
            </a:r>
            <a:endParaRPr lang="ko-KR" sz="3200" dirty="0"/>
          </a:p>
        </p:txBody>
      </p:sp>
      <p:sp>
        <p:nvSpPr>
          <p:cNvPr id="15" name="S02-chip1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2-card1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2-cardtext1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 자동차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관찰해요</a:t>
            </a:r>
            <a:endParaRPr lang="ko-KR" sz="4400" dirty="0"/>
          </a:p>
        </p:txBody>
      </p:sp>
      <p:sp>
        <p:nvSpPr>
          <p:cNvPr id="3" name="S03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생물도 우리처럼 살아 있어요.</a:t>
            </a:r>
            <a:endParaRPr lang="ko-KR" sz="3200" dirty="0"/>
          </a:p>
        </p:txBody>
      </p:sp>
      <p:sp>
        <p:nvSpPr>
          <p:cNvPr id="5" name="S03-card2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색, 모양,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</a:t>
            </a:r>
            <a:endParaRPr lang="ko-KR" sz="3200" dirty="0"/>
          </a:p>
        </p:txBody>
      </p:sp>
      <p:sp>
        <p:nvSpPr>
          <p:cNvPr id="7" name="S03-card2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2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가만히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만지지 않고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</a:t>
            </a:r>
            <a:endParaRPr lang="ko-KR" sz="3200" dirty="0"/>
          </a:p>
        </p:txBody>
      </p:sp>
      <p:sp>
        <p:nvSpPr>
          <p:cNvPr id="9" name="S03-card2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2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잡거나 꺾지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볼까요?</a:t>
            </a:r>
            <a:endParaRPr lang="ko-KR" sz="4400" dirty="0"/>
          </a:p>
        </p:txBody>
      </p:sp>
      <p:sp>
        <p:nvSpPr>
          <p:cNvPr id="3" name="S04-card2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하준이가 화단에서 개미 줄을 찾았어요.</a:t>
            </a:r>
            <a:endParaRPr lang="ko-KR" sz="3200" dirty="0"/>
          </a:p>
        </p:txBody>
      </p:sp>
      <p:sp>
        <p:nvSpPr>
          <p:cNvPr id="5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개미에게 좋은 쪽은 어느 쪽일까요? 왜요?</a:t>
            </a:r>
            <a:endParaRPr lang="ko-KR" sz="3200" dirty="0"/>
          </a:p>
        </p:txBody>
      </p:sp>
      <p:sp>
        <p:nvSpPr>
          <p:cNvPr id="7" name="S04-chip3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4-text3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“막대로 길을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막아 볼까?”</a:t>
            </a:r>
            <a:endParaRPr lang="ko-KR" sz="3200" dirty="0"/>
          </a:p>
        </p:txBody>
      </p:sp>
      <p:sp>
        <p:nvSpPr>
          <p:cNvPr id="9" name="S04-chip3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4-text3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“쪼그려 앉아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 볼래.”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먼저 봐요</a:t>
            </a:r>
            <a:endParaRPr lang="ko-KR" sz="44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화분이나 채소 잎을 자세히 봐요.</a:t>
            </a:r>
            <a:endParaRPr lang="ko-KR" sz="3200" dirty="0"/>
          </a:p>
        </p:txBody>
      </p:sp>
      <p:sp>
        <p:nvSpPr>
          <p:cNvPr id="4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눈은 가까이, 오래 봐요.</a:t>
            </a:r>
            <a:endParaRPr lang="ko-KR" sz="3200" dirty="0"/>
          </a:p>
        </p:txBody>
      </p:sp>
      <p:sp>
        <p:nvSpPr>
          <p:cNvPr id="6" name="S05-chip3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색인가요?</a:t>
            </a:r>
            <a:endParaRPr lang="ko-KR" sz="3200" dirty="0"/>
          </a:p>
        </p:txBody>
      </p:sp>
      <p:sp>
        <p:nvSpPr>
          <p:cNvPr id="8" name="S05-chip3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4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모양인가요?</a:t>
            </a:r>
            <a:endParaRPr lang="ko-KR" sz="3200" dirty="0"/>
          </a:p>
        </p:txBody>
      </p:sp>
      <p:sp>
        <p:nvSpPr>
          <p:cNvPr id="10" name="S05-chip4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4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무엇과 닮았나요?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관찰해요</a:t>
            </a:r>
            <a:endParaRPr lang="ko-KR" sz="4400" dirty="0"/>
          </a:p>
        </p:txBody>
      </p:sp>
      <p:sp>
        <p:nvSpPr>
          <p:cNvPr id="3" name="S06-card4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어른과 함께 가요.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벌은 멀리서 보고, 다녀와서 손을 씻어요.</a:t>
            </a:r>
            <a:endParaRPr lang="ko-KR" sz="3200" dirty="0"/>
          </a:p>
        </p:txBody>
      </p:sp>
      <p:sp>
        <p:nvSpPr>
          <p:cNvPr id="5" name="S06-card45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6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두 가지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잡거나 꺾지 않았어요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조용히 가만히 봤어요</a:t>
            </a:r>
            <a:endParaRPr lang="ko-KR" sz="3200" dirty="0"/>
          </a:p>
        </p:txBody>
      </p:sp>
      <p:sp>
        <p:nvSpPr>
          <p:cNvPr id="7" name="S06-stepno47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48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 하나를 골라요.</a:t>
            </a:r>
            <a:endParaRPr lang="ko-KR" sz="3200" dirty="0"/>
          </a:p>
        </p:txBody>
      </p:sp>
      <p:sp>
        <p:nvSpPr>
          <p:cNvPr id="9" name="S06-stepno49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50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가만히 보고 두 가지 말해요.</a:t>
            </a:r>
            <a:endParaRPr lang="ko-KR" sz="3200" dirty="0"/>
          </a:p>
        </p:txBody>
      </p:sp>
      <p:sp>
        <p:nvSpPr>
          <p:cNvPr id="11" name="S06-stepno51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52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대로 그려요.</a:t>
            </a:r>
            <a:endParaRPr lang="ko-KR" sz="3200" dirty="0"/>
          </a:p>
        </p:txBody>
      </p:sp>
      <p:sp>
        <p:nvSpPr>
          <p:cNvPr id="13" name="S06-stepno53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54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두고 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보고, 그대로 두어요.</a:t>
            </a:r>
            <a:endParaRPr lang="ko-KR" sz="3200" dirty="0"/>
          </a:p>
        </p:txBody>
      </p:sp>
      <p:sp>
        <p:nvSpPr>
          <p:cNvPr id="5" name="S07-chip5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눈으로 가만히 보기</a:t>
            </a:r>
            <a:endParaRPr lang="ko-KR" sz="2600" dirty="0"/>
          </a:p>
        </p:txBody>
      </p:sp>
      <p:sp>
        <p:nvSpPr>
          <p:cNvPr id="6" name="S07-chip5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잡거나 꺾기</a:t>
            </a:r>
            <a:endParaRPr lang="ko-KR" sz="2600" dirty="0"/>
          </a:p>
        </p:txBody>
      </p:sp>
      <p:sp>
        <p:nvSpPr>
          <p:cNvPr id="7" name="S07-text5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관찰할 때 보는 것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600" dirty="0"/>
          </a:p>
        </p:txBody>
      </p:sp>
      <p:sp>
        <p:nvSpPr>
          <p:cNvPr id="9" name="S07-text6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생물을 지키는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하나</a:t>
            </a:r>
            <a:endParaRPr lang="ko-KR" sz="2600" dirty="0"/>
          </a:p>
        </p:txBody>
      </p:sp>
      <p:sp>
        <p:nvSpPr>
          <p:cNvPr id="10" name="S07-text6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본 생물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이야기하기</a:t>
            </a:r>
            <a:endParaRPr lang="ko-KR" sz="2600" dirty="0"/>
          </a:p>
        </p:txBody>
      </p:sp>
      <p:sp>
        <p:nvSpPr>
          <p:cNvPr id="11" name="S07-text6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물·종이·전기 아끼기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살아 있는 것</a:t>
            </a:r>
            <a:endParaRPr lang="ko-KR" sz="4400" dirty="0"/>
          </a:p>
        </p:txBody>
      </p:sp>
      <p:sp>
        <p:nvSpPr>
          <p:cNvPr id="3" name="S08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것은 자라요.</a:t>
            </a:r>
            <a:endParaRPr lang="ko-KR" sz="3200" dirty="0"/>
          </a:p>
        </p:txBody>
      </p:sp>
      <p:sp>
        <p:nvSpPr>
          <p:cNvPr id="4" name="S08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물이나 먹이를 먹고 자라면 살아 있어요.</a:t>
            </a:r>
            <a:endParaRPr lang="ko-KR" sz="3200" dirty="0"/>
          </a:p>
        </p:txBody>
      </p:sp>
      <p:graphicFrame>
        <p:nvGraphicFramePr>
          <p:cNvPr id="9" name="S08-table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38506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 있어요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 있지 않아요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의자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연필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강아지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환경·생태 주변 생물 관찰과 보호</dc:title>
  <dc:subject>KR22-G01-ENV-NATURE-L01</dc:subject>
  <dc:creator>education-ppt</dc:creator>
  <cp:lastModifiedBy>education-ppt</cp:lastModifiedBy>
  <cp:revision>1</cp:revision>
  <dcterms:created xsi:type="dcterms:W3CDTF">2026-10-26T09:58:17Z</dcterms:created>
  <dcterms:modified xsi:type="dcterms:W3CDTF">2026-10-26T09:58:17Z</dcterms:modified>
</cp:coreProperties>
</file>