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71da401-3842-0f3e-aeb4-dec19b1879f6}">
          <p14:sldIdLst>
            <p14:sldId id="256"/>
            <p14:sldId id="257"/>
          </p14:sldIdLst>
        </p14:section>
        <p14:section name="개념" id="{7683c0ec-ba9a-c2f3-3fda-fab31b649d36}">
          <p14:sldIdLst>
            <p14:sldId id="258"/>
            <p14:sldId id="259"/>
            <p14:sldId id="261"/>
            <p14:sldId id="262"/>
          </p14:sldIdLst>
        </p14:section>
        <p14:section name="연습" id="{ee48bece-8496-85b5-c144-9fb751ebb9fe}">
          <p14:sldIdLst>
            <p14:sldId id="260"/>
            <p14:sldId id="263"/>
            <p14:sldId id="264"/>
            <p14:sldId id="265"/>
          </p14:sldIdLst>
        </p14:section>
        <p14:section name="개념" id="{732fb1c3-a09c-deb1-53a9-f890a2142cd3}">
          <p14:sldIdLst/>
        </p14:section>
        <p14:section name="연습" id="{a136b8fb-eea4-46b3-898a-1eb7aecabb49}">
          <p14:sldIdLst/>
        </p14:section>
        <p14:section name="확인" id="{4874aa43-5e16-fb7c-14af-76840f727e44}">
          <p14:sldIdLst>
            <p14:sldId id="266"/>
            <p14:sldId id="267"/>
          </p14:sldIdLst>
        </p14:section>
        <p14:section name="정리" id="{7c050eac-3af1-6bcc-15b0-f3e7c8392c29}">
          <p14:sldIdLst>
            <p14:sldId id="268"/>
          </p14:sldIdLst>
        </p14:section>
        <p14:section name="보충" id="{6797e416-7fcb-b6f1-dc7b-47e07571ff6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비례식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4와 비율이 같은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□에서 □는 얼마일까?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4 = 6 : □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비의 성질로 비율이 같은 비를 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비례식의 성질로 □를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5의 비율을 분수로</a:t>
            </a:r>
            <a:endParaRPr lang="ko-KR" sz="28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8의 비율을 기약분수로</a:t>
            </a:r>
            <a:endParaRPr lang="ko-KR" sz="28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24의 최대공약수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비의 성질 ① 곱하기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후항에 0이 아닌 같은 수를 곱해도 비율은 같아요.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3에서 2는 전항,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후항이에요.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후항에 ×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6이 되어도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비율은 같아요.</a:t>
            </a:r>
            <a:endParaRPr lang="ko-KR" sz="2800" dirty="0"/>
          </a:p>
        </p:txBody>
      </p:sp>
      <p:sp>
        <p:nvSpPr>
          <p:cNvPr id="9" name="S03-op16"/>
          <p:cNvSpPr txBox="1"/>
          <p:nvPr/>
        </p:nvSpPr>
        <p:spPr>
          <a:xfrm>
            <a:off x="4149471" y="1336040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op17"/>
          <p:cNvSpPr txBox="1"/>
          <p:nvPr/>
        </p:nvSpPr>
        <p:spPr>
          <a:xfrm>
            <a:off x="4733163" y="1336040"/>
            <a:ext cx="45415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2600" dirty="0"/>
          </a:p>
        </p:txBody>
      </p:sp>
      <p:sp>
        <p:nvSpPr>
          <p:cNvPr id="11" name="S03-op18"/>
          <p:cNvSpPr txBox="1"/>
          <p:nvPr/>
        </p:nvSpPr>
        <p:spPr>
          <a:xfrm>
            <a:off x="5297043" y="1336040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03-op19"/>
          <p:cNvSpPr txBox="1"/>
          <p:nvPr/>
        </p:nvSpPr>
        <p:spPr>
          <a:xfrm>
            <a:off x="5880735" y="13360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13" name="S03-op20"/>
          <p:cNvSpPr txBox="1"/>
          <p:nvPr/>
        </p:nvSpPr>
        <p:spPr>
          <a:xfrm>
            <a:off x="6570091" y="1336040"/>
            <a:ext cx="90322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600" dirty="0"/>
          </a:p>
        </p:txBody>
      </p:sp>
      <p:sp>
        <p:nvSpPr>
          <p:cNvPr id="14" name="S03-num21"/>
          <p:cNvSpPr txBox="1"/>
          <p:nvPr/>
        </p:nvSpPr>
        <p:spPr>
          <a:xfrm>
            <a:off x="7583043" y="13360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5" name="S03-fracbar22"/>
          <p:cNvSpPr/>
          <p:nvPr/>
        </p:nvSpPr>
        <p:spPr>
          <a:xfrm>
            <a:off x="7619619" y="176225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6" name="S03-num23"/>
          <p:cNvSpPr txBox="1"/>
          <p:nvPr/>
        </p:nvSpPr>
        <p:spPr>
          <a:xfrm>
            <a:off x="7583043" y="17988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03-op24"/>
          <p:cNvSpPr txBox="1"/>
          <p:nvPr/>
        </p:nvSpPr>
        <p:spPr>
          <a:xfrm>
            <a:off x="3614166" y="2508504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8" name="S03-op25"/>
          <p:cNvSpPr txBox="1"/>
          <p:nvPr/>
        </p:nvSpPr>
        <p:spPr>
          <a:xfrm>
            <a:off x="4197858" y="2508504"/>
            <a:ext cx="45415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2600" dirty="0"/>
          </a:p>
        </p:txBody>
      </p:sp>
      <p:sp>
        <p:nvSpPr>
          <p:cNvPr id="19" name="S03-op26"/>
          <p:cNvSpPr txBox="1"/>
          <p:nvPr/>
        </p:nvSpPr>
        <p:spPr>
          <a:xfrm>
            <a:off x="4761738" y="2508504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03-op27"/>
          <p:cNvSpPr txBox="1"/>
          <p:nvPr/>
        </p:nvSpPr>
        <p:spPr>
          <a:xfrm>
            <a:off x="5345430" y="2508504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21" name="S03-op28"/>
          <p:cNvSpPr txBox="1"/>
          <p:nvPr/>
        </p:nvSpPr>
        <p:spPr>
          <a:xfrm>
            <a:off x="6034786" y="2508504"/>
            <a:ext cx="90322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600" dirty="0"/>
          </a:p>
        </p:txBody>
      </p:sp>
      <p:sp>
        <p:nvSpPr>
          <p:cNvPr id="22" name="S03-num29"/>
          <p:cNvSpPr txBox="1"/>
          <p:nvPr/>
        </p:nvSpPr>
        <p:spPr>
          <a:xfrm>
            <a:off x="7047738" y="2508504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3" name="S03-fracbar30"/>
          <p:cNvSpPr/>
          <p:nvPr/>
        </p:nvSpPr>
        <p:spPr>
          <a:xfrm>
            <a:off x="7084314" y="2934716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4" name="S03-num31"/>
          <p:cNvSpPr txBox="1"/>
          <p:nvPr/>
        </p:nvSpPr>
        <p:spPr>
          <a:xfrm>
            <a:off x="7047738" y="297129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5" name="S03-op32"/>
          <p:cNvSpPr txBox="1"/>
          <p:nvPr/>
        </p:nvSpPr>
        <p:spPr>
          <a:xfrm>
            <a:off x="7613904" y="2508504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6" name="S03-num33"/>
          <p:cNvSpPr txBox="1"/>
          <p:nvPr/>
        </p:nvSpPr>
        <p:spPr>
          <a:xfrm>
            <a:off x="8118348" y="2508504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7" name="S03-fracbar34"/>
          <p:cNvSpPr/>
          <p:nvPr/>
        </p:nvSpPr>
        <p:spPr>
          <a:xfrm>
            <a:off x="8154924" y="2934716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8" name="S03-num35"/>
          <p:cNvSpPr txBox="1"/>
          <p:nvPr/>
        </p:nvSpPr>
        <p:spPr>
          <a:xfrm>
            <a:off x="8118348" y="2971292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자연수의 비로</a:t>
            </a:r>
            <a:endParaRPr lang="ko-KR" sz="4000" dirty="0"/>
          </a:p>
        </p:txBody>
      </p:sp>
      <p:sp>
        <p:nvSpPr>
          <p:cNvPr id="3" name="S04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비의 성질로 비를 간단하게 나타내요.</a:t>
            </a:r>
            <a:endParaRPr lang="ko-KR" sz="2800" dirty="0"/>
          </a:p>
        </p:txBody>
      </p:sp>
      <p:sp>
        <p:nvSpPr>
          <p:cNvPr id="4" name="S04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전항과 후항을 0이 아닌 같은 수로 나누어도 비율은 같아요.</a:t>
            </a:r>
            <a:endParaRPr lang="ko-KR" sz="2800" dirty="0"/>
          </a:p>
        </p:txBody>
      </p:sp>
      <p:sp>
        <p:nvSpPr>
          <p:cNvPr id="6" name="S04-stepno39"/>
          <p:cNvSpPr txBox="1"/>
          <p:nvPr/>
        </p:nvSpPr>
        <p:spPr>
          <a:xfrm>
            <a:off x="548640" y="26619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40"/>
          <p:cNvSpPr txBox="1"/>
          <p:nvPr/>
        </p:nvSpPr>
        <p:spPr>
          <a:xfrm>
            <a:off x="1325880" y="2616200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최대공약수로 나눠요.</a:t>
            </a:r>
            <a:endParaRPr lang="ko-KR" sz="2800" dirty="0"/>
          </a:p>
        </p:txBody>
      </p:sp>
      <p:sp>
        <p:nvSpPr>
          <p:cNvPr id="8" name="S04-eqtext41"/>
          <p:cNvSpPr txBox="1"/>
          <p:nvPr/>
        </p:nvSpPr>
        <p:spPr>
          <a:xfrm>
            <a:off x="6981810" y="2616200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: 18 → 2 : 3</a:t>
            </a:r>
            <a:endParaRPr lang="ko-KR" sz="2800" dirty="0"/>
          </a:p>
        </p:txBody>
      </p:sp>
      <p:sp>
        <p:nvSpPr>
          <p:cNvPr id="9" name="S04-stepno42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43"/>
          <p:cNvSpPr txBox="1"/>
          <p:nvPr/>
        </p:nvSpPr>
        <p:spPr>
          <a:xfrm>
            <a:off x="1325880" y="3648456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비는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곱해요.</a:t>
            </a:r>
            <a:endParaRPr lang="ko-KR" sz="2800" dirty="0"/>
          </a:p>
        </p:txBody>
      </p:sp>
      <p:sp>
        <p:nvSpPr>
          <p:cNvPr id="11" name="S04-eqtext44"/>
          <p:cNvSpPr txBox="1"/>
          <p:nvPr/>
        </p:nvSpPr>
        <p:spPr>
          <a:xfrm>
            <a:off x="6981810" y="3648456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 : 0.5 → 3 : 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자연수의 비로 나타내기</a:t>
            </a:r>
            <a:endParaRPr lang="ko-KR" sz="4000" dirty="0"/>
          </a:p>
        </p:txBody>
      </p:sp>
      <p:sp>
        <p:nvSpPr>
          <p:cNvPr id="3" name="S05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자연수는 최대공약수로 나누고, 소수는 10을 곱해요.</a:t>
            </a:r>
            <a:endParaRPr lang="ko-KR" sz="2800" dirty="0"/>
          </a:p>
        </p:txBody>
      </p:sp>
      <p:sp>
        <p:nvSpPr>
          <p:cNvPr id="5" name="S05-chip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eqtext4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: 24</a:t>
            </a:r>
            <a:endParaRPr lang="ko-KR" sz="3200" dirty="0"/>
          </a:p>
        </p:txBody>
      </p:sp>
      <p:sp>
        <p:nvSpPr>
          <p:cNvPr id="7" name="S05-chip4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eqtext5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: 0.7</a:t>
            </a:r>
            <a:endParaRPr lang="ko-KR" sz="3200" dirty="0"/>
          </a:p>
        </p:txBody>
      </p:sp>
      <p:sp>
        <p:nvSpPr>
          <p:cNvPr id="9" name="S05-chip5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eqtext5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: 15</a:t>
            </a:r>
            <a:endParaRPr lang="ko-KR" sz="3200" dirty="0"/>
          </a:p>
        </p:txBody>
      </p:sp>
      <p:sp>
        <p:nvSpPr>
          <p:cNvPr id="11" name="S05-chip5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eqtext5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: 0.8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4000" dirty="0"/>
          </a:p>
        </p:txBody>
      </p:sp>
      <p:sp>
        <p:nvSpPr>
          <p:cNvPr id="3" name="S06-card5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비율이 같은 두 비를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= 로 나타낸 식</a:t>
            </a:r>
            <a:endParaRPr lang="ko-KR" sz="2800" dirty="0"/>
          </a:p>
        </p:txBody>
      </p:sp>
      <p:sp>
        <p:nvSpPr>
          <p:cNvPr id="5" name="S06-card5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외항과 내항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바깥쪽 2와 6은 외항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 3과 4는 내항</a:t>
            </a:r>
            <a:endParaRPr lang="ko-KR" sz="2800" dirty="0"/>
          </a:p>
        </p:txBody>
      </p:sp>
      <p:sp>
        <p:nvSpPr>
          <p:cNvPr id="7" name="S06-eqtext59"/>
          <p:cNvSpPr txBox="1"/>
          <p:nvPr/>
        </p:nvSpPr>
        <p:spPr>
          <a:xfrm>
            <a:off x="548640" y="1325880"/>
            <a:ext cx="11091672" cy="314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: 3 = 4 : 6</a:t>
            </a:r>
            <a:endParaRPr lang="ko-KR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 = 내항의 곱</a:t>
            </a:r>
            <a:endParaRPr lang="ko-KR" sz="4000" dirty="0"/>
          </a:p>
        </p:txBody>
      </p:sp>
      <p:sp>
        <p:nvSpPr>
          <p:cNvPr id="3" name="S07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12, 3 × 4 = 12로 같아요.</a:t>
            </a:r>
            <a:endParaRPr lang="ko-KR" sz="2800" dirty="0"/>
          </a:p>
        </p:txBody>
      </p:sp>
      <p:sp>
        <p:nvSpPr>
          <p:cNvPr id="4" name="S07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3 : 5와 12 : 20의 비율이 같아요.</a:t>
            </a:r>
            <a:endParaRPr lang="ko-KR" sz="2800" dirty="0"/>
          </a:p>
        </p:txBody>
      </p:sp>
      <p:sp>
        <p:nvSpPr>
          <p:cNvPr id="6" name="S07-stepno63"/>
          <p:cNvSpPr txBox="1"/>
          <p:nvPr/>
        </p:nvSpPr>
        <p:spPr>
          <a:xfrm>
            <a:off x="548640" y="22479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7-text64"/>
          <p:cNvSpPr txBox="1"/>
          <p:nvPr/>
        </p:nvSpPr>
        <p:spPr>
          <a:xfrm>
            <a:off x="1325880" y="2202180"/>
            <a:ext cx="5655930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 = □ : 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외항끼리, 내항끼리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8" name="S07-eqtext65"/>
          <p:cNvSpPr txBox="1"/>
          <p:nvPr/>
        </p:nvSpPr>
        <p:spPr>
          <a:xfrm>
            <a:off x="6981810" y="2202180"/>
            <a:ext cx="465850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20 = 5 × □</a:t>
            </a:r>
            <a:endParaRPr lang="ko-KR" sz="2800" dirty="0"/>
          </a:p>
        </p:txBody>
      </p:sp>
      <p:sp>
        <p:nvSpPr>
          <p:cNvPr id="9" name="S07-stepno66"/>
          <p:cNvSpPr txBox="1"/>
          <p:nvPr/>
        </p:nvSpPr>
        <p:spPr>
          <a:xfrm>
            <a:off x="548640" y="3668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7-text67"/>
          <p:cNvSpPr txBox="1"/>
          <p:nvPr/>
        </p:nvSpPr>
        <p:spPr>
          <a:xfrm>
            <a:off x="1325880" y="366826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= 5 × □</a:t>
            </a:r>
            <a:endParaRPr lang="ko-KR" sz="2800" dirty="0"/>
          </a:p>
        </p:txBody>
      </p:sp>
      <p:sp>
        <p:nvSpPr>
          <p:cNvPr id="11" name="S07-eqtext68"/>
          <p:cNvSpPr txBox="1"/>
          <p:nvPr/>
        </p:nvSpPr>
        <p:spPr>
          <a:xfrm>
            <a:off x="6981810" y="366826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60 ÷ 5</a:t>
            </a:r>
            <a:endParaRPr lang="ko-KR" sz="2800" dirty="0"/>
          </a:p>
        </p:txBody>
      </p:sp>
      <p:sp>
        <p:nvSpPr>
          <p:cNvPr id="12" name="S07-stepno69"/>
          <p:cNvSpPr txBox="1"/>
          <p:nvPr/>
        </p:nvSpPr>
        <p:spPr>
          <a:xfrm>
            <a:off x="548640" y="43815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7-text70"/>
          <p:cNvSpPr txBox="1"/>
          <p:nvPr/>
        </p:nvSpPr>
        <p:spPr>
          <a:xfrm>
            <a:off x="1325880" y="438150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구해요.</a:t>
            </a:r>
            <a:endParaRPr lang="ko-KR" sz="2800" dirty="0"/>
          </a:p>
        </p:txBody>
      </p:sp>
      <p:sp>
        <p:nvSpPr>
          <p:cNvPr id="14" name="S07-eqtext71"/>
          <p:cNvSpPr txBox="1"/>
          <p:nvPr/>
        </p:nvSpPr>
        <p:spPr>
          <a:xfrm>
            <a:off x="6981810" y="438150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 봐요</a:t>
            </a:r>
            <a:endParaRPr lang="ko-KR" sz="4000" dirty="0"/>
          </a:p>
        </p:txBody>
      </p:sp>
      <p:sp>
        <p:nvSpPr>
          <p:cNvPr id="3" name="S08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 = 내항의 곱으로 식을 세워요.</a:t>
            </a:r>
            <a:endParaRPr lang="ko-KR" sz="2800" dirty="0"/>
          </a:p>
        </p:txBody>
      </p:sp>
      <p:sp>
        <p:nvSpPr>
          <p:cNvPr id="5" name="S08-chip7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eqtext7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7 = 12 : □</a:t>
            </a:r>
            <a:endParaRPr lang="ko-KR" sz="3200" dirty="0"/>
          </a:p>
        </p:txBody>
      </p:sp>
      <p:sp>
        <p:nvSpPr>
          <p:cNvPr id="7" name="S08-chip7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eqtext7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: □ = 18 : 24</a:t>
            </a:r>
            <a:endParaRPr lang="ko-KR" sz="3200" dirty="0"/>
          </a:p>
        </p:txBody>
      </p:sp>
      <p:sp>
        <p:nvSpPr>
          <p:cNvPr id="9" name="S08-chip7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eqtext7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: 9 = 10 : 15</a:t>
            </a:r>
            <a:endParaRPr lang="ko-KR" sz="3200" dirty="0"/>
          </a:p>
        </p:txBody>
      </p:sp>
      <p:sp>
        <p:nvSpPr>
          <p:cNvPr id="11" name="S08-chip8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8-eqtext8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: 3 = 2 :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8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: 2 = 15 : □에서 □를 구했어요.</a:t>
            </a:r>
            <a:endParaRPr lang="ko-KR" sz="2800" dirty="0"/>
          </a:p>
        </p:txBody>
      </p:sp>
      <p:sp>
        <p:nvSpPr>
          <p:cNvPr id="5" name="S09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외항의 곱과 내항의 곱으로 확인해 봐요.</a:t>
            </a:r>
            <a:endParaRPr lang="ko-KR" sz="2800" dirty="0"/>
          </a:p>
        </p:txBody>
      </p:sp>
      <p:sp>
        <p:nvSpPr>
          <p:cNvPr id="7" name="S09-chip8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</a:t>
            </a:r>
            <a:endParaRPr lang="ko-KR" sz="2200" dirty="0"/>
          </a:p>
        </p:txBody>
      </p:sp>
      <p:sp>
        <p:nvSpPr>
          <p:cNvPr id="8" name="S09-text8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10을 더하면 15니까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2에도 10을 더해요.</a:t>
            </a:r>
            <a:endParaRPr lang="ko-KR" sz="2800" dirty="0"/>
          </a:p>
        </p:txBody>
      </p:sp>
      <p:sp>
        <p:nvSpPr>
          <p:cNvPr id="9" name="S09-chip8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</a:t>
            </a:r>
            <a:endParaRPr lang="ko-KR" sz="2200" dirty="0"/>
          </a:p>
        </p:txBody>
      </p:sp>
      <p:sp>
        <p:nvSpPr>
          <p:cNvPr id="10" name="S09-text8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 3을 곱하면 15니까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2에도 3을 곱해요.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비례식으로 해결해요</a:t>
            </a:r>
            <a:endParaRPr lang="ko-KR" sz="4000" dirty="0"/>
          </a:p>
        </p:txBody>
      </p:sp>
      <p:sp>
        <p:nvSpPr>
          <p:cNvPr id="3" name="S10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비에서 같은 자리에 같은 종류의 양을 써요.</a:t>
            </a:r>
            <a:endParaRPr lang="ko-KR" sz="2800" dirty="0"/>
          </a:p>
        </p:txBody>
      </p:sp>
      <p:sp>
        <p:nvSpPr>
          <p:cNvPr id="5" name="S10-chip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9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매실 원액과 물을 2 : 5로 섞어요.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원액이 60 mL이면 물은 몇 mL인가요?</a:t>
            </a:r>
            <a:endParaRPr lang="ko-KR" sz="2800" dirty="0"/>
          </a:p>
        </p:txBody>
      </p:sp>
      <p:sp>
        <p:nvSpPr>
          <p:cNvPr id="7" name="S10-chip9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95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4개에 버터가 30 g 들어요.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18개에는 버터가 몇 g 들까요?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9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9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: 27을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5" name="S11-chip9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9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: 1.5를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7" name="S11-chip10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eqtext10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4 = □ : 32</a:t>
            </a:r>
            <a:endParaRPr lang="ko-KR" sz="3200" dirty="0"/>
          </a:p>
        </p:txBody>
      </p:sp>
      <p:sp>
        <p:nvSpPr>
          <p:cNvPr id="9" name="S11-chip10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eqtext10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: 12 = 15 : 20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0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0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사진의 가로와 세로의 비가 3 : 2예요.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가로가 45 cm이면 세로는 몇 cm인가요?</a:t>
            </a:r>
            <a:endParaRPr lang="ko-KR" sz="28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07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동안 0.6 km를 걷는 빠르기로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 동안 걸으면 몇 km를 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비례식에서 외항의 곱과 내항의 곱은 같아요.</a:t>
            </a:r>
            <a:endParaRPr lang="ko-KR" sz="2800" dirty="0"/>
          </a:p>
        </p:txBody>
      </p:sp>
      <p:sp>
        <p:nvSpPr>
          <p:cNvPr id="5" name="S14-chip11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답을 넣어 두 곱이 같은지 확인</a:t>
            </a:r>
            <a:endParaRPr lang="ko-KR" sz="2200" dirty="0"/>
          </a:p>
        </p:txBody>
      </p:sp>
      <p:sp>
        <p:nvSpPr>
          <p:cNvPr id="6" name="S14-chip11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더해서 같은 비 만들기</a:t>
            </a:r>
            <a:endParaRPr lang="ko-KR" sz="2200" dirty="0"/>
          </a:p>
        </p:txBody>
      </p:sp>
      <p:sp>
        <p:nvSpPr>
          <p:cNvPr id="7" name="S14-text11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1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 : 35를 간단한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200" dirty="0"/>
          </a:p>
        </p:txBody>
      </p:sp>
      <p:sp>
        <p:nvSpPr>
          <p:cNvPr id="9" name="S14-eqtext11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 : 8 = 15 : □</a:t>
            </a:r>
            <a:endParaRPr lang="ko-KR" sz="2600" dirty="0"/>
          </a:p>
        </p:txBody>
      </p:sp>
      <p:sp>
        <p:nvSpPr>
          <p:cNvPr id="10" name="S14-eqtext11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: □ = 12 : 20</a:t>
            </a:r>
            <a:endParaRPr lang="ko-KR" sz="2600" dirty="0"/>
          </a:p>
        </p:txBody>
      </p:sp>
      <p:sp>
        <p:nvSpPr>
          <p:cNvPr id="11" name="S14-text11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비례배분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비율이 같은지 확인해요</a:t>
            </a:r>
            <a:endParaRPr lang="ko-KR" sz="4000" dirty="0"/>
          </a:p>
        </p:txBody>
      </p:sp>
      <p:sp>
        <p:nvSpPr>
          <p:cNvPr id="3" name="S15-card11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1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양 ÷ 기준량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(후항이 기준량)</a:t>
            </a:r>
            <a:endParaRPr lang="ko-KR" sz="2800" dirty="0"/>
          </a:p>
        </p:txBody>
      </p:sp>
      <p:sp>
        <p:nvSpPr>
          <p:cNvPr id="5" name="S15-card11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2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바꾸면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같은지 바로 보여요.</a:t>
            </a:r>
            <a:endParaRPr lang="ko-KR" sz="2800" dirty="0"/>
          </a:p>
        </p:txBody>
      </p:sp>
      <p:sp>
        <p:nvSpPr>
          <p:cNvPr id="7" name="S15-op121"/>
          <p:cNvSpPr txBox="1"/>
          <p:nvPr/>
        </p:nvSpPr>
        <p:spPr>
          <a:xfrm>
            <a:off x="3914140" y="17048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8" name="S15-op122"/>
          <p:cNvSpPr txBox="1"/>
          <p:nvPr/>
        </p:nvSpPr>
        <p:spPr>
          <a:xfrm>
            <a:off x="4548124" y="170484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3200" dirty="0"/>
          </a:p>
        </p:txBody>
      </p:sp>
      <p:sp>
        <p:nvSpPr>
          <p:cNvPr id="9" name="S15-op123"/>
          <p:cNvSpPr txBox="1"/>
          <p:nvPr/>
        </p:nvSpPr>
        <p:spPr>
          <a:xfrm>
            <a:off x="5157724" y="170484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0" name="S15-op124"/>
          <p:cNvSpPr txBox="1"/>
          <p:nvPr/>
        </p:nvSpPr>
        <p:spPr>
          <a:xfrm>
            <a:off x="5791708" y="170484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11" name="S15-num125"/>
          <p:cNvSpPr txBox="1"/>
          <p:nvPr/>
        </p:nvSpPr>
        <p:spPr>
          <a:xfrm>
            <a:off x="6555740" y="1704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15-fracbar126"/>
          <p:cNvSpPr/>
          <p:nvPr/>
        </p:nvSpPr>
        <p:spPr>
          <a:xfrm>
            <a:off x="6592316" y="22209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5-num127"/>
          <p:cNvSpPr txBox="1"/>
          <p:nvPr/>
        </p:nvSpPr>
        <p:spPr>
          <a:xfrm>
            <a:off x="6555740" y="22575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15-op128"/>
          <p:cNvSpPr txBox="1"/>
          <p:nvPr/>
        </p:nvSpPr>
        <p:spPr>
          <a:xfrm>
            <a:off x="7201916" y="170484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15-num129"/>
          <p:cNvSpPr txBox="1"/>
          <p:nvPr/>
        </p:nvSpPr>
        <p:spPr>
          <a:xfrm>
            <a:off x="7738364" y="1704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6" name="S15-fracbar130"/>
          <p:cNvSpPr/>
          <p:nvPr/>
        </p:nvSpPr>
        <p:spPr>
          <a:xfrm>
            <a:off x="7774940" y="222097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5-num131"/>
          <p:cNvSpPr txBox="1"/>
          <p:nvPr/>
        </p:nvSpPr>
        <p:spPr>
          <a:xfrm>
            <a:off x="7738364" y="22575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15-op132"/>
          <p:cNvSpPr txBox="1"/>
          <p:nvPr/>
        </p:nvSpPr>
        <p:spPr>
          <a:xfrm>
            <a:off x="3914140" y="30571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15-op133"/>
          <p:cNvSpPr txBox="1"/>
          <p:nvPr/>
        </p:nvSpPr>
        <p:spPr>
          <a:xfrm>
            <a:off x="4548124" y="3057144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endParaRPr lang="ko-KR" sz="3200" dirty="0"/>
          </a:p>
        </p:txBody>
      </p:sp>
      <p:sp>
        <p:nvSpPr>
          <p:cNvPr id="20" name="S15-op134"/>
          <p:cNvSpPr txBox="1"/>
          <p:nvPr/>
        </p:nvSpPr>
        <p:spPr>
          <a:xfrm>
            <a:off x="5157724" y="3057144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1" name="S15-op135"/>
          <p:cNvSpPr txBox="1"/>
          <p:nvPr/>
        </p:nvSpPr>
        <p:spPr>
          <a:xfrm>
            <a:off x="5791708" y="30571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22" name="S15-num136"/>
          <p:cNvSpPr txBox="1"/>
          <p:nvPr/>
        </p:nvSpPr>
        <p:spPr>
          <a:xfrm>
            <a:off x="6555740" y="30571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3" name="S15-fracbar137"/>
          <p:cNvSpPr/>
          <p:nvPr/>
        </p:nvSpPr>
        <p:spPr>
          <a:xfrm>
            <a:off x="6592316" y="35732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5-num138"/>
          <p:cNvSpPr txBox="1"/>
          <p:nvPr/>
        </p:nvSpPr>
        <p:spPr>
          <a:xfrm>
            <a:off x="6555740" y="3609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5" name="S15-op139"/>
          <p:cNvSpPr txBox="1"/>
          <p:nvPr/>
        </p:nvSpPr>
        <p:spPr>
          <a:xfrm>
            <a:off x="7201916" y="30571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6" name="S15-num140"/>
          <p:cNvSpPr txBox="1"/>
          <p:nvPr/>
        </p:nvSpPr>
        <p:spPr>
          <a:xfrm>
            <a:off x="7738364" y="30571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15-fracbar141"/>
          <p:cNvSpPr/>
          <p:nvPr/>
        </p:nvSpPr>
        <p:spPr>
          <a:xfrm>
            <a:off x="7774940" y="35732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5-num142"/>
          <p:cNvSpPr txBox="1"/>
          <p:nvPr/>
        </p:nvSpPr>
        <p:spPr>
          <a:xfrm>
            <a:off x="7738364" y="36098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비례식</dc:title>
  <dc:subject>KR22-G06-MAT-PROPORTION-L01</dc:subject>
  <dc:creator>education-ppt</dc:creator>
  <cp:lastModifiedBy>education-ppt</cp:lastModifiedBy>
  <cp:revision>1</cp:revision>
  <dcterms:created xsi:type="dcterms:W3CDTF">2026-10-26T09:05:45Z</dcterms:created>
  <dcterms:modified xsi:type="dcterms:W3CDTF">2026-10-26T09:05:45Z</dcterms:modified>
</cp:coreProperties>
</file>