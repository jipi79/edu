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0defdd8-9bba-defb-86fd-441e71a0b77b}">
          <p14:sldIdLst>
            <p14:sldId id="256"/>
            <p14:sldId id="257"/>
          </p14:sldIdLst>
        </p14:section>
        <p14:section name="개념" id="{b8539117-f664-d854-952e-19eb492acba0}">
          <p14:sldIdLst>
            <p14:sldId id="258"/>
            <p14:sldId id="259"/>
            <p14:sldId id="261"/>
            <p14:sldId id="262"/>
          </p14:sldIdLst>
        </p14:section>
        <p14:section name="연습" id="{35d2f029-4416-b39e-1def-f7b6b0282f1c}">
          <p14:sldIdLst>
            <p14:sldId id="260"/>
            <p14:sldId id="263"/>
            <p14:sldId id="264"/>
          </p14:sldIdLst>
        </p14:section>
        <p14:section name="개념" id="{651165c9-4fe5-d3fb-976c-caeaf5cb593d}">
          <p14:sldIdLst/>
        </p14:section>
        <p14:section name="연습" id="{12f7bbe7-7184-059b-c8dd-a6f87bdb98cf}">
          <p14:sldIdLst/>
        </p14:section>
        <p14:section name="확인" id="{31377a50-c962-ba34-d17a-b0fa6c6dc8e8}">
          <p14:sldIdLst>
            <p14:sldId id="265"/>
            <p14:sldId id="266"/>
            <p14:sldId id="267"/>
          </p14:sldIdLst>
        </p14:section>
        <p14:section name="정리" id="{7c3c46c4-4455-31fc-e191-f4193f2e84e2}">
          <p14:sldIdLst>
            <p14:sldId id="268"/>
          </p14:sldIdLst>
        </p14:section>
        <p14:section name="보충" id="{ef47ba6b-8d81-15b2-02d9-78c77c9d7fe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소수를 자연수로 나누면 몫의 소수점이 어디에 오는지 궁금하게 합니다.
시간: 약 2분
이렇게 말해 보세요
- “72 ÷ 3은 24였지? 그러면 7.2 ÷ 3은 얼마일까? 24일까, 2.4일까, 0.24일까?”
- “어떻게 알 수 있을지 생각해 보자.”
예상 답
- “2.4요. 7 ÷ 3이 2쯤이니까요.” / “24요.” / “모르겠어요.”
막히면
- 예상만 듣고 넘어갑니다. S03에서 0.1이 몇 개인지로 알아봅니다.
주의
- 목표 두 가지를 소리 내어 읽어 주고, 아이에게 오늘 할 일을 한 번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확인(자연수의 나눗셈, 소수의 곱셈, 0.1의 개수)]
목적: 오늘 쓰는 세 가지, (두 자리 수) ÷ (한 자리 수), (소수) × (자연수), 소수를 0.1의 개수로 보기를 확인합니다.
시간: 약 3분
이렇게 말해 보세요
- “①은 십의 자리부터 나누었지?”
- “②는 소수의 곱셈이야. 24 × 3을 먼저 생각해 볼까?”
- “③ 1은 0.1이 10개야. 7.2는 0.1이 몇 개일까?”
정답
- ① 24
- ② 7.2
- ③ 72개
막히면
- ①이 틀리면 S14(보충)를 먼저 합니다. 보충으로도 어려우면 초3 ‘(세 자리 수)÷(한 자리 수)’를 먼저 다시 합니다.
- ②가 틀리면 초5 ‘소수의 곱셈’을 복습해야 합니다. 오늘은 확인 계산에만 쓰므로 S06에서 함께 계산합니다.
주의
- ③은 오늘 수업의 열쇠입니다. 7.2 = 0.1이 72개라는 것을 꼭 확인하고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자연수의 나눗셈으로 바꾸어 계산(0.1의 개수)]
목적: 소수를 0.1의 개수(또는 분모가 10인 분수)로 보면 자연수의 나눗셈으로 계산할 수 있고, 몫도 0.1의 개수로 나온다는 것을 압니다.
시간: 약 4분
이렇게 말해 보세요
- “7.2는 0.1이 72개였지? 72개를 3명이 똑같이 나누면 한 명은 0.1을 몇 개씩 가져?”
- “0.1이 24개면 얼마야?”
- “지난 시간에 배운 분수로 바꾸어도 돼. 7.2는 10분의 72야. 10분의 72 ÷ 3은?”
예상 답
- “24개요. 2.4예요.”
- “10분의 24 = 2.4예요.”
막히면
- 돈으로 바꾸어 생각하게 합니다: 7.2를 7200원으로 보고 3명이 나누면 2400원, 그래서 2.4라는 것처럼 단위를 바꾸어 봅니다.
주의
- 어림은 소수점 위치를 확인하는 가장 쉬운 방법입니다. 몫이 24나 0.24가 되면 어림과 맞지 않는다는 것을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나누어지는 수와 몫의 관계(소수점 위치)]
목적: 나누어지는 수가 10분의 1, 100분의 1이 되면 몫도 10분의 1, 100분의 1이 된다는 것으로 몫의 소수점 위치를 설명합니다.
시간: 약 3분
이렇게 말해 보세요
- “72에서 7.2로 바뀔 때 소수점이 어느 쪽으로 몇 칸 움직였어? 몫은?”
- “0.72 ÷ 3은 72 ÷ 3의 몫과 비교하면 어떻게 될까?”
예상 답
- “왼쪽으로 한 칸씩 움직였어요. 몫도 똑같이 움직여요.”
- “0.24예요. 100분의 1이 됐어요.”
막히면
- 0.72를 0.01이 72개로 보게 합니다. 72 ÷ 3 = 24이므로 0.01이 24개, 0.24입니다.
주의
- 이 관계는 나누는 수가 자연수로 그대로일 때만 씁니다. 나누는 수도 소수인 경우는 다음 차시에서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연습(자연수의 나눗셈 이용)]
목적: 도움을 받으며 자연수의 나눗셈 결과를 이용해 몫의 소수점 위치를 정하고 어림으로 확인합니다.
시간: 약 3분
이렇게 말해 보세요
- “48.6은 486의 몇 분의 1이야? 그러면 몫은?”
- “1.38은 138의 100분의 1이지? 몫도?”
- “어림해 보자. 1.38 ÷ 6은 1보다 클까, 작을까?”
정답
- ① 24.3 (486의 10분의 1이므로 243의 10분의 1)
- ② 2.4
- ③ 0.23 (138의 100분의 1이므로 23의 100분의 1)
막히면
- ③에서 2.3이라고 하면 “1.38을 6명이 나누는데 한 명이 2보다 많이 가질 수 있을까?”라고 어림하게 합니다.
주의
- ③처럼 몫이 1보다 작으면 몫의 일의 자리에 0을 써서 0.23으로 나타냅니다.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세로셈과 몫의 소수점 찍기]
목적: 세로셈으로 (소수) ÷ (자연수)를 계산할 때 자연수의 나눗셈과 같이 계산하고, 몫의 소수점을 나누어지는 수의 소수점 바로 위에 찍는다는 것을 압니다.
시간: 약 4분
이렇게 말해 보세요
- “7 ÷ 3은 2 … 1이지? 몫 2를 일의 자리 위에 써. 3 × 2 = 6을 쓰고 빼면 1이 남아.”
- “남은 1 옆에 2를 내리면 12야. 12 ÷ 3 = 4. 4는 소수 첫째 자리 위에 써.”
- “몫의 소수점은 어디에 찍을까? 7.2의 소수점 바로 위에 올려 찍어.”
예상 답
- “2.4예요. 2.4 × 3 = 7.2로 맞아요.”
막히면
- 표의 가운데 좁은 칸이 소수점 자리입니다. 몫의 소수점과 나누어지는 수의 소수점이 같은 칸에 있는 것을 손가락으로 짚어 줍니다.
- 칸 공책에 함께 따라 씁니다. ‘곱해서 쓰고 → 빼고 → 내리기’를 소리 내어 말합니다.
주의
- 12는 사실 0.1이 12개입니다. 소수점을 무시하고 계산해도 되는 까닭은 S03에서 본 것처럼 0.1의 개수로 나누기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몫의 일의 자리 0, 0을 내려 계산하기]
목적: 나누어지는 수의 일의 자리 숫자가 나누는 수보다 작으면 몫의 일의 자리에 0을 쓰고, 나누어떨어지지 않으면 소수점 아래 끝자리에 0을 붙여 내려 계산한다는 것을 압니다.
시간: 약 5분
이렇게 말해 보세요
- “3을 4로 나눌 수 있어? 없으면 몫의 일의 자리에 0을 쓰고 소수점을 찍어.”
- “34 ÷ 4는? 8을 소수 첫째 자리 위에 쓰고 32를 빼면 2가 남지?”
- “더 내릴 숫자가 없지? 3.4는 3.40과 같은 수야. 그래서 0을 하나 붙여 내려서 20 ÷ 4를 해.”
예상 답
- “0.85예요.”
- “3.4와 3.40은 같은 수라서 0을 붙여도 돼요.”
막히면
- 3.4와 3.40이 같다는 것을 돈으로 보여 줍니다: 3.4천 원 = 3400원 = 3.40천 원.
- 확인 계산을 함께 합니다: 0.85 × 4 = 3.40 = 3.4.
주의
- 몫의 일의 자리 0을 빼먹으면 몫이 85나 8.5처럼 소수점 위치가 틀립니다(M2).
- 나머지를 남긴 채 끝내지 않습니다. 소수의 나눗셈에서는 0을 내려 나누어떨어질 때까지 계산할 수 있습니다(나누어떨어지지 않는 경우는 다음 차시에서 반올림으로 다룹니다).
- 지치면 여기서 쉬고, 다음 날 S08부터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연습(세로셈)]
목적: 도움을 받으며 몫의 일의 자리에 0을 쓰고, 0을 내려 계산하는 세로셈을 합니다.
시간: 약 3분
이렇게 말해 보세요
- “①은 0을 4로 나눌 수 있어? 몫의 일의 자리에는 무엇을 쓸까?”
- “6 ÷ 4 = 1 … 2. 남은 2는 어떻게 할까? 0.6은 0.60과 같지?”
- “②, ③은 공책에 세로셈으로 해 보자.”
정답
- ① 0.15 (몫 0.15 / 4 × 1 = 4, 6 − 4 = 2, 0을 내려 20, 4 × 5 = 20, 나머지 0)
- ② 1.3
- ③ 0.45 (2.7을 2.70으로 보고 0을 내림)
막히면
- S07의 세로셈을 옆에 두고 같은 순서로 따라 하게 합니다.
주의
- ①의 빈칸 표에서 맨 윗줄은 몫, 둘째 줄 오른쪽 끝 □는 내려 쓸 0입니다.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비교(몫의 소수점 위치·일의 자리 0)]
목적: 몫의 일의 자리 0을 쓰지 않거나 소수점을 잘못 찍는 실수(M2)를 어림으로 바로잡습니다.
시간: 약 2분
이렇게 말해 보세요
- “0.6은 1보다 작지? 그것을 4명이 나누면 한 명의 몫이 1보다 클 수 있을까?”
- “토끼는 무엇을 계산한 걸까?”
예상 답
- “1보다 작아야 해요. 곰이 맞아요.”
- “토끼는 6 ÷ 4를 계산했어요.”
정답
- 곰이 맞습니다. 0.6 ÷ 4 = 0.15
- 토끼는 6 ÷ 4 = 1.5를 썼습니다. 0.6은 6의 10분의 1이므로 몫도 1.5의 10분의 1인 0.15입니다.
막히면
- 확인 계산을 하게 합니다: 1.5 × 4 = 6이라서 0.6이 아닙니다. 0.15 × 4 = 0.6입니다.
주의
- 곱셈으로 확인하는 습관(몫 × 나누는 수 = 나누어지는 수)을 들이면 소수점 실수를 스스로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(소수) ÷ (자연수)를 세로셈으로 계산하고, 몫의 소수점 위치를 어림으로 설명하는지 확인합니다.
시간: 약 4분
이렇게 말해 보세요
- “이번에는 혼자 해 볼래? 공책에 세로셈으로 하고, 다 하면 ⑤를 설명해 줘.”
정답
- ① 3.1
- ② 0.76 (몫의 일의 자리 0)
- ③ 1.26 (6.3을 6.30으로 보고 0을 내림)
- ④ 0.15 (몫의 일의 자리 0, 0을 내림)
- ⑤ 기준: ‘6.3 ÷ 5는 6 ÷ 5쯤이라 1보다 조금 크다. 그래서 1.26이 맞다’처럼 어림한 수와 비교하면 맞습니다.
막히면
- 바로 알려 주지 말고 “몫의 소수점은 어디에 찍지?” “더 내릴 숫자가 없으면?”이라고만 묻습니다.
- 도움을 받아 해결했다면 기록표에 ‘도움’으로 표시합니다.
주의
- ③을 1.2 … 3처럼 나머지로 끝내면 0을 내리는 방법을 S07에서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곱셈으로 확인해 보자.”
정답
- ① 3.1 ② 0.76 ③ 1.26 ④ 0.15 ⑤ 어림 설명(S10 노트의 기준)
막히면
- ②를 7.6으로 했다면 S09, ③을 나머지로 끝냈다면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확인(생활 문제)]
목적: 처음 보는 생활 문제에서 (소수) ÷ (자연수) 식을 세우고 몫의 소수점을 바르게 찍는지 확인합니다.
시간: 약 2분
이렇게 말해 보세요
- “무엇을 몇으로 나누는 문제야? 식을 먼저 말해 볼래? 답이 대략 얼마쯤일지도.”
정답
- ① 2.6 ÷ 4 = 0.65, 0.65 L (일의 자리 0, 0을 내림)
- ② 8.4 ÷ 4 = 2.1, 2.1 cm (정사각형은 네 변의 길이가 같음)
막히면
- ②는 정사각형의 둘레가 한 변의 4배라는 것을 그림을 그려 확인하게 합니다.
주의
- 식과 답, 단위까지 쓰면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“몫의 소수점은 어디에 찍었지? 일의 자리를 나눌 수 없으면? 남는 수가 있으면?”
- “다음 수업을 시작할 때 이 세 문제를 먼저 풀 거야.”
예상 답
- “나누어지는 수의 소수점 위에 찍어요. 0을 쓰고, 0을 내려요.”
정답
- ① 2.1
- ② 0.25
- ③ 0.46
막히면
- S06과 S07의 세로셈을 다시 보여 줍니다.
주의
- 다음 차시(소수의 나눗셈 2)에서는 소수를 소수로 나누고 몫을 반올림합니다.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보충(자연수의 세로 나눗셈)]
목적: S02에서 자연수의 나눗셈이 흔들리면, 오늘 내용 전에 세로셈의 순서(곱해서 쓰고 → 빼고 → 내리기)를 다시 익힙니다.
시간: 약 5분
이렇게 말해 보세요
- “7 ÷ 3은 2 … 1이야. 몫 2를 십의 자리 위에 쓰고, 3 × 2 = 6을 7 아래에 써서 빼.”
- “남은 1 옆에 2를 내리면 12야. 12 ÷ 3은?”
정답
- 72 ÷ 3 = 24 (확인 3 × 24 = 72)
막히면
- 바둑돌이나 동전으로 72를 십 7묶음, 일 2개로 놓고 3묶음으로 나누어 봅니다. 남은 십 1묶음을 일 10개로 바꿉니다.
- 같은 방법으로 96 ÷ 4(24), 84 ÷ 6(14)도 해 봅니다.
주의
- 보충으로도 어려우면 초3 ‘(세 자리 수)÷(한 자리 수)’를 먼저 다시 합니다. 소수의 곱셈(확인 계산)이 어려우면 초5 ‘소수의 곱셈’을, S03의 분수로 바꾸어 나누기가 어려우면 초6 ‘분수의 나눗셈 1’·‘분수의 나눗셈 2’를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소수의 나눗셈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나눗셈 1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리본 7.2 m를 3명이 똑같이 나누면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명은 몇 m일까?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3 = □</a:t>
            </a:r>
            <a:endParaRPr lang="ko-KR" sz="32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자연수의 나눗셈으로 바꾸어 몫의 소수점 위치를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계산하고 0을 쓰거나 내려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÷ 3 =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× 3 = □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7.2는 0.1이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나눠요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7.2 ÷ 3은 7 ÷ 3쯤, 2보다 조금 커요. 2.4가 맞아요.</a:t>
            </a:r>
            <a:endParaRPr lang="ko-KR" sz="2800" dirty="0"/>
          </a:p>
        </p:txBody>
      </p:sp>
      <p:sp>
        <p:nvSpPr>
          <p:cNvPr id="5" name="S03-op12"/>
          <p:cNvSpPr txBox="1"/>
          <p:nvPr/>
        </p:nvSpPr>
        <p:spPr>
          <a:xfrm>
            <a:off x="548640" y="1381252"/>
            <a:ext cx="10363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</a:t>
            </a:r>
            <a:endParaRPr lang="ko-KR" sz="3200" dirty="0"/>
          </a:p>
        </p:txBody>
      </p:sp>
      <p:sp>
        <p:nvSpPr>
          <p:cNvPr id="6" name="S03-op13"/>
          <p:cNvSpPr txBox="1"/>
          <p:nvPr/>
        </p:nvSpPr>
        <p:spPr>
          <a:xfrm>
            <a:off x="1694688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7" name="S03-op14"/>
          <p:cNvSpPr txBox="1"/>
          <p:nvPr/>
        </p:nvSpPr>
        <p:spPr>
          <a:xfrm>
            <a:off x="245872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3-op15"/>
          <p:cNvSpPr txBox="1"/>
          <p:nvPr/>
        </p:nvSpPr>
        <p:spPr>
          <a:xfrm>
            <a:off x="30927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3-num16"/>
          <p:cNvSpPr txBox="1"/>
          <p:nvPr/>
        </p:nvSpPr>
        <p:spPr>
          <a:xfrm>
            <a:off x="3629152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3200" dirty="0"/>
          </a:p>
        </p:txBody>
      </p:sp>
      <p:sp>
        <p:nvSpPr>
          <p:cNvPr id="10" name="S03-fracbar17"/>
          <p:cNvSpPr/>
          <p:nvPr/>
        </p:nvSpPr>
        <p:spPr>
          <a:xfrm>
            <a:off x="3665728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3-num18"/>
          <p:cNvSpPr txBox="1"/>
          <p:nvPr/>
        </p:nvSpPr>
        <p:spPr>
          <a:xfrm>
            <a:off x="3629152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2" name="S03-op19"/>
          <p:cNvSpPr txBox="1"/>
          <p:nvPr/>
        </p:nvSpPr>
        <p:spPr>
          <a:xfrm>
            <a:off x="437489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</a:t>
            </a:r>
            <a:endParaRPr lang="ko-KR" sz="3200" dirty="0"/>
          </a:p>
        </p:txBody>
      </p:sp>
      <p:sp>
        <p:nvSpPr>
          <p:cNvPr id="13" name="S03-op20"/>
          <p:cNvSpPr txBox="1"/>
          <p:nvPr/>
        </p:nvSpPr>
        <p:spPr>
          <a:xfrm>
            <a:off x="513892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3-op21"/>
          <p:cNvSpPr txBox="1"/>
          <p:nvPr/>
        </p:nvSpPr>
        <p:spPr>
          <a:xfrm>
            <a:off x="577291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5" name="S03-num22"/>
          <p:cNvSpPr txBox="1"/>
          <p:nvPr/>
        </p:nvSpPr>
        <p:spPr>
          <a:xfrm>
            <a:off x="6309360" y="1381252"/>
            <a:ext cx="1578864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÷ 3</a:t>
            </a:r>
            <a:endParaRPr lang="ko-KR" sz="3200" dirty="0"/>
          </a:p>
        </p:txBody>
      </p:sp>
      <p:sp>
        <p:nvSpPr>
          <p:cNvPr id="16" name="S03-fracbar23"/>
          <p:cNvSpPr/>
          <p:nvPr/>
        </p:nvSpPr>
        <p:spPr>
          <a:xfrm>
            <a:off x="6345936" y="1897380"/>
            <a:ext cx="15057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3-num24"/>
          <p:cNvSpPr txBox="1"/>
          <p:nvPr/>
        </p:nvSpPr>
        <p:spPr>
          <a:xfrm>
            <a:off x="6309360" y="1933956"/>
            <a:ext cx="1578864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8" name="S03-op25"/>
          <p:cNvSpPr txBox="1"/>
          <p:nvPr/>
        </p:nvSpPr>
        <p:spPr>
          <a:xfrm>
            <a:off x="7997952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3-num26"/>
          <p:cNvSpPr txBox="1"/>
          <p:nvPr/>
        </p:nvSpPr>
        <p:spPr>
          <a:xfrm>
            <a:off x="8534400" y="138125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20" name="S03-fracbar27"/>
          <p:cNvSpPr/>
          <p:nvPr/>
        </p:nvSpPr>
        <p:spPr>
          <a:xfrm>
            <a:off x="8570976" y="189738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3-num28"/>
          <p:cNvSpPr txBox="1"/>
          <p:nvPr/>
        </p:nvSpPr>
        <p:spPr>
          <a:xfrm>
            <a:off x="8534400" y="193395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2" name="S03-op29"/>
          <p:cNvSpPr txBox="1"/>
          <p:nvPr/>
        </p:nvSpPr>
        <p:spPr>
          <a:xfrm>
            <a:off x="928014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3" name="S03-op30"/>
          <p:cNvSpPr txBox="1"/>
          <p:nvPr/>
        </p:nvSpPr>
        <p:spPr>
          <a:xfrm>
            <a:off x="9816592" y="1381252"/>
            <a:ext cx="10363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ko-KR" sz="3200" dirty="0"/>
          </a:p>
        </p:txBody>
      </p:sp>
      <p:sp>
        <p:nvSpPr>
          <p:cNvPr id="24" name="S03-stepno31"/>
          <p:cNvSpPr txBox="1"/>
          <p:nvPr/>
        </p:nvSpPr>
        <p:spPr>
          <a:xfrm>
            <a:off x="548640" y="271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5" name="S03-text32"/>
          <p:cNvSpPr txBox="1"/>
          <p:nvPr/>
        </p:nvSpPr>
        <p:spPr>
          <a:xfrm>
            <a:off x="1325880" y="2716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7.2는 0.1이 72개</a:t>
            </a:r>
            <a:endParaRPr lang="ko-KR" sz="2800" dirty="0"/>
          </a:p>
        </p:txBody>
      </p:sp>
      <p:sp>
        <p:nvSpPr>
          <p:cNvPr id="26" name="S03-stepno33"/>
          <p:cNvSpPr txBox="1"/>
          <p:nvPr/>
        </p:nvSpPr>
        <p:spPr>
          <a:xfrm>
            <a:off x="548640" y="34752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7" name="S03-text34"/>
          <p:cNvSpPr txBox="1"/>
          <p:nvPr/>
        </p:nvSpPr>
        <p:spPr>
          <a:xfrm>
            <a:off x="1325880" y="3429508"/>
            <a:ext cx="1031443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72개를 3으로 나누면 24개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(72 ÷ 3 = 24)</a:t>
            </a:r>
            <a:endParaRPr lang="ko-KR" sz="2800" dirty="0"/>
          </a:p>
        </p:txBody>
      </p:sp>
      <p:sp>
        <p:nvSpPr>
          <p:cNvPr id="28" name="S03-stepno35"/>
          <p:cNvSpPr txBox="1"/>
          <p:nvPr/>
        </p:nvSpPr>
        <p:spPr>
          <a:xfrm>
            <a:off x="548640" y="446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9" name="S03-text36"/>
          <p:cNvSpPr txBox="1"/>
          <p:nvPr/>
        </p:nvSpPr>
        <p:spPr>
          <a:xfrm>
            <a:off x="1325880" y="44617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24개 → 2.4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소수점은 어디에?</a:t>
            </a:r>
            <a:endParaRPr lang="ko-KR" sz="4000" dirty="0"/>
          </a:p>
        </p:txBody>
      </p:sp>
      <p:sp>
        <p:nvSpPr>
          <p:cNvPr id="3" name="S04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수와 몫을 비교해요.</a:t>
            </a:r>
            <a:endParaRPr lang="ko-KR" sz="2800" dirty="0"/>
          </a:p>
        </p:txBody>
      </p:sp>
      <p:sp>
        <p:nvSpPr>
          <p:cNvPr id="4" name="S04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나누어지는 수가 10분의 1이 되면 몫도 10분의 1이 돼요.</a:t>
            </a:r>
            <a:endParaRPr lang="ko-KR" sz="2800" dirty="0"/>
          </a:p>
        </p:txBody>
      </p:sp>
      <p:graphicFrame>
        <p:nvGraphicFramePr>
          <p:cNvPr id="5" name="S04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22676" y="2385060"/>
          <a:ext cx="5943600" cy="914400"/>
        </p:xfrm>
        <a:graphic>
          <a:graphicData uri="http://schemas.openxmlformats.org/drawingml/2006/table">
            <a:tbl>
              <a:tblPr/>
              <a:tblGrid>
                <a:gridCol w="3268980"/>
                <a:gridCol w="267462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나눗셈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 ÷ 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7.2 ÷ 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 ÷ 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나눗셈을 이용해요</a:t>
            </a:r>
            <a:endParaRPr lang="ko-KR" sz="4000" dirty="0"/>
          </a:p>
        </p:txBody>
      </p:sp>
      <p:sp>
        <p:nvSpPr>
          <p:cNvPr id="3" name="S05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어림해서 소수점 위치가 맞는지 확인해요.</a:t>
            </a:r>
            <a:endParaRPr lang="ko-KR" sz="2800" dirty="0"/>
          </a:p>
        </p:txBody>
      </p:sp>
      <p:sp>
        <p:nvSpPr>
          <p:cNvPr id="5" name="S05-chip4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44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486 ÷ 2 = 243이에요.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48.6 ÷ 2 = □</a:t>
            </a:r>
            <a:endParaRPr lang="ko-KR" sz="2800" dirty="0"/>
          </a:p>
        </p:txBody>
      </p:sp>
      <p:sp>
        <p:nvSpPr>
          <p:cNvPr id="7" name="S05-chip4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46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 ÷ 4 = 24예요.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÷ 4 = □</a:t>
            </a:r>
            <a:endParaRPr lang="ko-KR" sz="2800" dirty="0"/>
          </a:p>
        </p:txBody>
      </p:sp>
      <p:sp>
        <p:nvSpPr>
          <p:cNvPr id="9" name="S05-chip4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48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138 ÷ 6 = 23이에요.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1.38 ÷ 6 = □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</a:t>
            </a:r>
            <a:endParaRPr lang="ko-KR" sz="4000" dirty="0"/>
          </a:p>
        </p:txBody>
      </p:sp>
      <p:graphicFrame>
        <p:nvGraphicFramePr>
          <p:cNvPr id="7" name="S06-table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67630" y="1776476"/>
          <a:ext cx="3840480" cy="914400"/>
        </p:xfrm>
        <a:graphic>
          <a:graphicData uri="http://schemas.openxmlformats.org/drawingml/2006/table">
            <a:tbl>
              <a:tblPr/>
              <a:tblGrid>
                <a:gridCol w="614477"/>
                <a:gridCol w="1420978"/>
                <a:gridCol w="384048"/>
                <a:gridCol w="1420978"/>
              </a:tblGrid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06-stepno50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6-text51"/>
          <p:cNvSpPr txBox="1"/>
          <p:nvPr/>
        </p:nvSpPr>
        <p:spPr>
          <a:xfrm>
            <a:off x="1325880" y="2108708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나눗셈처럼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계산해요.</a:t>
            </a:r>
            <a:endParaRPr lang="ko-KR" sz="2800" dirty="0"/>
          </a:p>
        </p:txBody>
      </p:sp>
      <p:sp>
        <p:nvSpPr>
          <p:cNvPr id="6" name="S06-stepno52"/>
          <p:cNvSpPr txBox="1"/>
          <p:nvPr/>
        </p:nvSpPr>
        <p:spPr>
          <a:xfrm>
            <a:off x="548640" y="3186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6-text53"/>
          <p:cNvSpPr txBox="1"/>
          <p:nvPr/>
        </p:nvSpPr>
        <p:spPr>
          <a:xfrm>
            <a:off x="1325880" y="3140964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소수점은 나누어지는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소수점 바로 위에</a:t>
            </a:r>
            <a:endParaRPr lang="ko-KR" sz="2800" dirty="0"/>
          </a:p>
        </p:txBody>
      </p:sp>
      <p:sp>
        <p:nvSpPr>
          <p:cNvPr id="8" name="S06-stepno54"/>
          <p:cNvSpPr txBox="1"/>
          <p:nvPr/>
        </p:nvSpPr>
        <p:spPr>
          <a:xfrm>
            <a:off x="548640" y="4173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6-text55"/>
          <p:cNvSpPr txBox="1"/>
          <p:nvPr/>
        </p:nvSpPr>
        <p:spPr>
          <a:xfrm>
            <a:off x="1325880" y="4173220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3 = 2.4</a:t>
            </a:r>
            <a:endParaRPr lang="ko-KR" sz="2800" dirty="0"/>
          </a:p>
        </p:txBody>
      </p:sp>
      <p:sp>
        <p:nvSpPr>
          <p:cNvPr id="10" name="S06-stepno56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6-text57"/>
          <p:cNvSpPr txBox="1"/>
          <p:nvPr/>
        </p:nvSpPr>
        <p:spPr>
          <a:xfrm>
            <a:off x="1325880" y="488645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2.4 × 3 = 7.2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쓰고, 0을 내려요</a:t>
            </a:r>
            <a:endParaRPr lang="ko-KR" sz="4000" dirty="0"/>
          </a:p>
        </p:txBody>
      </p:sp>
      <p:graphicFrame>
        <p:nvGraphicFramePr>
          <p:cNvPr id="8" name="S07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70232" y="1900428"/>
          <a:ext cx="4206240" cy="914400"/>
        </p:xfrm>
        <a:graphic>
          <a:graphicData uri="http://schemas.openxmlformats.org/drawingml/2006/table">
            <a:tbl>
              <a:tblPr/>
              <a:tblGrid>
                <a:gridCol w="672998"/>
                <a:gridCol w="1037679"/>
                <a:gridCol w="420624"/>
                <a:gridCol w="1037679"/>
                <a:gridCol w="1037259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07-stepno59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7-text60"/>
          <p:cNvSpPr txBox="1"/>
          <p:nvPr/>
        </p:nvSpPr>
        <p:spPr>
          <a:xfrm>
            <a:off x="1325880" y="2108708"/>
            <a:ext cx="501475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3은 4로 나눌 수 없어요.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일의 자리에 0</a:t>
            </a:r>
            <a:endParaRPr lang="ko-KR" sz="2800" dirty="0"/>
          </a:p>
        </p:txBody>
      </p:sp>
      <p:sp>
        <p:nvSpPr>
          <p:cNvPr id="6" name="S07-stepno61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7-text62"/>
          <p:cNvSpPr txBox="1"/>
          <p:nvPr/>
        </p:nvSpPr>
        <p:spPr>
          <a:xfrm>
            <a:off x="1325880" y="3140964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÷ 4 = 8 … 2</a:t>
            </a:r>
            <a:endParaRPr lang="ko-KR" sz="2800" dirty="0"/>
          </a:p>
        </p:txBody>
      </p:sp>
      <p:sp>
        <p:nvSpPr>
          <p:cNvPr id="8" name="S07-stepno63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7-text64"/>
          <p:cNvSpPr txBox="1"/>
          <p:nvPr/>
        </p:nvSpPr>
        <p:spPr>
          <a:xfrm>
            <a:off x="1325880" y="3854196"/>
            <a:ext cx="501475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3.4를 3.40으로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내려 20</a:t>
            </a:r>
            <a:endParaRPr lang="ko-KR" sz="2800" dirty="0"/>
          </a:p>
        </p:txBody>
      </p:sp>
      <p:sp>
        <p:nvSpPr>
          <p:cNvPr id="10" name="S07-stepno65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7-text66"/>
          <p:cNvSpPr txBox="1"/>
          <p:nvPr/>
        </p:nvSpPr>
        <p:spPr>
          <a:xfrm>
            <a:off x="1325880" y="4886452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÷ 4 = 5 → 0.85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해 봐요</a:t>
            </a:r>
            <a:endParaRPr lang="ko-KR" sz="4000" dirty="0"/>
          </a:p>
        </p:txBody>
      </p:sp>
      <p:sp>
        <p:nvSpPr>
          <p:cNvPr id="3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0, 남으면 0을 내려요.</a:t>
            </a:r>
            <a:endParaRPr lang="ko-KR" sz="2800" dirty="0"/>
          </a:p>
        </p:txBody>
      </p:sp>
      <p:graphicFrame>
        <p:nvGraphicFramePr>
          <p:cNvPr id="9" name="S08-table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1351788"/>
          <a:ext cx="4206240" cy="914400"/>
        </p:xfrm>
        <a:graphic>
          <a:graphicData uri="http://schemas.openxmlformats.org/drawingml/2006/table">
            <a:tbl>
              <a:tblPr/>
              <a:tblGrid>
                <a:gridCol w="672998"/>
                <a:gridCol w="1037679"/>
                <a:gridCol w="420624"/>
                <a:gridCol w="1037679"/>
                <a:gridCol w="1037259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8-chip7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71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(오른쪽 세로셈)</a:t>
            </a:r>
            <a:endParaRPr lang="ko-KR" sz="2800" dirty="0"/>
          </a:p>
        </p:txBody>
      </p:sp>
      <p:sp>
        <p:nvSpPr>
          <p:cNvPr id="8" name="S08-chip7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eqtext73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÷ 4 = □</a:t>
            </a:r>
            <a:endParaRPr lang="ko-KR" sz="3200" dirty="0"/>
          </a:p>
        </p:txBody>
      </p:sp>
      <p:sp>
        <p:nvSpPr>
          <p:cNvPr id="10" name="S08-chip7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eqtext75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2.7 ÷ 6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몫이 맞을까요?</a:t>
            </a:r>
            <a:endParaRPr lang="ko-KR" sz="4000" dirty="0"/>
          </a:p>
        </p:txBody>
      </p:sp>
      <p:sp>
        <p:nvSpPr>
          <p:cNvPr id="3" name="S09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4를 계산했어요.</a:t>
            </a:r>
            <a:endParaRPr lang="ko-KR" sz="2800" dirty="0"/>
          </a:p>
        </p:txBody>
      </p:sp>
      <p:sp>
        <p:nvSpPr>
          <p:cNvPr id="5" name="S09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0.6을 4로 나누면 1보다 클까요? 어림해 봐요.</a:t>
            </a:r>
            <a:endParaRPr lang="ko-KR" sz="2800" dirty="0"/>
          </a:p>
        </p:txBody>
      </p:sp>
      <p:sp>
        <p:nvSpPr>
          <p:cNvPr id="7" name="S09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9-eq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 = 1.5</a:t>
            </a:r>
            <a:endParaRPr lang="ko-KR" sz="3200" dirty="0"/>
          </a:p>
        </p:txBody>
      </p:sp>
      <p:sp>
        <p:nvSpPr>
          <p:cNvPr id="9" name="S09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9-eq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÷ 4 = 0.15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계산하고, ⑤는 말로 설명해요.</a:t>
            </a:r>
            <a:endParaRPr lang="ko-KR" sz="2800" dirty="0"/>
          </a:p>
        </p:txBody>
      </p:sp>
      <p:sp>
        <p:nvSpPr>
          <p:cNvPr id="4" name="S10-chip8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eqtext8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÷ 3 = □</a:t>
            </a:r>
            <a:endParaRPr lang="ko-KR" sz="3200" dirty="0"/>
          </a:p>
        </p:txBody>
      </p:sp>
      <p:sp>
        <p:nvSpPr>
          <p:cNvPr id="6" name="S10-chip87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eqtext88"/>
          <p:cNvSpPr txBox="1"/>
          <p:nvPr/>
        </p:nvSpPr>
        <p:spPr>
          <a:xfrm>
            <a:off x="7072884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4.56 ÷ 6 = □</a:t>
            </a:r>
            <a:endParaRPr lang="ko-KR" sz="3200" dirty="0"/>
          </a:p>
        </p:txBody>
      </p:sp>
      <p:sp>
        <p:nvSpPr>
          <p:cNvPr id="8" name="S10-chip8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eqtext90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÷ 5 = □</a:t>
            </a:r>
            <a:endParaRPr lang="ko-KR" sz="3200" dirty="0"/>
          </a:p>
        </p:txBody>
      </p:sp>
      <p:sp>
        <p:nvSpPr>
          <p:cNvPr id="10" name="S10-chip91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eqtext92"/>
          <p:cNvSpPr txBox="1"/>
          <p:nvPr/>
        </p:nvSpPr>
        <p:spPr>
          <a:xfrm>
            <a:off x="7072884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 ÷ 6 = □</a:t>
            </a:r>
            <a:endParaRPr lang="ko-KR" sz="3200" dirty="0"/>
          </a:p>
        </p:txBody>
      </p:sp>
      <p:sp>
        <p:nvSpPr>
          <p:cNvPr id="12" name="S10-chip9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3" name="S10-text94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③의 몫의 소수점 위치가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맞는지 어림으로 설명해요.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95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6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틀렸다면 몫 × 나누는 수로 확인하게 하세요(예: 7.6 × 6 = 45.6).</a:t>
            </a:r>
            <a:endParaRPr lang="ko-KR" sz="2800" dirty="0"/>
          </a:p>
        </p:txBody>
      </p:sp>
      <p:sp>
        <p:nvSpPr>
          <p:cNvPr id="5" name="S11-chip9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98"/>
          <p:cNvSpPr txBox="1"/>
          <p:nvPr/>
        </p:nvSpPr>
        <p:spPr>
          <a:xfrm>
            <a:off x="548640" y="2057400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3.1</a:t>
            </a:r>
            <a:endParaRPr lang="ko-KR" sz="2800" dirty="0"/>
          </a:p>
        </p:txBody>
      </p:sp>
      <p:sp>
        <p:nvSpPr>
          <p:cNvPr id="7" name="S11-text99"/>
          <p:cNvSpPr txBox="1"/>
          <p:nvPr/>
        </p:nvSpPr>
        <p:spPr>
          <a:xfrm>
            <a:off x="3367278" y="2057400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÷ 3</a:t>
            </a:r>
            <a:endParaRPr lang="ko-KR" sz="2200" dirty="0"/>
          </a:p>
        </p:txBody>
      </p:sp>
      <p:sp>
        <p:nvSpPr>
          <p:cNvPr id="8" name="S11-text100"/>
          <p:cNvSpPr txBox="1"/>
          <p:nvPr/>
        </p:nvSpPr>
        <p:spPr>
          <a:xfrm>
            <a:off x="548640" y="2775458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0.76</a:t>
            </a:r>
            <a:endParaRPr lang="ko-KR" sz="2800" dirty="0"/>
          </a:p>
        </p:txBody>
      </p:sp>
      <p:sp>
        <p:nvSpPr>
          <p:cNvPr id="9" name="S11-text101"/>
          <p:cNvSpPr txBox="1"/>
          <p:nvPr/>
        </p:nvSpPr>
        <p:spPr>
          <a:xfrm>
            <a:off x="3367278" y="2775458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0</a:t>
            </a:r>
            <a:endParaRPr lang="ko-KR" sz="2200" dirty="0"/>
          </a:p>
        </p:txBody>
      </p:sp>
      <p:sp>
        <p:nvSpPr>
          <p:cNvPr id="10" name="S11-text102"/>
          <p:cNvSpPr txBox="1"/>
          <p:nvPr/>
        </p:nvSpPr>
        <p:spPr>
          <a:xfrm>
            <a:off x="548640" y="3493516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1.26</a:t>
            </a:r>
            <a:endParaRPr lang="ko-KR" sz="2800" dirty="0"/>
          </a:p>
        </p:txBody>
      </p:sp>
      <p:sp>
        <p:nvSpPr>
          <p:cNvPr id="11" name="S11-text103"/>
          <p:cNvSpPr txBox="1"/>
          <p:nvPr/>
        </p:nvSpPr>
        <p:spPr>
          <a:xfrm>
            <a:off x="3367278" y="3493516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내림</a:t>
            </a:r>
            <a:endParaRPr lang="ko-KR" sz="2200" dirty="0"/>
          </a:p>
        </p:txBody>
      </p:sp>
      <p:sp>
        <p:nvSpPr>
          <p:cNvPr id="12" name="S11-text104"/>
          <p:cNvSpPr txBox="1"/>
          <p:nvPr/>
        </p:nvSpPr>
        <p:spPr>
          <a:xfrm>
            <a:off x="548640" y="4211574"/>
            <a:ext cx="268147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0.15</a:t>
            </a:r>
            <a:endParaRPr lang="ko-KR" sz="2800" dirty="0"/>
          </a:p>
        </p:txBody>
      </p:sp>
      <p:sp>
        <p:nvSpPr>
          <p:cNvPr id="13" name="S11-text105"/>
          <p:cNvSpPr txBox="1"/>
          <p:nvPr/>
        </p:nvSpPr>
        <p:spPr>
          <a:xfrm>
            <a:off x="3367278" y="4211574"/>
            <a:ext cx="2544318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쓰고 내림</a:t>
            </a:r>
            <a:endParaRPr lang="ko-KR" sz="2200" dirty="0"/>
          </a:p>
        </p:txBody>
      </p:sp>
      <p:sp>
        <p:nvSpPr>
          <p:cNvPr id="14" name="S11-chip10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1-text10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7.6</a:t>
            </a:r>
            <a:endParaRPr lang="ko-KR" sz="2800" dirty="0"/>
          </a:p>
        </p:txBody>
      </p:sp>
      <p:sp>
        <p:nvSpPr>
          <p:cNvPr id="16" name="S11-text10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 위치</a:t>
            </a:r>
            <a:endParaRPr lang="ko-KR" sz="2200" dirty="0"/>
          </a:p>
        </p:txBody>
      </p:sp>
      <p:sp>
        <p:nvSpPr>
          <p:cNvPr id="17" name="S11-text10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1.2 … 3</a:t>
            </a:r>
            <a:endParaRPr lang="ko-KR" sz="2800" dirty="0"/>
          </a:p>
        </p:txBody>
      </p:sp>
      <p:sp>
        <p:nvSpPr>
          <p:cNvPr id="18" name="S11-text11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0을 내리지 않음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나눗셈</a:t>
            </a:r>
            <a:endParaRPr lang="ko-KR" sz="4000" dirty="0"/>
          </a:p>
        </p:txBody>
      </p:sp>
      <p:sp>
        <p:nvSpPr>
          <p:cNvPr id="3" name="S12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답을 구해요.</a:t>
            </a:r>
            <a:endParaRPr lang="ko-KR" sz="2800" dirty="0"/>
          </a:p>
        </p:txBody>
      </p:sp>
      <p:sp>
        <p:nvSpPr>
          <p:cNvPr id="4" name="S12-chip11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113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2.6 L를 4명이 똑같이 나누어 마시면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명은 몇 L를 마시나요?</a:t>
            </a:r>
            <a:endParaRPr lang="ko-KR" sz="2800" dirty="0"/>
          </a:p>
        </p:txBody>
      </p:sp>
      <p:sp>
        <p:nvSpPr>
          <p:cNvPr id="6" name="S12-chip11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115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8.4 cm인 정사각형의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변은 몇 cm인가요?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16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17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나누고, 몫의 소수점은 나누어지는 수의 소수점 바로 위에!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나눌 수 없으면 몫에 0, 남으면 0을 내려요.</a:t>
            </a:r>
            <a:endParaRPr lang="ko-KR" sz="2800" dirty="0"/>
          </a:p>
        </p:txBody>
      </p:sp>
      <p:sp>
        <p:nvSpPr>
          <p:cNvPr id="5" name="S13-chip118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어림하고 곱셈으로 확인하기</a:t>
            </a:r>
            <a:endParaRPr lang="ko-KR" sz="2200" dirty="0"/>
          </a:p>
        </p:txBody>
      </p:sp>
      <p:sp>
        <p:nvSpPr>
          <p:cNvPr id="6" name="S13-chip119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몫의 일의 자리 0 빼먹기</a:t>
            </a:r>
            <a:endParaRPr lang="ko-KR" sz="2200" dirty="0"/>
          </a:p>
        </p:txBody>
      </p:sp>
      <p:sp>
        <p:nvSpPr>
          <p:cNvPr id="7" name="S13-text120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eqtext121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8.4 ÷ 4</a:t>
            </a:r>
            <a:endParaRPr lang="ko-KR" sz="2600" dirty="0"/>
          </a:p>
        </p:txBody>
      </p:sp>
      <p:sp>
        <p:nvSpPr>
          <p:cNvPr id="9" name="S13-eqtext122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1.5 ÷ 6</a:t>
            </a:r>
            <a:endParaRPr lang="ko-KR" sz="2600" dirty="0"/>
          </a:p>
        </p:txBody>
      </p:sp>
      <p:sp>
        <p:nvSpPr>
          <p:cNvPr id="10" name="S13-eqtext123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2.3 ÷ 5</a:t>
            </a:r>
            <a:endParaRPr lang="ko-KR" sz="2600" dirty="0"/>
          </a:p>
        </p:txBody>
      </p:sp>
      <p:sp>
        <p:nvSpPr>
          <p:cNvPr id="11" name="S13-text12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나눗셈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72 ÷ 3 세로셈</a:t>
            </a:r>
            <a:endParaRPr lang="ko-KR" sz="4000" dirty="0"/>
          </a:p>
        </p:txBody>
      </p:sp>
      <p:graphicFrame>
        <p:nvGraphicFramePr>
          <p:cNvPr id="15" name="S14-table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40650" y="1977898"/>
          <a:ext cx="3108960" cy="914400"/>
        </p:xfrm>
        <a:graphic>
          <a:graphicData uri="http://schemas.openxmlformats.org/drawingml/2006/table">
            <a:tbl>
              <a:tblPr/>
              <a:tblGrid>
                <a:gridCol w="1036216"/>
                <a:gridCol w="1036216"/>
                <a:gridCol w="1036527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4-stepno126"/>
          <p:cNvSpPr txBox="1"/>
          <p:nvPr/>
        </p:nvSpPr>
        <p:spPr>
          <a:xfrm>
            <a:off x="548640" y="215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14-text127"/>
          <p:cNvSpPr txBox="1"/>
          <p:nvPr/>
        </p:nvSpPr>
        <p:spPr>
          <a:xfrm>
            <a:off x="1325880" y="2108708"/>
            <a:ext cx="565830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자리부터 나눠요.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÷ 3 = 2 … 1</a:t>
            </a:r>
            <a:endParaRPr lang="ko-KR" sz="2800" dirty="0"/>
          </a:p>
        </p:txBody>
      </p:sp>
      <p:sp>
        <p:nvSpPr>
          <p:cNvPr id="6" name="S14-stepno128"/>
          <p:cNvSpPr txBox="1"/>
          <p:nvPr/>
        </p:nvSpPr>
        <p:spPr>
          <a:xfrm>
            <a:off x="548640" y="3186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14-text129"/>
          <p:cNvSpPr txBox="1"/>
          <p:nvPr/>
        </p:nvSpPr>
        <p:spPr>
          <a:xfrm>
            <a:off x="1325880" y="3140964"/>
            <a:ext cx="5658307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1과 2를 내려 12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2800" dirty="0"/>
          </a:p>
        </p:txBody>
      </p:sp>
      <p:sp>
        <p:nvSpPr>
          <p:cNvPr id="8" name="S14-stepno130"/>
          <p:cNvSpPr txBox="1"/>
          <p:nvPr/>
        </p:nvSpPr>
        <p:spPr>
          <a:xfrm>
            <a:off x="548640" y="41732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14-text131"/>
          <p:cNvSpPr txBox="1"/>
          <p:nvPr/>
        </p:nvSpPr>
        <p:spPr>
          <a:xfrm>
            <a:off x="1325880" y="417322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24</a:t>
            </a:r>
            <a:endParaRPr lang="ko-KR" sz="2800" dirty="0"/>
          </a:p>
        </p:txBody>
      </p:sp>
      <p:sp>
        <p:nvSpPr>
          <p:cNvPr id="10" name="S14-stepno132"/>
          <p:cNvSpPr txBox="1"/>
          <p:nvPr/>
        </p:nvSpPr>
        <p:spPr>
          <a:xfrm>
            <a:off x="548640" y="4886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14-text133"/>
          <p:cNvSpPr txBox="1"/>
          <p:nvPr/>
        </p:nvSpPr>
        <p:spPr>
          <a:xfrm>
            <a:off x="1325880" y="488645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3 × 24 = 72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소수의 나눗셈 1</dc:title>
  <dc:subject>KR22-G06-MAT-DECDIV-L01</dc:subject>
  <dc:creator>education-ppt</dc:creator>
  <cp:lastModifiedBy>education-ppt</cp:lastModifiedBy>
  <cp:revision>1</cp:revision>
  <dcterms:created xsi:type="dcterms:W3CDTF">2026-10-26T09:12:27Z</dcterms:created>
  <dcterms:modified xsi:type="dcterms:W3CDTF">2026-10-26T09:12:27Z</dcterms:modified>
</cp:coreProperties>
</file>