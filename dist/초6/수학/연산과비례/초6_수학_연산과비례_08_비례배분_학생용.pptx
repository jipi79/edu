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b51f4e9-ebb7-81e1-e8ca-4a26e22728eb}">
          <p14:sldIdLst>
            <p14:sldId id="256"/>
            <p14:sldId id="257"/>
          </p14:sldIdLst>
        </p14:section>
        <p14:section name="개념" id="{6632d8ad-c451-fcaf-fa5c-aafda332012b}">
          <p14:sldIdLst>
            <p14:sldId id="258"/>
            <p14:sldId id="259"/>
            <p14:sldId id="262"/>
          </p14:sldIdLst>
        </p14:section>
        <p14:section name="연습" id="{814b7518-8b38-13c7-cb8a-9a5bfa5ffbfb}">
          <p14:sldIdLst>
            <p14:sldId id="260"/>
            <p14:sldId id="261"/>
            <p14:sldId id="263"/>
            <p14:sldId id="264"/>
          </p14:sldIdLst>
        </p14:section>
        <p14:section name="개념" id="{368a15c4-4628-e50c-02e9-a1359a08924b}">
          <p14:sldIdLst/>
        </p14:section>
        <p14:section name="연습" id="{ed139832-70c3-a169-d4ad-5dc18a867756}">
          <p14:sldIdLst/>
        </p14:section>
        <p14:section name="확인" id="{8ef73691-d466-e22b-5eeb-5fdbfbe5ba6a}">
          <p14:sldIdLst>
            <p14:sldId id="265"/>
            <p14:sldId id="266"/>
          </p14:sldIdLst>
        </p14:section>
        <p14:section name="정리" id="{b15e0821-3d71-72f3-67c7-2574d6546e15}">
          <p14:sldIdLst>
            <p14:sldId id="267"/>
          </p14:sldIdLst>
        </p14:section>
        <p14:section name="보충" id="{be2442ad-bff8-e634-344a-cf776dd5ffa6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비례배분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35개를 형과 동생이 3 : 4로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나누면 각각 몇 개일까?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→ 3 : 4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전체를 주어진 비로 나누어요.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나눈 양이 맞는지 두 가지로 확인해요.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: 5 = 12 :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op7"/>
          <p:cNvSpPr txBox="1"/>
          <p:nvPr/>
        </p:nvSpPr>
        <p:spPr>
          <a:xfrm>
            <a:off x="1344168" y="3232912"/>
            <a:ext cx="79248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200" dirty="0"/>
          </a:p>
        </p:txBody>
      </p:sp>
      <p:sp>
        <p:nvSpPr>
          <p:cNvPr id="7" name="S02-op8"/>
          <p:cNvSpPr txBox="1"/>
          <p:nvPr/>
        </p:nvSpPr>
        <p:spPr>
          <a:xfrm>
            <a:off x="2246376" y="323291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8" name="S02-num9"/>
          <p:cNvSpPr txBox="1"/>
          <p:nvPr/>
        </p:nvSpPr>
        <p:spPr>
          <a:xfrm>
            <a:off x="3010408" y="32329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02-fracbar10"/>
          <p:cNvSpPr/>
          <p:nvPr/>
        </p:nvSpPr>
        <p:spPr>
          <a:xfrm>
            <a:off x="3046984" y="37490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2-num11"/>
          <p:cNvSpPr txBox="1"/>
          <p:nvPr/>
        </p:nvSpPr>
        <p:spPr>
          <a:xfrm>
            <a:off x="3010408" y="37856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02-op12"/>
          <p:cNvSpPr txBox="1"/>
          <p:nvPr/>
        </p:nvSpPr>
        <p:spPr>
          <a:xfrm>
            <a:off x="3656584" y="32329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2" name="S02-blank13"/>
          <p:cNvSpPr/>
          <p:nvPr/>
        </p:nvSpPr>
        <p:spPr>
          <a:xfrm>
            <a:off x="4342750" y="357160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3" name="S02-chip1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4" name="S02-text1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: 12를 간단한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비로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띠 그림으로 나눠요</a:t>
            </a:r>
            <a:endParaRPr lang="ko-KR" sz="4000" dirty="0"/>
          </a:p>
        </p:txBody>
      </p:sp>
      <p:sp>
        <p:nvSpPr>
          <p:cNvPr id="3" name="S03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35개를 형과 동생이 3 : 4로 나눠요.</a:t>
            </a:r>
            <a:endParaRPr lang="ko-KR" sz="2800" dirty="0"/>
          </a:p>
        </p:txBody>
      </p:sp>
      <p:sp>
        <p:nvSpPr>
          <p:cNvPr id="4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주어진 비로 나누는 것을 비례배분이라고 해요.</a:t>
            </a:r>
            <a:endParaRPr lang="ko-KR" sz="2800" dirty="0"/>
          </a:p>
        </p:txBody>
      </p:sp>
      <p:sp>
        <p:nvSpPr>
          <p:cNvPr id="6" name="S03-card19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20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칸?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= 7(칸)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칸: 35 ÷ 7 = 5(개)</a:t>
            </a:r>
            <a:endParaRPr lang="ko-KR" sz="2800" dirty="0"/>
          </a:p>
        </p:txBody>
      </p:sp>
      <p:sp>
        <p:nvSpPr>
          <p:cNvPr id="8" name="S03-card21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22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 3칸, 동생 4칸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형: 5 × 3 = 15(개)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5 × 4 = 20(개)</a:t>
            </a:r>
            <a:endParaRPr lang="ko-KR" sz="2800" dirty="0"/>
          </a:p>
        </p:txBody>
      </p:sp>
      <p:sp>
        <p:nvSpPr>
          <p:cNvPr id="10" name="S03-label23"/>
          <p:cNvSpPr txBox="1"/>
          <p:nvPr/>
        </p:nvSpPr>
        <p:spPr>
          <a:xfrm>
            <a:off x="548640" y="2279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35개</a:t>
            </a:r>
            <a:endParaRPr lang="ko-KR" sz="2200" dirty="0"/>
          </a:p>
        </p:txBody>
      </p:sp>
      <p:sp>
        <p:nvSpPr>
          <p:cNvPr id="11" name="S03-cell24"/>
          <p:cNvSpPr/>
          <p:nvPr/>
        </p:nvSpPr>
        <p:spPr>
          <a:xfrm>
            <a:off x="1600200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cell25"/>
          <p:cNvSpPr/>
          <p:nvPr/>
        </p:nvSpPr>
        <p:spPr>
          <a:xfrm>
            <a:off x="3034502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cell26"/>
          <p:cNvSpPr/>
          <p:nvPr/>
        </p:nvSpPr>
        <p:spPr>
          <a:xfrm>
            <a:off x="4468803" y="2279904"/>
            <a:ext cx="143430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27"/>
          <p:cNvSpPr/>
          <p:nvPr/>
        </p:nvSpPr>
        <p:spPr>
          <a:xfrm>
            <a:off x="5903105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28"/>
          <p:cNvSpPr/>
          <p:nvPr/>
        </p:nvSpPr>
        <p:spPr>
          <a:xfrm>
            <a:off x="7337407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29"/>
          <p:cNvSpPr/>
          <p:nvPr/>
        </p:nvSpPr>
        <p:spPr>
          <a:xfrm>
            <a:off x="8771709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30"/>
          <p:cNvSpPr/>
          <p:nvPr/>
        </p:nvSpPr>
        <p:spPr>
          <a:xfrm>
            <a:off x="10206010" y="2279904"/>
            <a:ext cx="143430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figure31" descr="똑같이 7칸으로 나눈 띠, 3칸 색칠"/>
          <p:cNvSpPr/>
          <p:nvPr/>
        </p:nvSpPr>
        <p:spPr>
          <a:xfrm>
            <a:off x="1600200" y="2279904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식으로 나눠요</a:t>
            </a:r>
            <a:endParaRPr lang="ko-KR" sz="4000" dirty="0"/>
          </a:p>
        </p:txBody>
      </p:sp>
      <p:sp>
        <p:nvSpPr>
          <p:cNvPr id="3" name="S04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35를 3 : 4로 비례배분해요.</a:t>
            </a:r>
            <a:endParaRPr lang="ko-KR" sz="2800" dirty="0"/>
          </a:p>
        </p:txBody>
      </p:sp>
      <p:sp>
        <p:nvSpPr>
          <p:cNvPr id="4" name="S04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전항과 후항의 합(3 + 4 = 7)이에요.</a:t>
            </a:r>
            <a:endParaRPr lang="ko-KR" sz="2800" dirty="0"/>
          </a:p>
        </p:txBody>
      </p:sp>
      <p:sp>
        <p:nvSpPr>
          <p:cNvPr id="6" name="S04-stepno35"/>
          <p:cNvSpPr txBox="1"/>
          <p:nvPr/>
        </p:nvSpPr>
        <p:spPr>
          <a:xfrm>
            <a:off x="548640" y="21010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36"/>
          <p:cNvSpPr txBox="1"/>
          <p:nvPr/>
        </p:nvSpPr>
        <p:spPr>
          <a:xfrm>
            <a:off x="1325880" y="2055368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형: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3</a:t>
            </a:r>
            <a:endParaRPr lang="ko-KR" sz="2800" dirty="0"/>
          </a:p>
        </p:txBody>
      </p:sp>
      <p:sp>
        <p:nvSpPr>
          <p:cNvPr id="8" name="S04-op37"/>
          <p:cNvSpPr txBox="1"/>
          <p:nvPr/>
        </p:nvSpPr>
        <p:spPr>
          <a:xfrm>
            <a:off x="6981810" y="205536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800" dirty="0"/>
          </a:p>
        </p:txBody>
      </p:sp>
      <p:sp>
        <p:nvSpPr>
          <p:cNvPr id="9" name="S04-op38"/>
          <p:cNvSpPr txBox="1"/>
          <p:nvPr/>
        </p:nvSpPr>
        <p:spPr>
          <a:xfrm>
            <a:off x="7816962" y="205536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0" name="S04-num39"/>
          <p:cNvSpPr txBox="1"/>
          <p:nvPr/>
        </p:nvSpPr>
        <p:spPr>
          <a:xfrm>
            <a:off x="8531210" y="205536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1" name="S04-fracbar40"/>
          <p:cNvSpPr/>
          <p:nvPr/>
        </p:nvSpPr>
        <p:spPr>
          <a:xfrm>
            <a:off x="8567786" y="251155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num41"/>
          <p:cNvSpPr txBox="1"/>
          <p:nvPr/>
        </p:nvSpPr>
        <p:spPr>
          <a:xfrm>
            <a:off x="8531210" y="25481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13" name="S04-op42"/>
          <p:cNvSpPr txBox="1"/>
          <p:nvPr/>
        </p:nvSpPr>
        <p:spPr>
          <a:xfrm>
            <a:off x="9124046" y="205536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4" name="S04-op43"/>
          <p:cNvSpPr txBox="1"/>
          <p:nvPr/>
        </p:nvSpPr>
        <p:spPr>
          <a:xfrm>
            <a:off x="9639158" y="205536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5" name="S04-stepno44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6" name="S04-text45"/>
          <p:cNvSpPr txBox="1"/>
          <p:nvPr/>
        </p:nvSpPr>
        <p:spPr>
          <a:xfrm>
            <a:off x="1325880" y="3132328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전체의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4</a:t>
            </a:r>
            <a:endParaRPr lang="ko-KR" sz="2800" dirty="0"/>
          </a:p>
        </p:txBody>
      </p:sp>
      <p:sp>
        <p:nvSpPr>
          <p:cNvPr id="17" name="S04-op46"/>
          <p:cNvSpPr txBox="1"/>
          <p:nvPr/>
        </p:nvSpPr>
        <p:spPr>
          <a:xfrm>
            <a:off x="6981810" y="313232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800" dirty="0"/>
          </a:p>
        </p:txBody>
      </p:sp>
      <p:sp>
        <p:nvSpPr>
          <p:cNvPr id="18" name="S04-op47"/>
          <p:cNvSpPr txBox="1"/>
          <p:nvPr/>
        </p:nvSpPr>
        <p:spPr>
          <a:xfrm>
            <a:off x="7816962" y="3132328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9" name="S04-num48"/>
          <p:cNvSpPr txBox="1"/>
          <p:nvPr/>
        </p:nvSpPr>
        <p:spPr>
          <a:xfrm>
            <a:off x="8531210" y="313232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0" name="S04-fracbar49"/>
          <p:cNvSpPr/>
          <p:nvPr/>
        </p:nvSpPr>
        <p:spPr>
          <a:xfrm>
            <a:off x="8567786" y="3588512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4-num50"/>
          <p:cNvSpPr txBox="1"/>
          <p:nvPr/>
        </p:nvSpPr>
        <p:spPr>
          <a:xfrm>
            <a:off x="8531210" y="3625088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2" name="S04-op51"/>
          <p:cNvSpPr txBox="1"/>
          <p:nvPr/>
        </p:nvSpPr>
        <p:spPr>
          <a:xfrm>
            <a:off x="9124046" y="3132328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3" name="S04-op52"/>
          <p:cNvSpPr txBox="1"/>
          <p:nvPr/>
        </p:nvSpPr>
        <p:spPr>
          <a:xfrm>
            <a:off x="9639158" y="3132328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4" name="S04-stepno53"/>
          <p:cNvSpPr txBox="1"/>
          <p:nvPr/>
        </p:nvSpPr>
        <p:spPr>
          <a:xfrm>
            <a:off x="548640" y="42550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5" name="S04-text54"/>
          <p:cNvSpPr txBox="1"/>
          <p:nvPr/>
        </p:nvSpPr>
        <p:spPr>
          <a:xfrm>
            <a:off x="1325880" y="4209288"/>
            <a:ext cx="5655930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합이 전체인지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확인해요.</a:t>
            </a:r>
            <a:endParaRPr lang="ko-KR" sz="2800" dirty="0"/>
          </a:p>
        </p:txBody>
      </p:sp>
      <p:sp>
        <p:nvSpPr>
          <p:cNvPr id="26" name="S04-eqtext55"/>
          <p:cNvSpPr txBox="1"/>
          <p:nvPr/>
        </p:nvSpPr>
        <p:spPr>
          <a:xfrm>
            <a:off x="6981810" y="4209288"/>
            <a:ext cx="465850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+ 20 = 35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비례배분해 봐요</a:t>
            </a:r>
            <a:endParaRPr lang="ko-KR" sz="4000" dirty="0"/>
          </a:p>
        </p:txBody>
      </p:sp>
      <p:sp>
        <p:nvSpPr>
          <p:cNvPr id="3" name="S05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전항과 후항의 합이에요.</a:t>
            </a:r>
            <a:endParaRPr lang="ko-KR" sz="2800" dirty="0"/>
          </a:p>
        </p:txBody>
      </p:sp>
      <p:sp>
        <p:nvSpPr>
          <p:cNvPr id="5" name="S05-chip58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5-text59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24를 1 : 3으로</a:t>
            </a:r>
            <a:endParaRPr lang="ko-KR" sz="2800" dirty="0"/>
          </a:p>
        </p:txBody>
      </p:sp>
      <p:sp>
        <p:nvSpPr>
          <p:cNvPr id="7" name="S05-chip60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5-text61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40을 3 : 5로</a:t>
            </a:r>
            <a:endParaRPr lang="ko-KR" sz="2800" dirty="0"/>
          </a:p>
        </p:txBody>
      </p:sp>
      <p:sp>
        <p:nvSpPr>
          <p:cNvPr id="9" name="S05-chip62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5-text63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54를 4 : 5로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6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6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28개를 형과 동생이 3 : 4로 나눴어요.</a:t>
            </a:r>
            <a:endParaRPr lang="ko-KR" sz="2800" dirty="0"/>
          </a:p>
        </p:txBody>
      </p:sp>
      <p:sp>
        <p:nvSpPr>
          <p:cNvPr id="5" name="S06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사람의 사탕 수의 비가 3 : 4인지 확인해요.</a:t>
            </a:r>
            <a:endParaRPr lang="ko-KR" sz="2800" dirty="0"/>
          </a:p>
        </p:txBody>
      </p:sp>
      <p:sp>
        <p:nvSpPr>
          <p:cNvPr id="7" name="S06-chip6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형 21개</a:t>
            </a:r>
            <a:endParaRPr lang="ko-KR" sz="2200" dirty="0"/>
          </a:p>
        </p:txBody>
      </p:sp>
      <p:sp>
        <p:nvSpPr>
          <p:cNvPr id="8" name="S06-text6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4분의 3 = 21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28 − 21 = 7</a:t>
            </a:r>
            <a:endParaRPr lang="ko-KR" sz="2800" dirty="0"/>
          </a:p>
        </p:txBody>
      </p:sp>
      <p:sp>
        <p:nvSpPr>
          <p:cNvPr id="9" name="S06-chip7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형 12개</a:t>
            </a:r>
            <a:endParaRPr lang="ko-KR" sz="2200" dirty="0"/>
          </a:p>
        </p:txBody>
      </p:sp>
      <p:sp>
        <p:nvSpPr>
          <p:cNvPr id="10" name="S06-text7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× 7분의 3 =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동생: 28 × 7분의 4 = 16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가로와 세로</a:t>
            </a:r>
            <a:endParaRPr lang="ko-KR" sz="4000" dirty="0"/>
          </a:p>
        </p:txBody>
      </p:sp>
      <p:sp>
        <p:nvSpPr>
          <p:cNvPr id="3" name="S07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60 cm, 가로 : 세로 = 3 : 2예요.</a:t>
            </a:r>
            <a:endParaRPr lang="ko-KR" sz="2800" dirty="0"/>
          </a:p>
        </p:txBody>
      </p:sp>
      <p:sp>
        <p:nvSpPr>
          <p:cNvPr id="4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(18 + 12) × 2 = 60, 18 : 12 = 3 : 2</a:t>
            </a:r>
            <a:endParaRPr lang="ko-KR" sz="2800" dirty="0"/>
          </a:p>
        </p:txBody>
      </p:sp>
      <p:sp>
        <p:nvSpPr>
          <p:cNvPr id="6" name="S07-figure75" descr="가로와 세로의 비가 3 : 2인 직사각형"/>
          <p:cNvSpPr/>
          <p:nvPr/>
        </p:nvSpPr>
        <p:spPr>
          <a:xfrm>
            <a:off x="8338048" y="265176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7" name="S07-label77"/>
          <p:cNvSpPr txBox="1"/>
          <p:nvPr/>
        </p:nvSpPr>
        <p:spPr>
          <a:xfrm>
            <a:off x="9380972" y="455739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</a:t>
            </a:r>
            <a:endParaRPr lang="ko-KR" sz="2200" dirty="0"/>
          </a:p>
        </p:txBody>
      </p:sp>
      <p:sp>
        <p:nvSpPr>
          <p:cNvPr id="8" name="S07-label79"/>
          <p:cNvSpPr txBox="1"/>
          <p:nvPr/>
        </p:nvSpPr>
        <p:spPr>
          <a:xfrm>
            <a:off x="11110204" y="33915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</a:t>
            </a:r>
            <a:endParaRPr lang="ko-KR" sz="2200" dirty="0"/>
          </a:p>
        </p:txBody>
      </p:sp>
      <p:sp>
        <p:nvSpPr>
          <p:cNvPr id="9" name="S07-stepno80"/>
          <p:cNvSpPr txBox="1"/>
          <p:nvPr/>
        </p:nvSpPr>
        <p:spPr>
          <a:xfrm>
            <a:off x="548640" y="2145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0" name="S07-text81"/>
          <p:cNvSpPr txBox="1"/>
          <p:nvPr/>
        </p:nvSpPr>
        <p:spPr>
          <a:xfrm>
            <a:off x="1325880" y="2100072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세로의 합: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÷ 2 = 30(cm)</a:t>
            </a:r>
            <a:endParaRPr lang="ko-KR" sz="2800" dirty="0"/>
          </a:p>
        </p:txBody>
      </p:sp>
      <p:sp>
        <p:nvSpPr>
          <p:cNvPr id="11" name="S07-stepno82"/>
          <p:cNvSpPr txBox="1"/>
          <p:nvPr/>
        </p:nvSpPr>
        <p:spPr>
          <a:xfrm>
            <a:off x="548640" y="3178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2" name="S07-text83"/>
          <p:cNvSpPr txBox="1"/>
          <p:nvPr/>
        </p:nvSpPr>
        <p:spPr>
          <a:xfrm>
            <a:off x="1325880" y="3132328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30 × 5분의 3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18(cm)</a:t>
            </a:r>
            <a:endParaRPr lang="ko-KR" sz="2800" dirty="0"/>
          </a:p>
        </p:txBody>
      </p:sp>
      <p:sp>
        <p:nvSpPr>
          <p:cNvPr id="13" name="S07-stepno84"/>
          <p:cNvSpPr txBox="1"/>
          <p:nvPr/>
        </p:nvSpPr>
        <p:spPr>
          <a:xfrm>
            <a:off x="548640" y="4210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4" name="S07-text85"/>
          <p:cNvSpPr txBox="1"/>
          <p:nvPr/>
        </p:nvSpPr>
        <p:spPr>
          <a:xfrm>
            <a:off x="1325880" y="4164584"/>
            <a:ext cx="6087344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30 × 5분의 2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12(cm)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직사각형일까요?</a:t>
            </a:r>
            <a:endParaRPr lang="ko-KR" sz="4000" dirty="0"/>
          </a:p>
        </p:txBody>
      </p:sp>
      <p:sp>
        <p:nvSpPr>
          <p:cNvPr id="3" name="S08-card8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8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40 cm, 가로 : 세로 = 3 : 1인 직사각형을 그려요.</a:t>
            </a:r>
            <a:endParaRPr lang="ko-KR" sz="2800" dirty="0"/>
          </a:p>
        </p:txBody>
      </p:sp>
      <p:sp>
        <p:nvSpPr>
          <p:cNvPr id="5" name="S08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토끼와 곰의 직사각형의 둘레를 구해 봐요.</a:t>
            </a:r>
            <a:endParaRPr lang="ko-KR" sz="2800" dirty="0"/>
          </a:p>
        </p:txBody>
      </p:sp>
      <p:sp>
        <p:nvSpPr>
          <p:cNvPr id="7" name="S08-chip9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가로 30 cm</a:t>
            </a:r>
            <a:endParaRPr lang="ko-KR" sz="2200" dirty="0"/>
          </a:p>
        </p:txBody>
      </p:sp>
      <p:sp>
        <p:nvSpPr>
          <p:cNvPr id="8" name="S08-text9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4분의 3 = 30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× 4분의 1 = 10</a:t>
            </a:r>
            <a:endParaRPr lang="ko-KR" sz="2800" dirty="0"/>
          </a:p>
        </p:txBody>
      </p:sp>
      <p:sp>
        <p:nvSpPr>
          <p:cNvPr id="9" name="S08-chip9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가로 15 cm</a:t>
            </a:r>
            <a:endParaRPr lang="ko-KR" sz="2200" dirty="0"/>
          </a:p>
        </p:txBody>
      </p:sp>
      <p:sp>
        <p:nvSpPr>
          <p:cNvPr id="10" name="S08-text9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+ 세로 = 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4분의 3 = 15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× 4분의 1 = 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비례배분</a:t>
            </a:r>
            <a:endParaRPr lang="ko-KR" sz="4000" dirty="0"/>
          </a:p>
        </p:txBody>
      </p:sp>
      <p:sp>
        <p:nvSpPr>
          <p:cNvPr id="3" name="S09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두 양의 합과 비로 확인해요.</a:t>
            </a:r>
            <a:endParaRPr lang="ko-KR" sz="2800" dirty="0"/>
          </a:p>
        </p:txBody>
      </p:sp>
      <p:sp>
        <p:nvSpPr>
          <p:cNvPr id="5" name="S09-chip96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97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구슬 48개를 언니와 나가 5 : 3으로 나누면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개인가요?</a:t>
            </a:r>
            <a:endParaRPr lang="ko-KR" sz="2800" dirty="0"/>
          </a:p>
        </p:txBody>
      </p:sp>
      <p:sp>
        <p:nvSpPr>
          <p:cNvPr id="7" name="S09-chip98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99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2 m를 3 : 2로 자르면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몇 cm인가요?</a:t>
            </a:r>
            <a:endParaRPr lang="ko-KR" sz="2800" dirty="0"/>
          </a:p>
        </p:txBody>
      </p:sp>
      <p:sp>
        <p:nvSpPr>
          <p:cNvPr id="9" name="S09-chip100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01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둘레가 56 cm, 가로 : 세로 = 4 : 3인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가로와 세로는?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hip10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0-text10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45개를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: 5로 나누기</a:t>
            </a:r>
            <a:endParaRPr lang="ko-KR" sz="2800" dirty="0"/>
          </a:p>
        </p:txBody>
      </p:sp>
      <p:sp>
        <p:nvSpPr>
          <p:cNvPr id="5" name="S10-chip104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0-text105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70을 2 : 5로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비례배분하기</a:t>
            </a:r>
            <a:endParaRPr lang="ko-KR" sz="2800" dirty="0"/>
          </a:p>
        </p:txBody>
      </p:sp>
      <p:sp>
        <p:nvSpPr>
          <p:cNvPr id="7" name="S10-chip106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0-text107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공책 36권을 가 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28명, 나 반 20명에게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수의 비로</a:t>
            </a:r>
            <a:endParaRPr lang="ko-KR" sz="2800" dirty="0"/>
          </a:p>
        </p:txBody>
      </p:sp>
      <p:sp>
        <p:nvSpPr>
          <p:cNvPr id="9" name="S10-chip108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0-text109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 36 cm,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: 세로 = 5 : 4인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36을 5 : 4로 나눈 것은?</a:t>
            </a:r>
            <a:endParaRPr lang="ko-KR" sz="4000" dirty="0"/>
          </a:p>
        </p:txBody>
      </p:sp>
      <p:sp>
        <p:nvSpPr>
          <p:cNvPr id="3" name="S12-card1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합과 비로 확인해요.</a:t>
            </a:r>
            <a:endParaRPr lang="ko-KR" sz="2800" dirty="0"/>
          </a:p>
        </p:txBody>
      </p:sp>
      <p:sp>
        <p:nvSpPr>
          <p:cNvPr id="5" name="S12-chip112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113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114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20과 16</a:t>
            </a:r>
            <a:endParaRPr lang="ko-KR" sz="2800" dirty="0"/>
          </a:p>
        </p:txBody>
      </p:sp>
      <p:sp>
        <p:nvSpPr>
          <p:cNvPr id="8" name="S12-chip115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116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117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20</a:t>
            </a:r>
            <a:endParaRPr lang="ko-KR" sz="2800" dirty="0"/>
          </a:p>
        </p:txBody>
      </p:sp>
      <p:sp>
        <p:nvSpPr>
          <p:cNvPr id="11" name="S12-chip118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119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120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18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비례배분할 때 분모는 전항과 후항의 합이에요.</a:t>
            </a:r>
            <a:endParaRPr lang="ko-KR" sz="2800" dirty="0"/>
          </a:p>
        </p:txBody>
      </p:sp>
      <p:sp>
        <p:nvSpPr>
          <p:cNvPr id="5" name="S13-chip12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합과 비로 두 번 확인</a:t>
            </a:r>
            <a:endParaRPr lang="ko-KR" sz="2200" dirty="0"/>
          </a:p>
        </p:txBody>
      </p:sp>
      <p:sp>
        <p:nvSpPr>
          <p:cNvPr id="6" name="S13-chip12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둘레 전체를 그대로 나누기</a:t>
            </a:r>
            <a:endParaRPr lang="ko-KR" sz="2200" dirty="0"/>
          </a:p>
        </p:txBody>
      </p:sp>
      <p:sp>
        <p:nvSpPr>
          <p:cNvPr id="7" name="S13-text12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2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30을 2 : 3으로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2200" dirty="0"/>
          </a:p>
        </p:txBody>
      </p:sp>
      <p:sp>
        <p:nvSpPr>
          <p:cNvPr id="9" name="S13-text12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56을 3 : 5로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비례배분</a:t>
            </a:r>
            <a:endParaRPr lang="ko-KR" sz="2200" dirty="0"/>
          </a:p>
        </p:txBody>
      </p:sp>
      <p:sp>
        <p:nvSpPr>
          <p:cNvPr id="10" name="S13-text12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둘레 50 cm,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: 세로 = 3 : 2인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직사각형의 가로</a:t>
            </a:r>
            <a:endParaRPr lang="ko-KR" sz="2200" dirty="0"/>
          </a:p>
        </p:txBody>
      </p:sp>
      <p:sp>
        <p:nvSpPr>
          <p:cNvPr id="11" name="S13-text12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각기둥과 각뿔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20의 4분의 3 구하기</a:t>
            </a:r>
            <a:endParaRPr lang="ko-KR" sz="4000" dirty="0"/>
          </a:p>
        </p:txBody>
      </p:sp>
      <p:sp>
        <p:nvSpPr>
          <p:cNvPr id="3" name="S14-card130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1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20을 4칸으로 나누면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5</a:t>
            </a:r>
            <a:endParaRPr lang="ko-KR" sz="2800" dirty="0"/>
          </a:p>
        </p:txBody>
      </p:sp>
      <p:sp>
        <p:nvSpPr>
          <p:cNvPr id="5" name="S14-card132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33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 = 15</a:t>
            </a:r>
            <a:endParaRPr lang="ko-KR" sz="2800" dirty="0"/>
          </a:p>
        </p:txBody>
      </p:sp>
      <p:sp>
        <p:nvSpPr>
          <p:cNvPr id="7" name="S14-num134"/>
          <p:cNvSpPr txBox="1"/>
          <p:nvPr/>
        </p:nvSpPr>
        <p:spPr>
          <a:xfrm>
            <a:off x="764286" y="24409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4-fracbar135"/>
          <p:cNvSpPr/>
          <p:nvPr/>
        </p:nvSpPr>
        <p:spPr>
          <a:xfrm>
            <a:off x="800862" y="289712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4-num136"/>
          <p:cNvSpPr txBox="1"/>
          <p:nvPr/>
        </p:nvSpPr>
        <p:spPr>
          <a:xfrm>
            <a:off x="764286" y="293370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4-cell137"/>
          <p:cNvSpPr/>
          <p:nvPr/>
        </p:nvSpPr>
        <p:spPr>
          <a:xfrm>
            <a:off x="1600200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cell138"/>
          <p:cNvSpPr/>
          <p:nvPr/>
        </p:nvSpPr>
        <p:spPr>
          <a:xfrm>
            <a:off x="2683764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4-cell139"/>
          <p:cNvSpPr/>
          <p:nvPr/>
        </p:nvSpPr>
        <p:spPr>
          <a:xfrm>
            <a:off x="3767328" y="2485644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cell140"/>
          <p:cNvSpPr/>
          <p:nvPr/>
        </p:nvSpPr>
        <p:spPr>
          <a:xfrm>
            <a:off x="4850892" y="2485644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4-figure141" descr="똑같이 4칸으로 나눈 띠, 3칸 색칠"/>
          <p:cNvSpPr/>
          <p:nvPr/>
        </p:nvSpPr>
        <p:spPr>
          <a:xfrm>
            <a:off x="1600200" y="248564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4-op142"/>
          <p:cNvSpPr txBox="1"/>
          <p:nvPr/>
        </p:nvSpPr>
        <p:spPr>
          <a:xfrm>
            <a:off x="6997446" y="232105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600" dirty="0"/>
          </a:p>
        </p:txBody>
      </p:sp>
      <p:sp>
        <p:nvSpPr>
          <p:cNvPr id="16" name="S14-op143"/>
          <p:cNvSpPr txBox="1"/>
          <p:nvPr/>
        </p:nvSpPr>
        <p:spPr>
          <a:xfrm>
            <a:off x="7966710" y="232105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17" name="S14-num144"/>
          <p:cNvSpPr txBox="1"/>
          <p:nvPr/>
        </p:nvSpPr>
        <p:spPr>
          <a:xfrm>
            <a:off x="8780526" y="232105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8" name="S14-fracbar145"/>
          <p:cNvSpPr/>
          <p:nvPr/>
        </p:nvSpPr>
        <p:spPr>
          <a:xfrm>
            <a:off x="8817102" y="289712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14-num146"/>
          <p:cNvSpPr txBox="1"/>
          <p:nvPr/>
        </p:nvSpPr>
        <p:spPr>
          <a:xfrm>
            <a:off x="8780526" y="293370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600" dirty="0"/>
          </a:p>
        </p:txBody>
      </p:sp>
      <p:sp>
        <p:nvSpPr>
          <p:cNvPr id="20" name="S14-op147"/>
          <p:cNvSpPr txBox="1"/>
          <p:nvPr/>
        </p:nvSpPr>
        <p:spPr>
          <a:xfrm>
            <a:off x="9480042" y="2321052"/>
            <a:ext cx="44805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600" dirty="0"/>
          </a:p>
        </p:txBody>
      </p:sp>
      <p:sp>
        <p:nvSpPr>
          <p:cNvPr id="21" name="S14-op148"/>
          <p:cNvSpPr txBox="1"/>
          <p:nvPr/>
        </p:nvSpPr>
        <p:spPr>
          <a:xfrm>
            <a:off x="10037826" y="232105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비례배분</dc:title>
  <dc:subject>KR22-G06-MAT-SHARE-L01</dc:subject>
  <dc:creator>education-ppt</dc:creator>
  <cp:lastModifiedBy>education-ppt</cp:lastModifiedBy>
  <cp:revision>1</cp:revision>
  <dcterms:created xsi:type="dcterms:W3CDTF">2026-10-26T08:52:03Z</dcterms:created>
  <dcterms:modified xsi:type="dcterms:W3CDTF">2026-10-26T08:52:03Z</dcterms:modified>
</cp:coreProperties>
</file>