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a35ed8a-9951-879b-853e-e83ba916b9f5}">
          <p14:sldIdLst>
            <p14:sldId id="256"/>
            <p14:sldId id="257"/>
          </p14:sldIdLst>
        </p14:section>
        <p14:section name="개념" id="{3570c2f7-732a-0ca7-a024-75d7937033e4}">
          <p14:sldIdLst>
            <p14:sldId id="258"/>
            <p14:sldId id="259"/>
            <p14:sldId id="260"/>
            <p14:sldId id="263"/>
          </p14:sldIdLst>
        </p14:section>
        <p14:section name="연습" id="{9380e518-d497-8d4c-b09e-4d880aef6b10}">
          <p14:sldIdLst>
            <p14:sldId id="261"/>
            <p14:sldId id="262"/>
            <p14:sldId id="264"/>
            <p14:sldId id="265"/>
          </p14:sldIdLst>
        </p14:section>
        <p14:section name="개념" id="{5041842b-fbb4-7886-8b72-2176232a9870}">
          <p14:sldIdLst/>
        </p14:section>
        <p14:section name="연습" id="{aa31a302-df51-5857-02f9-94c56ccc51d7}">
          <p14:sldIdLst/>
        </p14:section>
        <p14:section name="확인" id="{398dbec1-03a9-242e-e5db-7b7c3ec6b9d6}">
          <p14:sldIdLst>
            <p14:sldId id="266"/>
            <p14:sldId id="267"/>
          </p14:sldIdLst>
        </p14:section>
        <p14:section name="정리" id="{bd36dc4d-1b7c-2412-fbaf-005cf6272783}">
          <p14:sldIdLst>
            <p14:sldId id="268"/>
          </p14:sldIdLst>
        </p14:section>
        <p14:section name="보충" id="{3322ba77-1ba2-4217-dd02-1b30ceef35ed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연산과비례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비와 비율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비와 비율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수학 · 비와 비율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비와 비율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주스 2컵에 물 3컵을 섞었어요.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양을 수로 어떻게 비교할까?</a:t>
            </a:r>
            <a:endParaRPr lang="ko-KR" sz="2800" dirty="0"/>
          </a:p>
        </p:txBody>
      </p:sp>
      <p:sp>
        <p:nvSpPr>
          <p:cNvPr id="4" name="S01-eq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: 3</a:t>
            </a:r>
            <a:endParaRPr lang="ko-KR" sz="6000" dirty="0"/>
          </a:p>
        </p:txBody>
      </p:sp>
      <p:sp>
        <p:nvSpPr>
          <p:cNvPr id="5" name="S01-card2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두 양을 비로 나타내고 읽어요.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비율을 분수와 소수로 나타내요.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학습 기억하기</a:t>
            </a:r>
            <a:endParaRPr lang="ko-KR" sz="40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안에 알맞은 수를 써요.</a:t>
            </a:r>
            <a:endParaRPr lang="ko-KR" sz="2800" dirty="0"/>
          </a:p>
        </p:txBody>
      </p:sp>
      <p:sp>
        <p:nvSpPr>
          <p:cNvPr id="4" name="S02-chip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num6"/>
          <p:cNvSpPr txBox="1"/>
          <p:nvPr/>
        </p:nvSpPr>
        <p:spPr>
          <a:xfrm>
            <a:off x="1344168" y="213563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6" name="S02-fracbar7"/>
          <p:cNvSpPr/>
          <p:nvPr/>
        </p:nvSpPr>
        <p:spPr>
          <a:xfrm>
            <a:off x="1380744" y="265176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2-num8"/>
          <p:cNvSpPr txBox="1"/>
          <p:nvPr/>
        </p:nvSpPr>
        <p:spPr>
          <a:xfrm>
            <a:off x="1344168" y="268833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3200" dirty="0"/>
          </a:p>
        </p:txBody>
      </p:sp>
      <p:sp>
        <p:nvSpPr>
          <p:cNvPr id="8" name="S02-op9"/>
          <p:cNvSpPr txBox="1"/>
          <p:nvPr/>
        </p:nvSpPr>
        <p:spPr>
          <a:xfrm>
            <a:off x="2089912" y="2135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9" name="S02-blank10"/>
          <p:cNvSpPr/>
          <p:nvPr/>
        </p:nvSpPr>
        <p:spPr>
          <a:xfrm>
            <a:off x="2717150" y="219797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0" name="S02-fracbar11"/>
          <p:cNvSpPr/>
          <p:nvPr/>
        </p:nvSpPr>
        <p:spPr>
          <a:xfrm>
            <a:off x="2662936" y="2651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2-num12"/>
          <p:cNvSpPr txBox="1"/>
          <p:nvPr/>
        </p:nvSpPr>
        <p:spPr>
          <a:xfrm>
            <a:off x="2626360" y="2688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2" name="S02-chip1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3" name="S02-num14"/>
          <p:cNvSpPr txBox="1"/>
          <p:nvPr/>
        </p:nvSpPr>
        <p:spPr>
          <a:xfrm>
            <a:off x="1344168" y="35986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4" name="S02-fracbar15"/>
          <p:cNvSpPr/>
          <p:nvPr/>
        </p:nvSpPr>
        <p:spPr>
          <a:xfrm>
            <a:off x="1380744" y="41148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02-num16"/>
          <p:cNvSpPr txBox="1"/>
          <p:nvPr/>
        </p:nvSpPr>
        <p:spPr>
          <a:xfrm>
            <a:off x="1344168" y="41513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6" name="S02-op17"/>
          <p:cNvSpPr txBox="1"/>
          <p:nvPr/>
        </p:nvSpPr>
        <p:spPr>
          <a:xfrm>
            <a:off x="1990344" y="35986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7" name="S02-blank18"/>
          <p:cNvSpPr/>
          <p:nvPr/>
        </p:nvSpPr>
        <p:spPr>
          <a:xfrm>
            <a:off x="2676510" y="3937366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8" name="S02-chip1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9" name="S02-eqtext20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÷ 20 = □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 방법으로 비교해요</a:t>
            </a:r>
            <a:endParaRPr lang="ko-KR" sz="4000" dirty="0"/>
          </a:p>
        </p:txBody>
      </p:sp>
      <p:sp>
        <p:nvSpPr>
          <p:cNvPr id="3" name="S03-text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흰 돌 2개, 검은 돌 3개씩 묶음을 늘려요.</a:t>
            </a:r>
            <a:endParaRPr lang="ko-KR" sz="2800" dirty="0"/>
          </a:p>
        </p:txBody>
      </p:sp>
      <p:sp>
        <p:nvSpPr>
          <p:cNvPr id="4" name="S03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나눗셈으로 비교하면 묶음이 늘어도 늘 1.5배예요.</a:t>
            </a:r>
            <a:endParaRPr lang="ko-KR" sz="2800" dirty="0"/>
          </a:p>
        </p:txBody>
      </p:sp>
      <p:graphicFrame>
        <p:nvGraphicFramePr>
          <p:cNvPr id="4" name="S03-table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2286635"/>
          <a:ext cx="9601200" cy="914400"/>
        </p:xfrm>
        <a:graphic>
          <a:graphicData uri="http://schemas.openxmlformats.org/drawingml/2006/table">
            <a:tbl>
              <a:tblPr/>
              <a:tblGrid>
                <a:gridCol w="3072384"/>
                <a:gridCol w="1632204"/>
                <a:gridCol w="1632204"/>
                <a:gridCol w="1632204"/>
                <a:gridCol w="1632204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묶음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흰 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검은 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검은 돌 − 흰 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검은 돌 ÷ 흰 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비로 나타내요</a:t>
            </a:r>
            <a:endParaRPr lang="ko-KR" sz="4000" dirty="0"/>
          </a:p>
        </p:txBody>
      </p:sp>
      <p:sp>
        <p:nvSpPr>
          <p:cNvPr id="3" name="S04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수를 나눗셈으로 비교하려고 기호 : 를 쓴 것을 비라고 해요.</a:t>
            </a:r>
            <a:endParaRPr lang="ko-KR" sz="2800" dirty="0"/>
          </a:p>
        </p:txBody>
      </p:sp>
      <p:sp>
        <p:nvSpPr>
          <p:cNvPr id="5" name="S04-card27"/>
          <p:cNvSpPr/>
          <p:nvPr/>
        </p:nvSpPr>
        <p:spPr>
          <a:xfrm>
            <a:off x="548640" y="3258820"/>
            <a:ext cx="5431536" cy="1861820"/>
          </a:xfrm>
          <a:prstGeom prst="roundRect">
            <a:avLst>
              <a:gd name="adj" fmla="val 589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8"/>
          <p:cNvSpPr txBox="1"/>
          <p:nvPr/>
        </p:nvSpPr>
        <p:spPr>
          <a:xfrm>
            <a:off x="822960" y="3395980"/>
            <a:ext cx="4882896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: 3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흰 돌 수와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검은 돌 수의 비</a:t>
            </a:r>
            <a:endParaRPr lang="ko-KR" sz="2800" dirty="0"/>
          </a:p>
        </p:txBody>
      </p:sp>
      <p:sp>
        <p:nvSpPr>
          <p:cNvPr id="7" name="S04-card29"/>
          <p:cNvSpPr/>
          <p:nvPr/>
        </p:nvSpPr>
        <p:spPr>
          <a:xfrm>
            <a:off x="6208776" y="3258820"/>
            <a:ext cx="5431536" cy="1861820"/>
          </a:xfrm>
          <a:prstGeom prst="roundRect">
            <a:avLst>
              <a:gd name="adj" fmla="val 589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30"/>
          <p:cNvSpPr txBox="1"/>
          <p:nvPr/>
        </p:nvSpPr>
        <p:spPr>
          <a:xfrm>
            <a:off x="6483096" y="3395980"/>
            <a:ext cx="4882896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대 3, 2와 3의 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2의 3에 대한 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3에 대한 2의 비</a:t>
            </a:r>
            <a:endParaRPr lang="ko-KR" sz="2800" dirty="0"/>
          </a:p>
        </p:txBody>
      </p:sp>
      <p:sp>
        <p:nvSpPr>
          <p:cNvPr id="9" name="S04-dot31"/>
          <p:cNvSpPr/>
          <p:nvPr/>
        </p:nvSpPr>
        <p:spPr>
          <a:xfrm>
            <a:off x="2649017" y="1726108"/>
            <a:ext cx="453542" cy="45354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dot32"/>
          <p:cNvSpPr/>
          <p:nvPr/>
        </p:nvSpPr>
        <p:spPr>
          <a:xfrm>
            <a:off x="3380537" y="1726108"/>
            <a:ext cx="453542" cy="45354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4-figure33" descr="흰 바둑돌 2개"/>
          <p:cNvSpPr/>
          <p:nvPr/>
        </p:nvSpPr>
        <p:spPr>
          <a:xfrm>
            <a:off x="2510028" y="1587119"/>
            <a:ext cx="146304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04-label34"/>
          <p:cNvSpPr txBox="1"/>
          <p:nvPr/>
        </p:nvSpPr>
        <p:spPr>
          <a:xfrm>
            <a:off x="548640" y="265303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흰 돌 2개</a:t>
            </a:r>
            <a:endParaRPr lang="ko-KR" sz="2200" dirty="0"/>
          </a:p>
        </p:txBody>
      </p:sp>
      <p:sp>
        <p:nvSpPr>
          <p:cNvPr id="13" name="S04-dot35"/>
          <p:cNvSpPr/>
          <p:nvPr/>
        </p:nvSpPr>
        <p:spPr>
          <a:xfrm>
            <a:off x="7989113" y="1726108"/>
            <a:ext cx="453542" cy="45354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dot36"/>
          <p:cNvSpPr/>
          <p:nvPr/>
        </p:nvSpPr>
        <p:spPr>
          <a:xfrm>
            <a:off x="8720633" y="1726108"/>
            <a:ext cx="453542" cy="45354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4-dot37"/>
          <p:cNvSpPr/>
          <p:nvPr/>
        </p:nvSpPr>
        <p:spPr>
          <a:xfrm>
            <a:off x="9452153" y="1726108"/>
            <a:ext cx="453542" cy="45354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4-figure38" descr="검은 바둑돌 3개"/>
          <p:cNvSpPr/>
          <p:nvPr/>
        </p:nvSpPr>
        <p:spPr>
          <a:xfrm>
            <a:off x="7850124" y="1587119"/>
            <a:ext cx="219456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4-label39"/>
          <p:cNvSpPr txBox="1"/>
          <p:nvPr/>
        </p:nvSpPr>
        <p:spPr>
          <a:xfrm>
            <a:off x="6254496" y="265303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검은 돌 3개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기준량과 비교하는 양</a:t>
            </a:r>
            <a:endParaRPr lang="ko-KR" sz="4000" dirty="0"/>
          </a:p>
        </p:txBody>
      </p:sp>
      <p:sp>
        <p:nvSpPr>
          <p:cNvPr id="3" name="S05-card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: 2는 3을 2와 비교한 비예요. 2 : 3과 달라요.</a:t>
            </a:r>
            <a:endParaRPr lang="ko-KR" sz="2800" dirty="0"/>
          </a:p>
        </p:txBody>
      </p:sp>
      <p:sp>
        <p:nvSpPr>
          <p:cNvPr id="5" name="S05-card42"/>
          <p:cNvSpPr/>
          <p:nvPr/>
        </p:nvSpPr>
        <p:spPr>
          <a:xfrm>
            <a:off x="548640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43"/>
          <p:cNvSpPr txBox="1"/>
          <p:nvPr/>
        </p:nvSpPr>
        <p:spPr>
          <a:xfrm>
            <a:off x="822960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비교하는 양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기호 : 의 왼쪽 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7" name="S05-card44"/>
          <p:cNvSpPr/>
          <p:nvPr/>
        </p:nvSpPr>
        <p:spPr>
          <a:xfrm>
            <a:off x="6208776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45"/>
          <p:cNvSpPr txBox="1"/>
          <p:nvPr/>
        </p:nvSpPr>
        <p:spPr>
          <a:xfrm>
            <a:off x="6483096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기준량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기호 : 의 오른쪽 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(기준이 되는 양)</a:t>
            </a:r>
            <a:endParaRPr lang="ko-KR" sz="2800" dirty="0"/>
          </a:p>
        </p:txBody>
      </p:sp>
      <p:sp>
        <p:nvSpPr>
          <p:cNvPr id="9" name="S05-eqtext46"/>
          <p:cNvSpPr txBox="1"/>
          <p:nvPr/>
        </p:nvSpPr>
        <p:spPr>
          <a:xfrm>
            <a:off x="548640" y="1325880"/>
            <a:ext cx="11091672" cy="2045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: 3</a:t>
            </a:r>
            <a:endParaRPr lang="ko-KR" sz="6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비로 나타내 봐요</a:t>
            </a:r>
            <a:endParaRPr lang="ko-KR" sz="4000" dirty="0"/>
          </a:p>
        </p:txBody>
      </p:sp>
      <p:sp>
        <p:nvSpPr>
          <p:cNvPr id="3" name="S06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③④는 사과 4개, 배 9개를 보고 써요.</a:t>
            </a:r>
            <a:endParaRPr lang="ko-KR" sz="2800" dirty="0"/>
          </a:p>
        </p:txBody>
      </p:sp>
      <p:sp>
        <p:nvSpPr>
          <p:cNvPr id="4" name="S06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‘~에 대한’ 앞의 수가 기준량이에요. 기준량은 오른쪽에 써요.</a:t>
            </a:r>
            <a:endParaRPr lang="ko-KR" sz="2800" dirty="0"/>
          </a:p>
        </p:txBody>
      </p:sp>
      <p:sp>
        <p:nvSpPr>
          <p:cNvPr id="6" name="S06-chip5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6-text51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5에 대한 3의 비</a:t>
            </a:r>
            <a:endParaRPr lang="ko-KR" sz="2800" dirty="0"/>
          </a:p>
        </p:txBody>
      </p:sp>
      <p:sp>
        <p:nvSpPr>
          <p:cNvPr id="8" name="S06-chip5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6-text53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7의 4에 대한 비</a:t>
            </a:r>
            <a:endParaRPr lang="ko-KR" sz="2800" dirty="0"/>
          </a:p>
        </p:txBody>
      </p:sp>
      <p:sp>
        <p:nvSpPr>
          <p:cNvPr id="10" name="S06-chip54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6-text55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 수에 대한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 수의 비</a:t>
            </a:r>
            <a:endParaRPr lang="ko-KR" sz="2800" dirty="0"/>
          </a:p>
        </p:txBody>
      </p:sp>
      <p:sp>
        <p:nvSpPr>
          <p:cNvPr id="12" name="S06-chip56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6-text57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 수에 대한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 수의 비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7-card5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5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주스 3컵에 물 5컵을 섞었어요. 물 양에 대한 주스 양의 비는?</a:t>
            </a:r>
            <a:endParaRPr lang="ko-KR" sz="2800" dirty="0"/>
          </a:p>
        </p:txBody>
      </p:sp>
      <p:sp>
        <p:nvSpPr>
          <p:cNvPr id="5" name="S07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: 5와 5 : 3은 같은 비일까요? 까닭을 말해요.</a:t>
            </a:r>
            <a:endParaRPr lang="ko-KR" sz="2800" dirty="0"/>
          </a:p>
        </p:txBody>
      </p:sp>
      <p:sp>
        <p:nvSpPr>
          <p:cNvPr id="7" name="S07-chip6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5 : 3</a:t>
            </a:r>
            <a:endParaRPr lang="ko-KR" sz="2200" dirty="0"/>
          </a:p>
        </p:txBody>
      </p:sp>
      <p:sp>
        <p:nvSpPr>
          <p:cNvPr id="8" name="S07-text63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먼저 나왔으니까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먼저 써요.</a:t>
            </a:r>
            <a:endParaRPr lang="ko-KR" sz="2800" dirty="0"/>
          </a:p>
        </p:txBody>
      </p:sp>
      <p:sp>
        <p:nvSpPr>
          <p:cNvPr id="9" name="S07-chip6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 : 5</a:t>
            </a:r>
            <a:endParaRPr lang="ko-KR" sz="2200" dirty="0"/>
          </a:p>
        </p:txBody>
      </p:sp>
      <p:sp>
        <p:nvSpPr>
          <p:cNvPr id="10" name="S07-text65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기준량이 물이라서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오른쪽에 써요.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비율을 분수와 소수로</a:t>
            </a:r>
            <a:endParaRPr lang="ko-KR" sz="4000" dirty="0"/>
          </a:p>
        </p:txBody>
      </p:sp>
      <p:sp>
        <p:nvSpPr>
          <p:cNvPr id="3" name="S08-text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2 : 5의 비율을 구해요.</a:t>
            </a:r>
            <a:endParaRPr lang="ko-KR" sz="2800" dirty="0"/>
          </a:p>
        </p:txBody>
      </p:sp>
      <p:sp>
        <p:nvSpPr>
          <p:cNvPr id="4" name="S08-card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 = (비교하는 양) ÷ (기준량)</a:t>
            </a:r>
            <a:endParaRPr lang="ko-KR" sz="2800" dirty="0"/>
          </a:p>
        </p:txBody>
      </p:sp>
      <p:sp>
        <p:nvSpPr>
          <p:cNvPr id="6" name="S08-num69"/>
          <p:cNvSpPr txBox="1"/>
          <p:nvPr/>
        </p:nvSpPr>
        <p:spPr>
          <a:xfrm>
            <a:off x="7565593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7" name="S08-fracbar70"/>
          <p:cNvSpPr/>
          <p:nvPr/>
        </p:nvSpPr>
        <p:spPr>
          <a:xfrm>
            <a:off x="7602169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8-num71"/>
          <p:cNvSpPr txBox="1"/>
          <p:nvPr/>
        </p:nvSpPr>
        <p:spPr>
          <a:xfrm>
            <a:off x="7565593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9" name="S08-cell72"/>
          <p:cNvSpPr/>
          <p:nvPr/>
        </p:nvSpPr>
        <p:spPr>
          <a:xfrm>
            <a:off x="8401507" y="3154680"/>
            <a:ext cx="64776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cell73"/>
          <p:cNvSpPr/>
          <p:nvPr/>
        </p:nvSpPr>
        <p:spPr>
          <a:xfrm>
            <a:off x="9049268" y="3154680"/>
            <a:ext cx="64776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cell74"/>
          <p:cNvSpPr/>
          <p:nvPr/>
        </p:nvSpPr>
        <p:spPr>
          <a:xfrm>
            <a:off x="9697029" y="3154680"/>
            <a:ext cx="64776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8-cell75"/>
          <p:cNvSpPr/>
          <p:nvPr/>
        </p:nvSpPr>
        <p:spPr>
          <a:xfrm>
            <a:off x="10344790" y="3154680"/>
            <a:ext cx="64776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8-cell76"/>
          <p:cNvSpPr/>
          <p:nvPr/>
        </p:nvSpPr>
        <p:spPr>
          <a:xfrm>
            <a:off x="10992551" y="3154680"/>
            <a:ext cx="64776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8-figure77" descr="똑같이 5칸으로 나눈 띠, 2칸 색칠"/>
          <p:cNvSpPr/>
          <p:nvPr/>
        </p:nvSpPr>
        <p:spPr>
          <a:xfrm>
            <a:off x="8401507" y="3154680"/>
            <a:ext cx="3238805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8-stepno78"/>
          <p:cNvSpPr txBox="1"/>
          <p:nvPr/>
        </p:nvSpPr>
        <p:spPr>
          <a:xfrm>
            <a:off x="548640" y="22829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6" name="S08-text79"/>
          <p:cNvSpPr txBox="1"/>
          <p:nvPr/>
        </p:nvSpPr>
        <p:spPr>
          <a:xfrm>
            <a:off x="1325880" y="2237232"/>
            <a:ext cx="2955377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기준량으로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나눠요.</a:t>
            </a:r>
            <a:endParaRPr lang="ko-KR" sz="2800" dirty="0"/>
          </a:p>
        </p:txBody>
      </p:sp>
      <p:sp>
        <p:nvSpPr>
          <p:cNvPr id="17" name="S08-eqtext80"/>
          <p:cNvSpPr txBox="1"/>
          <p:nvPr/>
        </p:nvSpPr>
        <p:spPr>
          <a:xfrm>
            <a:off x="4281257" y="2237232"/>
            <a:ext cx="2702930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÷ 5</a:t>
            </a:r>
            <a:endParaRPr lang="ko-KR" sz="2800" dirty="0"/>
          </a:p>
        </p:txBody>
      </p:sp>
      <p:sp>
        <p:nvSpPr>
          <p:cNvPr id="18" name="S08-stepno81"/>
          <p:cNvSpPr txBox="1"/>
          <p:nvPr/>
        </p:nvSpPr>
        <p:spPr>
          <a:xfrm>
            <a:off x="548640" y="33152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9" name="S08-text82"/>
          <p:cNvSpPr txBox="1"/>
          <p:nvPr/>
        </p:nvSpPr>
        <p:spPr>
          <a:xfrm>
            <a:off x="1325880" y="3269488"/>
            <a:ext cx="2955377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분수로</a:t>
            </a:r>
            <a:endParaRPr lang="ko-KR" sz="2800" dirty="0"/>
          </a:p>
        </p:txBody>
      </p:sp>
      <p:sp>
        <p:nvSpPr>
          <p:cNvPr id="20" name="S08-num83"/>
          <p:cNvSpPr txBox="1"/>
          <p:nvPr/>
        </p:nvSpPr>
        <p:spPr>
          <a:xfrm>
            <a:off x="4281257" y="326948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21" name="S08-fracbar84"/>
          <p:cNvSpPr/>
          <p:nvPr/>
        </p:nvSpPr>
        <p:spPr>
          <a:xfrm>
            <a:off x="4317833" y="3725672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8-num85"/>
          <p:cNvSpPr txBox="1"/>
          <p:nvPr/>
        </p:nvSpPr>
        <p:spPr>
          <a:xfrm>
            <a:off x="4281257" y="376224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23" name="S08-stepno86"/>
          <p:cNvSpPr txBox="1"/>
          <p:nvPr/>
        </p:nvSpPr>
        <p:spPr>
          <a:xfrm>
            <a:off x="548640" y="43464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24" name="S08-text87"/>
          <p:cNvSpPr txBox="1"/>
          <p:nvPr/>
        </p:nvSpPr>
        <p:spPr>
          <a:xfrm>
            <a:off x="1325880" y="4346448"/>
            <a:ext cx="295537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소수로</a:t>
            </a:r>
            <a:endParaRPr lang="ko-KR" sz="2800" dirty="0"/>
          </a:p>
        </p:txBody>
      </p:sp>
      <p:sp>
        <p:nvSpPr>
          <p:cNvPr id="25" name="S08-eqtext88"/>
          <p:cNvSpPr txBox="1"/>
          <p:nvPr/>
        </p:nvSpPr>
        <p:spPr>
          <a:xfrm>
            <a:off x="4281257" y="4346448"/>
            <a:ext cx="2702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비율을 구해 봐요</a:t>
            </a:r>
            <a:endParaRPr lang="ko-KR" sz="4000" dirty="0"/>
          </a:p>
        </p:txBody>
      </p:sp>
      <p:sp>
        <p:nvSpPr>
          <p:cNvPr id="3" name="S09-text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비율을 분수와 소수로 나타내요.</a:t>
            </a:r>
            <a:endParaRPr lang="ko-KR" sz="2800" dirty="0"/>
          </a:p>
        </p:txBody>
      </p:sp>
      <p:sp>
        <p:nvSpPr>
          <p:cNvPr id="4" name="S09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분모를 10이나 100으로 만들거나, 나눗셈을 해요.</a:t>
            </a:r>
            <a:endParaRPr lang="ko-KR" sz="2800" dirty="0"/>
          </a:p>
        </p:txBody>
      </p:sp>
      <p:sp>
        <p:nvSpPr>
          <p:cNvPr id="6" name="S09-chip9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eqtext9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: 4</a:t>
            </a:r>
            <a:endParaRPr lang="ko-KR" sz="3200" dirty="0"/>
          </a:p>
        </p:txBody>
      </p:sp>
      <p:sp>
        <p:nvSpPr>
          <p:cNvPr id="8" name="S09-chip9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9-eqtext9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: 10</a:t>
            </a:r>
            <a:endParaRPr lang="ko-KR" sz="3200" dirty="0"/>
          </a:p>
        </p:txBody>
      </p:sp>
      <p:sp>
        <p:nvSpPr>
          <p:cNvPr id="10" name="S09-chip96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9-eqtext97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: 20</a:t>
            </a:r>
            <a:endParaRPr lang="ko-KR" sz="3200" dirty="0"/>
          </a:p>
        </p:txBody>
      </p:sp>
      <p:sp>
        <p:nvSpPr>
          <p:cNvPr id="12" name="S09-chip98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9-eqtext99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: 8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속 비율</a:t>
            </a:r>
            <a:endParaRPr lang="ko-KR" sz="4000" dirty="0"/>
          </a:p>
        </p:txBody>
      </p:sp>
      <p:sp>
        <p:nvSpPr>
          <p:cNvPr id="3" name="S10-card10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0-cardtext10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기준량인지 먼저 찾아요.</a:t>
            </a:r>
            <a:endParaRPr lang="ko-KR" sz="2800" dirty="0"/>
          </a:p>
        </p:txBody>
      </p:sp>
      <p:sp>
        <p:nvSpPr>
          <p:cNvPr id="5" name="S10-chip10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10-text103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농구 슛을 20번 던져 13번 넣었어요.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던진 횟수에 대한 넣은 횟수의 비율은?</a:t>
            </a:r>
            <a:endParaRPr lang="ko-KR" sz="2800" dirty="0"/>
          </a:p>
        </p:txBody>
      </p:sp>
      <p:sp>
        <p:nvSpPr>
          <p:cNvPr id="7" name="S10-chip104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10-text105"/>
          <p:cNvSpPr txBox="1"/>
          <p:nvPr/>
        </p:nvSpPr>
        <p:spPr>
          <a:xfrm>
            <a:off x="1344168" y="33147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버스가 2시간 동안 150 km를 갔어요.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걸린 시간에 대한 간 거리의 비율은?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10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1-text107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8에 대한 5의 비를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써요.</a:t>
            </a:r>
            <a:endParaRPr lang="ko-KR" sz="2800" dirty="0"/>
          </a:p>
        </p:txBody>
      </p:sp>
      <p:sp>
        <p:nvSpPr>
          <p:cNvPr id="5" name="S11-chip108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1-text109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: 25의 비율을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분수와 소수로</a:t>
            </a:r>
            <a:endParaRPr lang="ko-KR" sz="2800" dirty="0"/>
          </a:p>
        </p:txBody>
      </p:sp>
      <p:sp>
        <p:nvSpPr>
          <p:cNvPr id="7" name="S11-chip110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1-text111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7의 10에 대한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비율을 소수로</a:t>
            </a:r>
            <a:endParaRPr lang="ko-KR" sz="2800" dirty="0"/>
          </a:p>
        </p:txBody>
      </p:sp>
      <p:sp>
        <p:nvSpPr>
          <p:cNvPr id="9" name="S11-chip112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1-text113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피자 8조각 중 6조각을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먹었어요. 먹은 양의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비율을 기약분수로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비율이 가장 큰 비는?</a:t>
            </a:r>
            <a:endParaRPr lang="ko-KR" sz="4000" dirty="0"/>
          </a:p>
        </p:txBody>
      </p:sp>
      <p:sp>
        <p:nvSpPr>
          <p:cNvPr id="3" name="S13-card1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비율을 소수로 바꾸어 비교하고 까닭을 말해요.</a:t>
            </a:r>
            <a:endParaRPr lang="ko-KR" sz="2800" dirty="0"/>
          </a:p>
        </p:txBody>
      </p:sp>
      <p:sp>
        <p:nvSpPr>
          <p:cNvPr id="5" name="S13-chip116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3-card117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118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: 5</a:t>
            </a:r>
            <a:endParaRPr lang="ko-KR" sz="2800" dirty="0"/>
          </a:p>
        </p:txBody>
      </p:sp>
      <p:sp>
        <p:nvSpPr>
          <p:cNvPr id="8" name="S13-chip119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3-card120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3-cardtext121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: 10</a:t>
            </a:r>
            <a:endParaRPr lang="ko-KR" sz="2800" dirty="0"/>
          </a:p>
        </p:txBody>
      </p:sp>
      <p:sp>
        <p:nvSpPr>
          <p:cNvPr id="11" name="S13-chip122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13-card123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3-cardtext124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: 20</a:t>
            </a:r>
            <a:endParaRPr lang="ko-KR" sz="2800" dirty="0"/>
          </a:p>
        </p:txBody>
      </p:sp>
      <p:sp>
        <p:nvSpPr>
          <p:cNvPr id="14" name="S13-chip125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5" name="S13-card126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3-cardtext127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: 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2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2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: 5에서 기준량은 5, 비율은 3 ÷ 5 = 5분의 3 = 0.6이에요.</a:t>
            </a:r>
            <a:endParaRPr lang="ko-KR" sz="2800" dirty="0"/>
          </a:p>
        </p:txBody>
      </p:sp>
      <p:sp>
        <p:nvSpPr>
          <p:cNvPr id="5" name="S14-chip130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기준량을 먼저 찾기</a:t>
            </a:r>
            <a:endParaRPr lang="ko-KR" sz="2200" dirty="0"/>
          </a:p>
        </p:txBody>
      </p:sp>
      <p:sp>
        <p:nvSpPr>
          <p:cNvPr id="6" name="S14-chip131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3 : 5와 5 : 3을 같다고 하기</a:t>
            </a:r>
            <a:endParaRPr lang="ko-KR" sz="2200" dirty="0"/>
          </a:p>
        </p:txBody>
      </p:sp>
      <p:sp>
        <p:nvSpPr>
          <p:cNvPr id="7" name="S14-text132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133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7에 대한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2의 비</a:t>
            </a:r>
            <a:endParaRPr lang="ko-KR" sz="2200" dirty="0"/>
          </a:p>
        </p:txBody>
      </p:sp>
      <p:sp>
        <p:nvSpPr>
          <p:cNvPr id="9" name="S14-text134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 : 4의 비율을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분수와 소수로</a:t>
            </a:r>
            <a:endParaRPr lang="ko-KR" sz="2200" dirty="0"/>
          </a:p>
        </p:txBody>
      </p:sp>
      <p:sp>
        <p:nvSpPr>
          <p:cNvPr id="10" name="S14-text135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20에 대한 9의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비율을 소수로</a:t>
            </a:r>
            <a:endParaRPr lang="ko-KR" sz="2200" dirty="0"/>
          </a:p>
        </p:txBody>
      </p:sp>
      <p:sp>
        <p:nvSpPr>
          <p:cNvPr id="11" name="S14-text13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백분율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약분하고 소수로 바꾸기</a:t>
            </a:r>
            <a:endParaRPr lang="ko-KR" sz="4000" dirty="0"/>
          </a:p>
        </p:txBody>
      </p:sp>
      <p:sp>
        <p:nvSpPr>
          <p:cNvPr id="3" name="S15-card137"/>
          <p:cNvSpPr/>
          <p:nvPr/>
        </p:nvSpPr>
        <p:spPr>
          <a:xfrm>
            <a:off x="548640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138"/>
          <p:cNvSpPr txBox="1"/>
          <p:nvPr/>
        </p:nvSpPr>
        <p:spPr>
          <a:xfrm>
            <a:off x="822960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분모와 분자를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공약수 2로 나눠요.</a:t>
            </a:r>
            <a:endParaRPr lang="ko-KR" sz="2800" dirty="0"/>
          </a:p>
        </p:txBody>
      </p:sp>
      <p:sp>
        <p:nvSpPr>
          <p:cNvPr id="5" name="S15-card139"/>
          <p:cNvSpPr/>
          <p:nvPr/>
        </p:nvSpPr>
        <p:spPr>
          <a:xfrm>
            <a:off x="6208776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5-cardtext140"/>
          <p:cNvSpPr txBox="1"/>
          <p:nvPr/>
        </p:nvSpPr>
        <p:spPr>
          <a:xfrm>
            <a:off x="6483096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분모를 100으로 만들면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소수로 바꾸기 쉬워요.</a:t>
            </a:r>
            <a:endParaRPr lang="ko-KR" sz="2800" dirty="0"/>
          </a:p>
        </p:txBody>
      </p:sp>
      <p:sp>
        <p:nvSpPr>
          <p:cNvPr id="7" name="S15-num141"/>
          <p:cNvSpPr txBox="1"/>
          <p:nvPr/>
        </p:nvSpPr>
        <p:spPr>
          <a:xfrm>
            <a:off x="3110484" y="2261108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4000" dirty="0"/>
          </a:p>
        </p:txBody>
      </p:sp>
      <p:sp>
        <p:nvSpPr>
          <p:cNvPr id="8" name="S15-fracbar142"/>
          <p:cNvSpPr/>
          <p:nvPr/>
        </p:nvSpPr>
        <p:spPr>
          <a:xfrm>
            <a:off x="3147060" y="2897124"/>
            <a:ext cx="56997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9" name="S15-num143"/>
          <p:cNvSpPr txBox="1"/>
          <p:nvPr/>
        </p:nvSpPr>
        <p:spPr>
          <a:xfrm>
            <a:off x="3110484" y="2933700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4000" dirty="0"/>
          </a:p>
        </p:txBody>
      </p:sp>
      <p:sp>
        <p:nvSpPr>
          <p:cNvPr id="10" name="S15-op144"/>
          <p:cNvSpPr txBox="1"/>
          <p:nvPr/>
        </p:nvSpPr>
        <p:spPr>
          <a:xfrm>
            <a:off x="3863340" y="2261108"/>
            <a:ext cx="46939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4000" dirty="0"/>
          </a:p>
        </p:txBody>
      </p:sp>
      <p:sp>
        <p:nvSpPr>
          <p:cNvPr id="11" name="S15-num145"/>
          <p:cNvSpPr txBox="1"/>
          <p:nvPr/>
        </p:nvSpPr>
        <p:spPr>
          <a:xfrm>
            <a:off x="4442460" y="2261108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000" dirty="0"/>
          </a:p>
        </p:txBody>
      </p:sp>
      <p:sp>
        <p:nvSpPr>
          <p:cNvPr id="12" name="S15-fracbar146"/>
          <p:cNvSpPr/>
          <p:nvPr/>
        </p:nvSpPr>
        <p:spPr>
          <a:xfrm>
            <a:off x="4479036" y="2897124"/>
            <a:ext cx="56997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" name="S15-num147"/>
          <p:cNvSpPr txBox="1"/>
          <p:nvPr/>
        </p:nvSpPr>
        <p:spPr>
          <a:xfrm>
            <a:off x="4442460" y="2933700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000" dirty="0"/>
          </a:p>
        </p:txBody>
      </p:sp>
      <p:sp>
        <p:nvSpPr>
          <p:cNvPr id="14" name="S15-op148"/>
          <p:cNvSpPr txBox="1"/>
          <p:nvPr/>
        </p:nvSpPr>
        <p:spPr>
          <a:xfrm>
            <a:off x="5195316" y="2261108"/>
            <a:ext cx="46939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4000" dirty="0"/>
          </a:p>
        </p:txBody>
      </p:sp>
      <p:sp>
        <p:nvSpPr>
          <p:cNvPr id="15" name="S15-num149"/>
          <p:cNvSpPr txBox="1"/>
          <p:nvPr/>
        </p:nvSpPr>
        <p:spPr>
          <a:xfrm>
            <a:off x="5774436" y="2261108"/>
            <a:ext cx="1048512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ko-KR" sz="4000" dirty="0"/>
          </a:p>
        </p:txBody>
      </p:sp>
      <p:sp>
        <p:nvSpPr>
          <p:cNvPr id="16" name="S15-fracbar150"/>
          <p:cNvSpPr/>
          <p:nvPr/>
        </p:nvSpPr>
        <p:spPr>
          <a:xfrm>
            <a:off x="5811012" y="2897124"/>
            <a:ext cx="975360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7" name="S15-num151"/>
          <p:cNvSpPr txBox="1"/>
          <p:nvPr/>
        </p:nvSpPr>
        <p:spPr>
          <a:xfrm>
            <a:off x="5774436" y="2933700"/>
            <a:ext cx="1048512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4000" dirty="0"/>
          </a:p>
        </p:txBody>
      </p:sp>
      <p:sp>
        <p:nvSpPr>
          <p:cNvPr id="18" name="S15-op152"/>
          <p:cNvSpPr txBox="1"/>
          <p:nvPr/>
        </p:nvSpPr>
        <p:spPr>
          <a:xfrm>
            <a:off x="6932676" y="2261108"/>
            <a:ext cx="46939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4000" dirty="0"/>
          </a:p>
        </p:txBody>
      </p:sp>
      <p:sp>
        <p:nvSpPr>
          <p:cNvPr id="19" name="S15-op153"/>
          <p:cNvSpPr txBox="1"/>
          <p:nvPr/>
        </p:nvSpPr>
        <p:spPr>
          <a:xfrm>
            <a:off x="7511796" y="2261108"/>
            <a:ext cx="156667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0.75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수학 비와 비율</dc:title>
  <dc:subject>KR22-G06-MAT-RATIO-L01</dc:subject>
  <dc:creator>education-ppt</dc:creator>
  <cp:lastModifiedBy>education-ppt</cp:lastModifiedBy>
  <cp:revision>1</cp:revision>
  <dcterms:created xsi:type="dcterms:W3CDTF">2026-10-26T08:43:14Z</dcterms:created>
  <dcterms:modified xsi:type="dcterms:W3CDTF">2026-10-26T08:43:14Z</dcterms:modified>
</cp:coreProperties>
</file>