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540aeb7-8f08-8330-7c45-b575de633174}">
          <p14:sldIdLst>
            <p14:sldId id="256"/>
            <p14:sldId id="257"/>
          </p14:sldIdLst>
        </p14:section>
        <p14:section name="개념" id="{6e478bc5-4968-ddd7-e02c-80a6cbe5f1c0}">
          <p14:sldIdLst>
            <p14:sldId id="258"/>
            <p14:sldId id="259"/>
            <p14:sldId id="260"/>
            <p14:sldId id="263"/>
          </p14:sldIdLst>
        </p14:section>
        <p14:section name="연습" id="{fa41ba68-c46d-23ca-30d8-410baf250613}">
          <p14:sldIdLst>
            <p14:sldId id="261"/>
            <p14:sldId id="262"/>
            <p14:sldId id="264"/>
            <p14:sldId id="265"/>
          </p14:sldIdLst>
        </p14:section>
        <p14:section name="개념" id="{5e560231-cc25-6b17-e062-4f3320d0ab1a}">
          <p14:sldIdLst/>
        </p14:section>
        <p14:section name="연습" id="{ba438113-c6ae-c4cf-bbcb-b40435486e89}">
          <p14:sldIdLst/>
        </p14:section>
        <p14:section name="확인" id="{1ae7ce76-94b9-024c-bc85-d7eb625de3a2}">
          <p14:sldIdLst>
            <p14:sldId id="266"/>
            <p14:sldId id="267"/>
          </p14:sldIdLst>
        </p14:section>
        <p14:section name="정리" id="{622b8bf4-8525-02d3-44b6-ea4f476e8290}">
          <p14:sldIdLst>
            <p14:sldId id="268"/>
          </p14:sldIdLst>
        </p14:section>
        <p14:section name="보충" id="{7f28a3c5-461a-e83d-8541-d1d4c668554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비와 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비와 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비와 비율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비와 비율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2컵에 물 3컵을 섞었어요.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양을 수로 어떻게 비교할까?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</a:t>
            </a:r>
            <a:endParaRPr lang="ko-KR" sz="6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양을 비로 나타내고 읽어요.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비율을 분수와 소수로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안에 알맞은 수를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6"/>
          <p:cNvSpPr txBox="1"/>
          <p:nvPr/>
        </p:nvSpPr>
        <p:spPr>
          <a:xfrm>
            <a:off x="1344168" y="2135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6" name="S02-fracbar7"/>
          <p:cNvSpPr/>
          <p:nvPr/>
        </p:nvSpPr>
        <p:spPr>
          <a:xfrm>
            <a:off x="1380744" y="2651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8"/>
          <p:cNvSpPr txBox="1"/>
          <p:nvPr/>
        </p:nvSpPr>
        <p:spPr>
          <a:xfrm>
            <a:off x="1344168" y="2688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8" name="S02-op9"/>
          <p:cNvSpPr txBox="1"/>
          <p:nvPr/>
        </p:nvSpPr>
        <p:spPr>
          <a:xfrm>
            <a:off x="2089912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2-blank10"/>
          <p:cNvSpPr/>
          <p:nvPr/>
        </p:nvSpPr>
        <p:spPr>
          <a:xfrm>
            <a:off x="2717150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2-fracbar11"/>
          <p:cNvSpPr/>
          <p:nvPr/>
        </p:nvSpPr>
        <p:spPr>
          <a:xfrm>
            <a:off x="2662936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2"/>
          <p:cNvSpPr txBox="1"/>
          <p:nvPr/>
        </p:nvSpPr>
        <p:spPr>
          <a:xfrm>
            <a:off x="2626360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02-chip1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02-num14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2-fracbar15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16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02-op17"/>
          <p:cNvSpPr txBox="1"/>
          <p:nvPr/>
        </p:nvSpPr>
        <p:spPr>
          <a:xfrm>
            <a:off x="1990344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2-blank18"/>
          <p:cNvSpPr/>
          <p:nvPr/>
        </p:nvSpPr>
        <p:spPr>
          <a:xfrm>
            <a:off x="2676510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2-chip1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9" name="S02-eqtext2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÷ 20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방법으로 비교해요</a:t>
            </a:r>
            <a:endParaRPr lang="ko-KR" sz="4000" dirty="0"/>
          </a:p>
        </p:txBody>
      </p:sp>
      <p:sp>
        <p:nvSpPr>
          <p:cNvPr id="3" name="S03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2개, 검은 돌 3개씩 묶음을 늘려요.</a:t>
            </a:r>
            <a:endParaRPr lang="ko-KR" sz="2800" dirty="0"/>
          </a:p>
        </p:txBody>
      </p:sp>
      <p:sp>
        <p:nvSpPr>
          <p:cNvPr id="4" name="S03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나눗셈으로 비교하면 묶음이 늘어도 늘 1.5배예요.</a:t>
            </a:r>
            <a:endParaRPr lang="ko-KR" sz="2800" dirty="0"/>
          </a:p>
        </p:txBody>
      </p:sp>
      <p:graphicFrame>
        <p:nvGraphicFramePr>
          <p:cNvPr id="4" name="S03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284730"/>
          <a:ext cx="96012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1632204"/>
                <a:gridCol w="1632204"/>
                <a:gridCol w="1632204"/>
                <a:gridCol w="163220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흰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검은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검은 돌 − 흰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검은 돌 ÷ 흰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 나타내요</a:t>
            </a:r>
            <a:endParaRPr lang="ko-KR" sz="4000" dirty="0"/>
          </a:p>
        </p:txBody>
      </p:sp>
      <p:sp>
        <p:nvSpPr>
          <p:cNvPr id="3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나눗셈으로 비교하려고 기호 : 를 쓴 것을 비라고 해요.</a:t>
            </a:r>
            <a:endParaRPr lang="ko-KR" sz="2800" dirty="0"/>
          </a:p>
        </p:txBody>
      </p:sp>
      <p:sp>
        <p:nvSpPr>
          <p:cNvPr id="5" name="S04-card27"/>
          <p:cNvSpPr/>
          <p:nvPr/>
        </p:nvSpPr>
        <p:spPr>
          <a:xfrm>
            <a:off x="548640" y="3258820"/>
            <a:ext cx="543153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822960" y="3395980"/>
            <a:ext cx="488289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수와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 수의 비</a:t>
            </a:r>
            <a:endParaRPr lang="ko-KR" sz="2800" dirty="0"/>
          </a:p>
        </p:txBody>
      </p:sp>
      <p:sp>
        <p:nvSpPr>
          <p:cNvPr id="7" name="S04-card29"/>
          <p:cNvSpPr/>
          <p:nvPr/>
        </p:nvSpPr>
        <p:spPr>
          <a:xfrm>
            <a:off x="6208776" y="3258820"/>
            <a:ext cx="543153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0"/>
          <p:cNvSpPr txBox="1"/>
          <p:nvPr/>
        </p:nvSpPr>
        <p:spPr>
          <a:xfrm>
            <a:off x="6483096" y="3395980"/>
            <a:ext cx="488289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대 3, 2와 3의 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3에 대한 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 대한 2의 비</a:t>
            </a:r>
            <a:endParaRPr lang="ko-KR" sz="2800" dirty="0"/>
          </a:p>
        </p:txBody>
      </p:sp>
      <p:sp>
        <p:nvSpPr>
          <p:cNvPr id="9" name="S04-dot31"/>
          <p:cNvSpPr/>
          <p:nvPr/>
        </p:nvSpPr>
        <p:spPr>
          <a:xfrm>
            <a:off x="2649017" y="1726108"/>
            <a:ext cx="453542" cy="4535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32"/>
          <p:cNvSpPr/>
          <p:nvPr/>
        </p:nvSpPr>
        <p:spPr>
          <a:xfrm>
            <a:off x="3380537" y="1726108"/>
            <a:ext cx="453542" cy="4535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figure33" descr="흰 바둑돌 2개"/>
          <p:cNvSpPr/>
          <p:nvPr/>
        </p:nvSpPr>
        <p:spPr>
          <a:xfrm>
            <a:off x="2510028" y="1587119"/>
            <a:ext cx="146304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4-label34"/>
          <p:cNvSpPr txBox="1"/>
          <p:nvPr/>
        </p:nvSpPr>
        <p:spPr>
          <a:xfrm>
            <a:off x="548640" y="265303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돌 2개</a:t>
            </a:r>
            <a:endParaRPr lang="ko-KR" sz="2200" dirty="0"/>
          </a:p>
        </p:txBody>
      </p:sp>
      <p:sp>
        <p:nvSpPr>
          <p:cNvPr id="13" name="S04-dot35"/>
          <p:cNvSpPr/>
          <p:nvPr/>
        </p:nvSpPr>
        <p:spPr>
          <a:xfrm>
            <a:off x="7989113" y="1726108"/>
            <a:ext cx="453542" cy="4535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36"/>
          <p:cNvSpPr/>
          <p:nvPr/>
        </p:nvSpPr>
        <p:spPr>
          <a:xfrm>
            <a:off x="8720633" y="1726108"/>
            <a:ext cx="453542" cy="4535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37"/>
          <p:cNvSpPr/>
          <p:nvPr/>
        </p:nvSpPr>
        <p:spPr>
          <a:xfrm>
            <a:off x="9452153" y="1726108"/>
            <a:ext cx="453542" cy="4535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figure38" descr="검은 바둑돌 3개"/>
          <p:cNvSpPr/>
          <p:nvPr/>
        </p:nvSpPr>
        <p:spPr>
          <a:xfrm>
            <a:off x="7850124" y="1587119"/>
            <a:ext cx="2194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4-label39"/>
          <p:cNvSpPr txBox="1"/>
          <p:nvPr/>
        </p:nvSpPr>
        <p:spPr>
          <a:xfrm>
            <a:off x="6254496" y="265303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돌 3개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기준량과 비교하는 양</a:t>
            </a:r>
            <a:endParaRPr lang="ko-KR" sz="4000" dirty="0"/>
          </a:p>
        </p:txBody>
      </p:sp>
      <p:sp>
        <p:nvSpPr>
          <p:cNvPr id="3" name="S05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2는 3을 2와 비교한 비예요. 2 : 3과 달라요.</a:t>
            </a:r>
            <a:endParaRPr lang="ko-KR" sz="2800" dirty="0"/>
          </a:p>
        </p:txBody>
      </p:sp>
      <p:sp>
        <p:nvSpPr>
          <p:cNvPr id="5" name="S05-card42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3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: 의 왼쪽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7" name="S05-card44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45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: 의 오른쪽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(기준이 되는 양)</a:t>
            </a:r>
            <a:endParaRPr lang="ko-KR" sz="2800" dirty="0"/>
          </a:p>
        </p:txBody>
      </p:sp>
      <p:sp>
        <p:nvSpPr>
          <p:cNvPr id="9" name="S05-eqtext46"/>
          <p:cNvSpPr txBox="1"/>
          <p:nvPr/>
        </p:nvSpPr>
        <p:spPr>
          <a:xfrm>
            <a:off x="548640" y="1325880"/>
            <a:ext cx="11091672" cy="2045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</a:t>
            </a:r>
            <a:endParaRPr lang="ko-KR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 나타내 봐요</a:t>
            </a:r>
            <a:endParaRPr lang="ko-KR" sz="40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사과 4개, 배 9개를 보고 써요.</a:t>
            </a:r>
            <a:endParaRPr lang="ko-KR" sz="2800" dirty="0"/>
          </a:p>
        </p:txBody>
      </p:sp>
      <p:sp>
        <p:nvSpPr>
          <p:cNvPr id="4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‘~에 대한’ 앞의 수가 기준량이에요. 기준량은 오른쪽에 써요.</a:t>
            </a:r>
            <a:endParaRPr lang="ko-KR" sz="2800" dirty="0"/>
          </a:p>
        </p:txBody>
      </p:sp>
      <p:sp>
        <p:nvSpPr>
          <p:cNvPr id="6" name="S06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 대한 3의 비</a:t>
            </a:r>
            <a:endParaRPr lang="ko-KR" sz="2800" dirty="0"/>
          </a:p>
        </p:txBody>
      </p:sp>
      <p:sp>
        <p:nvSpPr>
          <p:cNvPr id="8" name="S06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4에 대한 비</a:t>
            </a:r>
            <a:endParaRPr lang="ko-KR" sz="2800" dirty="0"/>
          </a:p>
        </p:txBody>
      </p:sp>
      <p:sp>
        <p:nvSpPr>
          <p:cNvPr id="10" name="S06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 수에 대한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수의 비</a:t>
            </a:r>
            <a:endParaRPr lang="ko-KR" sz="2800" dirty="0"/>
          </a:p>
        </p:txBody>
      </p:sp>
      <p:sp>
        <p:nvSpPr>
          <p:cNvPr id="12" name="S06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6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수에 대한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 수의 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3컵에 물 5컵을 섞었어요. 물 양에 대한 주스 양의 비는?</a:t>
            </a:r>
            <a:endParaRPr lang="ko-KR" sz="2800" dirty="0"/>
          </a:p>
        </p:txBody>
      </p:sp>
      <p:sp>
        <p:nvSpPr>
          <p:cNvPr id="5" name="S07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5와 5 : 3은 같은 비일까요? 까닭을 말해요.</a:t>
            </a:r>
            <a:endParaRPr lang="ko-KR" sz="2800" dirty="0"/>
          </a:p>
        </p:txBody>
      </p:sp>
      <p:sp>
        <p:nvSpPr>
          <p:cNvPr id="7" name="S07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 : 3</a:t>
            </a:r>
            <a:endParaRPr lang="ko-KR" sz="2200" dirty="0"/>
          </a:p>
        </p:txBody>
      </p:sp>
      <p:sp>
        <p:nvSpPr>
          <p:cNvPr id="8" name="S07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먼저 나왔으니까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먼저 써요.</a:t>
            </a:r>
            <a:endParaRPr lang="ko-KR" sz="2800" dirty="0"/>
          </a:p>
        </p:txBody>
      </p:sp>
      <p:sp>
        <p:nvSpPr>
          <p:cNvPr id="9" name="S07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 : 5</a:t>
            </a:r>
            <a:endParaRPr lang="ko-KR" sz="2200" dirty="0"/>
          </a:p>
        </p:txBody>
      </p:sp>
      <p:sp>
        <p:nvSpPr>
          <p:cNvPr id="10" name="S07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기준량이 물이라서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오른쪽에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분수와 소수로</a:t>
            </a:r>
            <a:endParaRPr lang="ko-KR" sz="4000" dirty="0"/>
          </a:p>
        </p:txBody>
      </p:sp>
      <p:sp>
        <p:nvSpPr>
          <p:cNvPr id="3" name="S08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2 : 5의 비율을 구해요.</a:t>
            </a:r>
            <a:endParaRPr lang="ko-KR" sz="2800" dirty="0"/>
          </a:p>
        </p:txBody>
      </p:sp>
      <p:sp>
        <p:nvSpPr>
          <p:cNvPr id="4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 = (비교하는 양) ÷ (기준량)</a:t>
            </a:r>
            <a:endParaRPr lang="ko-KR" sz="2800" dirty="0"/>
          </a:p>
        </p:txBody>
      </p:sp>
      <p:sp>
        <p:nvSpPr>
          <p:cNvPr id="6" name="S08-num69"/>
          <p:cNvSpPr txBox="1"/>
          <p:nvPr/>
        </p:nvSpPr>
        <p:spPr>
          <a:xfrm>
            <a:off x="7565593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7" name="S08-fracbar70"/>
          <p:cNvSpPr/>
          <p:nvPr/>
        </p:nvSpPr>
        <p:spPr>
          <a:xfrm>
            <a:off x="7602169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8-num71"/>
          <p:cNvSpPr txBox="1"/>
          <p:nvPr/>
        </p:nvSpPr>
        <p:spPr>
          <a:xfrm>
            <a:off x="7565593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8-cell72"/>
          <p:cNvSpPr/>
          <p:nvPr/>
        </p:nvSpPr>
        <p:spPr>
          <a:xfrm>
            <a:off x="8401507" y="3154680"/>
            <a:ext cx="6477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73"/>
          <p:cNvSpPr/>
          <p:nvPr/>
        </p:nvSpPr>
        <p:spPr>
          <a:xfrm>
            <a:off x="9049268" y="3154680"/>
            <a:ext cx="6477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74"/>
          <p:cNvSpPr/>
          <p:nvPr/>
        </p:nvSpPr>
        <p:spPr>
          <a:xfrm>
            <a:off x="9697029" y="3154680"/>
            <a:ext cx="6477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75"/>
          <p:cNvSpPr/>
          <p:nvPr/>
        </p:nvSpPr>
        <p:spPr>
          <a:xfrm>
            <a:off x="10344790" y="3154680"/>
            <a:ext cx="6477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76"/>
          <p:cNvSpPr/>
          <p:nvPr/>
        </p:nvSpPr>
        <p:spPr>
          <a:xfrm>
            <a:off x="10992551" y="3154680"/>
            <a:ext cx="6477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figure77" descr="똑같이 5칸으로 나눈 띠, 2칸 색칠"/>
          <p:cNvSpPr/>
          <p:nvPr/>
        </p:nvSpPr>
        <p:spPr>
          <a:xfrm>
            <a:off x="8401507" y="3154680"/>
            <a:ext cx="323880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8-stepno78"/>
          <p:cNvSpPr txBox="1"/>
          <p:nvPr/>
        </p:nvSpPr>
        <p:spPr>
          <a:xfrm>
            <a:off x="548640" y="2282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8-text79"/>
          <p:cNvSpPr txBox="1"/>
          <p:nvPr/>
        </p:nvSpPr>
        <p:spPr>
          <a:xfrm>
            <a:off x="1325880" y="2237232"/>
            <a:ext cx="295537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기준량으로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나눠요.</a:t>
            </a:r>
            <a:endParaRPr lang="ko-KR" sz="2800" dirty="0"/>
          </a:p>
        </p:txBody>
      </p:sp>
      <p:sp>
        <p:nvSpPr>
          <p:cNvPr id="17" name="S08-eqtext80"/>
          <p:cNvSpPr txBox="1"/>
          <p:nvPr/>
        </p:nvSpPr>
        <p:spPr>
          <a:xfrm>
            <a:off x="4281257" y="2237232"/>
            <a:ext cx="2702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÷ 5</a:t>
            </a:r>
            <a:endParaRPr lang="ko-KR" sz="2800" dirty="0"/>
          </a:p>
        </p:txBody>
      </p:sp>
      <p:sp>
        <p:nvSpPr>
          <p:cNvPr id="18" name="S08-stepno81"/>
          <p:cNvSpPr txBox="1"/>
          <p:nvPr/>
        </p:nvSpPr>
        <p:spPr>
          <a:xfrm>
            <a:off x="548640" y="33152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8-text82"/>
          <p:cNvSpPr txBox="1"/>
          <p:nvPr/>
        </p:nvSpPr>
        <p:spPr>
          <a:xfrm>
            <a:off x="1325880" y="3269488"/>
            <a:ext cx="295537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</a:t>
            </a:r>
            <a:endParaRPr lang="ko-KR" sz="2800" dirty="0"/>
          </a:p>
        </p:txBody>
      </p:sp>
      <p:sp>
        <p:nvSpPr>
          <p:cNvPr id="20" name="S08-num83"/>
          <p:cNvSpPr txBox="1"/>
          <p:nvPr/>
        </p:nvSpPr>
        <p:spPr>
          <a:xfrm>
            <a:off x="4281257" y="32694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8-fracbar84"/>
          <p:cNvSpPr/>
          <p:nvPr/>
        </p:nvSpPr>
        <p:spPr>
          <a:xfrm>
            <a:off x="4317833" y="372567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num85"/>
          <p:cNvSpPr txBox="1"/>
          <p:nvPr/>
        </p:nvSpPr>
        <p:spPr>
          <a:xfrm>
            <a:off x="4281257" y="376224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3" name="S08-stepno86"/>
          <p:cNvSpPr txBox="1"/>
          <p:nvPr/>
        </p:nvSpPr>
        <p:spPr>
          <a:xfrm>
            <a:off x="548640" y="43464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08-text87"/>
          <p:cNvSpPr txBox="1"/>
          <p:nvPr/>
        </p:nvSpPr>
        <p:spPr>
          <a:xfrm>
            <a:off x="1325880" y="4346448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</a:t>
            </a:r>
            <a:endParaRPr lang="ko-KR" sz="2800" dirty="0"/>
          </a:p>
        </p:txBody>
      </p:sp>
      <p:sp>
        <p:nvSpPr>
          <p:cNvPr id="25" name="S08-eqtext88"/>
          <p:cNvSpPr txBox="1"/>
          <p:nvPr/>
        </p:nvSpPr>
        <p:spPr>
          <a:xfrm>
            <a:off x="4281257" y="4346448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구해 봐요</a:t>
            </a:r>
            <a:endParaRPr lang="ko-KR" sz="4000" dirty="0"/>
          </a:p>
        </p:txBody>
      </p:sp>
      <p:sp>
        <p:nvSpPr>
          <p:cNvPr id="3" name="S09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분수와 소수로 나타내요.</a:t>
            </a:r>
            <a:endParaRPr lang="ko-KR" sz="2800" dirty="0"/>
          </a:p>
        </p:txBody>
      </p:sp>
      <p:sp>
        <p:nvSpPr>
          <p:cNvPr id="4" name="S09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10이나 100으로 만들거나, 나눗셈을 해요.</a:t>
            </a:r>
            <a:endParaRPr lang="ko-KR" sz="2800" dirty="0"/>
          </a:p>
        </p:txBody>
      </p:sp>
      <p:sp>
        <p:nvSpPr>
          <p:cNvPr id="6" name="S09-chip9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eqtext9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4</a:t>
            </a:r>
            <a:endParaRPr lang="ko-KR" sz="3200" dirty="0"/>
          </a:p>
        </p:txBody>
      </p:sp>
      <p:sp>
        <p:nvSpPr>
          <p:cNvPr id="8" name="S09-chip9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eqtext9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10</a:t>
            </a:r>
            <a:endParaRPr lang="ko-KR" sz="3200" dirty="0"/>
          </a:p>
        </p:txBody>
      </p:sp>
      <p:sp>
        <p:nvSpPr>
          <p:cNvPr id="10" name="S09-chip9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eqtext9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: 20</a:t>
            </a:r>
            <a:endParaRPr lang="ko-KR" sz="3200" dirty="0"/>
          </a:p>
        </p:txBody>
      </p:sp>
      <p:sp>
        <p:nvSpPr>
          <p:cNvPr id="12" name="S09-chip9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eqtext9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비율</a:t>
            </a:r>
            <a:endParaRPr lang="ko-KR" sz="4000" dirty="0"/>
          </a:p>
        </p:txBody>
      </p:sp>
      <p:sp>
        <p:nvSpPr>
          <p:cNvPr id="3" name="S10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기준량인지 먼저 찾아요.</a:t>
            </a:r>
            <a:endParaRPr lang="ko-KR" sz="2800" dirty="0"/>
          </a:p>
        </p:txBody>
      </p:sp>
      <p:sp>
        <p:nvSpPr>
          <p:cNvPr id="5" name="S10-chip10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10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 슛을 20번 던져 13번 넣었어요.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던진 횟수에 대한 넣은 횟수의 비율은?</a:t>
            </a:r>
            <a:endParaRPr lang="ko-KR" sz="2800" dirty="0"/>
          </a:p>
        </p:txBody>
      </p:sp>
      <p:sp>
        <p:nvSpPr>
          <p:cNvPr id="7" name="S10-chip10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105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버스가 2시간 동안 150 km를 갔어요.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걸린 시간에 대한 간 거리의 비율은?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0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0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8에 대한 5의 비를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써요.</a:t>
            </a:r>
            <a:endParaRPr lang="ko-KR" sz="2800" dirty="0"/>
          </a:p>
        </p:txBody>
      </p:sp>
      <p:sp>
        <p:nvSpPr>
          <p:cNvPr id="5" name="S11-chip10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0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25의 비율을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분수와 소수로</a:t>
            </a:r>
            <a:endParaRPr lang="ko-KR" sz="2800" dirty="0"/>
          </a:p>
        </p:txBody>
      </p:sp>
      <p:sp>
        <p:nvSpPr>
          <p:cNvPr id="7" name="S11-chip11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1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10에 대한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소수로</a:t>
            </a:r>
            <a:endParaRPr lang="ko-KR" sz="2800" dirty="0"/>
          </a:p>
        </p:txBody>
      </p:sp>
      <p:sp>
        <p:nvSpPr>
          <p:cNvPr id="9" name="S11-chip11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1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 8조각 중 6조각을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먹었어요. 먹은 양의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기약분수로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비율이 가장 큰 비는?</a:t>
            </a:r>
            <a:endParaRPr lang="ko-KR" sz="4000" dirty="0"/>
          </a:p>
        </p:txBody>
      </p:sp>
      <p:sp>
        <p:nvSpPr>
          <p:cNvPr id="3" name="S13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소수로 바꾸어 비교하고 까닭을 말해요.</a:t>
            </a:r>
            <a:endParaRPr lang="ko-KR" sz="2800" dirty="0"/>
          </a:p>
        </p:txBody>
      </p:sp>
      <p:sp>
        <p:nvSpPr>
          <p:cNvPr id="5" name="S13-chip11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117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118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</a:t>
            </a:r>
            <a:endParaRPr lang="ko-KR" sz="2800" dirty="0"/>
          </a:p>
        </p:txBody>
      </p:sp>
      <p:sp>
        <p:nvSpPr>
          <p:cNvPr id="8" name="S13-chip11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120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21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10</a:t>
            </a:r>
            <a:endParaRPr lang="ko-KR" sz="2800" dirty="0"/>
          </a:p>
        </p:txBody>
      </p:sp>
      <p:sp>
        <p:nvSpPr>
          <p:cNvPr id="11" name="S13-chip12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123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24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: 20</a:t>
            </a:r>
            <a:endParaRPr lang="ko-KR" sz="2800" dirty="0"/>
          </a:p>
        </p:txBody>
      </p:sp>
      <p:sp>
        <p:nvSpPr>
          <p:cNvPr id="14" name="S13-chip12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126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127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: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5에서 기준량은 5, 비율은 3 ÷ 5 = 5분의 3 = 0.6이에요.</a:t>
            </a:r>
            <a:endParaRPr lang="ko-KR" sz="2800" dirty="0"/>
          </a:p>
        </p:txBody>
      </p:sp>
      <p:sp>
        <p:nvSpPr>
          <p:cNvPr id="5" name="S14-chip13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기준량을 먼저 찾기</a:t>
            </a:r>
            <a:endParaRPr lang="ko-KR" sz="2200" dirty="0"/>
          </a:p>
        </p:txBody>
      </p:sp>
      <p:sp>
        <p:nvSpPr>
          <p:cNvPr id="6" name="S14-chip13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 : 5와 5 : 3을 같다고 하기</a:t>
            </a:r>
            <a:endParaRPr lang="ko-KR" sz="2200" dirty="0"/>
          </a:p>
        </p:txBody>
      </p:sp>
      <p:sp>
        <p:nvSpPr>
          <p:cNvPr id="7" name="S14-text13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3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7에 대한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비</a:t>
            </a:r>
            <a:endParaRPr lang="ko-KR" sz="2200" dirty="0"/>
          </a:p>
        </p:txBody>
      </p:sp>
      <p:sp>
        <p:nvSpPr>
          <p:cNvPr id="9" name="S14-text13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: 4의 비율을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분수와 소수로</a:t>
            </a:r>
            <a:endParaRPr lang="ko-KR" sz="2200" dirty="0"/>
          </a:p>
        </p:txBody>
      </p:sp>
      <p:sp>
        <p:nvSpPr>
          <p:cNvPr id="10" name="S14-text13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20에 대한 9의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소수로</a:t>
            </a:r>
            <a:endParaRPr lang="ko-KR" sz="2200" dirty="0"/>
          </a:p>
        </p:txBody>
      </p:sp>
      <p:sp>
        <p:nvSpPr>
          <p:cNvPr id="11" name="S14-text13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백분율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약분하고 소수로 바꾸기</a:t>
            </a:r>
            <a:endParaRPr lang="ko-KR" sz="4000" dirty="0"/>
          </a:p>
        </p:txBody>
      </p:sp>
      <p:sp>
        <p:nvSpPr>
          <p:cNvPr id="3" name="S15-card137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38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2로 나눠요.</a:t>
            </a:r>
            <a:endParaRPr lang="ko-KR" sz="2800" dirty="0"/>
          </a:p>
        </p:txBody>
      </p:sp>
      <p:sp>
        <p:nvSpPr>
          <p:cNvPr id="5" name="S15-card139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140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100으로 만들면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 바꾸기 쉬워요.</a:t>
            </a:r>
            <a:endParaRPr lang="ko-KR" sz="2800" dirty="0"/>
          </a:p>
        </p:txBody>
      </p:sp>
      <p:sp>
        <p:nvSpPr>
          <p:cNvPr id="7" name="S15-num141"/>
          <p:cNvSpPr txBox="1"/>
          <p:nvPr/>
        </p:nvSpPr>
        <p:spPr>
          <a:xfrm>
            <a:off x="3110484" y="226110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8" name="S15-fracbar142"/>
          <p:cNvSpPr/>
          <p:nvPr/>
        </p:nvSpPr>
        <p:spPr>
          <a:xfrm>
            <a:off x="3147060" y="289712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5-num143"/>
          <p:cNvSpPr txBox="1"/>
          <p:nvPr/>
        </p:nvSpPr>
        <p:spPr>
          <a:xfrm>
            <a:off x="3110484" y="293370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10" name="S15-op144"/>
          <p:cNvSpPr txBox="1"/>
          <p:nvPr/>
        </p:nvSpPr>
        <p:spPr>
          <a:xfrm>
            <a:off x="3863340" y="2261108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1" name="S15-num145"/>
          <p:cNvSpPr txBox="1"/>
          <p:nvPr/>
        </p:nvSpPr>
        <p:spPr>
          <a:xfrm>
            <a:off x="4442460" y="2261108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12" name="S15-fracbar146"/>
          <p:cNvSpPr/>
          <p:nvPr/>
        </p:nvSpPr>
        <p:spPr>
          <a:xfrm>
            <a:off x="4479036" y="2897124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15-num147"/>
          <p:cNvSpPr txBox="1"/>
          <p:nvPr/>
        </p:nvSpPr>
        <p:spPr>
          <a:xfrm>
            <a:off x="4442460" y="293370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4" name="S15-op148"/>
          <p:cNvSpPr txBox="1"/>
          <p:nvPr/>
        </p:nvSpPr>
        <p:spPr>
          <a:xfrm>
            <a:off x="5195316" y="2261108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5" name="S15-num149"/>
          <p:cNvSpPr txBox="1"/>
          <p:nvPr/>
        </p:nvSpPr>
        <p:spPr>
          <a:xfrm>
            <a:off x="5774436" y="2261108"/>
            <a:ext cx="104851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4000" dirty="0"/>
          </a:p>
        </p:txBody>
      </p:sp>
      <p:sp>
        <p:nvSpPr>
          <p:cNvPr id="16" name="S15-fracbar150"/>
          <p:cNvSpPr/>
          <p:nvPr/>
        </p:nvSpPr>
        <p:spPr>
          <a:xfrm>
            <a:off x="5811012" y="2897124"/>
            <a:ext cx="97536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7" name="S15-num151"/>
          <p:cNvSpPr txBox="1"/>
          <p:nvPr/>
        </p:nvSpPr>
        <p:spPr>
          <a:xfrm>
            <a:off x="5774436" y="2933700"/>
            <a:ext cx="104851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4000" dirty="0"/>
          </a:p>
        </p:txBody>
      </p:sp>
      <p:sp>
        <p:nvSpPr>
          <p:cNvPr id="18" name="S15-op152"/>
          <p:cNvSpPr txBox="1"/>
          <p:nvPr/>
        </p:nvSpPr>
        <p:spPr>
          <a:xfrm>
            <a:off x="6932676" y="2261108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9" name="S15-op153"/>
          <p:cNvSpPr txBox="1"/>
          <p:nvPr/>
        </p:nvSpPr>
        <p:spPr>
          <a:xfrm>
            <a:off x="7511796" y="2261108"/>
            <a:ext cx="156667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비와 비율</dc:title>
  <dc:subject>KR22-G06-MAT-RATIO-L01</dc:subject>
  <dc:creator>education-ppt</dc:creator>
  <cp:lastModifiedBy>education-ppt</cp:lastModifiedBy>
  <cp:revision>1</cp:revision>
  <dcterms:created xsi:type="dcterms:W3CDTF">2026-10-26T09:05:39Z</dcterms:created>
  <dcterms:modified xsi:type="dcterms:W3CDTF">2026-10-26T09:05:39Z</dcterms:modified>
</cp:coreProperties>
</file>