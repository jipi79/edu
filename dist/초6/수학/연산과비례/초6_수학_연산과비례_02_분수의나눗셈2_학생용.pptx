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c8affb5-2ec6-3c84-59b2-03904c3574e5}">
          <p14:sldIdLst>
            <p14:sldId id="256"/>
            <p14:sldId id="257"/>
          </p14:sldIdLst>
        </p14:section>
        <p14:section name="개념" id="{beca8c01-7631-2569-1684-67bcf922584e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e16ab33a-c45f-0980-5f0a-25eabecfa595}">
          <p14:sldIdLst>
            <p14:sldId id="260"/>
            <p14:sldId id="264"/>
            <p14:sldId id="265"/>
          </p14:sldIdLst>
        </p14:section>
        <p14:section name="개념" id="{3e18e889-594b-7561-931d-a52aacd6f984}">
          <p14:sldIdLst/>
        </p14:section>
        <p14:section name="연습" id="{a53578b1-8279-3ad1-89b8-7742d042365c}">
          <p14:sldIdLst/>
        </p14:section>
        <p14:section name="확인" id="{00e57a40-1f98-b626-0567-e66afaad0160}">
          <p14:sldIdLst>
            <p14:sldId id="266"/>
            <p14:sldId id="267"/>
          </p14:sldIdLst>
        </p14:section>
        <p14:section name="정리" id="{d738c586-d119-6067-02bb-55100e574711}">
          <p14:sldIdLst>
            <p14:sldId id="268"/>
          </p14:sldIdLst>
        </p14:section>
        <p14:section name="보충" id="{ae4397bb-8448-88a6-f855-1f19a804d85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분수의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분수의 나눗셈 2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4분의 3 L를 8분의 1 L씩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따르면 몇 컵이 될까?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023352" y="1586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" name="S01-fracbar2"/>
          <p:cNvSpPr/>
          <p:nvPr/>
        </p:nvSpPr>
        <p:spPr>
          <a:xfrm>
            <a:off x="8059928" y="2103120"/>
            <a:ext cx="463296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023352" y="2139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7" name="S01-op4"/>
          <p:cNvSpPr txBox="1"/>
          <p:nvPr/>
        </p:nvSpPr>
        <p:spPr>
          <a:xfrm>
            <a:off x="8669528" y="15869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8" name="S01-num5"/>
          <p:cNvSpPr txBox="1"/>
          <p:nvPr/>
        </p:nvSpPr>
        <p:spPr>
          <a:xfrm>
            <a:off x="9433560" y="1586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1-fracbar6"/>
          <p:cNvSpPr/>
          <p:nvPr/>
        </p:nvSpPr>
        <p:spPr>
          <a:xfrm>
            <a:off x="9470136" y="2103120"/>
            <a:ext cx="463296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433560" y="2139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1" name="S01-op8"/>
          <p:cNvSpPr txBox="1"/>
          <p:nvPr/>
        </p:nvSpPr>
        <p:spPr>
          <a:xfrm>
            <a:off x="10079736" y="15869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1-blank9"/>
          <p:cNvSpPr/>
          <p:nvPr/>
        </p:nvSpPr>
        <p:spPr>
          <a:xfrm>
            <a:off x="10765902" y="1925686"/>
            <a:ext cx="354868" cy="354868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(분수) ÷ (분수)를 띠 그림과 통분으로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나누는 분수를 뒤집어 곱하는 까닭을 말하고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28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4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5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6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2-op17"/>
          <p:cNvSpPr txBox="1"/>
          <p:nvPr/>
        </p:nvSpPr>
        <p:spPr>
          <a:xfrm>
            <a:off x="1990344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2-op18"/>
          <p:cNvSpPr txBox="1"/>
          <p:nvPr/>
        </p:nvSpPr>
        <p:spPr>
          <a:xfrm>
            <a:off x="2754376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2-op19"/>
          <p:cNvSpPr txBox="1"/>
          <p:nvPr/>
        </p:nvSpPr>
        <p:spPr>
          <a:xfrm>
            <a:off x="3388360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20"/>
          <p:cNvSpPr/>
          <p:nvPr/>
        </p:nvSpPr>
        <p:spPr>
          <a:xfrm>
            <a:off x="4015598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21"/>
          <p:cNvSpPr/>
          <p:nvPr/>
        </p:nvSpPr>
        <p:spPr>
          <a:xfrm>
            <a:off x="396138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blank22"/>
          <p:cNvSpPr/>
          <p:nvPr/>
        </p:nvSpPr>
        <p:spPr>
          <a:xfrm>
            <a:off x="4015598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chip2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2-op24"/>
          <p:cNvSpPr txBox="1"/>
          <p:nvPr/>
        </p:nvSpPr>
        <p:spPr>
          <a:xfrm>
            <a:off x="1344168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6" name="S02-op25"/>
          <p:cNvSpPr txBox="1"/>
          <p:nvPr/>
        </p:nvSpPr>
        <p:spPr>
          <a:xfrm>
            <a:off x="1978152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7" name="S02-op26"/>
          <p:cNvSpPr txBox="1"/>
          <p:nvPr/>
        </p:nvSpPr>
        <p:spPr>
          <a:xfrm>
            <a:off x="2742184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8" name="S02-op27"/>
          <p:cNvSpPr txBox="1"/>
          <p:nvPr/>
        </p:nvSpPr>
        <p:spPr>
          <a:xfrm>
            <a:off x="3376168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2-blank28"/>
          <p:cNvSpPr/>
          <p:nvPr/>
        </p:nvSpPr>
        <p:spPr>
          <a:xfrm>
            <a:off x="3912616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2-blank29"/>
          <p:cNvSpPr/>
          <p:nvPr/>
        </p:nvSpPr>
        <p:spPr>
          <a:xfrm>
            <a:off x="443142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2-fracbar30"/>
          <p:cNvSpPr/>
          <p:nvPr/>
        </p:nvSpPr>
        <p:spPr>
          <a:xfrm>
            <a:off x="4377212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2-blank31"/>
          <p:cNvSpPr/>
          <p:nvPr/>
        </p:nvSpPr>
        <p:spPr>
          <a:xfrm>
            <a:off x="4431426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2-chip3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2-num33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5" name="S02-fracbar34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num35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7" name="S02-op36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02-blank37"/>
          <p:cNvSpPr/>
          <p:nvPr/>
        </p:nvSpPr>
        <p:spPr>
          <a:xfrm>
            <a:off x="2667366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2-fracbar38"/>
          <p:cNvSpPr/>
          <p:nvPr/>
        </p:nvSpPr>
        <p:spPr>
          <a:xfrm>
            <a:off x="2563368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2-num39"/>
          <p:cNvSpPr txBox="1"/>
          <p:nvPr/>
        </p:nvSpPr>
        <p:spPr>
          <a:xfrm>
            <a:off x="2526792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31" name="S02-op40"/>
          <p:cNvSpPr txBox="1"/>
          <p:nvPr/>
        </p:nvSpPr>
        <p:spPr>
          <a:xfrm>
            <a:off x="3272536" y="506171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32" name="S02-num41"/>
          <p:cNvSpPr txBox="1"/>
          <p:nvPr/>
        </p:nvSpPr>
        <p:spPr>
          <a:xfrm>
            <a:off x="3882136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3" name="S02-fracbar42"/>
          <p:cNvSpPr/>
          <p:nvPr/>
        </p:nvSpPr>
        <p:spPr>
          <a:xfrm>
            <a:off x="391871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2-num43"/>
          <p:cNvSpPr txBox="1"/>
          <p:nvPr/>
        </p:nvSpPr>
        <p:spPr>
          <a:xfrm>
            <a:off x="388213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5" name="S02-op44"/>
          <p:cNvSpPr txBox="1"/>
          <p:nvPr/>
        </p:nvSpPr>
        <p:spPr>
          <a:xfrm>
            <a:off x="45283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6" name="S02-blank45"/>
          <p:cNvSpPr/>
          <p:nvPr/>
        </p:nvSpPr>
        <p:spPr>
          <a:xfrm>
            <a:off x="5205334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7" name="S02-fracbar46"/>
          <p:cNvSpPr/>
          <p:nvPr/>
        </p:nvSpPr>
        <p:spPr>
          <a:xfrm>
            <a:off x="5101336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2-num47"/>
          <p:cNvSpPr txBox="1"/>
          <p:nvPr/>
        </p:nvSpPr>
        <p:spPr>
          <a:xfrm>
            <a:off x="5064760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6 안에 7분의 2는?</a:t>
            </a:r>
            <a:endParaRPr lang="ko-KR" sz="4000" dirty="0"/>
          </a:p>
        </p:txBody>
      </p:sp>
      <p:sp>
        <p:nvSpPr>
          <p:cNvPr id="3" name="S03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분자끼리 나눠요.</a:t>
            </a:r>
            <a:endParaRPr lang="ko-KR" sz="2800" dirty="0"/>
          </a:p>
        </p:txBody>
      </p:sp>
      <p:sp>
        <p:nvSpPr>
          <p:cNvPr id="5" name="S03-num50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3-fracbar51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num52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3-op53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3-num54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3-fracbar55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3-num56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3-op57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3-op58"/>
          <p:cNvSpPr txBox="1"/>
          <p:nvPr/>
        </p:nvSpPr>
        <p:spPr>
          <a:xfrm>
            <a:off x="3141472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4" name="S03-op59"/>
          <p:cNvSpPr txBox="1"/>
          <p:nvPr/>
        </p:nvSpPr>
        <p:spPr>
          <a:xfrm>
            <a:off x="377545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5" name="S03-op60"/>
          <p:cNvSpPr txBox="1"/>
          <p:nvPr/>
        </p:nvSpPr>
        <p:spPr>
          <a:xfrm>
            <a:off x="453948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03-op61"/>
          <p:cNvSpPr txBox="1"/>
          <p:nvPr/>
        </p:nvSpPr>
        <p:spPr>
          <a:xfrm>
            <a:off x="517347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3-op62"/>
          <p:cNvSpPr txBox="1"/>
          <p:nvPr/>
        </p:nvSpPr>
        <p:spPr>
          <a:xfrm>
            <a:off x="570992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3-figure63" descr="7칸으로 나눈 띠에서 색칠한 6칸(7분의 6)을 2칸(7분의 2)씩 묶으면 3묶음"/>
          <p:cNvSpPr/>
          <p:nvPr/>
        </p:nvSpPr>
        <p:spPr>
          <a:xfrm>
            <a:off x="5937265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64"/>
          <p:cNvSpPr/>
          <p:nvPr/>
        </p:nvSpPr>
        <p:spPr>
          <a:xfrm>
            <a:off x="6723957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mark65"/>
          <p:cNvSpPr/>
          <p:nvPr/>
        </p:nvSpPr>
        <p:spPr>
          <a:xfrm>
            <a:off x="7510649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mark66"/>
          <p:cNvSpPr/>
          <p:nvPr/>
        </p:nvSpPr>
        <p:spPr>
          <a:xfrm>
            <a:off x="8297340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mark67"/>
          <p:cNvSpPr/>
          <p:nvPr/>
        </p:nvSpPr>
        <p:spPr>
          <a:xfrm>
            <a:off x="9084032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mark68"/>
          <p:cNvSpPr/>
          <p:nvPr/>
        </p:nvSpPr>
        <p:spPr>
          <a:xfrm>
            <a:off x="9870724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mark69"/>
          <p:cNvSpPr/>
          <p:nvPr/>
        </p:nvSpPr>
        <p:spPr>
          <a:xfrm>
            <a:off x="10657416" y="3189033"/>
            <a:ext cx="786692" cy="674307"/>
          </a:xfrm>
          <a:custGeom>
            <a:avLst/>
            <a:gdLst/>
            <a:ahLst/>
            <a:cxnLst/>
            <a:rect l="l" t="t" r="r" b="b"/>
            <a:pathLst>
              <a:path w="786692" h="674307">
                <a:moveTo>
                  <a:pt x="0" y="674307"/>
                </a:moveTo>
                <a:lnTo>
                  <a:pt x="786692" y="674307"/>
                </a:lnTo>
                <a:lnTo>
                  <a:pt x="786692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3-mark70"/>
          <p:cNvSpPr/>
          <p:nvPr/>
        </p:nvSpPr>
        <p:spPr>
          <a:xfrm>
            <a:off x="5937265" y="3189033"/>
            <a:ext cx="5506843" cy="674307"/>
          </a:xfrm>
          <a:custGeom>
            <a:avLst/>
            <a:gdLst/>
            <a:ahLst/>
            <a:cxnLst/>
            <a:rect l="l" t="t" r="r" b="b"/>
            <a:pathLst>
              <a:path w="5506843" h="674307">
                <a:moveTo>
                  <a:pt x="0" y="674307"/>
                </a:moveTo>
                <a:lnTo>
                  <a:pt x="5506843" y="674307"/>
                </a:lnTo>
                <a:lnTo>
                  <a:pt x="5506843" y="0"/>
                </a:lnTo>
                <a:lnTo>
                  <a:pt x="0" y="0"/>
                </a:lnTo>
                <a:close/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6" name="S03-mark71"/>
          <p:cNvSpPr/>
          <p:nvPr/>
        </p:nvSpPr>
        <p:spPr>
          <a:xfrm>
            <a:off x="5993457" y="4060013"/>
            <a:ext cx="1460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7" name="S03-mark72"/>
          <p:cNvSpPr/>
          <p:nvPr/>
        </p:nvSpPr>
        <p:spPr>
          <a:xfrm flipV="1">
            <a:off x="5993457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8" name="S03-mark73"/>
          <p:cNvSpPr/>
          <p:nvPr/>
        </p:nvSpPr>
        <p:spPr>
          <a:xfrm flipV="1">
            <a:off x="7454456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03-mark74"/>
          <p:cNvSpPr/>
          <p:nvPr/>
        </p:nvSpPr>
        <p:spPr>
          <a:xfrm>
            <a:off x="7566841" y="4060013"/>
            <a:ext cx="1460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0" name="S03-mark75"/>
          <p:cNvSpPr/>
          <p:nvPr/>
        </p:nvSpPr>
        <p:spPr>
          <a:xfrm flipV="1">
            <a:off x="7566841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1" name="S03-mark76"/>
          <p:cNvSpPr/>
          <p:nvPr/>
        </p:nvSpPr>
        <p:spPr>
          <a:xfrm flipV="1">
            <a:off x="9027840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2" name="S03-mark77"/>
          <p:cNvSpPr/>
          <p:nvPr/>
        </p:nvSpPr>
        <p:spPr>
          <a:xfrm>
            <a:off x="9140224" y="4060013"/>
            <a:ext cx="1460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3" name="S03-mark78"/>
          <p:cNvSpPr/>
          <p:nvPr/>
        </p:nvSpPr>
        <p:spPr>
          <a:xfrm flipV="1">
            <a:off x="9140224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4" name="S03-mark79"/>
          <p:cNvSpPr/>
          <p:nvPr/>
        </p:nvSpPr>
        <p:spPr>
          <a:xfrm flipV="1">
            <a:off x="10601223" y="3930771"/>
            <a:ext cx="0" cy="129242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5" name="S03-label81"/>
          <p:cNvSpPr txBox="1"/>
          <p:nvPr/>
        </p:nvSpPr>
        <p:spPr>
          <a:xfrm>
            <a:off x="6439985" y="4222542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</a:t>
            </a:r>
            <a:endParaRPr lang="ko-KR" sz="2200" dirty="0"/>
          </a:p>
        </p:txBody>
      </p:sp>
      <p:sp>
        <p:nvSpPr>
          <p:cNvPr id="36" name="S03-label83"/>
          <p:cNvSpPr txBox="1"/>
          <p:nvPr/>
        </p:nvSpPr>
        <p:spPr>
          <a:xfrm>
            <a:off x="8013368" y="4222542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</a:t>
            </a:r>
            <a:endParaRPr lang="ko-KR" sz="2200" dirty="0"/>
          </a:p>
        </p:txBody>
      </p:sp>
      <p:sp>
        <p:nvSpPr>
          <p:cNvPr id="37" name="S03-label85"/>
          <p:cNvSpPr txBox="1"/>
          <p:nvPr/>
        </p:nvSpPr>
        <p:spPr>
          <a:xfrm>
            <a:off x="9586752" y="4222542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</a:t>
            </a:r>
            <a:endParaRPr lang="ko-KR" sz="2200" dirty="0"/>
          </a:p>
        </p:txBody>
      </p:sp>
      <p:sp>
        <p:nvSpPr>
          <p:cNvPr id="38" name="S03-stepno86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9" name="S03-text87"/>
          <p:cNvSpPr txBox="1"/>
          <p:nvPr/>
        </p:nvSpPr>
        <p:spPr>
          <a:xfrm>
            <a:off x="1325880" y="2676144"/>
            <a:ext cx="40494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6은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1이 6개</a:t>
            </a:r>
            <a:endParaRPr lang="ko-KR" sz="2200" dirty="0"/>
          </a:p>
        </p:txBody>
      </p:sp>
      <p:sp>
        <p:nvSpPr>
          <p:cNvPr id="40" name="S03-stepno88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1" name="S03-text89"/>
          <p:cNvSpPr txBox="1"/>
          <p:nvPr/>
        </p:nvSpPr>
        <p:spPr>
          <a:xfrm>
            <a:off x="1325880" y="3522472"/>
            <a:ext cx="40494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2는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1이 2개</a:t>
            </a:r>
            <a:endParaRPr lang="ko-KR" sz="2200" dirty="0"/>
          </a:p>
        </p:txBody>
      </p:sp>
      <p:sp>
        <p:nvSpPr>
          <p:cNvPr id="42" name="S03-stepno90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3" name="S03-text91"/>
          <p:cNvSpPr txBox="1"/>
          <p:nvPr/>
        </p:nvSpPr>
        <p:spPr>
          <a:xfrm>
            <a:off x="1325880" y="4368800"/>
            <a:ext cx="40494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6개를 2개씩 묶으면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다르면 통분해요</a:t>
            </a:r>
            <a:endParaRPr lang="ko-KR" sz="4000" dirty="0"/>
          </a:p>
        </p:txBody>
      </p:sp>
      <p:sp>
        <p:nvSpPr>
          <p:cNvPr id="3" name="S04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통분한 뒤 분자끼리 나누고, 몫을 분수로 나타내요.</a:t>
            </a:r>
            <a:endParaRPr lang="ko-KR" sz="2800" dirty="0"/>
          </a:p>
        </p:txBody>
      </p:sp>
      <p:sp>
        <p:nvSpPr>
          <p:cNvPr id="5" name="S04-num94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4-fracbar95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num96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04-op97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4-num98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4-fracbar99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4-num100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04-op101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4-num102"/>
          <p:cNvSpPr txBox="1"/>
          <p:nvPr/>
        </p:nvSpPr>
        <p:spPr>
          <a:xfrm>
            <a:off x="3141472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4" name="S04-fracbar103"/>
          <p:cNvSpPr/>
          <p:nvPr/>
        </p:nvSpPr>
        <p:spPr>
          <a:xfrm>
            <a:off x="3178048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4-num104"/>
          <p:cNvSpPr txBox="1"/>
          <p:nvPr/>
        </p:nvSpPr>
        <p:spPr>
          <a:xfrm>
            <a:off x="3141472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6" name="S04-op105"/>
          <p:cNvSpPr txBox="1"/>
          <p:nvPr/>
        </p:nvSpPr>
        <p:spPr>
          <a:xfrm>
            <a:off x="38872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7" name="S04-num106"/>
          <p:cNvSpPr txBox="1"/>
          <p:nvPr/>
        </p:nvSpPr>
        <p:spPr>
          <a:xfrm>
            <a:off x="4651248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8" name="S04-fracbar107"/>
          <p:cNvSpPr/>
          <p:nvPr/>
        </p:nvSpPr>
        <p:spPr>
          <a:xfrm>
            <a:off x="4687824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4-num108"/>
          <p:cNvSpPr txBox="1"/>
          <p:nvPr/>
        </p:nvSpPr>
        <p:spPr>
          <a:xfrm>
            <a:off x="4651248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0" name="S04-op109"/>
          <p:cNvSpPr txBox="1"/>
          <p:nvPr/>
        </p:nvSpPr>
        <p:spPr>
          <a:xfrm>
            <a:off x="539699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4-op110"/>
          <p:cNvSpPr txBox="1"/>
          <p:nvPr/>
        </p:nvSpPr>
        <p:spPr>
          <a:xfrm>
            <a:off x="593344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2" name="S04-op111"/>
          <p:cNvSpPr txBox="1"/>
          <p:nvPr/>
        </p:nvSpPr>
        <p:spPr>
          <a:xfrm>
            <a:off x="656742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3" name="S04-op112"/>
          <p:cNvSpPr txBox="1"/>
          <p:nvPr/>
        </p:nvSpPr>
        <p:spPr>
          <a:xfrm>
            <a:off x="7331456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4" name="S04-op113"/>
          <p:cNvSpPr txBox="1"/>
          <p:nvPr/>
        </p:nvSpPr>
        <p:spPr>
          <a:xfrm>
            <a:off x="796544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04-num114"/>
          <p:cNvSpPr txBox="1"/>
          <p:nvPr/>
        </p:nvSpPr>
        <p:spPr>
          <a:xfrm>
            <a:off x="850188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6" name="S04-fracbar115"/>
          <p:cNvSpPr/>
          <p:nvPr/>
        </p:nvSpPr>
        <p:spPr>
          <a:xfrm>
            <a:off x="853846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num116"/>
          <p:cNvSpPr txBox="1"/>
          <p:nvPr/>
        </p:nvSpPr>
        <p:spPr>
          <a:xfrm>
            <a:off x="850188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8" name="S04-num117"/>
          <p:cNvSpPr txBox="1"/>
          <p:nvPr/>
        </p:nvSpPr>
        <p:spPr>
          <a:xfrm>
            <a:off x="6446012" y="28676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9" name="S04-fracbar118"/>
          <p:cNvSpPr/>
          <p:nvPr/>
        </p:nvSpPr>
        <p:spPr>
          <a:xfrm>
            <a:off x="6482588" y="332384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num119"/>
          <p:cNvSpPr txBox="1"/>
          <p:nvPr/>
        </p:nvSpPr>
        <p:spPr>
          <a:xfrm>
            <a:off x="6446012" y="33604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4-cell120"/>
          <p:cNvSpPr/>
          <p:nvPr/>
        </p:nvSpPr>
        <p:spPr>
          <a:xfrm>
            <a:off x="7328916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4-cell121"/>
          <p:cNvSpPr/>
          <p:nvPr/>
        </p:nvSpPr>
        <p:spPr>
          <a:xfrm>
            <a:off x="7688199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cell122"/>
          <p:cNvSpPr/>
          <p:nvPr/>
        </p:nvSpPr>
        <p:spPr>
          <a:xfrm>
            <a:off x="8047482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4-cell123"/>
          <p:cNvSpPr/>
          <p:nvPr/>
        </p:nvSpPr>
        <p:spPr>
          <a:xfrm>
            <a:off x="8406765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cell124"/>
          <p:cNvSpPr/>
          <p:nvPr/>
        </p:nvSpPr>
        <p:spPr>
          <a:xfrm>
            <a:off x="8766048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cell125"/>
          <p:cNvSpPr/>
          <p:nvPr/>
        </p:nvSpPr>
        <p:spPr>
          <a:xfrm>
            <a:off x="9125331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cell126"/>
          <p:cNvSpPr/>
          <p:nvPr/>
        </p:nvSpPr>
        <p:spPr>
          <a:xfrm>
            <a:off x="9484614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4-cell127"/>
          <p:cNvSpPr/>
          <p:nvPr/>
        </p:nvSpPr>
        <p:spPr>
          <a:xfrm>
            <a:off x="9843897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4-cell128"/>
          <p:cNvSpPr/>
          <p:nvPr/>
        </p:nvSpPr>
        <p:spPr>
          <a:xfrm>
            <a:off x="10203180" y="2912364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cell129"/>
          <p:cNvSpPr/>
          <p:nvPr/>
        </p:nvSpPr>
        <p:spPr>
          <a:xfrm>
            <a:off x="10562463" y="2912364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cell130"/>
          <p:cNvSpPr/>
          <p:nvPr/>
        </p:nvSpPr>
        <p:spPr>
          <a:xfrm>
            <a:off x="10921746" y="2912364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cell131"/>
          <p:cNvSpPr/>
          <p:nvPr/>
        </p:nvSpPr>
        <p:spPr>
          <a:xfrm>
            <a:off x="11281029" y="2912364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figure132" descr="똑같이 12칸으로 나눈 띠, 9칸 색칠"/>
          <p:cNvSpPr/>
          <p:nvPr/>
        </p:nvSpPr>
        <p:spPr>
          <a:xfrm>
            <a:off x="7328916" y="2912364"/>
            <a:ext cx="431139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4-num133"/>
          <p:cNvSpPr txBox="1"/>
          <p:nvPr/>
        </p:nvSpPr>
        <p:spPr>
          <a:xfrm>
            <a:off x="6446012" y="394665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5" name="S04-fracbar134"/>
          <p:cNvSpPr/>
          <p:nvPr/>
        </p:nvSpPr>
        <p:spPr>
          <a:xfrm>
            <a:off x="6482588" y="440283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4-num135"/>
          <p:cNvSpPr txBox="1"/>
          <p:nvPr/>
        </p:nvSpPr>
        <p:spPr>
          <a:xfrm>
            <a:off x="6446012" y="443941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47" name="S04-cell136"/>
          <p:cNvSpPr/>
          <p:nvPr/>
        </p:nvSpPr>
        <p:spPr>
          <a:xfrm>
            <a:off x="7328916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4-cell137"/>
          <p:cNvSpPr/>
          <p:nvPr/>
        </p:nvSpPr>
        <p:spPr>
          <a:xfrm>
            <a:off x="7688199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4-cell138"/>
          <p:cNvSpPr/>
          <p:nvPr/>
        </p:nvSpPr>
        <p:spPr>
          <a:xfrm>
            <a:off x="8047482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4-cell139"/>
          <p:cNvSpPr/>
          <p:nvPr/>
        </p:nvSpPr>
        <p:spPr>
          <a:xfrm>
            <a:off x="8406765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4-cell140"/>
          <p:cNvSpPr/>
          <p:nvPr/>
        </p:nvSpPr>
        <p:spPr>
          <a:xfrm>
            <a:off x="8766048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4-cell141"/>
          <p:cNvSpPr/>
          <p:nvPr/>
        </p:nvSpPr>
        <p:spPr>
          <a:xfrm>
            <a:off x="9125331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4-cell142"/>
          <p:cNvSpPr/>
          <p:nvPr/>
        </p:nvSpPr>
        <p:spPr>
          <a:xfrm>
            <a:off x="9484614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4-cell143"/>
          <p:cNvSpPr/>
          <p:nvPr/>
        </p:nvSpPr>
        <p:spPr>
          <a:xfrm>
            <a:off x="9843897" y="3991356"/>
            <a:ext cx="3592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cell144"/>
          <p:cNvSpPr/>
          <p:nvPr/>
        </p:nvSpPr>
        <p:spPr>
          <a:xfrm>
            <a:off x="10203180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cell145"/>
          <p:cNvSpPr/>
          <p:nvPr/>
        </p:nvSpPr>
        <p:spPr>
          <a:xfrm>
            <a:off x="10562463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cell146"/>
          <p:cNvSpPr/>
          <p:nvPr/>
        </p:nvSpPr>
        <p:spPr>
          <a:xfrm>
            <a:off x="10921746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4-cell147"/>
          <p:cNvSpPr/>
          <p:nvPr/>
        </p:nvSpPr>
        <p:spPr>
          <a:xfrm>
            <a:off x="11281029" y="3991356"/>
            <a:ext cx="3592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4-figure148" descr="똑같이 12칸으로 나눈 띠, 8칸 색칠"/>
          <p:cNvSpPr/>
          <p:nvPr/>
        </p:nvSpPr>
        <p:spPr>
          <a:xfrm>
            <a:off x="7328916" y="3991356"/>
            <a:ext cx="431139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0" name="S04-stepno149"/>
          <p:cNvSpPr txBox="1"/>
          <p:nvPr/>
        </p:nvSpPr>
        <p:spPr>
          <a:xfrm>
            <a:off x="548640" y="27426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1" name="S04-text150"/>
          <p:cNvSpPr txBox="1"/>
          <p:nvPr/>
        </p:nvSpPr>
        <p:spPr>
          <a:xfrm>
            <a:off x="1325880" y="2742692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12로 같게 해요.</a:t>
            </a:r>
            <a:endParaRPr lang="ko-KR" sz="2200" dirty="0"/>
          </a:p>
        </p:txBody>
      </p:sp>
      <p:sp>
        <p:nvSpPr>
          <p:cNvPr id="62" name="S04-stepno151"/>
          <p:cNvSpPr txBox="1"/>
          <p:nvPr/>
        </p:nvSpPr>
        <p:spPr>
          <a:xfrm>
            <a:off x="548640" y="35016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3" name="S04-text152"/>
          <p:cNvSpPr txBox="1"/>
          <p:nvPr/>
        </p:nvSpPr>
        <p:spPr>
          <a:xfrm>
            <a:off x="1325880" y="3455924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8칸 묶음이 9칸 안에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 들어가고 1칸 남아요.</a:t>
            </a:r>
            <a:endParaRPr lang="ko-KR" sz="2200" dirty="0"/>
          </a:p>
        </p:txBody>
      </p:sp>
      <p:sp>
        <p:nvSpPr>
          <p:cNvPr id="64" name="S04-stepno153"/>
          <p:cNvSpPr txBox="1"/>
          <p:nvPr/>
        </p:nvSpPr>
        <p:spPr>
          <a:xfrm>
            <a:off x="548640" y="4347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65" name="S04-text154"/>
          <p:cNvSpPr txBox="1"/>
          <p:nvPr/>
        </p:nvSpPr>
        <p:spPr>
          <a:xfrm>
            <a:off x="1325880" y="4302252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1칸은 8칸의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1 → 1과 8분의 1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나눠요</a:t>
            </a:r>
            <a:endParaRPr lang="ko-KR" sz="4000" dirty="0"/>
          </a:p>
        </p:txBody>
      </p:sp>
      <p:sp>
        <p:nvSpPr>
          <p:cNvPr id="3" name="S05-card1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1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다르면 먼저 통분해요.</a:t>
            </a:r>
            <a:endParaRPr lang="ko-KR" sz="2800" dirty="0"/>
          </a:p>
        </p:txBody>
      </p:sp>
      <p:sp>
        <p:nvSpPr>
          <p:cNvPr id="5" name="S05-chip15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num158"/>
          <p:cNvSpPr txBox="1"/>
          <p:nvPr/>
        </p:nvSpPr>
        <p:spPr>
          <a:xfrm>
            <a:off x="1344168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7" name="S05-fracbar159"/>
          <p:cNvSpPr/>
          <p:nvPr/>
        </p:nvSpPr>
        <p:spPr>
          <a:xfrm>
            <a:off x="138074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5-num160"/>
          <p:cNvSpPr txBox="1"/>
          <p:nvPr/>
        </p:nvSpPr>
        <p:spPr>
          <a:xfrm>
            <a:off x="1344168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9" name="S05-op161"/>
          <p:cNvSpPr txBox="1"/>
          <p:nvPr/>
        </p:nvSpPr>
        <p:spPr>
          <a:xfrm>
            <a:off x="1990344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5-num162"/>
          <p:cNvSpPr txBox="1"/>
          <p:nvPr/>
        </p:nvSpPr>
        <p:spPr>
          <a:xfrm>
            <a:off x="2754376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1" name="S05-fracbar163"/>
          <p:cNvSpPr/>
          <p:nvPr/>
        </p:nvSpPr>
        <p:spPr>
          <a:xfrm>
            <a:off x="279095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num164"/>
          <p:cNvSpPr txBox="1"/>
          <p:nvPr/>
        </p:nvSpPr>
        <p:spPr>
          <a:xfrm>
            <a:off x="2754376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3" name="S05-op165"/>
          <p:cNvSpPr txBox="1"/>
          <p:nvPr/>
        </p:nvSpPr>
        <p:spPr>
          <a:xfrm>
            <a:off x="3400552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05-blank166"/>
          <p:cNvSpPr/>
          <p:nvPr/>
        </p:nvSpPr>
        <p:spPr>
          <a:xfrm>
            <a:off x="4086718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5-chip16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6" name="S05-num168"/>
          <p:cNvSpPr txBox="1"/>
          <p:nvPr/>
        </p:nvSpPr>
        <p:spPr>
          <a:xfrm>
            <a:off x="7072884" y="15412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7" name="S05-fracbar169"/>
          <p:cNvSpPr/>
          <p:nvPr/>
        </p:nvSpPr>
        <p:spPr>
          <a:xfrm>
            <a:off x="7109460" y="20574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5-num170"/>
          <p:cNvSpPr txBox="1"/>
          <p:nvPr/>
        </p:nvSpPr>
        <p:spPr>
          <a:xfrm>
            <a:off x="7072884" y="20939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9" name="S05-op171"/>
          <p:cNvSpPr txBox="1"/>
          <p:nvPr/>
        </p:nvSpPr>
        <p:spPr>
          <a:xfrm>
            <a:off x="7818628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0" name="S05-num172"/>
          <p:cNvSpPr txBox="1"/>
          <p:nvPr/>
        </p:nvSpPr>
        <p:spPr>
          <a:xfrm>
            <a:off x="8582660" y="15412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05-fracbar173"/>
          <p:cNvSpPr/>
          <p:nvPr/>
        </p:nvSpPr>
        <p:spPr>
          <a:xfrm>
            <a:off x="8619236" y="20574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5-num174"/>
          <p:cNvSpPr txBox="1"/>
          <p:nvPr/>
        </p:nvSpPr>
        <p:spPr>
          <a:xfrm>
            <a:off x="8582660" y="20939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3" name="S05-op175"/>
          <p:cNvSpPr txBox="1"/>
          <p:nvPr/>
        </p:nvSpPr>
        <p:spPr>
          <a:xfrm>
            <a:off x="9328404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4" name="S05-blank176"/>
          <p:cNvSpPr/>
          <p:nvPr/>
        </p:nvSpPr>
        <p:spPr>
          <a:xfrm>
            <a:off x="9864852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5-blank177"/>
          <p:cNvSpPr/>
          <p:nvPr/>
        </p:nvSpPr>
        <p:spPr>
          <a:xfrm>
            <a:off x="10383662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5-fracbar178"/>
          <p:cNvSpPr/>
          <p:nvPr/>
        </p:nvSpPr>
        <p:spPr>
          <a:xfrm>
            <a:off x="10329448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5-blank179"/>
          <p:cNvSpPr/>
          <p:nvPr/>
        </p:nvSpPr>
        <p:spPr>
          <a:xfrm>
            <a:off x="10383662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5-chip180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05-num181"/>
          <p:cNvSpPr txBox="1"/>
          <p:nvPr/>
        </p:nvSpPr>
        <p:spPr>
          <a:xfrm>
            <a:off x="1344168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0" name="S05-fracbar182"/>
          <p:cNvSpPr/>
          <p:nvPr/>
        </p:nvSpPr>
        <p:spPr>
          <a:xfrm>
            <a:off x="1380744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5-num183"/>
          <p:cNvSpPr txBox="1"/>
          <p:nvPr/>
        </p:nvSpPr>
        <p:spPr>
          <a:xfrm>
            <a:off x="1344168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2" name="S05-op184"/>
          <p:cNvSpPr txBox="1"/>
          <p:nvPr/>
        </p:nvSpPr>
        <p:spPr>
          <a:xfrm>
            <a:off x="1990344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3" name="S05-num185"/>
          <p:cNvSpPr txBox="1"/>
          <p:nvPr/>
        </p:nvSpPr>
        <p:spPr>
          <a:xfrm>
            <a:off x="2754376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4" name="S05-fracbar186"/>
          <p:cNvSpPr/>
          <p:nvPr/>
        </p:nvSpPr>
        <p:spPr>
          <a:xfrm>
            <a:off x="279095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5-num187"/>
          <p:cNvSpPr txBox="1"/>
          <p:nvPr/>
        </p:nvSpPr>
        <p:spPr>
          <a:xfrm>
            <a:off x="2754376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6" name="S05-op188"/>
          <p:cNvSpPr txBox="1"/>
          <p:nvPr/>
        </p:nvSpPr>
        <p:spPr>
          <a:xfrm>
            <a:off x="3400552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7" name="S05-blank189"/>
          <p:cNvSpPr/>
          <p:nvPr/>
        </p:nvSpPr>
        <p:spPr>
          <a:xfrm>
            <a:off x="3937000" y="386878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05-blank190"/>
          <p:cNvSpPr/>
          <p:nvPr/>
        </p:nvSpPr>
        <p:spPr>
          <a:xfrm>
            <a:off x="4455810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05-fracbar191"/>
          <p:cNvSpPr/>
          <p:nvPr/>
        </p:nvSpPr>
        <p:spPr>
          <a:xfrm>
            <a:off x="4401596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5-blank192"/>
          <p:cNvSpPr/>
          <p:nvPr/>
        </p:nvSpPr>
        <p:spPr>
          <a:xfrm>
            <a:off x="4455810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05-chip19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2" name="S05-num194"/>
          <p:cNvSpPr txBox="1"/>
          <p:nvPr/>
        </p:nvSpPr>
        <p:spPr>
          <a:xfrm>
            <a:off x="7072884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3" name="S05-fracbar195"/>
          <p:cNvSpPr/>
          <p:nvPr/>
        </p:nvSpPr>
        <p:spPr>
          <a:xfrm>
            <a:off x="7109460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05-num196"/>
          <p:cNvSpPr txBox="1"/>
          <p:nvPr/>
        </p:nvSpPr>
        <p:spPr>
          <a:xfrm>
            <a:off x="7072884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5" name="S05-op197"/>
          <p:cNvSpPr txBox="1"/>
          <p:nvPr/>
        </p:nvSpPr>
        <p:spPr>
          <a:xfrm>
            <a:off x="7719060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6" name="S05-num198"/>
          <p:cNvSpPr txBox="1"/>
          <p:nvPr/>
        </p:nvSpPr>
        <p:spPr>
          <a:xfrm>
            <a:off x="8483092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7" name="S05-fracbar199"/>
          <p:cNvSpPr/>
          <p:nvPr/>
        </p:nvSpPr>
        <p:spPr>
          <a:xfrm>
            <a:off x="8519668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5-num200"/>
          <p:cNvSpPr txBox="1"/>
          <p:nvPr/>
        </p:nvSpPr>
        <p:spPr>
          <a:xfrm>
            <a:off x="8483092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9" name="S05-op201"/>
          <p:cNvSpPr txBox="1"/>
          <p:nvPr/>
        </p:nvSpPr>
        <p:spPr>
          <a:xfrm>
            <a:off x="9129268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0" name="S05-blank202"/>
          <p:cNvSpPr/>
          <p:nvPr/>
        </p:nvSpPr>
        <p:spPr>
          <a:xfrm>
            <a:off x="9756506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1" name="S05-fracbar203"/>
          <p:cNvSpPr/>
          <p:nvPr/>
        </p:nvSpPr>
        <p:spPr>
          <a:xfrm>
            <a:off x="970229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5-blank204"/>
          <p:cNvSpPr/>
          <p:nvPr/>
        </p:nvSpPr>
        <p:spPr>
          <a:xfrm>
            <a:off x="9756506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안에 3분의 2는 몇 번?</a:t>
            </a:r>
            <a:endParaRPr lang="ko-KR" sz="4000" dirty="0"/>
          </a:p>
        </p:txBody>
      </p:sp>
      <p:sp>
        <p:nvSpPr>
          <p:cNvPr id="3" name="S06-card2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÷ 3분의 2 = 2분의 3: 분모와 분자를 바꾼 수예요.</a:t>
            </a:r>
            <a:endParaRPr lang="ko-KR" sz="2800" dirty="0"/>
          </a:p>
        </p:txBody>
      </p:sp>
      <p:sp>
        <p:nvSpPr>
          <p:cNvPr id="5" name="S06-op207"/>
          <p:cNvSpPr txBox="1"/>
          <p:nvPr/>
        </p:nvSpPr>
        <p:spPr>
          <a:xfrm>
            <a:off x="54864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06-op208"/>
          <p:cNvSpPr txBox="1"/>
          <p:nvPr/>
        </p:nvSpPr>
        <p:spPr>
          <a:xfrm>
            <a:off x="118262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06-num209"/>
          <p:cNvSpPr txBox="1"/>
          <p:nvPr/>
        </p:nvSpPr>
        <p:spPr>
          <a:xfrm>
            <a:off x="194665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06-fracbar210"/>
          <p:cNvSpPr/>
          <p:nvPr/>
        </p:nvSpPr>
        <p:spPr>
          <a:xfrm>
            <a:off x="198323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num211"/>
          <p:cNvSpPr txBox="1"/>
          <p:nvPr/>
        </p:nvSpPr>
        <p:spPr>
          <a:xfrm>
            <a:off x="194665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6-op212"/>
          <p:cNvSpPr txBox="1"/>
          <p:nvPr/>
        </p:nvSpPr>
        <p:spPr>
          <a:xfrm>
            <a:off x="259283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6-num213"/>
          <p:cNvSpPr txBox="1"/>
          <p:nvPr/>
        </p:nvSpPr>
        <p:spPr>
          <a:xfrm>
            <a:off x="312928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2" name="S06-num214"/>
          <p:cNvSpPr txBox="1"/>
          <p:nvPr/>
        </p:nvSpPr>
        <p:spPr>
          <a:xfrm>
            <a:off x="345236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3" name="S06-fracbar215"/>
          <p:cNvSpPr/>
          <p:nvPr/>
        </p:nvSpPr>
        <p:spPr>
          <a:xfrm>
            <a:off x="348894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6-num216"/>
          <p:cNvSpPr txBox="1"/>
          <p:nvPr/>
        </p:nvSpPr>
        <p:spPr>
          <a:xfrm>
            <a:off x="345236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5" name="S06-op217"/>
          <p:cNvSpPr txBox="1"/>
          <p:nvPr/>
        </p:nvSpPr>
        <p:spPr>
          <a:xfrm>
            <a:off x="409854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6-num218"/>
          <p:cNvSpPr txBox="1"/>
          <p:nvPr/>
        </p:nvSpPr>
        <p:spPr>
          <a:xfrm>
            <a:off x="4634992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7" name="S06-fracbar219"/>
          <p:cNvSpPr/>
          <p:nvPr/>
        </p:nvSpPr>
        <p:spPr>
          <a:xfrm>
            <a:off x="4671568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6-num220"/>
          <p:cNvSpPr txBox="1"/>
          <p:nvPr/>
        </p:nvSpPr>
        <p:spPr>
          <a:xfrm>
            <a:off x="4634992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9" name="S06-figure221" descr="1을 3칸으로 나눈 띠: 3분의 2(2칸)가 1번 들어가고, 남은 1칸은 3분의 2의 반(점선 칸까지가 한 묶음)"/>
          <p:cNvSpPr/>
          <p:nvPr/>
        </p:nvSpPr>
        <p:spPr>
          <a:xfrm>
            <a:off x="7060545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222"/>
          <p:cNvSpPr/>
          <p:nvPr/>
        </p:nvSpPr>
        <p:spPr>
          <a:xfrm>
            <a:off x="8159555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mark223"/>
          <p:cNvSpPr/>
          <p:nvPr/>
        </p:nvSpPr>
        <p:spPr>
          <a:xfrm>
            <a:off x="9258564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mark224"/>
          <p:cNvSpPr/>
          <p:nvPr/>
        </p:nvSpPr>
        <p:spPr>
          <a:xfrm>
            <a:off x="10357573" y="3263880"/>
            <a:ext cx="1099009" cy="599460"/>
          </a:xfrm>
          <a:custGeom>
            <a:avLst/>
            <a:gdLst/>
            <a:ahLst/>
            <a:cxnLst/>
            <a:rect l="l" t="t" r="r" b="b"/>
            <a:pathLst>
              <a:path w="1099009" h="599460">
                <a:moveTo>
                  <a:pt x="0" y="599460"/>
                </a:moveTo>
                <a:lnTo>
                  <a:pt x="1099009" y="599460"/>
                </a:lnTo>
                <a:lnTo>
                  <a:pt x="1099009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1F2937"/>
            </a:solidFill>
            <a:prstDash val="dash"/>
          </a:ln>
        </p:spPr>
      </p:sp>
      <p:sp>
        <p:nvSpPr>
          <p:cNvPr id="23" name="S06-mark225"/>
          <p:cNvSpPr/>
          <p:nvPr/>
        </p:nvSpPr>
        <p:spPr>
          <a:xfrm>
            <a:off x="7060545" y="3263880"/>
            <a:ext cx="3297027" cy="599460"/>
          </a:xfrm>
          <a:custGeom>
            <a:avLst/>
            <a:gdLst/>
            <a:ahLst/>
            <a:cxnLst/>
            <a:rect l="l" t="t" r="r" b="b"/>
            <a:pathLst>
              <a:path w="3297027" h="599460">
                <a:moveTo>
                  <a:pt x="0" y="599460"/>
                </a:moveTo>
                <a:lnTo>
                  <a:pt x="3297027" y="599460"/>
                </a:lnTo>
                <a:lnTo>
                  <a:pt x="3297027" y="0"/>
                </a:lnTo>
                <a:lnTo>
                  <a:pt x="0" y="0"/>
                </a:lnTo>
                <a:close/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4" name="S06-mark226"/>
          <p:cNvSpPr/>
          <p:nvPr/>
        </p:nvSpPr>
        <p:spPr>
          <a:xfrm>
            <a:off x="7110500" y="4038182"/>
            <a:ext cx="20981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5" name="S06-mark227"/>
          <p:cNvSpPr/>
          <p:nvPr/>
        </p:nvSpPr>
        <p:spPr>
          <a:xfrm flipV="1">
            <a:off x="7110500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6" name="S06-mark228"/>
          <p:cNvSpPr/>
          <p:nvPr/>
        </p:nvSpPr>
        <p:spPr>
          <a:xfrm flipV="1">
            <a:off x="9208609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7" name="S06-mark229"/>
          <p:cNvSpPr/>
          <p:nvPr/>
        </p:nvSpPr>
        <p:spPr>
          <a:xfrm>
            <a:off x="9308519" y="4038182"/>
            <a:ext cx="9990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8" name="S06-mark230"/>
          <p:cNvSpPr/>
          <p:nvPr/>
        </p:nvSpPr>
        <p:spPr>
          <a:xfrm flipV="1">
            <a:off x="9308519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06-mark231"/>
          <p:cNvSpPr/>
          <p:nvPr/>
        </p:nvSpPr>
        <p:spPr>
          <a:xfrm flipV="1">
            <a:off x="10307618" y="3923286"/>
            <a:ext cx="0" cy="114896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0" name="S06-label233"/>
          <p:cNvSpPr txBox="1"/>
          <p:nvPr/>
        </p:nvSpPr>
        <p:spPr>
          <a:xfrm>
            <a:off x="7875583" y="4163287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</a:t>
            </a:r>
            <a:endParaRPr lang="ko-KR" sz="2200" dirty="0"/>
          </a:p>
        </p:txBody>
      </p:sp>
      <p:sp>
        <p:nvSpPr>
          <p:cNvPr id="31" name="S06-label235"/>
          <p:cNvSpPr txBox="1"/>
          <p:nvPr/>
        </p:nvSpPr>
        <p:spPr>
          <a:xfrm>
            <a:off x="9437482" y="4163287"/>
            <a:ext cx="74117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 번</a:t>
            </a:r>
            <a:endParaRPr lang="ko-KR" sz="2200" dirty="0"/>
          </a:p>
        </p:txBody>
      </p:sp>
      <p:sp>
        <p:nvSpPr>
          <p:cNvPr id="32" name="S06-label237"/>
          <p:cNvSpPr txBox="1"/>
          <p:nvPr/>
        </p:nvSpPr>
        <p:spPr>
          <a:xfrm>
            <a:off x="6513840" y="338898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3" name="S06-stepno238"/>
          <p:cNvSpPr txBox="1"/>
          <p:nvPr/>
        </p:nvSpPr>
        <p:spPr>
          <a:xfrm>
            <a:off x="548640" y="271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4" name="S06-text239"/>
          <p:cNvSpPr txBox="1"/>
          <p:nvPr/>
        </p:nvSpPr>
        <p:spPr>
          <a:xfrm>
            <a:off x="1325880" y="2716276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2칸 묶음이 1번 들어가요.</a:t>
            </a:r>
            <a:endParaRPr lang="ko-KR" sz="2800" dirty="0"/>
          </a:p>
        </p:txBody>
      </p:sp>
      <p:sp>
        <p:nvSpPr>
          <p:cNvPr id="35" name="S06-stepno240"/>
          <p:cNvSpPr txBox="1"/>
          <p:nvPr/>
        </p:nvSpPr>
        <p:spPr>
          <a:xfrm>
            <a:off x="548640" y="3429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6-text241"/>
          <p:cNvSpPr txBox="1"/>
          <p:nvPr/>
        </p:nvSpPr>
        <p:spPr>
          <a:xfrm>
            <a:off x="1325880" y="342950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1칸은 2칸 묶음의 반</a:t>
            </a:r>
            <a:endParaRPr lang="ko-KR" sz="2800" dirty="0"/>
          </a:p>
        </p:txBody>
      </p:sp>
      <p:sp>
        <p:nvSpPr>
          <p:cNvPr id="37" name="S06-stepno242"/>
          <p:cNvSpPr txBox="1"/>
          <p:nvPr/>
        </p:nvSpPr>
        <p:spPr>
          <a:xfrm>
            <a:off x="548640" y="41884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6-text243"/>
          <p:cNvSpPr txBox="1"/>
          <p:nvPr/>
        </p:nvSpPr>
        <p:spPr>
          <a:xfrm>
            <a:off x="1325880" y="4142740"/>
            <a:ext cx="458571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2분의 1번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2분의 3번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뒤집어 곱해도 될까요?</a:t>
            </a:r>
            <a:endParaRPr lang="ko-KR" sz="4000" dirty="0"/>
          </a:p>
        </p:txBody>
      </p:sp>
      <p:sp>
        <p:nvSpPr>
          <p:cNvPr id="3" name="S07-card2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분수의 분모와 분자를 바꾸어 곱해요.</a:t>
            </a:r>
            <a:endParaRPr lang="ko-KR" sz="2800" dirty="0"/>
          </a:p>
        </p:txBody>
      </p:sp>
      <p:sp>
        <p:nvSpPr>
          <p:cNvPr id="5" name="S07-num246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7-fracbar247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7-num248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07-op249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7-num250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7-fracbar251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7-num252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07-op253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7-num254"/>
          <p:cNvSpPr txBox="1"/>
          <p:nvPr/>
        </p:nvSpPr>
        <p:spPr>
          <a:xfrm>
            <a:off x="3141472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7-fracbar255"/>
          <p:cNvSpPr/>
          <p:nvPr/>
        </p:nvSpPr>
        <p:spPr>
          <a:xfrm>
            <a:off x="3178048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7-num256"/>
          <p:cNvSpPr txBox="1"/>
          <p:nvPr/>
        </p:nvSpPr>
        <p:spPr>
          <a:xfrm>
            <a:off x="3141472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07-op257"/>
          <p:cNvSpPr txBox="1"/>
          <p:nvPr/>
        </p:nvSpPr>
        <p:spPr>
          <a:xfrm>
            <a:off x="3787648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7" name="S07-num258"/>
          <p:cNvSpPr txBox="1"/>
          <p:nvPr/>
        </p:nvSpPr>
        <p:spPr>
          <a:xfrm>
            <a:off x="455168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7-fracbar259"/>
          <p:cNvSpPr/>
          <p:nvPr/>
        </p:nvSpPr>
        <p:spPr>
          <a:xfrm>
            <a:off x="458825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7-num260"/>
          <p:cNvSpPr txBox="1"/>
          <p:nvPr/>
        </p:nvSpPr>
        <p:spPr>
          <a:xfrm>
            <a:off x="455168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0" name="S07-op261"/>
          <p:cNvSpPr txBox="1"/>
          <p:nvPr/>
        </p:nvSpPr>
        <p:spPr>
          <a:xfrm>
            <a:off x="5197856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7-num262"/>
          <p:cNvSpPr txBox="1"/>
          <p:nvPr/>
        </p:nvSpPr>
        <p:spPr>
          <a:xfrm>
            <a:off x="5734304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2" name="S07-fracbar263"/>
          <p:cNvSpPr/>
          <p:nvPr/>
        </p:nvSpPr>
        <p:spPr>
          <a:xfrm>
            <a:off x="5770880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7-num264"/>
          <p:cNvSpPr txBox="1"/>
          <p:nvPr/>
        </p:nvSpPr>
        <p:spPr>
          <a:xfrm>
            <a:off x="5734304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4" name="S07-stepno265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5" name="S07-text266"/>
          <p:cNvSpPr txBox="1"/>
          <p:nvPr/>
        </p:nvSpPr>
        <p:spPr>
          <a:xfrm>
            <a:off x="1325880" y="2676144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안에는 3분의 2가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 3번 들어가요.</a:t>
            </a:r>
            <a:endParaRPr lang="ko-KR" sz="2200" dirty="0"/>
          </a:p>
        </p:txBody>
      </p:sp>
      <p:sp>
        <p:nvSpPr>
          <p:cNvPr id="26" name="S07-stepno267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7" name="S07-text268"/>
          <p:cNvSpPr txBox="1"/>
          <p:nvPr/>
        </p:nvSpPr>
        <p:spPr>
          <a:xfrm>
            <a:off x="1325880" y="3522472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안에는 그것의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3배만큼 들어가요.</a:t>
            </a:r>
            <a:endParaRPr lang="ko-KR" sz="2200" dirty="0"/>
          </a:p>
        </p:txBody>
      </p:sp>
      <p:sp>
        <p:nvSpPr>
          <p:cNvPr id="28" name="S07-stepno269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9" name="S07-text270"/>
          <p:cNvSpPr txBox="1"/>
          <p:nvPr/>
        </p:nvSpPr>
        <p:spPr>
          <a:xfrm>
            <a:off x="1325880" y="4368800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S04에서 통분해 구한 답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9와 같아요.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대분수와 자연수도 같아요</a:t>
            </a:r>
            <a:endParaRPr lang="ko-KR" sz="4000" dirty="0"/>
          </a:p>
        </p:txBody>
      </p:sp>
      <p:sp>
        <p:nvSpPr>
          <p:cNvPr id="3" name="S08-card2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약분할 수 있으면 곱하기 전에 약분해도 돼요.</a:t>
            </a:r>
            <a:endParaRPr lang="ko-KR" sz="2800" dirty="0"/>
          </a:p>
        </p:txBody>
      </p:sp>
      <p:sp>
        <p:nvSpPr>
          <p:cNvPr id="5" name="S08-stepno273"/>
          <p:cNvSpPr txBox="1"/>
          <p:nvPr/>
        </p:nvSpPr>
        <p:spPr>
          <a:xfrm>
            <a:off x="548640" y="1557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8-text274"/>
          <p:cNvSpPr txBox="1"/>
          <p:nvPr/>
        </p:nvSpPr>
        <p:spPr>
          <a:xfrm>
            <a:off x="1325880" y="1511300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가분수로</a:t>
            </a:r>
            <a:endParaRPr lang="ko-KR" sz="2200" dirty="0"/>
          </a:p>
        </p:txBody>
      </p:sp>
      <p:sp>
        <p:nvSpPr>
          <p:cNvPr id="7" name="S08-num275"/>
          <p:cNvSpPr txBox="1"/>
          <p:nvPr/>
        </p:nvSpPr>
        <p:spPr>
          <a:xfrm>
            <a:off x="6981810" y="1511300"/>
            <a:ext cx="239268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num276"/>
          <p:cNvSpPr txBox="1"/>
          <p:nvPr/>
        </p:nvSpPr>
        <p:spPr>
          <a:xfrm>
            <a:off x="7221078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8-fracbar277"/>
          <p:cNvSpPr/>
          <p:nvPr/>
        </p:nvSpPr>
        <p:spPr>
          <a:xfrm>
            <a:off x="7257654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8-num278"/>
          <p:cNvSpPr txBox="1"/>
          <p:nvPr/>
        </p:nvSpPr>
        <p:spPr>
          <a:xfrm>
            <a:off x="7221078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8-op279"/>
          <p:cNvSpPr txBox="1"/>
          <p:nvPr/>
        </p:nvSpPr>
        <p:spPr>
          <a:xfrm>
            <a:off x="7733904" y="1511300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12" name="S08-num280"/>
          <p:cNvSpPr txBox="1"/>
          <p:nvPr/>
        </p:nvSpPr>
        <p:spPr>
          <a:xfrm>
            <a:off x="8373476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8-fracbar281"/>
          <p:cNvSpPr/>
          <p:nvPr/>
        </p:nvSpPr>
        <p:spPr>
          <a:xfrm>
            <a:off x="8410052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8-num282"/>
          <p:cNvSpPr txBox="1"/>
          <p:nvPr/>
        </p:nvSpPr>
        <p:spPr>
          <a:xfrm>
            <a:off x="8373476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8-op283"/>
          <p:cNvSpPr txBox="1"/>
          <p:nvPr/>
        </p:nvSpPr>
        <p:spPr>
          <a:xfrm>
            <a:off x="8886302" y="1511300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16" name="S08-num284"/>
          <p:cNvSpPr txBox="1"/>
          <p:nvPr/>
        </p:nvSpPr>
        <p:spPr>
          <a:xfrm>
            <a:off x="9369410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7" name="S08-fracbar285"/>
          <p:cNvSpPr/>
          <p:nvPr/>
        </p:nvSpPr>
        <p:spPr>
          <a:xfrm>
            <a:off x="9405986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8-num286"/>
          <p:cNvSpPr txBox="1"/>
          <p:nvPr/>
        </p:nvSpPr>
        <p:spPr>
          <a:xfrm>
            <a:off x="9369410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8-op287"/>
          <p:cNvSpPr txBox="1"/>
          <p:nvPr/>
        </p:nvSpPr>
        <p:spPr>
          <a:xfrm>
            <a:off x="9882236" y="1511300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20" name="S08-num288"/>
          <p:cNvSpPr txBox="1"/>
          <p:nvPr/>
        </p:nvSpPr>
        <p:spPr>
          <a:xfrm>
            <a:off x="10521808" y="15113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1" name="S08-fracbar289"/>
          <p:cNvSpPr/>
          <p:nvPr/>
        </p:nvSpPr>
        <p:spPr>
          <a:xfrm>
            <a:off x="10558384" y="1877568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8-num290"/>
          <p:cNvSpPr txBox="1"/>
          <p:nvPr/>
        </p:nvSpPr>
        <p:spPr>
          <a:xfrm>
            <a:off x="10521808" y="191414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3" name="S08-stepno291"/>
          <p:cNvSpPr txBox="1"/>
          <p:nvPr/>
        </p:nvSpPr>
        <p:spPr>
          <a:xfrm>
            <a:off x="548640" y="245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4" name="S08-text292"/>
          <p:cNvSpPr txBox="1"/>
          <p:nvPr/>
        </p:nvSpPr>
        <p:spPr>
          <a:xfrm>
            <a:off x="1325880" y="2408428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바꾸어 곱해요.</a:t>
            </a:r>
            <a:endParaRPr lang="ko-KR" sz="2200" dirty="0"/>
          </a:p>
        </p:txBody>
      </p:sp>
      <p:sp>
        <p:nvSpPr>
          <p:cNvPr id="25" name="S08-num293"/>
          <p:cNvSpPr txBox="1"/>
          <p:nvPr/>
        </p:nvSpPr>
        <p:spPr>
          <a:xfrm>
            <a:off x="6981810" y="24084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6" name="S08-fracbar294"/>
          <p:cNvSpPr/>
          <p:nvPr/>
        </p:nvSpPr>
        <p:spPr>
          <a:xfrm>
            <a:off x="7018386" y="2774696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8-num295"/>
          <p:cNvSpPr txBox="1"/>
          <p:nvPr/>
        </p:nvSpPr>
        <p:spPr>
          <a:xfrm>
            <a:off x="6981810" y="281127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8" name="S08-op296"/>
          <p:cNvSpPr txBox="1"/>
          <p:nvPr/>
        </p:nvSpPr>
        <p:spPr>
          <a:xfrm>
            <a:off x="7494636" y="2408428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200" dirty="0"/>
          </a:p>
        </p:txBody>
      </p:sp>
      <p:sp>
        <p:nvSpPr>
          <p:cNvPr id="29" name="S08-num297"/>
          <p:cNvSpPr txBox="1"/>
          <p:nvPr/>
        </p:nvSpPr>
        <p:spPr>
          <a:xfrm>
            <a:off x="8134208" y="24084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0" name="S08-fracbar298"/>
          <p:cNvSpPr/>
          <p:nvPr/>
        </p:nvSpPr>
        <p:spPr>
          <a:xfrm>
            <a:off x="8170784" y="2774696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08-num299"/>
          <p:cNvSpPr txBox="1"/>
          <p:nvPr/>
        </p:nvSpPr>
        <p:spPr>
          <a:xfrm>
            <a:off x="8134208" y="281127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8-op300"/>
          <p:cNvSpPr txBox="1"/>
          <p:nvPr/>
        </p:nvSpPr>
        <p:spPr>
          <a:xfrm>
            <a:off x="8647034" y="2408428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33" name="S08-num301"/>
          <p:cNvSpPr txBox="1"/>
          <p:nvPr/>
        </p:nvSpPr>
        <p:spPr>
          <a:xfrm>
            <a:off x="9130142" y="2408428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34" name="S08-fracbar302"/>
          <p:cNvSpPr/>
          <p:nvPr/>
        </p:nvSpPr>
        <p:spPr>
          <a:xfrm>
            <a:off x="9166718" y="2774696"/>
            <a:ext cx="41554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8-num303"/>
          <p:cNvSpPr txBox="1"/>
          <p:nvPr/>
        </p:nvSpPr>
        <p:spPr>
          <a:xfrm>
            <a:off x="9130142" y="2811272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36" name="S08-op304"/>
          <p:cNvSpPr txBox="1"/>
          <p:nvPr/>
        </p:nvSpPr>
        <p:spPr>
          <a:xfrm>
            <a:off x="9728566" y="2408428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37" name="S08-op305"/>
          <p:cNvSpPr txBox="1"/>
          <p:nvPr/>
        </p:nvSpPr>
        <p:spPr>
          <a:xfrm>
            <a:off x="10211674" y="2408428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8" name="S08-stepno306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8-text307"/>
          <p:cNvSpPr txBox="1"/>
          <p:nvPr/>
        </p:nvSpPr>
        <p:spPr>
          <a:xfrm>
            <a:off x="1325880" y="3305556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 ÷ 분수도 같아요.</a:t>
            </a:r>
            <a:endParaRPr lang="ko-KR" sz="2200" dirty="0"/>
          </a:p>
        </p:txBody>
      </p:sp>
      <p:sp>
        <p:nvSpPr>
          <p:cNvPr id="40" name="S08-op308"/>
          <p:cNvSpPr txBox="1"/>
          <p:nvPr/>
        </p:nvSpPr>
        <p:spPr>
          <a:xfrm>
            <a:off x="6981810" y="33055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1" name="S08-op309"/>
          <p:cNvSpPr txBox="1"/>
          <p:nvPr/>
        </p:nvSpPr>
        <p:spPr>
          <a:xfrm>
            <a:off x="7531974" y="3305556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42" name="S08-num310"/>
          <p:cNvSpPr txBox="1"/>
          <p:nvPr/>
        </p:nvSpPr>
        <p:spPr>
          <a:xfrm>
            <a:off x="8171546" y="330555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3" name="S08-fracbar311"/>
          <p:cNvSpPr/>
          <p:nvPr/>
        </p:nvSpPr>
        <p:spPr>
          <a:xfrm>
            <a:off x="8208122" y="367182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4" name="S08-num312"/>
          <p:cNvSpPr txBox="1"/>
          <p:nvPr/>
        </p:nvSpPr>
        <p:spPr>
          <a:xfrm>
            <a:off x="8171546" y="37084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5" name="S08-op313"/>
          <p:cNvSpPr txBox="1"/>
          <p:nvPr/>
        </p:nvSpPr>
        <p:spPr>
          <a:xfrm>
            <a:off x="8684372" y="3305556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46" name="S08-op314"/>
          <p:cNvSpPr txBox="1"/>
          <p:nvPr/>
        </p:nvSpPr>
        <p:spPr>
          <a:xfrm>
            <a:off x="9167480" y="33055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7" name="S08-op315"/>
          <p:cNvSpPr txBox="1"/>
          <p:nvPr/>
        </p:nvSpPr>
        <p:spPr>
          <a:xfrm>
            <a:off x="9717644" y="3305556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200" dirty="0"/>
          </a:p>
        </p:txBody>
      </p:sp>
      <p:sp>
        <p:nvSpPr>
          <p:cNvPr id="48" name="S08-num316"/>
          <p:cNvSpPr txBox="1"/>
          <p:nvPr/>
        </p:nvSpPr>
        <p:spPr>
          <a:xfrm>
            <a:off x="10357216" y="330555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9" name="S08-fracbar317"/>
          <p:cNvSpPr/>
          <p:nvPr/>
        </p:nvSpPr>
        <p:spPr>
          <a:xfrm>
            <a:off x="10393792" y="367182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0" name="S08-num318"/>
          <p:cNvSpPr txBox="1"/>
          <p:nvPr/>
        </p:nvSpPr>
        <p:spPr>
          <a:xfrm>
            <a:off x="10357216" y="37084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8-stepno319"/>
          <p:cNvSpPr txBox="1"/>
          <p:nvPr/>
        </p:nvSpPr>
        <p:spPr>
          <a:xfrm>
            <a:off x="548640" y="4248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2" name="S08-text320"/>
          <p:cNvSpPr txBox="1"/>
          <p:nvPr/>
        </p:nvSpPr>
        <p:spPr>
          <a:xfrm>
            <a:off x="1325880" y="4202684"/>
            <a:ext cx="565593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계산하면</a:t>
            </a:r>
            <a:endParaRPr lang="ko-KR" sz="2200" dirty="0"/>
          </a:p>
        </p:txBody>
      </p:sp>
      <p:sp>
        <p:nvSpPr>
          <p:cNvPr id="53" name="S08-op321"/>
          <p:cNvSpPr txBox="1"/>
          <p:nvPr/>
        </p:nvSpPr>
        <p:spPr>
          <a:xfrm>
            <a:off x="6981810" y="4202684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4" name="S08-op322"/>
          <p:cNvSpPr txBox="1"/>
          <p:nvPr/>
        </p:nvSpPr>
        <p:spPr>
          <a:xfrm>
            <a:off x="7531974" y="4202684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200" dirty="0"/>
          </a:p>
        </p:txBody>
      </p:sp>
      <p:sp>
        <p:nvSpPr>
          <p:cNvPr id="55" name="S08-num323"/>
          <p:cNvSpPr txBox="1"/>
          <p:nvPr/>
        </p:nvSpPr>
        <p:spPr>
          <a:xfrm>
            <a:off x="8171546" y="420268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56" name="S08-fracbar324"/>
          <p:cNvSpPr/>
          <p:nvPr/>
        </p:nvSpPr>
        <p:spPr>
          <a:xfrm>
            <a:off x="8208122" y="4568952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7" name="S08-num325"/>
          <p:cNvSpPr txBox="1"/>
          <p:nvPr/>
        </p:nvSpPr>
        <p:spPr>
          <a:xfrm>
            <a:off x="8171546" y="46055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8" name="S08-op326"/>
          <p:cNvSpPr txBox="1"/>
          <p:nvPr/>
        </p:nvSpPr>
        <p:spPr>
          <a:xfrm>
            <a:off x="8684372" y="4202684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59" name="S08-num327"/>
          <p:cNvSpPr txBox="1"/>
          <p:nvPr/>
        </p:nvSpPr>
        <p:spPr>
          <a:xfrm>
            <a:off x="9167480" y="4202684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60" name="S08-fracbar328"/>
          <p:cNvSpPr/>
          <p:nvPr/>
        </p:nvSpPr>
        <p:spPr>
          <a:xfrm>
            <a:off x="9204056" y="4568952"/>
            <a:ext cx="41554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1" name="S08-num329"/>
          <p:cNvSpPr txBox="1"/>
          <p:nvPr/>
        </p:nvSpPr>
        <p:spPr>
          <a:xfrm>
            <a:off x="9167480" y="4605528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2" name="S08-op330"/>
          <p:cNvSpPr txBox="1"/>
          <p:nvPr/>
        </p:nvSpPr>
        <p:spPr>
          <a:xfrm>
            <a:off x="9765904" y="4202684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63" name="S08-op331"/>
          <p:cNvSpPr txBox="1"/>
          <p:nvPr/>
        </p:nvSpPr>
        <p:spPr>
          <a:xfrm>
            <a:off x="10249012" y="4202684"/>
            <a:ext cx="62484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곱해요</a:t>
            </a:r>
            <a:endParaRPr lang="ko-KR" sz="4000" dirty="0"/>
          </a:p>
        </p:txBody>
      </p:sp>
      <p:sp>
        <p:nvSpPr>
          <p:cNvPr id="3" name="S09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뒤의 분수만 분모와 분자를 바꾸어 곱해요.</a:t>
            </a:r>
            <a:endParaRPr lang="ko-KR" sz="2800" dirty="0"/>
          </a:p>
        </p:txBody>
      </p:sp>
      <p:sp>
        <p:nvSpPr>
          <p:cNvPr id="5" name="S09-chip33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num335"/>
          <p:cNvSpPr txBox="1"/>
          <p:nvPr/>
        </p:nvSpPr>
        <p:spPr>
          <a:xfrm>
            <a:off x="1344168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09-fracbar336"/>
          <p:cNvSpPr/>
          <p:nvPr/>
        </p:nvSpPr>
        <p:spPr>
          <a:xfrm>
            <a:off x="138074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9-num337"/>
          <p:cNvSpPr txBox="1"/>
          <p:nvPr/>
        </p:nvSpPr>
        <p:spPr>
          <a:xfrm>
            <a:off x="1344168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09-op338"/>
          <p:cNvSpPr txBox="1"/>
          <p:nvPr/>
        </p:nvSpPr>
        <p:spPr>
          <a:xfrm>
            <a:off x="1990344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9-num339"/>
          <p:cNvSpPr txBox="1"/>
          <p:nvPr/>
        </p:nvSpPr>
        <p:spPr>
          <a:xfrm>
            <a:off x="2754376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1" name="S09-fracbar340"/>
          <p:cNvSpPr/>
          <p:nvPr/>
        </p:nvSpPr>
        <p:spPr>
          <a:xfrm>
            <a:off x="279095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9-num341"/>
          <p:cNvSpPr txBox="1"/>
          <p:nvPr/>
        </p:nvSpPr>
        <p:spPr>
          <a:xfrm>
            <a:off x="2754376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3" name="S09-op342"/>
          <p:cNvSpPr txBox="1"/>
          <p:nvPr/>
        </p:nvSpPr>
        <p:spPr>
          <a:xfrm>
            <a:off x="3400552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09-blank343"/>
          <p:cNvSpPr/>
          <p:nvPr/>
        </p:nvSpPr>
        <p:spPr>
          <a:xfrm>
            <a:off x="4027790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9-fracbar344"/>
          <p:cNvSpPr/>
          <p:nvPr/>
        </p:nvSpPr>
        <p:spPr>
          <a:xfrm>
            <a:off x="3973576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blank345"/>
          <p:cNvSpPr/>
          <p:nvPr/>
        </p:nvSpPr>
        <p:spPr>
          <a:xfrm>
            <a:off x="4027790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9-chip34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8" name="S09-num347"/>
          <p:cNvSpPr txBox="1"/>
          <p:nvPr/>
        </p:nvSpPr>
        <p:spPr>
          <a:xfrm>
            <a:off x="7072884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9" name="S09-fracbar348"/>
          <p:cNvSpPr/>
          <p:nvPr/>
        </p:nvSpPr>
        <p:spPr>
          <a:xfrm>
            <a:off x="7109460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9-num349"/>
          <p:cNvSpPr txBox="1"/>
          <p:nvPr/>
        </p:nvSpPr>
        <p:spPr>
          <a:xfrm>
            <a:off x="7072884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1" name="S09-op350"/>
          <p:cNvSpPr txBox="1"/>
          <p:nvPr/>
        </p:nvSpPr>
        <p:spPr>
          <a:xfrm>
            <a:off x="7719060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2" name="S09-num351"/>
          <p:cNvSpPr txBox="1"/>
          <p:nvPr/>
        </p:nvSpPr>
        <p:spPr>
          <a:xfrm>
            <a:off x="8483092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3" name="S09-fracbar352"/>
          <p:cNvSpPr/>
          <p:nvPr/>
        </p:nvSpPr>
        <p:spPr>
          <a:xfrm>
            <a:off x="8519668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9-num353"/>
          <p:cNvSpPr txBox="1"/>
          <p:nvPr/>
        </p:nvSpPr>
        <p:spPr>
          <a:xfrm>
            <a:off x="8483092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5" name="S09-op354"/>
          <p:cNvSpPr txBox="1"/>
          <p:nvPr/>
        </p:nvSpPr>
        <p:spPr>
          <a:xfrm>
            <a:off x="9129268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6" name="S09-blank355"/>
          <p:cNvSpPr/>
          <p:nvPr/>
        </p:nvSpPr>
        <p:spPr>
          <a:xfrm>
            <a:off x="9665716" y="18799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9-blank356"/>
          <p:cNvSpPr/>
          <p:nvPr/>
        </p:nvSpPr>
        <p:spPr>
          <a:xfrm>
            <a:off x="10184526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9-fracbar357"/>
          <p:cNvSpPr/>
          <p:nvPr/>
        </p:nvSpPr>
        <p:spPr>
          <a:xfrm>
            <a:off x="1013031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9-blank358"/>
          <p:cNvSpPr/>
          <p:nvPr/>
        </p:nvSpPr>
        <p:spPr>
          <a:xfrm>
            <a:off x="10184526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9-chip35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1" name="S09-num360"/>
          <p:cNvSpPr txBox="1"/>
          <p:nvPr/>
        </p:nvSpPr>
        <p:spPr>
          <a:xfrm>
            <a:off x="1344168" y="353009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2" name="S09-num361"/>
          <p:cNvSpPr txBox="1"/>
          <p:nvPr/>
        </p:nvSpPr>
        <p:spPr>
          <a:xfrm>
            <a:off x="1667256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3" name="S09-fracbar362"/>
          <p:cNvSpPr/>
          <p:nvPr/>
        </p:nvSpPr>
        <p:spPr>
          <a:xfrm>
            <a:off x="170383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9-num363"/>
          <p:cNvSpPr txBox="1"/>
          <p:nvPr/>
        </p:nvSpPr>
        <p:spPr>
          <a:xfrm>
            <a:off x="1667256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5" name="S09-op364"/>
          <p:cNvSpPr txBox="1"/>
          <p:nvPr/>
        </p:nvSpPr>
        <p:spPr>
          <a:xfrm>
            <a:off x="2313432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6" name="S09-num365"/>
          <p:cNvSpPr txBox="1"/>
          <p:nvPr/>
        </p:nvSpPr>
        <p:spPr>
          <a:xfrm>
            <a:off x="3077464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7" name="S09-fracbar366"/>
          <p:cNvSpPr/>
          <p:nvPr/>
        </p:nvSpPr>
        <p:spPr>
          <a:xfrm>
            <a:off x="3114040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9-num367"/>
          <p:cNvSpPr txBox="1"/>
          <p:nvPr/>
        </p:nvSpPr>
        <p:spPr>
          <a:xfrm>
            <a:off x="3077464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9" name="S09-op368"/>
          <p:cNvSpPr txBox="1"/>
          <p:nvPr/>
        </p:nvSpPr>
        <p:spPr>
          <a:xfrm>
            <a:off x="3723640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0" name="S09-blank369"/>
          <p:cNvSpPr/>
          <p:nvPr/>
        </p:nvSpPr>
        <p:spPr>
          <a:xfrm>
            <a:off x="4409806" y="386878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09-chip37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2" name="S09-op371"/>
          <p:cNvSpPr txBox="1"/>
          <p:nvPr/>
        </p:nvSpPr>
        <p:spPr>
          <a:xfrm>
            <a:off x="7072884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43" name="S09-op372"/>
          <p:cNvSpPr txBox="1"/>
          <p:nvPr/>
        </p:nvSpPr>
        <p:spPr>
          <a:xfrm>
            <a:off x="7706868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4" name="S09-num373"/>
          <p:cNvSpPr txBox="1"/>
          <p:nvPr/>
        </p:nvSpPr>
        <p:spPr>
          <a:xfrm>
            <a:off x="8470900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5" name="S09-fracbar374"/>
          <p:cNvSpPr/>
          <p:nvPr/>
        </p:nvSpPr>
        <p:spPr>
          <a:xfrm>
            <a:off x="8507476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9-num375"/>
          <p:cNvSpPr txBox="1"/>
          <p:nvPr/>
        </p:nvSpPr>
        <p:spPr>
          <a:xfrm>
            <a:off x="8470900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7" name="S09-op376"/>
          <p:cNvSpPr txBox="1"/>
          <p:nvPr/>
        </p:nvSpPr>
        <p:spPr>
          <a:xfrm>
            <a:off x="9117076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8" name="S09-blank377"/>
          <p:cNvSpPr/>
          <p:nvPr/>
        </p:nvSpPr>
        <p:spPr>
          <a:xfrm>
            <a:off x="9803242" y="386878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분수를 뒤집을까요?</a:t>
            </a:r>
            <a:endParaRPr lang="ko-KR" sz="4000" dirty="0"/>
          </a:p>
        </p:txBody>
      </p:sp>
      <p:sp>
        <p:nvSpPr>
          <p:cNvPr id="3" name="S10-card37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7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÷ 3분의 2를 곱셈으로 바꾸었어요.</a:t>
            </a:r>
            <a:endParaRPr lang="ko-KR" sz="2800" dirty="0"/>
          </a:p>
        </p:txBody>
      </p:sp>
      <p:sp>
        <p:nvSpPr>
          <p:cNvPr id="5" name="S10-card3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안에 3분의 2가 1번보다 많이 들어갈까요?</a:t>
            </a:r>
            <a:endParaRPr lang="ko-KR" sz="2800" dirty="0"/>
          </a:p>
        </p:txBody>
      </p:sp>
      <p:sp>
        <p:nvSpPr>
          <p:cNvPr id="7" name="S10-chip38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0-num383"/>
          <p:cNvSpPr txBox="1"/>
          <p:nvPr/>
        </p:nvSpPr>
        <p:spPr>
          <a:xfrm>
            <a:off x="1665478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9" name="S10-fracbar384"/>
          <p:cNvSpPr/>
          <p:nvPr/>
        </p:nvSpPr>
        <p:spPr>
          <a:xfrm>
            <a:off x="1702054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0-num385"/>
          <p:cNvSpPr txBox="1"/>
          <p:nvPr/>
        </p:nvSpPr>
        <p:spPr>
          <a:xfrm>
            <a:off x="1665478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1" name="S10-op386"/>
          <p:cNvSpPr txBox="1"/>
          <p:nvPr/>
        </p:nvSpPr>
        <p:spPr>
          <a:xfrm>
            <a:off x="2311654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2" name="S10-num387"/>
          <p:cNvSpPr txBox="1"/>
          <p:nvPr/>
        </p:nvSpPr>
        <p:spPr>
          <a:xfrm>
            <a:off x="3075686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3" name="S10-fracbar388"/>
          <p:cNvSpPr/>
          <p:nvPr/>
        </p:nvSpPr>
        <p:spPr>
          <a:xfrm>
            <a:off x="3112262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0-num389"/>
          <p:cNvSpPr txBox="1"/>
          <p:nvPr/>
        </p:nvSpPr>
        <p:spPr>
          <a:xfrm>
            <a:off x="3075686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5" name="S10-op390"/>
          <p:cNvSpPr txBox="1"/>
          <p:nvPr/>
        </p:nvSpPr>
        <p:spPr>
          <a:xfrm>
            <a:off x="3721862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10-num391"/>
          <p:cNvSpPr txBox="1"/>
          <p:nvPr/>
        </p:nvSpPr>
        <p:spPr>
          <a:xfrm>
            <a:off x="4258310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7" name="S10-fracbar392"/>
          <p:cNvSpPr/>
          <p:nvPr/>
        </p:nvSpPr>
        <p:spPr>
          <a:xfrm>
            <a:off x="4294886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0-num393"/>
          <p:cNvSpPr txBox="1"/>
          <p:nvPr/>
        </p:nvSpPr>
        <p:spPr>
          <a:xfrm>
            <a:off x="4258310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9" name="S10-chip39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20" name="S10-num395"/>
          <p:cNvSpPr txBox="1"/>
          <p:nvPr/>
        </p:nvSpPr>
        <p:spPr>
          <a:xfrm>
            <a:off x="7394194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10-fracbar396"/>
          <p:cNvSpPr/>
          <p:nvPr/>
        </p:nvSpPr>
        <p:spPr>
          <a:xfrm>
            <a:off x="7430770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0-num397"/>
          <p:cNvSpPr txBox="1"/>
          <p:nvPr/>
        </p:nvSpPr>
        <p:spPr>
          <a:xfrm>
            <a:off x="7394194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3" name="S10-op398"/>
          <p:cNvSpPr txBox="1"/>
          <p:nvPr/>
        </p:nvSpPr>
        <p:spPr>
          <a:xfrm>
            <a:off x="8040370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4" name="S10-num399"/>
          <p:cNvSpPr txBox="1"/>
          <p:nvPr/>
        </p:nvSpPr>
        <p:spPr>
          <a:xfrm>
            <a:off x="8804402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10-fracbar400"/>
          <p:cNvSpPr/>
          <p:nvPr/>
        </p:nvSpPr>
        <p:spPr>
          <a:xfrm>
            <a:off x="8840978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10-num401"/>
          <p:cNvSpPr txBox="1"/>
          <p:nvPr/>
        </p:nvSpPr>
        <p:spPr>
          <a:xfrm>
            <a:off x="8804402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7" name="S10-op402"/>
          <p:cNvSpPr txBox="1"/>
          <p:nvPr/>
        </p:nvSpPr>
        <p:spPr>
          <a:xfrm>
            <a:off x="9450578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10-num403"/>
          <p:cNvSpPr txBox="1"/>
          <p:nvPr/>
        </p:nvSpPr>
        <p:spPr>
          <a:xfrm>
            <a:off x="9987026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9" name="S10-fracbar404"/>
          <p:cNvSpPr/>
          <p:nvPr/>
        </p:nvSpPr>
        <p:spPr>
          <a:xfrm>
            <a:off x="10023602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0-num405"/>
          <p:cNvSpPr txBox="1"/>
          <p:nvPr/>
        </p:nvSpPr>
        <p:spPr>
          <a:xfrm>
            <a:off x="9987026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4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⑥은 까닭을 말해요.</a:t>
            </a:r>
            <a:endParaRPr lang="ko-KR" sz="2800" dirty="0"/>
          </a:p>
        </p:txBody>
      </p:sp>
      <p:sp>
        <p:nvSpPr>
          <p:cNvPr id="4" name="S11-chip40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408"/>
          <p:cNvSpPr txBox="1"/>
          <p:nvPr/>
        </p:nvSpPr>
        <p:spPr>
          <a:xfrm>
            <a:off x="1344168" y="2135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6" name="S11-fracbar409"/>
          <p:cNvSpPr/>
          <p:nvPr/>
        </p:nvSpPr>
        <p:spPr>
          <a:xfrm>
            <a:off x="1380744" y="2651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410"/>
          <p:cNvSpPr txBox="1"/>
          <p:nvPr/>
        </p:nvSpPr>
        <p:spPr>
          <a:xfrm>
            <a:off x="1344168" y="2688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8" name="S11-op411"/>
          <p:cNvSpPr txBox="1"/>
          <p:nvPr/>
        </p:nvSpPr>
        <p:spPr>
          <a:xfrm>
            <a:off x="2089912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11-num412"/>
          <p:cNvSpPr txBox="1"/>
          <p:nvPr/>
        </p:nvSpPr>
        <p:spPr>
          <a:xfrm>
            <a:off x="2853944" y="2135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11-fracbar413"/>
          <p:cNvSpPr/>
          <p:nvPr/>
        </p:nvSpPr>
        <p:spPr>
          <a:xfrm>
            <a:off x="2890520" y="2651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414"/>
          <p:cNvSpPr txBox="1"/>
          <p:nvPr/>
        </p:nvSpPr>
        <p:spPr>
          <a:xfrm>
            <a:off x="2853944" y="2688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2" name="S11-op415"/>
          <p:cNvSpPr txBox="1"/>
          <p:nvPr/>
        </p:nvSpPr>
        <p:spPr>
          <a:xfrm>
            <a:off x="359968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416"/>
          <p:cNvSpPr/>
          <p:nvPr/>
        </p:nvSpPr>
        <p:spPr>
          <a:xfrm>
            <a:off x="4285854" y="2474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chip417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1-num418"/>
          <p:cNvSpPr txBox="1"/>
          <p:nvPr/>
        </p:nvSpPr>
        <p:spPr>
          <a:xfrm>
            <a:off x="7072884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11-fracbar419"/>
          <p:cNvSpPr/>
          <p:nvPr/>
        </p:nvSpPr>
        <p:spPr>
          <a:xfrm>
            <a:off x="7109460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num420"/>
          <p:cNvSpPr txBox="1"/>
          <p:nvPr/>
        </p:nvSpPr>
        <p:spPr>
          <a:xfrm>
            <a:off x="7072884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8" name="S11-op421"/>
          <p:cNvSpPr txBox="1"/>
          <p:nvPr/>
        </p:nvSpPr>
        <p:spPr>
          <a:xfrm>
            <a:off x="7719060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9" name="S11-num422"/>
          <p:cNvSpPr txBox="1"/>
          <p:nvPr/>
        </p:nvSpPr>
        <p:spPr>
          <a:xfrm>
            <a:off x="84830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0" name="S11-fracbar423"/>
          <p:cNvSpPr/>
          <p:nvPr/>
        </p:nvSpPr>
        <p:spPr>
          <a:xfrm>
            <a:off x="85196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1-num424"/>
          <p:cNvSpPr txBox="1"/>
          <p:nvPr/>
        </p:nvSpPr>
        <p:spPr>
          <a:xfrm>
            <a:off x="84830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11-op425"/>
          <p:cNvSpPr txBox="1"/>
          <p:nvPr/>
        </p:nvSpPr>
        <p:spPr>
          <a:xfrm>
            <a:off x="91292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3" name="S11-blank426"/>
          <p:cNvSpPr/>
          <p:nvPr/>
        </p:nvSpPr>
        <p:spPr>
          <a:xfrm>
            <a:off x="97565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1-fracbar427"/>
          <p:cNvSpPr/>
          <p:nvPr/>
        </p:nvSpPr>
        <p:spPr>
          <a:xfrm>
            <a:off x="97022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1-blank428"/>
          <p:cNvSpPr/>
          <p:nvPr/>
        </p:nvSpPr>
        <p:spPr>
          <a:xfrm>
            <a:off x="9756506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1-chip42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11-num430"/>
          <p:cNvSpPr txBox="1"/>
          <p:nvPr/>
        </p:nvSpPr>
        <p:spPr>
          <a:xfrm>
            <a:off x="1344168" y="359867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8" name="S11-num431"/>
          <p:cNvSpPr txBox="1"/>
          <p:nvPr/>
        </p:nvSpPr>
        <p:spPr>
          <a:xfrm>
            <a:off x="1667256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9" name="S11-fracbar432"/>
          <p:cNvSpPr/>
          <p:nvPr/>
        </p:nvSpPr>
        <p:spPr>
          <a:xfrm>
            <a:off x="1703832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1-num433"/>
          <p:cNvSpPr txBox="1"/>
          <p:nvPr/>
        </p:nvSpPr>
        <p:spPr>
          <a:xfrm>
            <a:off x="1667256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1" name="S11-op434"/>
          <p:cNvSpPr txBox="1"/>
          <p:nvPr/>
        </p:nvSpPr>
        <p:spPr>
          <a:xfrm>
            <a:off x="2313432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2" name="S11-num435"/>
          <p:cNvSpPr txBox="1"/>
          <p:nvPr/>
        </p:nvSpPr>
        <p:spPr>
          <a:xfrm>
            <a:off x="307746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3" name="S11-fracbar436"/>
          <p:cNvSpPr/>
          <p:nvPr/>
        </p:nvSpPr>
        <p:spPr>
          <a:xfrm>
            <a:off x="311404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1-num437"/>
          <p:cNvSpPr txBox="1"/>
          <p:nvPr/>
        </p:nvSpPr>
        <p:spPr>
          <a:xfrm>
            <a:off x="307746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35" name="S11-op438"/>
          <p:cNvSpPr txBox="1"/>
          <p:nvPr/>
        </p:nvSpPr>
        <p:spPr>
          <a:xfrm>
            <a:off x="3723640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6" name="S11-blank439"/>
          <p:cNvSpPr/>
          <p:nvPr/>
        </p:nvSpPr>
        <p:spPr>
          <a:xfrm>
            <a:off x="4409806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7" name="S11-chip440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8" name="S11-op441"/>
          <p:cNvSpPr txBox="1"/>
          <p:nvPr/>
        </p:nvSpPr>
        <p:spPr>
          <a:xfrm>
            <a:off x="7072884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9" name="S11-op442"/>
          <p:cNvSpPr txBox="1"/>
          <p:nvPr/>
        </p:nvSpPr>
        <p:spPr>
          <a:xfrm>
            <a:off x="7706868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0" name="S11-num443"/>
          <p:cNvSpPr txBox="1"/>
          <p:nvPr/>
        </p:nvSpPr>
        <p:spPr>
          <a:xfrm>
            <a:off x="8470900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1" name="S11-fracbar444"/>
          <p:cNvSpPr/>
          <p:nvPr/>
        </p:nvSpPr>
        <p:spPr>
          <a:xfrm>
            <a:off x="8507476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1-num445"/>
          <p:cNvSpPr txBox="1"/>
          <p:nvPr/>
        </p:nvSpPr>
        <p:spPr>
          <a:xfrm>
            <a:off x="8470900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3" name="S11-op446"/>
          <p:cNvSpPr txBox="1"/>
          <p:nvPr/>
        </p:nvSpPr>
        <p:spPr>
          <a:xfrm>
            <a:off x="9117076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4" name="S11-blank447"/>
          <p:cNvSpPr/>
          <p:nvPr/>
        </p:nvSpPr>
        <p:spPr>
          <a:xfrm>
            <a:off x="9653524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5" name="S11-blank448"/>
          <p:cNvSpPr/>
          <p:nvPr/>
        </p:nvSpPr>
        <p:spPr>
          <a:xfrm>
            <a:off x="10172334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6" name="S11-fracbar449"/>
          <p:cNvSpPr/>
          <p:nvPr/>
        </p:nvSpPr>
        <p:spPr>
          <a:xfrm>
            <a:off x="1011812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blank450"/>
          <p:cNvSpPr/>
          <p:nvPr/>
        </p:nvSpPr>
        <p:spPr>
          <a:xfrm>
            <a:off x="10172334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11-chip45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49" name="S11-num452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0" name="S11-fracbar453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1-num454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52" name="S11-op455"/>
          <p:cNvSpPr txBox="1"/>
          <p:nvPr/>
        </p:nvSpPr>
        <p:spPr>
          <a:xfrm>
            <a:off x="1990344" y="506171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53" name="S11-num456"/>
          <p:cNvSpPr txBox="1"/>
          <p:nvPr/>
        </p:nvSpPr>
        <p:spPr>
          <a:xfrm>
            <a:off x="2754376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54" name="S11-fracbar457"/>
          <p:cNvSpPr/>
          <p:nvPr/>
        </p:nvSpPr>
        <p:spPr>
          <a:xfrm>
            <a:off x="279095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1-num458"/>
          <p:cNvSpPr txBox="1"/>
          <p:nvPr/>
        </p:nvSpPr>
        <p:spPr>
          <a:xfrm>
            <a:off x="275437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56" name="S11-op459"/>
          <p:cNvSpPr txBox="1"/>
          <p:nvPr/>
        </p:nvSpPr>
        <p:spPr>
          <a:xfrm>
            <a:off x="340055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7" name="S11-blank460"/>
          <p:cNvSpPr/>
          <p:nvPr/>
        </p:nvSpPr>
        <p:spPr>
          <a:xfrm>
            <a:off x="3937000" y="54004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8" name="S11-blank461"/>
          <p:cNvSpPr/>
          <p:nvPr/>
        </p:nvSpPr>
        <p:spPr>
          <a:xfrm>
            <a:off x="4455810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9" name="S11-fracbar462"/>
          <p:cNvSpPr/>
          <p:nvPr/>
        </p:nvSpPr>
        <p:spPr>
          <a:xfrm>
            <a:off x="4401596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11-blank463"/>
          <p:cNvSpPr/>
          <p:nvPr/>
        </p:nvSpPr>
        <p:spPr>
          <a:xfrm>
            <a:off x="4455810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1" name="S11-chip464"/>
          <p:cNvSpPr txBox="1"/>
          <p:nvPr/>
        </p:nvSpPr>
        <p:spPr>
          <a:xfrm>
            <a:off x="6277356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62" name="S11-text465"/>
          <p:cNvSpPr txBox="1"/>
          <p:nvPr/>
        </p:nvSpPr>
        <p:spPr>
          <a:xfrm>
            <a:off x="7072884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3분의 2를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2분의 3으로 바꾸는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나눗셈</a:t>
            </a:r>
            <a:endParaRPr lang="ko-KR" sz="4000" dirty="0"/>
          </a:p>
        </p:txBody>
      </p:sp>
      <p:sp>
        <p:nvSpPr>
          <p:cNvPr id="3" name="S13-text4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답을 구해요.</a:t>
            </a:r>
            <a:endParaRPr lang="ko-KR" sz="2800" dirty="0"/>
          </a:p>
        </p:txBody>
      </p:sp>
      <p:sp>
        <p:nvSpPr>
          <p:cNvPr id="4" name="S13-chip46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46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4분의 3 L를 8분의 1 L씩 컵에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따르면 몇 컵이 될까요?</a:t>
            </a:r>
            <a:endParaRPr lang="ko-KR" sz="2800" dirty="0"/>
          </a:p>
        </p:txBody>
      </p:sp>
      <p:sp>
        <p:nvSpPr>
          <p:cNvPr id="6" name="S13-chip46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470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3분의 2 m의 무게가 5분의 4 kg이에요.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1 m의 무게는 몇 kg일까요?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7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7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분자끼리 나누고, 다르면 통분해서 나눠요.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분수의 분모와 분자를 바꾸어 곱해도 같아요.</a:t>
            </a:r>
            <a:endParaRPr lang="ko-KR" sz="2800" dirty="0"/>
          </a:p>
        </p:txBody>
      </p:sp>
      <p:sp>
        <p:nvSpPr>
          <p:cNvPr id="5" name="S14-chip47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대분수는 가분수로 바꾸기</a:t>
            </a:r>
            <a:endParaRPr lang="ko-KR" sz="2200" dirty="0"/>
          </a:p>
        </p:txBody>
      </p:sp>
      <p:sp>
        <p:nvSpPr>
          <p:cNvPr id="6" name="S14-chip47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앞의 분수를 뒤집기</a:t>
            </a:r>
            <a:endParaRPr lang="ko-KR" sz="2200" dirty="0"/>
          </a:p>
        </p:txBody>
      </p:sp>
      <p:sp>
        <p:nvSpPr>
          <p:cNvPr id="7" name="S14-text47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476"/>
          <p:cNvSpPr txBox="1"/>
          <p:nvPr/>
        </p:nvSpPr>
        <p:spPr>
          <a:xfrm>
            <a:off x="548640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477"/>
          <p:cNvSpPr txBox="1"/>
          <p:nvPr/>
        </p:nvSpPr>
        <p:spPr>
          <a:xfrm>
            <a:off x="1237996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0" name="S14-fracbar478"/>
          <p:cNvSpPr/>
          <p:nvPr/>
        </p:nvSpPr>
        <p:spPr>
          <a:xfrm>
            <a:off x="1274572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479"/>
          <p:cNvSpPr txBox="1"/>
          <p:nvPr/>
        </p:nvSpPr>
        <p:spPr>
          <a:xfrm>
            <a:off x="1237996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2" name="S14-op480"/>
          <p:cNvSpPr txBox="1"/>
          <p:nvPr/>
        </p:nvSpPr>
        <p:spPr>
          <a:xfrm>
            <a:off x="1804162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13" name="S14-num481"/>
          <p:cNvSpPr txBox="1"/>
          <p:nvPr/>
        </p:nvSpPr>
        <p:spPr>
          <a:xfrm>
            <a:off x="2493518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" name="S14-fracbar482"/>
          <p:cNvSpPr/>
          <p:nvPr/>
        </p:nvSpPr>
        <p:spPr>
          <a:xfrm>
            <a:off x="2530094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483"/>
          <p:cNvSpPr txBox="1"/>
          <p:nvPr/>
        </p:nvSpPr>
        <p:spPr>
          <a:xfrm>
            <a:off x="2493518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6" name="S14-op484"/>
          <p:cNvSpPr txBox="1"/>
          <p:nvPr/>
        </p:nvSpPr>
        <p:spPr>
          <a:xfrm>
            <a:off x="4322064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485"/>
          <p:cNvSpPr txBox="1"/>
          <p:nvPr/>
        </p:nvSpPr>
        <p:spPr>
          <a:xfrm>
            <a:off x="501142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8" name="S14-fracbar486"/>
          <p:cNvSpPr/>
          <p:nvPr/>
        </p:nvSpPr>
        <p:spPr>
          <a:xfrm>
            <a:off x="504799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487"/>
          <p:cNvSpPr txBox="1"/>
          <p:nvPr/>
        </p:nvSpPr>
        <p:spPr>
          <a:xfrm>
            <a:off x="501142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0" name="S14-op488"/>
          <p:cNvSpPr txBox="1"/>
          <p:nvPr/>
        </p:nvSpPr>
        <p:spPr>
          <a:xfrm>
            <a:off x="557758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21" name="S14-num489"/>
          <p:cNvSpPr txBox="1"/>
          <p:nvPr/>
        </p:nvSpPr>
        <p:spPr>
          <a:xfrm>
            <a:off x="6266942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14-fracbar490"/>
          <p:cNvSpPr/>
          <p:nvPr/>
        </p:nvSpPr>
        <p:spPr>
          <a:xfrm>
            <a:off x="6303518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num491"/>
          <p:cNvSpPr txBox="1"/>
          <p:nvPr/>
        </p:nvSpPr>
        <p:spPr>
          <a:xfrm>
            <a:off x="6266942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4" name="S14-op492"/>
          <p:cNvSpPr txBox="1"/>
          <p:nvPr/>
        </p:nvSpPr>
        <p:spPr>
          <a:xfrm>
            <a:off x="8095488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14-num493"/>
          <p:cNvSpPr txBox="1"/>
          <p:nvPr/>
        </p:nvSpPr>
        <p:spPr>
          <a:xfrm>
            <a:off x="8784844" y="4401312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6" name="S14-num494"/>
          <p:cNvSpPr txBox="1"/>
          <p:nvPr/>
        </p:nvSpPr>
        <p:spPr>
          <a:xfrm>
            <a:off x="905764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7" name="S14-fracbar495"/>
          <p:cNvSpPr/>
          <p:nvPr/>
        </p:nvSpPr>
        <p:spPr>
          <a:xfrm>
            <a:off x="909421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8" name="S14-num496"/>
          <p:cNvSpPr txBox="1"/>
          <p:nvPr/>
        </p:nvSpPr>
        <p:spPr>
          <a:xfrm>
            <a:off x="905764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9" name="S14-op497"/>
          <p:cNvSpPr txBox="1"/>
          <p:nvPr/>
        </p:nvSpPr>
        <p:spPr>
          <a:xfrm>
            <a:off x="962380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30" name="S14-num498"/>
          <p:cNvSpPr txBox="1"/>
          <p:nvPr/>
        </p:nvSpPr>
        <p:spPr>
          <a:xfrm>
            <a:off x="10313162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1" name="S14-fracbar499"/>
          <p:cNvSpPr/>
          <p:nvPr/>
        </p:nvSpPr>
        <p:spPr>
          <a:xfrm>
            <a:off x="10349738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2" name="S14-num500"/>
          <p:cNvSpPr txBox="1"/>
          <p:nvPr/>
        </p:nvSpPr>
        <p:spPr>
          <a:xfrm>
            <a:off x="10313162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3" name="S14-text5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나눗셈 1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분수 ÷ 자연수와 통분</a:t>
            </a:r>
            <a:endParaRPr lang="ko-KR" sz="4000" dirty="0"/>
          </a:p>
        </p:txBody>
      </p:sp>
      <p:sp>
        <p:nvSpPr>
          <p:cNvPr id="3" name="S15-stepno502"/>
          <p:cNvSpPr txBox="1"/>
          <p:nvPr/>
        </p:nvSpPr>
        <p:spPr>
          <a:xfrm>
            <a:off x="548640" y="2284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" name="S15-text503"/>
          <p:cNvSpPr txBox="1"/>
          <p:nvPr/>
        </p:nvSpPr>
        <p:spPr>
          <a:xfrm>
            <a:off x="1325880" y="223875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÷ 자연수는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자연수분의 1을 곱해요.</a:t>
            </a:r>
            <a:endParaRPr lang="ko-KR" sz="2800" dirty="0"/>
          </a:p>
        </p:txBody>
      </p:sp>
      <p:sp>
        <p:nvSpPr>
          <p:cNvPr id="5" name="S15-num504"/>
          <p:cNvSpPr txBox="1"/>
          <p:nvPr/>
        </p:nvSpPr>
        <p:spPr>
          <a:xfrm>
            <a:off x="6981810" y="22387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6" name="S15-fracbar505"/>
          <p:cNvSpPr/>
          <p:nvPr/>
        </p:nvSpPr>
        <p:spPr>
          <a:xfrm>
            <a:off x="7018386" y="26949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5-num506"/>
          <p:cNvSpPr txBox="1"/>
          <p:nvPr/>
        </p:nvSpPr>
        <p:spPr>
          <a:xfrm>
            <a:off x="6981810" y="27315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15-op507"/>
          <p:cNvSpPr txBox="1"/>
          <p:nvPr/>
        </p:nvSpPr>
        <p:spPr>
          <a:xfrm>
            <a:off x="7574646" y="22387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800" dirty="0"/>
          </a:p>
        </p:txBody>
      </p:sp>
      <p:sp>
        <p:nvSpPr>
          <p:cNvPr id="9" name="S15-op508"/>
          <p:cNvSpPr txBox="1"/>
          <p:nvPr/>
        </p:nvSpPr>
        <p:spPr>
          <a:xfrm>
            <a:off x="8288894" y="22387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15-op509"/>
          <p:cNvSpPr txBox="1"/>
          <p:nvPr/>
        </p:nvSpPr>
        <p:spPr>
          <a:xfrm>
            <a:off x="8889350" y="2238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1" name="S15-num510"/>
          <p:cNvSpPr txBox="1"/>
          <p:nvPr/>
        </p:nvSpPr>
        <p:spPr>
          <a:xfrm>
            <a:off x="9404462" y="22387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15-fracbar511"/>
          <p:cNvSpPr/>
          <p:nvPr/>
        </p:nvSpPr>
        <p:spPr>
          <a:xfrm>
            <a:off x="9441038" y="26949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num512"/>
          <p:cNvSpPr txBox="1"/>
          <p:nvPr/>
        </p:nvSpPr>
        <p:spPr>
          <a:xfrm>
            <a:off x="9404462" y="27315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15-op513"/>
          <p:cNvSpPr txBox="1"/>
          <p:nvPr/>
        </p:nvSpPr>
        <p:spPr>
          <a:xfrm>
            <a:off x="9997298" y="22387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5" name="S15-num514"/>
          <p:cNvSpPr txBox="1"/>
          <p:nvPr/>
        </p:nvSpPr>
        <p:spPr>
          <a:xfrm>
            <a:off x="10711546" y="22387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6" name="S15-fracbar515"/>
          <p:cNvSpPr/>
          <p:nvPr/>
        </p:nvSpPr>
        <p:spPr>
          <a:xfrm>
            <a:off x="10748122" y="26949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5-num516"/>
          <p:cNvSpPr txBox="1"/>
          <p:nvPr/>
        </p:nvSpPr>
        <p:spPr>
          <a:xfrm>
            <a:off x="10711546" y="27315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8" name="S15-stepno517"/>
          <p:cNvSpPr txBox="1"/>
          <p:nvPr/>
        </p:nvSpPr>
        <p:spPr>
          <a:xfrm>
            <a:off x="548640" y="3361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15-text518"/>
          <p:cNvSpPr txBox="1"/>
          <p:nvPr/>
        </p:nvSpPr>
        <p:spPr>
          <a:xfrm>
            <a:off x="1325880" y="331571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약분해요.</a:t>
            </a:r>
            <a:endParaRPr lang="ko-KR" sz="2800" dirty="0"/>
          </a:p>
        </p:txBody>
      </p:sp>
      <p:sp>
        <p:nvSpPr>
          <p:cNvPr id="20" name="S15-num519"/>
          <p:cNvSpPr txBox="1"/>
          <p:nvPr/>
        </p:nvSpPr>
        <p:spPr>
          <a:xfrm>
            <a:off x="6981810" y="33157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15-fracbar520"/>
          <p:cNvSpPr/>
          <p:nvPr/>
        </p:nvSpPr>
        <p:spPr>
          <a:xfrm>
            <a:off x="7018386" y="377190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num521"/>
          <p:cNvSpPr txBox="1"/>
          <p:nvPr/>
        </p:nvSpPr>
        <p:spPr>
          <a:xfrm>
            <a:off x="6981810" y="38084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3" name="S15-op522"/>
          <p:cNvSpPr txBox="1"/>
          <p:nvPr/>
        </p:nvSpPr>
        <p:spPr>
          <a:xfrm>
            <a:off x="7574646" y="331571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4" name="S15-num523"/>
          <p:cNvSpPr txBox="1"/>
          <p:nvPr/>
        </p:nvSpPr>
        <p:spPr>
          <a:xfrm>
            <a:off x="8288894" y="33157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15-fracbar524"/>
          <p:cNvSpPr/>
          <p:nvPr/>
        </p:nvSpPr>
        <p:spPr>
          <a:xfrm>
            <a:off x="8325470" y="377190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num525"/>
          <p:cNvSpPr txBox="1"/>
          <p:nvPr/>
        </p:nvSpPr>
        <p:spPr>
          <a:xfrm>
            <a:off x="8288894" y="38084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7" name="S15-op526"/>
          <p:cNvSpPr txBox="1"/>
          <p:nvPr/>
        </p:nvSpPr>
        <p:spPr>
          <a:xfrm>
            <a:off x="8881730" y="331571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8" name="S15-num527"/>
          <p:cNvSpPr txBox="1"/>
          <p:nvPr/>
        </p:nvSpPr>
        <p:spPr>
          <a:xfrm>
            <a:off x="9396842" y="33157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9" name="S15-fracbar528"/>
          <p:cNvSpPr/>
          <p:nvPr/>
        </p:nvSpPr>
        <p:spPr>
          <a:xfrm>
            <a:off x="9433418" y="377190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5-num529"/>
          <p:cNvSpPr txBox="1"/>
          <p:nvPr/>
        </p:nvSpPr>
        <p:spPr>
          <a:xfrm>
            <a:off x="9396842" y="38084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15-op530"/>
          <p:cNvSpPr txBox="1"/>
          <p:nvPr/>
        </p:nvSpPr>
        <p:spPr>
          <a:xfrm>
            <a:off x="10083658" y="331571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15-num531"/>
          <p:cNvSpPr txBox="1"/>
          <p:nvPr/>
        </p:nvSpPr>
        <p:spPr>
          <a:xfrm>
            <a:off x="10598770" y="33157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3" name="S15-fracbar532"/>
          <p:cNvSpPr/>
          <p:nvPr/>
        </p:nvSpPr>
        <p:spPr>
          <a:xfrm>
            <a:off x="10635346" y="377190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5-num533"/>
          <p:cNvSpPr txBox="1"/>
          <p:nvPr/>
        </p:nvSpPr>
        <p:spPr>
          <a:xfrm>
            <a:off x="10598770" y="38084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5" name="S15-stepno534"/>
          <p:cNvSpPr txBox="1"/>
          <p:nvPr/>
        </p:nvSpPr>
        <p:spPr>
          <a:xfrm>
            <a:off x="548640" y="4438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6" name="S15-text535"/>
          <p:cNvSpPr txBox="1"/>
          <p:nvPr/>
        </p:nvSpPr>
        <p:spPr>
          <a:xfrm>
            <a:off x="1325880" y="439267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통분: 분모와 분자에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수를 곱해요.</a:t>
            </a:r>
            <a:endParaRPr lang="ko-KR" sz="2800" dirty="0"/>
          </a:p>
        </p:txBody>
      </p:sp>
      <p:sp>
        <p:nvSpPr>
          <p:cNvPr id="37" name="S15-num536"/>
          <p:cNvSpPr txBox="1"/>
          <p:nvPr/>
        </p:nvSpPr>
        <p:spPr>
          <a:xfrm>
            <a:off x="6981810" y="4392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8" name="S15-fracbar537"/>
          <p:cNvSpPr/>
          <p:nvPr/>
        </p:nvSpPr>
        <p:spPr>
          <a:xfrm>
            <a:off x="7018386" y="4848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15-num538"/>
          <p:cNvSpPr txBox="1"/>
          <p:nvPr/>
        </p:nvSpPr>
        <p:spPr>
          <a:xfrm>
            <a:off x="6981810" y="4885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0" name="S15-op539"/>
          <p:cNvSpPr txBox="1"/>
          <p:nvPr/>
        </p:nvSpPr>
        <p:spPr>
          <a:xfrm>
            <a:off x="7574646" y="4392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1" name="S15-num540"/>
          <p:cNvSpPr txBox="1"/>
          <p:nvPr/>
        </p:nvSpPr>
        <p:spPr>
          <a:xfrm>
            <a:off x="8089758" y="4392676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5</a:t>
            </a:r>
            <a:endParaRPr lang="ko-KR" sz="2800" dirty="0"/>
          </a:p>
        </p:txBody>
      </p:sp>
      <p:sp>
        <p:nvSpPr>
          <p:cNvPr id="42" name="S15-fracbar541"/>
          <p:cNvSpPr/>
          <p:nvPr/>
        </p:nvSpPr>
        <p:spPr>
          <a:xfrm>
            <a:off x="8126334" y="4848860"/>
            <a:ext cx="11226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15-num542"/>
          <p:cNvSpPr txBox="1"/>
          <p:nvPr/>
        </p:nvSpPr>
        <p:spPr>
          <a:xfrm>
            <a:off x="8089758" y="4885436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</a:t>
            </a:r>
            <a:endParaRPr lang="ko-KR" sz="2800" dirty="0"/>
          </a:p>
        </p:txBody>
      </p:sp>
      <p:sp>
        <p:nvSpPr>
          <p:cNvPr id="44" name="S15-op543"/>
          <p:cNvSpPr txBox="1"/>
          <p:nvPr/>
        </p:nvSpPr>
        <p:spPr>
          <a:xfrm>
            <a:off x="9395318" y="4392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5" name="S15-num544"/>
          <p:cNvSpPr txBox="1"/>
          <p:nvPr/>
        </p:nvSpPr>
        <p:spPr>
          <a:xfrm>
            <a:off x="9910430" y="43926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46" name="S15-fracbar545"/>
          <p:cNvSpPr/>
          <p:nvPr/>
        </p:nvSpPr>
        <p:spPr>
          <a:xfrm>
            <a:off x="9947006" y="48488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15-num546"/>
          <p:cNvSpPr txBox="1"/>
          <p:nvPr/>
        </p:nvSpPr>
        <p:spPr>
          <a:xfrm>
            <a:off x="9910430" y="48854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분수의 나눗셈 2</dc:title>
  <dc:subject>KR22-G06-MAT-FRACDIV2-L01</dc:subject>
  <dc:creator>education-ppt</dc:creator>
  <cp:lastModifiedBy>education-ppt</cp:lastModifiedBy>
  <cp:revision>1</cp:revision>
  <dcterms:created xsi:type="dcterms:W3CDTF">2026-10-26T09:12:24Z</dcterms:created>
  <dcterms:modified xsi:type="dcterms:W3CDTF">2026-10-26T09:12:24Z</dcterms:modified>
</cp:coreProperties>
</file>