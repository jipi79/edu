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fe26bbe5-6b61-cc02-d41d-7df6cb30e8f0}">
          <p14:sldIdLst>
            <p14:sldId id="256"/>
            <p14:sldId id="257"/>
          </p14:sldIdLst>
        </p14:section>
        <p14:section name="개념" id="{1ddc71e4-0878-3904-842b-a93476e0ea7a}">
          <p14:sldIdLst>
            <p14:sldId id="258"/>
            <p14:sldId id="259"/>
            <p14:sldId id="261"/>
            <p14:sldId id="262"/>
            <p14:sldId id="263"/>
          </p14:sldIdLst>
        </p14:section>
        <p14:section name="연습" id="{4e2ee810-39c9-3b9d-813f-9aa2ca3d5f3d}">
          <p14:sldIdLst>
            <p14:sldId id="260"/>
            <p14:sldId id="264"/>
            <p14:sldId id="265"/>
          </p14:sldIdLst>
        </p14:section>
        <p14:section name="개념" id="{11253de7-b2e8-9e41-880a-ff9e3ad97d1b}">
          <p14:sldIdLst/>
        </p14:section>
        <p14:section name="연습" id="{e60bcd36-5350-cf53-24bd-97de1685c57e}">
          <p14:sldIdLst/>
        </p14:section>
        <p14:section name="확인" id="{5d609020-2267-0b8d-8b83-3d91a068a07c}">
          <p14:sldIdLst>
            <p14:sldId id="266"/>
            <p14:sldId id="267"/>
          </p14:sldIdLst>
        </p14:section>
        <p14:section name="정리" id="{f35eaa80-496f-309d-dae1-7bbc2974d3f4}">
          <p14:sldIdLst>
            <p14:sldId id="268"/>
          </p14:sldIdLst>
        </p14:section>
        <p14:section name="보충" id="{3e150215-a2cb-07a5-c7bc-aef46c126bfe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수학 · 연산과비례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수학 · 분수의 나눗셈 1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수학 · 분수의 나눗셈 1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초6 수학 · 분수의 나눗셈 1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분수의 나눗셈 1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 테이프 3 m를 4명이 똑같이 나누면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명은 몇 m일까?</a:t>
            </a:r>
            <a:endParaRPr lang="ko-KR" sz="2800" dirty="0"/>
          </a:p>
        </p:txBody>
      </p:sp>
      <p:sp>
        <p:nvSpPr>
          <p:cNvPr id="4" name="S01-eqtext1"/>
          <p:cNvSpPr txBox="1"/>
          <p:nvPr/>
        </p:nvSpPr>
        <p:spPr>
          <a:xfrm>
            <a:off x="7680960" y="640080"/>
            <a:ext cx="3931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÷ 4 = □</a:t>
            </a:r>
            <a:endParaRPr lang="ko-KR" sz="3200" dirty="0"/>
          </a:p>
        </p:txBody>
      </p:sp>
      <p:sp>
        <p:nvSpPr>
          <p:cNvPr id="5" name="S01-card2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6" name="S01-cardtext3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(자연수) ÷ (자연수)의 몫을 분수로 나타내요.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(분수) ÷ (자연수)를 그림으로 설명하고 계산해요.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학년 기억하기</a:t>
            </a:r>
            <a:endParaRPr lang="ko-KR" sz="4000" dirty="0"/>
          </a:p>
        </p:txBody>
      </p:sp>
      <p:sp>
        <p:nvSpPr>
          <p:cNvPr id="3" name="S02-text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□에 알맞은 수를 써요.</a:t>
            </a:r>
            <a:endParaRPr lang="ko-KR" sz="2800" dirty="0"/>
          </a:p>
        </p:txBody>
      </p:sp>
      <p:sp>
        <p:nvSpPr>
          <p:cNvPr id="4" name="S02-chip5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02-num6"/>
          <p:cNvSpPr txBox="1"/>
          <p:nvPr/>
        </p:nvSpPr>
        <p:spPr>
          <a:xfrm>
            <a:off x="1344168" y="213563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6" name="S02-fracbar7"/>
          <p:cNvSpPr/>
          <p:nvPr/>
        </p:nvSpPr>
        <p:spPr>
          <a:xfrm>
            <a:off x="1380744" y="265176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7" name="S02-num8"/>
          <p:cNvSpPr txBox="1"/>
          <p:nvPr/>
        </p:nvSpPr>
        <p:spPr>
          <a:xfrm>
            <a:off x="1344168" y="268833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200" dirty="0"/>
          </a:p>
        </p:txBody>
      </p:sp>
      <p:sp>
        <p:nvSpPr>
          <p:cNvPr id="8" name="S02-op9"/>
          <p:cNvSpPr txBox="1"/>
          <p:nvPr/>
        </p:nvSpPr>
        <p:spPr>
          <a:xfrm>
            <a:off x="1990344" y="2135632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ko-KR" sz="3200" dirty="0"/>
          </a:p>
        </p:txBody>
      </p:sp>
      <p:sp>
        <p:nvSpPr>
          <p:cNvPr id="9" name="S02-num10"/>
          <p:cNvSpPr txBox="1"/>
          <p:nvPr/>
        </p:nvSpPr>
        <p:spPr>
          <a:xfrm>
            <a:off x="2754376" y="213563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200" dirty="0"/>
          </a:p>
        </p:txBody>
      </p:sp>
      <p:sp>
        <p:nvSpPr>
          <p:cNvPr id="10" name="S02-fracbar11"/>
          <p:cNvSpPr/>
          <p:nvPr/>
        </p:nvSpPr>
        <p:spPr>
          <a:xfrm>
            <a:off x="2790952" y="265176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" name="S02-num12"/>
          <p:cNvSpPr txBox="1"/>
          <p:nvPr/>
        </p:nvSpPr>
        <p:spPr>
          <a:xfrm>
            <a:off x="2754376" y="268833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12" name="S02-op13"/>
          <p:cNvSpPr txBox="1"/>
          <p:nvPr/>
        </p:nvSpPr>
        <p:spPr>
          <a:xfrm>
            <a:off x="3400552" y="213563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13" name="S02-blank14"/>
          <p:cNvSpPr/>
          <p:nvPr/>
        </p:nvSpPr>
        <p:spPr>
          <a:xfrm>
            <a:off x="4027790" y="2197974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4" name="S02-fracbar15"/>
          <p:cNvSpPr/>
          <p:nvPr/>
        </p:nvSpPr>
        <p:spPr>
          <a:xfrm>
            <a:off x="3973576" y="265176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5" name="S02-blank16"/>
          <p:cNvSpPr/>
          <p:nvPr/>
        </p:nvSpPr>
        <p:spPr>
          <a:xfrm>
            <a:off x="4027790" y="2750678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6" name="S02-chip17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17" name="S02-num18"/>
          <p:cNvSpPr txBox="1"/>
          <p:nvPr/>
        </p:nvSpPr>
        <p:spPr>
          <a:xfrm>
            <a:off x="1344168" y="359867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18" name="S02-fracbar19"/>
          <p:cNvSpPr/>
          <p:nvPr/>
        </p:nvSpPr>
        <p:spPr>
          <a:xfrm>
            <a:off x="1380744" y="411480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9" name="S02-num20"/>
          <p:cNvSpPr txBox="1"/>
          <p:nvPr/>
        </p:nvSpPr>
        <p:spPr>
          <a:xfrm>
            <a:off x="1344168" y="415137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200" dirty="0"/>
          </a:p>
        </p:txBody>
      </p:sp>
      <p:sp>
        <p:nvSpPr>
          <p:cNvPr id="20" name="S02-op21"/>
          <p:cNvSpPr txBox="1"/>
          <p:nvPr/>
        </p:nvSpPr>
        <p:spPr>
          <a:xfrm>
            <a:off x="1990344" y="359867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21" name="S02-blank22"/>
          <p:cNvSpPr/>
          <p:nvPr/>
        </p:nvSpPr>
        <p:spPr>
          <a:xfrm>
            <a:off x="2667366" y="3661014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2" name="S02-fracbar23"/>
          <p:cNvSpPr/>
          <p:nvPr/>
        </p:nvSpPr>
        <p:spPr>
          <a:xfrm>
            <a:off x="2563368" y="4114800"/>
            <a:ext cx="56286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3" name="S02-num24"/>
          <p:cNvSpPr txBox="1"/>
          <p:nvPr/>
        </p:nvSpPr>
        <p:spPr>
          <a:xfrm>
            <a:off x="2526792" y="4151376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3200" dirty="0"/>
          </a:p>
        </p:txBody>
      </p:sp>
      <p:sp>
        <p:nvSpPr>
          <p:cNvPr id="24" name="S02-chip25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25" name="S02-num26"/>
          <p:cNvSpPr txBox="1"/>
          <p:nvPr/>
        </p:nvSpPr>
        <p:spPr>
          <a:xfrm>
            <a:off x="1344168" y="506171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3200" dirty="0"/>
          </a:p>
        </p:txBody>
      </p:sp>
      <p:sp>
        <p:nvSpPr>
          <p:cNvPr id="26" name="S02-fracbar27"/>
          <p:cNvSpPr/>
          <p:nvPr/>
        </p:nvSpPr>
        <p:spPr>
          <a:xfrm>
            <a:off x="1380744" y="557784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7" name="S02-num28"/>
          <p:cNvSpPr txBox="1"/>
          <p:nvPr/>
        </p:nvSpPr>
        <p:spPr>
          <a:xfrm>
            <a:off x="1344168" y="561441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28" name="S02-op29"/>
          <p:cNvSpPr txBox="1"/>
          <p:nvPr/>
        </p:nvSpPr>
        <p:spPr>
          <a:xfrm>
            <a:off x="1990344" y="506171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29" name="S02-blank30"/>
          <p:cNvSpPr/>
          <p:nvPr/>
        </p:nvSpPr>
        <p:spPr>
          <a:xfrm>
            <a:off x="2526792" y="5400406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30" name="S02-blank31"/>
          <p:cNvSpPr/>
          <p:nvPr/>
        </p:nvSpPr>
        <p:spPr>
          <a:xfrm>
            <a:off x="3045602" y="5124054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31" name="S02-fracbar32"/>
          <p:cNvSpPr/>
          <p:nvPr/>
        </p:nvSpPr>
        <p:spPr>
          <a:xfrm>
            <a:off x="2991388" y="557784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2" name="S02-blank33"/>
          <p:cNvSpPr/>
          <p:nvPr/>
        </p:nvSpPr>
        <p:spPr>
          <a:xfrm>
            <a:off x="3045602" y="5676758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÷ 3의 몫</a:t>
            </a:r>
            <a:endParaRPr lang="ko-KR" sz="4000" dirty="0"/>
          </a:p>
        </p:txBody>
      </p:sp>
      <p:sp>
        <p:nvSpPr>
          <p:cNvPr id="3" name="S03-text3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1을 나타내는 띠 2개를 3명이 똑같이 나눠요.</a:t>
            </a:r>
            <a:endParaRPr lang="ko-KR" sz="2800" dirty="0"/>
          </a:p>
        </p:txBody>
      </p:sp>
      <p:sp>
        <p:nvSpPr>
          <p:cNvPr id="4" name="S03-card35"/>
          <p:cNvSpPr/>
          <p:nvPr/>
        </p:nvSpPr>
        <p:spPr>
          <a:xfrm>
            <a:off x="548640" y="4696968"/>
            <a:ext cx="543153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3-cardtext36"/>
          <p:cNvSpPr txBox="1"/>
          <p:nvPr/>
        </p:nvSpPr>
        <p:spPr>
          <a:xfrm>
            <a:off x="822960" y="4834128"/>
            <a:ext cx="488289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÷ 3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1을 똑같이 3으로 나눈 하나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3분의 1</a:t>
            </a:r>
            <a:endParaRPr lang="ko-KR" sz="2800" dirty="0"/>
          </a:p>
        </p:txBody>
      </p:sp>
      <p:sp>
        <p:nvSpPr>
          <p:cNvPr id="6" name="S03-card37"/>
          <p:cNvSpPr/>
          <p:nvPr/>
        </p:nvSpPr>
        <p:spPr>
          <a:xfrm>
            <a:off x="6208776" y="4696968"/>
            <a:ext cx="543153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3-cardtext38"/>
          <p:cNvSpPr txBox="1"/>
          <p:nvPr/>
        </p:nvSpPr>
        <p:spPr>
          <a:xfrm>
            <a:off x="6483096" y="4834128"/>
            <a:ext cx="488289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÷ 3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띠마다 1칸씩, 3분의 1이 2개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3분의 2</a:t>
            </a:r>
            <a:endParaRPr lang="ko-KR" sz="2800" dirty="0"/>
          </a:p>
        </p:txBody>
      </p:sp>
      <p:sp>
        <p:nvSpPr>
          <p:cNvPr id="8" name="S03-label39"/>
          <p:cNvSpPr txBox="1"/>
          <p:nvPr/>
        </p:nvSpPr>
        <p:spPr>
          <a:xfrm>
            <a:off x="548640" y="2289048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9" name="S03-cell40"/>
          <p:cNvSpPr/>
          <p:nvPr/>
        </p:nvSpPr>
        <p:spPr>
          <a:xfrm>
            <a:off x="1600200" y="2289048"/>
            <a:ext cx="1444752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3-cell41"/>
          <p:cNvSpPr/>
          <p:nvPr/>
        </p:nvSpPr>
        <p:spPr>
          <a:xfrm>
            <a:off x="3044952" y="2289048"/>
            <a:ext cx="1444752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3-cell42"/>
          <p:cNvSpPr/>
          <p:nvPr/>
        </p:nvSpPr>
        <p:spPr>
          <a:xfrm>
            <a:off x="4489704" y="2289048"/>
            <a:ext cx="1444752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3-figure43" descr="똑같이 3칸으로 나눈 띠, 1칸 색칠"/>
          <p:cNvSpPr/>
          <p:nvPr/>
        </p:nvSpPr>
        <p:spPr>
          <a:xfrm>
            <a:off x="1600200" y="2289048"/>
            <a:ext cx="4334256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3" name="S03-label44"/>
          <p:cNvSpPr txBox="1"/>
          <p:nvPr/>
        </p:nvSpPr>
        <p:spPr>
          <a:xfrm>
            <a:off x="548640" y="336804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14" name="S03-cell45"/>
          <p:cNvSpPr/>
          <p:nvPr/>
        </p:nvSpPr>
        <p:spPr>
          <a:xfrm>
            <a:off x="1600200" y="3368040"/>
            <a:ext cx="1444752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3-cell46"/>
          <p:cNvSpPr/>
          <p:nvPr/>
        </p:nvSpPr>
        <p:spPr>
          <a:xfrm>
            <a:off x="3044952" y="3368040"/>
            <a:ext cx="1444752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3-cell47"/>
          <p:cNvSpPr/>
          <p:nvPr/>
        </p:nvSpPr>
        <p:spPr>
          <a:xfrm>
            <a:off x="4489704" y="3368040"/>
            <a:ext cx="1444752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3-figure48" descr="똑같이 3칸으로 나눈 띠, 1칸 색칠"/>
          <p:cNvSpPr/>
          <p:nvPr/>
        </p:nvSpPr>
        <p:spPr>
          <a:xfrm>
            <a:off x="1600200" y="3368040"/>
            <a:ext cx="4334256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8" name="S03-op49"/>
          <p:cNvSpPr txBox="1"/>
          <p:nvPr/>
        </p:nvSpPr>
        <p:spPr>
          <a:xfrm>
            <a:off x="7394956" y="2047748"/>
            <a:ext cx="524256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200" dirty="0"/>
          </a:p>
        </p:txBody>
      </p:sp>
      <p:sp>
        <p:nvSpPr>
          <p:cNvPr id="19" name="S03-op50"/>
          <p:cNvSpPr txBox="1"/>
          <p:nvPr/>
        </p:nvSpPr>
        <p:spPr>
          <a:xfrm>
            <a:off x="8028940" y="2047748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÷</a:t>
            </a:r>
            <a:endParaRPr lang="ko-KR" sz="3200" dirty="0"/>
          </a:p>
        </p:txBody>
      </p:sp>
      <p:sp>
        <p:nvSpPr>
          <p:cNvPr id="20" name="S03-op51"/>
          <p:cNvSpPr txBox="1"/>
          <p:nvPr/>
        </p:nvSpPr>
        <p:spPr>
          <a:xfrm>
            <a:off x="8792972" y="2047748"/>
            <a:ext cx="524256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21" name="S03-op52"/>
          <p:cNvSpPr txBox="1"/>
          <p:nvPr/>
        </p:nvSpPr>
        <p:spPr>
          <a:xfrm>
            <a:off x="9426956" y="2047748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22" name="S03-num53"/>
          <p:cNvSpPr txBox="1"/>
          <p:nvPr/>
        </p:nvSpPr>
        <p:spPr>
          <a:xfrm>
            <a:off x="9963404" y="2047748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200" dirty="0"/>
          </a:p>
        </p:txBody>
      </p:sp>
      <p:sp>
        <p:nvSpPr>
          <p:cNvPr id="23" name="S03-fracbar54"/>
          <p:cNvSpPr/>
          <p:nvPr/>
        </p:nvSpPr>
        <p:spPr>
          <a:xfrm>
            <a:off x="9999980" y="2563876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4" name="S03-num55"/>
          <p:cNvSpPr txBox="1"/>
          <p:nvPr/>
        </p:nvSpPr>
        <p:spPr>
          <a:xfrm>
            <a:off x="9963404" y="260045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25" name="S03-op56"/>
          <p:cNvSpPr txBox="1"/>
          <p:nvPr/>
        </p:nvSpPr>
        <p:spPr>
          <a:xfrm>
            <a:off x="7394956" y="3400044"/>
            <a:ext cx="524256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26" name="S03-op57"/>
          <p:cNvSpPr txBox="1"/>
          <p:nvPr/>
        </p:nvSpPr>
        <p:spPr>
          <a:xfrm>
            <a:off x="8028940" y="3400044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÷</a:t>
            </a:r>
            <a:endParaRPr lang="ko-KR" sz="3200" dirty="0"/>
          </a:p>
        </p:txBody>
      </p:sp>
      <p:sp>
        <p:nvSpPr>
          <p:cNvPr id="27" name="S03-op58"/>
          <p:cNvSpPr txBox="1"/>
          <p:nvPr/>
        </p:nvSpPr>
        <p:spPr>
          <a:xfrm>
            <a:off x="8792972" y="3400044"/>
            <a:ext cx="524256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28" name="S03-op59"/>
          <p:cNvSpPr txBox="1"/>
          <p:nvPr/>
        </p:nvSpPr>
        <p:spPr>
          <a:xfrm>
            <a:off x="9426956" y="3400044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29" name="S03-num60"/>
          <p:cNvSpPr txBox="1"/>
          <p:nvPr/>
        </p:nvSpPr>
        <p:spPr>
          <a:xfrm>
            <a:off x="9963404" y="3400044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30" name="S03-fracbar61"/>
          <p:cNvSpPr/>
          <p:nvPr/>
        </p:nvSpPr>
        <p:spPr>
          <a:xfrm>
            <a:off x="9999980" y="3916172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1" name="S03-num62"/>
          <p:cNvSpPr txBox="1"/>
          <p:nvPr/>
        </p:nvSpPr>
        <p:spPr>
          <a:xfrm>
            <a:off x="9963404" y="3952748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÷ 3의 몫</a:t>
            </a:r>
            <a:endParaRPr lang="ko-KR" sz="4000" dirty="0"/>
          </a:p>
        </p:txBody>
      </p:sp>
      <p:sp>
        <p:nvSpPr>
          <p:cNvPr id="3" name="S04-card6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6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몫의 분자는 나누어지는 수, 분모는 나누는 수예요.</a:t>
            </a:r>
            <a:endParaRPr lang="ko-KR" sz="2800" dirty="0"/>
          </a:p>
        </p:txBody>
      </p:sp>
      <p:sp>
        <p:nvSpPr>
          <p:cNvPr id="5" name="S04-label65"/>
          <p:cNvSpPr txBox="1"/>
          <p:nvPr/>
        </p:nvSpPr>
        <p:spPr>
          <a:xfrm>
            <a:off x="7349947" y="1463040"/>
            <a:ext cx="91440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6" name="S04-cell66"/>
          <p:cNvSpPr/>
          <p:nvPr/>
        </p:nvSpPr>
        <p:spPr>
          <a:xfrm>
            <a:off x="8401507" y="1463040"/>
            <a:ext cx="1079602" cy="49926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4-cell67"/>
          <p:cNvSpPr/>
          <p:nvPr/>
        </p:nvSpPr>
        <p:spPr>
          <a:xfrm>
            <a:off x="9481109" y="1463040"/>
            <a:ext cx="1079602" cy="499262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4-cell68"/>
          <p:cNvSpPr/>
          <p:nvPr/>
        </p:nvSpPr>
        <p:spPr>
          <a:xfrm>
            <a:off x="10560710" y="1463040"/>
            <a:ext cx="1079602" cy="499262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4-figure69" descr="똑같이 3칸으로 나눈 띠, 1칸 색칠"/>
          <p:cNvSpPr/>
          <p:nvPr/>
        </p:nvSpPr>
        <p:spPr>
          <a:xfrm>
            <a:off x="8401507" y="1463040"/>
            <a:ext cx="3238805" cy="499262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0" name="S04-label70"/>
          <p:cNvSpPr txBox="1"/>
          <p:nvPr/>
        </p:nvSpPr>
        <p:spPr>
          <a:xfrm>
            <a:off x="7349947" y="2218334"/>
            <a:ext cx="91440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11" name="S04-cell71"/>
          <p:cNvSpPr/>
          <p:nvPr/>
        </p:nvSpPr>
        <p:spPr>
          <a:xfrm>
            <a:off x="8401507" y="2218334"/>
            <a:ext cx="1079602" cy="49926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4-cell72"/>
          <p:cNvSpPr/>
          <p:nvPr/>
        </p:nvSpPr>
        <p:spPr>
          <a:xfrm>
            <a:off x="9481109" y="2218334"/>
            <a:ext cx="1079602" cy="499262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4-cell73"/>
          <p:cNvSpPr/>
          <p:nvPr/>
        </p:nvSpPr>
        <p:spPr>
          <a:xfrm>
            <a:off x="10560710" y="2218334"/>
            <a:ext cx="1079602" cy="499262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4-figure74" descr="똑같이 3칸으로 나눈 띠, 1칸 색칠"/>
          <p:cNvSpPr/>
          <p:nvPr/>
        </p:nvSpPr>
        <p:spPr>
          <a:xfrm>
            <a:off x="8401507" y="2218334"/>
            <a:ext cx="3238805" cy="499262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5" name="S04-label75"/>
          <p:cNvSpPr txBox="1"/>
          <p:nvPr/>
        </p:nvSpPr>
        <p:spPr>
          <a:xfrm>
            <a:off x="7349947" y="2973629"/>
            <a:ext cx="91440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16" name="S04-cell76"/>
          <p:cNvSpPr/>
          <p:nvPr/>
        </p:nvSpPr>
        <p:spPr>
          <a:xfrm>
            <a:off x="8401507" y="2973629"/>
            <a:ext cx="1079602" cy="49926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4-cell77"/>
          <p:cNvSpPr/>
          <p:nvPr/>
        </p:nvSpPr>
        <p:spPr>
          <a:xfrm>
            <a:off x="9481109" y="2973629"/>
            <a:ext cx="1079602" cy="499262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4-cell78"/>
          <p:cNvSpPr/>
          <p:nvPr/>
        </p:nvSpPr>
        <p:spPr>
          <a:xfrm>
            <a:off x="10560710" y="2973629"/>
            <a:ext cx="1079602" cy="499262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4-figure79" descr="똑같이 3칸으로 나눈 띠, 1칸 색칠"/>
          <p:cNvSpPr/>
          <p:nvPr/>
        </p:nvSpPr>
        <p:spPr>
          <a:xfrm>
            <a:off x="8401507" y="2973629"/>
            <a:ext cx="3238805" cy="499262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0" name="S04-label80"/>
          <p:cNvSpPr txBox="1"/>
          <p:nvPr/>
        </p:nvSpPr>
        <p:spPr>
          <a:xfrm>
            <a:off x="7349947" y="3728923"/>
            <a:ext cx="91440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21" name="S04-cell81"/>
          <p:cNvSpPr/>
          <p:nvPr/>
        </p:nvSpPr>
        <p:spPr>
          <a:xfrm>
            <a:off x="8401507" y="3728923"/>
            <a:ext cx="1079602" cy="49926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04-cell82"/>
          <p:cNvSpPr/>
          <p:nvPr/>
        </p:nvSpPr>
        <p:spPr>
          <a:xfrm>
            <a:off x="9481109" y="3728923"/>
            <a:ext cx="1079602" cy="499262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04-cell83"/>
          <p:cNvSpPr/>
          <p:nvPr/>
        </p:nvSpPr>
        <p:spPr>
          <a:xfrm>
            <a:off x="10560710" y="3728923"/>
            <a:ext cx="1079602" cy="499262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4" name="S04-figure84" descr="똑같이 3칸으로 나눈 띠, 1칸 색칠"/>
          <p:cNvSpPr/>
          <p:nvPr/>
        </p:nvSpPr>
        <p:spPr>
          <a:xfrm>
            <a:off x="8401507" y="3728923"/>
            <a:ext cx="3238805" cy="499262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04-label85"/>
          <p:cNvSpPr txBox="1"/>
          <p:nvPr/>
        </p:nvSpPr>
        <p:spPr>
          <a:xfrm>
            <a:off x="7349947" y="4484218"/>
            <a:ext cx="91440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26" name="S04-cell86"/>
          <p:cNvSpPr/>
          <p:nvPr/>
        </p:nvSpPr>
        <p:spPr>
          <a:xfrm>
            <a:off x="8401507" y="4484218"/>
            <a:ext cx="1079602" cy="49926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04-cell87"/>
          <p:cNvSpPr/>
          <p:nvPr/>
        </p:nvSpPr>
        <p:spPr>
          <a:xfrm>
            <a:off x="9481109" y="4484218"/>
            <a:ext cx="1079602" cy="499262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8" name="S04-cell88"/>
          <p:cNvSpPr/>
          <p:nvPr/>
        </p:nvSpPr>
        <p:spPr>
          <a:xfrm>
            <a:off x="10560710" y="4484218"/>
            <a:ext cx="1079602" cy="499262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9" name="S04-figure89" descr="똑같이 3칸으로 나눈 띠, 1칸 색칠"/>
          <p:cNvSpPr/>
          <p:nvPr/>
        </p:nvSpPr>
        <p:spPr>
          <a:xfrm>
            <a:off x="8401507" y="4484218"/>
            <a:ext cx="3238805" cy="499262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0" name="S04-stepno90"/>
          <p:cNvSpPr txBox="1"/>
          <p:nvPr/>
        </p:nvSpPr>
        <p:spPr>
          <a:xfrm>
            <a:off x="548640" y="160782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31" name="S04-text91"/>
          <p:cNvSpPr txBox="1"/>
          <p:nvPr/>
        </p:nvSpPr>
        <p:spPr>
          <a:xfrm>
            <a:off x="1325880" y="1562100"/>
            <a:ext cx="565830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띠 5개를 각각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3칸으로 나눠요.</a:t>
            </a:r>
            <a:endParaRPr lang="ko-KR" sz="2200" dirty="0"/>
          </a:p>
        </p:txBody>
      </p:sp>
      <p:sp>
        <p:nvSpPr>
          <p:cNvPr id="32" name="S04-stepno92"/>
          <p:cNvSpPr txBox="1"/>
          <p:nvPr/>
        </p:nvSpPr>
        <p:spPr>
          <a:xfrm>
            <a:off x="548640" y="245414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33" name="S04-text93"/>
          <p:cNvSpPr txBox="1"/>
          <p:nvPr/>
        </p:nvSpPr>
        <p:spPr>
          <a:xfrm>
            <a:off x="1325880" y="2408428"/>
            <a:ext cx="565830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사람은 띠마다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1칸씩 5칸</a:t>
            </a:r>
            <a:endParaRPr lang="ko-KR" sz="2200" dirty="0"/>
          </a:p>
        </p:txBody>
      </p:sp>
      <p:sp>
        <p:nvSpPr>
          <p:cNvPr id="34" name="S04-stepno94"/>
          <p:cNvSpPr txBox="1"/>
          <p:nvPr/>
        </p:nvSpPr>
        <p:spPr>
          <a:xfrm>
            <a:off x="548640" y="330047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35" name="S04-text95"/>
          <p:cNvSpPr txBox="1"/>
          <p:nvPr/>
        </p:nvSpPr>
        <p:spPr>
          <a:xfrm>
            <a:off x="1325880" y="3254756"/>
            <a:ext cx="2955377" cy="732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3분의 1이 5개</a:t>
            </a:r>
            <a:endParaRPr lang="ko-KR" sz="2200" dirty="0"/>
          </a:p>
        </p:txBody>
      </p:sp>
      <p:sp>
        <p:nvSpPr>
          <p:cNvPr id="36" name="S04-op96"/>
          <p:cNvSpPr txBox="1"/>
          <p:nvPr/>
        </p:nvSpPr>
        <p:spPr>
          <a:xfrm>
            <a:off x="4281257" y="3254756"/>
            <a:ext cx="440436" cy="732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200" dirty="0"/>
          </a:p>
        </p:txBody>
      </p:sp>
      <p:sp>
        <p:nvSpPr>
          <p:cNvPr id="37" name="S04-op97"/>
          <p:cNvSpPr txBox="1"/>
          <p:nvPr/>
        </p:nvSpPr>
        <p:spPr>
          <a:xfrm>
            <a:off x="4831421" y="3254756"/>
            <a:ext cx="529844" cy="732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÷</a:t>
            </a:r>
            <a:endParaRPr lang="ko-KR" sz="2200" dirty="0"/>
          </a:p>
        </p:txBody>
      </p:sp>
      <p:sp>
        <p:nvSpPr>
          <p:cNvPr id="38" name="S04-op98"/>
          <p:cNvSpPr txBox="1"/>
          <p:nvPr/>
        </p:nvSpPr>
        <p:spPr>
          <a:xfrm>
            <a:off x="5470993" y="3254756"/>
            <a:ext cx="440436" cy="732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39" name="S04-op99"/>
          <p:cNvSpPr txBox="1"/>
          <p:nvPr/>
        </p:nvSpPr>
        <p:spPr>
          <a:xfrm>
            <a:off x="6021157" y="3254756"/>
            <a:ext cx="373380" cy="732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200" dirty="0"/>
          </a:p>
        </p:txBody>
      </p:sp>
      <p:sp>
        <p:nvSpPr>
          <p:cNvPr id="40" name="S04-num100"/>
          <p:cNvSpPr txBox="1"/>
          <p:nvPr/>
        </p:nvSpPr>
        <p:spPr>
          <a:xfrm>
            <a:off x="6504265" y="3254756"/>
            <a:ext cx="403098" cy="329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200" dirty="0"/>
          </a:p>
        </p:txBody>
      </p:sp>
      <p:sp>
        <p:nvSpPr>
          <p:cNvPr id="41" name="S04-fracbar101"/>
          <p:cNvSpPr/>
          <p:nvPr/>
        </p:nvSpPr>
        <p:spPr>
          <a:xfrm>
            <a:off x="6540841" y="3621024"/>
            <a:ext cx="329946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42" name="S04-num102"/>
          <p:cNvSpPr txBox="1"/>
          <p:nvPr/>
        </p:nvSpPr>
        <p:spPr>
          <a:xfrm>
            <a:off x="6504265" y="3657600"/>
            <a:ext cx="403098" cy="329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43" name="S04-stepno103"/>
          <p:cNvSpPr txBox="1"/>
          <p:nvPr/>
        </p:nvSpPr>
        <p:spPr>
          <a:xfrm>
            <a:off x="548640" y="419760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44" name="S04-text104"/>
          <p:cNvSpPr txBox="1"/>
          <p:nvPr/>
        </p:nvSpPr>
        <p:spPr>
          <a:xfrm>
            <a:off x="1325880" y="4151884"/>
            <a:ext cx="2955377" cy="732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대분수로</a:t>
            </a:r>
            <a:endParaRPr lang="ko-KR" sz="2200" dirty="0"/>
          </a:p>
        </p:txBody>
      </p:sp>
      <p:sp>
        <p:nvSpPr>
          <p:cNvPr id="45" name="S04-num105"/>
          <p:cNvSpPr txBox="1"/>
          <p:nvPr/>
        </p:nvSpPr>
        <p:spPr>
          <a:xfrm>
            <a:off x="4281257" y="4151884"/>
            <a:ext cx="403098" cy="329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200" dirty="0"/>
          </a:p>
        </p:txBody>
      </p:sp>
      <p:sp>
        <p:nvSpPr>
          <p:cNvPr id="46" name="S04-fracbar106"/>
          <p:cNvSpPr/>
          <p:nvPr/>
        </p:nvSpPr>
        <p:spPr>
          <a:xfrm>
            <a:off x="4317833" y="4518152"/>
            <a:ext cx="329946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47" name="S04-num107"/>
          <p:cNvSpPr txBox="1"/>
          <p:nvPr/>
        </p:nvSpPr>
        <p:spPr>
          <a:xfrm>
            <a:off x="4281257" y="4554728"/>
            <a:ext cx="403098" cy="329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48" name="S04-op108"/>
          <p:cNvSpPr txBox="1"/>
          <p:nvPr/>
        </p:nvSpPr>
        <p:spPr>
          <a:xfrm>
            <a:off x="4794083" y="4151884"/>
            <a:ext cx="373380" cy="732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200" dirty="0"/>
          </a:p>
        </p:txBody>
      </p:sp>
      <p:sp>
        <p:nvSpPr>
          <p:cNvPr id="49" name="S04-num109"/>
          <p:cNvSpPr txBox="1"/>
          <p:nvPr/>
        </p:nvSpPr>
        <p:spPr>
          <a:xfrm>
            <a:off x="5277191" y="4151884"/>
            <a:ext cx="239268" cy="732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50" name="S04-num110"/>
          <p:cNvSpPr txBox="1"/>
          <p:nvPr/>
        </p:nvSpPr>
        <p:spPr>
          <a:xfrm>
            <a:off x="5516459" y="4151884"/>
            <a:ext cx="403098" cy="329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51" name="S04-fracbar111"/>
          <p:cNvSpPr/>
          <p:nvPr/>
        </p:nvSpPr>
        <p:spPr>
          <a:xfrm>
            <a:off x="5553035" y="4518152"/>
            <a:ext cx="329946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52" name="S04-num112"/>
          <p:cNvSpPr txBox="1"/>
          <p:nvPr/>
        </p:nvSpPr>
        <p:spPr>
          <a:xfrm>
            <a:off x="5516459" y="4554728"/>
            <a:ext cx="403098" cy="329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몫을 분수로 나타내요</a:t>
            </a:r>
            <a:endParaRPr lang="ko-KR" sz="4000" dirty="0"/>
          </a:p>
        </p:txBody>
      </p:sp>
      <p:sp>
        <p:nvSpPr>
          <p:cNvPr id="3" name="S05-card11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5-cardtext11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나누어지는 수는 분자, 나누는 수는 분모가 돼요.</a:t>
            </a:r>
            <a:endParaRPr lang="ko-KR" sz="2800" dirty="0"/>
          </a:p>
        </p:txBody>
      </p:sp>
      <p:sp>
        <p:nvSpPr>
          <p:cNvPr id="5" name="S05-chip115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6" name="S05-op116"/>
          <p:cNvSpPr txBox="1"/>
          <p:nvPr/>
        </p:nvSpPr>
        <p:spPr>
          <a:xfrm>
            <a:off x="1344168" y="1541272"/>
            <a:ext cx="524256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200" dirty="0"/>
          </a:p>
        </p:txBody>
      </p:sp>
      <p:sp>
        <p:nvSpPr>
          <p:cNvPr id="7" name="S05-op117"/>
          <p:cNvSpPr txBox="1"/>
          <p:nvPr/>
        </p:nvSpPr>
        <p:spPr>
          <a:xfrm>
            <a:off x="1978152" y="1541272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÷</a:t>
            </a:r>
            <a:endParaRPr lang="ko-KR" sz="3200" dirty="0"/>
          </a:p>
        </p:txBody>
      </p:sp>
      <p:sp>
        <p:nvSpPr>
          <p:cNvPr id="8" name="S05-op118"/>
          <p:cNvSpPr txBox="1"/>
          <p:nvPr/>
        </p:nvSpPr>
        <p:spPr>
          <a:xfrm>
            <a:off x="2742184" y="1541272"/>
            <a:ext cx="524256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3200" dirty="0"/>
          </a:p>
        </p:txBody>
      </p:sp>
      <p:sp>
        <p:nvSpPr>
          <p:cNvPr id="9" name="S05-op119"/>
          <p:cNvSpPr txBox="1"/>
          <p:nvPr/>
        </p:nvSpPr>
        <p:spPr>
          <a:xfrm>
            <a:off x="3376168" y="154127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10" name="S05-blank120"/>
          <p:cNvSpPr/>
          <p:nvPr/>
        </p:nvSpPr>
        <p:spPr>
          <a:xfrm>
            <a:off x="4003406" y="1603614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1" name="S05-fracbar121"/>
          <p:cNvSpPr/>
          <p:nvPr/>
        </p:nvSpPr>
        <p:spPr>
          <a:xfrm>
            <a:off x="3949192" y="205740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" name="S05-blank122"/>
          <p:cNvSpPr/>
          <p:nvPr/>
        </p:nvSpPr>
        <p:spPr>
          <a:xfrm>
            <a:off x="4003406" y="2156318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3" name="S05-chip123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14" name="S05-op124"/>
          <p:cNvSpPr txBox="1"/>
          <p:nvPr/>
        </p:nvSpPr>
        <p:spPr>
          <a:xfrm>
            <a:off x="7072884" y="1541272"/>
            <a:ext cx="524256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200" dirty="0"/>
          </a:p>
        </p:txBody>
      </p:sp>
      <p:sp>
        <p:nvSpPr>
          <p:cNvPr id="15" name="S05-op125"/>
          <p:cNvSpPr txBox="1"/>
          <p:nvPr/>
        </p:nvSpPr>
        <p:spPr>
          <a:xfrm>
            <a:off x="7706868" y="1541272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÷</a:t>
            </a:r>
            <a:endParaRPr lang="ko-KR" sz="3200" dirty="0"/>
          </a:p>
        </p:txBody>
      </p:sp>
      <p:sp>
        <p:nvSpPr>
          <p:cNvPr id="16" name="S05-op126"/>
          <p:cNvSpPr txBox="1"/>
          <p:nvPr/>
        </p:nvSpPr>
        <p:spPr>
          <a:xfrm>
            <a:off x="8470900" y="1541272"/>
            <a:ext cx="524256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3200" dirty="0"/>
          </a:p>
        </p:txBody>
      </p:sp>
      <p:sp>
        <p:nvSpPr>
          <p:cNvPr id="17" name="S05-op127"/>
          <p:cNvSpPr txBox="1"/>
          <p:nvPr/>
        </p:nvSpPr>
        <p:spPr>
          <a:xfrm>
            <a:off x="9104884" y="154127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18" name="S05-blank128"/>
          <p:cNvSpPr/>
          <p:nvPr/>
        </p:nvSpPr>
        <p:spPr>
          <a:xfrm>
            <a:off x="9732122" y="1603614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9" name="S05-fracbar129"/>
          <p:cNvSpPr/>
          <p:nvPr/>
        </p:nvSpPr>
        <p:spPr>
          <a:xfrm>
            <a:off x="9677908" y="205740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0" name="S05-blank130"/>
          <p:cNvSpPr/>
          <p:nvPr/>
        </p:nvSpPr>
        <p:spPr>
          <a:xfrm>
            <a:off x="9732122" y="2156318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1" name="S05-chip131"/>
          <p:cNvSpPr txBox="1"/>
          <p:nvPr/>
        </p:nvSpPr>
        <p:spPr>
          <a:xfrm>
            <a:off x="548640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22" name="S05-op132"/>
          <p:cNvSpPr txBox="1"/>
          <p:nvPr/>
        </p:nvSpPr>
        <p:spPr>
          <a:xfrm>
            <a:off x="1344168" y="3560064"/>
            <a:ext cx="507492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3000" dirty="0"/>
          </a:p>
        </p:txBody>
      </p:sp>
      <p:sp>
        <p:nvSpPr>
          <p:cNvPr id="23" name="S05-op133"/>
          <p:cNvSpPr txBox="1"/>
          <p:nvPr/>
        </p:nvSpPr>
        <p:spPr>
          <a:xfrm>
            <a:off x="1961388" y="3560064"/>
            <a:ext cx="629412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÷</a:t>
            </a:r>
            <a:endParaRPr lang="ko-KR" sz="3000" dirty="0"/>
          </a:p>
        </p:txBody>
      </p:sp>
      <p:sp>
        <p:nvSpPr>
          <p:cNvPr id="24" name="S05-op134"/>
          <p:cNvSpPr txBox="1"/>
          <p:nvPr/>
        </p:nvSpPr>
        <p:spPr>
          <a:xfrm>
            <a:off x="2700528" y="3560064"/>
            <a:ext cx="507492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000" dirty="0"/>
          </a:p>
        </p:txBody>
      </p:sp>
      <p:sp>
        <p:nvSpPr>
          <p:cNvPr id="25" name="S05-op135"/>
          <p:cNvSpPr txBox="1"/>
          <p:nvPr/>
        </p:nvSpPr>
        <p:spPr>
          <a:xfrm>
            <a:off x="3317748" y="3560064"/>
            <a:ext cx="416052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000" dirty="0"/>
          </a:p>
        </p:txBody>
      </p:sp>
      <p:sp>
        <p:nvSpPr>
          <p:cNvPr id="26" name="S05-blank136"/>
          <p:cNvSpPr/>
          <p:nvPr/>
        </p:nvSpPr>
        <p:spPr>
          <a:xfrm>
            <a:off x="3932072" y="3618509"/>
            <a:ext cx="332689" cy="332689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7" name="S05-fracbar137"/>
          <p:cNvSpPr/>
          <p:nvPr/>
        </p:nvSpPr>
        <p:spPr>
          <a:xfrm>
            <a:off x="3880104" y="4046220"/>
            <a:ext cx="436626" cy="0"/>
          </a:xfrm>
          <a:prstGeom prst="line">
            <a:avLst/>
          </a:prstGeom>
          <a:noFill/>
          <a:ln w="23813">
            <a:solidFill>
              <a:srgbClr val="1F2937"/>
            </a:solidFill>
            <a:prstDash val="solid"/>
          </a:ln>
        </p:spPr>
      </p:sp>
      <p:sp>
        <p:nvSpPr>
          <p:cNvPr id="28" name="S05-blank138"/>
          <p:cNvSpPr/>
          <p:nvPr/>
        </p:nvSpPr>
        <p:spPr>
          <a:xfrm>
            <a:off x="3932072" y="4141241"/>
            <a:ext cx="332689" cy="332689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9" name="S05-op139"/>
          <p:cNvSpPr txBox="1"/>
          <p:nvPr/>
        </p:nvSpPr>
        <p:spPr>
          <a:xfrm>
            <a:off x="4463034" y="3560064"/>
            <a:ext cx="416052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000" dirty="0"/>
          </a:p>
        </p:txBody>
      </p:sp>
      <p:sp>
        <p:nvSpPr>
          <p:cNvPr id="30" name="S05-blank140"/>
          <p:cNvSpPr/>
          <p:nvPr/>
        </p:nvSpPr>
        <p:spPr>
          <a:xfrm>
            <a:off x="4988814" y="3879875"/>
            <a:ext cx="332689" cy="332689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31" name="S05-blank141"/>
          <p:cNvSpPr/>
          <p:nvPr/>
        </p:nvSpPr>
        <p:spPr>
          <a:xfrm>
            <a:off x="5483200" y="3618509"/>
            <a:ext cx="332689" cy="332689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32" name="S05-fracbar142"/>
          <p:cNvSpPr/>
          <p:nvPr/>
        </p:nvSpPr>
        <p:spPr>
          <a:xfrm>
            <a:off x="5431231" y="4046220"/>
            <a:ext cx="436626" cy="0"/>
          </a:xfrm>
          <a:prstGeom prst="line">
            <a:avLst/>
          </a:prstGeom>
          <a:noFill/>
          <a:ln w="23813">
            <a:solidFill>
              <a:srgbClr val="1F2937"/>
            </a:solidFill>
            <a:prstDash val="solid"/>
          </a:ln>
        </p:spPr>
      </p:sp>
      <p:sp>
        <p:nvSpPr>
          <p:cNvPr id="33" name="S05-blank143"/>
          <p:cNvSpPr/>
          <p:nvPr/>
        </p:nvSpPr>
        <p:spPr>
          <a:xfrm>
            <a:off x="5483200" y="4141241"/>
            <a:ext cx="332689" cy="332689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34" name="S05-chip144"/>
          <p:cNvSpPr txBox="1"/>
          <p:nvPr/>
        </p:nvSpPr>
        <p:spPr>
          <a:xfrm>
            <a:off x="6277356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35" name="S05-op145"/>
          <p:cNvSpPr txBox="1"/>
          <p:nvPr/>
        </p:nvSpPr>
        <p:spPr>
          <a:xfrm>
            <a:off x="7072884" y="3530092"/>
            <a:ext cx="524256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200" dirty="0"/>
          </a:p>
        </p:txBody>
      </p:sp>
      <p:sp>
        <p:nvSpPr>
          <p:cNvPr id="36" name="S05-op146"/>
          <p:cNvSpPr txBox="1"/>
          <p:nvPr/>
        </p:nvSpPr>
        <p:spPr>
          <a:xfrm>
            <a:off x="7706868" y="3530092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÷</a:t>
            </a:r>
            <a:endParaRPr lang="ko-KR" sz="3200" dirty="0"/>
          </a:p>
        </p:txBody>
      </p:sp>
      <p:sp>
        <p:nvSpPr>
          <p:cNvPr id="37" name="S05-op147"/>
          <p:cNvSpPr txBox="1"/>
          <p:nvPr/>
        </p:nvSpPr>
        <p:spPr>
          <a:xfrm>
            <a:off x="8470900" y="3530092"/>
            <a:ext cx="524256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3200" dirty="0"/>
          </a:p>
        </p:txBody>
      </p:sp>
      <p:sp>
        <p:nvSpPr>
          <p:cNvPr id="38" name="S05-op148"/>
          <p:cNvSpPr txBox="1"/>
          <p:nvPr/>
        </p:nvSpPr>
        <p:spPr>
          <a:xfrm>
            <a:off x="9104884" y="353009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39" name="S05-blank149"/>
          <p:cNvSpPr/>
          <p:nvPr/>
        </p:nvSpPr>
        <p:spPr>
          <a:xfrm>
            <a:off x="9732122" y="3592434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40" name="S05-fracbar150"/>
          <p:cNvSpPr/>
          <p:nvPr/>
        </p:nvSpPr>
        <p:spPr>
          <a:xfrm>
            <a:off x="9677908" y="404622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1" name="S05-blank151"/>
          <p:cNvSpPr/>
          <p:nvPr/>
        </p:nvSpPr>
        <p:spPr>
          <a:xfrm>
            <a:off x="9732122" y="4145138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5분의 4를 2로 나누면</a:t>
            </a:r>
            <a:endParaRPr lang="ko-KR" sz="4000" dirty="0"/>
          </a:p>
        </p:txBody>
      </p:sp>
      <p:sp>
        <p:nvSpPr>
          <p:cNvPr id="3" name="S06-card15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15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분자가 자연수로 나누어떨어지면 분자만 나눠요.</a:t>
            </a:r>
            <a:endParaRPr lang="ko-KR" sz="2800" dirty="0"/>
          </a:p>
        </p:txBody>
      </p:sp>
      <p:sp>
        <p:nvSpPr>
          <p:cNvPr id="5" name="S06-num154"/>
          <p:cNvSpPr txBox="1"/>
          <p:nvPr/>
        </p:nvSpPr>
        <p:spPr>
          <a:xfrm>
            <a:off x="548640" y="138125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200" dirty="0"/>
          </a:p>
        </p:txBody>
      </p:sp>
      <p:sp>
        <p:nvSpPr>
          <p:cNvPr id="6" name="S06-fracbar155"/>
          <p:cNvSpPr/>
          <p:nvPr/>
        </p:nvSpPr>
        <p:spPr>
          <a:xfrm>
            <a:off x="585216" y="189738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7" name="S06-num156"/>
          <p:cNvSpPr txBox="1"/>
          <p:nvPr/>
        </p:nvSpPr>
        <p:spPr>
          <a:xfrm>
            <a:off x="548640" y="193395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200" dirty="0"/>
          </a:p>
        </p:txBody>
      </p:sp>
      <p:sp>
        <p:nvSpPr>
          <p:cNvPr id="8" name="S06-op157"/>
          <p:cNvSpPr txBox="1"/>
          <p:nvPr/>
        </p:nvSpPr>
        <p:spPr>
          <a:xfrm>
            <a:off x="1194816" y="1381252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÷</a:t>
            </a:r>
            <a:endParaRPr lang="ko-KR" sz="3200" dirty="0"/>
          </a:p>
        </p:txBody>
      </p:sp>
      <p:sp>
        <p:nvSpPr>
          <p:cNvPr id="9" name="S06-op158"/>
          <p:cNvSpPr txBox="1"/>
          <p:nvPr/>
        </p:nvSpPr>
        <p:spPr>
          <a:xfrm>
            <a:off x="1958848" y="1381252"/>
            <a:ext cx="524256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10" name="S06-op159"/>
          <p:cNvSpPr txBox="1"/>
          <p:nvPr/>
        </p:nvSpPr>
        <p:spPr>
          <a:xfrm>
            <a:off x="2592832" y="138125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11" name="S06-num160"/>
          <p:cNvSpPr txBox="1"/>
          <p:nvPr/>
        </p:nvSpPr>
        <p:spPr>
          <a:xfrm>
            <a:off x="3129280" y="1381252"/>
            <a:ext cx="1343152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÷ 2</a:t>
            </a:r>
            <a:endParaRPr lang="ko-KR" sz="3200" dirty="0"/>
          </a:p>
        </p:txBody>
      </p:sp>
      <p:sp>
        <p:nvSpPr>
          <p:cNvPr id="12" name="S06-fracbar161"/>
          <p:cNvSpPr/>
          <p:nvPr/>
        </p:nvSpPr>
        <p:spPr>
          <a:xfrm>
            <a:off x="3165856" y="1897380"/>
            <a:ext cx="1270000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" name="S06-num162"/>
          <p:cNvSpPr txBox="1"/>
          <p:nvPr/>
        </p:nvSpPr>
        <p:spPr>
          <a:xfrm>
            <a:off x="3129280" y="1933956"/>
            <a:ext cx="1343152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200" dirty="0"/>
          </a:p>
        </p:txBody>
      </p:sp>
      <p:sp>
        <p:nvSpPr>
          <p:cNvPr id="14" name="S06-op163"/>
          <p:cNvSpPr txBox="1"/>
          <p:nvPr/>
        </p:nvSpPr>
        <p:spPr>
          <a:xfrm>
            <a:off x="4582160" y="138125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15" name="S06-num164"/>
          <p:cNvSpPr txBox="1"/>
          <p:nvPr/>
        </p:nvSpPr>
        <p:spPr>
          <a:xfrm>
            <a:off x="5118608" y="138125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16" name="S06-fracbar165"/>
          <p:cNvSpPr/>
          <p:nvPr/>
        </p:nvSpPr>
        <p:spPr>
          <a:xfrm>
            <a:off x="5155184" y="189738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7" name="S06-num166"/>
          <p:cNvSpPr txBox="1"/>
          <p:nvPr/>
        </p:nvSpPr>
        <p:spPr>
          <a:xfrm>
            <a:off x="5118608" y="193395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200" dirty="0"/>
          </a:p>
        </p:txBody>
      </p:sp>
      <p:sp>
        <p:nvSpPr>
          <p:cNvPr id="18" name="S06-num167"/>
          <p:cNvSpPr txBox="1"/>
          <p:nvPr/>
        </p:nvSpPr>
        <p:spPr>
          <a:xfrm>
            <a:off x="6278484" y="2867660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800" dirty="0"/>
          </a:p>
        </p:txBody>
      </p:sp>
      <p:sp>
        <p:nvSpPr>
          <p:cNvPr id="19" name="S06-fracbar168"/>
          <p:cNvSpPr/>
          <p:nvPr/>
        </p:nvSpPr>
        <p:spPr>
          <a:xfrm>
            <a:off x="6315060" y="3323844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0" name="S06-num169"/>
          <p:cNvSpPr txBox="1"/>
          <p:nvPr/>
        </p:nvSpPr>
        <p:spPr>
          <a:xfrm>
            <a:off x="6278484" y="3360420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800" dirty="0"/>
          </a:p>
        </p:txBody>
      </p:sp>
      <p:sp>
        <p:nvSpPr>
          <p:cNvPr id="21" name="S06-cell170"/>
          <p:cNvSpPr/>
          <p:nvPr/>
        </p:nvSpPr>
        <p:spPr>
          <a:xfrm>
            <a:off x="7114398" y="2912364"/>
            <a:ext cx="905183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06-cell171"/>
          <p:cNvSpPr/>
          <p:nvPr/>
        </p:nvSpPr>
        <p:spPr>
          <a:xfrm>
            <a:off x="8019581" y="2912364"/>
            <a:ext cx="905183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06-cell172"/>
          <p:cNvSpPr/>
          <p:nvPr/>
        </p:nvSpPr>
        <p:spPr>
          <a:xfrm>
            <a:off x="8924763" y="2912364"/>
            <a:ext cx="905183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4" name="S06-cell173"/>
          <p:cNvSpPr/>
          <p:nvPr/>
        </p:nvSpPr>
        <p:spPr>
          <a:xfrm>
            <a:off x="9829946" y="2912364"/>
            <a:ext cx="905183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06-cell174"/>
          <p:cNvSpPr/>
          <p:nvPr/>
        </p:nvSpPr>
        <p:spPr>
          <a:xfrm>
            <a:off x="10735129" y="2912364"/>
            <a:ext cx="905183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06-figure175" descr="똑같이 5칸으로 나눈 띠, 4칸 색칠"/>
          <p:cNvSpPr/>
          <p:nvPr/>
        </p:nvSpPr>
        <p:spPr>
          <a:xfrm>
            <a:off x="7114398" y="2912364"/>
            <a:ext cx="4525914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7" name="S06-num176"/>
          <p:cNvSpPr txBox="1"/>
          <p:nvPr/>
        </p:nvSpPr>
        <p:spPr>
          <a:xfrm>
            <a:off x="6278484" y="3946652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28" name="S06-fracbar177"/>
          <p:cNvSpPr/>
          <p:nvPr/>
        </p:nvSpPr>
        <p:spPr>
          <a:xfrm>
            <a:off x="6315060" y="4402836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9" name="S06-num178"/>
          <p:cNvSpPr txBox="1"/>
          <p:nvPr/>
        </p:nvSpPr>
        <p:spPr>
          <a:xfrm>
            <a:off x="6278484" y="4439412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800" dirty="0"/>
          </a:p>
        </p:txBody>
      </p:sp>
      <p:sp>
        <p:nvSpPr>
          <p:cNvPr id="30" name="S06-cell179"/>
          <p:cNvSpPr/>
          <p:nvPr/>
        </p:nvSpPr>
        <p:spPr>
          <a:xfrm>
            <a:off x="7114398" y="3991356"/>
            <a:ext cx="905183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1" name="S06-cell180"/>
          <p:cNvSpPr/>
          <p:nvPr/>
        </p:nvSpPr>
        <p:spPr>
          <a:xfrm>
            <a:off x="8019581" y="3991356"/>
            <a:ext cx="905183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2" name="S06-cell181"/>
          <p:cNvSpPr/>
          <p:nvPr/>
        </p:nvSpPr>
        <p:spPr>
          <a:xfrm>
            <a:off x="8924763" y="3991356"/>
            <a:ext cx="905183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3" name="S06-cell182"/>
          <p:cNvSpPr/>
          <p:nvPr/>
        </p:nvSpPr>
        <p:spPr>
          <a:xfrm>
            <a:off x="9829946" y="3991356"/>
            <a:ext cx="905183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4" name="S06-cell183"/>
          <p:cNvSpPr/>
          <p:nvPr/>
        </p:nvSpPr>
        <p:spPr>
          <a:xfrm>
            <a:off x="10735129" y="3991356"/>
            <a:ext cx="905183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5" name="S06-figure184" descr="똑같이 5칸으로 나눈 띠, 2칸 색칠"/>
          <p:cNvSpPr/>
          <p:nvPr/>
        </p:nvSpPr>
        <p:spPr>
          <a:xfrm>
            <a:off x="7114398" y="3991356"/>
            <a:ext cx="4525914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6" name="S06-stepno185"/>
          <p:cNvSpPr txBox="1"/>
          <p:nvPr/>
        </p:nvSpPr>
        <p:spPr>
          <a:xfrm>
            <a:off x="548640" y="278841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37" name="S06-text186"/>
          <p:cNvSpPr txBox="1"/>
          <p:nvPr/>
        </p:nvSpPr>
        <p:spPr>
          <a:xfrm>
            <a:off x="1325880" y="2742692"/>
            <a:ext cx="4371198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5분의 4는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5분의 1이 4개</a:t>
            </a:r>
            <a:endParaRPr lang="ko-KR" sz="2200" dirty="0"/>
          </a:p>
        </p:txBody>
      </p:sp>
      <p:sp>
        <p:nvSpPr>
          <p:cNvPr id="38" name="S06-stepno187"/>
          <p:cNvSpPr txBox="1"/>
          <p:nvPr/>
        </p:nvSpPr>
        <p:spPr>
          <a:xfrm>
            <a:off x="548640" y="358902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39" name="S06-text188"/>
          <p:cNvSpPr txBox="1"/>
          <p:nvPr/>
        </p:nvSpPr>
        <p:spPr>
          <a:xfrm>
            <a:off x="1325880" y="3589020"/>
            <a:ext cx="43711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4개를 둘로 나누면 2개</a:t>
            </a:r>
            <a:endParaRPr lang="ko-KR" sz="2200" dirty="0"/>
          </a:p>
        </p:txBody>
      </p:sp>
      <p:sp>
        <p:nvSpPr>
          <p:cNvPr id="40" name="S06-stepno189"/>
          <p:cNvSpPr txBox="1"/>
          <p:nvPr/>
        </p:nvSpPr>
        <p:spPr>
          <a:xfrm>
            <a:off x="548640" y="43479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41" name="S06-text190"/>
          <p:cNvSpPr txBox="1"/>
          <p:nvPr/>
        </p:nvSpPr>
        <p:spPr>
          <a:xfrm>
            <a:off x="1325880" y="4302252"/>
            <a:ext cx="4371198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5분의 1이 2개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5분의 2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5분의 3을 2로 나누면</a:t>
            </a:r>
            <a:endParaRPr lang="ko-KR" sz="4000" dirty="0"/>
          </a:p>
        </p:txBody>
      </p:sp>
      <p:sp>
        <p:nvSpPr>
          <p:cNvPr id="3" name="S07-num191"/>
          <p:cNvSpPr txBox="1"/>
          <p:nvPr/>
        </p:nvSpPr>
        <p:spPr>
          <a:xfrm>
            <a:off x="548640" y="138125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4" name="S07-fracbar192"/>
          <p:cNvSpPr/>
          <p:nvPr/>
        </p:nvSpPr>
        <p:spPr>
          <a:xfrm>
            <a:off x="585216" y="189738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" name="S07-num193"/>
          <p:cNvSpPr txBox="1"/>
          <p:nvPr/>
        </p:nvSpPr>
        <p:spPr>
          <a:xfrm>
            <a:off x="548640" y="193395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200" dirty="0"/>
          </a:p>
        </p:txBody>
      </p:sp>
      <p:sp>
        <p:nvSpPr>
          <p:cNvPr id="6" name="S07-op194"/>
          <p:cNvSpPr txBox="1"/>
          <p:nvPr/>
        </p:nvSpPr>
        <p:spPr>
          <a:xfrm>
            <a:off x="1194816" y="1381252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÷</a:t>
            </a:r>
            <a:endParaRPr lang="ko-KR" sz="3200" dirty="0"/>
          </a:p>
        </p:txBody>
      </p:sp>
      <p:sp>
        <p:nvSpPr>
          <p:cNvPr id="7" name="S07-op195"/>
          <p:cNvSpPr txBox="1"/>
          <p:nvPr/>
        </p:nvSpPr>
        <p:spPr>
          <a:xfrm>
            <a:off x="1958848" y="1381252"/>
            <a:ext cx="524256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8" name="S07-op196"/>
          <p:cNvSpPr txBox="1"/>
          <p:nvPr/>
        </p:nvSpPr>
        <p:spPr>
          <a:xfrm>
            <a:off x="2592832" y="138125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9" name="S07-num197"/>
          <p:cNvSpPr txBox="1"/>
          <p:nvPr/>
        </p:nvSpPr>
        <p:spPr>
          <a:xfrm>
            <a:off x="3129280" y="138125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10" name="S07-fracbar198"/>
          <p:cNvSpPr/>
          <p:nvPr/>
        </p:nvSpPr>
        <p:spPr>
          <a:xfrm>
            <a:off x="3165856" y="189738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" name="S07-num199"/>
          <p:cNvSpPr txBox="1"/>
          <p:nvPr/>
        </p:nvSpPr>
        <p:spPr>
          <a:xfrm>
            <a:off x="3129280" y="193395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200" dirty="0"/>
          </a:p>
        </p:txBody>
      </p:sp>
      <p:sp>
        <p:nvSpPr>
          <p:cNvPr id="12" name="S07-op200"/>
          <p:cNvSpPr txBox="1"/>
          <p:nvPr/>
        </p:nvSpPr>
        <p:spPr>
          <a:xfrm>
            <a:off x="3775456" y="1381252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ko-KR" sz="3200" dirty="0"/>
          </a:p>
        </p:txBody>
      </p:sp>
      <p:sp>
        <p:nvSpPr>
          <p:cNvPr id="13" name="S07-num201"/>
          <p:cNvSpPr txBox="1"/>
          <p:nvPr/>
        </p:nvSpPr>
        <p:spPr>
          <a:xfrm>
            <a:off x="4539488" y="138125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200" dirty="0"/>
          </a:p>
        </p:txBody>
      </p:sp>
      <p:sp>
        <p:nvSpPr>
          <p:cNvPr id="14" name="S07-fracbar202"/>
          <p:cNvSpPr/>
          <p:nvPr/>
        </p:nvSpPr>
        <p:spPr>
          <a:xfrm>
            <a:off x="4576064" y="189738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5" name="S07-num203"/>
          <p:cNvSpPr txBox="1"/>
          <p:nvPr/>
        </p:nvSpPr>
        <p:spPr>
          <a:xfrm>
            <a:off x="4539488" y="193395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16" name="S07-op204"/>
          <p:cNvSpPr txBox="1"/>
          <p:nvPr/>
        </p:nvSpPr>
        <p:spPr>
          <a:xfrm>
            <a:off x="5185664" y="138125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17" name="S07-num205"/>
          <p:cNvSpPr txBox="1"/>
          <p:nvPr/>
        </p:nvSpPr>
        <p:spPr>
          <a:xfrm>
            <a:off x="5722112" y="1381252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18" name="S07-fracbar206"/>
          <p:cNvSpPr/>
          <p:nvPr/>
        </p:nvSpPr>
        <p:spPr>
          <a:xfrm>
            <a:off x="5758688" y="1897380"/>
            <a:ext cx="56286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9" name="S07-num207"/>
          <p:cNvSpPr txBox="1"/>
          <p:nvPr/>
        </p:nvSpPr>
        <p:spPr>
          <a:xfrm>
            <a:off x="5722112" y="1933956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3200" dirty="0"/>
          </a:p>
        </p:txBody>
      </p:sp>
      <p:sp>
        <p:nvSpPr>
          <p:cNvPr id="20" name="S07-cell208"/>
          <p:cNvSpPr/>
          <p:nvPr/>
        </p:nvSpPr>
        <p:spPr>
          <a:xfrm>
            <a:off x="6277356" y="3682517"/>
            <a:ext cx="504292" cy="50429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7-cell209"/>
          <p:cNvSpPr/>
          <p:nvPr/>
        </p:nvSpPr>
        <p:spPr>
          <a:xfrm>
            <a:off x="6781648" y="3682517"/>
            <a:ext cx="504292" cy="50429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07-cell210"/>
          <p:cNvSpPr/>
          <p:nvPr/>
        </p:nvSpPr>
        <p:spPr>
          <a:xfrm>
            <a:off x="7285939" y="3682517"/>
            <a:ext cx="504292" cy="50429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07-cell211"/>
          <p:cNvSpPr/>
          <p:nvPr/>
        </p:nvSpPr>
        <p:spPr>
          <a:xfrm>
            <a:off x="7790231" y="3682517"/>
            <a:ext cx="504292" cy="504292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4" name="S07-cell212"/>
          <p:cNvSpPr/>
          <p:nvPr/>
        </p:nvSpPr>
        <p:spPr>
          <a:xfrm>
            <a:off x="8294522" y="3682517"/>
            <a:ext cx="504292" cy="504292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07-cell213"/>
          <p:cNvSpPr/>
          <p:nvPr/>
        </p:nvSpPr>
        <p:spPr>
          <a:xfrm>
            <a:off x="6277356" y="4186809"/>
            <a:ext cx="504292" cy="50429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07-cell214"/>
          <p:cNvSpPr/>
          <p:nvPr/>
        </p:nvSpPr>
        <p:spPr>
          <a:xfrm>
            <a:off x="6781648" y="4186809"/>
            <a:ext cx="504292" cy="50429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07-cell215"/>
          <p:cNvSpPr/>
          <p:nvPr/>
        </p:nvSpPr>
        <p:spPr>
          <a:xfrm>
            <a:off x="7285939" y="4186809"/>
            <a:ext cx="504292" cy="50429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8" name="S07-cell216"/>
          <p:cNvSpPr/>
          <p:nvPr/>
        </p:nvSpPr>
        <p:spPr>
          <a:xfrm>
            <a:off x="7790231" y="4186809"/>
            <a:ext cx="504292" cy="504292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9" name="S07-cell217"/>
          <p:cNvSpPr/>
          <p:nvPr/>
        </p:nvSpPr>
        <p:spPr>
          <a:xfrm>
            <a:off x="8294522" y="4186809"/>
            <a:ext cx="504292" cy="504292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0" name="S07-figure218" descr="가로 5칸, 세로 2칸 격자에서 왼쪽 3줄(6칸) 색칠: 5분의 3 = 10분의 6"/>
          <p:cNvSpPr/>
          <p:nvPr/>
        </p:nvSpPr>
        <p:spPr>
          <a:xfrm>
            <a:off x="6277356" y="3682517"/>
            <a:ext cx="2521458" cy="1008583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1" name="S07-label219"/>
          <p:cNvSpPr txBox="1"/>
          <p:nvPr/>
        </p:nvSpPr>
        <p:spPr>
          <a:xfrm>
            <a:off x="6277356" y="5840730"/>
            <a:ext cx="2521458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5분의 3</a:t>
            </a:r>
            <a:endParaRPr lang="ko-KR" sz="2200" dirty="0"/>
          </a:p>
        </p:txBody>
      </p:sp>
      <p:sp>
        <p:nvSpPr>
          <p:cNvPr id="32" name="S07-cell220"/>
          <p:cNvSpPr/>
          <p:nvPr/>
        </p:nvSpPr>
        <p:spPr>
          <a:xfrm>
            <a:off x="9118854" y="3682517"/>
            <a:ext cx="504292" cy="50429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3" name="S07-cell221"/>
          <p:cNvSpPr/>
          <p:nvPr/>
        </p:nvSpPr>
        <p:spPr>
          <a:xfrm>
            <a:off x="9623146" y="3682517"/>
            <a:ext cx="504292" cy="50429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4" name="S07-cell222"/>
          <p:cNvSpPr/>
          <p:nvPr/>
        </p:nvSpPr>
        <p:spPr>
          <a:xfrm>
            <a:off x="10127437" y="3682517"/>
            <a:ext cx="504292" cy="50429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5" name="S07-cell223"/>
          <p:cNvSpPr/>
          <p:nvPr/>
        </p:nvSpPr>
        <p:spPr>
          <a:xfrm>
            <a:off x="10631729" y="3682517"/>
            <a:ext cx="504292" cy="504292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6" name="S07-cell224"/>
          <p:cNvSpPr/>
          <p:nvPr/>
        </p:nvSpPr>
        <p:spPr>
          <a:xfrm>
            <a:off x="11136020" y="3682517"/>
            <a:ext cx="504292" cy="504292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7" name="S07-cell225"/>
          <p:cNvSpPr/>
          <p:nvPr/>
        </p:nvSpPr>
        <p:spPr>
          <a:xfrm>
            <a:off x="9118854" y="4186809"/>
            <a:ext cx="504292" cy="504292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8" name="S07-cell226"/>
          <p:cNvSpPr/>
          <p:nvPr/>
        </p:nvSpPr>
        <p:spPr>
          <a:xfrm>
            <a:off x="9623146" y="4186809"/>
            <a:ext cx="504292" cy="504292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9" name="S07-cell227"/>
          <p:cNvSpPr/>
          <p:nvPr/>
        </p:nvSpPr>
        <p:spPr>
          <a:xfrm>
            <a:off x="10127437" y="4186809"/>
            <a:ext cx="504292" cy="504292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0" name="S07-cell228"/>
          <p:cNvSpPr/>
          <p:nvPr/>
        </p:nvSpPr>
        <p:spPr>
          <a:xfrm>
            <a:off x="10631729" y="4186809"/>
            <a:ext cx="504292" cy="504292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1" name="S07-cell229"/>
          <p:cNvSpPr/>
          <p:nvPr/>
        </p:nvSpPr>
        <p:spPr>
          <a:xfrm>
            <a:off x="11136020" y="4186809"/>
            <a:ext cx="504292" cy="504292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2" name="S07-figure230" descr="같은 격자에서 왼쪽 3줄의 윗칸 3칸만 색칠: 10칸 중 3칸"/>
          <p:cNvSpPr/>
          <p:nvPr/>
        </p:nvSpPr>
        <p:spPr>
          <a:xfrm>
            <a:off x="9118854" y="3682517"/>
            <a:ext cx="2521458" cy="1008583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43" name="S07-label231"/>
          <p:cNvSpPr txBox="1"/>
          <p:nvPr/>
        </p:nvSpPr>
        <p:spPr>
          <a:xfrm>
            <a:off x="9118854" y="5840730"/>
            <a:ext cx="2521458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반: 10분의 3</a:t>
            </a:r>
            <a:endParaRPr lang="ko-KR" sz="2200" dirty="0"/>
          </a:p>
        </p:txBody>
      </p:sp>
      <p:sp>
        <p:nvSpPr>
          <p:cNvPr id="44" name="S07-stepno232"/>
          <p:cNvSpPr txBox="1"/>
          <p:nvPr/>
        </p:nvSpPr>
        <p:spPr>
          <a:xfrm>
            <a:off x="548640" y="284734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45" name="S07-text233"/>
          <p:cNvSpPr txBox="1"/>
          <p:nvPr/>
        </p:nvSpPr>
        <p:spPr>
          <a:xfrm>
            <a:off x="1325880" y="2801620"/>
            <a:ext cx="4585716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분자 3은 2로 나누어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떨어지지 않아요.</a:t>
            </a:r>
            <a:endParaRPr lang="ko-KR" sz="2200" dirty="0"/>
          </a:p>
        </p:txBody>
      </p:sp>
      <p:sp>
        <p:nvSpPr>
          <p:cNvPr id="46" name="S07-stepno234"/>
          <p:cNvSpPr txBox="1"/>
          <p:nvPr/>
        </p:nvSpPr>
        <p:spPr>
          <a:xfrm>
            <a:off x="548640" y="369366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47" name="S07-text235"/>
          <p:cNvSpPr txBox="1"/>
          <p:nvPr/>
        </p:nvSpPr>
        <p:spPr>
          <a:xfrm>
            <a:off x="1325880" y="3647948"/>
            <a:ext cx="4585716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칸을 위아래로 반씩 나눠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10칸으로 만들어요.</a:t>
            </a:r>
            <a:endParaRPr lang="ko-KR" sz="2200" dirty="0"/>
          </a:p>
        </p:txBody>
      </p:sp>
      <p:sp>
        <p:nvSpPr>
          <p:cNvPr id="48" name="S07-stepno236"/>
          <p:cNvSpPr txBox="1"/>
          <p:nvPr/>
        </p:nvSpPr>
        <p:spPr>
          <a:xfrm>
            <a:off x="548640" y="453999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49" name="S07-text237"/>
          <p:cNvSpPr txBox="1"/>
          <p:nvPr/>
        </p:nvSpPr>
        <p:spPr>
          <a:xfrm>
            <a:off x="1325880" y="4494276"/>
            <a:ext cx="4585716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색칠한 6칸의 반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10칸 중 3칸</a:t>
            </a:r>
            <a:endParaRPr lang="ko-KR" sz="2200" dirty="0"/>
          </a:p>
        </p:txBody>
      </p:sp>
      <p:sp>
        <p:nvSpPr>
          <p:cNvPr id="50" name="S07-stepno238"/>
          <p:cNvSpPr txBox="1"/>
          <p:nvPr/>
        </p:nvSpPr>
        <p:spPr>
          <a:xfrm>
            <a:off x="548640" y="53863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51" name="S07-text239"/>
          <p:cNvSpPr txBox="1"/>
          <p:nvPr/>
        </p:nvSpPr>
        <p:spPr>
          <a:xfrm>
            <a:off x="1325880" y="5340604"/>
            <a:ext cx="4585716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÷ 2는 반을 구하는 것,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2분의 1과 같아요.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대분수를 나눌 때</a:t>
            </a:r>
            <a:endParaRPr lang="ko-KR" sz="4000" dirty="0"/>
          </a:p>
        </p:txBody>
      </p:sp>
      <p:sp>
        <p:nvSpPr>
          <p:cNvPr id="3" name="S08-card24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8-cardtext24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대분수는 가분수로 바꾼 뒤 나눠요.</a:t>
            </a:r>
            <a:endParaRPr lang="ko-KR" sz="2800" dirty="0"/>
          </a:p>
        </p:txBody>
      </p:sp>
      <p:sp>
        <p:nvSpPr>
          <p:cNvPr id="5" name="S08-num242"/>
          <p:cNvSpPr txBox="1"/>
          <p:nvPr/>
        </p:nvSpPr>
        <p:spPr>
          <a:xfrm>
            <a:off x="548640" y="1381252"/>
            <a:ext cx="323088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6" name="S08-num243"/>
          <p:cNvSpPr txBox="1"/>
          <p:nvPr/>
        </p:nvSpPr>
        <p:spPr>
          <a:xfrm>
            <a:off x="871728" y="138125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7" name="S08-fracbar244"/>
          <p:cNvSpPr/>
          <p:nvPr/>
        </p:nvSpPr>
        <p:spPr>
          <a:xfrm>
            <a:off x="908304" y="189738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" name="S08-num245"/>
          <p:cNvSpPr txBox="1"/>
          <p:nvPr/>
        </p:nvSpPr>
        <p:spPr>
          <a:xfrm>
            <a:off x="871728" y="193395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9" name="S08-op246"/>
          <p:cNvSpPr txBox="1"/>
          <p:nvPr/>
        </p:nvSpPr>
        <p:spPr>
          <a:xfrm>
            <a:off x="1517904" y="1381252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÷</a:t>
            </a:r>
            <a:endParaRPr lang="ko-KR" sz="3200" dirty="0"/>
          </a:p>
        </p:txBody>
      </p:sp>
      <p:sp>
        <p:nvSpPr>
          <p:cNvPr id="10" name="S08-op247"/>
          <p:cNvSpPr txBox="1"/>
          <p:nvPr/>
        </p:nvSpPr>
        <p:spPr>
          <a:xfrm>
            <a:off x="2281936" y="1381252"/>
            <a:ext cx="524256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200" dirty="0"/>
          </a:p>
        </p:txBody>
      </p:sp>
      <p:sp>
        <p:nvSpPr>
          <p:cNvPr id="11" name="S08-op248"/>
          <p:cNvSpPr txBox="1"/>
          <p:nvPr/>
        </p:nvSpPr>
        <p:spPr>
          <a:xfrm>
            <a:off x="2915920" y="138125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12" name="S08-num249"/>
          <p:cNvSpPr txBox="1"/>
          <p:nvPr/>
        </p:nvSpPr>
        <p:spPr>
          <a:xfrm>
            <a:off x="3452368" y="138125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3200" dirty="0"/>
          </a:p>
        </p:txBody>
      </p:sp>
      <p:sp>
        <p:nvSpPr>
          <p:cNvPr id="13" name="S08-fracbar250"/>
          <p:cNvSpPr/>
          <p:nvPr/>
        </p:nvSpPr>
        <p:spPr>
          <a:xfrm>
            <a:off x="3488944" y="189738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4" name="S08-num251"/>
          <p:cNvSpPr txBox="1"/>
          <p:nvPr/>
        </p:nvSpPr>
        <p:spPr>
          <a:xfrm>
            <a:off x="3452368" y="193395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15" name="S08-op252"/>
          <p:cNvSpPr txBox="1"/>
          <p:nvPr/>
        </p:nvSpPr>
        <p:spPr>
          <a:xfrm>
            <a:off x="4098544" y="1381252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÷</a:t>
            </a:r>
            <a:endParaRPr lang="ko-KR" sz="3200" dirty="0"/>
          </a:p>
        </p:txBody>
      </p:sp>
      <p:sp>
        <p:nvSpPr>
          <p:cNvPr id="16" name="S08-op253"/>
          <p:cNvSpPr txBox="1"/>
          <p:nvPr/>
        </p:nvSpPr>
        <p:spPr>
          <a:xfrm>
            <a:off x="4862576" y="1381252"/>
            <a:ext cx="524256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200" dirty="0"/>
          </a:p>
        </p:txBody>
      </p:sp>
      <p:sp>
        <p:nvSpPr>
          <p:cNvPr id="17" name="S08-op254"/>
          <p:cNvSpPr txBox="1"/>
          <p:nvPr/>
        </p:nvSpPr>
        <p:spPr>
          <a:xfrm>
            <a:off x="5496560" y="138125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18" name="S08-num255"/>
          <p:cNvSpPr txBox="1"/>
          <p:nvPr/>
        </p:nvSpPr>
        <p:spPr>
          <a:xfrm>
            <a:off x="6033008" y="1381252"/>
            <a:ext cx="1343152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÷ 4</a:t>
            </a:r>
            <a:endParaRPr lang="ko-KR" sz="3200" dirty="0"/>
          </a:p>
        </p:txBody>
      </p:sp>
      <p:sp>
        <p:nvSpPr>
          <p:cNvPr id="19" name="S08-fracbar256"/>
          <p:cNvSpPr/>
          <p:nvPr/>
        </p:nvSpPr>
        <p:spPr>
          <a:xfrm>
            <a:off x="6069584" y="1897380"/>
            <a:ext cx="1270000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0" name="S08-num257"/>
          <p:cNvSpPr txBox="1"/>
          <p:nvPr/>
        </p:nvSpPr>
        <p:spPr>
          <a:xfrm>
            <a:off x="6033008" y="1933956"/>
            <a:ext cx="1343152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21" name="S08-op258"/>
          <p:cNvSpPr txBox="1"/>
          <p:nvPr/>
        </p:nvSpPr>
        <p:spPr>
          <a:xfrm>
            <a:off x="7485888" y="138125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22" name="S08-num259"/>
          <p:cNvSpPr txBox="1"/>
          <p:nvPr/>
        </p:nvSpPr>
        <p:spPr>
          <a:xfrm>
            <a:off x="8022336" y="138125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23" name="S08-fracbar260"/>
          <p:cNvSpPr/>
          <p:nvPr/>
        </p:nvSpPr>
        <p:spPr>
          <a:xfrm>
            <a:off x="8058912" y="189738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4" name="S08-num261"/>
          <p:cNvSpPr txBox="1"/>
          <p:nvPr/>
        </p:nvSpPr>
        <p:spPr>
          <a:xfrm>
            <a:off x="8022336" y="193395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25" name="S08-label262"/>
          <p:cNvSpPr txBox="1"/>
          <p:nvPr/>
        </p:nvSpPr>
        <p:spPr>
          <a:xfrm>
            <a:off x="6491874" y="2743200"/>
            <a:ext cx="9144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26" name="S08-cell263"/>
          <p:cNvSpPr/>
          <p:nvPr/>
        </p:nvSpPr>
        <p:spPr>
          <a:xfrm>
            <a:off x="7543434" y="2743200"/>
            <a:ext cx="1365626" cy="57607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08-cell264"/>
          <p:cNvSpPr/>
          <p:nvPr/>
        </p:nvSpPr>
        <p:spPr>
          <a:xfrm>
            <a:off x="8909060" y="2743200"/>
            <a:ext cx="1365626" cy="57607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8" name="S08-cell265"/>
          <p:cNvSpPr/>
          <p:nvPr/>
        </p:nvSpPr>
        <p:spPr>
          <a:xfrm>
            <a:off x="10274686" y="2743200"/>
            <a:ext cx="1365626" cy="57607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9" name="S08-figure266" descr="똑같이 3칸으로 나눈 띠, 3칸 색칠"/>
          <p:cNvSpPr/>
          <p:nvPr/>
        </p:nvSpPr>
        <p:spPr>
          <a:xfrm>
            <a:off x="7543434" y="2743200"/>
            <a:ext cx="4096878" cy="576072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0" name="S08-label267"/>
          <p:cNvSpPr txBox="1"/>
          <p:nvPr/>
        </p:nvSpPr>
        <p:spPr>
          <a:xfrm>
            <a:off x="6491874" y="3575304"/>
            <a:ext cx="9144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31" name="S08-cell268"/>
          <p:cNvSpPr/>
          <p:nvPr/>
        </p:nvSpPr>
        <p:spPr>
          <a:xfrm>
            <a:off x="7543434" y="3575304"/>
            <a:ext cx="1365626" cy="57607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2" name="S08-cell269"/>
          <p:cNvSpPr/>
          <p:nvPr/>
        </p:nvSpPr>
        <p:spPr>
          <a:xfrm>
            <a:off x="8909060" y="3575304"/>
            <a:ext cx="1365626" cy="57607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3" name="S08-cell270"/>
          <p:cNvSpPr/>
          <p:nvPr/>
        </p:nvSpPr>
        <p:spPr>
          <a:xfrm>
            <a:off x="10274686" y="3575304"/>
            <a:ext cx="1365626" cy="57607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4" name="S08-figure271" descr="똑같이 3칸으로 나눈 띠, 3칸 색칠"/>
          <p:cNvSpPr/>
          <p:nvPr/>
        </p:nvSpPr>
        <p:spPr>
          <a:xfrm>
            <a:off x="7543434" y="3575304"/>
            <a:ext cx="4096878" cy="576072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5" name="S08-num272"/>
          <p:cNvSpPr txBox="1"/>
          <p:nvPr/>
        </p:nvSpPr>
        <p:spPr>
          <a:xfrm>
            <a:off x="6747525" y="4329176"/>
            <a:ext cx="403098" cy="329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36" name="S08-fracbar273"/>
          <p:cNvSpPr/>
          <p:nvPr/>
        </p:nvSpPr>
        <p:spPr>
          <a:xfrm>
            <a:off x="6784101" y="4695444"/>
            <a:ext cx="329946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37" name="S08-num274"/>
          <p:cNvSpPr txBox="1"/>
          <p:nvPr/>
        </p:nvSpPr>
        <p:spPr>
          <a:xfrm>
            <a:off x="6747525" y="4732020"/>
            <a:ext cx="403098" cy="329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38" name="S08-cell275"/>
          <p:cNvSpPr/>
          <p:nvPr/>
        </p:nvSpPr>
        <p:spPr>
          <a:xfrm>
            <a:off x="7543434" y="4407408"/>
            <a:ext cx="1365626" cy="57607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9" name="S08-cell276"/>
          <p:cNvSpPr/>
          <p:nvPr/>
        </p:nvSpPr>
        <p:spPr>
          <a:xfrm>
            <a:off x="8909060" y="4407408"/>
            <a:ext cx="1365626" cy="57607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0" name="S08-cell277"/>
          <p:cNvSpPr/>
          <p:nvPr/>
        </p:nvSpPr>
        <p:spPr>
          <a:xfrm>
            <a:off x="10274686" y="4407408"/>
            <a:ext cx="1365626" cy="576072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1" name="S08-figure278" descr="똑같이 3칸으로 나눈 띠, 2칸 색칠"/>
          <p:cNvSpPr/>
          <p:nvPr/>
        </p:nvSpPr>
        <p:spPr>
          <a:xfrm>
            <a:off x="7543434" y="4407408"/>
            <a:ext cx="4096878" cy="576072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42" name="S08-stepno279"/>
          <p:cNvSpPr txBox="1"/>
          <p:nvPr/>
        </p:nvSpPr>
        <p:spPr>
          <a:xfrm>
            <a:off x="548640" y="272186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43" name="S08-text280"/>
          <p:cNvSpPr txBox="1"/>
          <p:nvPr/>
        </p:nvSpPr>
        <p:spPr>
          <a:xfrm>
            <a:off x="1325880" y="2676144"/>
            <a:ext cx="4800234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대분수를 가분수로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바꿔요.</a:t>
            </a:r>
            <a:endParaRPr lang="ko-KR" sz="2200" dirty="0"/>
          </a:p>
        </p:txBody>
      </p:sp>
      <p:sp>
        <p:nvSpPr>
          <p:cNvPr id="44" name="S08-stepno281"/>
          <p:cNvSpPr txBox="1"/>
          <p:nvPr/>
        </p:nvSpPr>
        <p:spPr>
          <a:xfrm>
            <a:off x="548640" y="35681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45" name="S08-text282"/>
          <p:cNvSpPr txBox="1"/>
          <p:nvPr/>
        </p:nvSpPr>
        <p:spPr>
          <a:xfrm>
            <a:off x="1325880" y="3522472"/>
            <a:ext cx="4800234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2와 3분의 2는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3분의 1이 8개</a:t>
            </a:r>
            <a:endParaRPr lang="ko-KR" sz="2200" dirty="0"/>
          </a:p>
        </p:txBody>
      </p:sp>
      <p:sp>
        <p:nvSpPr>
          <p:cNvPr id="46" name="S08-stepno283"/>
          <p:cNvSpPr txBox="1"/>
          <p:nvPr/>
        </p:nvSpPr>
        <p:spPr>
          <a:xfrm>
            <a:off x="548640" y="441452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47" name="S08-text284"/>
          <p:cNvSpPr txBox="1"/>
          <p:nvPr/>
        </p:nvSpPr>
        <p:spPr>
          <a:xfrm>
            <a:off x="1325880" y="4368800"/>
            <a:ext cx="4800234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8개를 4로 나누면 2개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3분의 2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함께 계산해요</a:t>
            </a:r>
            <a:endParaRPr lang="ko-KR" sz="4000" dirty="0"/>
          </a:p>
        </p:txBody>
      </p:sp>
      <p:sp>
        <p:nvSpPr>
          <p:cNvPr id="3" name="S09-card28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9-cardtext28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분자가 나누어떨어지지 않으면 ÷ 5를 × 5분의 1로 바꿔요.</a:t>
            </a:r>
            <a:endParaRPr lang="ko-KR" sz="2800" dirty="0"/>
          </a:p>
        </p:txBody>
      </p:sp>
      <p:sp>
        <p:nvSpPr>
          <p:cNvPr id="5" name="S09-chip287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6" name="S09-num288"/>
          <p:cNvSpPr txBox="1"/>
          <p:nvPr/>
        </p:nvSpPr>
        <p:spPr>
          <a:xfrm>
            <a:off x="1344168" y="154127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3200" dirty="0"/>
          </a:p>
        </p:txBody>
      </p:sp>
      <p:sp>
        <p:nvSpPr>
          <p:cNvPr id="7" name="S09-fracbar289"/>
          <p:cNvSpPr/>
          <p:nvPr/>
        </p:nvSpPr>
        <p:spPr>
          <a:xfrm>
            <a:off x="1380744" y="205740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" name="S09-num290"/>
          <p:cNvSpPr txBox="1"/>
          <p:nvPr/>
        </p:nvSpPr>
        <p:spPr>
          <a:xfrm>
            <a:off x="1344168" y="209397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3200" dirty="0"/>
          </a:p>
        </p:txBody>
      </p:sp>
      <p:sp>
        <p:nvSpPr>
          <p:cNvPr id="9" name="S09-op291"/>
          <p:cNvSpPr txBox="1"/>
          <p:nvPr/>
        </p:nvSpPr>
        <p:spPr>
          <a:xfrm>
            <a:off x="1990344" y="1541272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÷</a:t>
            </a:r>
            <a:endParaRPr lang="ko-KR" sz="3200" dirty="0"/>
          </a:p>
        </p:txBody>
      </p:sp>
      <p:sp>
        <p:nvSpPr>
          <p:cNvPr id="10" name="S09-op292"/>
          <p:cNvSpPr txBox="1"/>
          <p:nvPr/>
        </p:nvSpPr>
        <p:spPr>
          <a:xfrm>
            <a:off x="2754376" y="1541272"/>
            <a:ext cx="524256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11" name="S09-op293"/>
          <p:cNvSpPr txBox="1"/>
          <p:nvPr/>
        </p:nvSpPr>
        <p:spPr>
          <a:xfrm>
            <a:off x="3388360" y="154127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12" name="S09-blank294"/>
          <p:cNvSpPr/>
          <p:nvPr/>
        </p:nvSpPr>
        <p:spPr>
          <a:xfrm>
            <a:off x="4015598" y="1603614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3" name="S09-fracbar295"/>
          <p:cNvSpPr/>
          <p:nvPr/>
        </p:nvSpPr>
        <p:spPr>
          <a:xfrm>
            <a:off x="3961384" y="205740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4" name="S09-blank296"/>
          <p:cNvSpPr/>
          <p:nvPr/>
        </p:nvSpPr>
        <p:spPr>
          <a:xfrm>
            <a:off x="4015598" y="2156318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5" name="S09-chip297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16" name="S09-num298"/>
          <p:cNvSpPr txBox="1"/>
          <p:nvPr/>
        </p:nvSpPr>
        <p:spPr>
          <a:xfrm>
            <a:off x="7072884" y="154127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17" name="S09-fracbar299"/>
          <p:cNvSpPr/>
          <p:nvPr/>
        </p:nvSpPr>
        <p:spPr>
          <a:xfrm>
            <a:off x="7109460" y="205740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8" name="S09-num300"/>
          <p:cNvSpPr txBox="1"/>
          <p:nvPr/>
        </p:nvSpPr>
        <p:spPr>
          <a:xfrm>
            <a:off x="7072884" y="209397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19" name="S09-op301"/>
          <p:cNvSpPr txBox="1"/>
          <p:nvPr/>
        </p:nvSpPr>
        <p:spPr>
          <a:xfrm>
            <a:off x="7719060" y="1541272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÷</a:t>
            </a:r>
            <a:endParaRPr lang="ko-KR" sz="3200" dirty="0"/>
          </a:p>
        </p:txBody>
      </p:sp>
      <p:sp>
        <p:nvSpPr>
          <p:cNvPr id="20" name="S09-op302"/>
          <p:cNvSpPr txBox="1"/>
          <p:nvPr/>
        </p:nvSpPr>
        <p:spPr>
          <a:xfrm>
            <a:off x="8483092" y="1541272"/>
            <a:ext cx="524256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200" dirty="0"/>
          </a:p>
        </p:txBody>
      </p:sp>
      <p:sp>
        <p:nvSpPr>
          <p:cNvPr id="21" name="S09-op303"/>
          <p:cNvSpPr txBox="1"/>
          <p:nvPr/>
        </p:nvSpPr>
        <p:spPr>
          <a:xfrm>
            <a:off x="9117076" y="154127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22" name="S09-blank304"/>
          <p:cNvSpPr/>
          <p:nvPr/>
        </p:nvSpPr>
        <p:spPr>
          <a:xfrm>
            <a:off x="9744314" y="1603614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3" name="S09-fracbar305"/>
          <p:cNvSpPr/>
          <p:nvPr/>
        </p:nvSpPr>
        <p:spPr>
          <a:xfrm>
            <a:off x="9690100" y="205740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4" name="S09-blank306"/>
          <p:cNvSpPr/>
          <p:nvPr/>
        </p:nvSpPr>
        <p:spPr>
          <a:xfrm>
            <a:off x="9744314" y="2156318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5" name="S09-chip307"/>
          <p:cNvSpPr txBox="1"/>
          <p:nvPr/>
        </p:nvSpPr>
        <p:spPr>
          <a:xfrm>
            <a:off x="548640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26" name="S09-num308"/>
          <p:cNvSpPr txBox="1"/>
          <p:nvPr/>
        </p:nvSpPr>
        <p:spPr>
          <a:xfrm>
            <a:off x="1344168" y="3530092"/>
            <a:ext cx="323088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200" dirty="0"/>
          </a:p>
        </p:txBody>
      </p:sp>
      <p:sp>
        <p:nvSpPr>
          <p:cNvPr id="27" name="S09-num309"/>
          <p:cNvSpPr txBox="1"/>
          <p:nvPr/>
        </p:nvSpPr>
        <p:spPr>
          <a:xfrm>
            <a:off x="1667256" y="353009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200" dirty="0"/>
          </a:p>
        </p:txBody>
      </p:sp>
      <p:sp>
        <p:nvSpPr>
          <p:cNvPr id="28" name="S09-fracbar310"/>
          <p:cNvSpPr/>
          <p:nvPr/>
        </p:nvSpPr>
        <p:spPr>
          <a:xfrm>
            <a:off x="1703832" y="404622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9" name="S09-num311"/>
          <p:cNvSpPr txBox="1"/>
          <p:nvPr/>
        </p:nvSpPr>
        <p:spPr>
          <a:xfrm>
            <a:off x="1667256" y="408279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200" dirty="0"/>
          </a:p>
        </p:txBody>
      </p:sp>
      <p:sp>
        <p:nvSpPr>
          <p:cNvPr id="30" name="S09-op312"/>
          <p:cNvSpPr txBox="1"/>
          <p:nvPr/>
        </p:nvSpPr>
        <p:spPr>
          <a:xfrm>
            <a:off x="2313432" y="3530092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÷</a:t>
            </a:r>
            <a:endParaRPr lang="ko-KR" sz="3200" dirty="0"/>
          </a:p>
        </p:txBody>
      </p:sp>
      <p:sp>
        <p:nvSpPr>
          <p:cNvPr id="31" name="S09-op313"/>
          <p:cNvSpPr txBox="1"/>
          <p:nvPr/>
        </p:nvSpPr>
        <p:spPr>
          <a:xfrm>
            <a:off x="3077464" y="3530092"/>
            <a:ext cx="524256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32" name="S09-op314"/>
          <p:cNvSpPr txBox="1"/>
          <p:nvPr/>
        </p:nvSpPr>
        <p:spPr>
          <a:xfrm>
            <a:off x="3711448" y="353009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33" name="S09-blank315"/>
          <p:cNvSpPr/>
          <p:nvPr/>
        </p:nvSpPr>
        <p:spPr>
          <a:xfrm>
            <a:off x="4338686" y="3592434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34" name="S09-fracbar316"/>
          <p:cNvSpPr/>
          <p:nvPr/>
        </p:nvSpPr>
        <p:spPr>
          <a:xfrm>
            <a:off x="4284472" y="404622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5" name="S09-blank317"/>
          <p:cNvSpPr/>
          <p:nvPr/>
        </p:nvSpPr>
        <p:spPr>
          <a:xfrm>
            <a:off x="4338686" y="4145138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36" name="S09-chip318"/>
          <p:cNvSpPr txBox="1"/>
          <p:nvPr/>
        </p:nvSpPr>
        <p:spPr>
          <a:xfrm>
            <a:off x="6277356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37" name="S09-num319"/>
          <p:cNvSpPr txBox="1"/>
          <p:nvPr/>
        </p:nvSpPr>
        <p:spPr>
          <a:xfrm>
            <a:off x="7072884" y="3530092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3200" dirty="0"/>
          </a:p>
        </p:txBody>
      </p:sp>
      <p:sp>
        <p:nvSpPr>
          <p:cNvPr id="38" name="S09-fracbar320"/>
          <p:cNvSpPr/>
          <p:nvPr/>
        </p:nvSpPr>
        <p:spPr>
          <a:xfrm>
            <a:off x="7109460" y="4046220"/>
            <a:ext cx="56286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9" name="S09-num321"/>
          <p:cNvSpPr txBox="1"/>
          <p:nvPr/>
        </p:nvSpPr>
        <p:spPr>
          <a:xfrm>
            <a:off x="7072884" y="4082796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3200" dirty="0"/>
          </a:p>
        </p:txBody>
      </p:sp>
      <p:sp>
        <p:nvSpPr>
          <p:cNvPr id="40" name="S09-op322"/>
          <p:cNvSpPr txBox="1"/>
          <p:nvPr/>
        </p:nvSpPr>
        <p:spPr>
          <a:xfrm>
            <a:off x="7818628" y="3530092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÷</a:t>
            </a:r>
            <a:endParaRPr lang="ko-KR" sz="3200" dirty="0"/>
          </a:p>
        </p:txBody>
      </p:sp>
      <p:sp>
        <p:nvSpPr>
          <p:cNvPr id="41" name="S09-op323"/>
          <p:cNvSpPr txBox="1"/>
          <p:nvPr/>
        </p:nvSpPr>
        <p:spPr>
          <a:xfrm>
            <a:off x="8582660" y="3530092"/>
            <a:ext cx="524256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42" name="S09-op324"/>
          <p:cNvSpPr txBox="1"/>
          <p:nvPr/>
        </p:nvSpPr>
        <p:spPr>
          <a:xfrm>
            <a:off x="9216644" y="353009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43" name="S09-blank325"/>
          <p:cNvSpPr/>
          <p:nvPr/>
        </p:nvSpPr>
        <p:spPr>
          <a:xfrm>
            <a:off x="9843882" y="3592434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44" name="S09-fracbar326"/>
          <p:cNvSpPr/>
          <p:nvPr/>
        </p:nvSpPr>
        <p:spPr>
          <a:xfrm>
            <a:off x="9789668" y="404622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5" name="S09-blank327"/>
          <p:cNvSpPr/>
          <p:nvPr/>
        </p:nvSpPr>
        <p:spPr>
          <a:xfrm>
            <a:off x="9843882" y="4145138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누구의 답이 맞을까요?</a:t>
            </a:r>
            <a:endParaRPr lang="ko-KR" sz="4000" dirty="0"/>
          </a:p>
        </p:txBody>
      </p:sp>
      <p:sp>
        <p:nvSpPr>
          <p:cNvPr id="3" name="S10-card328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0-cardtext329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5분의 3을 2로 나누었어요.</a:t>
            </a:r>
            <a:endParaRPr lang="ko-KR" sz="2800" dirty="0"/>
          </a:p>
        </p:txBody>
      </p:sp>
      <p:sp>
        <p:nvSpPr>
          <p:cNvPr id="5" name="S10-card33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10-cardtext33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똑같이 나누면 처음보다 커질까요, 작아질까요?</a:t>
            </a:r>
            <a:endParaRPr lang="ko-KR" sz="2800" dirty="0"/>
          </a:p>
        </p:txBody>
      </p:sp>
      <p:sp>
        <p:nvSpPr>
          <p:cNvPr id="7" name="S10-chip332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</a:t>
            </a:r>
            <a:endParaRPr lang="ko-KR" sz="2200" dirty="0"/>
          </a:p>
        </p:txBody>
      </p:sp>
      <p:sp>
        <p:nvSpPr>
          <p:cNvPr id="8" name="S10-num333"/>
          <p:cNvSpPr txBox="1"/>
          <p:nvPr/>
        </p:nvSpPr>
        <p:spPr>
          <a:xfrm>
            <a:off x="1671574" y="362153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9" name="S10-fracbar334"/>
          <p:cNvSpPr/>
          <p:nvPr/>
        </p:nvSpPr>
        <p:spPr>
          <a:xfrm>
            <a:off x="1708150" y="413766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" name="S10-num335"/>
          <p:cNvSpPr txBox="1"/>
          <p:nvPr/>
        </p:nvSpPr>
        <p:spPr>
          <a:xfrm>
            <a:off x="1671574" y="417423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200" dirty="0"/>
          </a:p>
        </p:txBody>
      </p:sp>
      <p:sp>
        <p:nvSpPr>
          <p:cNvPr id="11" name="S10-op336"/>
          <p:cNvSpPr txBox="1"/>
          <p:nvPr/>
        </p:nvSpPr>
        <p:spPr>
          <a:xfrm>
            <a:off x="2317750" y="3621532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÷</a:t>
            </a:r>
            <a:endParaRPr lang="ko-KR" sz="3200" dirty="0"/>
          </a:p>
        </p:txBody>
      </p:sp>
      <p:sp>
        <p:nvSpPr>
          <p:cNvPr id="12" name="S10-op337"/>
          <p:cNvSpPr txBox="1"/>
          <p:nvPr/>
        </p:nvSpPr>
        <p:spPr>
          <a:xfrm>
            <a:off x="3081782" y="3621532"/>
            <a:ext cx="524256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13" name="S10-op338"/>
          <p:cNvSpPr txBox="1"/>
          <p:nvPr/>
        </p:nvSpPr>
        <p:spPr>
          <a:xfrm>
            <a:off x="3715766" y="362153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14" name="S10-num339"/>
          <p:cNvSpPr txBox="1"/>
          <p:nvPr/>
        </p:nvSpPr>
        <p:spPr>
          <a:xfrm>
            <a:off x="4252214" y="362153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3200" dirty="0"/>
          </a:p>
        </p:txBody>
      </p:sp>
      <p:sp>
        <p:nvSpPr>
          <p:cNvPr id="15" name="S10-fracbar340"/>
          <p:cNvSpPr/>
          <p:nvPr/>
        </p:nvSpPr>
        <p:spPr>
          <a:xfrm>
            <a:off x="4288790" y="413766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6" name="S10-num341"/>
          <p:cNvSpPr txBox="1"/>
          <p:nvPr/>
        </p:nvSpPr>
        <p:spPr>
          <a:xfrm>
            <a:off x="4252214" y="417423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200" dirty="0"/>
          </a:p>
        </p:txBody>
      </p:sp>
      <p:sp>
        <p:nvSpPr>
          <p:cNvPr id="17" name="S10-chip342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</a:t>
            </a:r>
            <a:endParaRPr lang="ko-KR" sz="2200" dirty="0"/>
          </a:p>
        </p:txBody>
      </p:sp>
      <p:sp>
        <p:nvSpPr>
          <p:cNvPr id="18" name="S10-num343"/>
          <p:cNvSpPr txBox="1"/>
          <p:nvPr/>
        </p:nvSpPr>
        <p:spPr>
          <a:xfrm>
            <a:off x="7350506" y="362153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19" name="S10-fracbar344"/>
          <p:cNvSpPr/>
          <p:nvPr/>
        </p:nvSpPr>
        <p:spPr>
          <a:xfrm>
            <a:off x="7387082" y="413766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0" name="S10-num345"/>
          <p:cNvSpPr txBox="1"/>
          <p:nvPr/>
        </p:nvSpPr>
        <p:spPr>
          <a:xfrm>
            <a:off x="7350506" y="417423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200" dirty="0"/>
          </a:p>
        </p:txBody>
      </p:sp>
      <p:sp>
        <p:nvSpPr>
          <p:cNvPr id="21" name="S10-op346"/>
          <p:cNvSpPr txBox="1"/>
          <p:nvPr/>
        </p:nvSpPr>
        <p:spPr>
          <a:xfrm>
            <a:off x="7996682" y="3621532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÷</a:t>
            </a:r>
            <a:endParaRPr lang="ko-KR" sz="3200" dirty="0"/>
          </a:p>
        </p:txBody>
      </p:sp>
      <p:sp>
        <p:nvSpPr>
          <p:cNvPr id="22" name="S10-op347"/>
          <p:cNvSpPr txBox="1"/>
          <p:nvPr/>
        </p:nvSpPr>
        <p:spPr>
          <a:xfrm>
            <a:off x="8760714" y="3621532"/>
            <a:ext cx="524256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23" name="S10-op348"/>
          <p:cNvSpPr txBox="1"/>
          <p:nvPr/>
        </p:nvSpPr>
        <p:spPr>
          <a:xfrm>
            <a:off x="9394698" y="362153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24" name="S10-num349"/>
          <p:cNvSpPr txBox="1"/>
          <p:nvPr/>
        </p:nvSpPr>
        <p:spPr>
          <a:xfrm>
            <a:off x="9931146" y="3621532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25" name="S10-fracbar350"/>
          <p:cNvSpPr/>
          <p:nvPr/>
        </p:nvSpPr>
        <p:spPr>
          <a:xfrm>
            <a:off x="9967722" y="4137660"/>
            <a:ext cx="56286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6" name="S10-num351"/>
          <p:cNvSpPr txBox="1"/>
          <p:nvPr/>
        </p:nvSpPr>
        <p:spPr>
          <a:xfrm>
            <a:off x="9931146" y="4174236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text35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계산하고, ⑥은 까닭을 말해요.</a:t>
            </a:r>
            <a:endParaRPr lang="ko-KR" sz="2800" dirty="0"/>
          </a:p>
        </p:txBody>
      </p:sp>
      <p:sp>
        <p:nvSpPr>
          <p:cNvPr id="4" name="S11-chip353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11-op354"/>
          <p:cNvSpPr txBox="1"/>
          <p:nvPr/>
        </p:nvSpPr>
        <p:spPr>
          <a:xfrm>
            <a:off x="1344168" y="2135632"/>
            <a:ext cx="524256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200" dirty="0"/>
          </a:p>
        </p:txBody>
      </p:sp>
      <p:sp>
        <p:nvSpPr>
          <p:cNvPr id="6" name="S11-op355"/>
          <p:cNvSpPr txBox="1"/>
          <p:nvPr/>
        </p:nvSpPr>
        <p:spPr>
          <a:xfrm>
            <a:off x="1978152" y="2135632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÷</a:t>
            </a:r>
            <a:endParaRPr lang="ko-KR" sz="3200" dirty="0"/>
          </a:p>
        </p:txBody>
      </p:sp>
      <p:sp>
        <p:nvSpPr>
          <p:cNvPr id="7" name="S11-op356"/>
          <p:cNvSpPr txBox="1"/>
          <p:nvPr/>
        </p:nvSpPr>
        <p:spPr>
          <a:xfrm>
            <a:off x="2742184" y="2135632"/>
            <a:ext cx="524256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3200" dirty="0"/>
          </a:p>
        </p:txBody>
      </p:sp>
      <p:sp>
        <p:nvSpPr>
          <p:cNvPr id="8" name="S11-op357"/>
          <p:cNvSpPr txBox="1"/>
          <p:nvPr/>
        </p:nvSpPr>
        <p:spPr>
          <a:xfrm>
            <a:off x="3376168" y="213563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9" name="S11-blank358"/>
          <p:cNvSpPr/>
          <p:nvPr/>
        </p:nvSpPr>
        <p:spPr>
          <a:xfrm>
            <a:off x="4003406" y="2197974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0" name="S11-fracbar359"/>
          <p:cNvSpPr/>
          <p:nvPr/>
        </p:nvSpPr>
        <p:spPr>
          <a:xfrm>
            <a:off x="3949192" y="265176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" name="S11-blank360"/>
          <p:cNvSpPr/>
          <p:nvPr/>
        </p:nvSpPr>
        <p:spPr>
          <a:xfrm>
            <a:off x="4003406" y="2750678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2" name="S11-chip361"/>
          <p:cNvSpPr txBox="1"/>
          <p:nvPr/>
        </p:nvSpPr>
        <p:spPr>
          <a:xfrm>
            <a:off x="6277356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13" name="S11-op362"/>
          <p:cNvSpPr txBox="1"/>
          <p:nvPr/>
        </p:nvSpPr>
        <p:spPr>
          <a:xfrm>
            <a:off x="7072884" y="2135632"/>
            <a:ext cx="79248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3200" dirty="0"/>
          </a:p>
        </p:txBody>
      </p:sp>
      <p:sp>
        <p:nvSpPr>
          <p:cNvPr id="14" name="S11-op363"/>
          <p:cNvSpPr txBox="1"/>
          <p:nvPr/>
        </p:nvSpPr>
        <p:spPr>
          <a:xfrm>
            <a:off x="7975092" y="2135632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÷</a:t>
            </a:r>
            <a:endParaRPr lang="ko-KR" sz="3200" dirty="0"/>
          </a:p>
        </p:txBody>
      </p:sp>
      <p:sp>
        <p:nvSpPr>
          <p:cNvPr id="15" name="S11-op364"/>
          <p:cNvSpPr txBox="1"/>
          <p:nvPr/>
        </p:nvSpPr>
        <p:spPr>
          <a:xfrm>
            <a:off x="8739124" y="2135632"/>
            <a:ext cx="524256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200" dirty="0"/>
          </a:p>
        </p:txBody>
      </p:sp>
      <p:sp>
        <p:nvSpPr>
          <p:cNvPr id="16" name="S11-op365"/>
          <p:cNvSpPr txBox="1"/>
          <p:nvPr/>
        </p:nvSpPr>
        <p:spPr>
          <a:xfrm>
            <a:off x="9373108" y="213563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17" name="S11-blank366"/>
          <p:cNvSpPr/>
          <p:nvPr/>
        </p:nvSpPr>
        <p:spPr>
          <a:xfrm>
            <a:off x="9909556" y="2474326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8" name="S11-blank367"/>
          <p:cNvSpPr/>
          <p:nvPr/>
        </p:nvSpPr>
        <p:spPr>
          <a:xfrm>
            <a:off x="10428366" y="2197974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9" name="S11-fracbar368"/>
          <p:cNvSpPr/>
          <p:nvPr/>
        </p:nvSpPr>
        <p:spPr>
          <a:xfrm>
            <a:off x="10374152" y="265176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0" name="S11-blank369"/>
          <p:cNvSpPr/>
          <p:nvPr/>
        </p:nvSpPr>
        <p:spPr>
          <a:xfrm>
            <a:off x="10428366" y="2750678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1" name="S11-chip370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22" name="S11-num371"/>
          <p:cNvSpPr txBox="1"/>
          <p:nvPr/>
        </p:nvSpPr>
        <p:spPr>
          <a:xfrm>
            <a:off x="1344168" y="359867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3200" dirty="0"/>
          </a:p>
        </p:txBody>
      </p:sp>
      <p:sp>
        <p:nvSpPr>
          <p:cNvPr id="23" name="S11-fracbar372"/>
          <p:cNvSpPr/>
          <p:nvPr/>
        </p:nvSpPr>
        <p:spPr>
          <a:xfrm>
            <a:off x="1380744" y="411480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4" name="S11-num373"/>
          <p:cNvSpPr txBox="1"/>
          <p:nvPr/>
        </p:nvSpPr>
        <p:spPr>
          <a:xfrm>
            <a:off x="1344168" y="415137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3200" dirty="0"/>
          </a:p>
        </p:txBody>
      </p:sp>
      <p:sp>
        <p:nvSpPr>
          <p:cNvPr id="25" name="S11-op374"/>
          <p:cNvSpPr txBox="1"/>
          <p:nvPr/>
        </p:nvSpPr>
        <p:spPr>
          <a:xfrm>
            <a:off x="1990344" y="3598672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÷</a:t>
            </a:r>
            <a:endParaRPr lang="ko-KR" sz="3200" dirty="0"/>
          </a:p>
        </p:txBody>
      </p:sp>
      <p:sp>
        <p:nvSpPr>
          <p:cNvPr id="26" name="S11-op375"/>
          <p:cNvSpPr txBox="1"/>
          <p:nvPr/>
        </p:nvSpPr>
        <p:spPr>
          <a:xfrm>
            <a:off x="2754376" y="3598672"/>
            <a:ext cx="524256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200" dirty="0"/>
          </a:p>
        </p:txBody>
      </p:sp>
      <p:sp>
        <p:nvSpPr>
          <p:cNvPr id="27" name="S11-op376"/>
          <p:cNvSpPr txBox="1"/>
          <p:nvPr/>
        </p:nvSpPr>
        <p:spPr>
          <a:xfrm>
            <a:off x="3388360" y="359867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28" name="S11-blank377"/>
          <p:cNvSpPr/>
          <p:nvPr/>
        </p:nvSpPr>
        <p:spPr>
          <a:xfrm>
            <a:off x="4015598" y="3661014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9" name="S11-fracbar378"/>
          <p:cNvSpPr/>
          <p:nvPr/>
        </p:nvSpPr>
        <p:spPr>
          <a:xfrm>
            <a:off x="3961384" y="411480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0" name="S11-blank379"/>
          <p:cNvSpPr/>
          <p:nvPr/>
        </p:nvSpPr>
        <p:spPr>
          <a:xfrm>
            <a:off x="4015598" y="4213718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31" name="S11-chip380"/>
          <p:cNvSpPr txBox="1"/>
          <p:nvPr/>
        </p:nvSpPr>
        <p:spPr>
          <a:xfrm>
            <a:off x="6277356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32" name="S11-num381"/>
          <p:cNvSpPr txBox="1"/>
          <p:nvPr/>
        </p:nvSpPr>
        <p:spPr>
          <a:xfrm>
            <a:off x="7072884" y="359867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33" name="S11-fracbar382"/>
          <p:cNvSpPr/>
          <p:nvPr/>
        </p:nvSpPr>
        <p:spPr>
          <a:xfrm>
            <a:off x="7109460" y="411480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4" name="S11-num383"/>
          <p:cNvSpPr txBox="1"/>
          <p:nvPr/>
        </p:nvSpPr>
        <p:spPr>
          <a:xfrm>
            <a:off x="7072884" y="415137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200" dirty="0"/>
          </a:p>
        </p:txBody>
      </p:sp>
      <p:sp>
        <p:nvSpPr>
          <p:cNvPr id="35" name="S11-op384"/>
          <p:cNvSpPr txBox="1"/>
          <p:nvPr/>
        </p:nvSpPr>
        <p:spPr>
          <a:xfrm>
            <a:off x="7719060" y="3598672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÷</a:t>
            </a:r>
            <a:endParaRPr lang="ko-KR" sz="3200" dirty="0"/>
          </a:p>
        </p:txBody>
      </p:sp>
      <p:sp>
        <p:nvSpPr>
          <p:cNvPr id="36" name="S11-op385"/>
          <p:cNvSpPr txBox="1"/>
          <p:nvPr/>
        </p:nvSpPr>
        <p:spPr>
          <a:xfrm>
            <a:off x="8483092" y="3598672"/>
            <a:ext cx="524256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200" dirty="0"/>
          </a:p>
        </p:txBody>
      </p:sp>
      <p:sp>
        <p:nvSpPr>
          <p:cNvPr id="37" name="S11-op386"/>
          <p:cNvSpPr txBox="1"/>
          <p:nvPr/>
        </p:nvSpPr>
        <p:spPr>
          <a:xfrm>
            <a:off x="9117076" y="359867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38" name="S11-blank387"/>
          <p:cNvSpPr/>
          <p:nvPr/>
        </p:nvSpPr>
        <p:spPr>
          <a:xfrm>
            <a:off x="9744314" y="3661014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39" name="S11-fracbar388"/>
          <p:cNvSpPr/>
          <p:nvPr/>
        </p:nvSpPr>
        <p:spPr>
          <a:xfrm>
            <a:off x="9690100" y="411480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0" name="S11-blank389"/>
          <p:cNvSpPr/>
          <p:nvPr/>
        </p:nvSpPr>
        <p:spPr>
          <a:xfrm>
            <a:off x="9744314" y="4213718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41" name="S11-chip390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</a:t>
            </a:r>
            <a:endParaRPr lang="ko-KR" sz="2200" dirty="0"/>
          </a:p>
        </p:txBody>
      </p:sp>
      <p:sp>
        <p:nvSpPr>
          <p:cNvPr id="42" name="S11-num391"/>
          <p:cNvSpPr txBox="1"/>
          <p:nvPr/>
        </p:nvSpPr>
        <p:spPr>
          <a:xfrm>
            <a:off x="1344168" y="5061712"/>
            <a:ext cx="323088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200" dirty="0"/>
          </a:p>
        </p:txBody>
      </p:sp>
      <p:sp>
        <p:nvSpPr>
          <p:cNvPr id="43" name="S11-num392"/>
          <p:cNvSpPr txBox="1"/>
          <p:nvPr/>
        </p:nvSpPr>
        <p:spPr>
          <a:xfrm>
            <a:off x="1667256" y="506171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44" name="S11-fracbar393"/>
          <p:cNvSpPr/>
          <p:nvPr/>
        </p:nvSpPr>
        <p:spPr>
          <a:xfrm>
            <a:off x="1703832" y="557784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5" name="S11-num394"/>
          <p:cNvSpPr txBox="1"/>
          <p:nvPr/>
        </p:nvSpPr>
        <p:spPr>
          <a:xfrm>
            <a:off x="1667256" y="561441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200" dirty="0"/>
          </a:p>
        </p:txBody>
      </p:sp>
      <p:sp>
        <p:nvSpPr>
          <p:cNvPr id="46" name="S11-op395"/>
          <p:cNvSpPr txBox="1"/>
          <p:nvPr/>
        </p:nvSpPr>
        <p:spPr>
          <a:xfrm>
            <a:off x="2313432" y="5061712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÷</a:t>
            </a:r>
            <a:endParaRPr lang="ko-KR" sz="3200" dirty="0"/>
          </a:p>
        </p:txBody>
      </p:sp>
      <p:sp>
        <p:nvSpPr>
          <p:cNvPr id="47" name="S11-op396"/>
          <p:cNvSpPr txBox="1"/>
          <p:nvPr/>
        </p:nvSpPr>
        <p:spPr>
          <a:xfrm>
            <a:off x="3077464" y="5061712"/>
            <a:ext cx="524256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48" name="S11-op397"/>
          <p:cNvSpPr txBox="1"/>
          <p:nvPr/>
        </p:nvSpPr>
        <p:spPr>
          <a:xfrm>
            <a:off x="3711448" y="506171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49" name="S11-blank398"/>
          <p:cNvSpPr/>
          <p:nvPr/>
        </p:nvSpPr>
        <p:spPr>
          <a:xfrm>
            <a:off x="4338686" y="5124054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50" name="S11-fracbar399"/>
          <p:cNvSpPr/>
          <p:nvPr/>
        </p:nvSpPr>
        <p:spPr>
          <a:xfrm>
            <a:off x="4284472" y="557784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1" name="S11-blank400"/>
          <p:cNvSpPr/>
          <p:nvPr/>
        </p:nvSpPr>
        <p:spPr>
          <a:xfrm>
            <a:off x="4338686" y="5676758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52" name="S11-chip401"/>
          <p:cNvSpPr txBox="1"/>
          <p:nvPr/>
        </p:nvSpPr>
        <p:spPr>
          <a:xfrm>
            <a:off x="6277356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⑥</a:t>
            </a:r>
            <a:endParaRPr lang="ko-KR" sz="2200" dirty="0"/>
          </a:p>
        </p:txBody>
      </p:sp>
      <p:sp>
        <p:nvSpPr>
          <p:cNvPr id="53" name="S11-text402"/>
          <p:cNvSpPr txBox="1"/>
          <p:nvPr/>
        </p:nvSpPr>
        <p:spPr>
          <a:xfrm>
            <a:off x="7072884" y="493776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④를 그림이나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말로 설명해요.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생활 속 나눗셈</a:t>
            </a:r>
            <a:endParaRPr lang="ko-KR" sz="4000" dirty="0"/>
          </a:p>
        </p:txBody>
      </p:sp>
      <p:sp>
        <p:nvSpPr>
          <p:cNvPr id="3" name="S13-text40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식을 쓰고 답을 구해요.</a:t>
            </a:r>
            <a:endParaRPr lang="ko-KR" sz="2800" dirty="0"/>
          </a:p>
        </p:txBody>
      </p:sp>
      <p:sp>
        <p:nvSpPr>
          <p:cNvPr id="4" name="S13-chip404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13-text405"/>
          <p:cNvSpPr txBox="1"/>
          <p:nvPr/>
        </p:nvSpPr>
        <p:spPr>
          <a:xfrm>
            <a:off x="1344168" y="20116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 7 L를 병 4개에 똑같이 나누어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담으면 한 병에 몇 L일까요?</a:t>
            </a:r>
            <a:endParaRPr lang="ko-KR" sz="2800" dirty="0"/>
          </a:p>
        </p:txBody>
      </p:sp>
      <p:sp>
        <p:nvSpPr>
          <p:cNvPr id="6" name="S13-chip406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7" name="S13-text407"/>
          <p:cNvSpPr txBox="1"/>
          <p:nvPr/>
        </p:nvSpPr>
        <p:spPr>
          <a:xfrm>
            <a:off x="1344168" y="420624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 테이프 3분의 2 m를 4명이 똑같이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나누면 한 명은 몇 m일까요?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408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409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 ÷ ● = ●분의 ■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(분수) ÷ ●는 분자를 ●로 나누거나 ●분의 1을 곱해요.</a:t>
            </a:r>
            <a:endParaRPr lang="ko-KR" sz="2800" dirty="0"/>
          </a:p>
        </p:txBody>
      </p:sp>
      <p:sp>
        <p:nvSpPr>
          <p:cNvPr id="5" name="S14-chip410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대분수는 가분수로 바꾸기</a:t>
            </a:r>
            <a:endParaRPr lang="ko-KR" sz="2200" dirty="0"/>
          </a:p>
        </p:txBody>
      </p:sp>
      <p:sp>
        <p:nvSpPr>
          <p:cNvPr id="6" name="S14-chip411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나누는 수를 분자에 곱하기</a:t>
            </a:r>
            <a:endParaRPr lang="ko-KR" sz="2200" dirty="0"/>
          </a:p>
        </p:txBody>
      </p:sp>
      <p:sp>
        <p:nvSpPr>
          <p:cNvPr id="7" name="S14-text412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4-eqtext413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4 ÷ 9</a:t>
            </a:r>
            <a:endParaRPr lang="ko-KR" sz="2600" dirty="0"/>
          </a:p>
        </p:txBody>
      </p:sp>
      <p:sp>
        <p:nvSpPr>
          <p:cNvPr id="9" name="S14-op414"/>
          <p:cNvSpPr txBox="1"/>
          <p:nvPr/>
        </p:nvSpPr>
        <p:spPr>
          <a:xfrm>
            <a:off x="4322064" y="4401312"/>
            <a:ext cx="579628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10" name="S14-num415"/>
          <p:cNvSpPr txBox="1"/>
          <p:nvPr/>
        </p:nvSpPr>
        <p:spPr>
          <a:xfrm>
            <a:off x="5011420" y="4401312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600" dirty="0"/>
          </a:p>
        </p:txBody>
      </p:sp>
      <p:sp>
        <p:nvSpPr>
          <p:cNvPr id="11" name="S14-fracbar416"/>
          <p:cNvSpPr/>
          <p:nvPr/>
        </p:nvSpPr>
        <p:spPr>
          <a:xfrm>
            <a:off x="5047996" y="4827524"/>
            <a:ext cx="383286" cy="0"/>
          </a:xfrm>
          <a:prstGeom prst="line">
            <a:avLst/>
          </a:prstGeom>
          <a:noFill/>
          <a:ln w="20638">
            <a:solidFill>
              <a:srgbClr val="FFFFFF"/>
            </a:solidFill>
            <a:prstDash val="solid"/>
          </a:ln>
        </p:spPr>
      </p:sp>
      <p:sp>
        <p:nvSpPr>
          <p:cNvPr id="12" name="S14-num417"/>
          <p:cNvSpPr txBox="1"/>
          <p:nvPr/>
        </p:nvSpPr>
        <p:spPr>
          <a:xfrm>
            <a:off x="5011420" y="4864100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600" dirty="0"/>
          </a:p>
        </p:txBody>
      </p:sp>
      <p:sp>
        <p:nvSpPr>
          <p:cNvPr id="13" name="S14-op418"/>
          <p:cNvSpPr txBox="1"/>
          <p:nvPr/>
        </p:nvSpPr>
        <p:spPr>
          <a:xfrm>
            <a:off x="5577586" y="4401312"/>
            <a:ext cx="579628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÷</a:t>
            </a:r>
            <a:endParaRPr lang="ko-KR" sz="2600" dirty="0"/>
          </a:p>
        </p:txBody>
      </p:sp>
      <p:sp>
        <p:nvSpPr>
          <p:cNvPr id="14" name="S14-op419"/>
          <p:cNvSpPr txBox="1"/>
          <p:nvPr/>
        </p:nvSpPr>
        <p:spPr>
          <a:xfrm>
            <a:off x="6266942" y="4401312"/>
            <a:ext cx="473964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15" name="S14-op420"/>
          <p:cNvSpPr txBox="1"/>
          <p:nvPr/>
        </p:nvSpPr>
        <p:spPr>
          <a:xfrm>
            <a:off x="8095488" y="4401312"/>
            <a:ext cx="579628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6" name="S14-num421"/>
          <p:cNvSpPr txBox="1"/>
          <p:nvPr/>
        </p:nvSpPr>
        <p:spPr>
          <a:xfrm>
            <a:off x="8784844" y="4401312"/>
            <a:ext cx="272796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17" name="S14-num422"/>
          <p:cNvSpPr txBox="1"/>
          <p:nvPr/>
        </p:nvSpPr>
        <p:spPr>
          <a:xfrm>
            <a:off x="9057640" y="4401312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18" name="S14-fracbar423"/>
          <p:cNvSpPr/>
          <p:nvPr/>
        </p:nvSpPr>
        <p:spPr>
          <a:xfrm>
            <a:off x="9094216" y="4827524"/>
            <a:ext cx="383286" cy="0"/>
          </a:xfrm>
          <a:prstGeom prst="line">
            <a:avLst/>
          </a:prstGeom>
          <a:noFill/>
          <a:ln w="20638">
            <a:solidFill>
              <a:srgbClr val="FFFFFF"/>
            </a:solidFill>
            <a:prstDash val="solid"/>
          </a:ln>
        </p:spPr>
      </p:sp>
      <p:sp>
        <p:nvSpPr>
          <p:cNvPr id="19" name="S14-num424"/>
          <p:cNvSpPr txBox="1"/>
          <p:nvPr/>
        </p:nvSpPr>
        <p:spPr>
          <a:xfrm>
            <a:off x="9057640" y="4864100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20" name="S14-op425"/>
          <p:cNvSpPr txBox="1"/>
          <p:nvPr/>
        </p:nvSpPr>
        <p:spPr>
          <a:xfrm>
            <a:off x="9623806" y="4401312"/>
            <a:ext cx="579628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÷</a:t>
            </a:r>
            <a:endParaRPr lang="ko-KR" sz="2600" dirty="0"/>
          </a:p>
        </p:txBody>
      </p:sp>
      <p:sp>
        <p:nvSpPr>
          <p:cNvPr id="21" name="S14-op426"/>
          <p:cNvSpPr txBox="1"/>
          <p:nvPr/>
        </p:nvSpPr>
        <p:spPr>
          <a:xfrm>
            <a:off x="10313162" y="4401312"/>
            <a:ext cx="473964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22" name="S14-text427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분수의 나눗셈 2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분수의 곱셈 다시 보기</a:t>
            </a:r>
            <a:endParaRPr lang="ko-KR" sz="4000" dirty="0"/>
          </a:p>
        </p:txBody>
      </p:sp>
      <p:sp>
        <p:nvSpPr>
          <p:cNvPr id="3" name="S15-num428"/>
          <p:cNvSpPr txBox="1"/>
          <p:nvPr/>
        </p:nvSpPr>
        <p:spPr>
          <a:xfrm>
            <a:off x="548640" y="138125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4" name="S15-fracbar429"/>
          <p:cNvSpPr/>
          <p:nvPr/>
        </p:nvSpPr>
        <p:spPr>
          <a:xfrm>
            <a:off x="585216" y="189738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" name="S15-num430"/>
          <p:cNvSpPr txBox="1"/>
          <p:nvPr/>
        </p:nvSpPr>
        <p:spPr>
          <a:xfrm>
            <a:off x="548640" y="193395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200" dirty="0"/>
          </a:p>
        </p:txBody>
      </p:sp>
      <p:sp>
        <p:nvSpPr>
          <p:cNvPr id="6" name="S15-op431"/>
          <p:cNvSpPr txBox="1"/>
          <p:nvPr/>
        </p:nvSpPr>
        <p:spPr>
          <a:xfrm>
            <a:off x="1194816" y="1381252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ko-KR" sz="3200" dirty="0"/>
          </a:p>
        </p:txBody>
      </p:sp>
      <p:sp>
        <p:nvSpPr>
          <p:cNvPr id="7" name="S15-num432"/>
          <p:cNvSpPr txBox="1"/>
          <p:nvPr/>
        </p:nvSpPr>
        <p:spPr>
          <a:xfrm>
            <a:off x="1958848" y="138125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200" dirty="0"/>
          </a:p>
        </p:txBody>
      </p:sp>
      <p:sp>
        <p:nvSpPr>
          <p:cNvPr id="8" name="S15-fracbar433"/>
          <p:cNvSpPr/>
          <p:nvPr/>
        </p:nvSpPr>
        <p:spPr>
          <a:xfrm>
            <a:off x="1995424" y="189738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" name="S15-num434"/>
          <p:cNvSpPr txBox="1"/>
          <p:nvPr/>
        </p:nvSpPr>
        <p:spPr>
          <a:xfrm>
            <a:off x="1958848" y="193395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10" name="S15-op435"/>
          <p:cNvSpPr txBox="1"/>
          <p:nvPr/>
        </p:nvSpPr>
        <p:spPr>
          <a:xfrm>
            <a:off x="2605024" y="138125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11" name="S15-num436"/>
          <p:cNvSpPr txBox="1"/>
          <p:nvPr/>
        </p:nvSpPr>
        <p:spPr>
          <a:xfrm>
            <a:off x="3141472" y="1381252"/>
            <a:ext cx="1343152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× 1</a:t>
            </a:r>
            <a:endParaRPr lang="ko-KR" sz="3200" dirty="0"/>
          </a:p>
        </p:txBody>
      </p:sp>
      <p:sp>
        <p:nvSpPr>
          <p:cNvPr id="12" name="S15-fracbar437"/>
          <p:cNvSpPr/>
          <p:nvPr/>
        </p:nvSpPr>
        <p:spPr>
          <a:xfrm>
            <a:off x="3178048" y="1897380"/>
            <a:ext cx="1270000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" name="S15-num438"/>
          <p:cNvSpPr txBox="1"/>
          <p:nvPr/>
        </p:nvSpPr>
        <p:spPr>
          <a:xfrm>
            <a:off x="3141472" y="1933956"/>
            <a:ext cx="1343152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× 2</a:t>
            </a:r>
            <a:endParaRPr lang="ko-KR" sz="3200" dirty="0"/>
          </a:p>
        </p:txBody>
      </p:sp>
      <p:sp>
        <p:nvSpPr>
          <p:cNvPr id="14" name="S15-op439"/>
          <p:cNvSpPr txBox="1"/>
          <p:nvPr/>
        </p:nvSpPr>
        <p:spPr>
          <a:xfrm>
            <a:off x="4594352" y="138125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15" name="S15-num440"/>
          <p:cNvSpPr txBox="1"/>
          <p:nvPr/>
        </p:nvSpPr>
        <p:spPr>
          <a:xfrm>
            <a:off x="5130800" y="138125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16" name="S15-fracbar441"/>
          <p:cNvSpPr/>
          <p:nvPr/>
        </p:nvSpPr>
        <p:spPr>
          <a:xfrm>
            <a:off x="5167376" y="189738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7" name="S15-num442"/>
          <p:cNvSpPr txBox="1"/>
          <p:nvPr/>
        </p:nvSpPr>
        <p:spPr>
          <a:xfrm>
            <a:off x="5130800" y="193395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3200" dirty="0"/>
          </a:p>
        </p:txBody>
      </p:sp>
      <p:sp>
        <p:nvSpPr>
          <p:cNvPr id="18" name="S15-cell443"/>
          <p:cNvSpPr/>
          <p:nvPr/>
        </p:nvSpPr>
        <p:spPr>
          <a:xfrm>
            <a:off x="8032090" y="3680460"/>
            <a:ext cx="731520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15-cell444"/>
          <p:cNvSpPr/>
          <p:nvPr/>
        </p:nvSpPr>
        <p:spPr>
          <a:xfrm>
            <a:off x="8763610" y="3680460"/>
            <a:ext cx="731520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15-cell445"/>
          <p:cNvSpPr/>
          <p:nvPr/>
        </p:nvSpPr>
        <p:spPr>
          <a:xfrm>
            <a:off x="9495130" y="3680460"/>
            <a:ext cx="731520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15-cell446"/>
          <p:cNvSpPr/>
          <p:nvPr/>
        </p:nvSpPr>
        <p:spPr>
          <a:xfrm>
            <a:off x="10226650" y="3680460"/>
            <a:ext cx="73152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15-cell447"/>
          <p:cNvSpPr/>
          <p:nvPr/>
        </p:nvSpPr>
        <p:spPr>
          <a:xfrm>
            <a:off x="8032090" y="4411980"/>
            <a:ext cx="73152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15-cell448"/>
          <p:cNvSpPr/>
          <p:nvPr/>
        </p:nvSpPr>
        <p:spPr>
          <a:xfrm>
            <a:off x="8763610" y="4411980"/>
            <a:ext cx="73152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4" name="S15-cell449"/>
          <p:cNvSpPr/>
          <p:nvPr/>
        </p:nvSpPr>
        <p:spPr>
          <a:xfrm>
            <a:off x="9495130" y="4411980"/>
            <a:ext cx="73152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15-cell450"/>
          <p:cNvSpPr/>
          <p:nvPr/>
        </p:nvSpPr>
        <p:spPr>
          <a:xfrm>
            <a:off x="10226650" y="4411980"/>
            <a:ext cx="73152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15-figure451" descr="가로 4칸, 세로 2칸 격자에서 왼쪽 3줄의 윗칸 3칸 색칠: 4분의 3의 2분의 1 = 8분의 3"/>
          <p:cNvSpPr/>
          <p:nvPr/>
        </p:nvSpPr>
        <p:spPr>
          <a:xfrm>
            <a:off x="8032090" y="3680460"/>
            <a:ext cx="2926080" cy="146304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7" name="S15-stepno452"/>
          <p:cNvSpPr txBox="1"/>
          <p:nvPr/>
        </p:nvSpPr>
        <p:spPr>
          <a:xfrm>
            <a:off x="548640" y="290830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28" name="S15-text453"/>
          <p:cNvSpPr txBox="1"/>
          <p:nvPr/>
        </p:nvSpPr>
        <p:spPr>
          <a:xfrm>
            <a:off x="1325880" y="2908300"/>
            <a:ext cx="56583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4분의 3의 반을 색칠해요.</a:t>
            </a:r>
            <a:endParaRPr lang="ko-KR" sz="2800" dirty="0"/>
          </a:p>
        </p:txBody>
      </p:sp>
      <p:sp>
        <p:nvSpPr>
          <p:cNvPr id="29" name="S15-stepno454"/>
          <p:cNvSpPr txBox="1"/>
          <p:nvPr/>
        </p:nvSpPr>
        <p:spPr>
          <a:xfrm>
            <a:off x="548640" y="362153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30" name="S15-text455"/>
          <p:cNvSpPr txBox="1"/>
          <p:nvPr/>
        </p:nvSpPr>
        <p:spPr>
          <a:xfrm>
            <a:off x="1325880" y="3621532"/>
            <a:ext cx="56583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전체는 8칸, 색칠은 3칸</a:t>
            </a:r>
            <a:endParaRPr lang="ko-KR" sz="2800" dirty="0"/>
          </a:p>
        </p:txBody>
      </p:sp>
      <p:sp>
        <p:nvSpPr>
          <p:cNvPr id="31" name="S15-stepno456"/>
          <p:cNvSpPr txBox="1"/>
          <p:nvPr/>
        </p:nvSpPr>
        <p:spPr>
          <a:xfrm>
            <a:off x="548640" y="433476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32" name="S15-text457"/>
          <p:cNvSpPr txBox="1"/>
          <p:nvPr/>
        </p:nvSpPr>
        <p:spPr>
          <a:xfrm>
            <a:off x="1325880" y="4334764"/>
            <a:ext cx="56583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분자끼리, 분모끼리 곱해요.</a:t>
            </a:r>
            <a:endParaRPr lang="ko-KR" sz="2800" dirty="0"/>
          </a:p>
        </p:txBody>
      </p:sp>
      <p:sp>
        <p:nvSpPr>
          <p:cNvPr id="33" name="S15-stepno458"/>
          <p:cNvSpPr txBox="1"/>
          <p:nvPr/>
        </p:nvSpPr>
        <p:spPr>
          <a:xfrm>
            <a:off x="548640" y="509371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34" name="S15-text459"/>
          <p:cNvSpPr txBox="1"/>
          <p:nvPr/>
        </p:nvSpPr>
        <p:spPr>
          <a:xfrm>
            <a:off x="1325880" y="5047996"/>
            <a:ext cx="5658307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가분수 3분의 7 = 2와 3분의 1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(7 ÷ 3 = 2 … 1)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초6 수학 분수의 나눗셈 1</dc:title>
  <dc:subject>KR22-G06-MAT-FRACDIV-L01</dc:subject>
  <dc:creator>education-ppt</dc:creator>
  <cp:lastModifiedBy>education-ppt</cp:lastModifiedBy>
  <cp:revision>1</cp:revision>
  <dcterms:created xsi:type="dcterms:W3CDTF">2026-10-26T08:56:25Z</dcterms:created>
  <dcterms:modified xsi:type="dcterms:W3CDTF">2026-10-26T08:56:25Z</dcterms:modified>
</cp:coreProperties>
</file>