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52593f4-cc51-37cf-d38e-7559942430ea}">
          <p14:sldIdLst>
            <p14:sldId id="256"/>
            <p14:sldId id="257"/>
          </p14:sldIdLst>
        </p14:section>
        <p14:section name="개념" id="{ede959c6-794f-a1cc-dc7e-5c953ee31347}">
          <p14:sldIdLst>
            <p14:sldId id="258"/>
            <p14:sldId id="259"/>
            <p14:sldId id="260"/>
            <p14:sldId id="263"/>
          </p14:sldIdLst>
        </p14:section>
        <p14:section name="연습" id="{34cfd8f8-36c7-c647-8976-7de8b7d8b0cf}">
          <p14:sldIdLst>
            <p14:sldId id="261"/>
            <p14:sldId id="262"/>
            <p14:sldId id="264"/>
            <p14:sldId id="265"/>
          </p14:sldIdLst>
        </p14:section>
        <p14:section name="개념" id="{45dd19f8-3b58-b014-6e20-85db00d5ef31}">
          <p14:sldIdLst/>
        </p14:section>
        <p14:section name="연습" id="{d87533c3-d92c-9ad1-d9c5-2bcf8bd3b829}">
          <p14:sldIdLst/>
        </p14:section>
        <p14:section name="확인" id="{753b11a6-1ae5-20e6-2b5c-e94d01976f34}">
          <p14:sldIdLst>
            <p14:sldId id="266"/>
            <p14:sldId id="267"/>
            <p14:sldId id="268"/>
          </p14:sldIdLst>
        </p14:section>
        <p14:section name="정리" id="{d01fff4e-0664-cabe-c086-0b018283ee5a}">
          <p14:sldIdLst>
            <p14:sldId id="269"/>
          </p14:sldIdLst>
        </p14:section>
        <p14:section name="보충" id="{55834c0f-2ac1-b537-675e-68db3e5c4608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두 양을 비교하는 새로운 방법(비)이 있다는 것을 알리고 오늘 할 일을 소개합니다.
시간: 약 2분
이렇게 말해 보세요
- “주스 2컵에 물 3컵을 섞었어. 주스와 물을 어떻게 비교할 수 있을까?”
- “오른쪽의 2 : 3은 ‘2 대 3’이라고 읽어. 오늘 이 기호의 뜻을 알아볼 거야.”
예상 답
- “물이 1컵 더 많아요.” “주스가 물보다 적어요.” 어떤 답이든 괜찮습니다.
막히면
- 답을 확인하지 않고 넘어갑니다. S03에서 바둑돌로 비교합니다.
주의
- ‘1컵 더 많다’는 뺄셈 비교입니다. 오늘은 나눗셈으로 비교하는 방법(비)을 배웁니다.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확인(기약분수, 분수를 소수로, 나눗셈)]
목적: 약분(초5), 분수를 소수로 바꾸기, 나눗셈의 몫을 소수로 구하기를 할 수 있는지 확인합니다. 오늘 비율을 구할 때 모두 씁니다.
시간: 약 3분
이렇게 말해 보세요
- “①은 분모와 분자를 같은 수로 나누어 봐. ②는 소수로 바꾸어 볼래?”
- “③은 7을 20으로 나누면 몫이 1보다 작아. 0을 내려서 계속 나눠 봐.”
정답
- ① 2 (18분의 12 = 3분의 2)
- ② 0.75 (4분의 3 = 100분의 75)
- ③ 0.35
막히면
- ①②가 어려우면 S15(보충)를 먼저 합니다. 보충으로도 어려우면 초5 ‘약분과 기약분수’를 다시 합니다.
- ③이 어려우면 앞 차시 ‘소수의 나눗셈 2’의 세로셈을 다시 봅니다(7 ÷ 20 = 70 ÷ 200처럼 생각하지 않고, 7.00 ÷ 20으로 0을 내려 나눔).
주의
- ②는 분모를 100으로 만들거나(× 25) 3 ÷ 4를 계산해도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뺄셈 비교와 나눗셈 비교]
목적: 두 양을 뺄셈으로 비교하면 묶음 수에 따라 차이가 변하지만, 나눗셈으로 비교하면 관계가 변하지 않는다는 것을 압니다.
시간: 약 3분
이렇게 말해 보세요
- “바둑돌로 흰 돌 2개, 검은 돌 3개를 한 묶음으로 놓아 보자. 묶음을 하나씩 늘려 볼까?”
- “검은 돌이 흰 돌보다 몇 개 많아? 묶음이 늘면 차이는 어떻게 돼?”
- “검은 돌 수를 흰 돌 수로 나누면? 묶음이 늘어도 어때?”
예상 답
- “1개, 2개, 3개, 4개 많아요. 차이가 점점 커져요.” “나누면 늘 1.5예요.”
막히면
- 실제로 바둑돌을 4묶음까지 놓고 세어 봅니다. 3 ÷ 2가 어려우면 ‘3은 2의 1배 반’이라고 말해 줍니다.
주의
- ‘검은 돌은 흰 돌의 1.5배’처럼 나눗셈으로 비교한 관계를 나타내는 방법이 비입니다(S04).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비의 뜻과 읽기]
목적: 두 수를 나눗셈으로 비교할 때 기호 :를 써서 나타낸 것을 비라고 하고, 여러 가지로 읽을 수 있음을 압니다.
시간: 약 3분
이렇게 말해 보세요
- “흰 돌 2개와 검은 돌 3개를 2 : 3이라고 쓰고 ‘2 대 3’이라고 읽어.”
- “‘2와 3의 비’, ‘2의 3에 대한 비’, ‘3에 대한 2의 비’라고도 읽어. 따라 읽어 볼까?”
예상 답
- 아이가 네 가지 읽는 법을 따라 읽습니다.
막히면
- ‘~에 대한’ 앞의 수(3)가 기준이라는 것은 다음 장에서 자세히 봅니다. 여기서는 따라 읽기만 해도 됩니다.
주의
- 세 가지 읽는 법 모두 2를 3과 비교한다는 뜻입니다. ‘3에 대한 2의 비’를 3 : 2로 쓰지 않게 다음 장에서 짚습니다(M1).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기준량과 비교하는 양]
목적: 비에서 기호 :의 오른쪽 수가 기준량, 왼쪽 수가 비교하는 양이고, 순서를 바꾸면 다른 비가 된다는 것을 압니다.
시간: 약 3분
이렇게 말해 보세요
- “2 : 3은 2를 3과 비교한 거야. 기준이 되는 3을 ‘기준량’, 비교하는 2를 ‘비교하는 양’이라고 해.”
- “‘3에 대한 2의 비’에서 ‘~에 대한’ 앞의 3이 기준량이야. 기준량은 늘 오른쪽에 써.”
- “3 : 2는 무엇을 무엇과 비교한 걸까?”
예상 답
- “3 : 2는 검은 돌 3개를 흰 돌 2개와 비교한 거예요.”
막히면
- 바둑돌로 기준이 되는 쪽을 오른쪽에 놓고, 비교하는 쪽을 왼쪽에 놓게 합니다.
주의
- 2 : 3과 3 : 2는 기준량이 달라서 다른 비입니다(비율도 3분의 2와 2분의 3으로 다름).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연습(비로 나타내기, 기준량 찾기)]
목적: 도움을 받으며 말로 된 비를 기호 :로 나타내고 기준량을 찾습니다.
시간: 약 3분
이렇게 말해 보세요
- “먼저 기준량을 찾아 볼래? ‘~에 대한’ 앞에 있는 것이 기준량이야.”
- “③과 ④는 같은 사과와 배인데 비가 같아?”
정답
- ① 3 : 5 (기준량 5)
- ② 7 : 4 (기준량 4)
- ③ 4 : 9 (기준량 배 9)
- ④ 9 : 4 (기준량 사과 4)
막히면
- 바둑돌로 기준량을 오른쪽에 먼저 놓고, 비교하는 양을 왼쪽에 놓은 뒤 그대로 씁니다.
주의
- ②는 ‘7의 4에 대한 비’라서 ‘에 대한’ 앞의 4가 기준량입니다. 7 : 4가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비교(비의 순서)]
목적: 말에 먼저 나온 수를 앞에 쓰는 실수(M1)를 바로잡고, 3 : 5와 5 : 3이 다름을 설명합니다.
시간: 약 3분
이렇게 말해 보세요
- “‘물 양에 대한’이라고 했으니 기준량은 무엇이야? 기준량은 어느 쪽에 써?”
- “3 : 5와 5 : 3은 무엇을 무엇과 비교한 걸까?”
예상 답
- “곰이 맞아요. 물이 기준량이라 오른쪽에 써요.” “3 : 5는 주스를 물과, 5 : 3은 물을 주스와 비교한 거라서 달라요.”
정답
- 곰이 맞습니다. 물 양에 대한 주스 양의 비는 3 : 5입니다.
- 3 : 5(주스를 물과 비교)와 5 : 3(물을 주스와 비교)은 기준량이 달라 다른 비입니다.
막히면
- S05의 카드를 다시 보여 주고, ‘~에 대한’에 밑줄을 긋게 합니다.
주의
- 다음 장에서 비율을 배우면 3 : 5의 비율은 0.6, 5 : 3의 비율은 1보다 크다는 것으로도 다름을 확인할 수 있습니다.
- 지치면 여기서 쉬고, 다음에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비율을 분수와 소수로]
목적: 기준량에 대한 비교하는 양의 크기를 비율이라 하고, 비교하는 양을 기준량으로 나누어 분수나 소수로 나타냄을 압니다.
시간: 약 3분
이렇게 말해 보세요
- “2 : 5에서 기준량은? 기준량 5를 띠 전체 5칸으로 보면 비교하는 양 2는 몇 칸이야?”
- “그래서 비율은 2 ÷ 5야. 분수로는? 소수로는?”
예상 답
- “기준량은 5예요.” “2칸이요.” “5분의 2, 0.4예요.”
막히면
- 5분의 2 = 10분의 4 = 0.4처럼 분모를 10으로 만들어 봅니다.
주의
- 비율은 기준량을 1로 볼 때 비교하는 양이 얼마인지 나타냅니다. 기준량으로 나누는 것을 꼭 말로 반복하게 합니다(M2).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연습(비율을 분수·소수로)]
목적: 도움을 받으며 비율을 분수와 소수로 나타냅니다.
시간: 약 3분
이렇게 말해 보세요
- “기준량이 무엇인지 먼저 말하고, 비교하는 양을 기준량으로 나누어 볼래?”
- “④는 분수를 약분할 수 있어?”
정답
- ① 4분의 3, 0.75
- ② 10분의 7, 0.7
- ③ 20분의 9, 0.45
- ④ 8분의 6 = 4분의 3, 0.75
막히면
- ③은 분모 20에 5를 곱해 100으로 만들게 합니다(100분의 45).
주의
- 5 ÷ 3처럼 기준량을 비교하는 양으로 나누면 M2입니다. 띠 그림에서 기준량이 전체 칸 수임을 다시 보여 줍니다.
- ④는 ①과 비율이 같습니다. 다음 차시 이후 ‘비율이 같은 비’에서 다시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생활 속 비율(1보다 큰 비율 포함)]
목적: 생활 상황에서 기준량과 비교하는 양을 찾아 비율을 구하고, 비율이 1보다 클 수도 있음을 압니다.
시간: 약 3분
이렇게 말해 보세요
- “①의 기준량은 던진 횟수야, 넣은 횟수야?”
- “②는 1시간에 몇 km를 간 셈일까? 비율이 1보다 커도 될까?”
정답
- ① 20분의 13 = 0.65
- ② 150 ÷ 2 = 75 (1시간에 75 km를 간 빠르기)
막히면
- ②는 2시간에 150 km이면 1시간에 얼마인지 반으로 나누어 생각하게 합니다.
주의
- 비교하는 양이 기준량보다 크면 비율은 1보다 큽니다(M3). 걸린 시간에 대한 간 거리의 비율은 빠르기를 나타냅니다.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비를 쓰고(A), 비율을 분수·소수로 구하는지(B) 확인합니다.
시간: 약 4분
이렇게 말해 보세요
- “이번에는 혼자 해 볼래? 문제마다 기준량을 먼저 찾아 봐.”
정답
- ① 5 : 8
- ② 25분의 4, 0.16
- ③ 0.7
- ④ 4분의 3 (8분의 6을 약분)
막히면
- 바로 알려 주지 말고 “기준량은 무엇이야?”라고만 묻습니다.
- 도움을 받아 해결했다면 기록표에 ‘도움’으로 표시합니다.
주의
- ④는 전체 8조각이 기준량입니다. 정답 확인은 다음 장(S12)에서 함께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비의 순서를 바꾸거나 기준량으로 나누지 않는 실수를 바로잡습니다. 수업용에만 있는 장입니다.
시간: 약 2분
이렇게 말해 보세요
- “네 답과 같은지 볼까? 다르면 기준량이 무엇이었는지 같이 찾아보자.”
정답
- ① 5 : 8 ② 25분의 4, 0.16 ③ 0.7 ④ 4분의 3
막히면
- ①이 틀리면 S05·S07로(M1), ②가 6.25이면 S08로(M2) 돌아갑니다.
주의
- 이 장은 학생용 파일에는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확인(비율로 비교하기)]
목적: 처음 보는 문제에서 기준량이 다른 비들을 비율(소수)로 바꾸어 비교하는지 확인합니다.
시간: 약 2분
이렇게 말해 보세요
- “기준량이 모두 달라서 바로 비교하기 어렵지? 비율을 소수로 바꾸면 비교할 수 있어.”
정답
- 나(7 : 10)입니다. 비율은 가 0.6, 나 0.7, 다 0.65, 라 0.5이므로 나가 가장 큽니다.
막히면
- 가부터 하나씩 비교하는 양 ÷ 기준량을 계산하게 합니다.
주의
- 다(13 : 20)를 고르면 수가 커서 고른 것입니다. 비율로 바꾸어 비교해야 한다는 까닭을 말하면 목표 A·B 확인 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1분
이렇게 말해 보세요
- “비, 기준량, 비율을 한 문장씩 말해 볼래?”
- “다음 수업을 시작할 때 이 세 문제를 먼저 풀 거야.”
예상 답
- “기호 :로 나타낸 게 비예요.” “오른쪽 수가 기준량이에요.” “비교하는 양을 기준량으로 나눈 게 비율이에요.”
정답
- ① 2 : 7 ② 4분의 1, 0.25 ③ 0.45
막히면
- S05와 S08을 다시 보여 줍니다.
주의
- 다음 차시 ‘백분율’은 기준량을 100으로 할 때의 비율입니다. 오늘 비율을 소수로 바꾸는 것이 그대로 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보충(약분, 분수를 소수로)]
목적: S02가 흔들리면 약분과 분수를 소수로 바꾸는 방법을 다시 합니다.
시간: 약 5분
이렇게 말해 보세요
- “8분의 6의 분모와 분자를 2로 나누면?”
- “4분의 3의 분모를 100으로 만들려면 분모와 분자에 몇을 곱해?”
- “이번에는 5분의 2를 소수로 바꾸어 볼래?”
정답
- 8분의 6 = 4분의 3 = 100분의 75 = 0.75
- 5분의 2 = 10분의 4 = 0.4
막히면
- 분수 막대(종이 띠를 4칸으로 접어 3칸 색칠)를 10칸이나 100칸 자와 나란히 대어 봅니다.
주의
- 보충으로도 어려우면 초5 ‘약분과 기약분수’를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연산과비례 · 5차시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비와 비율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비와 비율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비와 비율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비와 비율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주스 2컵에 물 3컵을 섞었어요.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양을 수로 어떻게 비교할까?</a:t>
            </a:r>
            <a:endParaRPr lang="ko-KR" sz="2800" dirty="0"/>
          </a:p>
        </p:txBody>
      </p:sp>
      <p:sp>
        <p:nvSpPr>
          <p:cNvPr id="4" name="S01-eq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: 3</a:t>
            </a:r>
            <a:endParaRPr lang="ko-KR" sz="6000" dirty="0"/>
          </a:p>
        </p:txBody>
      </p:sp>
      <p:sp>
        <p:nvSpPr>
          <p:cNvPr id="5" name="S01-card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두 양을 비로 나타내고 읽어요.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비율을 분수와 소수로 나타내요.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학습 기억하기</a:t>
            </a:r>
            <a:endParaRPr lang="ko-KR" sz="40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안에 알맞은 수를 써요.</a:t>
            </a:r>
            <a:endParaRPr lang="ko-KR" sz="2800" dirty="0"/>
          </a:p>
        </p:txBody>
      </p:sp>
      <p:sp>
        <p:nvSpPr>
          <p:cNvPr id="4" name="S02-chip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num6"/>
          <p:cNvSpPr txBox="1"/>
          <p:nvPr/>
        </p:nvSpPr>
        <p:spPr>
          <a:xfrm>
            <a:off x="1344168" y="213563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6" name="S02-fracbar7"/>
          <p:cNvSpPr/>
          <p:nvPr/>
        </p:nvSpPr>
        <p:spPr>
          <a:xfrm>
            <a:off x="1380744" y="265176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2-num8"/>
          <p:cNvSpPr txBox="1"/>
          <p:nvPr/>
        </p:nvSpPr>
        <p:spPr>
          <a:xfrm>
            <a:off x="1344168" y="268833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3200" dirty="0"/>
          </a:p>
        </p:txBody>
      </p:sp>
      <p:sp>
        <p:nvSpPr>
          <p:cNvPr id="8" name="S02-op9"/>
          <p:cNvSpPr txBox="1"/>
          <p:nvPr/>
        </p:nvSpPr>
        <p:spPr>
          <a:xfrm>
            <a:off x="2089912" y="2135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9" name="S02-blank10"/>
          <p:cNvSpPr/>
          <p:nvPr/>
        </p:nvSpPr>
        <p:spPr>
          <a:xfrm>
            <a:off x="2717150" y="219797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0" name="S02-fracbar11"/>
          <p:cNvSpPr/>
          <p:nvPr/>
        </p:nvSpPr>
        <p:spPr>
          <a:xfrm>
            <a:off x="2662936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2-num12"/>
          <p:cNvSpPr txBox="1"/>
          <p:nvPr/>
        </p:nvSpPr>
        <p:spPr>
          <a:xfrm>
            <a:off x="2626360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2" name="S02-chip13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3" name="S02-num14"/>
          <p:cNvSpPr txBox="1"/>
          <p:nvPr/>
        </p:nvSpPr>
        <p:spPr>
          <a:xfrm>
            <a:off x="1344168" y="35986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4" name="S02-fracbar15"/>
          <p:cNvSpPr/>
          <p:nvPr/>
        </p:nvSpPr>
        <p:spPr>
          <a:xfrm>
            <a:off x="1380744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02-num16"/>
          <p:cNvSpPr txBox="1"/>
          <p:nvPr/>
        </p:nvSpPr>
        <p:spPr>
          <a:xfrm>
            <a:off x="1344168" y="41513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6" name="S02-op17"/>
          <p:cNvSpPr txBox="1"/>
          <p:nvPr/>
        </p:nvSpPr>
        <p:spPr>
          <a:xfrm>
            <a:off x="1990344" y="35986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7" name="S02-blank18"/>
          <p:cNvSpPr/>
          <p:nvPr/>
        </p:nvSpPr>
        <p:spPr>
          <a:xfrm>
            <a:off x="2676510" y="393736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8" name="S02-chip1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9" name="S02-eqtext20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÷ 20 =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방법으로 비교해요</a:t>
            </a:r>
            <a:endParaRPr lang="ko-KR" sz="4000" dirty="0"/>
          </a:p>
        </p:txBody>
      </p:sp>
      <p:sp>
        <p:nvSpPr>
          <p:cNvPr id="3" name="S03-text2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돌 2개, 검은 돌 3개씩 묶음을 늘려요.</a:t>
            </a:r>
            <a:endParaRPr lang="ko-KR" sz="2800" dirty="0"/>
          </a:p>
        </p:txBody>
      </p:sp>
      <p:sp>
        <p:nvSpPr>
          <p:cNvPr id="4" name="S03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나눗셈으로 비교하면 묶음이 늘어도 늘 1.5배예요.</a:t>
            </a:r>
            <a:endParaRPr lang="ko-KR" sz="2800" dirty="0"/>
          </a:p>
        </p:txBody>
      </p:sp>
      <p:graphicFrame>
        <p:nvGraphicFramePr>
          <p:cNvPr id="4" name="S03-table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93876" y="2286635"/>
          <a:ext cx="9601200" cy="914400"/>
        </p:xfrm>
        <a:graphic>
          <a:graphicData uri="http://schemas.openxmlformats.org/drawingml/2006/table">
            <a:tbl>
              <a:tblPr/>
              <a:tblGrid>
                <a:gridCol w="3072384"/>
                <a:gridCol w="1632204"/>
                <a:gridCol w="1632204"/>
                <a:gridCol w="1632204"/>
                <a:gridCol w="1632204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묶음 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흰 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검은 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검은 돌 − 흰 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검은 돌 ÷ 흰 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비로 나타내요</a:t>
            </a:r>
            <a:endParaRPr lang="ko-KR" sz="4000" dirty="0"/>
          </a:p>
        </p:txBody>
      </p:sp>
      <p:sp>
        <p:nvSpPr>
          <p:cNvPr id="3" name="S04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수를 나눗셈으로 비교하려고 기호 : 를 쓴 것을 비라고 해요.</a:t>
            </a:r>
            <a:endParaRPr lang="ko-KR" sz="2800" dirty="0"/>
          </a:p>
        </p:txBody>
      </p:sp>
      <p:sp>
        <p:nvSpPr>
          <p:cNvPr id="5" name="S04-card27"/>
          <p:cNvSpPr/>
          <p:nvPr/>
        </p:nvSpPr>
        <p:spPr>
          <a:xfrm>
            <a:off x="548640" y="3258820"/>
            <a:ext cx="5431536" cy="1861820"/>
          </a:xfrm>
          <a:prstGeom prst="roundRect">
            <a:avLst>
              <a:gd name="adj" fmla="val 589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8"/>
          <p:cNvSpPr txBox="1"/>
          <p:nvPr/>
        </p:nvSpPr>
        <p:spPr>
          <a:xfrm>
            <a:off x="822960" y="3395980"/>
            <a:ext cx="4882896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: 3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돌 수와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검은 돌 수의 비</a:t>
            </a:r>
            <a:endParaRPr lang="ko-KR" sz="2800" dirty="0"/>
          </a:p>
        </p:txBody>
      </p:sp>
      <p:sp>
        <p:nvSpPr>
          <p:cNvPr id="7" name="S04-card29"/>
          <p:cNvSpPr/>
          <p:nvPr/>
        </p:nvSpPr>
        <p:spPr>
          <a:xfrm>
            <a:off x="6208776" y="3258820"/>
            <a:ext cx="5431536" cy="1861820"/>
          </a:xfrm>
          <a:prstGeom prst="roundRect">
            <a:avLst>
              <a:gd name="adj" fmla="val 589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30"/>
          <p:cNvSpPr txBox="1"/>
          <p:nvPr/>
        </p:nvSpPr>
        <p:spPr>
          <a:xfrm>
            <a:off x="6483096" y="3395980"/>
            <a:ext cx="4882896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대 3, 2와 3의 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2의 3에 대한 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3에 대한 2의 비</a:t>
            </a:r>
            <a:endParaRPr lang="ko-KR" sz="2800" dirty="0"/>
          </a:p>
        </p:txBody>
      </p:sp>
      <p:sp>
        <p:nvSpPr>
          <p:cNvPr id="9" name="S04-dot31"/>
          <p:cNvSpPr/>
          <p:nvPr/>
        </p:nvSpPr>
        <p:spPr>
          <a:xfrm>
            <a:off x="2649017" y="1726108"/>
            <a:ext cx="453542" cy="45354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4-dot32"/>
          <p:cNvSpPr/>
          <p:nvPr/>
        </p:nvSpPr>
        <p:spPr>
          <a:xfrm>
            <a:off x="3380537" y="1726108"/>
            <a:ext cx="453542" cy="45354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4-figure33" descr="흰 바둑돌 2개"/>
          <p:cNvSpPr/>
          <p:nvPr/>
        </p:nvSpPr>
        <p:spPr>
          <a:xfrm>
            <a:off x="2510028" y="1587119"/>
            <a:ext cx="1463040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04-label34"/>
          <p:cNvSpPr txBox="1"/>
          <p:nvPr/>
        </p:nvSpPr>
        <p:spPr>
          <a:xfrm>
            <a:off x="548640" y="265303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돌 2개</a:t>
            </a:r>
            <a:endParaRPr lang="ko-KR" sz="2200" dirty="0"/>
          </a:p>
        </p:txBody>
      </p:sp>
      <p:sp>
        <p:nvSpPr>
          <p:cNvPr id="13" name="S04-dot35"/>
          <p:cNvSpPr/>
          <p:nvPr/>
        </p:nvSpPr>
        <p:spPr>
          <a:xfrm>
            <a:off x="7989113" y="1726108"/>
            <a:ext cx="453542" cy="45354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4-dot36"/>
          <p:cNvSpPr/>
          <p:nvPr/>
        </p:nvSpPr>
        <p:spPr>
          <a:xfrm>
            <a:off x="8720633" y="1726108"/>
            <a:ext cx="453542" cy="45354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4-dot37"/>
          <p:cNvSpPr/>
          <p:nvPr/>
        </p:nvSpPr>
        <p:spPr>
          <a:xfrm>
            <a:off x="9452153" y="1726108"/>
            <a:ext cx="453542" cy="45354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4-figure38" descr="검은 바둑돌 3개"/>
          <p:cNvSpPr/>
          <p:nvPr/>
        </p:nvSpPr>
        <p:spPr>
          <a:xfrm>
            <a:off x="7850124" y="1587119"/>
            <a:ext cx="2194560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04-label39"/>
          <p:cNvSpPr txBox="1"/>
          <p:nvPr/>
        </p:nvSpPr>
        <p:spPr>
          <a:xfrm>
            <a:off x="6254496" y="265303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검은 돌 3개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기준량과 비교하는 양</a:t>
            </a:r>
            <a:endParaRPr lang="ko-KR" sz="4000" dirty="0"/>
          </a:p>
        </p:txBody>
      </p:sp>
      <p:sp>
        <p:nvSpPr>
          <p:cNvPr id="3" name="S05-card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: 2는 3을 2와 비교한 비예요. 2 : 3과 달라요.</a:t>
            </a:r>
            <a:endParaRPr lang="ko-KR" sz="2800" dirty="0"/>
          </a:p>
        </p:txBody>
      </p:sp>
      <p:sp>
        <p:nvSpPr>
          <p:cNvPr id="5" name="S05-card42"/>
          <p:cNvSpPr/>
          <p:nvPr/>
        </p:nvSpPr>
        <p:spPr>
          <a:xfrm>
            <a:off x="548640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43"/>
          <p:cNvSpPr txBox="1"/>
          <p:nvPr/>
        </p:nvSpPr>
        <p:spPr>
          <a:xfrm>
            <a:off x="822960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비교하는 양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기호 : 의 왼쪽 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7" name="S05-card44"/>
          <p:cNvSpPr/>
          <p:nvPr/>
        </p:nvSpPr>
        <p:spPr>
          <a:xfrm>
            <a:off x="6208776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5-cardtext45"/>
          <p:cNvSpPr txBox="1"/>
          <p:nvPr/>
        </p:nvSpPr>
        <p:spPr>
          <a:xfrm>
            <a:off x="6483096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기준량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기호 : 의 오른쪽 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(기준이 되는 양)</a:t>
            </a:r>
            <a:endParaRPr lang="ko-KR" sz="2800" dirty="0"/>
          </a:p>
        </p:txBody>
      </p:sp>
      <p:sp>
        <p:nvSpPr>
          <p:cNvPr id="9" name="S05-eqtext46"/>
          <p:cNvSpPr txBox="1"/>
          <p:nvPr/>
        </p:nvSpPr>
        <p:spPr>
          <a:xfrm>
            <a:off x="548640" y="1325880"/>
            <a:ext cx="11091672" cy="2045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: 3</a:t>
            </a:r>
            <a:endParaRPr lang="ko-KR" sz="6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비로 나타내 봐요</a:t>
            </a:r>
            <a:endParaRPr lang="ko-KR" sz="4000" dirty="0"/>
          </a:p>
        </p:txBody>
      </p:sp>
      <p:sp>
        <p:nvSpPr>
          <p:cNvPr id="3" name="S06-text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③④는 사과 4개, 배 9개를 보고 써요.</a:t>
            </a:r>
            <a:endParaRPr lang="ko-KR" sz="2800" dirty="0"/>
          </a:p>
        </p:txBody>
      </p:sp>
      <p:sp>
        <p:nvSpPr>
          <p:cNvPr id="4" name="S06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‘~에 대한’ 앞의 수가 기준량이에요. 기준량은 오른쪽에 써요.</a:t>
            </a:r>
            <a:endParaRPr lang="ko-KR" sz="2800" dirty="0"/>
          </a:p>
        </p:txBody>
      </p:sp>
      <p:sp>
        <p:nvSpPr>
          <p:cNvPr id="6" name="S06-chip5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6-text51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5에 대한 3의 비</a:t>
            </a:r>
            <a:endParaRPr lang="ko-KR" sz="2800" dirty="0"/>
          </a:p>
        </p:txBody>
      </p:sp>
      <p:sp>
        <p:nvSpPr>
          <p:cNvPr id="8" name="S06-chip5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6-text53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7의 4에 대한 비</a:t>
            </a:r>
            <a:endParaRPr lang="ko-KR" sz="2800" dirty="0"/>
          </a:p>
        </p:txBody>
      </p:sp>
      <p:sp>
        <p:nvSpPr>
          <p:cNvPr id="10" name="S06-chip54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6-text55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 수에 대한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 수의 비</a:t>
            </a:r>
            <a:endParaRPr lang="ko-KR" sz="2800" dirty="0"/>
          </a:p>
        </p:txBody>
      </p:sp>
      <p:sp>
        <p:nvSpPr>
          <p:cNvPr id="12" name="S06-chip56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6-text57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 수에 대한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 수의 비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7-card5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5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주스 3컵에 물 5컵을 섞었어요. 물 양에 대한 주스 양의 비는?</a:t>
            </a:r>
            <a:endParaRPr lang="ko-KR" sz="2800" dirty="0"/>
          </a:p>
        </p:txBody>
      </p:sp>
      <p:sp>
        <p:nvSpPr>
          <p:cNvPr id="5" name="S07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: 5와 5 : 3은 같은 비일까요? 까닭을 말해요.</a:t>
            </a:r>
            <a:endParaRPr lang="ko-KR" sz="2800" dirty="0"/>
          </a:p>
        </p:txBody>
      </p:sp>
      <p:sp>
        <p:nvSpPr>
          <p:cNvPr id="7" name="S07-chip6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5 : 3</a:t>
            </a:r>
            <a:endParaRPr lang="ko-KR" sz="2200" dirty="0"/>
          </a:p>
        </p:txBody>
      </p:sp>
      <p:sp>
        <p:nvSpPr>
          <p:cNvPr id="8" name="S07-text6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먼저 나왔으니까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5를 먼저 써요.</a:t>
            </a:r>
            <a:endParaRPr lang="ko-KR" sz="2800" dirty="0"/>
          </a:p>
        </p:txBody>
      </p:sp>
      <p:sp>
        <p:nvSpPr>
          <p:cNvPr id="9" name="S07-chip6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3 : 5</a:t>
            </a:r>
            <a:endParaRPr lang="ko-KR" sz="2200" dirty="0"/>
          </a:p>
        </p:txBody>
      </p:sp>
      <p:sp>
        <p:nvSpPr>
          <p:cNvPr id="10" name="S07-text6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기준량이 물이라서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5를 오른쪽에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비율을 분수와 소수로</a:t>
            </a:r>
            <a:endParaRPr lang="ko-KR" sz="4000" dirty="0"/>
          </a:p>
        </p:txBody>
      </p:sp>
      <p:sp>
        <p:nvSpPr>
          <p:cNvPr id="3" name="S08-text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 2 : 5의 비율을 구해요.</a:t>
            </a:r>
            <a:endParaRPr lang="ko-KR" sz="2800" dirty="0"/>
          </a:p>
        </p:txBody>
      </p:sp>
      <p:sp>
        <p:nvSpPr>
          <p:cNvPr id="4" name="S08-card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 = (비교하는 양) ÷ (기준량)</a:t>
            </a:r>
            <a:endParaRPr lang="ko-KR" sz="2800" dirty="0"/>
          </a:p>
        </p:txBody>
      </p:sp>
      <p:sp>
        <p:nvSpPr>
          <p:cNvPr id="6" name="S08-num69"/>
          <p:cNvSpPr txBox="1"/>
          <p:nvPr/>
        </p:nvSpPr>
        <p:spPr>
          <a:xfrm>
            <a:off x="7565593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7" name="S08-fracbar70"/>
          <p:cNvSpPr/>
          <p:nvPr/>
        </p:nvSpPr>
        <p:spPr>
          <a:xfrm>
            <a:off x="7602169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8-num71"/>
          <p:cNvSpPr txBox="1"/>
          <p:nvPr/>
        </p:nvSpPr>
        <p:spPr>
          <a:xfrm>
            <a:off x="7565593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9" name="S08-cell72"/>
          <p:cNvSpPr/>
          <p:nvPr/>
        </p:nvSpPr>
        <p:spPr>
          <a:xfrm>
            <a:off x="8401507" y="3154680"/>
            <a:ext cx="64776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8-cell73"/>
          <p:cNvSpPr/>
          <p:nvPr/>
        </p:nvSpPr>
        <p:spPr>
          <a:xfrm>
            <a:off x="9049268" y="3154680"/>
            <a:ext cx="64776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8-cell74"/>
          <p:cNvSpPr/>
          <p:nvPr/>
        </p:nvSpPr>
        <p:spPr>
          <a:xfrm>
            <a:off x="9697029" y="3154680"/>
            <a:ext cx="64776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8-cell75"/>
          <p:cNvSpPr/>
          <p:nvPr/>
        </p:nvSpPr>
        <p:spPr>
          <a:xfrm>
            <a:off x="10344790" y="3154680"/>
            <a:ext cx="64776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8-cell76"/>
          <p:cNvSpPr/>
          <p:nvPr/>
        </p:nvSpPr>
        <p:spPr>
          <a:xfrm>
            <a:off x="10992551" y="3154680"/>
            <a:ext cx="64776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8-figure77" descr="똑같이 5칸으로 나눈 띠, 2칸 색칠"/>
          <p:cNvSpPr/>
          <p:nvPr/>
        </p:nvSpPr>
        <p:spPr>
          <a:xfrm>
            <a:off x="8401507" y="3154680"/>
            <a:ext cx="3238805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8-stepno78"/>
          <p:cNvSpPr txBox="1"/>
          <p:nvPr/>
        </p:nvSpPr>
        <p:spPr>
          <a:xfrm>
            <a:off x="548640" y="22829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6" name="S08-text79"/>
          <p:cNvSpPr txBox="1"/>
          <p:nvPr/>
        </p:nvSpPr>
        <p:spPr>
          <a:xfrm>
            <a:off x="1325880" y="2237232"/>
            <a:ext cx="2955377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기준량으로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나눠요.</a:t>
            </a:r>
            <a:endParaRPr lang="ko-KR" sz="2800" dirty="0"/>
          </a:p>
        </p:txBody>
      </p:sp>
      <p:sp>
        <p:nvSpPr>
          <p:cNvPr id="17" name="S08-eqtext80"/>
          <p:cNvSpPr txBox="1"/>
          <p:nvPr/>
        </p:nvSpPr>
        <p:spPr>
          <a:xfrm>
            <a:off x="4281257" y="2237232"/>
            <a:ext cx="2702930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÷ 5</a:t>
            </a:r>
            <a:endParaRPr lang="ko-KR" sz="2800" dirty="0"/>
          </a:p>
        </p:txBody>
      </p:sp>
      <p:sp>
        <p:nvSpPr>
          <p:cNvPr id="18" name="S08-stepno81"/>
          <p:cNvSpPr txBox="1"/>
          <p:nvPr/>
        </p:nvSpPr>
        <p:spPr>
          <a:xfrm>
            <a:off x="548640" y="33152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9" name="S08-text82"/>
          <p:cNvSpPr txBox="1"/>
          <p:nvPr/>
        </p:nvSpPr>
        <p:spPr>
          <a:xfrm>
            <a:off x="1325880" y="3269488"/>
            <a:ext cx="2955377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분수로</a:t>
            </a:r>
            <a:endParaRPr lang="ko-KR" sz="2800" dirty="0"/>
          </a:p>
        </p:txBody>
      </p:sp>
      <p:sp>
        <p:nvSpPr>
          <p:cNvPr id="20" name="S08-num83"/>
          <p:cNvSpPr txBox="1"/>
          <p:nvPr/>
        </p:nvSpPr>
        <p:spPr>
          <a:xfrm>
            <a:off x="4281257" y="326948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1" name="S08-fracbar84"/>
          <p:cNvSpPr/>
          <p:nvPr/>
        </p:nvSpPr>
        <p:spPr>
          <a:xfrm>
            <a:off x="4317833" y="3725672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8-num85"/>
          <p:cNvSpPr txBox="1"/>
          <p:nvPr/>
        </p:nvSpPr>
        <p:spPr>
          <a:xfrm>
            <a:off x="4281257" y="376224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23" name="S08-stepno86"/>
          <p:cNvSpPr txBox="1"/>
          <p:nvPr/>
        </p:nvSpPr>
        <p:spPr>
          <a:xfrm>
            <a:off x="548640" y="43464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4" name="S08-text87"/>
          <p:cNvSpPr txBox="1"/>
          <p:nvPr/>
        </p:nvSpPr>
        <p:spPr>
          <a:xfrm>
            <a:off x="1325880" y="4346448"/>
            <a:ext cx="29553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소수로</a:t>
            </a:r>
            <a:endParaRPr lang="ko-KR" sz="2800" dirty="0"/>
          </a:p>
        </p:txBody>
      </p:sp>
      <p:sp>
        <p:nvSpPr>
          <p:cNvPr id="25" name="S08-eqtext88"/>
          <p:cNvSpPr txBox="1"/>
          <p:nvPr/>
        </p:nvSpPr>
        <p:spPr>
          <a:xfrm>
            <a:off x="4281257" y="4346448"/>
            <a:ext cx="2702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비율을 구해 봐요</a:t>
            </a:r>
            <a:endParaRPr lang="ko-KR" sz="4000" dirty="0"/>
          </a:p>
        </p:txBody>
      </p:sp>
      <p:sp>
        <p:nvSpPr>
          <p:cNvPr id="3" name="S09-text8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비율을 분수와 소수로 나타내요.</a:t>
            </a:r>
            <a:endParaRPr lang="ko-KR" sz="2800" dirty="0"/>
          </a:p>
        </p:txBody>
      </p:sp>
      <p:sp>
        <p:nvSpPr>
          <p:cNvPr id="4" name="S09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분모를 10이나 100으로 만들거나, 나눗셈을 해요.</a:t>
            </a:r>
            <a:endParaRPr lang="ko-KR" sz="2800" dirty="0"/>
          </a:p>
        </p:txBody>
      </p:sp>
      <p:sp>
        <p:nvSpPr>
          <p:cNvPr id="6" name="S09-chip9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eqtext93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: 4</a:t>
            </a:r>
            <a:endParaRPr lang="ko-KR" sz="3200" dirty="0"/>
          </a:p>
        </p:txBody>
      </p:sp>
      <p:sp>
        <p:nvSpPr>
          <p:cNvPr id="8" name="S09-chip94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eqtext95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: 10</a:t>
            </a:r>
            <a:endParaRPr lang="ko-KR" sz="3200" dirty="0"/>
          </a:p>
        </p:txBody>
      </p:sp>
      <p:sp>
        <p:nvSpPr>
          <p:cNvPr id="10" name="S09-chip96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eqtext97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: 20</a:t>
            </a:r>
            <a:endParaRPr lang="ko-KR" sz="3200" dirty="0"/>
          </a:p>
        </p:txBody>
      </p:sp>
      <p:sp>
        <p:nvSpPr>
          <p:cNvPr id="12" name="S09-chip98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9-eqtext99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: 8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비율</a:t>
            </a:r>
            <a:endParaRPr lang="ko-KR" sz="4000" dirty="0"/>
          </a:p>
        </p:txBody>
      </p:sp>
      <p:sp>
        <p:nvSpPr>
          <p:cNvPr id="3" name="S10-card10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0-cardtext10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기준량인지 먼저 찾아요.</a:t>
            </a:r>
            <a:endParaRPr lang="ko-KR" sz="2800" dirty="0"/>
          </a:p>
        </p:txBody>
      </p:sp>
      <p:sp>
        <p:nvSpPr>
          <p:cNvPr id="5" name="S10-chip10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10-text103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농구 슛을 20번 던져 13번 넣었어요.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던진 횟수에 대한 넣은 횟수의 비율은?</a:t>
            </a:r>
            <a:endParaRPr lang="ko-KR" sz="2800" dirty="0"/>
          </a:p>
        </p:txBody>
      </p:sp>
      <p:sp>
        <p:nvSpPr>
          <p:cNvPr id="7" name="S10-chip104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10-text105"/>
          <p:cNvSpPr txBox="1"/>
          <p:nvPr/>
        </p:nvSpPr>
        <p:spPr>
          <a:xfrm>
            <a:off x="1344168" y="33147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버스가 2시간 동안 150 km를 갔어요.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걸린 시간에 대한 간 거리의 비율은?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hip106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1-text107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8에 대한 5의 비를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써요.</a:t>
            </a:r>
            <a:endParaRPr lang="ko-KR" sz="2800" dirty="0"/>
          </a:p>
        </p:txBody>
      </p:sp>
      <p:sp>
        <p:nvSpPr>
          <p:cNvPr id="5" name="S11-chip108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1-text109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: 25의 비율을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분수와 소수로</a:t>
            </a:r>
            <a:endParaRPr lang="ko-KR" sz="2800" dirty="0"/>
          </a:p>
        </p:txBody>
      </p:sp>
      <p:sp>
        <p:nvSpPr>
          <p:cNvPr id="7" name="S11-chip110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1-text111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7의 10에 대한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비율을 소수로</a:t>
            </a:r>
            <a:endParaRPr lang="ko-KR" sz="2800" dirty="0"/>
          </a:p>
        </p:txBody>
      </p:sp>
      <p:sp>
        <p:nvSpPr>
          <p:cNvPr id="9" name="S11-chip112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1-text113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피자 8조각 중 6조각을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먹었어요. 먹은 양의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비율을 기약분수로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1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기준량에 밑줄을 긋고 다시 풀게 하세요.</a:t>
            </a:r>
            <a:endParaRPr lang="ko-KR" sz="2800" dirty="0"/>
          </a:p>
        </p:txBody>
      </p:sp>
      <p:sp>
        <p:nvSpPr>
          <p:cNvPr id="5" name="S12-chip11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117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5 : 8</a:t>
            </a:r>
            <a:endParaRPr lang="ko-KR" sz="2800" dirty="0"/>
          </a:p>
        </p:txBody>
      </p:sp>
      <p:sp>
        <p:nvSpPr>
          <p:cNvPr id="7" name="S12-text118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기준량 8</a:t>
            </a:r>
            <a:endParaRPr lang="ko-KR" sz="2200" dirty="0"/>
          </a:p>
        </p:txBody>
      </p:sp>
      <p:sp>
        <p:nvSpPr>
          <p:cNvPr id="8" name="S12-text119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25분의 4, 0.16</a:t>
            </a:r>
            <a:endParaRPr lang="ko-KR" sz="2200" dirty="0"/>
          </a:p>
        </p:txBody>
      </p:sp>
      <p:sp>
        <p:nvSpPr>
          <p:cNvPr id="9" name="S12-text120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÷ 25</a:t>
            </a:r>
            <a:endParaRPr lang="ko-KR" sz="2200" dirty="0"/>
          </a:p>
        </p:txBody>
      </p:sp>
      <p:sp>
        <p:nvSpPr>
          <p:cNvPr id="10" name="S12-text121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0.7</a:t>
            </a:r>
            <a:endParaRPr lang="ko-KR" sz="2800" dirty="0"/>
          </a:p>
        </p:txBody>
      </p:sp>
      <p:sp>
        <p:nvSpPr>
          <p:cNvPr id="11" name="S12-text122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÷ 10</a:t>
            </a:r>
            <a:endParaRPr lang="ko-KR" sz="2200" dirty="0"/>
          </a:p>
        </p:txBody>
      </p:sp>
      <p:sp>
        <p:nvSpPr>
          <p:cNvPr id="12" name="S12-text123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4분의 3</a:t>
            </a:r>
            <a:endParaRPr lang="ko-KR" sz="2800" dirty="0"/>
          </a:p>
        </p:txBody>
      </p:sp>
      <p:sp>
        <p:nvSpPr>
          <p:cNvPr id="13" name="S12-text124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약분</a:t>
            </a:r>
            <a:endParaRPr lang="ko-KR" sz="2200" dirty="0"/>
          </a:p>
        </p:txBody>
      </p:sp>
      <p:sp>
        <p:nvSpPr>
          <p:cNvPr id="14" name="S12-chip125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5" name="S12-text126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8 : 5</a:t>
            </a:r>
            <a:endParaRPr lang="ko-KR" sz="2800" dirty="0"/>
          </a:p>
        </p:txBody>
      </p:sp>
      <p:sp>
        <p:nvSpPr>
          <p:cNvPr id="16" name="S12-text127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바꿈</a:t>
            </a:r>
            <a:endParaRPr lang="ko-KR" sz="2200" dirty="0"/>
          </a:p>
        </p:txBody>
      </p:sp>
      <p:sp>
        <p:nvSpPr>
          <p:cNvPr id="17" name="S12-text128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6.25</a:t>
            </a:r>
            <a:endParaRPr lang="ko-KR" sz="2800" dirty="0"/>
          </a:p>
        </p:txBody>
      </p:sp>
      <p:sp>
        <p:nvSpPr>
          <p:cNvPr id="18" name="S12-text129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÷ 4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비율이 가장 큰 비는?</a:t>
            </a:r>
            <a:endParaRPr lang="ko-KR" sz="4000" dirty="0"/>
          </a:p>
        </p:txBody>
      </p:sp>
      <p:sp>
        <p:nvSpPr>
          <p:cNvPr id="3" name="S13-card1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1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비율을 소수로 바꾸어 비교하고 까닭을 말해요.</a:t>
            </a:r>
            <a:endParaRPr lang="ko-KR" sz="2800" dirty="0"/>
          </a:p>
        </p:txBody>
      </p:sp>
      <p:sp>
        <p:nvSpPr>
          <p:cNvPr id="5" name="S13-chip132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3-card133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134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: 5</a:t>
            </a:r>
            <a:endParaRPr lang="ko-KR" sz="2800" dirty="0"/>
          </a:p>
        </p:txBody>
      </p:sp>
      <p:sp>
        <p:nvSpPr>
          <p:cNvPr id="8" name="S13-chip135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3-card136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3-cardtext137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: 10</a:t>
            </a:r>
            <a:endParaRPr lang="ko-KR" sz="2800" dirty="0"/>
          </a:p>
        </p:txBody>
      </p:sp>
      <p:sp>
        <p:nvSpPr>
          <p:cNvPr id="11" name="S13-chip138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2" name="S13-card139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3-cardtext140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: 20</a:t>
            </a:r>
            <a:endParaRPr lang="ko-KR" sz="2800" dirty="0"/>
          </a:p>
        </p:txBody>
      </p:sp>
      <p:sp>
        <p:nvSpPr>
          <p:cNvPr id="14" name="S13-chip141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5" name="S13-card142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3-cardtext143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: 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4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4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: 5에서 기준량은 5, 비율은 3 ÷ 5 = 5분의 3 = 0.6이에요.</a:t>
            </a:r>
            <a:endParaRPr lang="ko-KR" sz="2800" dirty="0"/>
          </a:p>
        </p:txBody>
      </p:sp>
      <p:sp>
        <p:nvSpPr>
          <p:cNvPr id="5" name="S14-chip146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기준량을 먼저 찾기</a:t>
            </a:r>
            <a:endParaRPr lang="ko-KR" sz="2200" dirty="0"/>
          </a:p>
        </p:txBody>
      </p:sp>
      <p:sp>
        <p:nvSpPr>
          <p:cNvPr id="6" name="S14-chip147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3 : 5와 5 : 3을 같다고 하기</a:t>
            </a:r>
            <a:endParaRPr lang="ko-KR" sz="2200" dirty="0"/>
          </a:p>
        </p:txBody>
      </p:sp>
      <p:sp>
        <p:nvSpPr>
          <p:cNvPr id="7" name="S14-text148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149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7에 대한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2의 비</a:t>
            </a:r>
            <a:endParaRPr lang="ko-KR" sz="2200" dirty="0"/>
          </a:p>
        </p:txBody>
      </p:sp>
      <p:sp>
        <p:nvSpPr>
          <p:cNvPr id="9" name="S14-text150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 : 4의 비율을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분수와 소수로</a:t>
            </a:r>
            <a:endParaRPr lang="ko-KR" sz="2200" dirty="0"/>
          </a:p>
        </p:txBody>
      </p:sp>
      <p:sp>
        <p:nvSpPr>
          <p:cNvPr id="10" name="S14-text151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20에 대한 9의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비율을 소수로</a:t>
            </a:r>
            <a:endParaRPr lang="ko-KR" sz="2200" dirty="0"/>
          </a:p>
        </p:txBody>
      </p:sp>
      <p:sp>
        <p:nvSpPr>
          <p:cNvPr id="11" name="S14-text15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백분율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약분하고 소수로 바꾸기</a:t>
            </a:r>
            <a:endParaRPr lang="ko-KR" sz="4000" dirty="0"/>
          </a:p>
        </p:txBody>
      </p:sp>
      <p:sp>
        <p:nvSpPr>
          <p:cNvPr id="3" name="S15-card153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5-cardtext154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분모와 분자를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공약수 2로 나눠요.</a:t>
            </a:r>
            <a:endParaRPr lang="ko-KR" sz="2800" dirty="0"/>
          </a:p>
        </p:txBody>
      </p:sp>
      <p:sp>
        <p:nvSpPr>
          <p:cNvPr id="5" name="S15-card155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5-cardtext156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분모를 100으로 만들면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소수로 바꾸기 쉬워요.</a:t>
            </a:r>
            <a:endParaRPr lang="ko-KR" sz="2800" dirty="0"/>
          </a:p>
        </p:txBody>
      </p:sp>
      <p:sp>
        <p:nvSpPr>
          <p:cNvPr id="7" name="S15-num157"/>
          <p:cNvSpPr txBox="1"/>
          <p:nvPr/>
        </p:nvSpPr>
        <p:spPr>
          <a:xfrm>
            <a:off x="3110484" y="2261108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4000" dirty="0"/>
          </a:p>
        </p:txBody>
      </p:sp>
      <p:sp>
        <p:nvSpPr>
          <p:cNvPr id="8" name="S15-fracbar158"/>
          <p:cNvSpPr/>
          <p:nvPr/>
        </p:nvSpPr>
        <p:spPr>
          <a:xfrm>
            <a:off x="3147060" y="2897124"/>
            <a:ext cx="569976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9" name="S15-num159"/>
          <p:cNvSpPr txBox="1"/>
          <p:nvPr/>
        </p:nvSpPr>
        <p:spPr>
          <a:xfrm>
            <a:off x="3110484" y="2933700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4000" dirty="0"/>
          </a:p>
        </p:txBody>
      </p:sp>
      <p:sp>
        <p:nvSpPr>
          <p:cNvPr id="10" name="S15-op160"/>
          <p:cNvSpPr txBox="1"/>
          <p:nvPr/>
        </p:nvSpPr>
        <p:spPr>
          <a:xfrm>
            <a:off x="3863340" y="2261108"/>
            <a:ext cx="46939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4000" dirty="0"/>
          </a:p>
        </p:txBody>
      </p:sp>
      <p:sp>
        <p:nvSpPr>
          <p:cNvPr id="11" name="S15-num161"/>
          <p:cNvSpPr txBox="1"/>
          <p:nvPr/>
        </p:nvSpPr>
        <p:spPr>
          <a:xfrm>
            <a:off x="4442460" y="2261108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4000" dirty="0"/>
          </a:p>
        </p:txBody>
      </p:sp>
      <p:sp>
        <p:nvSpPr>
          <p:cNvPr id="12" name="S15-fracbar162"/>
          <p:cNvSpPr/>
          <p:nvPr/>
        </p:nvSpPr>
        <p:spPr>
          <a:xfrm>
            <a:off x="4479036" y="2897124"/>
            <a:ext cx="569976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3" name="S15-num163"/>
          <p:cNvSpPr txBox="1"/>
          <p:nvPr/>
        </p:nvSpPr>
        <p:spPr>
          <a:xfrm>
            <a:off x="4442460" y="2933700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4000" dirty="0"/>
          </a:p>
        </p:txBody>
      </p:sp>
      <p:sp>
        <p:nvSpPr>
          <p:cNvPr id="14" name="S15-op164"/>
          <p:cNvSpPr txBox="1"/>
          <p:nvPr/>
        </p:nvSpPr>
        <p:spPr>
          <a:xfrm>
            <a:off x="5195316" y="2261108"/>
            <a:ext cx="46939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4000" dirty="0"/>
          </a:p>
        </p:txBody>
      </p:sp>
      <p:sp>
        <p:nvSpPr>
          <p:cNvPr id="15" name="S15-num165"/>
          <p:cNvSpPr txBox="1"/>
          <p:nvPr/>
        </p:nvSpPr>
        <p:spPr>
          <a:xfrm>
            <a:off x="5774436" y="2261108"/>
            <a:ext cx="104851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</a:t>
            </a:r>
            <a:endParaRPr lang="ko-KR" sz="4000" dirty="0"/>
          </a:p>
        </p:txBody>
      </p:sp>
      <p:sp>
        <p:nvSpPr>
          <p:cNvPr id="16" name="S15-fracbar166"/>
          <p:cNvSpPr/>
          <p:nvPr/>
        </p:nvSpPr>
        <p:spPr>
          <a:xfrm>
            <a:off x="5811012" y="2897124"/>
            <a:ext cx="975360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7" name="S15-num167"/>
          <p:cNvSpPr txBox="1"/>
          <p:nvPr/>
        </p:nvSpPr>
        <p:spPr>
          <a:xfrm>
            <a:off x="5774436" y="2933700"/>
            <a:ext cx="104851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4000" dirty="0"/>
          </a:p>
        </p:txBody>
      </p:sp>
      <p:sp>
        <p:nvSpPr>
          <p:cNvPr id="18" name="S15-op168"/>
          <p:cNvSpPr txBox="1"/>
          <p:nvPr/>
        </p:nvSpPr>
        <p:spPr>
          <a:xfrm>
            <a:off x="6932676" y="2261108"/>
            <a:ext cx="46939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4000" dirty="0"/>
          </a:p>
        </p:txBody>
      </p:sp>
      <p:sp>
        <p:nvSpPr>
          <p:cNvPr id="19" name="S15-op169"/>
          <p:cNvSpPr txBox="1"/>
          <p:nvPr/>
        </p:nvSpPr>
        <p:spPr>
          <a:xfrm>
            <a:off x="7511796" y="2261108"/>
            <a:ext cx="156667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0.75</a:t>
            </a:r>
            <a:endParaRPr lang="ko-KR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비와 비율</dc:title>
  <dc:subject>KR22-G06-MAT-RATIO-L01</dc:subject>
  <dc:creator>education-ppt</dc:creator>
  <cp:lastModifiedBy>education-ppt</cp:lastModifiedBy>
  <cp:revision>1</cp:revision>
  <dcterms:created xsi:type="dcterms:W3CDTF">2026-10-26T08:43:14Z</dcterms:created>
  <dcterms:modified xsi:type="dcterms:W3CDTF">2026-10-26T08:43:14Z</dcterms:modified>
</cp:coreProperties>
</file>